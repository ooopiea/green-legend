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44"/>
  </p:notesMasterIdLst>
  <p:sldIdLst>
    <p:sldId id="260" r:id="rId2"/>
    <p:sldId id="256" r:id="rId3"/>
    <p:sldId id="263" r:id="rId4"/>
    <p:sldId id="262" r:id="rId5"/>
    <p:sldId id="274" r:id="rId6"/>
    <p:sldId id="310" r:id="rId7"/>
    <p:sldId id="264" r:id="rId8"/>
    <p:sldId id="305" r:id="rId9"/>
    <p:sldId id="265" r:id="rId10"/>
    <p:sldId id="275" r:id="rId11"/>
    <p:sldId id="276" r:id="rId12"/>
    <p:sldId id="277" r:id="rId13"/>
    <p:sldId id="294" r:id="rId14"/>
    <p:sldId id="295" r:id="rId15"/>
    <p:sldId id="289" r:id="rId16"/>
    <p:sldId id="290" r:id="rId17"/>
    <p:sldId id="291" r:id="rId18"/>
    <p:sldId id="287" r:id="rId19"/>
    <p:sldId id="288" r:id="rId20"/>
    <p:sldId id="278" r:id="rId21"/>
    <p:sldId id="279" r:id="rId22"/>
    <p:sldId id="298" r:id="rId23"/>
    <p:sldId id="299" r:id="rId24"/>
    <p:sldId id="283" r:id="rId25"/>
    <p:sldId id="284" r:id="rId26"/>
    <p:sldId id="280" r:id="rId27"/>
    <p:sldId id="281" r:id="rId28"/>
    <p:sldId id="307" r:id="rId29"/>
    <p:sldId id="293" r:id="rId30"/>
    <p:sldId id="300" r:id="rId31"/>
    <p:sldId id="301" r:id="rId32"/>
    <p:sldId id="302" r:id="rId33"/>
    <p:sldId id="303" r:id="rId34"/>
    <p:sldId id="304" r:id="rId35"/>
    <p:sldId id="266" r:id="rId36"/>
    <p:sldId id="282" r:id="rId37"/>
    <p:sldId id="308" r:id="rId38"/>
    <p:sldId id="296" r:id="rId39"/>
    <p:sldId id="297" r:id="rId40"/>
    <p:sldId id="285" r:id="rId41"/>
    <p:sldId id="286" r:id="rId42"/>
    <p:sldId id="259" r:id="rId43"/>
  </p:sldIdLst>
  <p:sldSz cx="12192000" cy="6858000"/>
  <p:notesSz cx="6858000" cy="9144000"/>
  <p:embeddedFontLst>
    <p:embeddedFont>
      <p:font typeface="黑体" panose="02010609060101010101" pitchFamily="49" charset="-122"/>
      <p:regular r:id="rId45"/>
    </p:embeddedFont>
    <p:embeddedFont>
      <p:font typeface="Calibri" panose="020F0502020204030204" pitchFamily="34" charset="0"/>
      <p:regular r:id="rId46"/>
      <p:bold r:id="rId47"/>
      <p:italic r:id="rId48"/>
      <p:boldItalic r:id="rId49"/>
    </p:embeddedFont>
    <p:embeddedFont>
      <p:font typeface="华光综艺_CNKI" panose="02000500000000000000" pitchFamily="2" charset="-122"/>
      <p:regular r:id="rId50"/>
    </p:embeddedFont>
    <p:embeddedFont>
      <p:font typeface="Calibri Light" panose="020F0302020204030204" pitchFamily="34" charset="0"/>
      <p:regular r:id="rId51"/>
      <p:italic r:id="rId52"/>
    </p:embeddedFont>
    <p:embeddedFont>
      <p:font typeface="微软雅黑" panose="020B0503020204020204" pitchFamily="34" charset="-122"/>
      <p:regular r:id="rId53"/>
      <p:bold r:id="rId54"/>
    </p:embeddedFont>
    <p:embeddedFont>
      <p:font typeface="汉真广标" panose="02010600030101010101" charset="-122"/>
      <p:regular r:id="rId55"/>
    </p:embeddedFont>
  </p:embeddedFont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979" userDrawn="1">
          <p15:clr>
            <a:srgbClr val="A4A3A4"/>
          </p15:clr>
        </p15:guide>
        <p15:guide id="2" pos="370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553676"/>
    <a:srgbClr val="133A4F"/>
    <a:srgbClr val="36A4A1"/>
    <a:srgbClr val="784F27"/>
    <a:srgbClr val="FBD648"/>
    <a:srgbClr val="F9C88E"/>
    <a:srgbClr val="89888C"/>
    <a:srgbClr val="34849E"/>
    <a:srgbClr val="F7605E"/>
    <a:srgbClr val="4CC4E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0067" autoAdjust="0"/>
    <p:restoredTop sz="93575" autoAdjust="0"/>
  </p:normalViewPr>
  <p:slideViewPr>
    <p:cSldViewPr snapToGrid="0" showGuides="1">
      <p:cViewPr varScale="1">
        <p:scale>
          <a:sx n="104" d="100"/>
          <a:sy n="104" d="100"/>
        </p:scale>
        <p:origin x="1074" y="72"/>
      </p:cViewPr>
      <p:guideLst>
        <p:guide orient="horz" pos="1979"/>
        <p:guide pos="3704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font" Target="fonts/font3.fntdata"/><Relationship Id="rId50" Type="http://schemas.openxmlformats.org/officeDocument/2006/relationships/font" Target="fonts/font6.fntdata"/><Relationship Id="rId55" Type="http://schemas.openxmlformats.org/officeDocument/2006/relationships/font" Target="fonts/font11.fntdata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font" Target="fonts/font1.fntdata"/><Relationship Id="rId53" Type="http://schemas.openxmlformats.org/officeDocument/2006/relationships/font" Target="fonts/font9.fntdata"/><Relationship Id="rId58" Type="http://schemas.openxmlformats.org/officeDocument/2006/relationships/theme" Target="theme/theme1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font" Target="fonts/font4.fntdata"/><Relationship Id="rId56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font" Target="fonts/font7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font" Target="fonts/font2.fntdata"/><Relationship Id="rId59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font" Target="fonts/font5.fntdata"/><Relationship Id="rId57" Type="http://schemas.openxmlformats.org/officeDocument/2006/relationships/viewProps" Target="view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notesMaster" Target="notesMasters/notesMaster1.xml"/><Relationship Id="rId52" Type="http://schemas.openxmlformats.org/officeDocument/2006/relationships/font" Target="fonts/font8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4F1BEA8-F9C3-47FB-AD01-6081A18503A3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9B7C097-D4E8-47E6-8C8D-E7DBBBE57211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455538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986718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72495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68197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4872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15846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00438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75332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34620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011786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17049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7058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A467AB9-B60E-45F3-99DB-082E93D3D7C1}" type="datetimeFigureOut">
              <a:rPr lang="zh-CN" altLang="en-US" smtClean="0"/>
              <a:t>2025/9/17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DD56583-BE36-48DE-898A-2FBD05B200A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153418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 advTm="6000"/>
    </mc:Choice>
    <mc:Fallback xmlns="">
      <p:transition spd="slow" advClick="0" advTm="6000"/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microsoft.com/office/2007/relationships/hdphoto" Target="../media/hdphoto1.wdp"/><Relationship Id="rId4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microsoft.com/office/2007/relationships/hdphoto" Target="../media/hdphoto3.wdp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microsoft.com/office/2007/relationships/hdphoto" Target="../media/hdphoto1.wdp"/><Relationship Id="rId4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13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microsoft.com/office/2007/relationships/hdphoto" Target="../media/hdphoto1.wdp"/><Relationship Id="rId4" Type="http://schemas.openxmlformats.org/officeDocument/2006/relationships/image" Target="../media/image4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.png"/></Relationships>
</file>

<file path=ppt/slides/_rels/slide18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22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5" Type="http://schemas.microsoft.com/office/2007/relationships/hdphoto" Target="../media/hdphoto3.wdp"/><Relationship Id="rId4" Type="http://schemas.openxmlformats.org/officeDocument/2006/relationships/image" Target="../media/image7.png"/></Relationships>
</file>

<file path=ppt/slides/_rels/slide24.xml.rels><?xml version="1.0" encoding="UTF-8" standalone="yes"?>
<Relationships xmlns="http://schemas.openxmlformats.org/package/2006/relationships"><Relationship Id="rId3" Type="http://schemas.microsoft.com/office/2007/relationships/hdphoto" Target="../media/hdphoto4.wdp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6" Type="http://schemas.microsoft.com/office/2007/relationships/hdphoto" Target="../media/hdphoto4.wdp"/><Relationship Id="rId5" Type="http://schemas.openxmlformats.org/officeDocument/2006/relationships/image" Target="../media/image13.png"/><Relationship Id="rId4" Type="http://schemas.microsoft.com/office/2007/relationships/hdphoto" Target="../media/hdphoto1.wdp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28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microsoft.com/office/2007/relationships/hdphoto" Target="../media/hdphoto1.wdp"/><Relationship Id="rId4" Type="http://schemas.openxmlformats.org/officeDocument/2006/relationships/image" Target="../media/image4.png"/></Relationships>
</file>

<file path=ppt/slides/_rels/slide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jpeg"/></Relationships>
</file>

<file path=ppt/slides/_rels/slide31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jpeg"/></Relationships>
</file>

<file path=ppt/slides/_rels/slide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5" Type="http://schemas.microsoft.com/office/2007/relationships/hdphoto" Target="../media/hdphoto3.wdp"/><Relationship Id="rId4" Type="http://schemas.openxmlformats.org/officeDocument/2006/relationships/image" Target="../media/image7.png"/></Relationships>
</file>

<file path=ppt/slides/_rels/slide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37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5" Type="http://schemas.microsoft.com/office/2007/relationships/hdphoto" Target="../media/hdphoto1.wdp"/><Relationship Id="rId4" Type="http://schemas.openxmlformats.org/officeDocument/2006/relationships/image" Target="../media/image4.png"/></Relationships>
</file>

<file path=ppt/slides/_rels/slide38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microsoft.com/office/2007/relationships/hdphoto" Target="../media/hdphoto1.wdp"/><Relationship Id="rId4" Type="http://schemas.openxmlformats.org/officeDocument/2006/relationships/image" Target="../media/image4.pn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CC4E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1" name="组合 590"/>
          <p:cNvGrpSpPr/>
          <p:nvPr/>
        </p:nvGrpSpPr>
        <p:grpSpPr>
          <a:xfrm>
            <a:off x="6950116" y="1255302"/>
            <a:ext cx="419689" cy="216833"/>
            <a:chOff x="8200390" y="3676559"/>
            <a:chExt cx="615589" cy="324496"/>
          </a:xfrm>
        </p:grpSpPr>
        <p:sp>
          <p:nvSpPr>
            <p:cNvPr id="592" name="Freeform 453"/>
            <p:cNvSpPr>
              <a:spLocks/>
            </p:cNvSpPr>
            <p:nvPr/>
          </p:nvSpPr>
          <p:spPr bwMode="auto">
            <a:xfrm>
              <a:off x="8200390" y="3676559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3" name="Freeform 454"/>
            <p:cNvSpPr>
              <a:spLocks/>
            </p:cNvSpPr>
            <p:nvPr/>
          </p:nvSpPr>
          <p:spPr bwMode="auto">
            <a:xfrm>
              <a:off x="8493869" y="3676559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594" name="组合 593"/>
          <p:cNvGrpSpPr/>
          <p:nvPr/>
        </p:nvGrpSpPr>
        <p:grpSpPr>
          <a:xfrm flipH="1">
            <a:off x="5280476" y="858677"/>
            <a:ext cx="433361" cy="228438"/>
            <a:chOff x="7218489" y="3410966"/>
            <a:chExt cx="615589" cy="324496"/>
          </a:xfrm>
        </p:grpSpPr>
        <p:sp>
          <p:nvSpPr>
            <p:cNvPr id="595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6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00" name="组合 599"/>
          <p:cNvGrpSpPr/>
          <p:nvPr/>
        </p:nvGrpSpPr>
        <p:grpSpPr>
          <a:xfrm>
            <a:off x="2820101" y="1392600"/>
            <a:ext cx="543350" cy="286417"/>
            <a:chOff x="7218489" y="3410966"/>
            <a:chExt cx="615589" cy="324496"/>
          </a:xfrm>
        </p:grpSpPr>
        <p:sp>
          <p:nvSpPr>
            <p:cNvPr id="601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2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840" name="组合 839"/>
          <p:cNvGrpSpPr/>
          <p:nvPr/>
        </p:nvGrpSpPr>
        <p:grpSpPr>
          <a:xfrm>
            <a:off x="4930868" y="824328"/>
            <a:ext cx="3243367" cy="1719754"/>
            <a:chOff x="4930868" y="824328"/>
            <a:chExt cx="3243367" cy="1719754"/>
          </a:xfrm>
        </p:grpSpPr>
        <p:grpSp>
          <p:nvGrpSpPr>
            <p:cNvPr id="841" name="组合 840"/>
            <p:cNvGrpSpPr/>
            <p:nvPr/>
          </p:nvGrpSpPr>
          <p:grpSpPr>
            <a:xfrm>
              <a:off x="6802313" y="849150"/>
              <a:ext cx="1371922" cy="1694932"/>
              <a:chOff x="6802313" y="849150"/>
              <a:chExt cx="1371922" cy="1694932"/>
            </a:xfrm>
          </p:grpSpPr>
          <p:sp>
            <p:nvSpPr>
              <p:cNvPr id="847" name="任意多边形 846"/>
              <p:cNvSpPr/>
              <p:nvPr/>
            </p:nvSpPr>
            <p:spPr>
              <a:xfrm>
                <a:off x="6802313" y="849150"/>
                <a:ext cx="1316842" cy="1315726"/>
              </a:xfrm>
              <a:custGeom>
                <a:avLst/>
                <a:gdLst>
                  <a:gd name="connsiteX0" fmla="*/ 43543 w 4847771"/>
                  <a:gd name="connsiteY0" fmla="*/ 4775200 h 4789715"/>
                  <a:gd name="connsiteX1" fmla="*/ 914400 w 4847771"/>
                  <a:gd name="connsiteY1" fmla="*/ 4789715 h 4789715"/>
                  <a:gd name="connsiteX2" fmla="*/ 914400 w 4847771"/>
                  <a:gd name="connsiteY2" fmla="*/ 1320800 h 4789715"/>
                  <a:gd name="connsiteX3" fmla="*/ 1393371 w 4847771"/>
                  <a:gd name="connsiteY3" fmla="*/ 914400 h 4789715"/>
                  <a:gd name="connsiteX4" fmla="*/ 4847771 w 4847771"/>
                  <a:gd name="connsiteY4" fmla="*/ 914400 h 4789715"/>
                  <a:gd name="connsiteX5" fmla="*/ 4833257 w 4847771"/>
                  <a:gd name="connsiteY5" fmla="*/ 0 h 4789715"/>
                  <a:gd name="connsiteX6" fmla="*/ 972457 w 4847771"/>
                  <a:gd name="connsiteY6" fmla="*/ 43543 h 4789715"/>
                  <a:gd name="connsiteX7" fmla="*/ 0 w 4847771"/>
                  <a:gd name="connsiteY7" fmla="*/ 1190172 h 4789715"/>
                  <a:gd name="connsiteX8" fmla="*/ 43543 w 4847771"/>
                  <a:gd name="connsiteY8" fmla="*/ 4775200 h 4789715"/>
                  <a:gd name="connsiteX0" fmla="*/ 43543 w 4847771"/>
                  <a:gd name="connsiteY0" fmla="*/ 4775200 h 4789715"/>
                  <a:gd name="connsiteX1" fmla="*/ 914400 w 4847771"/>
                  <a:gd name="connsiteY1" fmla="*/ 4789715 h 4789715"/>
                  <a:gd name="connsiteX2" fmla="*/ 914400 w 4847771"/>
                  <a:gd name="connsiteY2" fmla="*/ 1320800 h 4789715"/>
                  <a:gd name="connsiteX3" fmla="*/ 1393371 w 4847771"/>
                  <a:gd name="connsiteY3" fmla="*/ 914400 h 4789715"/>
                  <a:gd name="connsiteX4" fmla="*/ 4847771 w 4847771"/>
                  <a:gd name="connsiteY4" fmla="*/ 914400 h 4789715"/>
                  <a:gd name="connsiteX5" fmla="*/ 4833257 w 4847771"/>
                  <a:gd name="connsiteY5" fmla="*/ 0 h 4789715"/>
                  <a:gd name="connsiteX6" fmla="*/ 972457 w 4847771"/>
                  <a:gd name="connsiteY6" fmla="*/ 43543 h 4789715"/>
                  <a:gd name="connsiteX7" fmla="*/ 0 w 4847771"/>
                  <a:gd name="connsiteY7" fmla="*/ 1190172 h 4789715"/>
                  <a:gd name="connsiteX8" fmla="*/ 43543 w 4847771"/>
                  <a:gd name="connsiteY8" fmla="*/ 4775200 h 4789715"/>
                  <a:gd name="connsiteX0" fmla="*/ 43543 w 4847771"/>
                  <a:gd name="connsiteY0" fmla="*/ 4775200 h 4789715"/>
                  <a:gd name="connsiteX1" fmla="*/ 914400 w 4847771"/>
                  <a:gd name="connsiteY1" fmla="*/ 4789715 h 4789715"/>
                  <a:gd name="connsiteX2" fmla="*/ 971550 w 4847771"/>
                  <a:gd name="connsiteY2" fmla="*/ 1339850 h 4789715"/>
                  <a:gd name="connsiteX3" fmla="*/ 1393371 w 4847771"/>
                  <a:gd name="connsiteY3" fmla="*/ 914400 h 4789715"/>
                  <a:gd name="connsiteX4" fmla="*/ 4847771 w 4847771"/>
                  <a:gd name="connsiteY4" fmla="*/ 914400 h 4789715"/>
                  <a:gd name="connsiteX5" fmla="*/ 4833257 w 4847771"/>
                  <a:gd name="connsiteY5" fmla="*/ 0 h 4789715"/>
                  <a:gd name="connsiteX6" fmla="*/ 972457 w 4847771"/>
                  <a:gd name="connsiteY6" fmla="*/ 43543 h 4789715"/>
                  <a:gd name="connsiteX7" fmla="*/ 0 w 4847771"/>
                  <a:gd name="connsiteY7" fmla="*/ 1190172 h 4789715"/>
                  <a:gd name="connsiteX8" fmla="*/ 43543 w 4847771"/>
                  <a:gd name="connsiteY8" fmla="*/ 4775200 h 4789715"/>
                  <a:gd name="connsiteX0" fmla="*/ 43543 w 4847771"/>
                  <a:gd name="connsiteY0" fmla="*/ 4775200 h 4789715"/>
                  <a:gd name="connsiteX1" fmla="*/ 914400 w 4847771"/>
                  <a:gd name="connsiteY1" fmla="*/ 4789715 h 4789715"/>
                  <a:gd name="connsiteX2" fmla="*/ 971550 w 4847771"/>
                  <a:gd name="connsiteY2" fmla="*/ 1339850 h 4789715"/>
                  <a:gd name="connsiteX3" fmla="*/ 1393371 w 4847771"/>
                  <a:gd name="connsiteY3" fmla="*/ 914400 h 4789715"/>
                  <a:gd name="connsiteX4" fmla="*/ 4847771 w 4847771"/>
                  <a:gd name="connsiteY4" fmla="*/ 914400 h 4789715"/>
                  <a:gd name="connsiteX5" fmla="*/ 4833257 w 4847771"/>
                  <a:gd name="connsiteY5" fmla="*/ 0 h 4789715"/>
                  <a:gd name="connsiteX6" fmla="*/ 972457 w 4847771"/>
                  <a:gd name="connsiteY6" fmla="*/ 43543 h 4789715"/>
                  <a:gd name="connsiteX7" fmla="*/ 0 w 4847771"/>
                  <a:gd name="connsiteY7" fmla="*/ 1190172 h 4789715"/>
                  <a:gd name="connsiteX8" fmla="*/ 43543 w 4847771"/>
                  <a:gd name="connsiteY8" fmla="*/ 4775200 h 4789715"/>
                  <a:gd name="connsiteX0" fmla="*/ 43543 w 4847771"/>
                  <a:gd name="connsiteY0" fmla="*/ 4775200 h 4789715"/>
                  <a:gd name="connsiteX1" fmla="*/ 914400 w 4847771"/>
                  <a:gd name="connsiteY1" fmla="*/ 4789715 h 4789715"/>
                  <a:gd name="connsiteX2" fmla="*/ 949325 w 4847771"/>
                  <a:gd name="connsiteY2" fmla="*/ 1339850 h 4789715"/>
                  <a:gd name="connsiteX3" fmla="*/ 1393371 w 4847771"/>
                  <a:gd name="connsiteY3" fmla="*/ 914400 h 4789715"/>
                  <a:gd name="connsiteX4" fmla="*/ 4847771 w 4847771"/>
                  <a:gd name="connsiteY4" fmla="*/ 914400 h 4789715"/>
                  <a:gd name="connsiteX5" fmla="*/ 4833257 w 4847771"/>
                  <a:gd name="connsiteY5" fmla="*/ 0 h 4789715"/>
                  <a:gd name="connsiteX6" fmla="*/ 972457 w 4847771"/>
                  <a:gd name="connsiteY6" fmla="*/ 43543 h 4789715"/>
                  <a:gd name="connsiteX7" fmla="*/ 0 w 4847771"/>
                  <a:gd name="connsiteY7" fmla="*/ 1190172 h 4789715"/>
                  <a:gd name="connsiteX8" fmla="*/ 43543 w 4847771"/>
                  <a:gd name="connsiteY8" fmla="*/ 4775200 h 4789715"/>
                  <a:gd name="connsiteX0" fmla="*/ 43543 w 4847771"/>
                  <a:gd name="connsiteY0" fmla="*/ 4775200 h 4789715"/>
                  <a:gd name="connsiteX1" fmla="*/ 914400 w 4847771"/>
                  <a:gd name="connsiteY1" fmla="*/ 4789715 h 4789715"/>
                  <a:gd name="connsiteX2" fmla="*/ 949325 w 4847771"/>
                  <a:gd name="connsiteY2" fmla="*/ 1339850 h 4789715"/>
                  <a:gd name="connsiteX3" fmla="*/ 1393371 w 4847771"/>
                  <a:gd name="connsiteY3" fmla="*/ 914400 h 4789715"/>
                  <a:gd name="connsiteX4" fmla="*/ 4847771 w 4847771"/>
                  <a:gd name="connsiteY4" fmla="*/ 914400 h 4789715"/>
                  <a:gd name="connsiteX5" fmla="*/ 4833257 w 4847771"/>
                  <a:gd name="connsiteY5" fmla="*/ 0 h 4789715"/>
                  <a:gd name="connsiteX6" fmla="*/ 972457 w 4847771"/>
                  <a:gd name="connsiteY6" fmla="*/ 43543 h 4789715"/>
                  <a:gd name="connsiteX7" fmla="*/ 0 w 4847771"/>
                  <a:gd name="connsiteY7" fmla="*/ 1190172 h 4789715"/>
                  <a:gd name="connsiteX8" fmla="*/ 43543 w 4847771"/>
                  <a:gd name="connsiteY8" fmla="*/ 4775200 h 4789715"/>
                  <a:gd name="connsiteX0" fmla="*/ 43543 w 4847771"/>
                  <a:gd name="connsiteY0" fmla="*/ 4775200 h 4789715"/>
                  <a:gd name="connsiteX1" fmla="*/ 914400 w 4847771"/>
                  <a:gd name="connsiteY1" fmla="*/ 4789715 h 4789715"/>
                  <a:gd name="connsiteX2" fmla="*/ 949325 w 4847771"/>
                  <a:gd name="connsiteY2" fmla="*/ 1339850 h 4789715"/>
                  <a:gd name="connsiteX3" fmla="*/ 1393371 w 4847771"/>
                  <a:gd name="connsiteY3" fmla="*/ 914400 h 4789715"/>
                  <a:gd name="connsiteX4" fmla="*/ 4847771 w 4847771"/>
                  <a:gd name="connsiteY4" fmla="*/ 914400 h 4789715"/>
                  <a:gd name="connsiteX5" fmla="*/ 4833257 w 4847771"/>
                  <a:gd name="connsiteY5" fmla="*/ 0 h 4789715"/>
                  <a:gd name="connsiteX6" fmla="*/ 972457 w 4847771"/>
                  <a:gd name="connsiteY6" fmla="*/ 43543 h 4789715"/>
                  <a:gd name="connsiteX7" fmla="*/ 0 w 4847771"/>
                  <a:gd name="connsiteY7" fmla="*/ 1190172 h 4789715"/>
                  <a:gd name="connsiteX8" fmla="*/ 43543 w 4847771"/>
                  <a:gd name="connsiteY8" fmla="*/ 4775200 h 4789715"/>
                  <a:gd name="connsiteX0" fmla="*/ 43543 w 4847771"/>
                  <a:gd name="connsiteY0" fmla="*/ 4775200 h 4805590"/>
                  <a:gd name="connsiteX1" fmla="*/ 946150 w 4847771"/>
                  <a:gd name="connsiteY1" fmla="*/ 4805590 h 4805590"/>
                  <a:gd name="connsiteX2" fmla="*/ 949325 w 4847771"/>
                  <a:gd name="connsiteY2" fmla="*/ 1339850 h 4805590"/>
                  <a:gd name="connsiteX3" fmla="*/ 1393371 w 4847771"/>
                  <a:gd name="connsiteY3" fmla="*/ 914400 h 4805590"/>
                  <a:gd name="connsiteX4" fmla="*/ 4847771 w 4847771"/>
                  <a:gd name="connsiteY4" fmla="*/ 914400 h 4805590"/>
                  <a:gd name="connsiteX5" fmla="*/ 4833257 w 4847771"/>
                  <a:gd name="connsiteY5" fmla="*/ 0 h 4805590"/>
                  <a:gd name="connsiteX6" fmla="*/ 972457 w 4847771"/>
                  <a:gd name="connsiteY6" fmla="*/ 43543 h 4805590"/>
                  <a:gd name="connsiteX7" fmla="*/ 0 w 4847771"/>
                  <a:gd name="connsiteY7" fmla="*/ 1190172 h 4805590"/>
                  <a:gd name="connsiteX8" fmla="*/ 43543 w 4847771"/>
                  <a:gd name="connsiteY8" fmla="*/ 4775200 h 4805590"/>
                  <a:gd name="connsiteX0" fmla="*/ 43543 w 4847771"/>
                  <a:gd name="connsiteY0" fmla="*/ 4775200 h 4805590"/>
                  <a:gd name="connsiteX1" fmla="*/ 946150 w 4847771"/>
                  <a:gd name="connsiteY1" fmla="*/ 4805590 h 4805590"/>
                  <a:gd name="connsiteX2" fmla="*/ 949325 w 4847771"/>
                  <a:gd name="connsiteY2" fmla="*/ 1339850 h 4805590"/>
                  <a:gd name="connsiteX3" fmla="*/ 1393371 w 4847771"/>
                  <a:gd name="connsiteY3" fmla="*/ 914400 h 4805590"/>
                  <a:gd name="connsiteX4" fmla="*/ 4847771 w 4847771"/>
                  <a:gd name="connsiteY4" fmla="*/ 914400 h 4805590"/>
                  <a:gd name="connsiteX5" fmla="*/ 4833257 w 4847771"/>
                  <a:gd name="connsiteY5" fmla="*/ 0 h 4805590"/>
                  <a:gd name="connsiteX6" fmla="*/ 972457 w 4847771"/>
                  <a:gd name="connsiteY6" fmla="*/ 43543 h 4805590"/>
                  <a:gd name="connsiteX7" fmla="*/ 0 w 4847771"/>
                  <a:gd name="connsiteY7" fmla="*/ 1190172 h 4805590"/>
                  <a:gd name="connsiteX8" fmla="*/ 43543 w 4847771"/>
                  <a:gd name="connsiteY8" fmla="*/ 4775200 h 4805590"/>
                  <a:gd name="connsiteX0" fmla="*/ 21318 w 4847771"/>
                  <a:gd name="connsiteY0" fmla="*/ 4835525 h 4835525"/>
                  <a:gd name="connsiteX1" fmla="*/ 946150 w 4847771"/>
                  <a:gd name="connsiteY1" fmla="*/ 4805590 h 4835525"/>
                  <a:gd name="connsiteX2" fmla="*/ 949325 w 4847771"/>
                  <a:gd name="connsiteY2" fmla="*/ 1339850 h 4835525"/>
                  <a:gd name="connsiteX3" fmla="*/ 1393371 w 4847771"/>
                  <a:gd name="connsiteY3" fmla="*/ 914400 h 4835525"/>
                  <a:gd name="connsiteX4" fmla="*/ 4847771 w 4847771"/>
                  <a:gd name="connsiteY4" fmla="*/ 914400 h 4835525"/>
                  <a:gd name="connsiteX5" fmla="*/ 4833257 w 4847771"/>
                  <a:gd name="connsiteY5" fmla="*/ 0 h 4835525"/>
                  <a:gd name="connsiteX6" fmla="*/ 972457 w 4847771"/>
                  <a:gd name="connsiteY6" fmla="*/ 43543 h 4835525"/>
                  <a:gd name="connsiteX7" fmla="*/ 0 w 4847771"/>
                  <a:gd name="connsiteY7" fmla="*/ 1190172 h 4835525"/>
                  <a:gd name="connsiteX8" fmla="*/ 21318 w 4847771"/>
                  <a:gd name="connsiteY8" fmla="*/ 4835525 h 4835525"/>
                  <a:gd name="connsiteX0" fmla="*/ 46718 w 4847771"/>
                  <a:gd name="connsiteY0" fmla="*/ 4819650 h 4819650"/>
                  <a:gd name="connsiteX1" fmla="*/ 946150 w 4847771"/>
                  <a:gd name="connsiteY1" fmla="*/ 4805590 h 4819650"/>
                  <a:gd name="connsiteX2" fmla="*/ 949325 w 4847771"/>
                  <a:gd name="connsiteY2" fmla="*/ 1339850 h 4819650"/>
                  <a:gd name="connsiteX3" fmla="*/ 1393371 w 4847771"/>
                  <a:gd name="connsiteY3" fmla="*/ 914400 h 4819650"/>
                  <a:gd name="connsiteX4" fmla="*/ 4847771 w 4847771"/>
                  <a:gd name="connsiteY4" fmla="*/ 914400 h 4819650"/>
                  <a:gd name="connsiteX5" fmla="*/ 4833257 w 4847771"/>
                  <a:gd name="connsiteY5" fmla="*/ 0 h 4819650"/>
                  <a:gd name="connsiteX6" fmla="*/ 972457 w 4847771"/>
                  <a:gd name="connsiteY6" fmla="*/ 43543 h 4819650"/>
                  <a:gd name="connsiteX7" fmla="*/ 0 w 4847771"/>
                  <a:gd name="connsiteY7" fmla="*/ 1190172 h 4819650"/>
                  <a:gd name="connsiteX8" fmla="*/ 46718 w 4847771"/>
                  <a:gd name="connsiteY8" fmla="*/ 4819650 h 4819650"/>
                  <a:gd name="connsiteX0" fmla="*/ 37193 w 4847771"/>
                  <a:gd name="connsiteY0" fmla="*/ 4822825 h 4822825"/>
                  <a:gd name="connsiteX1" fmla="*/ 946150 w 4847771"/>
                  <a:gd name="connsiteY1" fmla="*/ 4805590 h 4822825"/>
                  <a:gd name="connsiteX2" fmla="*/ 949325 w 4847771"/>
                  <a:gd name="connsiteY2" fmla="*/ 1339850 h 4822825"/>
                  <a:gd name="connsiteX3" fmla="*/ 1393371 w 4847771"/>
                  <a:gd name="connsiteY3" fmla="*/ 914400 h 4822825"/>
                  <a:gd name="connsiteX4" fmla="*/ 4847771 w 4847771"/>
                  <a:gd name="connsiteY4" fmla="*/ 914400 h 4822825"/>
                  <a:gd name="connsiteX5" fmla="*/ 4833257 w 4847771"/>
                  <a:gd name="connsiteY5" fmla="*/ 0 h 4822825"/>
                  <a:gd name="connsiteX6" fmla="*/ 972457 w 4847771"/>
                  <a:gd name="connsiteY6" fmla="*/ 43543 h 4822825"/>
                  <a:gd name="connsiteX7" fmla="*/ 0 w 4847771"/>
                  <a:gd name="connsiteY7" fmla="*/ 1190172 h 4822825"/>
                  <a:gd name="connsiteX8" fmla="*/ 37193 w 4847771"/>
                  <a:gd name="connsiteY8" fmla="*/ 4822825 h 4822825"/>
                  <a:gd name="connsiteX0" fmla="*/ 37193 w 4847771"/>
                  <a:gd name="connsiteY0" fmla="*/ 4822825 h 4824640"/>
                  <a:gd name="connsiteX1" fmla="*/ 946150 w 4847771"/>
                  <a:gd name="connsiteY1" fmla="*/ 4824640 h 4824640"/>
                  <a:gd name="connsiteX2" fmla="*/ 949325 w 4847771"/>
                  <a:gd name="connsiteY2" fmla="*/ 1339850 h 4824640"/>
                  <a:gd name="connsiteX3" fmla="*/ 1393371 w 4847771"/>
                  <a:gd name="connsiteY3" fmla="*/ 914400 h 4824640"/>
                  <a:gd name="connsiteX4" fmla="*/ 4847771 w 4847771"/>
                  <a:gd name="connsiteY4" fmla="*/ 914400 h 4824640"/>
                  <a:gd name="connsiteX5" fmla="*/ 4833257 w 4847771"/>
                  <a:gd name="connsiteY5" fmla="*/ 0 h 4824640"/>
                  <a:gd name="connsiteX6" fmla="*/ 972457 w 4847771"/>
                  <a:gd name="connsiteY6" fmla="*/ 43543 h 4824640"/>
                  <a:gd name="connsiteX7" fmla="*/ 0 w 4847771"/>
                  <a:gd name="connsiteY7" fmla="*/ 1190172 h 4824640"/>
                  <a:gd name="connsiteX8" fmla="*/ 37193 w 4847771"/>
                  <a:gd name="connsiteY8" fmla="*/ 4822825 h 4824640"/>
                  <a:gd name="connsiteX0" fmla="*/ 37193 w 4847771"/>
                  <a:gd name="connsiteY0" fmla="*/ 4822825 h 4822825"/>
                  <a:gd name="connsiteX1" fmla="*/ 942975 w 4847771"/>
                  <a:gd name="connsiteY1" fmla="*/ 4818290 h 4822825"/>
                  <a:gd name="connsiteX2" fmla="*/ 949325 w 4847771"/>
                  <a:gd name="connsiteY2" fmla="*/ 1339850 h 4822825"/>
                  <a:gd name="connsiteX3" fmla="*/ 1393371 w 4847771"/>
                  <a:gd name="connsiteY3" fmla="*/ 914400 h 4822825"/>
                  <a:gd name="connsiteX4" fmla="*/ 4847771 w 4847771"/>
                  <a:gd name="connsiteY4" fmla="*/ 914400 h 4822825"/>
                  <a:gd name="connsiteX5" fmla="*/ 4833257 w 4847771"/>
                  <a:gd name="connsiteY5" fmla="*/ 0 h 4822825"/>
                  <a:gd name="connsiteX6" fmla="*/ 972457 w 4847771"/>
                  <a:gd name="connsiteY6" fmla="*/ 43543 h 4822825"/>
                  <a:gd name="connsiteX7" fmla="*/ 0 w 4847771"/>
                  <a:gd name="connsiteY7" fmla="*/ 1190172 h 4822825"/>
                  <a:gd name="connsiteX8" fmla="*/ 37193 w 4847771"/>
                  <a:gd name="connsiteY8" fmla="*/ 4822825 h 4822825"/>
                  <a:gd name="connsiteX0" fmla="*/ 5443 w 4816021"/>
                  <a:gd name="connsiteY0" fmla="*/ 4822825 h 4822825"/>
                  <a:gd name="connsiteX1" fmla="*/ 911225 w 4816021"/>
                  <a:gd name="connsiteY1" fmla="*/ 4818290 h 4822825"/>
                  <a:gd name="connsiteX2" fmla="*/ 917575 w 4816021"/>
                  <a:gd name="connsiteY2" fmla="*/ 1339850 h 4822825"/>
                  <a:gd name="connsiteX3" fmla="*/ 1361621 w 4816021"/>
                  <a:gd name="connsiteY3" fmla="*/ 914400 h 4822825"/>
                  <a:gd name="connsiteX4" fmla="*/ 4816021 w 4816021"/>
                  <a:gd name="connsiteY4" fmla="*/ 914400 h 4822825"/>
                  <a:gd name="connsiteX5" fmla="*/ 4801507 w 4816021"/>
                  <a:gd name="connsiteY5" fmla="*/ 0 h 4822825"/>
                  <a:gd name="connsiteX6" fmla="*/ 940707 w 4816021"/>
                  <a:gd name="connsiteY6" fmla="*/ 43543 h 4822825"/>
                  <a:gd name="connsiteX7" fmla="*/ 0 w 4816021"/>
                  <a:gd name="connsiteY7" fmla="*/ 1196522 h 4822825"/>
                  <a:gd name="connsiteX8" fmla="*/ 5443 w 4816021"/>
                  <a:gd name="connsiteY8" fmla="*/ 4822825 h 4822825"/>
                  <a:gd name="connsiteX0" fmla="*/ 5443 w 4816021"/>
                  <a:gd name="connsiteY0" fmla="*/ 4822825 h 4822825"/>
                  <a:gd name="connsiteX1" fmla="*/ 911225 w 4816021"/>
                  <a:gd name="connsiteY1" fmla="*/ 4818290 h 4822825"/>
                  <a:gd name="connsiteX2" fmla="*/ 917575 w 4816021"/>
                  <a:gd name="connsiteY2" fmla="*/ 1339850 h 4822825"/>
                  <a:gd name="connsiteX3" fmla="*/ 1361621 w 4816021"/>
                  <a:gd name="connsiteY3" fmla="*/ 914400 h 4822825"/>
                  <a:gd name="connsiteX4" fmla="*/ 4816021 w 4816021"/>
                  <a:gd name="connsiteY4" fmla="*/ 914400 h 4822825"/>
                  <a:gd name="connsiteX5" fmla="*/ 4801507 w 4816021"/>
                  <a:gd name="connsiteY5" fmla="*/ 0 h 4822825"/>
                  <a:gd name="connsiteX6" fmla="*/ 940707 w 4816021"/>
                  <a:gd name="connsiteY6" fmla="*/ 43543 h 4822825"/>
                  <a:gd name="connsiteX7" fmla="*/ 0 w 4816021"/>
                  <a:gd name="connsiteY7" fmla="*/ 1196522 h 4822825"/>
                  <a:gd name="connsiteX8" fmla="*/ 5443 w 4816021"/>
                  <a:gd name="connsiteY8" fmla="*/ 4822825 h 4822825"/>
                  <a:gd name="connsiteX0" fmla="*/ 5443 w 4816021"/>
                  <a:gd name="connsiteY0" fmla="*/ 4822825 h 4822825"/>
                  <a:gd name="connsiteX1" fmla="*/ 911225 w 4816021"/>
                  <a:gd name="connsiteY1" fmla="*/ 4818290 h 4822825"/>
                  <a:gd name="connsiteX2" fmla="*/ 917575 w 4816021"/>
                  <a:gd name="connsiteY2" fmla="*/ 1339850 h 4822825"/>
                  <a:gd name="connsiteX3" fmla="*/ 1361621 w 4816021"/>
                  <a:gd name="connsiteY3" fmla="*/ 914400 h 4822825"/>
                  <a:gd name="connsiteX4" fmla="*/ 4816021 w 4816021"/>
                  <a:gd name="connsiteY4" fmla="*/ 914400 h 4822825"/>
                  <a:gd name="connsiteX5" fmla="*/ 4801507 w 4816021"/>
                  <a:gd name="connsiteY5" fmla="*/ 0 h 4822825"/>
                  <a:gd name="connsiteX6" fmla="*/ 940707 w 4816021"/>
                  <a:gd name="connsiteY6" fmla="*/ 43543 h 4822825"/>
                  <a:gd name="connsiteX7" fmla="*/ 0 w 4816021"/>
                  <a:gd name="connsiteY7" fmla="*/ 1196522 h 4822825"/>
                  <a:gd name="connsiteX8" fmla="*/ 5443 w 4816021"/>
                  <a:gd name="connsiteY8" fmla="*/ 4822825 h 4822825"/>
                  <a:gd name="connsiteX0" fmla="*/ 5443 w 4816021"/>
                  <a:gd name="connsiteY0" fmla="*/ 4822825 h 4822825"/>
                  <a:gd name="connsiteX1" fmla="*/ 911225 w 4816021"/>
                  <a:gd name="connsiteY1" fmla="*/ 4818290 h 4822825"/>
                  <a:gd name="connsiteX2" fmla="*/ 917575 w 4816021"/>
                  <a:gd name="connsiteY2" fmla="*/ 1339850 h 4822825"/>
                  <a:gd name="connsiteX3" fmla="*/ 1361621 w 4816021"/>
                  <a:gd name="connsiteY3" fmla="*/ 914400 h 4822825"/>
                  <a:gd name="connsiteX4" fmla="*/ 4816021 w 4816021"/>
                  <a:gd name="connsiteY4" fmla="*/ 914400 h 4822825"/>
                  <a:gd name="connsiteX5" fmla="*/ 4801507 w 4816021"/>
                  <a:gd name="connsiteY5" fmla="*/ 0 h 4822825"/>
                  <a:gd name="connsiteX6" fmla="*/ 940707 w 4816021"/>
                  <a:gd name="connsiteY6" fmla="*/ 43543 h 4822825"/>
                  <a:gd name="connsiteX7" fmla="*/ 0 w 4816021"/>
                  <a:gd name="connsiteY7" fmla="*/ 1196522 h 4822825"/>
                  <a:gd name="connsiteX8" fmla="*/ 5443 w 4816021"/>
                  <a:gd name="connsiteY8" fmla="*/ 4822825 h 4822825"/>
                  <a:gd name="connsiteX0" fmla="*/ 5443 w 4816021"/>
                  <a:gd name="connsiteY0" fmla="*/ 4822825 h 4822825"/>
                  <a:gd name="connsiteX1" fmla="*/ 911225 w 4816021"/>
                  <a:gd name="connsiteY1" fmla="*/ 4818290 h 4822825"/>
                  <a:gd name="connsiteX2" fmla="*/ 917575 w 4816021"/>
                  <a:gd name="connsiteY2" fmla="*/ 1339850 h 4822825"/>
                  <a:gd name="connsiteX3" fmla="*/ 1361621 w 4816021"/>
                  <a:gd name="connsiteY3" fmla="*/ 914400 h 4822825"/>
                  <a:gd name="connsiteX4" fmla="*/ 4816021 w 4816021"/>
                  <a:gd name="connsiteY4" fmla="*/ 914400 h 4822825"/>
                  <a:gd name="connsiteX5" fmla="*/ 4801507 w 4816021"/>
                  <a:gd name="connsiteY5" fmla="*/ 0 h 4822825"/>
                  <a:gd name="connsiteX6" fmla="*/ 940707 w 4816021"/>
                  <a:gd name="connsiteY6" fmla="*/ 43543 h 4822825"/>
                  <a:gd name="connsiteX7" fmla="*/ 0 w 4816021"/>
                  <a:gd name="connsiteY7" fmla="*/ 1196522 h 4822825"/>
                  <a:gd name="connsiteX8" fmla="*/ 5443 w 4816021"/>
                  <a:gd name="connsiteY8" fmla="*/ 4822825 h 4822825"/>
                  <a:gd name="connsiteX0" fmla="*/ 5443 w 4816021"/>
                  <a:gd name="connsiteY0" fmla="*/ 4822825 h 4822825"/>
                  <a:gd name="connsiteX1" fmla="*/ 911225 w 4816021"/>
                  <a:gd name="connsiteY1" fmla="*/ 4818290 h 4822825"/>
                  <a:gd name="connsiteX2" fmla="*/ 917575 w 4816021"/>
                  <a:gd name="connsiteY2" fmla="*/ 1339850 h 4822825"/>
                  <a:gd name="connsiteX3" fmla="*/ 1361621 w 4816021"/>
                  <a:gd name="connsiteY3" fmla="*/ 914400 h 4822825"/>
                  <a:gd name="connsiteX4" fmla="*/ 4816021 w 4816021"/>
                  <a:gd name="connsiteY4" fmla="*/ 914400 h 4822825"/>
                  <a:gd name="connsiteX5" fmla="*/ 4801507 w 4816021"/>
                  <a:gd name="connsiteY5" fmla="*/ 0 h 4822825"/>
                  <a:gd name="connsiteX6" fmla="*/ 940707 w 4816021"/>
                  <a:gd name="connsiteY6" fmla="*/ 43543 h 4822825"/>
                  <a:gd name="connsiteX7" fmla="*/ 0 w 4816021"/>
                  <a:gd name="connsiteY7" fmla="*/ 1196522 h 4822825"/>
                  <a:gd name="connsiteX8" fmla="*/ 5443 w 4816021"/>
                  <a:gd name="connsiteY8" fmla="*/ 4822825 h 4822825"/>
                  <a:gd name="connsiteX0" fmla="*/ 5443 w 4816021"/>
                  <a:gd name="connsiteY0" fmla="*/ 4822825 h 4822825"/>
                  <a:gd name="connsiteX1" fmla="*/ 911225 w 4816021"/>
                  <a:gd name="connsiteY1" fmla="*/ 4818290 h 4822825"/>
                  <a:gd name="connsiteX2" fmla="*/ 917575 w 4816021"/>
                  <a:gd name="connsiteY2" fmla="*/ 1339850 h 4822825"/>
                  <a:gd name="connsiteX3" fmla="*/ 1361621 w 4816021"/>
                  <a:gd name="connsiteY3" fmla="*/ 914400 h 4822825"/>
                  <a:gd name="connsiteX4" fmla="*/ 4816021 w 4816021"/>
                  <a:gd name="connsiteY4" fmla="*/ 914400 h 4822825"/>
                  <a:gd name="connsiteX5" fmla="*/ 4801507 w 4816021"/>
                  <a:gd name="connsiteY5" fmla="*/ 0 h 4822825"/>
                  <a:gd name="connsiteX6" fmla="*/ 1007382 w 4816021"/>
                  <a:gd name="connsiteY6" fmla="*/ 40368 h 4822825"/>
                  <a:gd name="connsiteX7" fmla="*/ 0 w 4816021"/>
                  <a:gd name="connsiteY7" fmla="*/ 1196522 h 4822825"/>
                  <a:gd name="connsiteX8" fmla="*/ 5443 w 4816021"/>
                  <a:gd name="connsiteY8" fmla="*/ 4822825 h 4822825"/>
                  <a:gd name="connsiteX0" fmla="*/ 5443 w 4816021"/>
                  <a:gd name="connsiteY0" fmla="*/ 4822825 h 4822825"/>
                  <a:gd name="connsiteX1" fmla="*/ 911225 w 4816021"/>
                  <a:gd name="connsiteY1" fmla="*/ 4818290 h 4822825"/>
                  <a:gd name="connsiteX2" fmla="*/ 917575 w 4816021"/>
                  <a:gd name="connsiteY2" fmla="*/ 1339850 h 4822825"/>
                  <a:gd name="connsiteX3" fmla="*/ 1361621 w 4816021"/>
                  <a:gd name="connsiteY3" fmla="*/ 914400 h 4822825"/>
                  <a:gd name="connsiteX4" fmla="*/ 4816021 w 4816021"/>
                  <a:gd name="connsiteY4" fmla="*/ 914400 h 4822825"/>
                  <a:gd name="connsiteX5" fmla="*/ 4801507 w 4816021"/>
                  <a:gd name="connsiteY5" fmla="*/ 0 h 4822825"/>
                  <a:gd name="connsiteX6" fmla="*/ 1020082 w 4816021"/>
                  <a:gd name="connsiteY6" fmla="*/ 37193 h 4822825"/>
                  <a:gd name="connsiteX7" fmla="*/ 0 w 4816021"/>
                  <a:gd name="connsiteY7" fmla="*/ 1196522 h 4822825"/>
                  <a:gd name="connsiteX8" fmla="*/ 5443 w 4816021"/>
                  <a:gd name="connsiteY8" fmla="*/ 4822825 h 4822825"/>
                  <a:gd name="connsiteX0" fmla="*/ 5443 w 4816021"/>
                  <a:gd name="connsiteY0" fmla="*/ 4822825 h 4822825"/>
                  <a:gd name="connsiteX1" fmla="*/ 911225 w 4816021"/>
                  <a:gd name="connsiteY1" fmla="*/ 4818290 h 4822825"/>
                  <a:gd name="connsiteX2" fmla="*/ 917575 w 4816021"/>
                  <a:gd name="connsiteY2" fmla="*/ 1339850 h 4822825"/>
                  <a:gd name="connsiteX3" fmla="*/ 1361621 w 4816021"/>
                  <a:gd name="connsiteY3" fmla="*/ 914400 h 4822825"/>
                  <a:gd name="connsiteX4" fmla="*/ 4816021 w 4816021"/>
                  <a:gd name="connsiteY4" fmla="*/ 914400 h 4822825"/>
                  <a:gd name="connsiteX5" fmla="*/ 4801507 w 4816021"/>
                  <a:gd name="connsiteY5" fmla="*/ 0 h 4822825"/>
                  <a:gd name="connsiteX6" fmla="*/ 1020082 w 4816021"/>
                  <a:gd name="connsiteY6" fmla="*/ 37193 h 4822825"/>
                  <a:gd name="connsiteX7" fmla="*/ 0 w 4816021"/>
                  <a:gd name="connsiteY7" fmla="*/ 1196522 h 4822825"/>
                  <a:gd name="connsiteX8" fmla="*/ 5443 w 4816021"/>
                  <a:gd name="connsiteY8" fmla="*/ 4822825 h 4822825"/>
                  <a:gd name="connsiteX0" fmla="*/ 5443 w 4816021"/>
                  <a:gd name="connsiteY0" fmla="*/ 4822825 h 4822825"/>
                  <a:gd name="connsiteX1" fmla="*/ 911225 w 4816021"/>
                  <a:gd name="connsiteY1" fmla="*/ 4818290 h 4822825"/>
                  <a:gd name="connsiteX2" fmla="*/ 917575 w 4816021"/>
                  <a:gd name="connsiteY2" fmla="*/ 1339850 h 4822825"/>
                  <a:gd name="connsiteX3" fmla="*/ 1361621 w 4816021"/>
                  <a:gd name="connsiteY3" fmla="*/ 914400 h 4822825"/>
                  <a:gd name="connsiteX4" fmla="*/ 4816021 w 4816021"/>
                  <a:gd name="connsiteY4" fmla="*/ 914400 h 4822825"/>
                  <a:gd name="connsiteX5" fmla="*/ 4801507 w 4816021"/>
                  <a:gd name="connsiteY5" fmla="*/ 0 h 4822825"/>
                  <a:gd name="connsiteX6" fmla="*/ 1020082 w 4816021"/>
                  <a:gd name="connsiteY6" fmla="*/ 37193 h 4822825"/>
                  <a:gd name="connsiteX7" fmla="*/ 0 w 4816021"/>
                  <a:gd name="connsiteY7" fmla="*/ 1196522 h 4822825"/>
                  <a:gd name="connsiteX8" fmla="*/ 5443 w 4816021"/>
                  <a:gd name="connsiteY8" fmla="*/ 4822825 h 4822825"/>
                  <a:gd name="connsiteX0" fmla="*/ 5443 w 4817382"/>
                  <a:gd name="connsiteY0" fmla="*/ 4813300 h 4813300"/>
                  <a:gd name="connsiteX1" fmla="*/ 911225 w 4817382"/>
                  <a:gd name="connsiteY1" fmla="*/ 4808765 h 4813300"/>
                  <a:gd name="connsiteX2" fmla="*/ 917575 w 4817382"/>
                  <a:gd name="connsiteY2" fmla="*/ 1330325 h 4813300"/>
                  <a:gd name="connsiteX3" fmla="*/ 1361621 w 4817382"/>
                  <a:gd name="connsiteY3" fmla="*/ 904875 h 4813300"/>
                  <a:gd name="connsiteX4" fmla="*/ 4816021 w 4817382"/>
                  <a:gd name="connsiteY4" fmla="*/ 904875 h 4813300"/>
                  <a:gd name="connsiteX5" fmla="*/ 4817382 w 4817382"/>
                  <a:gd name="connsiteY5" fmla="*/ 0 h 4813300"/>
                  <a:gd name="connsiteX6" fmla="*/ 1020082 w 4817382"/>
                  <a:gd name="connsiteY6" fmla="*/ 27668 h 4813300"/>
                  <a:gd name="connsiteX7" fmla="*/ 0 w 4817382"/>
                  <a:gd name="connsiteY7" fmla="*/ 1186997 h 4813300"/>
                  <a:gd name="connsiteX8" fmla="*/ 5443 w 4817382"/>
                  <a:gd name="connsiteY8" fmla="*/ 4813300 h 4813300"/>
                  <a:gd name="connsiteX0" fmla="*/ 5443 w 4817382"/>
                  <a:gd name="connsiteY0" fmla="*/ 4813300 h 4813300"/>
                  <a:gd name="connsiteX1" fmla="*/ 911225 w 4817382"/>
                  <a:gd name="connsiteY1" fmla="*/ 4808765 h 4813300"/>
                  <a:gd name="connsiteX2" fmla="*/ 917575 w 4817382"/>
                  <a:gd name="connsiteY2" fmla="*/ 1330325 h 4813300"/>
                  <a:gd name="connsiteX3" fmla="*/ 1361621 w 4817382"/>
                  <a:gd name="connsiteY3" fmla="*/ 904875 h 4813300"/>
                  <a:gd name="connsiteX4" fmla="*/ 4816021 w 4817382"/>
                  <a:gd name="connsiteY4" fmla="*/ 901700 h 4813300"/>
                  <a:gd name="connsiteX5" fmla="*/ 4817382 w 4817382"/>
                  <a:gd name="connsiteY5" fmla="*/ 0 h 4813300"/>
                  <a:gd name="connsiteX6" fmla="*/ 1020082 w 4817382"/>
                  <a:gd name="connsiteY6" fmla="*/ 27668 h 4813300"/>
                  <a:gd name="connsiteX7" fmla="*/ 0 w 4817382"/>
                  <a:gd name="connsiteY7" fmla="*/ 1186997 h 4813300"/>
                  <a:gd name="connsiteX8" fmla="*/ 5443 w 4817382"/>
                  <a:gd name="connsiteY8" fmla="*/ 4813300 h 4813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17382" h="4813300">
                    <a:moveTo>
                      <a:pt x="5443" y="4813300"/>
                    </a:moveTo>
                    <a:lnTo>
                      <a:pt x="911225" y="4808765"/>
                    </a:lnTo>
                    <a:cubicBezTo>
                      <a:pt x="912283" y="3653518"/>
                      <a:pt x="916517" y="2485572"/>
                      <a:pt x="917575" y="1330325"/>
                    </a:cubicBezTo>
                    <a:cubicBezTo>
                      <a:pt x="931182" y="1210733"/>
                      <a:pt x="1132114" y="948267"/>
                      <a:pt x="1361621" y="904875"/>
                    </a:cubicBezTo>
                    <a:lnTo>
                      <a:pt x="4816021" y="901700"/>
                    </a:lnTo>
                    <a:cubicBezTo>
                      <a:pt x="4816475" y="600075"/>
                      <a:pt x="4816928" y="301625"/>
                      <a:pt x="4817382" y="0"/>
                    </a:cubicBezTo>
                    <a:lnTo>
                      <a:pt x="1020082" y="27668"/>
                    </a:lnTo>
                    <a:cubicBezTo>
                      <a:pt x="611263" y="34169"/>
                      <a:pt x="78619" y="478821"/>
                      <a:pt x="0" y="1186997"/>
                    </a:cubicBezTo>
                    <a:cubicBezTo>
                      <a:pt x="1814" y="2395765"/>
                      <a:pt x="3629" y="3604532"/>
                      <a:pt x="5443" y="4813300"/>
                    </a:cubicBez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8" name="任意多边形 847"/>
              <p:cNvSpPr/>
              <p:nvPr/>
            </p:nvSpPr>
            <p:spPr>
              <a:xfrm>
                <a:off x="7329116" y="1535808"/>
                <a:ext cx="845119" cy="621629"/>
              </a:xfrm>
              <a:custGeom>
                <a:avLst/>
                <a:gdLst>
                  <a:gd name="connsiteX0" fmla="*/ 0 w 3098800"/>
                  <a:gd name="connsiteY0" fmla="*/ 0 h 2311400"/>
                  <a:gd name="connsiteX1" fmla="*/ 0 w 3098800"/>
                  <a:gd name="connsiteY1" fmla="*/ 908050 h 2311400"/>
                  <a:gd name="connsiteX2" fmla="*/ 1879600 w 3098800"/>
                  <a:gd name="connsiteY2" fmla="*/ 863600 h 2311400"/>
                  <a:gd name="connsiteX3" fmla="*/ 2203450 w 3098800"/>
                  <a:gd name="connsiteY3" fmla="*/ 1168400 h 2311400"/>
                  <a:gd name="connsiteX4" fmla="*/ 2190750 w 3098800"/>
                  <a:gd name="connsiteY4" fmla="*/ 2311400 h 2311400"/>
                  <a:gd name="connsiteX5" fmla="*/ 3098800 w 3098800"/>
                  <a:gd name="connsiteY5" fmla="*/ 2247900 h 2311400"/>
                  <a:gd name="connsiteX6" fmla="*/ 3092450 w 3098800"/>
                  <a:gd name="connsiteY6" fmla="*/ 965200 h 2311400"/>
                  <a:gd name="connsiteX7" fmla="*/ 2000250 w 3098800"/>
                  <a:gd name="connsiteY7" fmla="*/ 0 h 2311400"/>
                  <a:gd name="connsiteX8" fmla="*/ 0 w 3098800"/>
                  <a:gd name="connsiteY8" fmla="*/ 0 h 2311400"/>
                  <a:gd name="connsiteX0" fmla="*/ 11906 w 3098800"/>
                  <a:gd name="connsiteY0" fmla="*/ 0 h 2320925"/>
                  <a:gd name="connsiteX1" fmla="*/ 0 w 3098800"/>
                  <a:gd name="connsiteY1" fmla="*/ 917575 h 2320925"/>
                  <a:gd name="connsiteX2" fmla="*/ 1879600 w 3098800"/>
                  <a:gd name="connsiteY2" fmla="*/ 873125 h 2320925"/>
                  <a:gd name="connsiteX3" fmla="*/ 2203450 w 3098800"/>
                  <a:gd name="connsiteY3" fmla="*/ 1177925 h 2320925"/>
                  <a:gd name="connsiteX4" fmla="*/ 2190750 w 3098800"/>
                  <a:gd name="connsiteY4" fmla="*/ 2320925 h 2320925"/>
                  <a:gd name="connsiteX5" fmla="*/ 3098800 w 3098800"/>
                  <a:gd name="connsiteY5" fmla="*/ 2257425 h 2320925"/>
                  <a:gd name="connsiteX6" fmla="*/ 3092450 w 3098800"/>
                  <a:gd name="connsiteY6" fmla="*/ 974725 h 2320925"/>
                  <a:gd name="connsiteX7" fmla="*/ 2000250 w 3098800"/>
                  <a:gd name="connsiteY7" fmla="*/ 9525 h 2320925"/>
                  <a:gd name="connsiteX8" fmla="*/ 11906 w 3098800"/>
                  <a:gd name="connsiteY8" fmla="*/ 0 h 2320925"/>
                  <a:gd name="connsiteX0" fmla="*/ 0 w 3086894"/>
                  <a:gd name="connsiteY0" fmla="*/ 0 h 2320925"/>
                  <a:gd name="connsiteX1" fmla="*/ 2381 w 3086894"/>
                  <a:gd name="connsiteY1" fmla="*/ 891381 h 2320925"/>
                  <a:gd name="connsiteX2" fmla="*/ 1867694 w 3086894"/>
                  <a:gd name="connsiteY2" fmla="*/ 873125 h 2320925"/>
                  <a:gd name="connsiteX3" fmla="*/ 2191544 w 3086894"/>
                  <a:gd name="connsiteY3" fmla="*/ 1177925 h 2320925"/>
                  <a:gd name="connsiteX4" fmla="*/ 2178844 w 3086894"/>
                  <a:gd name="connsiteY4" fmla="*/ 2320925 h 2320925"/>
                  <a:gd name="connsiteX5" fmla="*/ 3086894 w 3086894"/>
                  <a:gd name="connsiteY5" fmla="*/ 2257425 h 2320925"/>
                  <a:gd name="connsiteX6" fmla="*/ 3080544 w 3086894"/>
                  <a:gd name="connsiteY6" fmla="*/ 974725 h 2320925"/>
                  <a:gd name="connsiteX7" fmla="*/ 1988344 w 3086894"/>
                  <a:gd name="connsiteY7" fmla="*/ 9525 h 2320925"/>
                  <a:gd name="connsiteX8" fmla="*/ 0 w 3086894"/>
                  <a:gd name="connsiteY8" fmla="*/ 0 h 2320925"/>
                  <a:gd name="connsiteX0" fmla="*/ 9565 w 3096459"/>
                  <a:gd name="connsiteY0" fmla="*/ 0 h 2320925"/>
                  <a:gd name="connsiteX1" fmla="*/ 40 w 3096459"/>
                  <a:gd name="connsiteY1" fmla="*/ 891381 h 2320925"/>
                  <a:gd name="connsiteX2" fmla="*/ 1877259 w 3096459"/>
                  <a:gd name="connsiteY2" fmla="*/ 873125 h 2320925"/>
                  <a:gd name="connsiteX3" fmla="*/ 2201109 w 3096459"/>
                  <a:gd name="connsiteY3" fmla="*/ 1177925 h 2320925"/>
                  <a:gd name="connsiteX4" fmla="*/ 2188409 w 3096459"/>
                  <a:gd name="connsiteY4" fmla="*/ 2320925 h 2320925"/>
                  <a:gd name="connsiteX5" fmla="*/ 3096459 w 3096459"/>
                  <a:gd name="connsiteY5" fmla="*/ 2257425 h 2320925"/>
                  <a:gd name="connsiteX6" fmla="*/ 3090109 w 3096459"/>
                  <a:gd name="connsiteY6" fmla="*/ 974725 h 2320925"/>
                  <a:gd name="connsiteX7" fmla="*/ 1997909 w 3096459"/>
                  <a:gd name="connsiteY7" fmla="*/ 9525 h 2320925"/>
                  <a:gd name="connsiteX8" fmla="*/ 9565 w 3096459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70181 w 3089381"/>
                  <a:gd name="connsiteY2" fmla="*/ 873125 h 2320925"/>
                  <a:gd name="connsiteX3" fmla="*/ 2194031 w 3089381"/>
                  <a:gd name="connsiteY3" fmla="*/ 1177925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70181 w 3089381"/>
                  <a:gd name="connsiteY2" fmla="*/ 873125 h 2320925"/>
                  <a:gd name="connsiteX3" fmla="*/ 2179743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86849 w 3089381"/>
                  <a:gd name="connsiteY2" fmla="*/ 885031 h 2320925"/>
                  <a:gd name="connsiteX3" fmla="*/ 2179743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86849 w 3089381"/>
                  <a:gd name="connsiteY2" fmla="*/ 885031 h 2320925"/>
                  <a:gd name="connsiteX3" fmla="*/ 2179743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86849 w 3089381"/>
                  <a:gd name="connsiteY2" fmla="*/ 885031 h 2320925"/>
                  <a:gd name="connsiteX3" fmla="*/ 2179743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86849 w 3089381"/>
                  <a:gd name="connsiteY2" fmla="*/ 885031 h 2320925"/>
                  <a:gd name="connsiteX3" fmla="*/ 2179743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86849 w 3089381"/>
                  <a:gd name="connsiteY2" fmla="*/ 885031 h 2320925"/>
                  <a:gd name="connsiteX3" fmla="*/ 2179743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86849 w 3089381"/>
                  <a:gd name="connsiteY2" fmla="*/ 885031 h 2320925"/>
                  <a:gd name="connsiteX3" fmla="*/ 2163074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86849 w 3089381"/>
                  <a:gd name="connsiteY2" fmla="*/ 885031 h 2320925"/>
                  <a:gd name="connsiteX3" fmla="*/ 2163074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86849 w 3089381"/>
                  <a:gd name="connsiteY2" fmla="*/ 885031 h 2320925"/>
                  <a:gd name="connsiteX3" fmla="*/ 2163074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86849 w 3089381"/>
                  <a:gd name="connsiteY2" fmla="*/ 885031 h 2320925"/>
                  <a:gd name="connsiteX3" fmla="*/ 2163074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320925"/>
                  <a:gd name="connsiteX1" fmla="*/ 106 w 3089381"/>
                  <a:gd name="connsiteY1" fmla="*/ 891381 h 2320925"/>
                  <a:gd name="connsiteX2" fmla="*/ 1886849 w 3089381"/>
                  <a:gd name="connsiteY2" fmla="*/ 885031 h 2320925"/>
                  <a:gd name="connsiteX3" fmla="*/ 2163074 w 3089381"/>
                  <a:gd name="connsiteY3" fmla="*/ 1185069 h 2320925"/>
                  <a:gd name="connsiteX4" fmla="*/ 2181331 w 3089381"/>
                  <a:gd name="connsiteY4" fmla="*/ 2320925 h 2320925"/>
                  <a:gd name="connsiteX5" fmla="*/ 3089381 w 3089381"/>
                  <a:gd name="connsiteY5" fmla="*/ 2257425 h 2320925"/>
                  <a:gd name="connsiteX6" fmla="*/ 3083031 w 3089381"/>
                  <a:gd name="connsiteY6" fmla="*/ 974725 h 2320925"/>
                  <a:gd name="connsiteX7" fmla="*/ 1990831 w 3089381"/>
                  <a:gd name="connsiteY7" fmla="*/ 9525 h 2320925"/>
                  <a:gd name="connsiteX8" fmla="*/ 2487 w 3089381"/>
                  <a:gd name="connsiteY8" fmla="*/ 0 h 2320925"/>
                  <a:gd name="connsiteX0" fmla="*/ 2487 w 3089381"/>
                  <a:gd name="connsiteY0" fmla="*/ 0 h 2266157"/>
                  <a:gd name="connsiteX1" fmla="*/ 106 w 3089381"/>
                  <a:gd name="connsiteY1" fmla="*/ 891381 h 2266157"/>
                  <a:gd name="connsiteX2" fmla="*/ 1886849 w 3089381"/>
                  <a:gd name="connsiteY2" fmla="*/ 885031 h 2266157"/>
                  <a:gd name="connsiteX3" fmla="*/ 2163074 w 3089381"/>
                  <a:gd name="connsiteY3" fmla="*/ 1185069 h 2266157"/>
                  <a:gd name="connsiteX4" fmla="*/ 2155138 w 3089381"/>
                  <a:gd name="connsiteY4" fmla="*/ 2266157 h 2266157"/>
                  <a:gd name="connsiteX5" fmla="*/ 3089381 w 3089381"/>
                  <a:gd name="connsiteY5" fmla="*/ 2257425 h 2266157"/>
                  <a:gd name="connsiteX6" fmla="*/ 3083031 w 3089381"/>
                  <a:gd name="connsiteY6" fmla="*/ 974725 h 2266157"/>
                  <a:gd name="connsiteX7" fmla="*/ 1990831 w 3089381"/>
                  <a:gd name="connsiteY7" fmla="*/ 9525 h 2266157"/>
                  <a:gd name="connsiteX8" fmla="*/ 2487 w 3089381"/>
                  <a:gd name="connsiteY8" fmla="*/ 0 h 2266157"/>
                  <a:gd name="connsiteX0" fmla="*/ 2487 w 3089381"/>
                  <a:gd name="connsiteY0" fmla="*/ 0 h 2266157"/>
                  <a:gd name="connsiteX1" fmla="*/ 106 w 3089381"/>
                  <a:gd name="connsiteY1" fmla="*/ 891381 h 2266157"/>
                  <a:gd name="connsiteX2" fmla="*/ 1886849 w 3089381"/>
                  <a:gd name="connsiteY2" fmla="*/ 885031 h 2266157"/>
                  <a:gd name="connsiteX3" fmla="*/ 2163074 w 3089381"/>
                  <a:gd name="connsiteY3" fmla="*/ 1185069 h 2266157"/>
                  <a:gd name="connsiteX4" fmla="*/ 2167044 w 3089381"/>
                  <a:gd name="connsiteY4" fmla="*/ 2266157 h 2266157"/>
                  <a:gd name="connsiteX5" fmla="*/ 3089381 w 3089381"/>
                  <a:gd name="connsiteY5" fmla="*/ 2257425 h 2266157"/>
                  <a:gd name="connsiteX6" fmla="*/ 3083031 w 3089381"/>
                  <a:gd name="connsiteY6" fmla="*/ 974725 h 2266157"/>
                  <a:gd name="connsiteX7" fmla="*/ 1990831 w 3089381"/>
                  <a:gd name="connsiteY7" fmla="*/ 9525 h 2266157"/>
                  <a:gd name="connsiteX8" fmla="*/ 2487 w 3089381"/>
                  <a:gd name="connsiteY8" fmla="*/ 0 h 2266157"/>
                  <a:gd name="connsiteX0" fmla="*/ 2487 w 3087000"/>
                  <a:gd name="connsiteY0" fmla="*/ 0 h 2269331"/>
                  <a:gd name="connsiteX1" fmla="*/ 106 w 3087000"/>
                  <a:gd name="connsiteY1" fmla="*/ 891381 h 2269331"/>
                  <a:gd name="connsiteX2" fmla="*/ 1886849 w 3087000"/>
                  <a:gd name="connsiteY2" fmla="*/ 885031 h 2269331"/>
                  <a:gd name="connsiteX3" fmla="*/ 2163074 w 3087000"/>
                  <a:gd name="connsiteY3" fmla="*/ 1185069 h 2269331"/>
                  <a:gd name="connsiteX4" fmla="*/ 2167044 w 3087000"/>
                  <a:gd name="connsiteY4" fmla="*/ 2266157 h 2269331"/>
                  <a:gd name="connsiteX5" fmla="*/ 3087000 w 3087000"/>
                  <a:gd name="connsiteY5" fmla="*/ 2269331 h 2269331"/>
                  <a:gd name="connsiteX6" fmla="*/ 3083031 w 3087000"/>
                  <a:gd name="connsiteY6" fmla="*/ 974725 h 2269331"/>
                  <a:gd name="connsiteX7" fmla="*/ 1990831 w 3087000"/>
                  <a:gd name="connsiteY7" fmla="*/ 9525 h 2269331"/>
                  <a:gd name="connsiteX8" fmla="*/ 2487 w 3087000"/>
                  <a:gd name="connsiteY8" fmla="*/ 0 h 2269331"/>
                  <a:gd name="connsiteX0" fmla="*/ 2487 w 3083563"/>
                  <a:gd name="connsiteY0" fmla="*/ 0 h 2271713"/>
                  <a:gd name="connsiteX1" fmla="*/ 106 w 3083563"/>
                  <a:gd name="connsiteY1" fmla="*/ 891381 h 2271713"/>
                  <a:gd name="connsiteX2" fmla="*/ 1886849 w 3083563"/>
                  <a:gd name="connsiteY2" fmla="*/ 885031 h 2271713"/>
                  <a:gd name="connsiteX3" fmla="*/ 2163074 w 3083563"/>
                  <a:gd name="connsiteY3" fmla="*/ 1185069 h 2271713"/>
                  <a:gd name="connsiteX4" fmla="*/ 2167044 w 3083563"/>
                  <a:gd name="connsiteY4" fmla="*/ 2266157 h 2271713"/>
                  <a:gd name="connsiteX5" fmla="*/ 3082237 w 3083563"/>
                  <a:gd name="connsiteY5" fmla="*/ 2271713 h 2271713"/>
                  <a:gd name="connsiteX6" fmla="*/ 3083031 w 3083563"/>
                  <a:gd name="connsiteY6" fmla="*/ 974725 h 2271713"/>
                  <a:gd name="connsiteX7" fmla="*/ 1990831 w 3083563"/>
                  <a:gd name="connsiteY7" fmla="*/ 9525 h 2271713"/>
                  <a:gd name="connsiteX8" fmla="*/ 2487 w 3083563"/>
                  <a:gd name="connsiteY8" fmla="*/ 0 h 2271713"/>
                  <a:gd name="connsiteX0" fmla="*/ 2487 w 3083415"/>
                  <a:gd name="connsiteY0" fmla="*/ 0 h 2266157"/>
                  <a:gd name="connsiteX1" fmla="*/ 106 w 3083415"/>
                  <a:gd name="connsiteY1" fmla="*/ 891381 h 2266157"/>
                  <a:gd name="connsiteX2" fmla="*/ 1886849 w 3083415"/>
                  <a:gd name="connsiteY2" fmla="*/ 885031 h 2266157"/>
                  <a:gd name="connsiteX3" fmla="*/ 2163074 w 3083415"/>
                  <a:gd name="connsiteY3" fmla="*/ 1185069 h 2266157"/>
                  <a:gd name="connsiteX4" fmla="*/ 2167044 w 3083415"/>
                  <a:gd name="connsiteY4" fmla="*/ 2266157 h 2266157"/>
                  <a:gd name="connsiteX5" fmla="*/ 3079856 w 3083415"/>
                  <a:gd name="connsiteY5" fmla="*/ 2259806 h 2266157"/>
                  <a:gd name="connsiteX6" fmla="*/ 3083031 w 3083415"/>
                  <a:gd name="connsiteY6" fmla="*/ 974725 h 2266157"/>
                  <a:gd name="connsiteX7" fmla="*/ 1990831 w 3083415"/>
                  <a:gd name="connsiteY7" fmla="*/ 9525 h 2266157"/>
                  <a:gd name="connsiteX8" fmla="*/ 2487 w 3083415"/>
                  <a:gd name="connsiteY8" fmla="*/ 0 h 2266157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2487 w 3083563"/>
                  <a:gd name="connsiteY0" fmla="*/ 0 h 2266950"/>
                  <a:gd name="connsiteX1" fmla="*/ 106 w 3083563"/>
                  <a:gd name="connsiteY1" fmla="*/ 891381 h 2266950"/>
                  <a:gd name="connsiteX2" fmla="*/ 1886849 w 3083563"/>
                  <a:gd name="connsiteY2" fmla="*/ 885031 h 2266950"/>
                  <a:gd name="connsiteX3" fmla="*/ 2163074 w 3083563"/>
                  <a:gd name="connsiteY3" fmla="*/ 1185069 h 2266950"/>
                  <a:gd name="connsiteX4" fmla="*/ 2167044 w 3083563"/>
                  <a:gd name="connsiteY4" fmla="*/ 2266157 h 2266950"/>
                  <a:gd name="connsiteX5" fmla="*/ 3082237 w 3083563"/>
                  <a:gd name="connsiteY5" fmla="*/ 2266950 h 2266950"/>
                  <a:gd name="connsiteX6" fmla="*/ 3083031 w 3083563"/>
                  <a:gd name="connsiteY6" fmla="*/ 974725 h 2266950"/>
                  <a:gd name="connsiteX7" fmla="*/ 1990831 w 3083563"/>
                  <a:gd name="connsiteY7" fmla="*/ 9525 h 2266950"/>
                  <a:gd name="connsiteX8" fmla="*/ 2487 w 3083563"/>
                  <a:gd name="connsiteY8" fmla="*/ 0 h 2266950"/>
                  <a:gd name="connsiteX0" fmla="*/ 14316 w 3083486"/>
                  <a:gd name="connsiteY0" fmla="*/ 2381 h 2257425"/>
                  <a:gd name="connsiteX1" fmla="*/ 29 w 3083486"/>
                  <a:gd name="connsiteY1" fmla="*/ 881856 h 2257425"/>
                  <a:gd name="connsiteX2" fmla="*/ 1886772 w 3083486"/>
                  <a:gd name="connsiteY2" fmla="*/ 875506 h 2257425"/>
                  <a:gd name="connsiteX3" fmla="*/ 2162997 w 3083486"/>
                  <a:gd name="connsiteY3" fmla="*/ 1175544 h 2257425"/>
                  <a:gd name="connsiteX4" fmla="*/ 2166967 w 3083486"/>
                  <a:gd name="connsiteY4" fmla="*/ 2256632 h 2257425"/>
                  <a:gd name="connsiteX5" fmla="*/ 3082160 w 3083486"/>
                  <a:gd name="connsiteY5" fmla="*/ 2257425 h 2257425"/>
                  <a:gd name="connsiteX6" fmla="*/ 3082954 w 3083486"/>
                  <a:gd name="connsiteY6" fmla="*/ 965200 h 2257425"/>
                  <a:gd name="connsiteX7" fmla="*/ 1990754 w 3083486"/>
                  <a:gd name="connsiteY7" fmla="*/ 0 h 2257425"/>
                  <a:gd name="connsiteX8" fmla="*/ 14316 w 3083486"/>
                  <a:gd name="connsiteY8" fmla="*/ 2381 h 2257425"/>
                  <a:gd name="connsiteX0" fmla="*/ 14316 w 3083486"/>
                  <a:gd name="connsiteY0" fmla="*/ 0 h 2271713"/>
                  <a:gd name="connsiteX1" fmla="*/ 29 w 3083486"/>
                  <a:gd name="connsiteY1" fmla="*/ 896144 h 2271713"/>
                  <a:gd name="connsiteX2" fmla="*/ 1886772 w 3083486"/>
                  <a:gd name="connsiteY2" fmla="*/ 889794 h 2271713"/>
                  <a:gd name="connsiteX3" fmla="*/ 2162997 w 3083486"/>
                  <a:gd name="connsiteY3" fmla="*/ 1189832 h 2271713"/>
                  <a:gd name="connsiteX4" fmla="*/ 2166967 w 3083486"/>
                  <a:gd name="connsiteY4" fmla="*/ 2270920 h 2271713"/>
                  <a:gd name="connsiteX5" fmla="*/ 3082160 w 3083486"/>
                  <a:gd name="connsiteY5" fmla="*/ 2271713 h 2271713"/>
                  <a:gd name="connsiteX6" fmla="*/ 3082954 w 3083486"/>
                  <a:gd name="connsiteY6" fmla="*/ 979488 h 2271713"/>
                  <a:gd name="connsiteX7" fmla="*/ 1990754 w 3083486"/>
                  <a:gd name="connsiteY7" fmla="*/ 14288 h 2271713"/>
                  <a:gd name="connsiteX8" fmla="*/ 14316 w 3083486"/>
                  <a:gd name="connsiteY8" fmla="*/ 0 h 2271713"/>
                  <a:gd name="connsiteX0" fmla="*/ 14316 w 3083486"/>
                  <a:gd name="connsiteY0" fmla="*/ 2381 h 2274094"/>
                  <a:gd name="connsiteX1" fmla="*/ 29 w 3083486"/>
                  <a:gd name="connsiteY1" fmla="*/ 898525 h 2274094"/>
                  <a:gd name="connsiteX2" fmla="*/ 1886772 w 3083486"/>
                  <a:gd name="connsiteY2" fmla="*/ 892175 h 2274094"/>
                  <a:gd name="connsiteX3" fmla="*/ 2162997 w 3083486"/>
                  <a:gd name="connsiteY3" fmla="*/ 1192213 h 2274094"/>
                  <a:gd name="connsiteX4" fmla="*/ 2166967 w 3083486"/>
                  <a:gd name="connsiteY4" fmla="*/ 2273301 h 2274094"/>
                  <a:gd name="connsiteX5" fmla="*/ 3082160 w 3083486"/>
                  <a:gd name="connsiteY5" fmla="*/ 2274094 h 2274094"/>
                  <a:gd name="connsiteX6" fmla="*/ 3082954 w 3083486"/>
                  <a:gd name="connsiteY6" fmla="*/ 981869 h 2274094"/>
                  <a:gd name="connsiteX7" fmla="*/ 1993135 w 3083486"/>
                  <a:gd name="connsiteY7" fmla="*/ 0 h 2274094"/>
                  <a:gd name="connsiteX8" fmla="*/ 14316 w 3083486"/>
                  <a:gd name="connsiteY8" fmla="*/ 2381 h 2274094"/>
                  <a:gd name="connsiteX0" fmla="*/ 14316 w 3083486"/>
                  <a:gd name="connsiteY0" fmla="*/ 2381 h 2274094"/>
                  <a:gd name="connsiteX1" fmla="*/ 29 w 3083486"/>
                  <a:gd name="connsiteY1" fmla="*/ 898525 h 2274094"/>
                  <a:gd name="connsiteX2" fmla="*/ 1886772 w 3083486"/>
                  <a:gd name="connsiteY2" fmla="*/ 892175 h 2274094"/>
                  <a:gd name="connsiteX3" fmla="*/ 2162997 w 3083486"/>
                  <a:gd name="connsiteY3" fmla="*/ 1192213 h 2274094"/>
                  <a:gd name="connsiteX4" fmla="*/ 2166967 w 3083486"/>
                  <a:gd name="connsiteY4" fmla="*/ 2273301 h 2274094"/>
                  <a:gd name="connsiteX5" fmla="*/ 3082160 w 3083486"/>
                  <a:gd name="connsiteY5" fmla="*/ 2274094 h 2274094"/>
                  <a:gd name="connsiteX6" fmla="*/ 3082954 w 3083486"/>
                  <a:gd name="connsiteY6" fmla="*/ 981869 h 2274094"/>
                  <a:gd name="connsiteX7" fmla="*/ 1993135 w 3083486"/>
                  <a:gd name="connsiteY7" fmla="*/ 0 h 2274094"/>
                  <a:gd name="connsiteX8" fmla="*/ 14316 w 3083486"/>
                  <a:gd name="connsiteY8" fmla="*/ 2381 h 2274094"/>
                  <a:gd name="connsiteX0" fmla="*/ 14316 w 3083486"/>
                  <a:gd name="connsiteY0" fmla="*/ 2381 h 2274094"/>
                  <a:gd name="connsiteX1" fmla="*/ 29 w 3083486"/>
                  <a:gd name="connsiteY1" fmla="*/ 898525 h 2274094"/>
                  <a:gd name="connsiteX2" fmla="*/ 1886772 w 3083486"/>
                  <a:gd name="connsiteY2" fmla="*/ 892175 h 2274094"/>
                  <a:gd name="connsiteX3" fmla="*/ 2162997 w 3083486"/>
                  <a:gd name="connsiteY3" fmla="*/ 1192213 h 2274094"/>
                  <a:gd name="connsiteX4" fmla="*/ 2166967 w 3083486"/>
                  <a:gd name="connsiteY4" fmla="*/ 2273301 h 2274094"/>
                  <a:gd name="connsiteX5" fmla="*/ 3082160 w 3083486"/>
                  <a:gd name="connsiteY5" fmla="*/ 2274094 h 2274094"/>
                  <a:gd name="connsiteX6" fmla="*/ 3082954 w 3083486"/>
                  <a:gd name="connsiteY6" fmla="*/ 981869 h 2274094"/>
                  <a:gd name="connsiteX7" fmla="*/ 1993135 w 3083486"/>
                  <a:gd name="connsiteY7" fmla="*/ 0 h 2274094"/>
                  <a:gd name="connsiteX8" fmla="*/ 14316 w 3083486"/>
                  <a:gd name="connsiteY8" fmla="*/ 2381 h 2274094"/>
                  <a:gd name="connsiteX0" fmla="*/ 14316 w 3083486"/>
                  <a:gd name="connsiteY0" fmla="*/ 2381 h 2274094"/>
                  <a:gd name="connsiteX1" fmla="*/ 29 w 3083486"/>
                  <a:gd name="connsiteY1" fmla="*/ 898525 h 2274094"/>
                  <a:gd name="connsiteX2" fmla="*/ 1886772 w 3083486"/>
                  <a:gd name="connsiteY2" fmla="*/ 892175 h 2274094"/>
                  <a:gd name="connsiteX3" fmla="*/ 2162997 w 3083486"/>
                  <a:gd name="connsiteY3" fmla="*/ 1192213 h 2274094"/>
                  <a:gd name="connsiteX4" fmla="*/ 2166967 w 3083486"/>
                  <a:gd name="connsiteY4" fmla="*/ 2273301 h 2274094"/>
                  <a:gd name="connsiteX5" fmla="*/ 3082160 w 3083486"/>
                  <a:gd name="connsiteY5" fmla="*/ 2274094 h 2274094"/>
                  <a:gd name="connsiteX6" fmla="*/ 3082954 w 3083486"/>
                  <a:gd name="connsiteY6" fmla="*/ 981869 h 2274094"/>
                  <a:gd name="connsiteX7" fmla="*/ 1993135 w 3083486"/>
                  <a:gd name="connsiteY7" fmla="*/ 0 h 2274094"/>
                  <a:gd name="connsiteX8" fmla="*/ 14316 w 3083486"/>
                  <a:gd name="connsiteY8" fmla="*/ 2381 h 2274094"/>
                  <a:gd name="connsiteX0" fmla="*/ 14316 w 3083486"/>
                  <a:gd name="connsiteY0" fmla="*/ 2381 h 2274094"/>
                  <a:gd name="connsiteX1" fmla="*/ 29 w 3083486"/>
                  <a:gd name="connsiteY1" fmla="*/ 898525 h 2274094"/>
                  <a:gd name="connsiteX2" fmla="*/ 1886772 w 3083486"/>
                  <a:gd name="connsiteY2" fmla="*/ 892175 h 2274094"/>
                  <a:gd name="connsiteX3" fmla="*/ 2162997 w 3083486"/>
                  <a:gd name="connsiteY3" fmla="*/ 1192213 h 2274094"/>
                  <a:gd name="connsiteX4" fmla="*/ 2166967 w 3083486"/>
                  <a:gd name="connsiteY4" fmla="*/ 2273301 h 2274094"/>
                  <a:gd name="connsiteX5" fmla="*/ 3082160 w 3083486"/>
                  <a:gd name="connsiteY5" fmla="*/ 2274094 h 2274094"/>
                  <a:gd name="connsiteX6" fmla="*/ 3082954 w 3083486"/>
                  <a:gd name="connsiteY6" fmla="*/ 981869 h 2274094"/>
                  <a:gd name="connsiteX7" fmla="*/ 1993135 w 3083486"/>
                  <a:gd name="connsiteY7" fmla="*/ 0 h 2274094"/>
                  <a:gd name="connsiteX8" fmla="*/ 14316 w 3083486"/>
                  <a:gd name="connsiteY8" fmla="*/ 2381 h 2274094"/>
                  <a:gd name="connsiteX0" fmla="*/ 14316 w 3083486"/>
                  <a:gd name="connsiteY0" fmla="*/ 2381 h 2274094"/>
                  <a:gd name="connsiteX1" fmla="*/ 29 w 3083486"/>
                  <a:gd name="connsiteY1" fmla="*/ 898525 h 2274094"/>
                  <a:gd name="connsiteX2" fmla="*/ 1886772 w 3083486"/>
                  <a:gd name="connsiteY2" fmla="*/ 892175 h 2274094"/>
                  <a:gd name="connsiteX3" fmla="*/ 2162997 w 3083486"/>
                  <a:gd name="connsiteY3" fmla="*/ 1192213 h 2274094"/>
                  <a:gd name="connsiteX4" fmla="*/ 2166967 w 3083486"/>
                  <a:gd name="connsiteY4" fmla="*/ 2273301 h 2274094"/>
                  <a:gd name="connsiteX5" fmla="*/ 3082160 w 3083486"/>
                  <a:gd name="connsiteY5" fmla="*/ 2274094 h 2274094"/>
                  <a:gd name="connsiteX6" fmla="*/ 3082954 w 3083486"/>
                  <a:gd name="connsiteY6" fmla="*/ 981869 h 2274094"/>
                  <a:gd name="connsiteX7" fmla="*/ 1993135 w 3083486"/>
                  <a:gd name="connsiteY7" fmla="*/ 0 h 2274094"/>
                  <a:gd name="connsiteX8" fmla="*/ 14316 w 3083486"/>
                  <a:gd name="connsiteY8" fmla="*/ 2381 h 2274094"/>
                  <a:gd name="connsiteX0" fmla="*/ 14316 w 3083486"/>
                  <a:gd name="connsiteY0" fmla="*/ 2381 h 2274094"/>
                  <a:gd name="connsiteX1" fmla="*/ 29 w 3083486"/>
                  <a:gd name="connsiteY1" fmla="*/ 898525 h 2274094"/>
                  <a:gd name="connsiteX2" fmla="*/ 1886772 w 3083486"/>
                  <a:gd name="connsiteY2" fmla="*/ 892175 h 2274094"/>
                  <a:gd name="connsiteX3" fmla="*/ 2162997 w 3083486"/>
                  <a:gd name="connsiteY3" fmla="*/ 1192213 h 2274094"/>
                  <a:gd name="connsiteX4" fmla="*/ 2166967 w 3083486"/>
                  <a:gd name="connsiteY4" fmla="*/ 2273301 h 2274094"/>
                  <a:gd name="connsiteX5" fmla="*/ 3082160 w 3083486"/>
                  <a:gd name="connsiteY5" fmla="*/ 2274094 h 2274094"/>
                  <a:gd name="connsiteX6" fmla="*/ 3082954 w 3083486"/>
                  <a:gd name="connsiteY6" fmla="*/ 981869 h 2274094"/>
                  <a:gd name="connsiteX7" fmla="*/ 1993135 w 3083486"/>
                  <a:gd name="connsiteY7" fmla="*/ 0 h 2274094"/>
                  <a:gd name="connsiteX8" fmla="*/ 14316 w 3083486"/>
                  <a:gd name="connsiteY8" fmla="*/ 2381 h 2274094"/>
                  <a:gd name="connsiteX0" fmla="*/ 14316 w 3083486"/>
                  <a:gd name="connsiteY0" fmla="*/ 2381 h 2274094"/>
                  <a:gd name="connsiteX1" fmla="*/ 29 w 3083486"/>
                  <a:gd name="connsiteY1" fmla="*/ 898525 h 2274094"/>
                  <a:gd name="connsiteX2" fmla="*/ 1886772 w 3083486"/>
                  <a:gd name="connsiteY2" fmla="*/ 892175 h 2274094"/>
                  <a:gd name="connsiteX3" fmla="*/ 2162997 w 3083486"/>
                  <a:gd name="connsiteY3" fmla="*/ 1192213 h 2274094"/>
                  <a:gd name="connsiteX4" fmla="*/ 2166967 w 3083486"/>
                  <a:gd name="connsiteY4" fmla="*/ 2273301 h 2274094"/>
                  <a:gd name="connsiteX5" fmla="*/ 3082160 w 3083486"/>
                  <a:gd name="connsiteY5" fmla="*/ 2274094 h 2274094"/>
                  <a:gd name="connsiteX6" fmla="*/ 3082954 w 3083486"/>
                  <a:gd name="connsiteY6" fmla="*/ 981869 h 2274094"/>
                  <a:gd name="connsiteX7" fmla="*/ 1993135 w 3083486"/>
                  <a:gd name="connsiteY7" fmla="*/ 0 h 2274094"/>
                  <a:gd name="connsiteX8" fmla="*/ 14316 w 3083486"/>
                  <a:gd name="connsiteY8" fmla="*/ 2381 h 2274094"/>
                  <a:gd name="connsiteX0" fmla="*/ 14316 w 3083486"/>
                  <a:gd name="connsiteY0" fmla="*/ 2381 h 2274094"/>
                  <a:gd name="connsiteX1" fmla="*/ 29 w 3083486"/>
                  <a:gd name="connsiteY1" fmla="*/ 898525 h 2274094"/>
                  <a:gd name="connsiteX2" fmla="*/ 1886772 w 3083486"/>
                  <a:gd name="connsiteY2" fmla="*/ 892175 h 2274094"/>
                  <a:gd name="connsiteX3" fmla="*/ 2162997 w 3083486"/>
                  <a:gd name="connsiteY3" fmla="*/ 1192213 h 2274094"/>
                  <a:gd name="connsiteX4" fmla="*/ 2166967 w 3083486"/>
                  <a:gd name="connsiteY4" fmla="*/ 2273301 h 2274094"/>
                  <a:gd name="connsiteX5" fmla="*/ 3082160 w 3083486"/>
                  <a:gd name="connsiteY5" fmla="*/ 2274094 h 2274094"/>
                  <a:gd name="connsiteX6" fmla="*/ 3082954 w 3083486"/>
                  <a:gd name="connsiteY6" fmla="*/ 981869 h 2274094"/>
                  <a:gd name="connsiteX7" fmla="*/ 1993135 w 3083486"/>
                  <a:gd name="connsiteY7" fmla="*/ 0 h 2274094"/>
                  <a:gd name="connsiteX8" fmla="*/ 14316 w 3083486"/>
                  <a:gd name="connsiteY8" fmla="*/ 2381 h 2274094"/>
                  <a:gd name="connsiteX0" fmla="*/ 14316 w 3083486"/>
                  <a:gd name="connsiteY0" fmla="*/ 2381 h 2274094"/>
                  <a:gd name="connsiteX1" fmla="*/ 29 w 3083486"/>
                  <a:gd name="connsiteY1" fmla="*/ 898525 h 2274094"/>
                  <a:gd name="connsiteX2" fmla="*/ 1886772 w 3083486"/>
                  <a:gd name="connsiteY2" fmla="*/ 892175 h 2274094"/>
                  <a:gd name="connsiteX3" fmla="*/ 2162997 w 3083486"/>
                  <a:gd name="connsiteY3" fmla="*/ 1192213 h 2274094"/>
                  <a:gd name="connsiteX4" fmla="*/ 2166967 w 3083486"/>
                  <a:gd name="connsiteY4" fmla="*/ 2273301 h 2274094"/>
                  <a:gd name="connsiteX5" fmla="*/ 3082160 w 3083486"/>
                  <a:gd name="connsiteY5" fmla="*/ 2274094 h 2274094"/>
                  <a:gd name="connsiteX6" fmla="*/ 3082954 w 3083486"/>
                  <a:gd name="connsiteY6" fmla="*/ 981869 h 2274094"/>
                  <a:gd name="connsiteX7" fmla="*/ 1993135 w 3083486"/>
                  <a:gd name="connsiteY7" fmla="*/ 0 h 2274094"/>
                  <a:gd name="connsiteX8" fmla="*/ 14316 w 3083486"/>
                  <a:gd name="connsiteY8" fmla="*/ 2381 h 2274094"/>
                  <a:gd name="connsiteX0" fmla="*/ 14316 w 3091685"/>
                  <a:gd name="connsiteY0" fmla="*/ 2381 h 2274094"/>
                  <a:gd name="connsiteX1" fmla="*/ 29 w 3091685"/>
                  <a:gd name="connsiteY1" fmla="*/ 898525 h 2274094"/>
                  <a:gd name="connsiteX2" fmla="*/ 1886772 w 3091685"/>
                  <a:gd name="connsiteY2" fmla="*/ 892175 h 2274094"/>
                  <a:gd name="connsiteX3" fmla="*/ 2162997 w 3091685"/>
                  <a:gd name="connsiteY3" fmla="*/ 1192213 h 2274094"/>
                  <a:gd name="connsiteX4" fmla="*/ 2166967 w 3091685"/>
                  <a:gd name="connsiteY4" fmla="*/ 2273301 h 2274094"/>
                  <a:gd name="connsiteX5" fmla="*/ 3091685 w 3091685"/>
                  <a:gd name="connsiteY5" fmla="*/ 2274094 h 2274094"/>
                  <a:gd name="connsiteX6" fmla="*/ 3082954 w 3091685"/>
                  <a:gd name="connsiteY6" fmla="*/ 981869 h 2274094"/>
                  <a:gd name="connsiteX7" fmla="*/ 1993135 w 3091685"/>
                  <a:gd name="connsiteY7" fmla="*/ 0 h 2274094"/>
                  <a:gd name="connsiteX8" fmla="*/ 14316 w 3091685"/>
                  <a:gd name="connsiteY8" fmla="*/ 2381 h 2274094"/>
                  <a:gd name="connsiteX0" fmla="*/ 14316 w 3091685"/>
                  <a:gd name="connsiteY0" fmla="*/ 2381 h 2274094"/>
                  <a:gd name="connsiteX1" fmla="*/ 29 w 3091685"/>
                  <a:gd name="connsiteY1" fmla="*/ 898525 h 2274094"/>
                  <a:gd name="connsiteX2" fmla="*/ 1886772 w 3091685"/>
                  <a:gd name="connsiteY2" fmla="*/ 892175 h 2274094"/>
                  <a:gd name="connsiteX3" fmla="*/ 2162997 w 3091685"/>
                  <a:gd name="connsiteY3" fmla="*/ 1192213 h 2274094"/>
                  <a:gd name="connsiteX4" fmla="*/ 2166967 w 3091685"/>
                  <a:gd name="connsiteY4" fmla="*/ 2273301 h 2274094"/>
                  <a:gd name="connsiteX5" fmla="*/ 3091685 w 3091685"/>
                  <a:gd name="connsiteY5" fmla="*/ 2274094 h 2274094"/>
                  <a:gd name="connsiteX6" fmla="*/ 3082954 w 3091685"/>
                  <a:gd name="connsiteY6" fmla="*/ 981869 h 2274094"/>
                  <a:gd name="connsiteX7" fmla="*/ 1993135 w 3091685"/>
                  <a:gd name="connsiteY7" fmla="*/ 0 h 2274094"/>
                  <a:gd name="connsiteX8" fmla="*/ 14316 w 3091685"/>
                  <a:gd name="connsiteY8" fmla="*/ 2381 h 2274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91685" h="2274094">
                    <a:moveTo>
                      <a:pt x="14316" y="2381"/>
                    </a:moveTo>
                    <a:cubicBezTo>
                      <a:pt x="15110" y="299508"/>
                      <a:pt x="-765" y="601398"/>
                      <a:pt x="29" y="898525"/>
                    </a:cubicBezTo>
                    <a:lnTo>
                      <a:pt x="1886772" y="892175"/>
                    </a:lnTo>
                    <a:cubicBezTo>
                      <a:pt x="2029646" y="904082"/>
                      <a:pt x="2153472" y="1051718"/>
                      <a:pt x="2162997" y="1192213"/>
                    </a:cubicBezTo>
                    <a:cubicBezTo>
                      <a:pt x="2163526" y="1570832"/>
                      <a:pt x="2166438" y="1894682"/>
                      <a:pt x="2166967" y="2273301"/>
                    </a:cubicBezTo>
                    <a:lnTo>
                      <a:pt x="3091685" y="2274094"/>
                    </a:lnTo>
                    <a:cubicBezTo>
                      <a:pt x="3089568" y="1846527"/>
                      <a:pt x="3085071" y="1409436"/>
                      <a:pt x="3082954" y="981869"/>
                    </a:cubicBezTo>
                    <a:cubicBezTo>
                      <a:pt x="2947487" y="293424"/>
                      <a:pt x="2347677" y="16934"/>
                      <a:pt x="1993135" y="0"/>
                    </a:cubicBezTo>
                    <a:lnTo>
                      <a:pt x="14316" y="2381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9" name="任意多边形 848"/>
              <p:cNvSpPr/>
              <p:nvPr/>
            </p:nvSpPr>
            <p:spPr>
              <a:xfrm>
                <a:off x="6807409" y="2214717"/>
                <a:ext cx="1356524" cy="329365"/>
              </a:xfrm>
              <a:custGeom>
                <a:avLst/>
                <a:gdLst>
                  <a:gd name="connsiteX0" fmla="*/ 0 w 4991100"/>
                  <a:gd name="connsiteY0" fmla="*/ 9525 h 1209675"/>
                  <a:gd name="connsiteX1" fmla="*/ 923925 w 4991100"/>
                  <a:gd name="connsiteY1" fmla="*/ 0 h 1209675"/>
                  <a:gd name="connsiteX2" fmla="*/ 1257300 w 4991100"/>
                  <a:gd name="connsiteY2" fmla="*/ 352425 h 1209675"/>
                  <a:gd name="connsiteX3" fmla="*/ 3800475 w 4991100"/>
                  <a:gd name="connsiteY3" fmla="*/ 295275 h 1209675"/>
                  <a:gd name="connsiteX4" fmla="*/ 4133850 w 4991100"/>
                  <a:gd name="connsiteY4" fmla="*/ 38100 h 1209675"/>
                  <a:gd name="connsiteX5" fmla="*/ 4991100 w 4991100"/>
                  <a:gd name="connsiteY5" fmla="*/ 38100 h 1209675"/>
                  <a:gd name="connsiteX6" fmla="*/ 4133850 w 4991100"/>
                  <a:gd name="connsiteY6" fmla="*/ 1209675 h 1209675"/>
                  <a:gd name="connsiteX7" fmla="*/ 981075 w 4991100"/>
                  <a:gd name="connsiteY7" fmla="*/ 1171575 h 1209675"/>
                  <a:gd name="connsiteX8" fmla="*/ 0 w 4991100"/>
                  <a:gd name="connsiteY8" fmla="*/ 9525 h 1209675"/>
                  <a:gd name="connsiteX0" fmla="*/ 0 w 4991100"/>
                  <a:gd name="connsiteY0" fmla="*/ 9525 h 1209675"/>
                  <a:gd name="connsiteX1" fmla="*/ 923925 w 4991100"/>
                  <a:gd name="connsiteY1" fmla="*/ 0 h 1209675"/>
                  <a:gd name="connsiteX2" fmla="*/ 1257300 w 4991100"/>
                  <a:gd name="connsiteY2" fmla="*/ 352425 h 1209675"/>
                  <a:gd name="connsiteX3" fmla="*/ 3787775 w 4991100"/>
                  <a:gd name="connsiteY3" fmla="*/ 333375 h 1209675"/>
                  <a:gd name="connsiteX4" fmla="*/ 4133850 w 4991100"/>
                  <a:gd name="connsiteY4" fmla="*/ 38100 h 1209675"/>
                  <a:gd name="connsiteX5" fmla="*/ 4991100 w 4991100"/>
                  <a:gd name="connsiteY5" fmla="*/ 38100 h 1209675"/>
                  <a:gd name="connsiteX6" fmla="*/ 4133850 w 4991100"/>
                  <a:gd name="connsiteY6" fmla="*/ 1209675 h 1209675"/>
                  <a:gd name="connsiteX7" fmla="*/ 981075 w 4991100"/>
                  <a:gd name="connsiteY7" fmla="*/ 1171575 h 1209675"/>
                  <a:gd name="connsiteX8" fmla="*/ 0 w 4991100"/>
                  <a:gd name="connsiteY8" fmla="*/ 9525 h 1209675"/>
                  <a:gd name="connsiteX0" fmla="*/ 0 w 4991100"/>
                  <a:gd name="connsiteY0" fmla="*/ 9525 h 1209675"/>
                  <a:gd name="connsiteX1" fmla="*/ 923925 w 4991100"/>
                  <a:gd name="connsiteY1" fmla="*/ 0 h 1209675"/>
                  <a:gd name="connsiteX2" fmla="*/ 1376362 w 4991100"/>
                  <a:gd name="connsiteY2" fmla="*/ 283368 h 1209675"/>
                  <a:gd name="connsiteX3" fmla="*/ 3787775 w 4991100"/>
                  <a:gd name="connsiteY3" fmla="*/ 333375 h 1209675"/>
                  <a:gd name="connsiteX4" fmla="*/ 4133850 w 4991100"/>
                  <a:gd name="connsiteY4" fmla="*/ 38100 h 1209675"/>
                  <a:gd name="connsiteX5" fmla="*/ 4991100 w 4991100"/>
                  <a:gd name="connsiteY5" fmla="*/ 38100 h 1209675"/>
                  <a:gd name="connsiteX6" fmla="*/ 4133850 w 4991100"/>
                  <a:gd name="connsiteY6" fmla="*/ 1209675 h 1209675"/>
                  <a:gd name="connsiteX7" fmla="*/ 981075 w 4991100"/>
                  <a:gd name="connsiteY7" fmla="*/ 1171575 h 1209675"/>
                  <a:gd name="connsiteX8" fmla="*/ 0 w 4991100"/>
                  <a:gd name="connsiteY8" fmla="*/ 9525 h 1209675"/>
                  <a:gd name="connsiteX0" fmla="*/ 0 w 4991100"/>
                  <a:gd name="connsiteY0" fmla="*/ 9525 h 1209675"/>
                  <a:gd name="connsiteX1" fmla="*/ 923925 w 4991100"/>
                  <a:gd name="connsiteY1" fmla="*/ 0 h 1209675"/>
                  <a:gd name="connsiteX2" fmla="*/ 1362074 w 4991100"/>
                  <a:gd name="connsiteY2" fmla="*/ 290511 h 1209675"/>
                  <a:gd name="connsiteX3" fmla="*/ 3787775 w 4991100"/>
                  <a:gd name="connsiteY3" fmla="*/ 333375 h 1209675"/>
                  <a:gd name="connsiteX4" fmla="*/ 4133850 w 4991100"/>
                  <a:gd name="connsiteY4" fmla="*/ 38100 h 1209675"/>
                  <a:gd name="connsiteX5" fmla="*/ 4991100 w 4991100"/>
                  <a:gd name="connsiteY5" fmla="*/ 38100 h 1209675"/>
                  <a:gd name="connsiteX6" fmla="*/ 4133850 w 4991100"/>
                  <a:gd name="connsiteY6" fmla="*/ 1209675 h 1209675"/>
                  <a:gd name="connsiteX7" fmla="*/ 981075 w 4991100"/>
                  <a:gd name="connsiteY7" fmla="*/ 1171575 h 1209675"/>
                  <a:gd name="connsiteX8" fmla="*/ 0 w 4991100"/>
                  <a:gd name="connsiteY8" fmla="*/ 9525 h 1209675"/>
                  <a:gd name="connsiteX0" fmla="*/ 0 w 4991100"/>
                  <a:gd name="connsiteY0" fmla="*/ 9525 h 1209675"/>
                  <a:gd name="connsiteX1" fmla="*/ 923925 w 4991100"/>
                  <a:gd name="connsiteY1" fmla="*/ 0 h 1209675"/>
                  <a:gd name="connsiteX2" fmla="*/ 1362074 w 4991100"/>
                  <a:gd name="connsiteY2" fmla="*/ 290511 h 1209675"/>
                  <a:gd name="connsiteX3" fmla="*/ 3727450 w 4991100"/>
                  <a:gd name="connsiteY3" fmla="*/ 288925 h 1209675"/>
                  <a:gd name="connsiteX4" fmla="*/ 4133850 w 4991100"/>
                  <a:gd name="connsiteY4" fmla="*/ 38100 h 1209675"/>
                  <a:gd name="connsiteX5" fmla="*/ 4991100 w 4991100"/>
                  <a:gd name="connsiteY5" fmla="*/ 38100 h 1209675"/>
                  <a:gd name="connsiteX6" fmla="*/ 4133850 w 4991100"/>
                  <a:gd name="connsiteY6" fmla="*/ 1209675 h 1209675"/>
                  <a:gd name="connsiteX7" fmla="*/ 981075 w 4991100"/>
                  <a:gd name="connsiteY7" fmla="*/ 1171575 h 1209675"/>
                  <a:gd name="connsiteX8" fmla="*/ 0 w 4991100"/>
                  <a:gd name="connsiteY8" fmla="*/ 9525 h 1209675"/>
                  <a:gd name="connsiteX0" fmla="*/ 0 w 4991100"/>
                  <a:gd name="connsiteY0" fmla="*/ 9525 h 1209675"/>
                  <a:gd name="connsiteX1" fmla="*/ 923925 w 4991100"/>
                  <a:gd name="connsiteY1" fmla="*/ 0 h 1209675"/>
                  <a:gd name="connsiteX2" fmla="*/ 1362074 w 4991100"/>
                  <a:gd name="connsiteY2" fmla="*/ 290511 h 1209675"/>
                  <a:gd name="connsiteX3" fmla="*/ 3721100 w 4991100"/>
                  <a:gd name="connsiteY3" fmla="*/ 314325 h 1209675"/>
                  <a:gd name="connsiteX4" fmla="*/ 4133850 w 4991100"/>
                  <a:gd name="connsiteY4" fmla="*/ 38100 h 1209675"/>
                  <a:gd name="connsiteX5" fmla="*/ 4991100 w 4991100"/>
                  <a:gd name="connsiteY5" fmla="*/ 38100 h 1209675"/>
                  <a:gd name="connsiteX6" fmla="*/ 4133850 w 4991100"/>
                  <a:gd name="connsiteY6" fmla="*/ 1209675 h 1209675"/>
                  <a:gd name="connsiteX7" fmla="*/ 981075 w 4991100"/>
                  <a:gd name="connsiteY7" fmla="*/ 1171575 h 1209675"/>
                  <a:gd name="connsiteX8" fmla="*/ 0 w 4991100"/>
                  <a:gd name="connsiteY8" fmla="*/ 9525 h 1209675"/>
                  <a:gd name="connsiteX0" fmla="*/ 0 w 4991100"/>
                  <a:gd name="connsiteY0" fmla="*/ 9525 h 1209675"/>
                  <a:gd name="connsiteX1" fmla="*/ 923925 w 4991100"/>
                  <a:gd name="connsiteY1" fmla="*/ 0 h 1209675"/>
                  <a:gd name="connsiteX2" fmla="*/ 1362074 w 4991100"/>
                  <a:gd name="connsiteY2" fmla="*/ 290511 h 1209675"/>
                  <a:gd name="connsiteX3" fmla="*/ 3714750 w 4991100"/>
                  <a:gd name="connsiteY3" fmla="*/ 298450 h 1209675"/>
                  <a:gd name="connsiteX4" fmla="*/ 4133850 w 4991100"/>
                  <a:gd name="connsiteY4" fmla="*/ 38100 h 1209675"/>
                  <a:gd name="connsiteX5" fmla="*/ 4991100 w 4991100"/>
                  <a:gd name="connsiteY5" fmla="*/ 38100 h 1209675"/>
                  <a:gd name="connsiteX6" fmla="*/ 4133850 w 4991100"/>
                  <a:gd name="connsiteY6" fmla="*/ 1209675 h 1209675"/>
                  <a:gd name="connsiteX7" fmla="*/ 981075 w 4991100"/>
                  <a:gd name="connsiteY7" fmla="*/ 1171575 h 1209675"/>
                  <a:gd name="connsiteX8" fmla="*/ 0 w 4991100"/>
                  <a:gd name="connsiteY8" fmla="*/ 9525 h 1209675"/>
                  <a:gd name="connsiteX0" fmla="*/ 0 w 4991100"/>
                  <a:gd name="connsiteY0" fmla="*/ 9525 h 1190625"/>
                  <a:gd name="connsiteX1" fmla="*/ 923925 w 4991100"/>
                  <a:gd name="connsiteY1" fmla="*/ 0 h 1190625"/>
                  <a:gd name="connsiteX2" fmla="*/ 1362074 w 4991100"/>
                  <a:gd name="connsiteY2" fmla="*/ 290511 h 1190625"/>
                  <a:gd name="connsiteX3" fmla="*/ 3714750 w 4991100"/>
                  <a:gd name="connsiteY3" fmla="*/ 298450 h 1190625"/>
                  <a:gd name="connsiteX4" fmla="*/ 4133850 w 4991100"/>
                  <a:gd name="connsiteY4" fmla="*/ 38100 h 1190625"/>
                  <a:gd name="connsiteX5" fmla="*/ 4991100 w 4991100"/>
                  <a:gd name="connsiteY5" fmla="*/ 38100 h 1190625"/>
                  <a:gd name="connsiteX6" fmla="*/ 4140200 w 4991100"/>
                  <a:gd name="connsiteY6" fmla="*/ 1190625 h 1190625"/>
                  <a:gd name="connsiteX7" fmla="*/ 981075 w 4991100"/>
                  <a:gd name="connsiteY7" fmla="*/ 1171575 h 1190625"/>
                  <a:gd name="connsiteX8" fmla="*/ 0 w 4991100"/>
                  <a:gd name="connsiteY8" fmla="*/ 9525 h 1190625"/>
                  <a:gd name="connsiteX0" fmla="*/ 0 w 4991100"/>
                  <a:gd name="connsiteY0" fmla="*/ 9525 h 1190625"/>
                  <a:gd name="connsiteX1" fmla="*/ 923925 w 4991100"/>
                  <a:gd name="connsiteY1" fmla="*/ 0 h 1190625"/>
                  <a:gd name="connsiteX2" fmla="*/ 1362074 w 4991100"/>
                  <a:gd name="connsiteY2" fmla="*/ 290511 h 1190625"/>
                  <a:gd name="connsiteX3" fmla="*/ 3714750 w 4991100"/>
                  <a:gd name="connsiteY3" fmla="*/ 298450 h 1190625"/>
                  <a:gd name="connsiteX4" fmla="*/ 4133850 w 4991100"/>
                  <a:gd name="connsiteY4" fmla="*/ 38100 h 1190625"/>
                  <a:gd name="connsiteX5" fmla="*/ 4991100 w 4991100"/>
                  <a:gd name="connsiteY5" fmla="*/ 38100 h 1190625"/>
                  <a:gd name="connsiteX6" fmla="*/ 4140200 w 4991100"/>
                  <a:gd name="connsiteY6" fmla="*/ 1190625 h 1190625"/>
                  <a:gd name="connsiteX7" fmla="*/ 981075 w 4991100"/>
                  <a:gd name="connsiteY7" fmla="*/ 1171575 h 1190625"/>
                  <a:gd name="connsiteX8" fmla="*/ 0 w 4991100"/>
                  <a:gd name="connsiteY8" fmla="*/ 9525 h 1190625"/>
                  <a:gd name="connsiteX0" fmla="*/ 0 w 4993473"/>
                  <a:gd name="connsiteY0" fmla="*/ 9525 h 1190625"/>
                  <a:gd name="connsiteX1" fmla="*/ 923925 w 4993473"/>
                  <a:gd name="connsiteY1" fmla="*/ 0 h 1190625"/>
                  <a:gd name="connsiteX2" fmla="*/ 1362074 w 4993473"/>
                  <a:gd name="connsiteY2" fmla="*/ 290511 h 1190625"/>
                  <a:gd name="connsiteX3" fmla="*/ 3714750 w 4993473"/>
                  <a:gd name="connsiteY3" fmla="*/ 298450 h 1190625"/>
                  <a:gd name="connsiteX4" fmla="*/ 4133850 w 4993473"/>
                  <a:gd name="connsiteY4" fmla="*/ 38100 h 1190625"/>
                  <a:gd name="connsiteX5" fmla="*/ 4991100 w 4993473"/>
                  <a:gd name="connsiteY5" fmla="*/ 38100 h 1190625"/>
                  <a:gd name="connsiteX6" fmla="*/ 4140200 w 4993473"/>
                  <a:gd name="connsiteY6" fmla="*/ 1190625 h 1190625"/>
                  <a:gd name="connsiteX7" fmla="*/ 981075 w 4993473"/>
                  <a:gd name="connsiteY7" fmla="*/ 1171575 h 1190625"/>
                  <a:gd name="connsiteX8" fmla="*/ 0 w 4993473"/>
                  <a:gd name="connsiteY8" fmla="*/ 9525 h 1190625"/>
                  <a:gd name="connsiteX0" fmla="*/ 0 w 4993473"/>
                  <a:gd name="connsiteY0" fmla="*/ 9525 h 1190625"/>
                  <a:gd name="connsiteX1" fmla="*/ 923925 w 4993473"/>
                  <a:gd name="connsiteY1" fmla="*/ 0 h 1190625"/>
                  <a:gd name="connsiteX2" fmla="*/ 1362074 w 4993473"/>
                  <a:gd name="connsiteY2" fmla="*/ 290511 h 1190625"/>
                  <a:gd name="connsiteX3" fmla="*/ 3714750 w 4993473"/>
                  <a:gd name="connsiteY3" fmla="*/ 298450 h 1190625"/>
                  <a:gd name="connsiteX4" fmla="*/ 4095750 w 4993473"/>
                  <a:gd name="connsiteY4" fmla="*/ 19050 h 1190625"/>
                  <a:gd name="connsiteX5" fmla="*/ 4991100 w 4993473"/>
                  <a:gd name="connsiteY5" fmla="*/ 38100 h 1190625"/>
                  <a:gd name="connsiteX6" fmla="*/ 4140200 w 4993473"/>
                  <a:gd name="connsiteY6" fmla="*/ 1190625 h 1190625"/>
                  <a:gd name="connsiteX7" fmla="*/ 981075 w 4993473"/>
                  <a:gd name="connsiteY7" fmla="*/ 1171575 h 1190625"/>
                  <a:gd name="connsiteX8" fmla="*/ 0 w 4993473"/>
                  <a:gd name="connsiteY8" fmla="*/ 9525 h 1190625"/>
                  <a:gd name="connsiteX0" fmla="*/ 0 w 4993473"/>
                  <a:gd name="connsiteY0" fmla="*/ 9525 h 1190625"/>
                  <a:gd name="connsiteX1" fmla="*/ 923925 w 4993473"/>
                  <a:gd name="connsiteY1" fmla="*/ 0 h 1190625"/>
                  <a:gd name="connsiteX2" fmla="*/ 1362074 w 4993473"/>
                  <a:gd name="connsiteY2" fmla="*/ 290511 h 1190625"/>
                  <a:gd name="connsiteX3" fmla="*/ 3714750 w 4993473"/>
                  <a:gd name="connsiteY3" fmla="*/ 298450 h 1190625"/>
                  <a:gd name="connsiteX4" fmla="*/ 4095750 w 4993473"/>
                  <a:gd name="connsiteY4" fmla="*/ 19050 h 1190625"/>
                  <a:gd name="connsiteX5" fmla="*/ 4991100 w 4993473"/>
                  <a:gd name="connsiteY5" fmla="*/ 38100 h 1190625"/>
                  <a:gd name="connsiteX6" fmla="*/ 4140200 w 4993473"/>
                  <a:gd name="connsiteY6" fmla="*/ 1190625 h 1190625"/>
                  <a:gd name="connsiteX7" fmla="*/ 981075 w 4993473"/>
                  <a:gd name="connsiteY7" fmla="*/ 1171575 h 1190625"/>
                  <a:gd name="connsiteX8" fmla="*/ 0 w 4993473"/>
                  <a:gd name="connsiteY8" fmla="*/ 9525 h 1190625"/>
                  <a:gd name="connsiteX0" fmla="*/ 0 w 4993473"/>
                  <a:gd name="connsiteY0" fmla="*/ 11906 h 1193006"/>
                  <a:gd name="connsiteX1" fmla="*/ 923925 w 4993473"/>
                  <a:gd name="connsiteY1" fmla="*/ 2381 h 1193006"/>
                  <a:gd name="connsiteX2" fmla="*/ 1362074 w 4993473"/>
                  <a:gd name="connsiteY2" fmla="*/ 292892 h 1193006"/>
                  <a:gd name="connsiteX3" fmla="*/ 3714750 w 4993473"/>
                  <a:gd name="connsiteY3" fmla="*/ 300831 h 1193006"/>
                  <a:gd name="connsiteX4" fmla="*/ 4069556 w 4993473"/>
                  <a:gd name="connsiteY4" fmla="*/ 0 h 1193006"/>
                  <a:gd name="connsiteX5" fmla="*/ 4991100 w 4993473"/>
                  <a:gd name="connsiteY5" fmla="*/ 40481 h 1193006"/>
                  <a:gd name="connsiteX6" fmla="*/ 4140200 w 4993473"/>
                  <a:gd name="connsiteY6" fmla="*/ 1193006 h 1193006"/>
                  <a:gd name="connsiteX7" fmla="*/ 981075 w 4993473"/>
                  <a:gd name="connsiteY7" fmla="*/ 1173956 h 1193006"/>
                  <a:gd name="connsiteX8" fmla="*/ 0 w 4993473"/>
                  <a:gd name="connsiteY8" fmla="*/ 11906 h 1193006"/>
                  <a:gd name="connsiteX0" fmla="*/ 0 w 4993473"/>
                  <a:gd name="connsiteY0" fmla="*/ 11906 h 1193006"/>
                  <a:gd name="connsiteX1" fmla="*/ 923925 w 4993473"/>
                  <a:gd name="connsiteY1" fmla="*/ 2381 h 1193006"/>
                  <a:gd name="connsiteX2" fmla="*/ 1362074 w 4993473"/>
                  <a:gd name="connsiteY2" fmla="*/ 292892 h 1193006"/>
                  <a:gd name="connsiteX3" fmla="*/ 3714750 w 4993473"/>
                  <a:gd name="connsiteY3" fmla="*/ 300831 h 1193006"/>
                  <a:gd name="connsiteX4" fmla="*/ 4069556 w 4993473"/>
                  <a:gd name="connsiteY4" fmla="*/ 0 h 1193006"/>
                  <a:gd name="connsiteX5" fmla="*/ 4991100 w 4993473"/>
                  <a:gd name="connsiteY5" fmla="*/ 40481 h 1193006"/>
                  <a:gd name="connsiteX6" fmla="*/ 4140200 w 4993473"/>
                  <a:gd name="connsiteY6" fmla="*/ 1193006 h 1193006"/>
                  <a:gd name="connsiteX7" fmla="*/ 981075 w 4993473"/>
                  <a:gd name="connsiteY7" fmla="*/ 1173956 h 1193006"/>
                  <a:gd name="connsiteX8" fmla="*/ 0 w 4993473"/>
                  <a:gd name="connsiteY8" fmla="*/ 11906 h 1193006"/>
                  <a:gd name="connsiteX0" fmla="*/ 0 w 4993473"/>
                  <a:gd name="connsiteY0" fmla="*/ 11906 h 1193006"/>
                  <a:gd name="connsiteX1" fmla="*/ 923925 w 4993473"/>
                  <a:gd name="connsiteY1" fmla="*/ 2381 h 1193006"/>
                  <a:gd name="connsiteX2" fmla="*/ 1362074 w 4993473"/>
                  <a:gd name="connsiteY2" fmla="*/ 292892 h 1193006"/>
                  <a:gd name="connsiteX3" fmla="*/ 3714750 w 4993473"/>
                  <a:gd name="connsiteY3" fmla="*/ 300831 h 1193006"/>
                  <a:gd name="connsiteX4" fmla="*/ 4069556 w 4993473"/>
                  <a:gd name="connsiteY4" fmla="*/ 0 h 1193006"/>
                  <a:gd name="connsiteX5" fmla="*/ 4991100 w 4993473"/>
                  <a:gd name="connsiteY5" fmla="*/ 40481 h 1193006"/>
                  <a:gd name="connsiteX6" fmla="*/ 4140200 w 4993473"/>
                  <a:gd name="connsiteY6" fmla="*/ 1193006 h 1193006"/>
                  <a:gd name="connsiteX7" fmla="*/ 981075 w 4993473"/>
                  <a:gd name="connsiteY7" fmla="*/ 1173956 h 1193006"/>
                  <a:gd name="connsiteX8" fmla="*/ 0 w 4993473"/>
                  <a:gd name="connsiteY8" fmla="*/ 11906 h 1193006"/>
                  <a:gd name="connsiteX0" fmla="*/ 0 w 4993473"/>
                  <a:gd name="connsiteY0" fmla="*/ 11906 h 1193006"/>
                  <a:gd name="connsiteX1" fmla="*/ 923925 w 4993473"/>
                  <a:gd name="connsiteY1" fmla="*/ 2381 h 1193006"/>
                  <a:gd name="connsiteX2" fmla="*/ 1362074 w 4993473"/>
                  <a:gd name="connsiteY2" fmla="*/ 292892 h 1193006"/>
                  <a:gd name="connsiteX3" fmla="*/ 3714750 w 4993473"/>
                  <a:gd name="connsiteY3" fmla="*/ 300831 h 1193006"/>
                  <a:gd name="connsiteX4" fmla="*/ 4069556 w 4993473"/>
                  <a:gd name="connsiteY4" fmla="*/ 0 h 1193006"/>
                  <a:gd name="connsiteX5" fmla="*/ 4991100 w 4993473"/>
                  <a:gd name="connsiteY5" fmla="*/ 40481 h 1193006"/>
                  <a:gd name="connsiteX6" fmla="*/ 4140200 w 4993473"/>
                  <a:gd name="connsiteY6" fmla="*/ 1193006 h 1193006"/>
                  <a:gd name="connsiteX7" fmla="*/ 981075 w 4993473"/>
                  <a:gd name="connsiteY7" fmla="*/ 1173956 h 1193006"/>
                  <a:gd name="connsiteX8" fmla="*/ 0 w 4993473"/>
                  <a:gd name="connsiteY8" fmla="*/ 11906 h 1193006"/>
                  <a:gd name="connsiteX0" fmla="*/ 0 w 4993473"/>
                  <a:gd name="connsiteY0" fmla="*/ 11906 h 1193006"/>
                  <a:gd name="connsiteX1" fmla="*/ 923925 w 4993473"/>
                  <a:gd name="connsiteY1" fmla="*/ 2381 h 1193006"/>
                  <a:gd name="connsiteX2" fmla="*/ 1362074 w 4993473"/>
                  <a:gd name="connsiteY2" fmla="*/ 292892 h 1193006"/>
                  <a:gd name="connsiteX3" fmla="*/ 3714750 w 4993473"/>
                  <a:gd name="connsiteY3" fmla="*/ 300831 h 1193006"/>
                  <a:gd name="connsiteX4" fmla="*/ 4069556 w 4993473"/>
                  <a:gd name="connsiteY4" fmla="*/ 0 h 1193006"/>
                  <a:gd name="connsiteX5" fmla="*/ 4991100 w 4993473"/>
                  <a:gd name="connsiteY5" fmla="*/ 40481 h 1193006"/>
                  <a:gd name="connsiteX6" fmla="*/ 4140200 w 4993473"/>
                  <a:gd name="connsiteY6" fmla="*/ 1193006 h 1193006"/>
                  <a:gd name="connsiteX7" fmla="*/ 981075 w 4993473"/>
                  <a:gd name="connsiteY7" fmla="*/ 1173956 h 1193006"/>
                  <a:gd name="connsiteX8" fmla="*/ 0 w 4993473"/>
                  <a:gd name="connsiteY8" fmla="*/ 11906 h 1193006"/>
                  <a:gd name="connsiteX0" fmla="*/ 0 w 4993473"/>
                  <a:gd name="connsiteY0" fmla="*/ 19049 h 1200149"/>
                  <a:gd name="connsiteX1" fmla="*/ 923925 w 4993473"/>
                  <a:gd name="connsiteY1" fmla="*/ 9524 h 1200149"/>
                  <a:gd name="connsiteX2" fmla="*/ 1362074 w 4993473"/>
                  <a:gd name="connsiteY2" fmla="*/ 300035 h 1200149"/>
                  <a:gd name="connsiteX3" fmla="*/ 3714750 w 4993473"/>
                  <a:gd name="connsiteY3" fmla="*/ 307974 h 1200149"/>
                  <a:gd name="connsiteX4" fmla="*/ 4098131 w 4993473"/>
                  <a:gd name="connsiteY4" fmla="*/ 0 h 1200149"/>
                  <a:gd name="connsiteX5" fmla="*/ 4991100 w 4993473"/>
                  <a:gd name="connsiteY5" fmla="*/ 47624 h 1200149"/>
                  <a:gd name="connsiteX6" fmla="*/ 4140200 w 4993473"/>
                  <a:gd name="connsiteY6" fmla="*/ 1200149 h 1200149"/>
                  <a:gd name="connsiteX7" fmla="*/ 981075 w 4993473"/>
                  <a:gd name="connsiteY7" fmla="*/ 1181099 h 1200149"/>
                  <a:gd name="connsiteX8" fmla="*/ 0 w 4993473"/>
                  <a:gd name="connsiteY8" fmla="*/ 19049 h 1200149"/>
                  <a:gd name="connsiteX0" fmla="*/ 0 w 4993473"/>
                  <a:gd name="connsiteY0" fmla="*/ 21430 h 1202530"/>
                  <a:gd name="connsiteX1" fmla="*/ 923925 w 4993473"/>
                  <a:gd name="connsiteY1" fmla="*/ 11905 h 1202530"/>
                  <a:gd name="connsiteX2" fmla="*/ 1362074 w 4993473"/>
                  <a:gd name="connsiteY2" fmla="*/ 302416 h 1202530"/>
                  <a:gd name="connsiteX3" fmla="*/ 3714750 w 4993473"/>
                  <a:gd name="connsiteY3" fmla="*/ 310355 h 1202530"/>
                  <a:gd name="connsiteX4" fmla="*/ 4093369 w 4993473"/>
                  <a:gd name="connsiteY4" fmla="*/ 0 h 1202530"/>
                  <a:gd name="connsiteX5" fmla="*/ 4991100 w 4993473"/>
                  <a:gd name="connsiteY5" fmla="*/ 50005 h 1202530"/>
                  <a:gd name="connsiteX6" fmla="*/ 4140200 w 4993473"/>
                  <a:gd name="connsiteY6" fmla="*/ 1202530 h 1202530"/>
                  <a:gd name="connsiteX7" fmla="*/ 981075 w 4993473"/>
                  <a:gd name="connsiteY7" fmla="*/ 1183480 h 1202530"/>
                  <a:gd name="connsiteX8" fmla="*/ 0 w 4993473"/>
                  <a:gd name="connsiteY8" fmla="*/ 21430 h 1202530"/>
                  <a:gd name="connsiteX0" fmla="*/ 0 w 5014718"/>
                  <a:gd name="connsiteY0" fmla="*/ 30956 h 1212056"/>
                  <a:gd name="connsiteX1" fmla="*/ 923925 w 5014718"/>
                  <a:gd name="connsiteY1" fmla="*/ 21431 h 1212056"/>
                  <a:gd name="connsiteX2" fmla="*/ 1362074 w 5014718"/>
                  <a:gd name="connsiteY2" fmla="*/ 311942 h 1212056"/>
                  <a:gd name="connsiteX3" fmla="*/ 3714750 w 5014718"/>
                  <a:gd name="connsiteY3" fmla="*/ 319881 h 1212056"/>
                  <a:gd name="connsiteX4" fmla="*/ 4093369 w 5014718"/>
                  <a:gd name="connsiteY4" fmla="*/ 9526 h 1212056"/>
                  <a:gd name="connsiteX5" fmla="*/ 5012531 w 5014718"/>
                  <a:gd name="connsiteY5" fmla="*/ 0 h 1212056"/>
                  <a:gd name="connsiteX6" fmla="*/ 4140200 w 5014718"/>
                  <a:gd name="connsiteY6" fmla="*/ 1212056 h 1212056"/>
                  <a:gd name="connsiteX7" fmla="*/ 981075 w 5014718"/>
                  <a:gd name="connsiteY7" fmla="*/ 1193006 h 1212056"/>
                  <a:gd name="connsiteX8" fmla="*/ 0 w 5014718"/>
                  <a:gd name="connsiteY8" fmla="*/ 30956 h 1212056"/>
                  <a:gd name="connsiteX0" fmla="*/ 0 w 5017080"/>
                  <a:gd name="connsiteY0" fmla="*/ 30956 h 1212056"/>
                  <a:gd name="connsiteX1" fmla="*/ 923925 w 5017080"/>
                  <a:gd name="connsiteY1" fmla="*/ 21431 h 1212056"/>
                  <a:gd name="connsiteX2" fmla="*/ 1362074 w 5017080"/>
                  <a:gd name="connsiteY2" fmla="*/ 311942 h 1212056"/>
                  <a:gd name="connsiteX3" fmla="*/ 3714750 w 5017080"/>
                  <a:gd name="connsiteY3" fmla="*/ 319881 h 1212056"/>
                  <a:gd name="connsiteX4" fmla="*/ 4093369 w 5017080"/>
                  <a:gd name="connsiteY4" fmla="*/ 9526 h 1212056"/>
                  <a:gd name="connsiteX5" fmla="*/ 5014912 w 5017080"/>
                  <a:gd name="connsiteY5" fmla="*/ 0 h 1212056"/>
                  <a:gd name="connsiteX6" fmla="*/ 4140200 w 5017080"/>
                  <a:gd name="connsiteY6" fmla="*/ 1212056 h 1212056"/>
                  <a:gd name="connsiteX7" fmla="*/ 981075 w 5017080"/>
                  <a:gd name="connsiteY7" fmla="*/ 1193006 h 1212056"/>
                  <a:gd name="connsiteX8" fmla="*/ 0 w 5017080"/>
                  <a:gd name="connsiteY8" fmla="*/ 30956 h 1212056"/>
                  <a:gd name="connsiteX0" fmla="*/ 0 w 5026532"/>
                  <a:gd name="connsiteY0" fmla="*/ 28575 h 1209675"/>
                  <a:gd name="connsiteX1" fmla="*/ 923925 w 5026532"/>
                  <a:gd name="connsiteY1" fmla="*/ 19050 h 1209675"/>
                  <a:gd name="connsiteX2" fmla="*/ 1362074 w 5026532"/>
                  <a:gd name="connsiteY2" fmla="*/ 309561 h 1209675"/>
                  <a:gd name="connsiteX3" fmla="*/ 3714750 w 5026532"/>
                  <a:gd name="connsiteY3" fmla="*/ 317500 h 1209675"/>
                  <a:gd name="connsiteX4" fmla="*/ 4093369 w 5026532"/>
                  <a:gd name="connsiteY4" fmla="*/ 7145 h 1209675"/>
                  <a:gd name="connsiteX5" fmla="*/ 5024437 w 5026532"/>
                  <a:gd name="connsiteY5" fmla="*/ 0 h 1209675"/>
                  <a:gd name="connsiteX6" fmla="*/ 4140200 w 5026532"/>
                  <a:gd name="connsiteY6" fmla="*/ 1209675 h 1209675"/>
                  <a:gd name="connsiteX7" fmla="*/ 981075 w 5026532"/>
                  <a:gd name="connsiteY7" fmla="*/ 1190625 h 1209675"/>
                  <a:gd name="connsiteX8" fmla="*/ 0 w 5026532"/>
                  <a:gd name="connsiteY8" fmla="*/ 28575 h 1209675"/>
                  <a:gd name="connsiteX0" fmla="*/ 0 w 5021805"/>
                  <a:gd name="connsiteY0" fmla="*/ 28575 h 1209675"/>
                  <a:gd name="connsiteX1" fmla="*/ 923925 w 5021805"/>
                  <a:gd name="connsiteY1" fmla="*/ 19050 h 1209675"/>
                  <a:gd name="connsiteX2" fmla="*/ 1362074 w 5021805"/>
                  <a:gd name="connsiteY2" fmla="*/ 309561 h 1209675"/>
                  <a:gd name="connsiteX3" fmla="*/ 3714750 w 5021805"/>
                  <a:gd name="connsiteY3" fmla="*/ 317500 h 1209675"/>
                  <a:gd name="connsiteX4" fmla="*/ 4093369 w 5021805"/>
                  <a:gd name="connsiteY4" fmla="*/ 7145 h 1209675"/>
                  <a:gd name="connsiteX5" fmla="*/ 5019674 w 5021805"/>
                  <a:gd name="connsiteY5" fmla="*/ 0 h 1209675"/>
                  <a:gd name="connsiteX6" fmla="*/ 4140200 w 5021805"/>
                  <a:gd name="connsiteY6" fmla="*/ 1209675 h 1209675"/>
                  <a:gd name="connsiteX7" fmla="*/ 981075 w 5021805"/>
                  <a:gd name="connsiteY7" fmla="*/ 1190625 h 1209675"/>
                  <a:gd name="connsiteX8" fmla="*/ 0 w 5021805"/>
                  <a:gd name="connsiteY8" fmla="*/ 28575 h 1209675"/>
                  <a:gd name="connsiteX0" fmla="*/ 0 w 5021805"/>
                  <a:gd name="connsiteY0" fmla="*/ 28575 h 1193006"/>
                  <a:gd name="connsiteX1" fmla="*/ 923925 w 5021805"/>
                  <a:gd name="connsiteY1" fmla="*/ 19050 h 1193006"/>
                  <a:gd name="connsiteX2" fmla="*/ 1362074 w 5021805"/>
                  <a:gd name="connsiteY2" fmla="*/ 309561 h 1193006"/>
                  <a:gd name="connsiteX3" fmla="*/ 3714750 w 5021805"/>
                  <a:gd name="connsiteY3" fmla="*/ 317500 h 1193006"/>
                  <a:gd name="connsiteX4" fmla="*/ 4093369 w 5021805"/>
                  <a:gd name="connsiteY4" fmla="*/ 7145 h 1193006"/>
                  <a:gd name="connsiteX5" fmla="*/ 5019674 w 5021805"/>
                  <a:gd name="connsiteY5" fmla="*/ 0 h 1193006"/>
                  <a:gd name="connsiteX6" fmla="*/ 4140200 w 5021805"/>
                  <a:gd name="connsiteY6" fmla="*/ 1193006 h 1193006"/>
                  <a:gd name="connsiteX7" fmla="*/ 981075 w 5021805"/>
                  <a:gd name="connsiteY7" fmla="*/ 1190625 h 1193006"/>
                  <a:gd name="connsiteX8" fmla="*/ 0 w 5021805"/>
                  <a:gd name="connsiteY8" fmla="*/ 28575 h 1193006"/>
                  <a:gd name="connsiteX0" fmla="*/ 0 w 5022305"/>
                  <a:gd name="connsiteY0" fmla="*/ 28575 h 1193006"/>
                  <a:gd name="connsiteX1" fmla="*/ 923925 w 5022305"/>
                  <a:gd name="connsiteY1" fmla="*/ 19050 h 1193006"/>
                  <a:gd name="connsiteX2" fmla="*/ 1362074 w 5022305"/>
                  <a:gd name="connsiteY2" fmla="*/ 309561 h 1193006"/>
                  <a:gd name="connsiteX3" fmla="*/ 3714750 w 5022305"/>
                  <a:gd name="connsiteY3" fmla="*/ 317500 h 1193006"/>
                  <a:gd name="connsiteX4" fmla="*/ 4093369 w 5022305"/>
                  <a:gd name="connsiteY4" fmla="*/ 7145 h 1193006"/>
                  <a:gd name="connsiteX5" fmla="*/ 5019674 w 5022305"/>
                  <a:gd name="connsiteY5" fmla="*/ 0 h 1193006"/>
                  <a:gd name="connsiteX6" fmla="*/ 4140200 w 5022305"/>
                  <a:gd name="connsiteY6" fmla="*/ 1193006 h 1193006"/>
                  <a:gd name="connsiteX7" fmla="*/ 981075 w 5022305"/>
                  <a:gd name="connsiteY7" fmla="*/ 1190625 h 1193006"/>
                  <a:gd name="connsiteX8" fmla="*/ 0 w 5022305"/>
                  <a:gd name="connsiteY8" fmla="*/ 28575 h 1193006"/>
                  <a:gd name="connsiteX0" fmla="*/ 0 w 5021609"/>
                  <a:gd name="connsiteY0" fmla="*/ 28575 h 1193006"/>
                  <a:gd name="connsiteX1" fmla="*/ 923925 w 5021609"/>
                  <a:gd name="connsiteY1" fmla="*/ 19050 h 1193006"/>
                  <a:gd name="connsiteX2" fmla="*/ 1362074 w 5021609"/>
                  <a:gd name="connsiteY2" fmla="*/ 309561 h 1193006"/>
                  <a:gd name="connsiteX3" fmla="*/ 3714750 w 5021609"/>
                  <a:gd name="connsiteY3" fmla="*/ 317500 h 1193006"/>
                  <a:gd name="connsiteX4" fmla="*/ 4093369 w 5021609"/>
                  <a:gd name="connsiteY4" fmla="*/ 7145 h 1193006"/>
                  <a:gd name="connsiteX5" fmla="*/ 5019674 w 5021609"/>
                  <a:gd name="connsiteY5" fmla="*/ 0 h 1193006"/>
                  <a:gd name="connsiteX6" fmla="*/ 4140200 w 5021609"/>
                  <a:gd name="connsiteY6" fmla="*/ 1193006 h 1193006"/>
                  <a:gd name="connsiteX7" fmla="*/ 981075 w 5021609"/>
                  <a:gd name="connsiteY7" fmla="*/ 1190625 h 1193006"/>
                  <a:gd name="connsiteX8" fmla="*/ 0 w 5021609"/>
                  <a:gd name="connsiteY8" fmla="*/ 28575 h 1193006"/>
                  <a:gd name="connsiteX0" fmla="*/ 0 w 5021609"/>
                  <a:gd name="connsiteY0" fmla="*/ 28575 h 1204912"/>
                  <a:gd name="connsiteX1" fmla="*/ 923925 w 5021609"/>
                  <a:gd name="connsiteY1" fmla="*/ 19050 h 1204912"/>
                  <a:gd name="connsiteX2" fmla="*/ 1362074 w 5021609"/>
                  <a:gd name="connsiteY2" fmla="*/ 309561 h 1204912"/>
                  <a:gd name="connsiteX3" fmla="*/ 3714750 w 5021609"/>
                  <a:gd name="connsiteY3" fmla="*/ 317500 h 1204912"/>
                  <a:gd name="connsiteX4" fmla="*/ 4093369 w 5021609"/>
                  <a:gd name="connsiteY4" fmla="*/ 7145 h 1204912"/>
                  <a:gd name="connsiteX5" fmla="*/ 5019674 w 5021609"/>
                  <a:gd name="connsiteY5" fmla="*/ 0 h 1204912"/>
                  <a:gd name="connsiteX6" fmla="*/ 4140200 w 5021609"/>
                  <a:gd name="connsiteY6" fmla="*/ 1193006 h 1204912"/>
                  <a:gd name="connsiteX7" fmla="*/ 976313 w 5021609"/>
                  <a:gd name="connsiteY7" fmla="*/ 1204912 h 1204912"/>
                  <a:gd name="connsiteX8" fmla="*/ 0 w 5021609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  <a:gd name="connsiteX0" fmla="*/ 0 w 5021704"/>
                  <a:gd name="connsiteY0" fmla="*/ 28575 h 1204912"/>
                  <a:gd name="connsiteX1" fmla="*/ 923925 w 5021704"/>
                  <a:gd name="connsiteY1" fmla="*/ 19050 h 1204912"/>
                  <a:gd name="connsiteX2" fmla="*/ 1362074 w 5021704"/>
                  <a:gd name="connsiteY2" fmla="*/ 309561 h 1204912"/>
                  <a:gd name="connsiteX3" fmla="*/ 3714750 w 5021704"/>
                  <a:gd name="connsiteY3" fmla="*/ 317500 h 1204912"/>
                  <a:gd name="connsiteX4" fmla="*/ 4093369 w 5021704"/>
                  <a:gd name="connsiteY4" fmla="*/ 7145 h 1204912"/>
                  <a:gd name="connsiteX5" fmla="*/ 5019674 w 5021704"/>
                  <a:gd name="connsiteY5" fmla="*/ 0 h 1204912"/>
                  <a:gd name="connsiteX6" fmla="*/ 4154488 w 5021704"/>
                  <a:gd name="connsiteY6" fmla="*/ 1193006 h 1204912"/>
                  <a:gd name="connsiteX7" fmla="*/ 976313 w 5021704"/>
                  <a:gd name="connsiteY7" fmla="*/ 1204912 h 1204912"/>
                  <a:gd name="connsiteX8" fmla="*/ 0 w 5021704"/>
                  <a:gd name="connsiteY8" fmla="*/ 28575 h 1204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21704" h="1204912">
                    <a:moveTo>
                      <a:pt x="0" y="28575"/>
                    </a:moveTo>
                    <a:lnTo>
                      <a:pt x="923925" y="19050"/>
                    </a:lnTo>
                    <a:cubicBezTo>
                      <a:pt x="1015206" y="134937"/>
                      <a:pt x="1066005" y="293687"/>
                      <a:pt x="1362074" y="309561"/>
                    </a:cubicBezTo>
                    <a:lnTo>
                      <a:pt x="3714750" y="317500"/>
                    </a:lnTo>
                    <a:cubicBezTo>
                      <a:pt x="3832224" y="310092"/>
                      <a:pt x="4004469" y="193146"/>
                      <a:pt x="4093369" y="7145"/>
                    </a:cubicBezTo>
                    <a:lnTo>
                      <a:pt x="5019674" y="0"/>
                    </a:lnTo>
                    <a:cubicBezTo>
                      <a:pt x="5047191" y="314325"/>
                      <a:pt x="4796895" y="989012"/>
                      <a:pt x="4154488" y="1193006"/>
                    </a:cubicBezTo>
                    <a:lnTo>
                      <a:pt x="976313" y="1204912"/>
                    </a:lnTo>
                    <a:cubicBezTo>
                      <a:pt x="298450" y="1096168"/>
                      <a:pt x="58738" y="504031"/>
                      <a:pt x="0" y="28575"/>
                    </a:cubicBez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42" name="组合 841"/>
            <p:cNvGrpSpPr/>
            <p:nvPr/>
          </p:nvGrpSpPr>
          <p:grpSpPr>
            <a:xfrm>
              <a:off x="4930868" y="824328"/>
              <a:ext cx="1647528" cy="1707293"/>
              <a:chOff x="4930868" y="824328"/>
              <a:chExt cx="1647528" cy="1707293"/>
            </a:xfrm>
          </p:grpSpPr>
          <p:sp>
            <p:nvSpPr>
              <p:cNvPr id="843" name="任意多边形 842"/>
              <p:cNvSpPr/>
              <p:nvPr/>
            </p:nvSpPr>
            <p:spPr>
              <a:xfrm>
                <a:off x="4930868" y="2214717"/>
                <a:ext cx="270388" cy="310457"/>
              </a:xfrm>
              <a:custGeom>
                <a:avLst/>
                <a:gdLst>
                  <a:gd name="connsiteX0" fmla="*/ 43542 w 1001485"/>
                  <a:gd name="connsiteY0" fmla="*/ 0 h 1161143"/>
                  <a:gd name="connsiteX1" fmla="*/ 1001485 w 1001485"/>
                  <a:gd name="connsiteY1" fmla="*/ 0 h 1161143"/>
                  <a:gd name="connsiteX2" fmla="*/ 986971 w 1001485"/>
                  <a:gd name="connsiteY2" fmla="*/ 1161143 h 1161143"/>
                  <a:gd name="connsiteX3" fmla="*/ 0 w 1001485"/>
                  <a:gd name="connsiteY3" fmla="*/ 1103085 h 1161143"/>
                  <a:gd name="connsiteX4" fmla="*/ 43542 w 1001485"/>
                  <a:gd name="connsiteY4" fmla="*/ 0 h 1161143"/>
                  <a:gd name="connsiteX0" fmla="*/ 43542 w 1001485"/>
                  <a:gd name="connsiteY0" fmla="*/ 0 h 1107168"/>
                  <a:gd name="connsiteX1" fmla="*/ 1001485 w 1001485"/>
                  <a:gd name="connsiteY1" fmla="*/ 0 h 1107168"/>
                  <a:gd name="connsiteX2" fmla="*/ 980621 w 1001485"/>
                  <a:gd name="connsiteY2" fmla="*/ 1107168 h 1107168"/>
                  <a:gd name="connsiteX3" fmla="*/ 0 w 1001485"/>
                  <a:gd name="connsiteY3" fmla="*/ 1103085 h 1107168"/>
                  <a:gd name="connsiteX4" fmla="*/ 43542 w 1001485"/>
                  <a:gd name="connsiteY4" fmla="*/ 0 h 1107168"/>
                  <a:gd name="connsiteX0" fmla="*/ 14967 w 972910"/>
                  <a:gd name="connsiteY0" fmla="*/ 0 h 1109435"/>
                  <a:gd name="connsiteX1" fmla="*/ 972910 w 972910"/>
                  <a:gd name="connsiteY1" fmla="*/ 0 h 1109435"/>
                  <a:gd name="connsiteX2" fmla="*/ 952046 w 972910"/>
                  <a:gd name="connsiteY2" fmla="*/ 1107168 h 1109435"/>
                  <a:gd name="connsiteX3" fmla="*/ 0 w 972910"/>
                  <a:gd name="connsiteY3" fmla="*/ 1109435 h 1109435"/>
                  <a:gd name="connsiteX4" fmla="*/ 14967 w 972910"/>
                  <a:gd name="connsiteY4" fmla="*/ 0 h 1109435"/>
                  <a:gd name="connsiteX0" fmla="*/ 0 w 980168"/>
                  <a:gd name="connsiteY0" fmla="*/ 0 h 1131660"/>
                  <a:gd name="connsiteX1" fmla="*/ 980168 w 980168"/>
                  <a:gd name="connsiteY1" fmla="*/ 22225 h 1131660"/>
                  <a:gd name="connsiteX2" fmla="*/ 959304 w 980168"/>
                  <a:gd name="connsiteY2" fmla="*/ 1129393 h 1131660"/>
                  <a:gd name="connsiteX3" fmla="*/ 7258 w 980168"/>
                  <a:gd name="connsiteY3" fmla="*/ 1131660 h 1131660"/>
                  <a:gd name="connsiteX4" fmla="*/ 0 w 980168"/>
                  <a:gd name="connsiteY4" fmla="*/ 0 h 1131660"/>
                  <a:gd name="connsiteX0" fmla="*/ 0 w 986518"/>
                  <a:gd name="connsiteY0" fmla="*/ 9525 h 1141185"/>
                  <a:gd name="connsiteX1" fmla="*/ 986518 w 986518"/>
                  <a:gd name="connsiteY1" fmla="*/ 0 h 1141185"/>
                  <a:gd name="connsiteX2" fmla="*/ 959304 w 986518"/>
                  <a:gd name="connsiteY2" fmla="*/ 1138918 h 1141185"/>
                  <a:gd name="connsiteX3" fmla="*/ 7258 w 986518"/>
                  <a:gd name="connsiteY3" fmla="*/ 1141185 h 1141185"/>
                  <a:gd name="connsiteX4" fmla="*/ 0 w 986518"/>
                  <a:gd name="connsiteY4" fmla="*/ 9525 h 1141185"/>
                  <a:gd name="connsiteX0" fmla="*/ 0 w 992868"/>
                  <a:gd name="connsiteY0" fmla="*/ 0 h 1131660"/>
                  <a:gd name="connsiteX1" fmla="*/ 992868 w 992868"/>
                  <a:gd name="connsiteY1" fmla="*/ 6350 h 1131660"/>
                  <a:gd name="connsiteX2" fmla="*/ 959304 w 992868"/>
                  <a:gd name="connsiteY2" fmla="*/ 1129393 h 1131660"/>
                  <a:gd name="connsiteX3" fmla="*/ 7258 w 992868"/>
                  <a:gd name="connsiteY3" fmla="*/ 1131660 h 1131660"/>
                  <a:gd name="connsiteX4" fmla="*/ 0 w 992868"/>
                  <a:gd name="connsiteY4" fmla="*/ 0 h 1131660"/>
                  <a:gd name="connsiteX0" fmla="*/ 0 w 983343"/>
                  <a:gd name="connsiteY0" fmla="*/ 0 h 1131660"/>
                  <a:gd name="connsiteX1" fmla="*/ 983343 w 983343"/>
                  <a:gd name="connsiteY1" fmla="*/ 3175 h 1131660"/>
                  <a:gd name="connsiteX2" fmla="*/ 959304 w 983343"/>
                  <a:gd name="connsiteY2" fmla="*/ 1129393 h 1131660"/>
                  <a:gd name="connsiteX3" fmla="*/ 7258 w 983343"/>
                  <a:gd name="connsiteY3" fmla="*/ 1131660 h 1131660"/>
                  <a:gd name="connsiteX4" fmla="*/ 0 w 983343"/>
                  <a:gd name="connsiteY4" fmla="*/ 0 h 1131660"/>
                  <a:gd name="connsiteX0" fmla="*/ 5813 w 989156"/>
                  <a:gd name="connsiteY0" fmla="*/ 0 h 1129393"/>
                  <a:gd name="connsiteX1" fmla="*/ 989156 w 989156"/>
                  <a:gd name="connsiteY1" fmla="*/ 3175 h 1129393"/>
                  <a:gd name="connsiteX2" fmla="*/ 965117 w 989156"/>
                  <a:gd name="connsiteY2" fmla="*/ 1129393 h 1129393"/>
                  <a:gd name="connsiteX3" fmla="*/ 371 w 989156"/>
                  <a:gd name="connsiteY3" fmla="*/ 1128485 h 1129393"/>
                  <a:gd name="connsiteX4" fmla="*/ 5813 w 989156"/>
                  <a:gd name="connsiteY4" fmla="*/ 0 h 1129393"/>
                  <a:gd name="connsiteX0" fmla="*/ 5813 w 989156"/>
                  <a:gd name="connsiteY0" fmla="*/ 0 h 1135743"/>
                  <a:gd name="connsiteX1" fmla="*/ 989156 w 989156"/>
                  <a:gd name="connsiteY1" fmla="*/ 3175 h 1135743"/>
                  <a:gd name="connsiteX2" fmla="*/ 974642 w 989156"/>
                  <a:gd name="connsiteY2" fmla="*/ 1135743 h 1135743"/>
                  <a:gd name="connsiteX3" fmla="*/ 371 w 989156"/>
                  <a:gd name="connsiteY3" fmla="*/ 1128485 h 1135743"/>
                  <a:gd name="connsiteX4" fmla="*/ 5813 w 989156"/>
                  <a:gd name="connsiteY4" fmla="*/ 0 h 113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156" h="1135743">
                    <a:moveTo>
                      <a:pt x="5813" y="0"/>
                    </a:moveTo>
                    <a:lnTo>
                      <a:pt x="989156" y="3175"/>
                    </a:lnTo>
                    <a:lnTo>
                      <a:pt x="974642" y="1135743"/>
                    </a:lnTo>
                    <a:lnTo>
                      <a:pt x="371" y="1128485"/>
                    </a:lnTo>
                    <a:cubicBezTo>
                      <a:pt x="-2048" y="751265"/>
                      <a:pt x="8232" y="377220"/>
                      <a:pt x="5813" y="0"/>
                    </a:cubicBez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4" name="任意多边形 843"/>
              <p:cNvSpPr/>
              <p:nvPr/>
            </p:nvSpPr>
            <p:spPr>
              <a:xfrm>
                <a:off x="4933243" y="824328"/>
                <a:ext cx="1645153" cy="1341539"/>
              </a:xfrm>
              <a:custGeom>
                <a:avLst/>
                <a:gdLst>
                  <a:gd name="connsiteX0" fmla="*/ 29028 w 6023428"/>
                  <a:gd name="connsiteY0" fmla="*/ 537028 h 4586514"/>
                  <a:gd name="connsiteX1" fmla="*/ 1814285 w 6023428"/>
                  <a:gd name="connsiteY1" fmla="*/ 0 h 4586514"/>
                  <a:gd name="connsiteX2" fmla="*/ 2772228 w 6023428"/>
                  <a:gd name="connsiteY2" fmla="*/ 4194628 h 4586514"/>
                  <a:gd name="connsiteX3" fmla="*/ 3193143 w 6023428"/>
                  <a:gd name="connsiteY3" fmla="*/ 4252685 h 4586514"/>
                  <a:gd name="connsiteX4" fmla="*/ 4165600 w 6023428"/>
                  <a:gd name="connsiteY4" fmla="*/ 304800 h 4586514"/>
                  <a:gd name="connsiteX5" fmla="*/ 6023428 w 6023428"/>
                  <a:gd name="connsiteY5" fmla="*/ 566057 h 4586514"/>
                  <a:gd name="connsiteX6" fmla="*/ 6008914 w 6023428"/>
                  <a:gd name="connsiteY6" fmla="*/ 4572000 h 4586514"/>
                  <a:gd name="connsiteX7" fmla="*/ 5065485 w 6023428"/>
                  <a:gd name="connsiteY7" fmla="*/ 4557485 h 4586514"/>
                  <a:gd name="connsiteX8" fmla="*/ 5050971 w 6023428"/>
                  <a:gd name="connsiteY8" fmla="*/ 885371 h 4586514"/>
                  <a:gd name="connsiteX9" fmla="*/ 4804228 w 6023428"/>
                  <a:gd name="connsiteY9" fmla="*/ 885371 h 4586514"/>
                  <a:gd name="connsiteX10" fmla="*/ 4034971 w 6023428"/>
                  <a:gd name="connsiteY10" fmla="*/ 4586514 h 4586514"/>
                  <a:gd name="connsiteX11" fmla="*/ 1988457 w 6023428"/>
                  <a:gd name="connsiteY11" fmla="*/ 4572000 h 4586514"/>
                  <a:gd name="connsiteX12" fmla="*/ 1219200 w 6023428"/>
                  <a:gd name="connsiteY12" fmla="*/ 1016000 h 4586514"/>
                  <a:gd name="connsiteX13" fmla="*/ 943428 w 6023428"/>
                  <a:gd name="connsiteY13" fmla="*/ 1030514 h 4586514"/>
                  <a:gd name="connsiteX14" fmla="*/ 972457 w 6023428"/>
                  <a:gd name="connsiteY14" fmla="*/ 4572000 h 4586514"/>
                  <a:gd name="connsiteX15" fmla="*/ 0 w 6023428"/>
                  <a:gd name="connsiteY15" fmla="*/ 4528457 h 4586514"/>
                  <a:gd name="connsiteX16" fmla="*/ 29028 w 6023428"/>
                  <a:gd name="connsiteY16" fmla="*/ 537028 h 4586514"/>
                  <a:gd name="connsiteX0" fmla="*/ 29028 w 6023428"/>
                  <a:gd name="connsiteY0" fmla="*/ 537028 h 4586514"/>
                  <a:gd name="connsiteX1" fmla="*/ 1814285 w 6023428"/>
                  <a:gd name="connsiteY1" fmla="*/ 0 h 4586514"/>
                  <a:gd name="connsiteX2" fmla="*/ 2772228 w 6023428"/>
                  <a:gd name="connsiteY2" fmla="*/ 4194628 h 4586514"/>
                  <a:gd name="connsiteX3" fmla="*/ 3193143 w 6023428"/>
                  <a:gd name="connsiteY3" fmla="*/ 4252685 h 4586514"/>
                  <a:gd name="connsiteX4" fmla="*/ 4098925 w 6023428"/>
                  <a:gd name="connsiteY4" fmla="*/ 314325 h 4586514"/>
                  <a:gd name="connsiteX5" fmla="*/ 6023428 w 6023428"/>
                  <a:gd name="connsiteY5" fmla="*/ 566057 h 4586514"/>
                  <a:gd name="connsiteX6" fmla="*/ 6008914 w 6023428"/>
                  <a:gd name="connsiteY6" fmla="*/ 4572000 h 4586514"/>
                  <a:gd name="connsiteX7" fmla="*/ 5065485 w 6023428"/>
                  <a:gd name="connsiteY7" fmla="*/ 4557485 h 4586514"/>
                  <a:gd name="connsiteX8" fmla="*/ 5050971 w 6023428"/>
                  <a:gd name="connsiteY8" fmla="*/ 885371 h 4586514"/>
                  <a:gd name="connsiteX9" fmla="*/ 4804228 w 6023428"/>
                  <a:gd name="connsiteY9" fmla="*/ 885371 h 4586514"/>
                  <a:gd name="connsiteX10" fmla="*/ 4034971 w 6023428"/>
                  <a:gd name="connsiteY10" fmla="*/ 4586514 h 4586514"/>
                  <a:gd name="connsiteX11" fmla="*/ 1988457 w 6023428"/>
                  <a:gd name="connsiteY11" fmla="*/ 4572000 h 4586514"/>
                  <a:gd name="connsiteX12" fmla="*/ 1219200 w 6023428"/>
                  <a:gd name="connsiteY12" fmla="*/ 1016000 h 4586514"/>
                  <a:gd name="connsiteX13" fmla="*/ 943428 w 6023428"/>
                  <a:gd name="connsiteY13" fmla="*/ 1030514 h 4586514"/>
                  <a:gd name="connsiteX14" fmla="*/ 972457 w 6023428"/>
                  <a:gd name="connsiteY14" fmla="*/ 4572000 h 4586514"/>
                  <a:gd name="connsiteX15" fmla="*/ 0 w 6023428"/>
                  <a:gd name="connsiteY15" fmla="*/ 4528457 h 4586514"/>
                  <a:gd name="connsiteX16" fmla="*/ 29028 w 6023428"/>
                  <a:gd name="connsiteY16" fmla="*/ 537028 h 4586514"/>
                  <a:gd name="connsiteX0" fmla="*/ 29028 w 6023428"/>
                  <a:gd name="connsiteY0" fmla="*/ 537028 h 4586514"/>
                  <a:gd name="connsiteX1" fmla="*/ 1814285 w 6023428"/>
                  <a:gd name="connsiteY1" fmla="*/ 0 h 4586514"/>
                  <a:gd name="connsiteX2" fmla="*/ 2829378 w 6023428"/>
                  <a:gd name="connsiteY2" fmla="*/ 4194628 h 4586514"/>
                  <a:gd name="connsiteX3" fmla="*/ 3193143 w 6023428"/>
                  <a:gd name="connsiteY3" fmla="*/ 4252685 h 4586514"/>
                  <a:gd name="connsiteX4" fmla="*/ 4098925 w 6023428"/>
                  <a:gd name="connsiteY4" fmla="*/ 314325 h 4586514"/>
                  <a:gd name="connsiteX5" fmla="*/ 6023428 w 6023428"/>
                  <a:gd name="connsiteY5" fmla="*/ 566057 h 4586514"/>
                  <a:gd name="connsiteX6" fmla="*/ 6008914 w 6023428"/>
                  <a:gd name="connsiteY6" fmla="*/ 4572000 h 4586514"/>
                  <a:gd name="connsiteX7" fmla="*/ 5065485 w 6023428"/>
                  <a:gd name="connsiteY7" fmla="*/ 4557485 h 4586514"/>
                  <a:gd name="connsiteX8" fmla="*/ 5050971 w 6023428"/>
                  <a:gd name="connsiteY8" fmla="*/ 885371 h 4586514"/>
                  <a:gd name="connsiteX9" fmla="*/ 4804228 w 6023428"/>
                  <a:gd name="connsiteY9" fmla="*/ 885371 h 4586514"/>
                  <a:gd name="connsiteX10" fmla="*/ 4034971 w 6023428"/>
                  <a:gd name="connsiteY10" fmla="*/ 4586514 h 4586514"/>
                  <a:gd name="connsiteX11" fmla="*/ 1988457 w 6023428"/>
                  <a:gd name="connsiteY11" fmla="*/ 4572000 h 4586514"/>
                  <a:gd name="connsiteX12" fmla="*/ 1219200 w 6023428"/>
                  <a:gd name="connsiteY12" fmla="*/ 1016000 h 4586514"/>
                  <a:gd name="connsiteX13" fmla="*/ 943428 w 6023428"/>
                  <a:gd name="connsiteY13" fmla="*/ 1030514 h 4586514"/>
                  <a:gd name="connsiteX14" fmla="*/ 972457 w 6023428"/>
                  <a:gd name="connsiteY14" fmla="*/ 4572000 h 4586514"/>
                  <a:gd name="connsiteX15" fmla="*/ 0 w 6023428"/>
                  <a:gd name="connsiteY15" fmla="*/ 4528457 h 4586514"/>
                  <a:gd name="connsiteX16" fmla="*/ 29028 w 6023428"/>
                  <a:gd name="connsiteY16" fmla="*/ 537028 h 4586514"/>
                  <a:gd name="connsiteX0" fmla="*/ 29028 w 6023428"/>
                  <a:gd name="connsiteY0" fmla="*/ 537028 h 4586514"/>
                  <a:gd name="connsiteX1" fmla="*/ 1814285 w 6023428"/>
                  <a:gd name="connsiteY1" fmla="*/ 0 h 4586514"/>
                  <a:gd name="connsiteX2" fmla="*/ 2883353 w 6023428"/>
                  <a:gd name="connsiteY2" fmla="*/ 4232728 h 4586514"/>
                  <a:gd name="connsiteX3" fmla="*/ 3193143 w 6023428"/>
                  <a:gd name="connsiteY3" fmla="*/ 4252685 h 4586514"/>
                  <a:gd name="connsiteX4" fmla="*/ 4098925 w 6023428"/>
                  <a:gd name="connsiteY4" fmla="*/ 314325 h 4586514"/>
                  <a:gd name="connsiteX5" fmla="*/ 6023428 w 6023428"/>
                  <a:gd name="connsiteY5" fmla="*/ 566057 h 4586514"/>
                  <a:gd name="connsiteX6" fmla="*/ 6008914 w 6023428"/>
                  <a:gd name="connsiteY6" fmla="*/ 4572000 h 4586514"/>
                  <a:gd name="connsiteX7" fmla="*/ 5065485 w 6023428"/>
                  <a:gd name="connsiteY7" fmla="*/ 4557485 h 4586514"/>
                  <a:gd name="connsiteX8" fmla="*/ 5050971 w 6023428"/>
                  <a:gd name="connsiteY8" fmla="*/ 885371 h 4586514"/>
                  <a:gd name="connsiteX9" fmla="*/ 4804228 w 6023428"/>
                  <a:gd name="connsiteY9" fmla="*/ 885371 h 4586514"/>
                  <a:gd name="connsiteX10" fmla="*/ 4034971 w 6023428"/>
                  <a:gd name="connsiteY10" fmla="*/ 4586514 h 4586514"/>
                  <a:gd name="connsiteX11" fmla="*/ 1988457 w 6023428"/>
                  <a:gd name="connsiteY11" fmla="*/ 4572000 h 4586514"/>
                  <a:gd name="connsiteX12" fmla="*/ 1219200 w 6023428"/>
                  <a:gd name="connsiteY12" fmla="*/ 1016000 h 4586514"/>
                  <a:gd name="connsiteX13" fmla="*/ 943428 w 6023428"/>
                  <a:gd name="connsiteY13" fmla="*/ 1030514 h 4586514"/>
                  <a:gd name="connsiteX14" fmla="*/ 972457 w 6023428"/>
                  <a:gd name="connsiteY14" fmla="*/ 4572000 h 4586514"/>
                  <a:gd name="connsiteX15" fmla="*/ 0 w 6023428"/>
                  <a:gd name="connsiteY15" fmla="*/ 4528457 h 4586514"/>
                  <a:gd name="connsiteX16" fmla="*/ 29028 w 6023428"/>
                  <a:gd name="connsiteY16" fmla="*/ 537028 h 4586514"/>
                  <a:gd name="connsiteX0" fmla="*/ 29028 w 6023428"/>
                  <a:gd name="connsiteY0" fmla="*/ 537028 h 4586514"/>
                  <a:gd name="connsiteX1" fmla="*/ 1814285 w 6023428"/>
                  <a:gd name="connsiteY1" fmla="*/ 0 h 4586514"/>
                  <a:gd name="connsiteX2" fmla="*/ 2883353 w 6023428"/>
                  <a:gd name="connsiteY2" fmla="*/ 4232728 h 4586514"/>
                  <a:gd name="connsiteX3" fmla="*/ 3193143 w 6023428"/>
                  <a:gd name="connsiteY3" fmla="*/ 4252685 h 4586514"/>
                  <a:gd name="connsiteX4" fmla="*/ 4098925 w 6023428"/>
                  <a:gd name="connsiteY4" fmla="*/ 314325 h 4586514"/>
                  <a:gd name="connsiteX5" fmla="*/ 6023428 w 6023428"/>
                  <a:gd name="connsiteY5" fmla="*/ 566057 h 4586514"/>
                  <a:gd name="connsiteX6" fmla="*/ 6008914 w 6023428"/>
                  <a:gd name="connsiteY6" fmla="*/ 4572000 h 4586514"/>
                  <a:gd name="connsiteX7" fmla="*/ 5065485 w 6023428"/>
                  <a:gd name="connsiteY7" fmla="*/ 4557485 h 4586514"/>
                  <a:gd name="connsiteX8" fmla="*/ 5050971 w 6023428"/>
                  <a:gd name="connsiteY8" fmla="*/ 885371 h 4586514"/>
                  <a:gd name="connsiteX9" fmla="*/ 4804228 w 6023428"/>
                  <a:gd name="connsiteY9" fmla="*/ 885371 h 4586514"/>
                  <a:gd name="connsiteX10" fmla="*/ 4034971 w 6023428"/>
                  <a:gd name="connsiteY10" fmla="*/ 4586514 h 4586514"/>
                  <a:gd name="connsiteX11" fmla="*/ 1988457 w 6023428"/>
                  <a:gd name="connsiteY11" fmla="*/ 4572000 h 4586514"/>
                  <a:gd name="connsiteX12" fmla="*/ 1219200 w 6023428"/>
                  <a:gd name="connsiteY12" fmla="*/ 1016000 h 4586514"/>
                  <a:gd name="connsiteX13" fmla="*/ 943428 w 6023428"/>
                  <a:gd name="connsiteY13" fmla="*/ 1030514 h 4586514"/>
                  <a:gd name="connsiteX14" fmla="*/ 972457 w 6023428"/>
                  <a:gd name="connsiteY14" fmla="*/ 4572000 h 4586514"/>
                  <a:gd name="connsiteX15" fmla="*/ 0 w 6023428"/>
                  <a:gd name="connsiteY15" fmla="*/ 4528457 h 4586514"/>
                  <a:gd name="connsiteX16" fmla="*/ 29028 w 6023428"/>
                  <a:gd name="connsiteY16" fmla="*/ 537028 h 4586514"/>
                  <a:gd name="connsiteX0" fmla="*/ 29028 w 6023428"/>
                  <a:gd name="connsiteY0" fmla="*/ 537028 h 4586514"/>
                  <a:gd name="connsiteX1" fmla="*/ 1814285 w 6023428"/>
                  <a:gd name="connsiteY1" fmla="*/ 0 h 4586514"/>
                  <a:gd name="connsiteX2" fmla="*/ 2883353 w 6023428"/>
                  <a:gd name="connsiteY2" fmla="*/ 4232728 h 4586514"/>
                  <a:gd name="connsiteX3" fmla="*/ 3193143 w 6023428"/>
                  <a:gd name="connsiteY3" fmla="*/ 4252685 h 4586514"/>
                  <a:gd name="connsiteX4" fmla="*/ 4098925 w 6023428"/>
                  <a:gd name="connsiteY4" fmla="*/ 314325 h 4586514"/>
                  <a:gd name="connsiteX5" fmla="*/ 6023428 w 6023428"/>
                  <a:gd name="connsiteY5" fmla="*/ 566057 h 4586514"/>
                  <a:gd name="connsiteX6" fmla="*/ 6008914 w 6023428"/>
                  <a:gd name="connsiteY6" fmla="*/ 4572000 h 4586514"/>
                  <a:gd name="connsiteX7" fmla="*/ 5065485 w 6023428"/>
                  <a:gd name="connsiteY7" fmla="*/ 4557485 h 4586514"/>
                  <a:gd name="connsiteX8" fmla="*/ 5050971 w 6023428"/>
                  <a:gd name="connsiteY8" fmla="*/ 885371 h 4586514"/>
                  <a:gd name="connsiteX9" fmla="*/ 4804228 w 6023428"/>
                  <a:gd name="connsiteY9" fmla="*/ 885371 h 4586514"/>
                  <a:gd name="connsiteX10" fmla="*/ 4034971 w 6023428"/>
                  <a:gd name="connsiteY10" fmla="*/ 4586514 h 4586514"/>
                  <a:gd name="connsiteX11" fmla="*/ 1988457 w 6023428"/>
                  <a:gd name="connsiteY11" fmla="*/ 4572000 h 4586514"/>
                  <a:gd name="connsiteX12" fmla="*/ 1219200 w 6023428"/>
                  <a:gd name="connsiteY12" fmla="*/ 1016000 h 4586514"/>
                  <a:gd name="connsiteX13" fmla="*/ 943428 w 6023428"/>
                  <a:gd name="connsiteY13" fmla="*/ 1030514 h 4586514"/>
                  <a:gd name="connsiteX14" fmla="*/ 972457 w 6023428"/>
                  <a:gd name="connsiteY14" fmla="*/ 4572000 h 4586514"/>
                  <a:gd name="connsiteX15" fmla="*/ 0 w 6023428"/>
                  <a:gd name="connsiteY15" fmla="*/ 4528457 h 4586514"/>
                  <a:gd name="connsiteX16" fmla="*/ 29028 w 6023428"/>
                  <a:gd name="connsiteY16" fmla="*/ 537028 h 4586514"/>
                  <a:gd name="connsiteX0" fmla="*/ 29028 w 6023428"/>
                  <a:gd name="connsiteY0" fmla="*/ 537028 h 4586514"/>
                  <a:gd name="connsiteX1" fmla="*/ 1814285 w 6023428"/>
                  <a:gd name="connsiteY1" fmla="*/ 0 h 4586514"/>
                  <a:gd name="connsiteX2" fmla="*/ 2883353 w 6023428"/>
                  <a:gd name="connsiteY2" fmla="*/ 4232728 h 4586514"/>
                  <a:gd name="connsiteX3" fmla="*/ 3193143 w 6023428"/>
                  <a:gd name="connsiteY3" fmla="*/ 4252685 h 4586514"/>
                  <a:gd name="connsiteX4" fmla="*/ 4098925 w 6023428"/>
                  <a:gd name="connsiteY4" fmla="*/ 314325 h 4586514"/>
                  <a:gd name="connsiteX5" fmla="*/ 6023428 w 6023428"/>
                  <a:gd name="connsiteY5" fmla="*/ 566057 h 4586514"/>
                  <a:gd name="connsiteX6" fmla="*/ 6008914 w 6023428"/>
                  <a:gd name="connsiteY6" fmla="*/ 4572000 h 4586514"/>
                  <a:gd name="connsiteX7" fmla="*/ 5065485 w 6023428"/>
                  <a:gd name="connsiteY7" fmla="*/ 4557485 h 4586514"/>
                  <a:gd name="connsiteX8" fmla="*/ 5050971 w 6023428"/>
                  <a:gd name="connsiteY8" fmla="*/ 885371 h 4586514"/>
                  <a:gd name="connsiteX9" fmla="*/ 4804228 w 6023428"/>
                  <a:gd name="connsiteY9" fmla="*/ 885371 h 4586514"/>
                  <a:gd name="connsiteX10" fmla="*/ 4034971 w 6023428"/>
                  <a:gd name="connsiteY10" fmla="*/ 4586514 h 4586514"/>
                  <a:gd name="connsiteX11" fmla="*/ 1988457 w 6023428"/>
                  <a:gd name="connsiteY11" fmla="*/ 4572000 h 4586514"/>
                  <a:gd name="connsiteX12" fmla="*/ 1219200 w 6023428"/>
                  <a:gd name="connsiteY12" fmla="*/ 1016000 h 4586514"/>
                  <a:gd name="connsiteX13" fmla="*/ 943428 w 6023428"/>
                  <a:gd name="connsiteY13" fmla="*/ 1030514 h 4586514"/>
                  <a:gd name="connsiteX14" fmla="*/ 972457 w 6023428"/>
                  <a:gd name="connsiteY14" fmla="*/ 4572000 h 4586514"/>
                  <a:gd name="connsiteX15" fmla="*/ 0 w 6023428"/>
                  <a:gd name="connsiteY15" fmla="*/ 4528457 h 4586514"/>
                  <a:gd name="connsiteX16" fmla="*/ 29028 w 6023428"/>
                  <a:gd name="connsiteY16" fmla="*/ 537028 h 4586514"/>
                  <a:gd name="connsiteX0" fmla="*/ 29028 w 6023428"/>
                  <a:gd name="connsiteY0" fmla="*/ 537028 h 4586514"/>
                  <a:gd name="connsiteX1" fmla="*/ 1814285 w 6023428"/>
                  <a:gd name="connsiteY1" fmla="*/ 0 h 4586514"/>
                  <a:gd name="connsiteX2" fmla="*/ 2883353 w 6023428"/>
                  <a:gd name="connsiteY2" fmla="*/ 4232728 h 4586514"/>
                  <a:gd name="connsiteX3" fmla="*/ 3193143 w 6023428"/>
                  <a:gd name="connsiteY3" fmla="*/ 4252685 h 4586514"/>
                  <a:gd name="connsiteX4" fmla="*/ 4098925 w 6023428"/>
                  <a:gd name="connsiteY4" fmla="*/ 314325 h 4586514"/>
                  <a:gd name="connsiteX5" fmla="*/ 6023428 w 6023428"/>
                  <a:gd name="connsiteY5" fmla="*/ 566057 h 4586514"/>
                  <a:gd name="connsiteX6" fmla="*/ 6008914 w 6023428"/>
                  <a:gd name="connsiteY6" fmla="*/ 4572000 h 4586514"/>
                  <a:gd name="connsiteX7" fmla="*/ 5065485 w 6023428"/>
                  <a:gd name="connsiteY7" fmla="*/ 4557485 h 4586514"/>
                  <a:gd name="connsiteX8" fmla="*/ 5050971 w 6023428"/>
                  <a:gd name="connsiteY8" fmla="*/ 885371 h 4586514"/>
                  <a:gd name="connsiteX9" fmla="*/ 4804228 w 6023428"/>
                  <a:gd name="connsiteY9" fmla="*/ 885371 h 4586514"/>
                  <a:gd name="connsiteX10" fmla="*/ 4034971 w 6023428"/>
                  <a:gd name="connsiteY10" fmla="*/ 4586514 h 4586514"/>
                  <a:gd name="connsiteX11" fmla="*/ 1988457 w 6023428"/>
                  <a:gd name="connsiteY11" fmla="*/ 4572000 h 4586514"/>
                  <a:gd name="connsiteX12" fmla="*/ 1219200 w 6023428"/>
                  <a:gd name="connsiteY12" fmla="*/ 1016000 h 4586514"/>
                  <a:gd name="connsiteX13" fmla="*/ 943428 w 6023428"/>
                  <a:gd name="connsiteY13" fmla="*/ 1030514 h 4586514"/>
                  <a:gd name="connsiteX14" fmla="*/ 972457 w 6023428"/>
                  <a:gd name="connsiteY14" fmla="*/ 4572000 h 4586514"/>
                  <a:gd name="connsiteX15" fmla="*/ 0 w 6023428"/>
                  <a:gd name="connsiteY15" fmla="*/ 4528457 h 4586514"/>
                  <a:gd name="connsiteX16" fmla="*/ 29028 w 6023428"/>
                  <a:gd name="connsiteY16" fmla="*/ 537028 h 4586514"/>
                  <a:gd name="connsiteX0" fmla="*/ 29028 w 6023428"/>
                  <a:gd name="connsiteY0" fmla="*/ 537028 h 4586514"/>
                  <a:gd name="connsiteX1" fmla="*/ 1814285 w 6023428"/>
                  <a:gd name="connsiteY1" fmla="*/ 0 h 4586514"/>
                  <a:gd name="connsiteX2" fmla="*/ 2883353 w 6023428"/>
                  <a:gd name="connsiteY2" fmla="*/ 4232728 h 4586514"/>
                  <a:gd name="connsiteX3" fmla="*/ 3193143 w 6023428"/>
                  <a:gd name="connsiteY3" fmla="*/ 4252685 h 4586514"/>
                  <a:gd name="connsiteX4" fmla="*/ 4098925 w 6023428"/>
                  <a:gd name="connsiteY4" fmla="*/ 314325 h 4586514"/>
                  <a:gd name="connsiteX5" fmla="*/ 6023428 w 6023428"/>
                  <a:gd name="connsiteY5" fmla="*/ 566057 h 4586514"/>
                  <a:gd name="connsiteX6" fmla="*/ 6008914 w 6023428"/>
                  <a:gd name="connsiteY6" fmla="*/ 4572000 h 4586514"/>
                  <a:gd name="connsiteX7" fmla="*/ 5065485 w 6023428"/>
                  <a:gd name="connsiteY7" fmla="*/ 4557485 h 4586514"/>
                  <a:gd name="connsiteX8" fmla="*/ 5050971 w 6023428"/>
                  <a:gd name="connsiteY8" fmla="*/ 885371 h 4586514"/>
                  <a:gd name="connsiteX9" fmla="*/ 4804228 w 6023428"/>
                  <a:gd name="connsiteY9" fmla="*/ 885371 h 4586514"/>
                  <a:gd name="connsiteX10" fmla="*/ 4034971 w 6023428"/>
                  <a:gd name="connsiteY10" fmla="*/ 4586514 h 4586514"/>
                  <a:gd name="connsiteX11" fmla="*/ 1988457 w 6023428"/>
                  <a:gd name="connsiteY11" fmla="*/ 4572000 h 4586514"/>
                  <a:gd name="connsiteX12" fmla="*/ 1219200 w 6023428"/>
                  <a:gd name="connsiteY12" fmla="*/ 1016000 h 4586514"/>
                  <a:gd name="connsiteX13" fmla="*/ 943428 w 6023428"/>
                  <a:gd name="connsiteY13" fmla="*/ 1030514 h 4586514"/>
                  <a:gd name="connsiteX14" fmla="*/ 972457 w 6023428"/>
                  <a:gd name="connsiteY14" fmla="*/ 4572000 h 4586514"/>
                  <a:gd name="connsiteX15" fmla="*/ 0 w 6023428"/>
                  <a:gd name="connsiteY15" fmla="*/ 4528457 h 4586514"/>
                  <a:gd name="connsiteX16" fmla="*/ 29028 w 6023428"/>
                  <a:gd name="connsiteY16" fmla="*/ 537028 h 4586514"/>
                  <a:gd name="connsiteX0" fmla="*/ 29028 w 6023428"/>
                  <a:gd name="connsiteY0" fmla="*/ 537028 h 4586514"/>
                  <a:gd name="connsiteX1" fmla="*/ 1814285 w 6023428"/>
                  <a:gd name="connsiteY1" fmla="*/ 0 h 4586514"/>
                  <a:gd name="connsiteX2" fmla="*/ 2883353 w 6023428"/>
                  <a:gd name="connsiteY2" fmla="*/ 4232728 h 4586514"/>
                  <a:gd name="connsiteX3" fmla="*/ 3193143 w 6023428"/>
                  <a:gd name="connsiteY3" fmla="*/ 4252685 h 4586514"/>
                  <a:gd name="connsiteX4" fmla="*/ 4098925 w 6023428"/>
                  <a:gd name="connsiteY4" fmla="*/ 314325 h 4586514"/>
                  <a:gd name="connsiteX5" fmla="*/ 6023428 w 6023428"/>
                  <a:gd name="connsiteY5" fmla="*/ 566057 h 4586514"/>
                  <a:gd name="connsiteX6" fmla="*/ 6008914 w 6023428"/>
                  <a:gd name="connsiteY6" fmla="*/ 4572000 h 4586514"/>
                  <a:gd name="connsiteX7" fmla="*/ 5065485 w 6023428"/>
                  <a:gd name="connsiteY7" fmla="*/ 4557485 h 4586514"/>
                  <a:gd name="connsiteX8" fmla="*/ 5050971 w 6023428"/>
                  <a:gd name="connsiteY8" fmla="*/ 885371 h 4586514"/>
                  <a:gd name="connsiteX9" fmla="*/ 4804228 w 6023428"/>
                  <a:gd name="connsiteY9" fmla="*/ 885371 h 4586514"/>
                  <a:gd name="connsiteX10" fmla="*/ 4034971 w 6023428"/>
                  <a:gd name="connsiteY10" fmla="*/ 4586514 h 4586514"/>
                  <a:gd name="connsiteX11" fmla="*/ 1988457 w 6023428"/>
                  <a:gd name="connsiteY11" fmla="*/ 4572000 h 4586514"/>
                  <a:gd name="connsiteX12" fmla="*/ 1219200 w 6023428"/>
                  <a:gd name="connsiteY12" fmla="*/ 1016000 h 4586514"/>
                  <a:gd name="connsiteX13" fmla="*/ 943428 w 6023428"/>
                  <a:gd name="connsiteY13" fmla="*/ 1030514 h 4586514"/>
                  <a:gd name="connsiteX14" fmla="*/ 972457 w 6023428"/>
                  <a:gd name="connsiteY14" fmla="*/ 4572000 h 4586514"/>
                  <a:gd name="connsiteX15" fmla="*/ 0 w 6023428"/>
                  <a:gd name="connsiteY15" fmla="*/ 4528457 h 4586514"/>
                  <a:gd name="connsiteX16" fmla="*/ 29028 w 6023428"/>
                  <a:gd name="connsiteY16" fmla="*/ 537028 h 4586514"/>
                  <a:gd name="connsiteX0" fmla="*/ 29028 w 6023428"/>
                  <a:gd name="connsiteY0" fmla="*/ 537028 h 4613275"/>
                  <a:gd name="connsiteX1" fmla="*/ 1814285 w 6023428"/>
                  <a:gd name="connsiteY1" fmla="*/ 0 h 4613275"/>
                  <a:gd name="connsiteX2" fmla="*/ 2883353 w 6023428"/>
                  <a:gd name="connsiteY2" fmla="*/ 4232728 h 4613275"/>
                  <a:gd name="connsiteX3" fmla="*/ 3193143 w 6023428"/>
                  <a:gd name="connsiteY3" fmla="*/ 4252685 h 4613275"/>
                  <a:gd name="connsiteX4" fmla="*/ 4098925 w 6023428"/>
                  <a:gd name="connsiteY4" fmla="*/ 314325 h 4613275"/>
                  <a:gd name="connsiteX5" fmla="*/ 6023428 w 6023428"/>
                  <a:gd name="connsiteY5" fmla="*/ 566057 h 4613275"/>
                  <a:gd name="connsiteX6" fmla="*/ 6008914 w 6023428"/>
                  <a:gd name="connsiteY6" fmla="*/ 4572000 h 4613275"/>
                  <a:gd name="connsiteX7" fmla="*/ 5065485 w 6023428"/>
                  <a:gd name="connsiteY7" fmla="*/ 4557485 h 4613275"/>
                  <a:gd name="connsiteX8" fmla="*/ 5050971 w 6023428"/>
                  <a:gd name="connsiteY8" fmla="*/ 885371 h 4613275"/>
                  <a:gd name="connsiteX9" fmla="*/ 4804228 w 6023428"/>
                  <a:gd name="connsiteY9" fmla="*/ 885371 h 4613275"/>
                  <a:gd name="connsiteX10" fmla="*/ 4034971 w 6023428"/>
                  <a:gd name="connsiteY10" fmla="*/ 4586514 h 4613275"/>
                  <a:gd name="connsiteX11" fmla="*/ 1991632 w 6023428"/>
                  <a:gd name="connsiteY11" fmla="*/ 4613275 h 4613275"/>
                  <a:gd name="connsiteX12" fmla="*/ 1219200 w 6023428"/>
                  <a:gd name="connsiteY12" fmla="*/ 1016000 h 4613275"/>
                  <a:gd name="connsiteX13" fmla="*/ 943428 w 6023428"/>
                  <a:gd name="connsiteY13" fmla="*/ 1030514 h 4613275"/>
                  <a:gd name="connsiteX14" fmla="*/ 972457 w 6023428"/>
                  <a:gd name="connsiteY14" fmla="*/ 4572000 h 4613275"/>
                  <a:gd name="connsiteX15" fmla="*/ 0 w 6023428"/>
                  <a:gd name="connsiteY15" fmla="*/ 4528457 h 4613275"/>
                  <a:gd name="connsiteX16" fmla="*/ 29028 w 6023428"/>
                  <a:gd name="connsiteY16" fmla="*/ 537028 h 4613275"/>
                  <a:gd name="connsiteX0" fmla="*/ 29028 w 6023428"/>
                  <a:gd name="connsiteY0" fmla="*/ 537028 h 4603750"/>
                  <a:gd name="connsiteX1" fmla="*/ 1814285 w 6023428"/>
                  <a:gd name="connsiteY1" fmla="*/ 0 h 4603750"/>
                  <a:gd name="connsiteX2" fmla="*/ 2883353 w 6023428"/>
                  <a:gd name="connsiteY2" fmla="*/ 4232728 h 4603750"/>
                  <a:gd name="connsiteX3" fmla="*/ 3193143 w 6023428"/>
                  <a:gd name="connsiteY3" fmla="*/ 4252685 h 4603750"/>
                  <a:gd name="connsiteX4" fmla="*/ 4098925 w 6023428"/>
                  <a:gd name="connsiteY4" fmla="*/ 314325 h 4603750"/>
                  <a:gd name="connsiteX5" fmla="*/ 6023428 w 6023428"/>
                  <a:gd name="connsiteY5" fmla="*/ 566057 h 4603750"/>
                  <a:gd name="connsiteX6" fmla="*/ 6008914 w 6023428"/>
                  <a:gd name="connsiteY6" fmla="*/ 4572000 h 4603750"/>
                  <a:gd name="connsiteX7" fmla="*/ 5065485 w 6023428"/>
                  <a:gd name="connsiteY7" fmla="*/ 4557485 h 4603750"/>
                  <a:gd name="connsiteX8" fmla="*/ 5050971 w 6023428"/>
                  <a:gd name="connsiteY8" fmla="*/ 885371 h 4603750"/>
                  <a:gd name="connsiteX9" fmla="*/ 4804228 w 6023428"/>
                  <a:gd name="connsiteY9" fmla="*/ 885371 h 4603750"/>
                  <a:gd name="connsiteX10" fmla="*/ 4034971 w 6023428"/>
                  <a:gd name="connsiteY10" fmla="*/ 4586514 h 4603750"/>
                  <a:gd name="connsiteX11" fmla="*/ 1997982 w 6023428"/>
                  <a:gd name="connsiteY11" fmla="*/ 4603750 h 4603750"/>
                  <a:gd name="connsiteX12" fmla="*/ 1219200 w 6023428"/>
                  <a:gd name="connsiteY12" fmla="*/ 1016000 h 4603750"/>
                  <a:gd name="connsiteX13" fmla="*/ 943428 w 6023428"/>
                  <a:gd name="connsiteY13" fmla="*/ 1030514 h 4603750"/>
                  <a:gd name="connsiteX14" fmla="*/ 972457 w 6023428"/>
                  <a:gd name="connsiteY14" fmla="*/ 4572000 h 4603750"/>
                  <a:gd name="connsiteX15" fmla="*/ 0 w 6023428"/>
                  <a:gd name="connsiteY15" fmla="*/ 4528457 h 4603750"/>
                  <a:gd name="connsiteX16" fmla="*/ 29028 w 6023428"/>
                  <a:gd name="connsiteY16" fmla="*/ 537028 h 4603750"/>
                  <a:gd name="connsiteX0" fmla="*/ 29028 w 6023428"/>
                  <a:gd name="connsiteY0" fmla="*/ 537028 h 4608739"/>
                  <a:gd name="connsiteX1" fmla="*/ 1814285 w 6023428"/>
                  <a:gd name="connsiteY1" fmla="*/ 0 h 4608739"/>
                  <a:gd name="connsiteX2" fmla="*/ 2883353 w 6023428"/>
                  <a:gd name="connsiteY2" fmla="*/ 4232728 h 4608739"/>
                  <a:gd name="connsiteX3" fmla="*/ 3193143 w 6023428"/>
                  <a:gd name="connsiteY3" fmla="*/ 4252685 h 4608739"/>
                  <a:gd name="connsiteX4" fmla="*/ 4098925 w 6023428"/>
                  <a:gd name="connsiteY4" fmla="*/ 314325 h 4608739"/>
                  <a:gd name="connsiteX5" fmla="*/ 6023428 w 6023428"/>
                  <a:gd name="connsiteY5" fmla="*/ 566057 h 4608739"/>
                  <a:gd name="connsiteX6" fmla="*/ 6008914 w 6023428"/>
                  <a:gd name="connsiteY6" fmla="*/ 4572000 h 4608739"/>
                  <a:gd name="connsiteX7" fmla="*/ 5065485 w 6023428"/>
                  <a:gd name="connsiteY7" fmla="*/ 4557485 h 4608739"/>
                  <a:gd name="connsiteX8" fmla="*/ 5050971 w 6023428"/>
                  <a:gd name="connsiteY8" fmla="*/ 885371 h 4608739"/>
                  <a:gd name="connsiteX9" fmla="*/ 4804228 w 6023428"/>
                  <a:gd name="connsiteY9" fmla="*/ 885371 h 4608739"/>
                  <a:gd name="connsiteX10" fmla="*/ 4073071 w 6023428"/>
                  <a:gd name="connsiteY10" fmla="*/ 4608739 h 4608739"/>
                  <a:gd name="connsiteX11" fmla="*/ 1997982 w 6023428"/>
                  <a:gd name="connsiteY11" fmla="*/ 4603750 h 4608739"/>
                  <a:gd name="connsiteX12" fmla="*/ 1219200 w 6023428"/>
                  <a:gd name="connsiteY12" fmla="*/ 1016000 h 4608739"/>
                  <a:gd name="connsiteX13" fmla="*/ 943428 w 6023428"/>
                  <a:gd name="connsiteY13" fmla="*/ 1030514 h 4608739"/>
                  <a:gd name="connsiteX14" fmla="*/ 972457 w 6023428"/>
                  <a:gd name="connsiteY14" fmla="*/ 4572000 h 4608739"/>
                  <a:gd name="connsiteX15" fmla="*/ 0 w 6023428"/>
                  <a:gd name="connsiteY15" fmla="*/ 4528457 h 4608739"/>
                  <a:gd name="connsiteX16" fmla="*/ 29028 w 6023428"/>
                  <a:gd name="connsiteY16" fmla="*/ 537028 h 4608739"/>
                  <a:gd name="connsiteX0" fmla="*/ 29028 w 6023428"/>
                  <a:gd name="connsiteY0" fmla="*/ 537028 h 4603750"/>
                  <a:gd name="connsiteX1" fmla="*/ 1814285 w 6023428"/>
                  <a:gd name="connsiteY1" fmla="*/ 0 h 4603750"/>
                  <a:gd name="connsiteX2" fmla="*/ 2883353 w 6023428"/>
                  <a:gd name="connsiteY2" fmla="*/ 4232728 h 4603750"/>
                  <a:gd name="connsiteX3" fmla="*/ 3193143 w 6023428"/>
                  <a:gd name="connsiteY3" fmla="*/ 4252685 h 4603750"/>
                  <a:gd name="connsiteX4" fmla="*/ 4098925 w 6023428"/>
                  <a:gd name="connsiteY4" fmla="*/ 314325 h 4603750"/>
                  <a:gd name="connsiteX5" fmla="*/ 6023428 w 6023428"/>
                  <a:gd name="connsiteY5" fmla="*/ 566057 h 4603750"/>
                  <a:gd name="connsiteX6" fmla="*/ 6008914 w 6023428"/>
                  <a:gd name="connsiteY6" fmla="*/ 4572000 h 4603750"/>
                  <a:gd name="connsiteX7" fmla="*/ 5065485 w 6023428"/>
                  <a:gd name="connsiteY7" fmla="*/ 4557485 h 4603750"/>
                  <a:gd name="connsiteX8" fmla="*/ 5050971 w 6023428"/>
                  <a:gd name="connsiteY8" fmla="*/ 885371 h 4603750"/>
                  <a:gd name="connsiteX9" fmla="*/ 4804228 w 6023428"/>
                  <a:gd name="connsiteY9" fmla="*/ 885371 h 4603750"/>
                  <a:gd name="connsiteX10" fmla="*/ 4079421 w 6023428"/>
                  <a:gd name="connsiteY10" fmla="*/ 4596039 h 4603750"/>
                  <a:gd name="connsiteX11" fmla="*/ 1997982 w 6023428"/>
                  <a:gd name="connsiteY11" fmla="*/ 4603750 h 4603750"/>
                  <a:gd name="connsiteX12" fmla="*/ 1219200 w 6023428"/>
                  <a:gd name="connsiteY12" fmla="*/ 1016000 h 4603750"/>
                  <a:gd name="connsiteX13" fmla="*/ 943428 w 6023428"/>
                  <a:gd name="connsiteY13" fmla="*/ 1030514 h 4603750"/>
                  <a:gd name="connsiteX14" fmla="*/ 972457 w 6023428"/>
                  <a:gd name="connsiteY14" fmla="*/ 4572000 h 4603750"/>
                  <a:gd name="connsiteX15" fmla="*/ 0 w 6023428"/>
                  <a:gd name="connsiteY15" fmla="*/ 4528457 h 4603750"/>
                  <a:gd name="connsiteX16" fmla="*/ 29028 w 6023428"/>
                  <a:gd name="connsiteY16" fmla="*/ 537028 h 4603750"/>
                  <a:gd name="connsiteX0" fmla="*/ 29028 w 6023428"/>
                  <a:gd name="connsiteY0" fmla="*/ 537028 h 4603750"/>
                  <a:gd name="connsiteX1" fmla="*/ 1814285 w 6023428"/>
                  <a:gd name="connsiteY1" fmla="*/ 0 h 4603750"/>
                  <a:gd name="connsiteX2" fmla="*/ 2883353 w 6023428"/>
                  <a:gd name="connsiteY2" fmla="*/ 4232728 h 4603750"/>
                  <a:gd name="connsiteX3" fmla="*/ 3193143 w 6023428"/>
                  <a:gd name="connsiteY3" fmla="*/ 4252685 h 4603750"/>
                  <a:gd name="connsiteX4" fmla="*/ 4098925 w 6023428"/>
                  <a:gd name="connsiteY4" fmla="*/ 314325 h 4603750"/>
                  <a:gd name="connsiteX5" fmla="*/ 6023428 w 6023428"/>
                  <a:gd name="connsiteY5" fmla="*/ 566057 h 4603750"/>
                  <a:gd name="connsiteX6" fmla="*/ 6008914 w 6023428"/>
                  <a:gd name="connsiteY6" fmla="*/ 4572000 h 4603750"/>
                  <a:gd name="connsiteX7" fmla="*/ 5065485 w 6023428"/>
                  <a:gd name="connsiteY7" fmla="*/ 4557485 h 4603750"/>
                  <a:gd name="connsiteX8" fmla="*/ 5050971 w 6023428"/>
                  <a:gd name="connsiteY8" fmla="*/ 885371 h 4603750"/>
                  <a:gd name="connsiteX9" fmla="*/ 4804228 w 6023428"/>
                  <a:gd name="connsiteY9" fmla="*/ 885371 h 4603750"/>
                  <a:gd name="connsiteX10" fmla="*/ 4082596 w 6023428"/>
                  <a:gd name="connsiteY10" fmla="*/ 4596039 h 4603750"/>
                  <a:gd name="connsiteX11" fmla="*/ 1997982 w 6023428"/>
                  <a:gd name="connsiteY11" fmla="*/ 4603750 h 4603750"/>
                  <a:gd name="connsiteX12" fmla="*/ 1219200 w 6023428"/>
                  <a:gd name="connsiteY12" fmla="*/ 1016000 h 4603750"/>
                  <a:gd name="connsiteX13" fmla="*/ 943428 w 6023428"/>
                  <a:gd name="connsiteY13" fmla="*/ 1030514 h 4603750"/>
                  <a:gd name="connsiteX14" fmla="*/ 972457 w 6023428"/>
                  <a:gd name="connsiteY14" fmla="*/ 4572000 h 4603750"/>
                  <a:gd name="connsiteX15" fmla="*/ 0 w 6023428"/>
                  <a:gd name="connsiteY15" fmla="*/ 4528457 h 4603750"/>
                  <a:gd name="connsiteX16" fmla="*/ 29028 w 6023428"/>
                  <a:gd name="connsiteY16" fmla="*/ 537028 h 4603750"/>
                  <a:gd name="connsiteX0" fmla="*/ 29028 w 6023428"/>
                  <a:gd name="connsiteY0" fmla="*/ 222703 h 4289425"/>
                  <a:gd name="connsiteX1" fmla="*/ 1998435 w 6023428"/>
                  <a:gd name="connsiteY1" fmla="*/ 41275 h 4289425"/>
                  <a:gd name="connsiteX2" fmla="*/ 2883353 w 6023428"/>
                  <a:gd name="connsiteY2" fmla="*/ 3918403 h 4289425"/>
                  <a:gd name="connsiteX3" fmla="*/ 3193143 w 6023428"/>
                  <a:gd name="connsiteY3" fmla="*/ 3938360 h 4289425"/>
                  <a:gd name="connsiteX4" fmla="*/ 4098925 w 6023428"/>
                  <a:gd name="connsiteY4" fmla="*/ 0 h 4289425"/>
                  <a:gd name="connsiteX5" fmla="*/ 6023428 w 6023428"/>
                  <a:gd name="connsiteY5" fmla="*/ 251732 h 4289425"/>
                  <a:gd name="connsiteX6" fmla="*/ 6008914 w 6023428"/>
                  <a:gd name="connsiteY6" fmla="*/ 4257675 h 4289425"/>
                  <a:gd name="connsiteX7" fmla="*/ 5065485 w 6023428"/>
                  <a:gd name="connsiteY7" fmla="*/ 4243160 h 4289425"/>
                  <a:gd name="connsiteX8" fmla="*/ 5050971 w 6023428"/>
                  <a:gd name="connsiteY8" fmla="*/ 571046 h 4289425"/>
                  <a:gd name="connsiteX9" fmla="*/ 4804228 w 6023428"/>
                  <a:gd name="connsiteY9" fmla="*/ 571046 h 4289425"/>
                  <a:gd name="connsiteX10" fmla="*/ 4082596 w 6023428"/>
                  <a:gd name="connsiteY10" fmla="*/ 4281714 h 4289425"/>
                  <a:gd name="connsiteX11" fmla="*/ 1997982 w 6023428"/>
                  <a:gd name="connsiteY11" fmla="*/ 4289425 h 4289425"/>
                  <a:gd name="connsiteX12" fmla="*/ 1219200 w 6023428"/>
                  <a:gd name="connsiteY12" fmla="*/ 701675 h 4289425"/>
                  <a:gd name="connsiteX13" fmla="*/ 943428 w 6023428"/>
                  <a:gd name="connsiteY13" fmla="*/ 716189 h 4289425"/>
                  <a:gd name="connsiteX14" fmla="*/ 972457 w 6023428"/>
                  <a:gd name="connsiteY14" fmla="*/ 4257675 h 4289425"/>
                  <a:gd name="connsiteX15" fmla="*/ 0 w 6023428"/>
                  <a:gd name="connsiteY15" fmla="*/ 4214132 h 4289425"/>
                  <a:gd name="connsiteX16" fmla="*/ 29028 w 6023428"/>
                  <a:gd name="connsiteY16" fmla="*/ 222703 h 4289425"/>
                  <a:gd name="connsiteX0" fmla="*/ 29028 w 6023428"/>
                  <a:gd name="connsiteY0" fmla="*/ 433773 h 4500495"/>
                  <a:gd name="connsiteX1" fmla="*/ 1998435 w 6023428"/>
                  <a:gd name="connsiteY1" fmla="*/ 252345 h 4500495"/>
                  <a:gd name="connsiteX2" fmla="*/ 2883353 w 6023428"/>
                  <a:gd name="connsiteY2" fmla="*/ 4129473 h 4500495"/>
                  <a:gd name="connsiteX3" fmla="*/ 3193143 w 6023428"/>
                  <a:gd name="connsiteY3" fmla="*/ 4149430 h 4500495"/>
                  <a:gd name="connsiteX4" fmla="*/ 4098925 w 6023428"/>
                  <a:gd name="connsiteY4" fmla="*/ 211070 h 4500495"/>
                  <a:gd name="connsiteX5" fmla="*/ 6023428 w 6023428"/>
                  <a:gd name="connsiteY5" fmla="*/ 462802 h 4500495"/>
                  <a:gd name="connsiteX6" fmla="*/ 6008914 w 6023428"/>
                  <a:gd name="connsiteY6" fmla="*/ 4468745 h 4500495"/>
                  <a:gd name="connsiteX7" fmla="*/ 5065485 w 6023428"/>
                  <a:gd name="connsiteY7" fmla="*/ 4454230 h 4500495"/>
                  <a:gd name="connsiteX8" fmla="*/ 5050971 w 6023428"/>
                  <a:gd name="connsiteY8" fmla="*/ 782116 h 4500495"/>
                  <a:gd name="connsiteX9" fmla="*/ 4804228 w 6023428"/>
                  <a:gd name="connsiteY9" fmla="*/ 782116 h 4500495"/>
                  <a:gd name="connsiteX10" fmla="*/ 4082596 w 6023428"/>
                  <a:gd name="connsiteY10" fmla="*/ 4492784 h 4500495"/>
                  <a:gd name="connsiteX11" fmla="*/ 1997982 w 6023428"/>
                  <a:gd name="connsiteY11" fmla="*/ 4500495 h 4500495"/>
                  <a:gd name="connsiteX12" fmla="*/ 1219200 w 6023428"/>
                  <a:gd name="connsiteY12" fmla="*/ 912745 h 4500495"/>
                  <a:gd name="connsiteX13" fmla="*/ 943428 w 6023428"/>
                  <a:gd name="connsiteY13" fmla="*/ 927259 h 4500495"/>
                  <a:gd name="connsiteX14" fmla="*/ 972457 w 6023428"/>
                  <a:gd name="connsiteY14" fmla="*/ 4468745 h 4500495"/>
                  <a:gd name="connsiteX15" fmla="*/ 0 w 6023428"/>
                  <a:gd name="connsiteY15" fmla="*/ 4425202 h 4500495"/>
                  <a:gd name="connsiteX16" fmla="*/ 29028 w 6023428"/>
                  <a:gd name="connsiteY16" fmla="*/ 433773 h 4500495"/>
                  <a:gd name="connsiteX0" fmla="*/ 35378 w 6023428"/>
                  <a:gd name="connsiteY0" fmla="*/ 433773 h 4500495"/>
                  <a:gd name="connsiteX1" fmla="*/ 1998435 w 6023428"/>
                  <a:gd name="connsiteY1" fmla="*/ 252345 h 4500495"/>
                  <a:gd name="connsiteX2" fmla="*/ 2883353 w 6023428"/>
                  <a:gd name="connsiteY2" fmla="*/ 4129473 h 4500495"/>
                  <a:gd name="connsiteX3" fmla="*/ 3193143 w 6023428"/>
                  <a:gd name="connsiteY3" fmla="*/ 4149430 h 4500495"/>
                  <a:gd name="connsiteX4" fmla="*/ 4098925 w 6023428"/>
                  <a:gd name="connsiteY4" fmla="*/ 211070 h 4500495"/>
                  <a:gd name="connsiteX5" fmla="*/ 6023428 w 6023428"/>
                  <a:gd name="connsiteY5" fmla="*/ 462802 h 4500495"/>
                  <a:gd name="connsiteX6" fmla="*/ 6008914 w 6023428"/>
                  <a:gd name="connsiteY6" fmla="*/ 4468745 h 4500495"/>
                  <a:gd name="connsiteX7" fmla="*/ 5065485 w 6023428"/>
                  <a:gd name="connsiteY7" fmla="*/ 4454230 h 4500495"/>
                  <a:gd name="connsiteX8" fmla="*/ 5050971 w 6023428"/>
                  <a:gd name="connsiteY8" fmla="*/ 782116 h 4500495"/>
                  <a:gd name="connsiteX9" fmla="*/ 4804228 w 6023428"/>
                  <a:gd name="connsiteY9" fmla="*/ 782116 h 4500495"/>
                  <a:gd name="connsiteX10" fmla="*/ 4082596 w 6023428"/>
                  <a:gd name="connsiteY10" fmla="*/ 4492784 h 4500495"/>
                  <a:gd name="connsiteX11" fmla="*/ 1997982 w 6023428"/>
                  <a:gd name="connsiteY11" fmla="*/ 4500495 h 4500495"/>
                  <a:gd name="connsiteX12" fmla="*/ 1219200 w 6023428"/>
                  <a:gd name="connsiteY12" fmla="*/ 912745 h 4500495"/>
                  <a:gd name="connsiteX13" fmla="*/ 943428 w 6023428"/>
                  <a:gd name="connsiteY13" fmla="*/ 927259 h 4500495"/>
                  <a:gd name="connsiteX14" fmla="*/ 972457 w 6023428"/>
                  <a:gd name="connsiteY14" fmla="*/ 4468745 h 4500495"/>
                  <a:gd name="connsiteX15" fmla="*/ 0 w 6023428"/>
                  <a:gd name="connsiteY15" fmla="*/ 4425202 h 4500495"/>
                  <a:gd name="connsiteX16" fmla="*/ 35378 w 6023428"/>
                  <a:gd name="connsiteY16" fmla="*/ 433773 h 4500495"/>
                  <a:gd name="connsiteX0" fmla="*/ 35378 w 6023428"/>
                  <a:gd name="connsiteY0" fmla="*/ 693209 h 4759931"/>
                  <a:gd name="connsiteX1" fmla="*/ 1998435 w 6023428"/>
                  <a:gd name="connsiteY1" fmla="*/ 511781 h 4759931"/>
                  <a:gd name="connsiteX2" fmla="*/ 2883353 w 6023428"/>
                  <a:gd name="connsiteY2" fmla="*/ 4388909 h 4759931"/>
                  <a:gd name="connsiteX3" fmla="*/ 3193143 w 6023428"/>
                  <a:gd name="connsiteY3" fmla="*/ 4408866 h 4759931"/>
                  <a:gd name="connsiteX4" fmla="*/ 4098925 w 6023428"/>
                  <a:gd name="connsiteY4" fmla="*/ 470506 h 4759931"/>
                  <a:gd name="connsiteX5" fmla="*/ 6023428 w 6023428"/>
                  <a:gd name="connsiteY5" fmla="*/ 722238 h 4759931"/>
                  <a:gd name="connsiteX6" fmla="*/ 6008914 w 6023428"/>
                  <a:gd name="connsiteY6" fmla="*/ 4728181 h 4759931"/>
                  <a:gd name="connsiteX7" fmla="*/ 5065485 w 6023428"/>
                  <a:gd name="connsiteY7" fmla="*/ 4713666 h 4759931"/>
                  <a:gd name="connsiteX8" fmla="*/ 5050971 w 6023428"/>
                  <a:gd name="connsiteY8" fmla="*/ 1041552 h 4759931"/>
                  <a:gd name="connsiteX9" fmla="*/ 4804228 w 6023428"/>
                  <a:gd name="connsiteY9" fmla="*/ 1041552 h 4759931"/>
                  <a:gd name="connsiteX10" fmla="*/ 4082596 w 6023428"/>
                  <a:gd name="connsiteY10" fmla="*/ 4752220 h 4759931"/>
                  <a:gd name="connsiteX11" fmla="*/ 1997982 w 6023428"/>
                  <a:gd name="connsiteY11" fmla="*/ 4759931 h 4759931"/>
                  <a:gd name="connsiteX12" fmla="*/ 1219200 w 6023428"/>
                  <a:gd name="connsiteY12" fmla="*/ 1172181 h 4759931"/>
                  <a:gd name="connsiteX13" fmla="*/ 943428 w 6023428"/>
                  <a:gd name="connsiteY13" fmla="*/ 1186695 h 4759931"/>
                  <a:gd name="connsiteX14" fmla="*/ 972457 w 6023428"/>
                  <a:gd name="connsiteY14" fmla="*/ 4728181 h 4759931"/>
                  <a:gd name="connsiteX15" fmla="*/ 0 w 6023428"/>
                  <a:gd name="connsiteY15" fmla="*/ 4684638 h 4759931"/>
                  <a:gd name="connsiteX16" fmla="*/ 35378 w 6023428"/>
                  <a:gd name="connsiteY16" fmla="*/ 693209 h 4759931"/>
                  <a:gd name="connsiteX0" fmla="*/ 35378 w 6023428"/>
                  <a:gd name="connsiteY0" fmla="*/ 815384 h 4882106"/>
                  <a:gd name="connsiteX1" fmla="*/ 1998435 w 6023428"/>
                  <a:gd name="connsiteY1" fmla="*/ 633956 h 4882106"/>
                  <a:gd name="connsiteX2" fmla="*/ 2883353 w 6023428"/>
                  <a:gd name="connsiteY2" fmla="*/ 4511084 h 4882106"/>
                  <a:gd name="connsiteX3" fmla="*/ 3193143 w 6023428"/>
                  <a:gd name="connsiteY3" fmla="*/ 4531041 h 4882106"/>
                  <a:gd name="connsiteX4" fmla="*/ 4098925 w 6023428"/>
                  <a:gd name="connsiteY4" fmla="*/ 592681 h 4882106"/>
                  <a:gd name="connsiteX5" fmla="*/ 6023428 w 6023428"/>
                  <a:gd name="connsiteY5" fmla="*/ 844413 h 4882106"/>
                  <a:gd name="connsiteX6" fmla="*/ 6008914 w 6023428"/>
                  <a:gd name="connsiteY6" fmla="*/ 4850356 h 4882106"/>
                  <a:gd name="connsiteX7" fmla="*/ 5065485 w 6023428"/>
                  <a:gd name="connsiteY7" fmla="*/ 4835841 h 4882106"/>
                  <a:gd name="connsiteX8" fmla="*/ 5050971 w 6023428"/>
                  <a:gd name="connsiteY8" fmla="*/ 1163727 h 4882106"/>
                  <a:gd name="connsiteX9" fmla="*/ 4804228 w 6023428"/>
                  <a:gd name="connsiteY9" fmla="*/ 1163727 h 4882106"/>
                  <a:gd name="connsiteX10" fmla="*/ 4082596 w 6023428"/>
                  <a:gd name="connsiteY10" fmla="*/ 4874395 h 4882106"/>
                  <a:gd name="connsiteX11" fmla="*/ 1997982 w 6023428"/>
                  <a:gd name="connsiteY11" fmla="*/ 4882106 h 4882106"/>
                  <a:gd name="connsiteX12" fmla="*/ 1219200 w 6023428"/>
                  <a:gd name="connsiteY12" fmla="*/ 1294356 h 4882106"/>
                  <a:gd name="connsiteX13" fmla="*/ 943428 w 6023428"/>
                  <a:gd name="connsiteY13" fmla="*/ 1308870 h 4882106"/>
                  <a:gd name="connsiteX14" fmla="*/ 972457 w 6023428"/>
                  <a:gd name="connsiteY14" fmla="*/ 4850356 h 4882106"/>
                  <a:gd name="connsiteX15" fmla="*/ 0 w 6023428"/>
                  <a:gd name="connsiteY15" fmla="*/ 4806813 h 4882106"/>
                  <a:gd name="connsiteX16" fmla="*/ 35378 w 6023428"/>
                  <a:gd name="connsiteY16" fmla="*/ 815384 h 4882106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43428 w 6023428"/>
                  <a:gd name="connsiteY13" fmla="*/ 13295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43428 w 6023428"/>
                  <a:gd name="connsiteY13" fmla="*/ 13295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972457 w 6023428"/>
                  <a:gd name="connsiteY14" fmla="*/ 487098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1013732 w 6023428"/>
                  <a:gd name="connsiteY14" fmla="*/ 489003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35378 w 6023428"/>
                  <a:gd name="connsiteY0" fmla="*/ 836017 h 4902739"/>
                  <a:gd name="connsiteX1" fmla="*/ 1998435 w 6023428"/>
                  <a:gd name="connsiteY1" fmla="*/ 654589 h 4902739"/>
                  <a:gd name="connsiteX2" fmla="*/ 2883353 w 6023428"/>
                  <a:gd name="connsiteY2" fmla="*/ 4531717 h 4902739"/>
                  <a:gd name="connsiteX3" fmla="*/ 3193143 w 6023428"/>
                  <a:gd name="connsiteY3" fmla="*/ 4551674 h 4902739"/>
                  <a:gd name="connsiteX4" fmla="*/ 4098925 w 6023428"/>
                  <a:gd name="connsiteY4" fmla="*/ 613314 h 4902739"/>
                  <a:gd name="connsiteX5" fmla="*/ 6023428 w 6023428"/>
                  <a:gd name="connsiteY5" fmla="*/ 865046 h 4902739"/>
                  <a:gd name="connsiteX6" fmla="*/ 6008914 w 6023428"/>
                  <a:gd name="connsiteY6" fmla="*/ 4870989 h 4902739"/>
                  <a:gd name="connsiteX7" fmla="*/ 5065485 w 6023428"/>
                  <a:gd name="connsiteY7" fmla="*/ 4856474 h 4902739"/>
                  <a:gd name="connsiteX8" fmla="*/ 5050971 w 6023428"/>
                  <a:gd name="connsiteY8" fmla="*/ 1184360 h 4902739"/>
                  <a:gd name="connsiteX9" fmla="*/ 4804228 w 6023428"/>
                  <a:gd name="connsiteY9" fmla="*/ 1184360 h 4902739"/>
                  <a:gd name="connsiteX10" fmla="*/ 4082596 w 6023428"/>
                  <a:gd name="connsiteY10" fmla="*/ 4895028 h 4902739"/>
                  <a:gd name="connsiteX11" fmla="*/ 1997982 w 6023428"/>
                  <a:gd name="connsiteY11" fmla="*/ 4902739 h 4902739"/>
                  <a:gd name="connsiteX12" fmla="*/ 1219200 w 6023428"/>
                  <a:gd name="connsiteY12" fmla="*/ 1314989 h 4902739"/>
                  <a:gd name="connsiteX13" fmla="*/ 997403 w 6023428"/>
                  <a:gd name="connsiteY13" fmla="*/ 1342203 h 4902739"/>
                  <a:gd name="connsiteX14" fmla="*/ 1001032 w 6023428"/>
                  <a:gd name="connsiteY14" fmla="*/ 4890039 h 4902739"/>
                  <a:gd name="connsiteX15" fmla="*/ 0 w 6023428"/>
                  <a:gd name="connsiteY15" fmla="*/ 4827446 h 4902739"/>
                  <a:gd name="connsiteX16" fmla="*/ 35378 w 6023428"/>
                  <a:gd name="connsiteY16" fmla="*/ 836017 h 4902739"/>
                  <a:gd name="connsiteX0" fmla="*/ 25853 w 6013903"/>
                  <a:gd name="connsiteY0" fmla="*/ 836017 h 4913171"/>
                  <a:gd name="connsiteX1" fmla="*/ 1988910 w 6013903"/>
                  <a:gd name="connsiteY1" fmla="*/ 654589 h 4913171"/>
                  <a:gd name="connsiteX2" fmla="*/ 2873828 w 6013903"/>
                  <a:gd name="connsiteY2" fmla="*/ 4531717 h 4913171"/>
                  <a:gd name="connsiteX3" fmla="*/ 3183618 w 6013903"/>
                  <a:gd name="connsiteY3" fmla="*/ 4551674 h 4913171"/>
                  <a:gd name="connsiteX4" fmla="*/ 4089400 w 6013903"/>
                  <a:gd name="connsiteY4" fmla="*/ 613314 h 4913171"/>
                  <a:gd name="connsiteX5" fmla="*/ 6013903 w 6013903"/>
                  <a:gd name="connsiteY5" fmla="*/ 865046 h 4913171"/>
                  <a:gd name="connsiteX6" fmla="*/ 5999389 w 6013903"/>
                  <a:gd name="connsiteY6" fmla="*/ 4870989 h 4913171"/>
                  <a:gd name="connsiteX7" fmla="*/ 5055960 w 6013903"/>
                  <a:gd name="connsiteY7" fmla="*/ 4856474 h 4913171"/>
                  <a:gd name="connsiteX8" fmla="*/ 5041446 w 6013903"/>
                  <a:gd name="connsiteY8" fmla="*/ 1184360 h 4913171"/>
                  <a:gd name="connsiteX9" fmla="*/ 4794703 w 6013903"/>
                  <a:gd name="connsiteY9" fmla="*/ 1184360 h 4913171"/>
                  <a:gd name="connsiteX10" fmla="*/ 4073071 w 6013903"/>
                  <a:gd name="connsiteY10" fmla="*/ 4895028 h 4913171"/>
                  <a:gd name="connsiteX11" fmla="*/ 1988457 w 6013903"/>
                  <a:gd name="connsiteY11" fmla="*/ 4902739 h 4913171"/>
                  <a:gd name="connsiteX12" fmla="*/ 1209675 w 6013903"/>
                  <a:gd name="connsiteY12" fmla="*/ 1314989 h 4913171"/>
                  <a:gd name="connsiteX13" fmla="*/ 987878 w 6013903"/>
                  <a:gd name="connsiteY13" fmla="*/ 1342203 h 4913171"/>
                  <a:gd name="connsiteX14" fmla="*/ 991507 w 6013903"/>
                  <a:gd name="connsiteY14" fmla="*/ 4890039 h 4913171"/>
                  <a:gd name="connsiteX15" fmla="*/ 0 w 6013903"/>
                  <a:gd name="connsiteY15" fmla="*/ 4913171 h 4913171"/>
                  <a:gd name="connsiteX16" fmla="*/ 25853 w 6013903"/>
                  <a:gd name="connsiteY16" fmla="*/ 836017 h 4913171"/>
                  <a:gd name="connsiteX0" fmla="*/ 13153 w 6001203"/>
                  <a:gd name="connsiteY0" fmla="*/ 836017 h 4902739"/>
                  <a:gd name="connsiteX1" fmla="*/ 1976210 w 6001203"/>
                  <a:gd name="connsiteY1" fmla="*/ 654589 h 4902739"/>
                  <a:gd name="connsiteX2" fmla="*/ 2861128 w 6001203"/>
                  <a:gd name="connsiteY2" fmla="*/ 4531717 h 4902739"/>
                  <a:gd name="connsiteX3" fmla="*/ 3170918 w 6001203"/>
                  <a:gd name="connsiteY3" fmla="*/ 4551674 h 4902739"/>
                  <a:gd name="connsiteX4" fmla="*/ 4076700 w 6001203"/>
                  <a:gd name="connsiteY4" fmla="*/ 613314 h 4902739"/>
                  <a:gd name="connsiteX5" fmla="*/ 6001203 w 6001203"/>
                  <a:gd name="connsiteY5" fmla="*/ 865046 h 4902739"/>
                  <a:gd name="connsiteX6" fmla="*/ 5986689 w 6001203"/>
                  <a:gd name="connsiteY6" fmla="*/ 4870989 h 4902739"/>
                  <a:gd name="connsiteX7" fmla="*/ 5043260 w 6001203"/>
                  <a:gd name="connsiteY7" fmla="*/ 4856474 h 4902739"/>
                  <a:gd name="connsiteX8" fmla="*/ 5028746 w 6001203"/>
                  <a:gd name="connsiteY8" fmla="*/ 1184360 h 4902739"/>
                  <a:gd name="connsiteX9" fmla="*/ 4782003 w 6001203"/>
                  <a:gd name="connsiteY9" fmla="*/ 1184360 h 4902739"/>
                  <a:gd name="connsiteX10" fmla="*/ 4060371 w 6001203"/>
                  <a:gd name="connsiteY10" fmla="*/ 4895028 h 4902739"/>
                  <a:gd name="connsiteX11" fmla="*/ 1975757 w 6001203"/>
                  <a:gd name="connsiteY11" fmla="*/ 4902739 h 4902739"/>
                  <a:gd name="connsiteX12" fmla="*/ 1196975 w 6001203"/>
                  <a:gd name="connsiteY12" fmla="*/ 1314989 h 4902739"/>
                  <a:gd name="connsiteX13" fmla="*/ 975178 w 6001203"/>
                  <a:gd name="connsiteY13" fmla="*/ 1342203 h 4902739"/>
                  <a:gd name="connsiteX14" fmla="*/ 978807 w 6001203"/>
                  <a:gd name="connsiteY14" fmla="*/ 4890039 h 4902739"/>
                  <a:gd name="connsiteX15" fmla="*/ 0 w 6001203"/>
                  <a:gd name="connsiteY15" fmla="*/ 4887771 h 4902739"/>
                  <a:gd name="connsiteX16" fmla="*/ 13153 w 6001203"/>
                  <a:gd name="connsiteY16" fmla="*/ 836017 h 4902739"/>
                  <a:gd name="connsiteX0" fmla="*/ 19503 w 6007553"/>
                  <a:gd name="connsiteY0" fmla="*/ 836017 h 4902739"/>
                  <a:gd name="connsiteX1" fmla="*/ 1982560 w 6007553"/>
                  <a:gd name="connsiteY1" fmla="*/ 654589 h 4902739"/>
                  <a:gd name="connsiteX2" fmla="*/ 2867478 w 6007553"/>
                  <a:gd name="connsiteY2" fmla="*/ 4531717 h 4902739"/>
                  <a:gd name="connsiteX3" fmla="*/ 3177268 w 6007553"/>
                  <a:gd name="connsiteY3" fmla="*/ 4551674 h 4902739"/>
                  <a:gd name="connsiteX4" fmla="*/ 4083050 w 6007553"/>
                  <a:gd name="connsiteY4" fmla="*/ 613314 h 4902739"/>
                  <a:gd name="connsiteX5" fmla="*/ 6007553 w 6007553"/>
                  <a:gd name="connsiteY5" fmla="*/ 865046 h 4902739"/>
                  <a:gd name="connsiteX6" fmla="*/ 5993039 w 6007553"/>
                  <a:gd name="connsiteY6" fmla="*/ 4870989 h 4902739"/>
                  <a:gd name="connsiteX7" fmla="*/ 5049610 w 6007553"/>
                  <a:gd name="connsiteY7" fmla="*/ 4856474 h 4902739"/>
                  <a:gd name="connsiteX8" fmla="*/ 5035096 w 6007553"/>
                  <a:gd name="connsiteY8" fmla="*/ 1184360 h 4902739"/>
                  <a:gd name="connsiteX9" fmla="*/ 4788353 w 6007553"/>
                  <a:gd name="connsiteY9" fmla="*/ 1184360 h 4902739"/>
                  <a:gd name="connsiteX10" fmla="*/ 4066721 w 6007553"/>
                  <a:gd name="connsiteY10" fmla="*/ 4895028 h 4902739"/>
                  <a:gd name="connsiteX11" fmla="*/ 1982107 w 6007553"/>
                  <a:gd name="connsiteY11" fmla="*/ 4902739 h 4902739"/>
                  <a:gd name="connsiteX12" fmla="*/ 1203325 w 6007553"/>
                  <a:gd name="connsiteY12" fmla="*/ 1314989 h 4902739"/>
                  <a:gd name="connsiteX13" fmla="*/ 981528 w 6007553"/>
                  <a:gd name="connsiteY13" fmla="*/ 1342203 h 4902739"/>
                  <a:gd name="connsiteX14" fmla="*/ 985157 w 6007553"/>
                  <a:gd name="connsiteY14" fmla="*/ 4890039 h 4902739"/>
                  <a:gd name="connsiteX15" fmla="*/ 0 w 6007553"/>
                  <a:gd name="connsiteY15" fmla="*/ 4887771 h 4902739"/>
                  <a:gd name="connsiteX16" fmla="*/ 19503 w 6007553"/>
                  <a:gd name="connsiteY16" fmla="*/ 836017 h 4902739"/>
                  <a:gd name="connsiteX0" fmla="*/ 19503 w 6007553"/>
                  <a:gd name="connsiteY0" fmla="*/ 836017 h 4902739"/>
                  <a:gd name="connsiteX1" fmla="*/ 1982560 w 6007553"/>
                  <a:gd name="connsiteY1" fmla="*/ 654589 h 4902739"/>
                  <a:gd name="connsiteX2" fmla="*/ 2867478 w 6007553"/>
                  <a:gd name="connsiteY2" fmla="*/ 4531717 h 4902739"/>
                  <a:gd name="connsiteX3" fmla="*/ 3177268 w 6007553"/>
                  <a:gd name="connsiteY3" fmla="*/ 4551674 h 4902739"/>
                  <a:gd name="connsiteX4" fmla="*/ 4083050 w 6007553"/>
                  <a:gd name="connsiteY4" fmla="*/ 613314 h 4902739"/>
                  <a:gd name="connsiteX5" fmla="*/ 6007553 w 6007553"/>
                  <a:gd name="connsiteY5" fmla="*/ 865046 h 4902739"/>
                  <a:gd name="connsiteX6" fmla="*/ 5993039 w 6007553"/>
                  <a:gd name="connsiteY6" fmla="*/ 4870989 h 4902739"/>
                  <a:gd name="connsiteX7" fmla="*/ 5049610 w 6007553"/>
                  <a:gd name="connsiteY7" fmla="*/ 4856474 h 4902739"/>
                  <a:gd name="connsiteX8" fmla="*/ 5035096 w 6007553"/>
                  <a:gd name="connsiteY8" fmla="*/ 1184360 h 4902739"/>
                  <a:gd name="connsiteX9" fmla="*/ 4788353 w 6007553"/>
                  <a:gd name="connsiteY9" fmla="*/ 1184360 h 4902739"/>
                  <a:gd name="connsiteX10" fmla="*/ 4066721 w 6007553"/>
                  <a:gd name="connsiteY10" fmla="*/ 4895028 h 4902739"/>
                  <a:gd name="connsiteX11" fmla="*/ 1982107 w 6007553"/>
                  <a:gd name="connsiteY11" fmla="*/ 4902739 h 4902739"/>
                  <a:gd name="connsiteX12" fmla="*/ 1203325 w 6007553"/>
                  <a:gd name="connsiteY12" fmla="*/ 1314989 h 4902739"/>
                  <a:gd name="connsiteX13" fmla="*/ 981528 w 6007553"/>
                  <a:gd name="connsiteY13" fmla="*/ 1342203 h 4902739"/>
                  <a:gd name="connsiteX14" fmla="*/ 985157 w 6007553"/>
                  <a:gd name="connsiteY14" fmla="*/ 4890039 h 4902739"/>
                  <a:gd name="connsiteX15" fmla="*/ 0 w 6007553"/>
                  <a:gd name="connsiteY15" fmla="*/ 4887771 h 4902739"/>
                  <a:gd name="connsiteX16" fmla="*/ 19503 w 6007553"/>
                  <a:gd name="connsiteY16" fmla="*/ 836017 h 4902739"/>
                  <a:gd name="connsiteX0" fmla="*/ 19503 w 6007553"/>
                  <a:gd name="connsiteY0" fmla="*/ 836017 h 4902739"/>
                  <a:gd name="connsiteX1" fmla="*/ 1982560 w 6007553"/>
                  <a:gd name="connsiteY1" fmla="*/ 654589 h 4902739"/>
                  <a:gd name="connsiteX2" fmla="*/ 2867478 w 6007553"/>
                  <a:gd name="connsiteY2" fmla="*/ 4531717 h 4902739"/>
                  <a:gd name="connsiteX3" fmla="*/ 3177268 w 6007553"/>
                  <a:gd name="connsiteY3" fmla="*/ 4551674 h 4902739"/>
                  <a:gd name="connsiteX4" fmla="*/ 4089400 w 6007553"/>
                  <a:gd name="connsiteY4" fmla="*/ 638714 h 4902739"/>
                  <a:gd name="connsiteX5" fmla="*/ 6007553 w 6007553"/>
                  <a:gd name="connsiteY5" fmla="*/ 865046 h 4902739"/>
                  <a:gd name="connsiteX6" fmla="*/ 5993039 w 6007553"/>
                  <a:gd name="connsiteY6" fmla="*/ 4870989 h 4902739"/>
                  <a:gd name="connsiteX7" fmla="*/ 5049610 w 6007553"/>
                  <a:gd name="connsiteY7" fmla="*/ 4856474 h 4902739"/>
                  <a:gd name="connsiteX8" fmla="*/ 5035096 w 6007553"/>
                  <a:gd name="connsiteY8" fmla="*/ 1184360 h 4902739"/>
                  <a:gd name="connsiteX9" fmla="*/ 4788353 w 6007553"/>
                  <a:gd name="connsiteY9" fmla="*/ 1184360 h 4902739"/>
                  <a:gd name="connsiteX10" fmla="*/ 4066721 w 6007553"/>
                  <a:gd name="connsiteY10" fmla="*/ 4895028 h 4902739"/>
                  <a:gd name="connsiteX11" fmla="*/ 1982107 w 6007553"/>
                  <a:gd name="connsiteY11" fmla="*/ 4902739 h 4902739"/>
                  <a:gd name="connsiteX12" fmla="*/ 1203325 w 6007553"/>
                  <a:gd name="connsiteY12" fmla="*/ 1314989 h 4902739"/>
                  <a:gd name="connsiteX13" fmla="*/ 981528 w 6007553"/>
                  <a:gd name="connsiteY13" fmla="*/ 1342203 h 4902739"/>
                  <a:gd name="connsiteX14" fmla="*/ 985157 w 6007553"/>
                  <a:gd name="connsiteY14" fmla="*/ 4890039 h 4902739"/>
                  <a:gd name="connsiteX15" fmla="*/ 0 w 6007553"/>
                  <a:gd name="connsiteY15" fmla="*/ 4887771 h 4902739"/>
                  <a:gd name="connsiteX16" fmla="*/ 19503 w 6007553"/>
                  <a:gd name="connsiteY16" fmla="*/ 836017 h 4902739"/>
                  <a:gd name="connsiteX0" fmla="*/ 19503 w 6007553"/>
                  <a:gd name="connsiteY0" fmla="*/ 836017 h 4902739"/>
                  <a:gd name="connsiteX1" fmla="*/ 1982560 w 6007553"/>
                  <a:gd name="connsiteY1" fmla="*/ 654589 h 4902739"/>
                  <a:gd name="connsiteX2" fmla="*/ 2867478 w 6007553"/>
                  <a:gd name="connsiteY2" fmla="*/ 4531717 h 4902739"/>
                  <a:gd name="connsiteX3" fmla="*/ 3177268 w 6007553"/>
                  <a:gd name="connsiteY3" fmla="*/ 4551674 h 4902739"/>
                  <a:gd name="connsiteX4" fmla="*/ 4089400 w 6007553"/>
                  <a:gd name="connsiteY4" fmla="*/ 638714 h 4902739"/>
                  <a:gd name="connsiteX5" fmla="*/ 6007553 w 6007553"/>
                  <a:gd name="connsiteY5" fmla="*/ 865046 h 4902739"/>
                  <a:gd name="connsiteX6" fmla="*/ 5993039 w 6007553"/>
                  <a:gd name="connsiteY6" fmla="*/ 4870989 h 4902739"/>
                  <a:gd name="connsiteX7" fmla="*/ 5049610 w 6007553"/>
                  <a:gd name="connsiteY7" fmla="*/ 4856474 h 4902739"/>
                  <a:gd name="connsiteX8" fmla="*/ 5035096 w 6007553"/>
                  <a:gd name="connsiteY8" fmla="*/ 1184360 h 4902739"/>
                  <a:gd name="connsiteX9" fmla="*/ 4788353 w 6007553"/>
                  <a:gd name="connsiteY9" fmla="*/ 1184360 h 4902739"/>
                  <a:gd name="connsiteX10" fmla="*/ 4066721 w 6007553"/>
                  <a:gd name="connsiteY10" fmla="*/ 4895028 h 4902739"/>
                  <a:gd name="connsiteX11" fmla="*/ 1982107 w 6007553"/>
                  <a:gd name="connsiteY11" fmla="*/ 4902739 h 4902739"/>
                  <a:gd name="connsiteX12" fmla="*/ 1203325 w 6007553"/>
                  <a:gd name="connsiteY12" fmla="*/ 1314989 h 4902739"/>
                  <a:gd name="connsiteX13" fmla="*/ 981528 w 6007553"/>
                  <a:gd name="connsiteY13" fmla="*/ 1342203 h 4902739"/>
                  <a:gd name="connsiteX14" fmla="*/ 985157 w 6007553"/>
                  <a:gd name="connsiteY14" fmla="*/ 4890039 h 4902739"/>
                  <a:gd name="connsiteX15" fmla="*/ 0 w 6007553"/>
                  <a:gd name="connsiteY15" fmla="*/ 4887771 h 4902739"/>
                  <a:gd name="connsiteX16" fmla="*/ 19503 w 6007553"/>
                  <a:gd name="connsiteY16" fmla="*/ 836017 h 4902739"/>
                  <a:gd name="connsiteX0" fmla="*/ 19503 w 6007553"/>
                  <a:gd name="connsiteY0" fmla="*/ 836017 h 4902739"/>
                  <a:gd name="connsiteX1" fmla="*/ 1982560 w 6007553"/>
                  <a:gd name="connsiteY1" fmla="*/ 654589 h 4902739"/>
                  <a:gd name="connsiteX2" fmla="*/ 2867478 w 6007553"/>
                  <a:gd name="connsiteY2" fmla="*/ 4531717 h 4902739"/>
                  <a:gd name="connsiteX3" fmla="*/ 3177268 w 6007553"/>
                  <a:gd name="connsiteY3" fmla="*/ 4551674 h 4902739"/>
                  <a:gd name="connsiteX4" fmla="*/ 4089400 w 6007553"/>
                  <a:gd name="connsiteY4" fmla="*/ 638714 h 4902739"/>
                  <a:gd name="connsiteX5" fmla="*/ 6007553 w 6007553"/>
                  <a:gd name="connsiteY5" fmla="*/ 865046 h 4902739"/>
                  <a:gd name="connsiteX6" fmla="*/ 5993039 w 6007553"/>
                  <a:gd name="connsiteY6" fmla="*/ 4870989 h 4902739"/>
                  <a:gd name="connsiteX7" fmla="*/ 5049610 w 6007553"/>
                  <a:gd name="connsiteY7" fmla="*/ 4856474 h 4902739"/>
                  <a:gd name="connsiteX8" fmla="*/ 5035096 w 6007553"/>
                  <a:gd name="connsiteY8" fmla="*/ 1184360 h 4902739"/>
                  <a:gd name="connsiteX9" fmla="*/ 4788353 w 6007553"/>
                  <a:gd name="connsiteY9" fmla="*/ 1184360 h 4902739"/>
                  <a:gd name="connsiteX10" fmla="*/ 4066721 w 6007553"/>
                  <a:gd name="connsiteY10" fmla="*/ 4895028 h 4902739"/>
                  <a:gd name="connsiteX11" fmla="*/ 1982107 w 6007553"/>
                  <a:gd name="connsiteY11" fmla="*/ 4902739 h 4902739"/>
                  <a:gd name="connsiteX12" fmla="*/ 1203325 w 6007553"/>
                  <a:gd name="connsiteY12" fmla="*/ 1314989 h 4902739"/>
                  <a:gd name="connsiteX13" fmla="*/ 981528 w 6007553"/>
                  <a:gd name="connsiteY13" fmla="*/ 1342203 h 4902739"/>
                  <a:gd name="connsiteX14" fmla="*/ 985157 w 6007553"/>
                  <a:gd name="connsiteY14" fmla="*/ 4890039 h 4902739"/>
                  <a:gd name="connsiteX15" fmla="*/ 0 w 6007553"/>
                  <a:gd name="connsiteY15" fmla="*/ 4887771 h 4902739"/>
                  <a:gd name="connsiteX16" fmla="*/ 19503 w 6007553"/>
                  <a:gd name="connsiteY16" fmla="*/ 836017 h 4902739"/>
                  <a:gd name="connsiteX0" fmla="*/ 19503 w 6007553"/>
                  <a:gd name="connsiteY0" fmla="*/ 836017 h 4902739"/>
                  <a:gd name="connsiteX1" fmla="*/ 1982560 w 6007553"/>
                  <a:gd name="connsiteY1" fmla="*/ 654589 h 4902739"/>
                  <a:gd name="connsiteX2" fmla="*/ 2867478 w 6007553"/>
                  <a:gd name="connsiteY2" fmla="*/ 4531717 h 4902739"/>
                  <a:gd name="connsiteX3" fmla="*/ 3177268 w 6007553"/>
                  <a:gd name="connsiteY3" fmla="*/ 4551674 h 4902739"/>
                  <a:gd name="connsiteX4" fmla="*/ 4089400 w 6007553"/>
                  <a:gd name="connsiteY4" fmla="*/ 638714 h 4902739"/>
                  <a:gd name="connsiteX5" fmla="*/ 6007553 w 6007553"/>
                  <a:gd name="connsiteY5" fmla="*/ 865046 h 4902739"/>
                  <a:gd name="connsiteX6" fmla="*/ 5993039 w 6007553"/>
                  <a:gd name="connsiteY6" fmla="*/ 4870989 h 4902739"/>
                  <a:gd name="connsiteX7" fmla="*/ 5049610 w 6007553"/>
                  <a:gd name="connsiteY7" fmla="*/ 4856474 h 4902739"/>
                  <a:gd name="connsiteX8" fmla="*/ 5035096 w 6007553"/>
                  <a:gd name="connsiteY8" fmla="*/ 1184360 h 4902739"/>
                  <a:gd name="connsiteX9" fmla="*/ 4788353 w 6007553"/>
                  <a:gd name="connsiteY9" fmla="*/ 1184360 h 4902739"/>
                  <a:gd name="connsiteX10" fmla="*/ 4066721 w 6007553"/>
                  <a:gd name="connsiteY10" fmla="*/ 4895028 h 4902739"/>
                  <a:gd name="connsiteX11" fmla="*/ 1982107 w 6007553"/>
                  <a:gd name="connsiteY11" fmla="*/ 4902739 h 4902739"/>
                  <a:gd name="connsiteX12" fmla="*/ 1203325 w 6007553"/>
                  <a:gd name="connsiteY12" fmla="*/ 1314989 h 4902739"/>
                  <a:gd name="connsiteX13" fmla="*/ 981528 w 6007553"/>
                  <a:gd name="connsiteY13" fmla="*/ 1342203 h 4902739"/>
                  <a:gd name="connsiteX14" fmla="*/ 985157 w 6007553"/>
                  <a:gd name="connsiteY14" fmla="*/ 4890039 h 4902739"/>
                  <a:gd name="connsiteX15" fmla="*/ 0 w 6007553"/>
                  <a:gd name="connsiteY15" fmla="*/ 4887771 h 4902739"/>
                  <a:gd name="connsiteX16" fmla="*/ 19503 w 6007553"/>
                  <a:gd name="connsiteY16" fmla="*/ 836017 h 4902739"/>
                  <a:gd name="connsiteX0" fmla="*/ 19503 w 6007553"/>
                  <a:gd name="connsiteY0" fmla="*/ 836017 h 4902739"/>
                  <a:gd name="connsiteX1" fmla="*/ 1982560 w 6007553"/>
                  <a:gd name="connsiteY1" fmla="*/ 654589 h 4902739"/>
                  <a:gd name="connsiteX2" fmla="*/ 2867478 w 6007553"/>
                  <a:gd name="connsiteY2" fmla="*/ 4531717 h 4902739"/>
                  <a:gd name="connsiteX3" fmla="*/ 3177268 w 6007553"/>
                  <a:gd name="connsiteY3" fmla="*/ 4551674 h 4902739"/>
                  <a:gd name="connsiteX4" fmla="*/ 4089400 w 6007553"/>
                  <a:gd name="connsiteY4" fmla="*/ 638714 h 4902739"/>
                  <a:gd name="connsiteX5" fmla="*/ 6007553 w 6007553"/>
                  <a:gd name="connsiteY5" fmla="*/ 865046 h 4902739"/>
                  <a:gd name="connsiteX6" fmla="*/ 5993039 w 6007553"/>
                  <a:gd name="connsiteY6" fmla="*/ 4870989 h 4902739"/>
                  <a:gd name="connsiteX7" fmla="*/ 5049610 w 6007553"/>
                  <a:gd name="connsiteY7" fmla="*/ 4856474 h 4902739"/>
                  <a:gd name="connsiteX8" fmla="*/ 5035096 w 6007553"/>
                  <a:gd name="connsiteY8" fmla="*/ 1184360 h 4902739"/>
                  <a:gd name="connsiteX9" fmla="*/ 4788353 w 6007553"/>
                  <a:gd name="connsiteY9" fmla="*/ 1184360 h 4902739"/>
                  <a:gd name="connsiteX10" fmla="*/ 4066721 w 6007553"/>
                  <a:gd name="connsiteY10" fmla="*/ 4895028 h 4902739"/>
                  <a:gd name="connsiteX11" fmla="*/ 1982107 w 6007553"/>
                  <a:gd name="connsiteY11" fmla="*/ 4902739 h 4902739"/>
                  <a:gd name="connsiteX12" fmla="*/ 1203325 w 6007553"/>
                  <a:gd name="connsiteY12" fmla="*/ 1314989 h 4902739"/>
                  <a:gd name="connsiteX13" fmla="*/ 981528 w 6007553"/>
                  <a:gd name="connsiteY13" fmla="*/ 1342203 h 4902739"/>
                  <a:gd name="connsiteX14" fmla="*/ 985157 w 6007553"/>
                  <a:gd name="connsiteY14" fmla="*/ 4890039 h 4902739"/>
                  <a:gd name="connsiteX15" fmla="*/ 0 w 6007553"/>
                  <a:gd name="connsiteY15" fmla="*/ 4887771 h 4902739"/>
                  <a:gd name="connsiteX16" fmla="*/ 19503 w 6007553"/>
                  <a:gd name="connsiteY16" fmla="*/ 836017 h 4902739"/>
                  <a:gd name="connsiteX0" fmla="*/ 19503 w 6007553"/>
                  <a:gd name="connsiteY0" fmla="*/ 836017 h 4902739"/>
                  <a:gd name="connsiteX1" fmla="*/ 1982560 w 6007553"/>
                  <a:gd name="connsiteY1" fmla="*/ 654589 h 4902739"/>
                  <a:gd name="connsiteX2" fmla="*/ 2867478 w 6007553"/>
                  <a:gd name="connsiteY2" fmla="*/ 4531717 h 4902739"/>
                  <a:gd name="connsiteX3" fmla="*/ 3177268 w 6007553"/>
                  <a:gd name="connsiteY3" fmla="*/ 4551674 h 4902739"/>
                  <a:gd name="connsiteX4" fmla="*/ 4089400 w 6007553"/>
                  <a:gd name="connsiteY4" fmla="*/ 638714 h 4902739"/>
                  <a:gd name="connsiteX5" fmla="*/ 6007553 w 6007553"/>
                  <a:gd name="connsiteY5" fmla="*/ 865046 h 4902739"/>
                  <a:gd name="connsiteX6" fmla="*/ 5993039 w 6007553"/>
                  <a:gd name="connsiteY6" fmla="*/ 4870989 h 4902739"/>
                  <a:gd name="connsiteX7" fmla="*/ 5049610 w 6007553"/>
                  <a:gd name="connsiteY7" fmla="*/ 4856474 h 4902739"/>
                  <a:gd name="connsiteX8" fmla="*/ 5035096 w 6007553"/>
                  <a:gd name="connsiteY8" fmla="*/ 1184360 h 4902739"/>
                  <a:gd name="connsiteX9" fmla="*/ 4788353 w 6007553"/>
                  <a:gd name="connsiteY9" fmla="*/ 1184360 h 4902739"/>
                  <a:gd name="connsiteX10" fmla="*/ 4066721 w 6007553"/>
                  <a:gd name="connsiteY10" fmla="*/ 4895028 h 4902739"/>
                  <a:gd name="connsiteX11" fmla="*/ 1982107 w 6007553"/>
                  <a:gd name="connsiteY11" fmla="*/ 4902739 h 4902739"/>
                  <a:gd name="connsiteX12" fmla="*/ 1203325 w 6007553"/>
                  <a:gd name="connsiteY12" fmla="*/ 1314989 h 4902739"/>
                  <a:gd name="connsiteX13" fmla="*/ 981528 w 6007553"/>
                  <a:gd name="connsiteY13" fmla="*/ 1342203 h 4902739"/>
                  <a:gd name="connsiteX14" fmla="*/ 985157 w 6007553"/>
                  <a:gd name="connsiteY14" fmla="*/ 4890039 h 4902739"/>
                  <a:gd name="connsiteX15" fmla="*/ 0 w 6007553"/>
                  <a:gd name="connsiteY15" fmla="*/ 4887771 h 4902739"/>
                  <a:gd name="connsiteX16" fmla="*/ 19503 w 6007553"/>
                  <a:gd name="connsiteY16" fmla="*/ 836017 h 4902739"/>
                  <a:gd name="connsiteX0" fmla="*/ 19503 w 6007553"/>
                  <a:gd name="connsiteY0" fmla="*/ 836017 h 4902739"/>
                  <a:gd name="connsiteX1" fmla="*/ 1982560 w 6007553"/>
                  <a:gd name="connsiteY1" fmla="*/ 654589 h 4902739"/>
                  <a:gd name="connsiteX2" fmla="*/ 2867478 w 6007553"/>
                  <a:gd name="connsiteY2" fmla="*/ 4531717 h 4902739"/>
                  <a:gd name="connsiteX3" fmla="*/ 3177268 w 6007553"/>
                  <a:gd name="connsiteY3" fmla="*/ 4551674 h 4902739"/>
                  <a:gd name="connsiteX4" fmla="*/ 4089400 w 6007553"/>
                  <a:gd name="connsiteY4" fmla="*/ 638714 h 4902739"/>
                  <a:gd name="connsiteX5" fmla="*/ 6007553 w 6007553"/>
                  <a:gd name="connsiteY5" fmla="*/ 865046 h 4902739"/>
                  <a:gd name="connsiteX6" fmla="*/ 5993039 w 6007553"/>
                  <a:gd name="connsiteY6" fmla="*/ 4870989 h 4902739"/>
                  <a:gd name="connsiteX7" fmla="*/ 5049610 w 6007553"/>
                  <a:gd name="connsiteY7" fmla="*/ 4856474 h 4902739"/>
                  <a:gd name="connsiteX8" fmla="*/ 5035096 w 6007553"/>
                  <a:gd name="connsiteY8" fmla="*/ 1184360 h 4902739"/>
                  <a:gd name="connsiteX9" fmla="*/ 4788353 w 6007553"/>
                  <a:gd name="connsiteY9" fmla="*/ 1184360 h 4902739"/>
                  <a:gd name="connsiteX10" fmla="*/ 4066721 w 6007553"/>
                  <a:gd name="connsiteY10" fmla="*/ 4895028 h 4902739"/>
                  <a:gd name="connsiteX11" fmla="*/ 1982107 w 6007553"/>
                  <a:gd name="connsiteY11" fmla="*/ 4902739 h 4902739"/>
                  <a:gd name="connsiteX12" fmla="*/ 1203325 w 6007553"/>
                  <a:gd name="connsiteY12" fmla="*/ 1314989 h 4902739"/>
                  <a:gd name="connsiteX13" fmla="*/ 981528 w 6007553"/>
                  <a:gd name="connsiteY13" fmla="*/ 1342203 h 4902739"/>
                  <a:gd name="connsiteX14" fmla="*/ 985157 w 6007553"/>
                  <a:gd name="connsiteY14" fmla="*/ 4890039 h 4902739"/>
                  <a:gd name="connsiteX15" fmla="*/ 0 w 6007553"/>
                  <a:gd name="connsiteY15" fmla="*/ 4887771 h 4902739"/>
                  <a:gd name="connsiteX16" fmla="*/ 19503 w 6007553"/>
                  <a:gd name="connsiteY16" fmla="*/ 836017 h 4902739"/>
                  <a:gd name="connsiteX0" fmla="*/ 19503 w 6007553"/>
                  <a:gd name="connsiteY0" fmla="*/ 836017 h 4902739"/>
                  <a:gd name="connsiteX1" fmla="*/ 1982560 w 6007553"/>
                  <a:gd name="connsiteY1" fmla="*/ 654589 h 4902739"/>
                  <a:gd name="connsiteX2" fmla="*/ 2867478 w 6007553"/>
                  <a:gd name="connsiteY2" fmla="*/ 4531717 h 4902739"/>
                  <a:gd name="connsiteX3" fmla="*/ 3177268 w 6007553"/>
                  <a:gd name="connsiteY3" fmla="*/ 4551674 h 4902739"/>
                  <a:gd name="connsiteX4" fmla="*/ 4089400 w 6007553"/>
                  <a:gd name="connsiteY4" fmla="*/ 638714 h 4902739"/>
                  <a:gd name="connsiteX5" fmla="*/ 6007553 w 6007553"/>
                  <a:gd name="connsiteY5" fmla="*/ 865046 h 4902739"/>
                  <a:gd name="connsiteX6" fmla="*/ 5993039 w 6007553"/>
                  <a:gd name="connsiteY6" fmla="*/ 4870989 h 4902739"/>
                  <a:gd name="connsiteX7" fmla="*/ 5049610 w 6007553"/>
                  <a:gd name="connsiteY7" fmla="*/ 4856474 h 4902739"/>
                  <a:gd name="connsiteX8" fmla="*/ 5035096 w 6007553"/>
                  <a:gd name="connsiteY8" fmla="*/ 1184360 h 4902739"/>
                  <a:gd name="connsiteX9" fmla="*/ 4788353 w 6007553"/>
                  <a:gd name="connsiteY9" fmla="*/ 1184360 h 4902739"/>
                  <a:gd name="connsiteX10" fmla="*/ 4066721 w 6007553"/>
                  <a:gd name="connsiteY10" fmla="*/ 4895028 h 4902739"/>
                  <a:gd name="connsiteX11" fmla="*/ 1982107 w 6007553"/>
                  <a:gd name="connsiteY11" fmla="*/ 4902739 h 4902739"/>
                  <a:gd name="connsiteX12" fmla="*/ 1203325 w 6007553"/>
                  <a:gd name="connsiteY12" fmla="*/ 1314989 h 4902739"/>
                  <a:gd name="connsiteX13" fmla="*/ 981528 w 6007553"/>
                  <a:gd name="connsiteY13" fmla="*/ 1342203 h 4902739"/>
                  <a:gd name="connsiteX14" fmla="*/ 985157 w 6007553"/>
                  <a:gd name="connsiteY14" fmla="*/ 4890039 h 4902739"/>
                  <a:gd name="connsiteX15" fmla="*/ 0 w 6007553"/>
                  <a:gd name="connsiteY15" fmla="*/ 4887771 h 4902739"/>
                  <a:gd name="connsiteX16" fmla="*/ 19503 w 6007553"/>
                  <a:gd name="connsiteY16" fmla="*/ 836017 h 4902739"/>
                  <a:gd name="connsiteX0" fmla="*/ 19503 w 6008914"/>
                  <a:gd name="connsiteY0" fmla="*/ 836017 h 4902739"/>
                  <a:gd name="connsiteX1" fmla="*/ 1982560 w 6008914"/>
                  <a:gd name="connsiteY1" fmla="*/ 654589 h 4902739"/>
                  <a:gd name="connsiteX2" fmla="*/ 2867478 w 6008914"/>
                  <a:gd name="connsiteY2" fmla="*/ 4531717 h 4902739"/>
                  <a:gd name="connsiteX3" fmla="*/ 3177268 w 6008914"/>
                  <a:gd name="connsiteY3" fmla="*/ 4551674 h 4902739"/>
                  <a:gd name="connsiteX4" fmla="*/ 4089400 w 6008914"/>
                  <a:gd name="connsiteY4" fmla="*/ 638714 h 4902739"/>
                  <a:gd name="connsiteX5" fmla="*/ 6007553 w 6008914"/>
                  <a:gd name="connsiteY5" fmla="*/ 865046 h 4902739"/>
                  <a:gd name="connsiteX6" fmla="*/ 6008914 w 6008914"/>
                  <a:gd name="connsiteY6" fmla="*/ 4886864 h 4902739"/>
                  <a:gd name="connsiteX7" fmla="*/ 5049610 w 6008914"/>
                  <a:gd name="connsiteY7" fmla="*/ 4856474 h 4902739"/>
                  <a:gd name="connsiteX8" fmla="*/ 5035096 w 6008914"/>
                  <a:gd name="connsiteY8" fmla="*/ 1184360 h 4902739"/>
                  <a:gd name="connsiteX9" fmla="*/ 4788353 w 6008914"/>
                  <a:gd name="connsiteY9" fmla="*/ 1184360 h 4902739"/>
                  <a:gd name="connsiteX10" fmla="*/ 4066721 w 6008914"/>
                  <a:gd name="connsiteY10" fmla="*/ 4895028 h 4902739"/>
                  <a:gd name="connsiteX11" fmla="*/ 1982107 w 6008914"/>
                  <a:gd name="connsiteY11" fmla="*/ 4902739 h 4902739"/>
                  <a:gd name="connsiteX12" fmla="*/ 1203325 w 6008914"/>
                  <a:gd name="connsiteY12" fmla="*/ 1314989 h 4902739"/>
                  <a:gd name="connsiteX13" fmla="*/ 981528 w 6008914"/>
                  <a:gd name="connsiteY13" fmla="*/ 1342203 h 4902739"/>
                  <a:gd name="connsiteX14" fmla="*/ 985157 w 6008914"/>
                  <a:gd name="connsiteY14" fmla="*/ 4890039 h 4902739"/>
                  <a:gd name="connsiteX15" fmla="*/ 0 w 6008914"/>
                  <a:gd name="connsiteY15" fmla="*/ 4887771 h 4902739"/>
                  <a:gd name="connsiteX16" fmla="*/ 19503 w 6008914"/>
                  <a:gd name="connsiteY16" fmla="*/ 836017 h 4902739"/>
                  <a:gd name="connsiteX0" fmla="*/ 19503 w 6008914"/>
                  <a:gd name="connsiteY0" fmla="*/ 836017 h 4902739"/>
                  <a:gd name="connsiteX1" fmla="*/ 1982560 w 6008914"/>
                  <a:gd name="connsiteY1" fmla="*/ 654589 h 4902739"/>
                  <a:gd name="connsiteX2" fmla="*/ 2867478 w 6008914"/>
                  <a:gd name="connsiteY2" fmla="*/ 4531717 h 4902739"/>
                  <a:gd name="connsiteX3" fmla="*/ 3177268 w 6008914"/>
                  <a:gd name="connsiteY3" fmla="*/ 4551674 h 4902739"/>
                  <a:gd name="connsiteX4" fmla="*/ 4089400 w 6008914"/>
                  <a:gd name="connsiteY4" fmla="*/ 638714 h 4902739"/>
                  <a:gd name="connsiteX5" fmla="*/ 6007553 w 6008914"/>
                  <a:gd name="connsiteY5" fmla="*/ 865046 h 4902739"/>
                  <a:gd name="connsiteX6" fmla="*/ 6008914 w 6008914"/>
                  <a:gd name="connsiteY6" fmla="*/ 4886864 h 4902739"/>
                  <a:gd name="connsiteX7" fmla="*/ 5052785 w 6008914"/>
                  <a:gd name="connsiteY7" fmla="*/ 4869174 h 4902739"/>
                  <a:gd name="connsiteX8" fmla="*/ 5035096 w 6008914"/>
                  <a:gd name="connsiteY8" fmla="*/ 1184360 h 4902739"/>
                  <a:gd name="connsiteX9" fmla="*/ 4788353 w 6008914"/>
                  <a:gd name="connsiteY9" fmla="*/ 1184360 h 4902739"/>
                  <a:gd name="connsiteX10" fmla="*/ 4066721 w 6008914"/>
                  <a:gd name="connsiteY10" fmla="*/ 4895028 h 4902739"/>
                  <a:gd name="connsiteX11" fmla="*/ 1982107 w 6008914"/>
                  <a:gd name="connsiteY11" fmla="*/ 4902739 h 4902739"/>
                  <a:gd name="connsiteX12" fmla="*/ 1203325 w 6008914"/>
                  <a:gd name="connsiteY12" fmla="*/ 1314989 h 4902739"/>
                  <a:gd name="connsiteX13" fmla="*/ 981528 w 6008914"/>
                  <a:gd name="connsiteY13" fmla="*/ 1342203 h 4902739"/>
                  <a:gd name="connsiteX14" fmla="*/ 985157 w 6008914"/>
                  <a:gd name="connsiteY14" fmla="*/ 4890039 h 4902739"/>
                  <a:gd name="connsiteX15" fmla="*/ 0 w 6008914"/>
                  <a:gd name="connsiteY15" fmla="*/ 4887771 h 4902739"/>
                  <a:gd name="connsiteX16" fmla="*/ 19503 w 6008914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35096 w 6018439"/>
                  <a:gd name="connsiteY8" fmla="*/ 1184360 h 4902739"/>
                  <a:gd name="connsiteX9" fmla="*/ 4788353 w 6018439"/>
                  <a:gd name="connsiteY9" fmla="*/ 11843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35096 w 6018439"/>
                  <a:gd name="connsiteY8" fmla="*/ 1184360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31921 w 6018439"/>
                  <a:gd name="connsiteY8" fmla="*/ 1324060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47796 w 6018439"/>
                  <a:gd name="connsiteY8" fmla="*/ 1327235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47796 w 6018439"/>
                  <a:gd name="connsiteY8" fmla="*/ 1327235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47796 w 6018439"/>
                  <a:gd name="connsiteY8" fmla="*/ 1327235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47796 w 6018439"/>
                  <a:gd name="connsiteY8" fmla="*/ 1327235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47796 w 6018439"/>
                  <a:gd name="connsiteY8" fmla="*/ 1327235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47796 w 6018439"/>
                  <a:gd name="connsiteY8" fmla="*/ 1327235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47796 w 6018439"/>
                  <a:gd name="connsiteY8" fmla="*/ 1327235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47796 w 6018439"/>
                  <a:gd name="connsiteY8" fmla="*/ 1327235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47796 w 6018439"/>
                  <a:gd name="connsiteY8" fmla="*/ 1327235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2739"/>
                  <a:gd name="connsiteX1" fmla="*/ 1982560 w 6018439"/>
                  <a:gd name="connsiteY1" fmla="*/ 654589 h 4902739"/>
                  <a:gd name="connsiteX2" fmla="*/ 2867478 w 6018439"/>
                  <a:gd name="connsiteY2" fmla="*/ 4531717 h 4902739"/>
                  <a:gd name="connsiteX3" fmla="*/ 3177268 w 6018439"/>
                  <a:gd name="connsiteY3" fmla="*/ 4551674 h 4902739"/>
                  <a:gd name="connsiteX4" fmla="*/ 4089400 w 6018439"/>
                  <a:gd name="connsiteY4" fmla="*/ 638714 h 4902739"/>
                  <a:gd name="connsiteX5" fmla="*/ 6007553 w 6018439"/>
                  <a:gd name="connsiteY5" fmla="*/ 865046 h 4902739"/>
                  <a:gd name="connsiteX6" fmla="*/ 6018439 w 6018439"/>
                  <a:gd name="connsiteY6" fmla="*/ 4877339 h 4902739"/>
                  <a:gd name="connsiteX7" fmla="*/ 5052785 w 6018439"/>
                  <a:gd name="connsiteY7" fmla="*/ 4869174 h 4902739"/>
                  <a:gd name="connsiteX8" fmla="*/ 5047796 w 6018439"/>
                  <a:gd name="connsiteY8" fmla="*/ 1327235 h 4902739"/>
                  <a:gd name="connsiteX9" fmla="*/ 4826453 w 6018439"/>
                  <a:gd name="connsiteY9" fmla="*/ 1324060 h 4902739"/>
                  <a:gd name="connsiteX10" fmla="*/ 4066721 w 6018439"/>
                  <a:gd name="connsiteY10" fmla="*/ 4895028 h 4902739"/>
                  <a:gd name="connsiteX11" fmla="*/ 1982107 w 6018439"/>
                  <a:gd name="connsiteY11" fmla="*/ 4902739 h 4902739"/>
                  <a:gd name="connsiteX12" fmla="*/ 1203325 w 6018439"/>
                  <a:gd name="connsiteY12" fmla="*/ 1314989 h 4902739"/>
                  <a:gd name="connsiteX13" fmla="*/ 981528 w 6018439"/>
                  <a:gd name="connsiteY13" fmla="*/ 1342203 h 4902739"/>
                  <a:gd name="connsiteX14" fmla="*/ 985157 w 6018439"/>
                  <a:gd name="connsiteY14" fmla="*/ 4890039 h 4902739"/>
                  <a:gd name="connsiteX15" fmla="*/ 0 w 6018439"/>
                  <a:gd name="connsiteY15" fmla="*/ 4887771 h 4902739"/>
                  <a:gd name="connsiteX16" fmla="*/ 19503 w 6018439"/>
                  <a:gd name="connsiteY16" fmla="*/ 836017 h 4902739"/>
                  <a:gd name="connsiteX0" fmla="*/ 19503 w 6018439"/>
                  <a:gd name="connsiteY0" fmla="*/ 836017 h 4907728"/>
                  <a:gd name="connsiteX1" fmla="*/ 1982560 w 6018439"/>
                  <a:gd name="connsiteY1" fmla="*/ 654589 h 4907728"/>
                  <a:gd name="connsiteX2" fmla="*/ 2867478 w 6018439"/>
                  <a:gd name="connsiteY2" fmla="*/ 4531717 h 4907728"/>
                  <a:gd name="connsiteX3" fmla="*/ 3177268 w 6018439"/>
                  <a:gd name="connsiteY3" fmla="*/ 4551674 h 4907728"/>
                  <a:gd name="connsiteX4" fmla="*/ 4089400 w 6018439"/>
                  <a:gd name="connsiteY4" fmla="*/ 638714 h 4907728"/>
                  <a:gd name="connsiteX5" fmla="*/ 6007553 w 6018439"/>
                  <a:gd name="connsiteY5" fmla="*/ 865046 h 4907728"/>
                  <a:gd name="connsiteX6" fmla="*/ 6018439 w 6018439"/>
                  <a:gd name="connsiteY6" fmla="*/ 4877339 h 4907728"/>
                  <a:gd name="connsiteX7" fmla="*/ 5052785 w 6018439"/>
                  <a:gd name="connsiteY7" fmla="*/ 4869174 h 4907728"/>
                  <a:gd name="connsiteX8" fmla="*/ 5047796 w 6018439"/>
                  <a:gd name="connsiteY8" fmla="*/ 1327235 h 4907728"/>
                  <a:gd name="connsiteX9" fmla="*/ 4826453 w 6018439"/>
                  <a:gd name="connsiteY9" fmla="*/ 1324060 h 4907728"/>
                  <a:gd name="connsiteX10" fmla="*/ 4057196 w 6018439"/>
                  <a:gd name="connsiteY10" fmla="*/ 4907728 h 4907728"/>
                  <a:gd name="connsiteX11" fmla="*/ 1982107 w 6018439"/>
                  <a:gd name="connsiteY11" fmla="*/ 4902739 h 4907728"/>
                  <a:gd name="connsiteX12" fmla="*/ 1203325 w 6018439"/>
                  <a:gd name="connsiteY12" fmla="*/ 1314989 h 4907728"/>
                  <a:gd name="connsiteX13" fmla="*/ 981528 w 6018439"/>
                  <a:gd name="connsiteY13" fmla="*/ 1342203 h 4907728"/>
                  <a:gd name="connsiteX14" fmla="*/ 985157 w 6018439"/>
                  <a:gd name="connsiteY14" fmla="*/ 4890039 h 4907728"/>
                  <a:gd name="connsiteX15" fmla="*/ 0 w 6018439"/>
                  <a:gd name="connsiteY15" fmla="*/ 4887771 h 4907728"/>
                  <a:gd name="connsiteX16" fmla="*/ 19503 w 6018439"/>
                  <a:gd name="connsiteY16" fmla="*/ 836017 h 4907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018439" h="4907728">
                    <a:moveTo>
                      <a:pt x="19503" y="836017"/>
                    </a:moveTo>
                    <a:cubicBezTo>
                      <a:pt x="298147" y="-135684"/>
                      <a:pt x="1475316" y="-342210"/>
                      <a:pt x="1982560" y="654589"/>
                    </a:cubicBezTo>
                    <a:lnTo>
                      <a:pt x="2867478" y="4531717"/>
                    </a:lnTo>
                    <a:cubicBezTo>
                      <a:pt x="2938991" y="4747919"/>
                      <a:pt x="3102580" y="4713297"/>
                      <a:pt x="3177268" y="4551674"/>
                    </a:cubicBezTo>
                    <a:cubicBezTo>
                      <a:pt x="3481312" y="3247354"/>
                      <a:pt x="3737731" y="1850959"/>
                      <a:pt x="4089400" y="638714"/>
                    </a:cubicBezTo>
                    <a:cubicBezTo>
                      <a:pt x="4610251" y="-328300"/>
                      <a:pt x="5804202" y="-145965"/>
                      <a:pt x="6007553" y="865046"/>
                    </a:cubicBezTo>
                    <a:cubicBezTo>
                      <a:pt x="6008007" y="2205652"/>
                      <a:pt x="6017985" y="3536733"/>
                      <a:pt x="6018439" y="4877339"/>
                    </a:cubicBezTo>
                    <a:lnTo>
                      <a:pt x="5052785" y="4869174"/>
                    </a:lnTo>
                    <a:cubicBezTo>
                      <a:pt x="5046889" y="3640903"/>
                      <a:pt x="5053692" y="2555506"/>
                      <a:pt x="5047796" y="1327235"/>
                    </a:cubicBezTo>
                    <a:cubicBezTo>
                      <a:pt x="5043865" y="1091227"/>
                      <a:pt x="4839909" y="1147318"/>
                      <a:pt x="4826453" y="1324060"/>
                    </a:cubicBezTo>
                    <a:lnTo>
                      <a:pt x="4057196" y="4907728"/>
                    </a:lnTo>
                    <a:lnTo>
                      <a:pt x="1982107" y="4902739"/>
                    </a:lnTo>
                    <a:lnTo>
                      <a:pt x="1203325" y="1314989"/>
                    </a:lnTo>
                    <a:cubicBezTo>
                      <a:pt x="1151618" y="1165310"/>
                      <a:pt x="982435" y="1212482"/>
                      <a:pt x="981528" y="1342203"/>
                    </a:cubicBezTo>
                    <a:cubicBezTo>
                      <a:pt x="982738" y="2524815"/>
                      <a:pt x="983947" y="3707427"/>
                      <a:pt x="985157" y="4890039"/>
                    </a:cubicBezTo>
                    <a:lnTo>
                      <a:pt x="0" y="4887771"/>
                    </a:lnTo>
                    <a:cubicBezTo>
                      <a:pt x="4384" y="3537186"/>
                      <a:pt x="15119" y="2186602"/>
                      <a:pt x="19503" y="836017"/>
                    </a:cubicBez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845" name="任意多边形 844"/>
              <p:cNvSpPr/>
              <p:nvPr/>
            </p:nvSpPr>
            <p:spPr>
              <a:xfrm>
                <a:off x="5497695" y="2219404"/>
                <a:ext cx="524251" cy="186534"/>
              </a:xfrm>
              <a:custGeom>
                <a:avLst/>
                <a:gdLst>
                  <a:gd name="connsiteX0" fmla="*/ 0 w 1882140"/>
                  <a:gd name="connsiteY0" fmla="*/ 0 h 693420"/>
                  <a:gd name="connsiteX1" fmla="*/ 807720 w 1882140"/>
                  <a:gd name="connsiteY1" fmla="*/ 693420 h 693420"/>
                  <a:gd name="connsiteX2" fmla="*/ 1882140 w 1882140"/>
                  <a:gd name="connsiteY2" fmla="*/ 38100 h 693420"/>
                  <a:gd name="connsiteX3" fmla="*/ 0 w 1882140"/>
                  <a:gd name="connsiteY3" fmla="*/ 0 h 693420"/>
                  <a:gd name="connsiteX0" fmla="*/ 0 w 1898808"/>
                  <a:gd name="connsiteY0" fmla="*/ 0 h 693420"/>
                  <a:gd name="connsiteX1" fmla="*/ 807720 w 1898808"/>
                  <a:gd name="connsiteY1" fmla="*/ 693420 h 693420"/>
                  <a:gd name="connsiteX2" fmla="*/ 1898808 w 1898808"/>
                  <a:gd name="connsiteY2" fmla="*/ 9525 h 693420"/>
                  <a:gd name="connsiteX3" fmla="*/ 0 w 1898808"/>
                  <a:gd name="connsiteY3" fmla="*/ 0 h 693420"/>
                  <a:gd name="connsiteX0" fmla="*/ 0 w 1898808"/>
                  <a:gd name="connsiteY0" fmla="*/ 0 h 693420"/>
                  <a:gd name="connsiteX1" fmla="*/ 807720 w 1898808"/>
                  <a:gd name="connsiteY1" fmla="*/ 693420 h 693420"/>
                  <a:gd name="connsiteX2" fmla="*/ 1898808 w 1898808"/>
                  <a:gd name="connsiteY2" fmla="*/ 9525 h 693420"/>
                  <a:gd name="connsiteX3" fmla="*/ 0 w 1898808"/>
                  <a:gd name="connsiteY3" fmla="*/ 0 h 693420"/>
                  <a:gd name="connsiteX0" fmla="*/ 0 w 1917858"/>
                  <a:gd name="connsiteY0" fmla="*/ 0 h 693420"/>
                  <a:gd name="connsiteX1" fmla="*/ 826770 w 1917858"/>
                  <a:gd name="connsiteY1" fmla="*/ 693420 h 693420"/>
                  <a:gd name="connsiteX2" fmla="*/ 1917858 w 1917858"/>
                  <a:gd name="connsiteY2" fmla="*/ 9525 h 693420"/>
                  <a:gd name="connsiteX3" fmla="*/ 0 w 1917858"/>
                  <a:gd name="connsiteY3" fmla="*/ 0 h 693420"/>
                  <a:gd name="connsiteX0" fmla="*/ 0 w 1917858"/>
                  <a:gd name="connsiteY0" fmla="*/ 0 h 693420"/>
                  <a:gd name="connsiteX1" fmla="*/ 826770 w 1917858"/>
                  <a:gd name="connsiteY1" fmla="*/ 693420 h 693420"/>
                  <a:gd name="connsiteX2" fmla="*/ 1917858 w 1917858"/>
                  <a:gd name="connsiteY2" fmla="*/ 9525 h 693420"/>
                  <a:gd name="connsiteX3" fmla="*/ 0 w 1917858"/>
                  <a:gd name="connsiteY3" fmla="*/ 0 h 693420"/>
                  <a:gd name="connsiteX0" fmla="*/ 0 w 1917858"/>
                  <a:gd name="connsiteY0" fmla="*/ 0 h 693420"/>
                  <a:gd name="connsiteX1" fmla="*/ 826770 w 1917858"/>
                  <a:gd name="connsiteY1" fmla="*/ 693420 h 693420"/>
                  <a:gd name="connsiteX2" fmla="*/ 1917858 w 1917858"/>
                  <a:gd name="connsiteY2" fmla="*/ 9525 h 693420"/>
                  <a:gd name="connsiteX3" fmla="*/ 0 w 1917858"/>
                  <a:gd name="connsiteY3" fmla="*/ 0 h 693420"/>
                  <a:gd name="connsiteX0" fmla="*/ 0 w 1917858"/>
                  <a:gd name="connsiteY0" fmla="*/ 0 h 693420"/>
                  <a:gd name="connsiteX1" fmla="*/ 826770 w 1917858"/>
                  <a:gd name="connsiteY1" fmla="*/ 693420 h 693420"/>
                  <a:gd name="connsiteX2" fmla="*/ 1917858 w 1917858"/>
                  <a:gd name="connsiteY2" fmla="*/ 9525 h 693420"/>
                  <a:gd name="connsiteX3" fmla="*/ 0 w 1917858"/>
                  <a:gd name="connsiteY3" fmla="*/ 0 h 693420"/>
                  <a:gd name="connsiteX0" fmla="*/ 0 w 1917858"/>
                  <a:gd name="connsiteY0" fmla="*/ 0 h 695823"/>
                  <a:gd name="connsiteX1" fmla="*/ 826770 w 1917858"/>
                  <a:gd name="connsiteY1" fmla="*/ 693420 h 695823"/>
                  <a:gd name="connsiteX2" fmla="*/ 1917858 w 1917858"/>
                  <a:gd name="connsiteY2" fmla="*/ 9525 h 695823"/>
                  <a:gd name="connsiteX3" fmla="*/ 0 w 1917858"/>
                  <a:gd name="connsiteY3" fmla="*/ 0 h 695823"/>
                  <a:gd name="connsiteX0" fmla="*/ 0 w 1917858"/>
                  <a:gd name="connsiteY0" fmla="*/ 0 h 696107"/>
                  <a:gd name="connsiteX1" fmla="*/ 826770 w 1917858"/>
                  <a:gd name="connsiteY1" fmla="*/ 693420 h 696107"/>
                  <a:gd name="connsiteX2" fmla="*/ 1917858 w 1917858"/>
                  <a:gd name="connsiteY2" fmla="*/ 9525 h 696107"/>
                  <a:gd name="connsiteX3" fmla="*/ 0 w 1917858"/>
                  <a:gd name="connsiteY3" fmla="*/ 0 h 696107"/>
                  <a:gd name="connsiteX0" fmla="*/ 0 w 1917858"/>
                  <a:gd name="connsiteY0" fmla="*/ 0 h 695957"/>
                  <a:gd name="connsiteX1" fmla="*/ 826770 w 1917858"/>
                  <a:gd name="connsiteY1" fmla="*/ 693420 h 695957"/>
                  <a:gd name="connsiteX2" fmla="*/ 1917858 w 1917858"/>
                  <a:gd name="connsiteY2" fmla="*/ 9525 h 695957"/>
                  <a:gd name="connsiteX3" fmla="*/ 0 w 1917858"/>
                  <a:gd name="connsiteY3" fmla="*/ 0 h 695957"/>
                  <a:gd name="connsiteX0" fmla="*/ 0 w 1917858"/>
                  <a:gd name="connsiteY0" fmla="*/ 0 h 695888"/>
                  <a:gd name="connsiteX1" fmla="*/ 826770 w 1917858"/>
                  <a:gd name="connsiteY1" fmla="*/ 693420 h 695888"/>
                  <a:gd name="connsiteX2" fmla="*/ 1917858 w 1917858"/>
                  <a:gd name="connsiteY2" fmla="*/ 9525 h 695888"/>
                  <a:gd name="connsiteX3" fmla="*/ 0 w 1917858"/>
                  <a:gd name="connsiteY3" fmla="*/ 0 h 695888"/>
                  <a:gd name="connsiteX0" fmla="*/ 0 w 1917858"/>
                  <a:gd name="connsiteY0" fmla="*/ 0 h 697365"/>
                  <a:gd name="connsiteX1" fmla="*/ 826770 w 1917858"/>
                  <a:gd name="connsiteY1" fmla="*/ 693420 h 697365"/>
                  <a:gd name="connsiteX2" fmla="*/ 1917858 w 1917858"/>
                  <a:gd name="connsiteY2" fmla="*/ 9525 h 697365"/>
                  <a:gd name="connsiteX3" fmla="*/ 0 w 1917858"/>
                  <a:gd name="connsiteY3" fmla="*/ 0 h 697365"/>
                  <a:gd name="connsiteX0" fmla="*/ 0 w 1917858"/>
                  <a:gd name="connsiteY0" fmla="*/ 0 h 694926"/>
                  <a:gd name="connsiteX1" fmla="*/ 826770 w 1917858"/>
                  <a:gd name="connsiteY1" fmla="*/ 693420 h 694926"/>
                  <a:gd name="connsiteX2" fmla="*/ 1917858 w 1917858"/>
                  <a:gd name="connsiteY2" fmla="*/ 9525 h 694926"/>
                  <a:gd name="connsiteX3" fmla="*/ 0 w 1917858"/>
                  <a:gd name="connsiteY3" fmla="*/ 0 h 694926"/>
                  <a:gd name="connsiteX0" fmla="*/ 0 w 1917858"/>
                  <a:gd name="connsiteY0" fmla="*/ 0 h 671189"/>
                  <a:gd name="connsiteX1" fmla="*/ 843439 w 1917858"/>
                  <a:gd name="connsiteY1" fmla="*/ 669608 h 671189"/>
                  <a:gd name="connsiteX2" fmla="*/ 1917858 w 1917858"/>
                  <a:gd name="connsiteY2" fmla="*/ 9525 h 671189"/>
                  <a:gd name="connsiteX3" fmla="*/ 0 w 1917858"/>
                  <a:gd name="connsiteY3" fmla="*/ 0 h 671189"/>
                  <a:gd name="connsiteX0" fmla="*/ 0 w 1917858"/>
                  <a:gd name="connsiteY0" fmla="*/ 0 h 671189"/>
                  <a:gd name="connsiteX1" fmla="*/ 843439 w 1917858"/>
                  <a:gd name="connsiteY1" fmla="*/ 669608 h 671189"/>
                  <a:gd name="connsiteX2" fmla="*/ 1917858 w 1917858"/>
                  <a:gd name="connsiteY2" fmla="*/ 9525 h 671189"/>
                  <a:gd name="connsiteX3" fmla="*/ 0 w 1917858"/>
                  <a:gd name="connsiteY3" fmla="*/ 0 h 671189"/>
                  <a:gd name="connsiteX0" fmla="*/ 0 w 1917858"/>
                  <a:gd name="connsiteY0" fmla="*/ 0 h 671189"/>
                  <a:gd name="connsiteX1" fmla="*/ 843439 w 1917858"/>
                  <a:gd name="connsiteY1" fmla="*/ 669608 h 671189"/>
                  <a:gd name="connsiteX2" fmla="*/ 1917858 w 1917858"/>
                  <a:gd name="connsiteY2" fmla="*/ 9525 h 671189"/>
                  <a:gd name="connsiteX3" fmla="*/ 0 w 1917858"/>
                  <a:gd name="connsiteY3" fmla="*/ 0 h 671189"/>
                  <a:gd name="connsiteX0" fmla="*/ 0 w 1917858"/>
                  <a:gd name="connsiteY0" fmla="*/ 0 h 671189"/>
                  <a:gd name="connsiteX1" fmla="*/ 843439 w 1917858"/>
                  <a:gd name="connsiteY1" fmla="*/ 669608 h 671189"/>
                  <a:gd name="connsiteX2" fmla="*/ 1917858 w 1917858"/>
                  <a:gd name="connsiteY2" fmla="*/ 9525 h 671189"/>
                  <a:gd name="connsiteX3" fmla="*/ 0 w 1917858"/>
                  <a:gd name="connsiteY3" fmla="*/ 0 h 671189"/>
                  <a:gd name="connsiteX0" fmla="*/ 0 w 1917858"/>
                  <a:gd name="connsiteY0" fmla="*/ 0 h 671924"/>
                  <a:gd name="connsiteX1" fmla="*/ 843439 w 1917858"/>
                  <a:gd name="connsiteY1" fmla="*/ 669608 h 671924"/>
                  <a:gd name="connsiteX2" fmla="*/ 1917858 w 1917858"/>
                  <a:gd name="connsiteY2" fmla="*/ 9525 h 671924"/>
                  <a:gd name="connsiteX3" fmla="*/ 0 w 1917858"/>
                  <a:gd name="connsiteY3" fmla="*/ 0 h 671924"/>
                  <a:gd name="connsiteX0" fmla="*/ 0 w 1917858"/>
                  <a:gd name="connsiteY0" fmla="*/ 0 h 673571"/>
                  <a:gd name="connsiteX1" fmla="*/ 843439 w 1917858"/>
                  <a:gd name="connsiteY1" fmla="*/ 669608 h 673571"/>
                  <a:gd name="connsiteX2" fmla="*/ 1917858 w 1917858"/>
                  <a:gd name="connsiteY2" fmla="*/ 9525 h 673571"/>
                  <a:gd name="connsiteX3" fmla="*/ 0 w 1917858"/>
                  <a:gd name="connsiteY3" fmla="*/ 0 h 673571"/>
                  <a:gd name="connsiteX0" fmla="*/ 0 w 1917858"/>
                  <a:gd name="connsiteY0" fmla="*/ 0 h 677441"/>
                  <a:gd name="connsiteX1" fmla="*/ 843439 w 1917858"/>
                  <a:gd name="connsiteY1" fmla="*/ 669608 h 677441"/>
                  <a:gd name="connsiteX2" fmla="*/ 1917858 w 1917858"/>
                  <a:gd name="connsiteY2" fmla="*/ 9525 h 677441"/>
                  <a:gd name="connsiteX3" fmla="*/ 0 w 1917858"/>
                  <a:gd name="connsiteY3" fmla="*/ 0 h 677441"/>
                  <a:gd name="connsiteX0" fmla="*/ 0 w 1917858"/>
                  <a:gd name="connsiteY0" fmla="*/ 0 h 677441"/>
                  <a:gd name="connsiteX1" fmla="*/ 843439 w 1917858"/>
                  <a:gd name="connsiteY1" fmla="*/ 669608 h 677441"/>
                  <a:gd name="connsiteX2" fmla="*/ 1917858 w 1917858"/>
                  <a:gd name="connsiteY2" fmla="*/ 9525 h 677441"/>
                  <a:gd name="connsiteX3" fmla="*/ 0 w 1917858"/>
                  <a:gd name="connsiteY3" fmla="*/ 0 h 677441"/>
                  <a:gd name="connsiteX0" fmla="*/ 0 w 1917858"/>
                  <a:gd name="connsiteY0" fmla="*/ 0 h 689079"/>
                  <a:gd name="connsiteX1" fmla="*/ 845820 w 1917858"/>
                  <a:gd name="connsiteY1" fmla="*/ 681514 h 689079"/>
                  <a:gd name="connsiteX2" fmla="*/ 1917858 w 1917858"/>
                  <a:gd name="connsiteY2" fmla="*/ 9525 h 689079"/>
                  <a:gd name="connsiteX3" fmla="*/ 0 w 1917858"/>
                  <a:gd name="connsiteY3" fmla="*/ 0 h 689079"/>
                  <a:gd name="connsiteX0" fmla="*/ 0 w 1917858"/>
                  <a:gd name="connsiteY0" fmla="*/ 0 h 685793"/>
                  <a:gd name="connsiteX1" fmla="*/ 845820 w 1917858"/>
                  <a:gd name="connsiteY1" fmla="*/ 681514 h 685793"/>
                  <a:gd name="connsiteX2" fmla="*/ 1917858 w 1917858"/>
                  <a:gd name="connsiteY2" fmla="*/ 9525 h 685793"/>
                  <a:gd name="connsiteX3" fmla="*/ 0 w 1917858"/>
                  <a:gd name="connsiteY3" fmla="*/ 0 h 685793"/>
                  <a:gd name="connsiteX0" fmla="*/ 0 w 1917858"/>
                  <a:gd name="connsiteY0" fmla="*/ 0 h 682396"/>
                  <a:gd name="connsiteX1" fmla="*/ 845820 w 1917858"/>
                  <a:gd name="connsiteY1" fmla="*/ 681514 h 682396"/>
                  <a:gd name="connsiteX2" fmla="*/ 1917858 w 1917858"/>
                  <a:gd name="connsiteY2" fmla="*/ 9525 h 682396"/>
                  <a:gd name="connsiteX3" fmla="*/ 0 w 1917858"/>
                  <a:gd name="connsiteY3" fmla="*/ 0 h 682396"/>
                  <a:gd name="connsiteX0" fmla="*/ 0 w 1917858"/>
                  <a:gd name="connsiteY0" fmla="*/ 0 h 682396"/>
                  <a:gd name="connsiteX1" fmla="*/ 845820 w 1917858"/>
                  <a:gd name="connsiteY1" fmla="*/ 681514 h 682396"/>
                  <a:gd name="connsiteX2" fmla="*/ 1917858 w 1917858"/>
                  <a:gd name="connsiteY2" fmla="*/ 9525 h 682396"/>
                  <a:gd name="connsiteX3" fmla="*/ 0 w 1917858"/>
                  <a:gd name="connsiteY3" fmla="*/ 0 h 682396"/>
                  <a:gd name="connsiteX0" fmla="*/ 0 w 1917858"/>
                  <a:gd name="connsiteY0" fmla="*/ 0 h 682396"/>
                  <a:gd name="connsiteX1" fmla="*/ 845820 w 1917858"/>
                  <a:gd name="connsiteY1" fmla="*/ 681514 h 682396"/>
                  <a:gd name="connsiteX2" fmla="*/ 1917858 w 1917858"/>
                  <a:gd name="connsiteY2" fmla="*/ 9525 h 682396"/>
                  <a:gd name="connsiteX3" fmla="*/ 0 w 1917858"/>
                  <a:gd name="connsiteY3" fmla="*/ 0 h 682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7858" h="682396">
                    <a:moveTo>
                      <a:pt x="0" y="0"/>
                    </a:moveTo>
                    <a:cubicBezTo>
                      <a:pt x="170815" y="409733"/>
                      <a:pt x="548800" y="662306"/>
                      <a:pt x="845820" y="681514"/>
                    </a:cubicBezTo>
                    <a:cubicBezTo>
                      <a:pt x="1230949" y="698817"/>
                      <a:pt x="1716086" y="461327"/>
                      <a:pt x="1917858" y="952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6" name="任意多边形 845"/>
              <p:cNvSpPr/>
              <p:nvPr/>
            </p:nvSpPr>
            <p:spPr>
              <a:xfrm>
                <a:off x="6305900" y="2221164"/>
                <a:ext cx="270388" cy="310457"/>
              </a:xfrm>
              <a:custGeom>
                <a:avLst/>
                <a:gdLst>
                  <a:gd name="connsiteX0" fmla="*/ 43542 w 1001485"/>
                  <a:gd name="connsiteY0" fmla="*/ 0 h 1161143"/>
                  <a:gd name="connsiteX1" fmla="*/ 1001485 w 1001485"/>
                  <a:gd name="connsiteY1" fmla="*/ 0 h 1161143"/>
                  <a:gd name="connsiteX2" fmla="*/ 986971 w 1001485"/>
                  <a:gd name="connsiteY2" fmla="*/ 1161143 h 1161143"/>
                  <a:gd name="connsiteX3" fmla="*/ 0 w 1001485"/>
                  <a:gd name="connsiteY3" fmla="*/ 1103085 h 1161143"/>
                  <a:gd name="connsiteX4" fmla="*/ 43542 w 1001485"/>
                  <a:gd name="connsiteY4" fmla="*/ 0 h 1161143"/>
                  <a:gd name="connsiteX0" fmla="*/ 43542 w 1001485"/>
                  <a:gd name="connsiteY0" fmla="*/ 0 h 1107168"/>
                  <a:gd name="connsiteX1" fmla="*/ 1001485 w 1001485"/>
                  <a:gd name="connsiteY1" fmla="*/ 0 h 1107168"/>
                  <a:gd name="connsiteX2" fmla="*/ 980621 w 1001485"/>
                  <a:gd name="connsiteY2" fmla="*/ 1107168 h 1107168"/>
                  <a:gd name="connsiteX3" fmla="*/ 0 w 1001485"/>
                  <a:gd name="connsiteY3" fmla="*/ 1103085 h 1107168"/>
                  <a:gd name="connsiteX4" fmla="*/ 43542 w 1001485"/>
                  <a:gd name="connsiteY4" fmla="*/ 0 h 1107168"/>
                  <a:gd name="connsiteX0" fmla="*/ 14967 w 972910"/>
                  <a:gd name="connsiteY0" fmla="*/ 0 h 1109435"/>
                  <a:gd name="connsiteX1" fmla="*/ 972910 w 972910"/>
                  <a:gd name="connsiteY1" fmla="*/ 0 h 1109435"/>
                  <a:gd name="connsiteX2" fmla="*/ 952046 w 972910"/>
                  <a:gd name="connsiteY2" fmla="*/ 1107168 h 1109435"/>
                  <a:gd name="connsiteX3" fmla="*/ 0 w 972910"/>
                  <a:gd name="connsiteY3" fmla="*/ 1109435 h 1109435"/>
                  <a:gd name="connsiteX4" fmla="*/ 14967 w 972910"/>
                  <a:gd name="connsiteY4" fmla="*/ 0 h 1109435"/>
                  <a:gd name="connsiteX0" fmla="*/ 0 w 980168"/>
                  <a:gd name="connsiteY0" fmla="*/ 0 h 1131660"/>
                  <a:gd name="connsiteX1" fmla="*/ 980168 w 980168"/>
                  <a:gd name="connsiteY1" fmla="*/ 22225 h 1131660"/>
                  <a:gd name="connsiteX2" fmla="*/ 959304 w 980168"/>
                  <a:gd name="connsiteY2" fmla="*/ 1129393 h 1131660"/>
                  <a:gd name="connsiteX3" fmla="*/ 7258 w 980168"/>
                  <a:gd name="connsiteY3" fmla="*/ 1131660 h 1131660"/>
                  <a:gd name="connsiteX4" fmla="*/ 0 w 980168"/>
                  <a:gd name="connsiteY4" fmla="*/ 0 h 1131660"/>
                  <a:gd name="connsiteX0" fmla="*/ 0 w 986518"/>
                  <a:gd name="connsiteY0" fmla="*/ 9525 h 1141185"/>
                  <a:gd name="connsiteX1" fmla="*/ 986518 w 986518"/>
                  <a:gd name="connsiteY1" fmla="*/ 0 h 1141185"/>
                  <a:gd name="connsiteX2" fmla="*/ 959304 w 986518"/>
                  <a:gd name="connsiteY2" fmla="*/ 1138918 h 1141185"/>
                  <a:gd name="connsiteX3" fmla="*/ 7258 w 986518"/>
                  <a:gd name="connsiteY3" fmla="*/ 1141185 h 1141185"/>
                  <a:gd name="connsiteX4" fmla="*/ 0 w 986518"/>
                  <a:gd name="connsiteY4" fmla="*/ 9525 h 1141185"/>
                  <a:gd name="connsiteX0" fmla="*/ 0 w 992868"/>
                  <a:gd name="connsiteY0" fmla="*/ 0 h 1131660"/>
                  <a:gd name="connsiteX1" fmla="*/ 992868 w 992868"/>
                  <a:gd name="connsiteY1" fmla="*/ 6350 h 1131660"/>
                  <a:gd name="connsiteX2" fmla="*/ 959304 w 992868"/>
                  <a:gd name="connsiteY2" fmla="*/ 1129393 h 1131660"/>
                  <a:gd name="connsiteX3" fmla="*/ 7258 w 992868"/>
                  <a:gd name="connsiteY3" fmla="*/ 1131660 h 1131660"/>
                  <a:gd name="connsiteX4" fmla="*/ 0 w 992868"/>
                  <a:gd name="connsiteY4" fmla="*/ 0 h 1131660"/>
                  <a:gd name="connsiteX0" fmla="*/ 0 w 983343"/>
                  <a:gd name="connsiteY0" fmla="*/ 0 h 1131660"/>
                  <a:gd name="connsiteX1" fmla="*/ 983343 w 983343"/>
                  <a:gd name="connsiteY1" fmla="*/ 3175 h 1131660"/>
                  <a:gd name="connsiteX2" fmla="*/ 959304 w 983343"/>
                  <a:gd name="connsiteY2" fmla="*/ 1129393 h 1131660"/>
                  <a:gd name="connsiteX3" fmla="*/ 7258 w 983343"/>
                  <a:gd name="connsiteY3" fmla="*/ 1131660 h 1131660"/>
                  <a:gd name="connsiteX4" fmla="*/ 0 w 983343"/>
                  <a:gd name="connsiteY4" fmla="*/ 0 h 1131660"/>
                  <a:gd name="connsiteX0" fmla="*/ 5813 w 989156"/>
                  <a:gd name="connsiteY0" fmla="*/ 0 h 1129393"/>
                  <a:gd name="connsiteX1" fmla="*/ 989156 w 989156"/>
                  <a:gd name="connsiteY1" fmla="*/ 3175 h 1129393"/>
                  <a:gd name="connsiteX2" fmla="*/ 965117 w 989156"/>
                  <a:gd name="connsiteY2" fmla="*/ 1129393 h 1129393"/>
                  <a:gd name="connsiteX3" fmla="*/ 371 w 989156"/>
                  <a:gd name="connsiteY3" fmla="*/ 1128485 h 1129393"/>
                  <a:gd name="connsiteX4" fmla="*/ 5813 w 989156"/>
                  <a:gd name="connsiteY4" fmla="*/ 0 h 1129393"/>
                  <a:gd name="connsiteX0" fmla="*/ 5813 w 989156"/>
                  <a:gd name="connsiteY0" fmla="*/ 0 h 1135743"/>
                  <a:gd name="connsiteX1" fmla="*/ 989156 w 989156"/>
                  <a:gd name="connsiteY1" fmla="*/ 3175 h 1135743"/>
                  <a:gd name="connsiteX2" fmla="*/ 974642 w 989156"/>
                  <a:gd name="connsiteY2" fmla="*/ 1135743 h 1135743"/>
                  <a:gd name="connsiteX3" fmla="*/ 371 w 989156"/>
                  <a:gd name="connsiteY3" fmla="*/ 1128485 h 1135743"/>
                  <a:gd name="connsiteX4" fmla="*/ 5813 w 989156"/>
                  <a:gd name="connsiteY4" fmla="*/ 0 h 113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156" h="1135743">
                    <a:moveTo>
                      <a:pt x="5813" y="0"/>
                    </a:moveTo>
                    <a:lnTo>
                      <a:pt x="989156" y="3175"/>
                    </a:lnTo>
                    <a:lnTo>
                      <a:pt x="974642" y="1135743"/>
                    </a:lnTo>
                    <a:lnTo>
                      <a:pt x="371" y="1128485"/>
                    </a:lnTo>
                    <a:cubicBezTo>
                      <a:pt x="-2048" y="751265"/>
                      <a:pt x="8232" y="377220"/>
                      <a:pt x="5813" y="0"/>
                    </a:cubicBez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24" name="组合 23"/>
          <p:cNvGrpSpPr/>
          <p:nvPr/>
        </p:nvGrpSpPr>
        <p:grpSpPr>
          <a:xfrm>
            <a:off x="3154849" y="1213679"/>
            <a:ext cx="2089725" cy="1465297"/>
            <a:chOff x="3154849" y="1213679"/>
            <a:chExt cx="2089725" cy="1465297"/>
          </a:xfrm>
        </p:grpSpPr>
        <p:sp>
          <p:nvSpPr>
            <p:cNvPr id="313" name="任意多边形 312"/>
            <p:cNvSpPr>
              <a:spLocks/>
            </p:cNvSpPr>
            <p:nvPr/>
          </p:nvSpPr>
          <p:spPr bwMode="auto">
            <a:xfrm>
              <a:off x="3154849" y="1213679"/>
              <a:ext cx="2089725" cy="1465297"/>
            </a:xfrm>
            <a:custGeom>
              <a:avLst/>
              <a:gdLst>
                <a:gd name="connsiteX0" fmla="*/ 1938518 w 3878497"/>
                <a:gd name="connsiteY0" fmla="*/ 0 h 2719568"/>
                <a:gd name="connsiteX1" fmla="*/ 3878497 w 3878497"/>
                <a:gd name="connsiteY1" fmla="*/ 2719568 h 2719568"/>
                <a:gd name="connsiteX2" fmla="*/ 0 w 3878497"/>
                <a:gd name="connsiteY2" fmla="*/ 2719568 h 2719568"/>
                <a:gd name="connsiteX3" fmla="*/ 1830267 w 3878497"/>
                <a:gd name="connsiteY3" fmla="*/ 151866 h 2719568"/>
                <a:gd name="connsiteX4" fmla="*/ 1786179 w 3878497"/>
                <a:gd name="connsiteY4" fmla="*/ 214105 h 2719568"/>
                <a:gd name="connsiteX5" fmla="*/ 1478357 w 3878497"/>
                <a:gd name="connsiteY5" fmla="*/ 648648 h 2719568"/>
                <a:gd name="connsiteX6" fmla="*/ 1585456 w 3878497"/>
                <a:gd name="connsiteY6" fmla="*/ 678520 h 2719568"/>
                <a:gd name="connsiteX7" fmla="*/ 1861841 w 3878497"/>
                <a:gd name="connsiteY7" fmla="*/ 678520 h 2719568"/>
                <a:gd name="connsiteX8" fmla="*/ 2006943 w 3878497"/>
                <a:gd name="connsiteY8" fmla="*/ 584637 h 2719568"/>
                <a:gd name="connsiteX9" fmla="*/ 2183138 w 3878497"/>
                <a:gd name="connsiteY9" fmla="*/ 687055 h 2719568"/>
                <a:gd name="connsiteX10" fmla="*/ 2297146 w 3878497"/>
                <a:gd name="connsiteY10" fmla="*/ 618776 h 2719568"/>
                <a:gd name="connsiteX11" fmla="*/ 2424974 w 3878497"/>
                <a:gd name="connsiteY11" fmla="*/ 682787 h 2719568"/>
                <a:gd name="connsiteX12" fmla="*/ 1938798 w 3878497"/>
                <a:gd name="connsiteY12" fmla="*/ 1334 h 2719568"/>
                <a:gd name="connsiteX13" fmla="*/ 1938182 w 3878497"/>
                <a:gd name="connsiteY13" fmla="*/ 471 h 2719568"/>
                <a:gd name="connsiteX0" fmla="*/ 1938518 w 3878497"/>
                <a:gd name="connsiteY0" fmla="*/ 0 h 2719568"/>
                <a:gd name="connsiteX1" fmla="*/ 3878497 w 3878497"/>
                <a:gd name="connsiteY1" fmla="*/ 2719568 h 2719568"/>
                <a:gd name="connsiteX2" fmla="*/ 0 w 3878497"/>
                <a:gd name="connsiteY2" fmla="*/ 2719568 h 2719568"/>
                <a:gd name="connsiteX3" fmla="*/ 1786179 w 3878497"/>
                <a:gd name="connsiteY3" fmla="*/ 214105 h 2719568"/>
                <a:gd name="connsiteX4" fmla="*/ 1478357 w 3878497"/>
                <a:gd name="connsiteY4" fmla="*/ 648648 h 2719568"/>
                <a:gd name="connsiteX5" fmla="*/ 1585456 w 3878497"/>
                <a:gd name="connsiteY5" fmla="*/ 678520 h 2719568"/>
                <a:gd name="connsiteX6" fmla="*/ 1861841 w 3878497"/>
                <a:gd name="connsiteY6" fmla="*/ 678520 h 2719568"/>
                <a:gd name="connsiteX7" fmla="*/ 2006943 w 3878497"/>
                <a:gd name="connsiteY7" fmla="*/ 584637 h 2719568"/>
                <a:gd name="connsiteX8" fmla="*/ 2183138 w 3878497"/>
                <a:gd name="connsiteY8" fmla="*/ 687055 h 2719568"/>
                <a:gd name="connsiteX9" fmla="*/ 2297146 w 3878497"/>
                <a:gd name="connsiteY9" fmla="*/ 618776 h 2719568"/>
                <a:gd name="connsiteX10" fmla="*/ 2424974 w 3878497"/>
                <a:gd name="connsiteY10" fmla="*/ 682787 h 2719568"/>
                <a:gd name="connsiteX11" fmla="*/ 1938798 w 3878497"/>
                <a:gd name="connsiteY11" fmla="*/ 1334 h 2719568"/>
                <a:gd name="connsiteX12" fmla="*/ 1938182 w 3878497"/>
                <a:gd name="connsiteY12" fmla="*/ 471 h 2719568"/>
                <a:gd name="connsiteX13" fmla="*/ 1938518 w 3878497"/>
                <a:gd name="connsiteY13" fmla="*/ 0 h 2719568"/>
                <a:gd name="connsiteX0" fmla="*/ 1938518 w 3878497"/>
                <a:gd name="connsiteY0" fmla="*/ 0 h 2719568"/>
                <a:gd name="connsiteX1" fmla="*/ 3878497 w 3878497"/>
                <a:gd name="connsiteY1" fmla="*/ 2719568 h 2719568"/>
                <a:gd name="connsiteX2" fmla="*/ 0 w 3878497"/>
                <a:gd name="connsiteY2" fmla="*/ 2719568 h 2719568"/>
                <a:gd name="connsiteX3" fmla="*/ 1478357 w 3878497"/>
                <a:gd name="connsiteY3" fmla="*/ 648648 h 2719568"/>
                <a:gd name="connsiteX4" fmla="*/ 1585456 w 3878497"/>
                <a:gd name="connsiteY4" fmla="*/ 678520 h 2719568"/>
                <a:gd name="connsiteX5" fmla="*/ 1861841 w 3878497"/>
                <a:gd name="connsiteY5" fmla="*/ 678520 h 2719568"/>
                <a:gd name="connsiteX6" fmla="*/ 2006943 w 3878497"/>
                <a:gd name="connsiteY6" fmla="*/ 584637 h 2719568"/>
                <a:gd name="connsiteX7" fmla="*/ 2183138 w 3878497"/>
                <a:gd name="connsiteY7" fmla="*/ 687055 h 2719568"/>
                <a:gd name="connsiteX8" fmla="*/ 2297146 w 3878497"/>
                <a:gd name="connsiteY8" fmla="*/ 618776 h 2719568"/>
                <a:gd name="connsiteX9" fmla="*/ 2424974 w 3878497"/>
                <a:gd name="connsiteY9" fmla="*/ 682787 h 2719568"/>
                <a:gd name="connsiteX10" fmla="*/ 1938798 w 3878497"/>
                <a:gd name="connsiteY10" fmla="*/ 1334 h 2719568"/>
                <a:gd name="connsiteX11" fmla="*/ 1938182 w 3878497"/>
                <a:gd name="connsiteY11" fmla="*/ 471 h 2719568"/>
                <a:gd name="connsiteX12" fmla="*/ 1938518 w 3878497"/>
                <a:gd name="connsiteY12" fmla="*/ 0 h 2719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8497" h="2719568">
                  <a:moveTo>
                    <a:pt x="1938518" y="0"/>
                  </a:moveTo>
                  <a:lnTo>
                    <a:pt x="3878497" y="2719568"/>
                  </a:lnTo>
                  <a:lnTo>
                    <a:pt x="0" y="2719568"/>
                  </a:lnTo>
                  <a:lnTo>
                    <a:pt x="1478357" y="648648"/>
                  </a:lnTo>
                  <a:cubicBezTo>
                    <a:pt x="1516360" y="652915"/>
                    <a:pt x="1550908" y="661450"/>
                    <a:pt x="1585456" y="678520"/>
                  </a:cubicBezTo>
                  <a:cubicBezTo>
                    <a:pt x="1689100" y="733996"/>
                    <a:pt x="1785835" y="708392"/>
                    <a:pt x="1861841" y="678520"/>
                  </a:cubicBezTo>
                  <a:cubicBezTo>
                    <a:pt x="1937846" y="648648"/>
                    <a:pt x="1968940" y="537695"/>
                    <a:pt x="2006943" y="584637"/>
                  </a:cubicBezTo>
                  <a:cubicBezTo>
                    <a:pt x="2048400" y="635846"/>
                    <a:pt x="2141680" y="721194"/>
                    <a:pt x="2183138" y="687055"/>
                  </a:cubicBezTo>
                  <a:cubicBezTo>
                    <a:pt x="2228050" y="652915"/>
                    <a:pt x="2224595" y="593171"/>
                    <a:pt x="2297146" y="618776"/>
                  </a:cubicBezTo>
                  <a:cubicBezTo>
                    <a:pt x="2342059" y="635846"/>
                    <a:pt x="2380062" y="674252"/>
                    <a:pt x="2424974" y="682787"/>
                  </a:cubicBezTo>
                  <a:lnTo>
                    <a:pt x="1938798" y="1334"/>
                  </a:lnTo>
                  <a:lnTo>
                    <a:pt x="1938182" y="471"/>
                  </a:lnTo>
                  <a:lnTo>
                    <a:pt x="1938518" y="0"/>
                  </a:lnTo>
                  <a:close/>
                </a:path>
              </a:pathLst>
            </a:custGeom>
            <a:solidFill>
              <a:srgbClr val="97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314" name="任意多边形 313"/>
            <p:cNvSpPr>
              <a:spLocks/>
            </p:cNvSpPr>
            <p:nvPr/>
          </p:nvSpPr>
          <p:spPr bwMode="auto">
            <a:xfrm>
              <a:off x="4199318" y="1213679"/>
              <a:ext cx="1045256" cy="1465297"/>
            </a:xfrm>
            <a:custGeom>
              <a:avLst/>
              <a:gdLst>
                <a:gd name="connsiteX0" fmla="*/ 0 w 1939978"/>
                <a:gd name="connsiteY0" fmla="*/ 0 h 2719568"/>
                <a:gd name="connsiteX1" fmla="*/ 1939978 w 1939978"/>
                <a:gd name="connsiteY1" fmla="*/ 2719568 h 2719568"/>
                <a:gd name="connsiteX2" fmla="*/ 0 w 1939978"/>
                <a:gd name="connsiteY2" fmla="*/ 2719568 h 2719568"/>
                <a:gd name="connsiteX3" fmla="*/ 0 w 1939978"/>
                <a:gd name="connsiteY3" fmla="*/ 614660 h 2719568"/>
                <a:gd name="connsiteX4" fmla="*/ 69001 w 1939978"/>
                <a:gd name="connsiteY4" fmla="*/ 584780 h 2719568"/>
                <a:gd name="connsiteX5" fmla="*/ 244953 w 1939978"/>
                <a:gd name="connsiteY5" fmla="*/ 687223 h 2719568"/>
                <a:gd name="connsiteX6" fmla="*/ 358805 w 1939978"/>
                <a:gd name="connsiteY6" fmla="*/ 618928 h 2719568"/>
                <a:gd name="connsiteX7" fmla="*/ 486456 w 1939978"/>
                <a:gd name="connsiteY7" fmla="*/ 682955 h 2719568"/>
                <a:gd name="connsiteX8" fmla="*/ 0 w 1939978"/>
                <a:gd name="connsiteY8" fmla="*/ 0 h 2719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39978" h="2719568">
                  <a:moveTo>
                    <a:pt x="0" y="0"/>
                  </a:moveTo>
                  <a:lnTo>
                    <a:pt x="1939978" y="2719568"/>
                  </a:lnTo>
                  <a:lnTo>
                    <a:pt x="0" y="2719568"/>
                  </a:lnTo>
                  <a:lnTo>
                    <a:pt x="0" y="614660"/>
                  </a:lnTo>
                  <a:cubicBezTo>
                    <a:pt x="27600" y="580512"/>
                    <a:pt x="48301" y="554901"/>
                    <a:pt x="69001" y="584780"/>
                  </a:cubicBezTo>
                  <a:cubicBezTo>
                    <a:pt x="110401" y="636002"/>
                    <a:pt x="203553" y="721371"/>
                    <a:pt x="244953" y="687223"/>
                  </a:cubicBezTo>
                  <a:cubicBezTo>
                    <a:pt x="289804" y="653076"/>
                    <a:pt x="286354" y="593317"/>
                    <a:pt x="358805" y="618928"/>
                  </a:cubicBezTo>
                  <a:cubicBezTo>
                    <a:pt x="403655" y="636002"/>
                    <a:pt x="441606" y="674418"/>
                    <a:pt x="486456" y="682955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67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25" name="组合 24"/>
          <p:cNvGrpSpPr/>
          <p:nvPr/>
        </p:nvGrpSpPr>
        <p:grpSpPr>
          <a:xfrm>
            <a:off x="7217272" y="1324240"/>
            <a:ext cx="2071780" cy="1380146"/>
            <a:chOff x="7217272" y="1324240"/>
            <a:chExt cx="2071780" cy="1380146"/>
          </a:xfrm>
        </p:grpSpPr>
        <p:sp>
          <p:nvSpPr>
            <p:cNvPr id="322" name="Freeform 440"/>
            <p:cNvSpPr>
              <a:spLocks/>
            </p:cNvSpPr>
            <p:nvPr/>
          </p:nvSpPr>
          <p:spPr bwMode="auto">
            <a:xfrm>
              <a:off x="7217272" y="1324240"/>
              <a:ext cx="2071780" cy="1380146"/>
            </a:xfrm>
            <a:custGeom>
              <a:avLst/>
              <a:gdLst>
                <a:gd name="T0" fmla="*/ 0 w 2657"/>
                <a:gd name="T1" fmla="*/ 1770 h 1770"/>
                <a:gd name="T2" fmla="*/ 1328 w 2657"/>
                <a:gd name="T3" fmla="*/ 0 h 1770"/>
                <a:gd name="T4" fmla="*/ 2657 w 2657"/>
                <a:gd name="T5" fmla="*/ 1770 h 1770"/>
                <a:gd name="T6" fmla="*/ 0 w 2657"/>
                <a:gd name="T7" fmla="*/ 1770 h 1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57" h="1770">
                  <a:moveTo>
                    <a:pt x="0" y="1770"/>
                  </a:moveTo>
                  <a:lnTo>
                    <a:pt x="1328" y="0"/>
                  </a:lnTo>
                  <a:lnTo>
                    <a:pt x="2657" y="1770"/>
                  </a:lnTo>
                  <a:lnTo>
                    <a:pt x="0" y="1770"/>
                  </a:lnTo>
                  <a:close/>
                </a:path>
              </a:pathLst>
            </a:custGeom>
            <a:solidFill>
              <a:srgbClr val="97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Freeform 442"/>
            <p:cNvSpPr>
              <a:spLocks/>
            </p:cNvSpPr>
            <p:nvPr/>
          </p:nvSpPr>
          <p:spPr bwMode="auto">
            <a:xfrm>
              <a:off x="8252771" y="1324240"/>
              <a:ext cx="1036280" cy="1380146"/>
            </a:xfrm>
            <a:custGeom>
              <a:avLst/>
              <a:gdLst>
                <a:gd name="T0" fmla="*/ 1329 w 1329"/>
                <a:gd name="T1" fmla="*/ 1770 h 1770"/>
                <a:gd name="T2" fmla="*/ 0 w 1329"/>
                <a:gd name="T3" fmla="*/ 0 h 1770"/>
                <a:gd name="T4" fmla="*/ 0 w 1329"/>
                <a:gd name="T5" fmla="*/ 1770 h 1770"/>
                <a:gd name="T6" fmla="*/ 1329 w 1329"/>
                <a:gd name="T7" fmla="*/ 1770 h 1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9" h="1770">
                  <a:moveTo>
                    <a:pt x="1329" y="1770"/>
                  </a:moveTo>
                  <a:lnTo>
                    <a:pt x="0" y="0"/>
                  </a:lnTo>
                  <a:lnTo>
                    <a:pt x="0" y="1770"/>
                  </a:lnTo>
                  <a:lnTo>
                    <a:pt x="1329" y="1770"/>
                  </a:lnTo>
                  <a:close/>
                </a:path>
              </a:pathLst>
            </a:custGeom>
            <a:solidFill>
              <a:srgbClr val="667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443"/>
            <p:cNvSpPr>
              <a:spLocks/>
            </p:cNvSpPr>
            <p:nvPr/>
          </p:nvSpPr>
          <p:spPr bwMode="auto">
            <a:xfrm>
              <a:off x="8006372" y="1324240"/>
              <a:ext cx="504495" cy="370379"/>
            </a:xfrm>
            <a:custGeom>
              <a:avLst/>
              <a:gdLst>
                <a:gd name="T0" fmla="*/ 154 w 274"/>
                <a:gd name="T1" fmla="*/ 161 h 201"/>
                <a:gd name="T2" fmla="*/ 205 w 274"/>
                <a:gd name="T3" fmla="*/ 189 h 201"/>
                <a:gd name="T4" fmla="*/ 237 w 274"/>
                <a:gd name="T5" fmla="*/ 170 h 201"/>
                <a:gd name="T6" fmla="*/ 274 w 274"/>
                <a:gd name="T7" fmla="*/ 187 h 201"/>
                <a:gd name="T8" fmla="*/ 134 w 274"/>
                <a:gd name="T9" fmla="*/ 0 h 201"/>
                <a:gd name="T10" fmla="*/ 0 w 274"/>
                <a:gd name="T11" fmla="*/ 178 h 201"/>
                <a:gd name="T12" fmla="*/ 31 w 274"/>
                <a:gd name="T13" fmla="*/ 186 h 201"/>
                <a:gd name="T14" fmla="*/ 112 w 274"/>
                <a:gd name="T15" fmla="*/ 186 h 201"/>
                <a:gd name="T16" fmla="*/ 154 w 274"/>
                <a:gd name="T17" fmla="*/ 16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4" h="201">
                  <a:moveTo>
                    <a:pt x="154" y="161"/>
                  </a:moveTo>
                  <a:cubicBezTo>
                    <a:pt x="165" y="174"/>
                    <a:pt x="192" y="199"/>
                    <a:pt x="205" y="189"/>
                  </a:cubicBezTo>
                  <a:cubicBezTo>
                    <a:pt x="218" y="180"/>
                    <a:pt x="216" y="163"/>
                    <a:pt x="237" y="170"/>
                  </a:cubicBezTo>
                  <a:cubicBezTo>
                    <a:pt x="250" y="174"/>
                    <a:pt x="262" y="185"/>
                    <a:pt x="274" y="187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12" y="179"/>
                    <a:pt x="22" y="182"/>
                    <a:pt x="31" y="186"/>
                  </a:cubicBezTo>
                  <a:cubicBezTo>
                    <a:pt x="62" y="201"/>
                    <a:pt x="90" y="195"/>
                    <a:pt x="112" y="186"/>
                  </a:cubicBezTo>
                  <a:cubicBezTo>
                    <a:pt x="134" y="178"/>
                    <a:pt x="142" y="147"/>
                    <a:pt x="154" y="1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Freeform 444"/>
            <p:cNvSpPr>
              <a:spLocks/>
            </p:cNvSpPr>
            <p:nvPr/>
          </p:nvSpPr>
          <p:spPr bwMode="auto">
            <a:xfrm>
              <a:off x="8252771" y="1324240"/>
              <a:ext cx="258095" cy="366479"/>
            </a:xfrm>
            <a:custGeom>
              <a:avLst/>
              <a:gdLst>
                <a:gd name="T0" fmla="*/ 71 w 140"/>
                <a:gd name="T1" fmla="*/ 189 h 199"/>
                <a:gd name="T2" fmla="*/ 103 w 140"/>
                <a:gd name="T3" fmla="*/ 170 h 199"/>
                <a:gd name="T4" fmla="*/ 140 w 140"/>
                <a:gd name="T5" fmla="*/ 187 h 199"/>
                <a:gd name="T6" fmla="*/ 0 w 140"/>
                <a:gd name="T7" fmla="*/ 0 h 199"/>
                <a:gd name="T8" fmla="*/ 0 w 140"/>
                <a:gd name="T9" fmla="*/ 169 h 199"/>
                <a:gd name="T10" fmla="*/ 20 w 140"/>
                <a:gd name="T11" fmla="*/ 161 h 199"/>
                <a:gd name="T12" fmla="*/ 71 w 140"/>
                <a:gd name="T13" fmla="*/ 18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0" h="199">
                  <a:moveTo>
                    <a:pt x="71" y="189"/>
                  </a:moveTo>
                  <a:cubicBezTo>
                    <a:pt x="84" y="180"/>
                    <a:pt x="82" y="163"/>
                    <a:pt x="103" y="170"/>
                  </a:cubicBezTo>
                  <a:cubicBezTo>
                    <a:pt x="116" y="174"/>
                    <a:pt x="128" y="185"/>
                    <a:pt x="140" y="18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7" y="160"/>
                    <a:pt x="13" y="153"/>
                    <a:pt x="20" y="161"/>
                  </a:cubicBezTo>
                  <a:cubicBezTo>
                    <a:pt x="31" y="174"/>
                    <a:pt x="58" y="199"/>
                    <a:pt x="71" y="189"/>
                  </a:cubicBezTo>
                  <a:close/>
                </a:path>
              </a:pathLst>
            </a:custGeom>
            <a:solidFill>
              <a:srgbClr val="C7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597" name="组合 596"/>
          <p:cNvGrpSpPr/>
          <p:nvPr/>
        </p:nvGrpSpPr>
        <p:grpSpPr>
          <a:xfrm>
            <a:off x="8573265" y="1731357"/>
            <a:ext cx="427001" cy="225085"/>
            <a:chOff x="7218489" y="3410966"/>
            <a:chExt cx="615589" cy="324496"/>
          </a:xfrm>
        </p:grpSpPr>
        <p:sp>
          <p:nvSpPr>
            <p:cNvPr id="598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9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09" name="组合 308"/>
          <p:cNvGrpSpPr/>
          <p:nvPr/>
        </p:nvGrpSpPr>
        <p:grpSpPr>
          <a:xfrm>
            <a:off x="4629838" y="1689481"/>
            <a:ext cx="341772" cy="1834769"/>
            <a:chOff x="4629838" y="1689481"/>
            <a:chExt cx="341772" cy="1834769"/>
          </a:xfrm>
        </p:grpSpPr>
        <p:grpSp>
          <p:nvGrpSpPr>
            <p:cNvPr id="22" name="组合 21"/>
            <p:cNvGrpSpPr/>
            <p:nvPr/>
          </p:nvGrpSpPr>
          <p:grpSpPr>
            <a:xfrm>
              <a:off x="4633980" y="1689481"/>
              <a:ext cx="337630" cy="927117"/>
              <a:chOff x="4633980" y="1689481"/>
              <a:chExt cx="337630" cy="927117"/>
            </a:xfrm>
          </p:grpSpPr>
          <p:sp>
            <p:nvSpPr>
              <p:cNvPr id="385" name="Freeform 505"/>
              <p:cNvSpPr>
                <a:spLocks/>
              </p:cNvSpPr>
              <p:nvPr/>
            </p:nvSpPr>
            <p:spPr bwMode="auto">
              <a:xfrm>
                <a:off x="4772775" y="2431798"/>
                <a:ext cx="60820" cy="184800"/>
              </a:xfrm>
              <a:custGeom>
                <a:avLst/>
                <a:gdLst>
                  <a:gd name="T0" fmla="*/ 16 w 78"/>
                  <a:gd name="T1" fmla="*/ 0 h 237"/>
                  <a:gd name="T2" fmla="*/ 0 w 78"/>
                  <a:gd name="T3" fmla="*/ 237 h 237"/>
                  <a:gd name="T4" fmla="*/ 78 w 78"/>
                  <a:gd name="T5" fmla="*/ 237 h 237"/>
                  <a:gd name="T6" fmla="*/ 61 w 78"/>
                  <a:gd name="T7" fmla="*/ 0 h 237"/>
                  <a:gd name="T8" fmla="*/ 16 w 78"/>
                  <a:gd name="T9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237">
                    <a:moveTo>
                      <a:pt x="16" y="0"/>
                    </a:moveTo>
                    <a:lnTo>
                      <a:pt x="0" y="237"/>
                    </a:lnTo>
                    <a:lnTo>
                      <a:pt x="78" y="237"/>
                    </a:lnTo>
                    <a:lnTo>
                      <a:pt x="6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" name="Freeform 506"/>
              <p:cNvSpPr>
                <a:spLocks/>
              </p:cNvSpPr>
              <p:nvPr/>
            </p:nvSpPr>
            <p:spPr bwMode="auto">
              <a:xfrm>
                <a:off x="4802405" y="2431798"/>
                <a:ext cx="31190" cy="184800"/>
              </a:xfrm>
              <a:custGeom>
                <a:avLst/>
                <a:gdLst>
                  <a:gd name="T0" fmla="*/ 0 w 40"/>
                  <a:gd name="T1" fmla="*/ 0 h 237"/>
                  <a:gd name="T2" fmla="*/ 0 w 40"/>
                  <a:gd name="T3" fmla="*/ 237 h 237"/>
                  <a:gd name="T4" fmla="*/ 40 w 40"/>
                  <a:gd name="T5" fmla="*/ 237 h 237"/>
                  <a:gd name="T6" fmla="*/ 23 w 40"/>
                  <a:gd name="T7" fmla="*/ 0 h 237"/>
                  <a:gd name="T8" fmla="*/ 0 w 40"/>
                  <a:gd name="T9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37">
                    <a:moveTo>
                      <a:pt x="0" y="0"/>
                    </a:moveTo>
                    <a:lnTo>
                      <a:pt x="0" y="237"/>
                    </a:lnTo>
                    <a:lnTo>
                      <a:pt x="40" y="237"/>
                    </a:lnTo>
                    <a:lnTo>
                      <a:pt x="2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" name="Freeform 507"/>
              <p:cNvSpPr>
                <a:spLocks/>
              </p:cNvSpPr>
              <p:nvPr/>
            </p:nvSpPr>
            <p:spPr bwMode="auto">
              <a:xfrm>
                <a:off x="4633980" y="1689481"/>
                <a:ext cx="337629" cy="801577"/>
              </a:xfrm>
              <a:custGeom>
                <a:avLst/>
                <a:gdLst>
                  <a:gd name="T0" fmla="*/ 0 w 433"/>
                  <a:gd name="T1" fmla="*/ 1028 h 1028"/>
                  <a:gd name="T2" fmla="*/ 216 w 433"/>
                  <a:gd name="T3" fmla="*/ 0 h 1028"/>
                  <a:gd name="T4" fmla="*/ 433 w 433"/>
                  <a:gd name="T5" fmla="*/ 1028 h 1028"/>
                  <a:gd name="T6" fmla="*/ 0 w 433"/>
                  <a:gd name="T7" fmla="*/ 1028 h 10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3" h="1028">
                    <a:moveTo>
                      <a:pt x="0" y="1028"/>
                    </a:moveTo>
                    <a:lnTo>
                      <a:pt x="216" y="0"/>
                    </a:lnTo>
                    <a:lnTo>
                      <a:pt x="433" y="1028"/>
                    </a:lnTo>
                    <a:lnTo>
                      <a:pt x="0" y="1028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Freeform 509"/>
              <p:cNvSpPr>
                <a:spLocks/>
              </p:cNvSpPr>
              <p:nvPr/>
            </p:nvSpPr>
            <p:spPr bwMode="auto">
              <a:xfrm>
                <a:off x="4802405" y="1689481"/>
                <a:ext cx="169205" cy="801577"/>
              </a:xfrm>
              <a:custGeom>
                <a:avLst/>
                <a:gdLst>
                  <a:gd name="T0" fmla="*/ 217 w 217"/>
                  <a:gd name="T1" fmla="*/ 1028 h 1028"/>
                  <a:gd name="T2" fmla="*/ 0 w 217"/>
                  <a:gd name="T3" fmla="*/ 0 h 1028"/>
                  <a:gd name="T4" fmla="*/ 0 w 217"/>
                  <a:gd name="T5" fmla="*/ 1028 h 1028"/>
                  <a:gd name="T6" fmla="*/ 217 w 217"/>
                  <a:gd name="T7" fmla="*/ 1028 h 10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7" h="1028">
                    <a:moveTo>
                      <a:pt x="217" y="1028"/>
                    </a:moveTo>
                    <a:lnTo>
                      <a:pt x="0" y="0"/>
                    </a:lnTo>
                    <a:lnTo>
                      <a:pt x="0" y="1028"/>
                    </a:lnTo>
                    <a:lnTo>
                      <a:pt x="217" y="1028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703" name="组合 702"/>
            <p:cNvGrpSpPr/>
            <p:nvPr/>
          </p:nvGrpSpPr>
          <p:grpSpPr>
            <a:xfrm flipV="1">
              <a:off x="4629838" y="2597133"/>
              <a:ext cx="337630" cy="927117"/>
              <a:chOff x="4633980" y="1689481"/>
              <a:chExt cx="337630" cy="927117"/>
            </a:xfrm>
            <a:noFill/>
          </p:grpSpPr>
          <p:sp>
            <p:nvSpPr>
              <p:cNvPr id="704" name="Freeform 505"/>
              <p:cNvSpPr>
                <a:spLocks/>
              </p:cNvSpPr>
              <p:nvPr/>
            </p:nvSpPr>
            <p:spPr bwMode="auto">
              <a:xfrm>
                <a:off x="4772775" y="2431798"/>
                <a:ext cx="60820" cy="184800"/>
              </a:xfrm>
              <a:custGeom>
                <a:avLst/>
                <a:gdLst>
                  <a:gd name="T0" fmla="*/ 16 w 78"/>
                  <a:gd name="T1" fmla="*/ 0 h 237"/>
                  <a:gd name="T2" fmla="*/ 0 w 78"/>
                  <a:gd name="T3" fmla="*/ 237 h 237"/>
                  <a:gd name="T4" fmla="*/ 78 w 78"/>
                  <a:gd name="T5" fmla="*/ 237 h 237"/>
                  <a:gd name="T6" fmla="*/ 61 w 78"/>
                  <a:gd name="T7" fmla="*/ 0 h 237"/>
                  <a:gd name="T8" fmla="*/ 16 w 78"/>
                  <a:gd name="T9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237">
                    <a:moveTo>
                      <a:pt x="16" y="0"/>
                    </a:moveTo>
                    <a:lnTo>
                      <a:pt x="0" y="237"/>
                    </a:lnTo>
                    <a:lnTo>
                      <a:pt x="78" y="237"/>
                    </a:lnTo>
                    <a:lnTo>
                      <a:pt x="61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5" name="Freeform 506"/>
              <p:cNvSpPr>
                <a:spLocks/>
              </p:cNvSpPr>
              <p:nvPr/>
            </p:nvSpPr>
            <p:spPr bwMode="auto">
              <a:xfrm>
                <a:off x="4802405" y="2431798"/>
                <a:ext cx="31190" cy="184800"/>
              </a:xfrm>
              <a:custGeom>
                <a:avLst/>
                <a:gdLst>
                  <a:gd name="T0" fmla="*/ 0 w 40"/>
                  <a:gd name="T1" fmla="*/ 0 h 237"/>
                  <a:gd name="T2" fmla="*/ 0 w 40"/>
                  <a:gd name="T3" fmla="*/ 237 h 237"/>
                  <a:gd name="T4" fmla="*/ 40 w 40"/>
                  <a:gd name="T5" fmla="*/ 237 h 237"/>
                  <a:gd name="T6" fmla="*/ 23 w 40"/>
                  <a:gd name="T7" fmla="*/ 0 h 237"/>
                  <a:gd name="T8" fmla="*/ 0 w 40"/>
                  <a:gd name="T9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37">
                    <a:moveTo>
                      <a:pt x="0" y="0"/>
                    </a:moveTo>
                    <a:lnTo>
                      <a:pt x="0" y="237"/>
                    </a:lnTo>
                    <a:lnTo>
                      <a:pt x="40" y="237"/>
                    </a:lnTo>
                    <a:lnTo>
                      <a:pt x="2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6" name="Freeform 507"/>
              <p:cNvSpPr>
                <a:spLocks/>
              </p:cNvSpPr>
              <p:nvPr/>
            </p:nvSpPr>
            <p:spPr bwMode="auto">
              <a:xfrm>
                <a:off x="4633980" y="1689481"/>
                <a:ext cx="337629" cy="801577"/>
              </a:xfrm>
              <a:custGeom>
                <a:avLst/>
                <a:gdLst>
                  <a:gd name="T0" fmla="*/ 0 w 433"/>
                  <a:gd name="T1" fmla="*/ 1028 h 1028"/>
                  <a:gd name="T2" fmla="*/ 216 w 433"/>
                  <a:gd name="T3" fmla="*/ 0 h 1028"/>
                  <a:gd name="T4" fmla="*/ 433 w 433"/>
                  <a:gd name="T5" fmla="*/ 1028 h 1028"/>
                  <a:gd name="T6" fmla="*/ 0 w 433"/>
                  <a:gd name="T7" fmla="*/ 1028 h 10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3" h="1028">
                    <a:moveTo>
                      <a:pt x="0" y="1028"/>
                    </a:moveTo>
                    <a:lnTo>
                      <a:pt x="216" y="0"/>
                    </a:lnTo>
                    <a:lnTo>
                      <a:pt x="433" y="1028"/>
                    </a:lnTo>
                    <a:lnTo>
                      <a:pt x="0" y="10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7" name="Freeform 509"/>
              <p:cNvSpPr>
                <a:spLocks/>
              </p:cNvSpPr>
              <p:nvPr/>
            </p:nvSpPr>
            <p:spPr bwMode="auto">
              <a:xfrm>
                <a:off x="4802405" y="1689481"/>
                <a:ext cx="169205" cy="801577"/>
              </a:xfrm>
              <a:custGeom>
                <a:avLst/>
                <a:gdLst>
                  <a:gd name="T0" fmla="*/ 217 w 217"/>
                  <a:gd name="T1" fmla="*/ 1028 h 1028"/>
                  <a:gd name="T2" fmla="*/ 0 w 217"/>
                  <a:gd name="T3" fmla="*/ 0 h 1028"/>
                  <a:gd name="T4" fmla="*/ 0 w 217"/>
                  <a:gd name="T5" fmla="*/ 1028 h 1028"/>
                  <a:gd name="T6" fmla="*/ 217 w 217"/>
                  <a:gd name="T7" fmla="*/ 1028 h 10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7" h="1028">
                    <a:moveTo>
                      <a:pt x="217" y="1028"/>
                    </a:moveTo>
                    <a:lnTo>
                      <a:pt x="0" y="0"/>
                    </a:lnTo>
                    <a:lnTo>
                      <a:pt x="0" y="1028"/>
                    </a:lnTo>
                    <a:lnTo>
                      <a:pt x="217" y="10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06" name="组合 305"/>
          <p:cNvGrpSpPr/>
          <p:nvPr/>
        </p:nvGrpSpPr>
        <p:grpSpPr>
          <a:xfrm>
            <a:off x="5295983" y="2445053"/>
            <a:ext cx="1472936" cy="438657"/>
            <a:chOff x="5295983" y="2445053"/>
            <a:chExt cx="1472936" cy="438657"/>
          </a:xfrm>
        </p:grpSpPr>
        <p:grpSp>
          <p:nvGrpSpPr>
            <p:cNvPr id="15" name="组合 14"/>
            <p:cNvGrpSpPr/>
            <p:nvPr/>
          </p:nvGrpSpPr>
          <p:grpSpPr>
            <a:xfrm>
              <a:off x="5298322" y="2445053"/>
              <a:ext cx="1470597" cy="236263"/>
              <a:chOff x="5298322" y="2445053"/>
              <a:chExt cx="1470597" cy="236263"/>
            </a:xfrm>
          </p:grpSpPr>
          <p:sp>
            <p:nvSpPr>
              <p:cNvPr id="395" name="Freeform 517"/>
              <p:cNvSpPr>
                <a:spLocks/>
              </p:cNvSpPr>
              <p:nvPr/>
            </p:nvSpPr>
            <p:spPr bwMode="auto">
              <a:xfrm>
                <a:off x="5298322" y="2445053"/>
                <a:ext cx="1470597" cy="236263"/>
              </a:xfrm>
              <a:custGeom>
                <a:avLst/>
                <a:gdLst>
                  <a:gd name="T0" fmla="*/ 388 w 798"/>
                  <a:gd name="T1" fmla="*/ 0 h 128"/>
                  <a:gd name="T2" fmla="*/ 0 w 798"/>
                  <a:gd name="T3" fmla="*/ 127 h 128"/>
                  <a:gd name="T4" fmla="*/ 0 w 798"/>
                  <a:gd name="T5" fmla="*/ 128 h 128"/>
                  <a:gd name="T6" fmla="*/ 388 w 798"/>
                  <a:gd name="T7" fmla="*/ 128 h 128"/>
                  <a:gd name="T8" fmla="*/ 798 w 798"/>
                  <a:gd name="T9" fmla="*/ 128 h 128"/>
                  <a:gd name="T10" fmla="*/ 388 w 798"/>
                  <a:gd name="T11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28">
                    <a:moveTo>
                      <a:pt x="388" y="0"/>
                    </a:moveTo>
                    <a:cubicBezTo>
                      <a:pt x="232" y="0"/>
                      <a:pt x="238" y="121"/>
                      <a:pt x="0" y="12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388" y="128"/>
                      <a:pt x="388" y="128"/>
                      <a:pt x="388" y="128"/>
                    </a:cubicBezTo>
                    <a:cubicBezTo>
                      <a:pt x="798" y="128"/>
                      <a:pt x="798" y="128"/>
                      <a:pt x="798" y="128"/>
                    </a:cubicBezTo>
                    <a:cubicBezTo>
                      <a:pt x="538" y="128"/>
                      <a:pt x="549" y="0"/>
                      <a:pt x="388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518"/>
              <p:cNvSpPr>
                <a:spLocks/>
              </p:cNvSpPr>
              <p:nvPr/>
            </p:nvSpPr>
            <p:spPr bwMode="auto">
              <a:xfrm>
                <a:off x="6013347" y="2445053"/>
                <a:ext cx="755572" cy="236263"/>
              </a:xfrm>
              <a:custGeom>
                <a:avLst/>
                <a:gdLst>
                  <a:gd name="T0" fmla="*/ 410 w 410"/>
                  <a:gd name="T1" fmla="*/ 128 h 128"/>
                  <a:gd name="T2" fmla="*/ 0 w 410"/>
                  <a:gd name="T3" fmla="*/ 0 h 128"/>
                  <a:gd name="T4" fmla="*/ 0 w 410"/>
                  <a:gd name="T5" fmla="*/ 128 h 128"/>
                  <a:gd name="T6" fmla="*/ 410 w 410"/>
                  <a:gd name="T7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0" h="128">
                    <a:moveTo>
                      <a:pt x="410" y="128"/>
                    </a:moveTo>
                    <a:cubicBezTo>
                      <a:pt x="150" y="128"/>
                      <a:pt x="161" y="0"/>
                      <a:pt x="0" y="0"/>
                    </a:cubicBezTo>
                    <a:cubicBezTo>
                      <a:pt x="0" y="128"/>
                      <a:pt x="0" y="128"/>
                      <a:pt x="0" y="128"/>
                    </a:cubicBezTo>
                    <a:lnTo>
                      <a:pt x="410" y="128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93" name="组合 692"/>
            <p:cNvGrpSpPr/>
            <p:nvPr/>
          </p:nvGrpSpPr>
          <p:grpSpPr>
            <a:xfrm flipV="1">
              <a:off x="5295983" y="2647447"/>
              <a:ext cx="1470597" cy="236263"/>
              <a:chOff x="5298322" y="2445053"/>
              <a:chExt cx="1470597" cy="236263"/>
            </a:xfrm>
            <a:noFill/>
          </p:grpSpPr>
          <p:sp>
            <p:nvSpPr>
              <p:cNvPr id="694" name="Freeform 517"/>
              <p:cNvSpPr>
                <a:spLocks/>
              </p:cNvSpPr>
              <p:nvPr/>
            </p:nvSpPr>
            <p:spPr bwMode="auto">
              <a:xfrm>
                <a:off x="5298322" y="2445053"/>
                <a:ext cx="1470597" cy="236263"/>
              </a:xfrm>
              <a:custGeom>
                <a:avLst/>
                <a:gdLst>
                  <a:gd name="T0" fmla="*/ 388 w 798"/>
                  <a:gd name="T1" fmla="*/ 0 h 128"/>
                  <a:gd name="T2" fmla="*/ 0 w 798"/>
                  <a:gd name="T3" fmla="*/ 127 h 128"/>
                  <a:gd name="T4" fmla="*/ 0 w 798"/>
                  <a:gd name="T5" fmla="*/ 128 h 128"/>
                  <a:gd name="T6" fmla="*/ 388 w 798"/>
                  <a:gd name="T7" fmla="*/ 128 h 128"/>
                  <a:gd name="T8" fmla="*/ 798 w 798"/>
                  <a:gd name="T9" fmla="*/ 128 h 128"/>
                  <a:gd name="T10" fmla="*/ 388 w 798"/>
                  <a:gd name="T11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28">
                    <a:moveTo>
                      <a:pt x="388" y="0"/>
                    </a:moveTo>
                    <a:cubicBezTo>
                      <a:pt x="232" y="0"/>
                      <a:pt x="238" y="121"/>
                      <a:pt x="0" y="12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388" y="128"/>
                      <a:pt x="388" y="128"/>
                      <a:pt x="388" y="128"/>
                    </a:cubicBezTo>
                    <a:cubicBezTo>
                      <a:pt x="798" y="128"/>
                      <a:pt x="798" y="128"/>
                      <a:pt x="798" y="128"/>
                    </a:cubicBezTo>
                    <a:cubicBezTo>
                      <a:pt x="538" y="128"/>
                      <a:pt x="549" y="0"/>
                      <a:pt x="38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5" name="Freeform 518"/>
              <p:cNvSpPr>
                <a:spLocks/>
              </p:cNvSpPr>
              <p:nvPr/>
            </p:nvSpPr>
            <p:spPr bwMode="auto">
              <a:xfrm>
                <a:off x="6013347" y="2445053"/>
                <a:ext cx="755572" cy="236263"/>
              </a:xfrm>
              <a:custGeom>
                <a:avLst/>
                <a:gdLst>
                  <a:gd name="T0" fmla="*/ 410 w 410"/>
                  <a:gd name="T1" fmla="*/ 128 h 128"/>
                  <a:gd name="T2" fmla="*/ 0 w 410"/>
                  <a:gd name="T3" fmla="*/ 0 h 128"/>
                  <a:gd name="T4" fmla="*/ 0 w 410"/>
                  <a:gd name="T5" fmla="*/ 128 h 128"/>
                  <a:gd name="T6" fmla="*/ 410 w 410"/>
                  <a:gd name="T7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0" h="128">
                    <a:moveTo>
                      <a:pt x="410" y="128"/>
                    </a:moveTo>
                    <a:cubicBezTo>
                      <a:pt x="150" y="128"/>
                      <a:pt x="161" y="0"/>
                      <a:pt x="0" y="0"/>
                    </a:cubicBezTo>
                    <a:cubicBezTo>
                      <a:pt x="0" y="128"/>
                      <a:pt x="0" y="128"/>
                      <a:pt x="0" y="128"/>
                    </a:cubicBezTo>
                    <a:lnTo>
                      <a:pt x="410" y="1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08" name="组合 307"/>
          <p:cNvGrpSpPr/>
          <p:nvPr/>
        </p:nvGrpSpPr>
        <p:grpSpPr>
          <a:xfrm>
            <a:off x="5667453" y="2091049"/>
            <a:ext cx="340436" cy="1061782"/>
            <a:chOff x="5667453" y="2091049"/>
            <a:chExt cx="340436" cy="1061782"/>
          </a:xfrm>
        </p:grpSpPr>
        <p:grpSp>
          <p:nvGrpSpPr>
            <p:cNvPr id="21" name="组合 20"/>
            <p:cNvGrpSpPr/>
            <p:nvPr/>
          </p:nvGrpSpPr>
          <p:grpSpPr>
            <a:xfrm>
              <a:off x="5670260" y="2091049"/>
              <a:ext cx="337629" cy="525547"/>
              <a:chOff x="5670260" y="2091049"/>
              <a:chExt cx="337629" cy="525547"/>
            </a:xfrm>
          </p:grpSpPr>
          <p:sp>
            <p:nvSpPr>
              <p:cNvPr id="320" name="Freeform 513"/>
              <p:cNvSpPr>
                <a:spLocks/>
              </p:cNvSpPr>
              <p:nvPr/>
            </p:nvSpPr>
            <p:spPr bwMode="auto">
              <a:xfrm>
                <a:off x="5670260" y="2091049"/>
                <a:ext cx="337629" cy="453811"/>
              </a:xfrm>
              <a:custGeom>
                <a:avLst/>
                <a:gdLst>
                  <a:gd name="T0" fmla="*/ 0 w 433"/>
                  <a:gd name="T1" fmla="*/ 582 h 582"/>
                  <a:gd name="T2" fmla="*/ 218 w 433"/>
                  <a:gd name="T3" fmla="*/ 0 h 582"/>
                  <a:gd name="T4" fmla="*/ 433 w 433"/>
                  <a:gd name="T5" fmla="*/ 582 h 582"/>
                  <a:gd name="T6" fmla="*/ 0 w 433"/>
                  <a:gd name="T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3" h="582">
                    <a:moveTo>
                      <a:pt x="0" y="582"/>
                    </a:moveTo>
                    <a:lnTo>
                      <a:pt x="218" y="0"/>
                    </a:lnTo>
                    <a:lnTo>
                      <a:pt x="433" y="582"/>
                    </a:lnTo>
                    <a:lnTo>
                      <a:pt x="0" y="582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515"/>
              <p:cNvSpPr>
                <a:spLocks/>
              </p:cNvSpPr>
              <p:nvPr/>
            </p:nvSpPr>
            <p:spPr bwMode="auto">
              <a:xfrm>
                <a:off x="5840244" y="2091049"/>
                <a:ext cx="167645" cy="453811"/>
              </a:xfrm>
              <a:custGeom>
                <a:avLst/>
                <a:gdLst>
                  <a:gd name="T0" fmla="*/ 215 w 215"/>
                  <a:gd name="T1" fmla="*/ 582 h 582"/>
                  <a:gd name="T2" fmla="*/ 0 w 215"/>
                  <a:gd name="T3" fmla="*/ 0 h 582"/>
                  <a:gd name="T4" fmla="*/ 0 w 215"/>
                  <a:gd name="T5" fmla="*/ 582 h 582"/>
                  <a:gd name="T6" fmla="*/ 215 w 215"/>
                  <a:gd name="T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5" h="582">
                    <a:moveTo>
                      <a:pt x="215" y="582"/>
                    </a:moveTo>
                    <a:lnTo>
                      <a:pt x="0" y="0"/>
                    </a:lnTo>
                    <a:lnTo>
                      <a:pt x="0" y="582"/>
                    </a:lnTo>
                    <a:lnTo>
                      <a:pt x="215" y="582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Freeform 511"/>
              <p:cNvSpPr>
                <a:spLocks/>
              </p:cNvSpPr>
              <p:nvPr/>
            </p:nvSpPr>
            <p:spPr bwMode="auto">
              <a:xfrm>
                <a:off x="5808275" y="2511331"/>
                <a:ext cx="60820" cy="105265"/>
              </a:xfrm>
              <a:custGeom>
                <a:avLst/>
                <a:gdLst>
                  <a:gd name="T0" fmla="*/ 17 w 78"/>
                  <a:gd name="T1" fmla="*/ 0 h 135"/>
                  <a:gd name="T2" fmla="*/ 0 w 78"/>
                  <a:gd name="T3" fmla="*/ 135 h 135"/>
                  <a:gd name="T4" fmla="*/ 78 w 78"/>
                  <a:gd name="T5" fmla="*/ 135 h 135"/>
                  <a:gd name="T6" fmla="*/ 62 w 78"/>
                  <a:gd name="T7" fmla="*/ 0 h 135"/>
                  <a:gd name="T8" fmla="*/ 17 w 78"/>
                  <a:gd name="T9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135">
                    <a:moveTo>
                      <a:pt x="17" y="0"/>
                    </a:moveTo>
                    <a:lnTo>
                      <a:pt x="0" y="135"/>
                    </a:lnTo>
                    <a:lnTo>
                      <a:pt x="78" y="135"/>
                    </a:lnTo>
                    <a:lnTo>
                      <a:pt x="62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Freeform 512"/>
              <p:cNvSpPr>
                <a:spLocks/>
              </p:cNvSpPr>
              <p:nvPr/>
            </p:nvSpPr>
            <p:spPr bwMode="auto">
              <a:xfrm>
                <a:off x="5840244" y="2511331"/>
                <a:ext cx="28851" cy="105265"/>
              </a:xfrm>
              <a:custGeom>
                <a:avLst/>
                <a:gdLst>
                  <a:gd name="T0" fmla="*/ 0 w 37"/>
                  <a:gd name="T1" fmla="*/ 0 h 135"/>
                  <a:gd name="T2" fmla="*/ 0 w 37"/>
                  <a:gd name="T3" fmla="*/ 135 h 135"/>
                  <a:gd name="T4" fmla="*/ 37 w 37"/>
                  <a:gd name="T5" fmla="*/ 135 h 135"/>
                  <a:gd name="T6" fmla="*/ 21 w 37"/>
                  <a:gd name="T7" fmla="*/ 0 h 135"/>
                  <a:gd name="T8" fmla="*/ 0 w 37"/>
                  <a:gd name="T9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35">
                    <a:moveTo>
                      <a:pt x="0" y="0"/>
                    </a:moveTo>
                    <a:lnTo>
                      <a:pt x="0" y="135"/>
                    </a:lnTo>
                    <a:lnTo>
                      <a:pt x="37" y="135"/>
                    </a:lnTo>
                    <a:lnTo>
                      <a:pt x="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516"/>
              <p:cNvSpPr>
                <a:spLocks/>
              </p:cNvSpPr>
              <p:nvPr/>
            </p:nvSpPr>
            <p:spPr bwMode="auto">
              <a:xfrm>
                <a:off x="5840244" y="2091049"/>
                <a:ext cx="167645" cy="453811"/>
              </a:xfrm>
              <a:custGeom>
                <a:avLst/>
                <a:gdLst>
                  <a:gd name="T0" fmla="*/ 215 w 215"/>
                  <a:gd name="T1" fmla="*/ 582 h 582"/>
                  <a:gd name="T2" fmla="*/ 0 w 215"/>
                  <a:gd name="T3" fmla="*/ 0 h 582"/>
                  <a:gd name="T4" fmla="*/ 0 w 215"/>
                  <a:gd name="T5" fmla="*/ 582 h 582"/>
                  <a:gd name="T6" fmla="*/ 215 w 215"/>
                  <a:gd name="T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5" h="582">
                    <a:moveTo>
                      <a:pt x="215" y="582"/>
                    </a:moveTo>
                    <a:lnTo>
                      <a:pt x="0" y="0"/>
                    </a:lnTo>
                    <a:lnTo>
                      <a:pt x="0" y="582"/>
                    </a:lnTo>
                    <a:lnTo>
                      <a:pt x="215" y="58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97" name="组合 696"/>
            <p:cNvGrpSpPr/>
            <p:nvPr/>
          </p:nvGrpSpPr>
          <p:grpSpPr>
            <a:xfrm flipV="1">
              <a:off x="5667453" y="2627284"/>
              <a:ext cx="337629" cy="525547"/>
              <a:chOff x="5670260" y="2091049"/>
              <a:chExt cx="337629" cy="525547"/>
            </a:xfrm>
            <a:noFill/>
          </p:grpSpPr>
          <p:sp>
            <p:nvSpPr>
              <p:cNvPr id="698" name="Freeform 513"/>
              <p:cNvSpPr>
                <a:spLocks/>
              </p:cNvSpPr>
              <p:nvPr/>
            </p:nvSpPr>
            <p:spPr bwMode="auto">
              <a:xfrm>
                <a:off x="5670260" y="2091049"/>
                <a:ext cx="337629" cy="453811"/>
              </a:xfrm>
              <a:custGeom>
                <a:avLst/>
                <a:gdLst>
                  <a:gd name="T0" fmla="*/ 0 w 433"/>
                  <a:gd name="T1" fmla="*/ 582 h 582"/>
                  <a:gd name="T2" fmla="*/ 218 w 433"/>
                  <a:gd name="T3" fmla="*/ 0 h 582"/>
                  <a:gd name="T4" fmla="*/ 433 w 433"/>
                  <a:gd name="T5" fmla="*/ 582 h 582"/>
                  <a:gd name="T6" fmla="*/ 0 w 433"/>
                  <a:gd name="T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3" h="582">
                    <a:moveTo>
                      <a:pt x="0" y="582"/>
                    </a:moveTo>
                    <a:lnTo>
                      <a:pt x="218" y="0"/>
                    </a:lnTo>
                    <a:lnTo>
                      <a:pt x="433" y="582"/>
                    </a:lnTo>
                    <a:lnTo>
                      <a:pt x="0" y="58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9" name="Freeform 515"/>
              <p:cNvSpPr>
                <a:spLocks/>
              </p:cNvSpPr>
              <p:nvPr/>
            </p:nvSpPr>
            <p:spPr bwMode="auto">
              <a:xfrm>
                <a:off x="5840244" y="2091049"/>
                <a:ext cx="167645" cy="453811"/>
              </a:xfrm>
              <a:custGeom>
                <a:avLst/>
                <a:gdLst>
                  <a:gd name="T0" fmla="*/ 215 w 215"/>
                  <a:gd name="T1" fmla="*/ 582 h 582"/>
                  <a:gd name="T2" fmla="*/ 0 w 215"/>
                  <a:gd name="T3" fmla="*/ 0 h 582"/>
                  <a:gd name="T4" fmla="*/ 0 w 215"/>
                  <a:gd name="T5" fmla="*/ 582 h 582"/>
                  <a:gd name="T6" fmla="*/ 215 w 215"/>
                  <a:gd name="T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5" h="582">
                    <a:moveTo>
                      <a:pt x="215" y="582"/>
                    </a:moveTo>
                    <a:lnTo>
                      <a:pt x="0" y="0"/>
                    </a:lnTo>
                    <a:lnTo>
                      <a:pt x="0" y="582"/>
                    </a:lnTo>
                    <a:lnTo>
                      <a:pt x="215" y="58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0" name="Freeform 511"/>
              <p:cNvSpPr>
                <a:spLocks/>
              </p:cNvSpPr>
              <p:nvPr/>
            </p:nvSpPr>
            <p:spPr bwMode="auto">
              <a:xfrm>
                <a:off x="5808275" y="2511331"/>
                <a:ext cx="60820" cy="105265"/>
              </a:xfrm>
              <a:custGeom>
                <a:avLst/>
                <a:gdLst>
                  <a:gd name="T0" fmla="*/ 17 w 78"/>
                  <a:gd name="T1" fmla="*/ 0 h 135"/>
                  <a:gd name="T2" fmla="*/ 0 w 78"/>
                  <a:gd name="T3" fmla="*/ 135 h 135"/>
                  <a:gd name="T4" fmla="*/ 78 w 78"/>
                  <a:gd name="T5" fmla="*/ 135 h 135"/>
                  <a:gd name="T6" fmla="*/ 62 w 78"/>
                  <a:gd name="T7" fmla="*/ 0 h 135"/>
                  <a:gd name="T8" fmla="*/ 17 w 78"/>
                  <a:gd name="T9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135">
                    <a:moveTo>
                      <a:pt x="17" y="0"/>
                    </a:moveTo>
                    <a:lnTo>
                      <a:pt x="0" y="135"/>
                    </a:lnTo>
                    <a:lnTo>
                      <a:pt x="78" y="135"/>
                    </a:lnTo>
                    <a:lnTo>
                      <a:pt x="62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1" name="Freeform 512"/>
              <p:cNvSpPr>
                <a:spLocks/>
              </p:cNvSpPr>
              <p:nvPr/>
            </p:nvSpPr>
            <p:spPr bwMode="auto">
              <a:xfrm>
                <a:off x="5840244" y="2511331"/>
                <a:ext cx="28851" cy="105265"/>
              </a:xfrm>
              <a:custGeom>
                <a:avLst/>
                <a:gdLst>
                  <a:gd name="T0" fmla="*/ 0 w 37"/>
                  <a:gd name="T1" fmla="*/ 0 h 135"/>
                  <a:gd name="T2" fmla="*/ 0 w 37"/>
                  <a:gd name="T3" fmla="*/ 135 h 135"/>
                  <a:gd name="T4" fmla="*/ 37 w 37"/>
                  <a:gd name="T5" fmla="*/ 135 h 135"/>
                  <a:gd name="T6" fmla="*/ 21 w 37"/>
                  <a:gd name="T7" fmla="*/ 0 h 135"/>
                  <a:gd name="T8" fmla="*/ 0 w 37"/>
                  <a:gd name="T9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35">
                    <a:moveTo>
                      <a:pt x="0" y="0"/>
                    </a:moveTo>
                    <a:lnTo>
                      <a:pt x="0" y="135"/>
                    </a:lnTo>
                    <a:lnTo>
                      <a:pt x="37" y="135"/>
                    </a:lnTo>
                    <a:lnTo>
                      <a:pt x="2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2" name="Freeform 516"/>
              <p:cNvSpPr>
                <a:spLocks/>
              </p:cNvSpPr>
              <p:nvPr/>
            </p:nvSpPr>
            <p:spPr bwMode="auto">
              <a:xfrm>
                <a:off x="5840244" y="2091049"/>
                <a:ext cx="167645" cy="453811"/>
              </a:xfrm>
              <a:custGeom>
                <a:avLst/>
                <a:gdLst>
                  <a:gd name="T0" fmla="*/ 215 w 215"/>
                  <a:gd name="T1" fmla="*/ 582 h 582"/>
                  <a:gd name="T2" fmla="*/ 0 w 215"/>
                  <a:gd name="T3" fmla="*/ 0 h 582"/>
                  <a:gd name="T4" fmla="*/ 0 w 215"/>
                  <a:gd name="T5" fmla="*/ 582 h 582"/>
                  <a:gd name="T6" fmla="*/ 215 w 215"/>
                  <a:gd name="T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5" h="582">
                    <a:moveTo>
                      <a:pt x="215" y="582"/>
                    </a:moveTo>
                    <a:lnTo>
                      <a:pt x="0" y="0"/>
                    </a:lnTo>
                    <a:lnTo>
                      <a:pt x="0" y="582"/>
                    </a:lnTo>
                    <a:lnTo>
                      <a:pt x="215" y="582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667" name="Freeform 603"/>
          <p:cNvSpPr>
            <a:spLocks/>
          </p:cNvSpPr>
          <p:nvPr/>
        </p:nvSpPr>
        <p:spPr bwMode="auto">
          <a:xfrm>
            <a:off x="3520257" y="2829878"/>
            <a:ext cx="5154107" cy="571552"/>
          </a:xfrm>
          <a:custGeom>
            <a:avLst/>
            <a:gdLst>
              <a:gd name="T0" fmla="*/ 36 w 2796"/>
              <a:gd name="T1" fmla="*/ 0 h 310"/>
              <a:gd name="T2" fmla="*/ 2759 w 2796"/>
              <a:gd name="T3" fmla="*/ 0 h 310"/>
              <a:gd name="T4" fmla="*/ 2796 w 2796"/>
              <a:gd name="T5" fmla="*/ 32 h 310"/>
              <a:gd name="T6" fmla="*/ 2759 w 2796"/>
              <a:gd name="T7" fmla="*/ 63 h 310"/>
              <a:gd name="T8" fmla="*/ 1981 w 2796"/>
              <a:gd name="T9" fmla="*/ 63 h 310"/>
              <a:gd name="T10" fmla="*/ 1950 w 2796"/>
              <a:gd name="T11" fmla="*/ 94 h 310"/>
              <a:gd name="T12" fmla="*/ 1977 w 2796"/>
              <a:gd name="T13" fmla="*/ 125 h 310"/>
              <a:gd name="T14" fmla="*/ 2551 w 2796"/>
              <a:gd name="T15" fmla="*/ 125 h 310"/>
              <a:gd name="T16" fmla="*/ 2588 w 2796"/>
              <a:gd name="T17" fmla="*/ 157 h 310"/>
              <a:gd name="T18" fmla="*/ 2551 w 2796"/>
              <a:gd name="T19" fmla="*/ 189 h 310"/>
              <a:gd name="T20" fmla="*/ 1875 w 2796"/>
              <a:gd name="T21" fmla="*/ 189 h 310"/>
              <a:gd name="T22" fmla="*/ 1844 w 2796"/>
              <a:gd name="T23" fmla="*/ 218 h 310"/>
              <a:gd name="T24" fmla="*/ 1875 w 2796"/>
              <a:gd name="T25" fmla="*/ 248 h 310"/>
              <a:gd name="T26" fmla="*/ 1913 w 2796"/>
              <a:gd name="T27" fmla="*/ 248 h 310"/>
              <a:gd name="T28" fmla="*/ 1944 w 2796"/>
              <a:gd name="T29" fmla="*/ 279 h 310"/>
              <a:gd name="T30" fmla="*/ 1913 w 2796"/>
              <a:gd name="T31" fmla="*/ 310 h 310"/>
              <a:gd name="T32" fmla="*/ 1718 w 2796"/>
              <a:gd name="T33" fmla="*/ 310 h 310"/>
              <a:gd name="T34" fmla="*/ 1687 w 2796"/>
              <a:gd name="T35" fmla="*/ 279 h 310"/>
              <a:gd name="T36" fmla="*/ 1718 w 2796"/>
              <a:gd name="T37" fmla="*/ 248 h 310"/>
              <a:gd name="T38" fmla="*/ 1763 w 2796"/>
              <a:gd name="T39" fmla="*/ 248 h 310"/>
              <a:gd name="T40" fmla="*/ 1794 w 2796"/>
              <a:gd name="T41" fmla="*/ 218 h 310"/>
              <a:gd name="T42" fmla="*/ 1763 w 2796"/>
              <a:gd name="T43" fmla="*/ 189 h 310"/>
              <a:gd name="T44" fmla="*/ 807 w 2796"/>
              <a:gd name="T45" fmla="*/ 189 h 310"/>
              <a:gd name="T46" fmla="*/ 775 w 2796"/>
              <a:gd name="T47" fmla="*/ 218 h 310"/>
              <a:gd name="T48" fmla="*/ 807 w 2796"/>
              <a:gd name="T49" fmla="*/ 248 h 310"/>
              <a:gd name="T50" fmla="*/ 908 w 2796"/>
              <a:gd name="T51" fmla="*/ 248 h 310"/>
              <a:gd name="T52" fmla="*/ 939 w 2796"/>
              <a:gd name="T53" fmla="*/ 279 h 310"/>
              <a:gd name="T54" fmla="*/ 908 w 2796"/>
              <a:gd name="T55" fmla="*/ 310 h 310"/>
              <a:gd name="T56" fmla="*/ 592 w 2796"/>
              <a:gd name="T57" fmla="*/ 310 h 310"/>
              <a:gd name="T58" fmla="*/ 561 w 2796"/>
              <a:gd name="T59" fmla="*/ 279 h 310"/>
              <a:gd name="T60" fmla="*/ 592 w 2796"/>
              <a:gd name="T61" fmla="*/ 248 h 310"/>
              <a:gd name="T62" fmla="*/ 694 w 2796"/>
              <a:gd name="T63" fmla="*/ 248 h 310"/>
              <a:gd name="T64" fmla="*/ 725 w 2796"/>
              <a:gd name="T65" fmla="*/ 218 h 310"/>
              <a:gd name="T66" fmla="*/ 694 w 2796"/>
              <a:gd name="T67" fmla="*/ 189 h 310"/>
              <a:gd name="T68" fmla="*/ 240 w 2796"/>
              <a:gd name="T69" fmla="*/ 189 h 310"/>
              <a:gd name="T70" fmla="*/ 203 w 2796"/>
              <a:gd name="T71" fmla="*/ 157 h 310"/>
              <a:gd name="T72" fmla="*/ 240 w 2796"/>
              <a:gd name="T73" fmla="*/ 125 h 310"/>
              <a:gd name="T74" fmla="*/ 814 w 2796"/>
              <a:gd name="T75" fmla="*/ 125 h 310"/>
              <a:gd name="T76" fmla="*/ 841 w 2796"/>
              <a:gd name="T77" fmla="*/ 94 h 310"/>
              <a:gd name="T78" fmla="*/ 810 w 2796"/>
              <a:gd name="T79" fmla="*/ 63 h 310"/>
              <a:gd name="T80" fmla="*/ 36 w 2796"/>
              <a:gd name="T81" fmla="*/ 63 h 310"/>
              <a:gd name="T82" fmla="*/ 0 w 2796"/>
              <a:gd name="T83" fmla="*/ 32 h 310"/>
              <a:gd name="T84" fmla="*/ 36 w 2796"/>
              <a:gd name="T85" fmla="*/ 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96" h="310">
                <a:moveTo>
                  <a:pt x="36" y="0"/>
                </a:moveTo>
                <a:cubicBezTo>
                  <a:pt x="2759" y="0"/>
                  <a:pt x="2759" y="0"/>
                  <a:pt x="2759" y="0"/>
                </a:cubicBezTo>
                <a:cubicBezTo>
                  <a:pt x="2779" y="0"/>
                  <a:pt x="2796" y="14"/>
                  <a:pt x="2796" y="32"/>
                </a:cubicBezTo>
                <a:cubicBezTo>
                  <a:pt x="2796" y="49"/>
                  <a:pt x="2779" y="63"/>
                  <a:pt x="2759" y="63"/>
                </a:cubicBezTo>
                <a:cubicBezTo>
                  <a:pt x="1981" y="63"/>
                  <a:pt x="1981" y="63"/>
                  <a:pt x="1981" y="63"/>
                </a:cubicBezTo>
                <a:cubicBezTo>
                  <a:pt x="1964" y="63"/>
                  <a:pt x="1950" y="77"/>
                  <a:pt x="1950" y="94"/>
                </a:cubicBezTo>
                <a:cubicBezTo>
                  <a:pt x="1950" y="110"/>
                  <a:pt x="1962" y="123"/>
                  <a:pt x="1977" y="125"/>
                </a:cubicBezTo>
                <a:cubicBezTo>
                  <a:pt x="2551" y="125"/>
                  <a:pt x="2551" y="125"/>
                  <a:pt x="2551" y="125"/>
                </a:cubicBezTo>
                <a:cubicBezTo>
                  <a:pt x="2571" y="125"/>
                  <a:pt x="2588" y="140"/>
                  <a:pt x="2588" y="157"/>
                </a:cubicBezTo>
                <a:cubicBezTo>
                  <a:pt x="2588" y="175"/>
                  <a:pt x="2571" y="189"/>
                  <a:pt x="2551" y="189"/>
                </a:cubicBezTo>
                <a:cubicBezTo>
                  <a:pt x="1875" y="189"/>
                  <a:pt x="1875" y="189"/>
                  <a:pt x="1875" y="189"/>
                </a:cubicBezTo>
                <a:cubicBezTo>
                  <a:pt x="1858" y="189"/>
                  <a:pt x="1844" y="202"/>
                  <a:pt x="1844" y="218"/>
                </a:cubicBezTo>
                <a:cubicBezTo>
                  <a:pt x="1844" y="234"/>
                  <a:pt x="1858" y="248"/>
                  <a:pt x="1875" y="248"/>
                </a:cubicBezTo>
                <a:cubicBezTo>
                  <a:pt x="1913" y="248"/>
                  <a:pt x="1913" y="248"/>
                  <a:pt x="1913" y="248"/>
                </a:cubicBezTo>
                <a:cubicBezTo>
                  <a:pt x="1930" y="248"/>
                  <a:pt x="1944" y="262"/>
                  <a:pt x="1944" y="279"/>
                </a:cubicBezTo>
                <a:cubicBezTo>
                  <a:pt x="1944" y="296"/>
                  <a:pt x="1930" y="310"/>
                  <a:pt x="1913" y="310"/>
                </a:cubicBezTo>
                <a:cubicBezTo>
                  <a:pt x="1718" y="310"/>
                  <a:pt x="1718" y="310"/>
                  <a:pt x="1718" y="310"/>
                </a:cubicBezTo>
                <a:cubicBezTo>
                  <a:pt x="1701" y="310"/>
                  <a:pt x="1687" y="296"/>
                  <a:pt x="1687" y="279"/>
                </a:cubicBezTo>
                <a:cubicBezTo>
                  <a:pt x="1687" y="262"/>
                  <a:pt x="1701" y="248"/>
                  <a:pt x="1718" y="248"/>
                </a:cubicBezTo>
                <a:cubicBezTo>
                  <a:pt x="1763" y="248"/>
                  <a:pt x="1763" y="248"/>
                  <a:pt x="1763" y="248"/>
                </a:cubicBezTo>
                <a:cubicBezTo>
                  <a:pt x="1780" y="248"/>
                  <a:pt x="1794" y="234"/>
                  <a:pt x="1794" y="218"/>
                </a:cubicBezTo>
                <a:cubicBezTo>
                  <a:pt x="1794" y="202"/>
                  <a:pt x="1780" y="189"/>
                  <a:pt x="1763" y="189"/>
                </a:cubicBezTo>
                <a:cubicBezTo>
                  <a:pt x="807" y="189"/>
                  <a:pt x="807" y="189"/>
                  <a:pt x="807" y="189"/>
                </a:cubicBezTo>
                <a:cubicBezTo>
                  <a:pt x="789" y="189"/>
                  <a:pt x="775" y="202"/>
                  <a:pt x="775" y="218"/>
                </a:cubicBezTo>
                <a:cubicBezTo>
                  <a:pt x="775" y="234"/>
                  <a:pt x="789" y="248"/>
                  <a:pt x="807" y="248"/>
                </a:cubicBezTo>
                <a:cubicBezTo>
                  <a:pt x="908" y="248"/>
                  <a:pt x="908" y="248"/>
                  <a:pt x="908" y="248"/>
                </a:cubicBezTo>
                <a:cubicBezTo>
                  <a:pt x="925" y="248"/>
                  <a:pt x="939" y="262"/>
                  <a:pt x="939" y="279"/>
                </a:cubicBezTo>
                <a:cubicBezTo>
                  <a:pt x="939" y="296"/>
                  <a:pt x="925" y="310"/>
                  <a:pt x="908" y="310"/>
                </a:cubicBezTo>
                <a:cubicBezTo>
                  <a:pt x="592" y="310"/>
                  <a:pt x="592" y="310"/>
                  <a:pt x="592" y="310"/>
                </a:cubicBezTo>
                <a:cubicBezTo>
                  <a:pt x="575" y="310"/>
                  <a:pt x="561" y="296"/>
                  <a:pt x="561" y="279"/>
                </a:cubicBezTo>
                <a:cubicBezTo>
                  <a:pt x="561" y="262"/>
                  <a:pt x="575" y="248"/>
                  <a:pt x="592" y="248"/>
                </a:cubicBezTo>
                <a:cubicBezTo>
                  <a:pt x="694" y="248"/>
                  <a:pt x="694" y="248"/>
                  <a:pt x="694" y="248"/>
                </a:cubicBezTo>
                <a:cubicBezTo>
                  <a:pt x="711" y="248"/>
                  <a:pt x="725" y="234"/>
                  <a:pt x="725" y="218"/>
                </a:cubicBezTo>
                <a:cubicBezTo>
                  <a:pt x="725" y="202"/>
                  <a:pt x="711" y="189"/>
                  <a:pt x="694" y="189"/>
                </a:cubicBezTo>
                <a:cubicBezTo>
                  <a:pt x="240" y="189"/>
                  <a:pt x="240" y="189"/>
                  <a:pt x="240" y="189"/>
                </a:cubicBezTo>
                <a:cubicBezTo>
                  <a:pt x="220" y="189"/>
                  <a:pt x="203" y="175"/>
                  <a:pt x="203" y="157"/>
                </a:cubicBezTo>
                <a:cubicBezTo>
                  <a:pt x="203" y="140"/>
                  <a:pt x="220" y="125"/>
                  <a:pt x="240" y="125"/>
                </a:cubicBezTo>
                <a:cubicBezTo>
                  <a:pt x="814" y="125"/>
                  <a:pt x="814" y="125"/>
                  <a:pt x="814" y="125"/>
                </a:cubicBezTo>
                <a:cubicBezTo>
                  <a:pt x="829" y="123"/>
                  <a:pt x="841" y="110"/>
                  <a:pt x="841" y="94"/>
                </a:cubicBezTo>
                <a:cubicBezTo>
                  <a:pt x="841" y="77"/>
                  <a:pt x="827" y="63"/>
                  <a:pt x="810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16" y="63"/>
                  <a:pt x="0" y="49"/>
                  <a:pt x="0" y="32"/>
                </a:cubicBezTo>
                <a:cubicBezTo>
                  <a:pt x="0" y="14"/>
                  <a:pt x="16" y="0"/>
                  <a:pt x="36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611" name="组合 610"/>
          <p:cNvGrpSpPr/>
          <p:nvPr/>
        </p:nvGrpSpPr>
        <p:grpSpPr>
          <a:xfrm>
            <a:off x="2816398" y="2684462"/>
            <a:ext cx="6559205" cy="149711"/>
            <a:chOff x="2816397" y="2678976"/>
            <a:chExt cx="6559205" cy="149711"/>
          </a:xfrm>
          <a:solidFill>
            <a:schemeClr val="bg1"/>
          </a:solidFill>
        </p:grpSpPr>
        <p:sp>
          <p:nvSpPr>
            <p:cNvPr id="612" name="Freeform 586"/>
            <p:cNvSpPr>
              <a:spLocks/>
            </p:cNvSpPr>
            <p:nvPr/>
          </p:nvSpPr>
          <p:spPr bwMode="auto">
            <a:xfrm>
              <a:off x="2816397" y="2678976"/>
              <a:ext cx="6559205" cy="149711"/>
            </a:xfrm>
            <a:custGeom>
              <a:avLst/>
              <a:gdLst>
                <a:gd name="T0" fmla="*/ 3558 w 3558"/>
                <a:gd name="T1" fmla="*/ 41 h 81"/>
                <a:gd name="T2" fmla="*/ 3511 w 3558"/>
                <a:gd name="T3" fmla="*/ 81 h 81"/>
                <a:gd name="T4" fmla="*/ 47 w 3558"/>
                <a:gd name="T5" fmla="*/ 81 h 81"/>
                <a:gd name="T6" fmla="*/ 0 w 3558"/>
                <a:gd name="T7" fmla="*/ 41 h 81"/>
                <a:gd name="T8" fmla="*/ 47 w 3558"/>
                <a:gd name="T9" fmla="*/ 0 h 81"/>
                <a:gd name="T10" fmla="*/ 3511 w 3558"/>
                <a:gd name="T11" fmla="*/ 0 h 81"/>
                <a:gd name="T12" fmla="*/ 3558 w 3558"/>
                <a:gd name="T13" fmla="*/ 4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58" h="81">
                  <a:moveTo>
                    <a:pt x="3558" y="41"/>
                  </a:moveTo>
                  <a:cubicBezTo>
                    <a:pt x="3558" y="63"/>
                    <a:pt x="3537" y="81"/>
                    <a:pt x="3511" y="81"/>
                  </a:cubicBezTo>
                  <a:cubicBezTo>
                    <a:pt x="47" y="81"/>
                    <a:pt x="47" y="81"/>
                    <a:pt x="47" y="81"/>
                  </a:cubicBezTo>
                  <a:cubicBezTo>
                    <a:pt x="21" y="81"/>
                    <a:pt x="0" y="63"/>
                    <a:pt x="0" y="41"/>
                  </a:cubicBezTo>
                  <a:cubicBezTo>
                    <a:pt x="0" y="18"/>
                    <a:pt x="21" y="0"/>
                    <a:pt x="47" y="0"/>
                  </a:cubicBezTo>
                  <a:cubicBezTo>
                    <a:pt x="3511" y="0"/>
                    <a:pt x="3511" y="0"/>
                    <a:pt x="3511" y="0"/>
                  </a:cubicBezTo>
                  <a:cubicBezTo>
                    <a:pt x="3537" y="0"/>
                    <a:pt x="3558" y="18"/>
                    <a:pt x="3558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3" name="Freeform 587"/>
            <p:cNvSpPr>
              <a:spLocks/>
            </p:cNvSpPr>
            <p:nvPr/>
          </p:nvSpPr>
          <p:spPr bwMode="auto">
            <a:xfrm>
              <a:off x="2816397" y="2754611"/>
              <a:ext cx="6559205" cy="74076"/>
            </a:xfrm>
            <a:custGeom>
              <a:avLst/>
              <a:gdLst>
                <a:gd name="T0" fmla="*/ 47 w 3558"/>
                <a:gd name="T1" fmla="*/ 40 h 40"/>
                <a:gd name="T2" fmla="*/ 3511 w 3558"/>
                <a:gd name="T3" fmla="*/ 40 h 40"/>
                <a:gd name="T4" fmla="*/ 3558 w 3558"/>
                <a:gd name="T5" fmla="*/ 0 h 40"/>
                <a:gd name="T6" fmla="*/ 0 w 3558"/>
                <a:gd name="T7" fmla="*/ 0 h 40"/>
                <a:gd name="T8" fmla="*/ 47 w 3558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58" h="40">
                  <a:moveTo>
                    <a:pt x="47" y="40"/>
                  </a:moveTo>
                  <a:cubicBezTo>
                    <a:pt x="3511" y="40"/>
                    <a:pt x="3511" y="40"/>
                    <a:pt x="3511" y="40"/>
                  </a:cubicBezTo>
                  <a:cubicBezTo>
                    <a:pt x="3537" y="40"/>
                    <a:pt x="3558" y="22"/>
                    <a:pt x="355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21" y="40"/>
                    <a:pt x="47" y="4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15" name="组合 314"/>
          <p:cNvGrpSpPr/>
          <p:nvPr/>
        </p:nvGrpSpPr>
        <p:grpSpPr>
          <a:xfrm>
            <a:off x="4389531" y="1650230"/>
            <a:ext cx="331678" cy="174838"/>
            <a:chOff x="7218489" y="3410966"/>
            <a:chExt cx="615589" cy="324496"/>
          </a:xfrm>
        </p:grpSpPr>
        <p:sp>
          <p:nvSpPr>
            <p:cNvPr id="316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18" name="Freeform 453"/>
          <p:cNvSpPr>
            <a:spLocks/>
          </p:cNvSpPr>
          <p:nvPr/>
        </p:nvSpPr>
        <p:spPr bwMode="auto">
          <a:xfrm>
            <a:off x="6063130" y="1879866"/>
            <a:ext cx="331677" cy="174838"/>
          </a:xfrm>
          <a:custGeom>
            <a:avLst/>
            <a:gdLst>
              <a:gd name="T0" fmla="*/ 181 w 218"/>
              <a:gd name="T1" fmla="*/ 48 h 115"/>
              <a:gd name="T2" fmla="*/ 169 w 218"/>
              <a:gd name="T3" fmla="*/ 27 h 115"/>
              <a:gd name="T4" fmla="*/ 140 w 218"/>
              <a:gd name="T5" fmla="*/ 24 h 115"/>
              <a:gd name="T6" fmla="*/ 105 w 218"/>
              <a:gd name="T7" fmla="*/ 0 h 115"/>
              <a:gd name="T8" fmla="*/ 71 w 218"/>
              <a:gd name="T9" fmla="*/ 26 h 115"/>
              <a:gd name="T10" fmla="*/ 38 w 218"/>
              <a:gd name="T11" fmla="*/ 29 h 115"/>
              <a:gd name="T12" fmla="*/ 29 w 218"/>
              <a:gd name="T13" fmla="*/ 58 h 115"/>
              <a:gd name="T14" fmla="*/ 0 w 218"/>
              <a:gd name="T15" fmla="*/ 85 h 115"/>
              <a:gd name="T16" fmla="*/ 34 w 218"/>
              <a:gd name="T17" fmla="*/ 115 h 115"/>
              <a:gd name="T18" fmla="*/ 189 w 218"/>
              <a:gd name="T19" fmla="*/ 115 h 115"/>
              <a:gd name="T20" fmla="*/ 218 w 218"/>
              <a:gd name="T21" fmla="*/ 80 h 115"/>
              <a:gd name="T22" fmla="*/ 181 w 218"/>
              <a:gd name="T23" fmla="*/ 48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8" h="115">
                <a:moveTo>
                  <a:pt x="181" y="48"/>
                </a:moveTo>
                <a:cubicBezTo>
                  <a:pt x="181" y="48"/>
                  <a:pt x="182" y="35"/>
                  <a:pt x="169" y="27"/>
                </a:cubicBezTo>
                <a:cubicBezTo>
                  <a:pt x="155" y="18"/>
                  <a:pt x="140" y="24"/>
                  <a:pt x="140" y="24"/>
                </a:cubicBezTo>
                <a:cubicBezTo>
                  <a:pt x="140" y="24"/>
                  <a:pt x="132" y="0"/>
                  <a:pt x="105" y="0"/>
                </a:cubicBezTo>
                <a:cubicBezTo>
                  <a:pt x="78" y="0"/>
                  <a:pt x="71" y="26"/>
                  <a:pt x="71" y="26"/>
                </a:cubicBezTo>
                <a:cubicBezTo>
                  <a:pt x="71" y="26"/>
                  <a:pt x="54" y="17"/>
                  <a:pt x="38" y="29"/>
                </a:cubicBezTo>
                <a:cubicBezTo>
                  <a:pt x="23" y="41"/>
                  <a:pt x="29" y="58"/>
                  <a:pt x="29" y="58"/>
                </a:cubicBezTo>
                <a:cubicBezTo>
                  <a:pt x="29" y="58"/>
                  <a:pt x="0" y="61"/>
                  <a:pt x="0" y="85"/>
                </a:cubicBezTo>
                <a:cubicBezTo>
                  <a:pt x="0" y="102"/>
                  <a:pt x="17" y="115"/>
                  <a:pt x="34" y="115"/>
                </a:cubicBezTo>
                <a:cubicBezTo>
                  <a:pt x="51" y="115"/>
                  <a:pt x="172" y="115"/>
                  <a:pt x="189" y="115"/>
                </a:cubicBezTo>
                <a:cubicBezTo>
                  <a:pt x="201" y="115"/>
                  <a:pt x="218" y="104"/>
                  <a:pt x="218" y="80"/>
                </a:cubicBezTo>
                <a:cubicBezTo>
                  <a:pt x="218" y="48"/>
                  <a:pt x="181" y="48"/>
                  <a:pt x="181" y="48"/>
                </a:cubicBezTo>
                <a:close/>
              </a:path>
            </a:pathLst>
          </a:custGeom>
          <a:solidFill>
            <a:srgbClr val="C8F4F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3" name="Rectangle 433"/>
          <p:cNvSpPr>
            <a:spLocks noChangeArrowheads="1"/>
          </p:cNvSpPr>
          <p:nvPr/>
        </p:nvSpPr>
        <p:spPr bwMode="auto">
          <a:xfrm>
            <a:off x="2409371" y="306995"/>
            <a:ext cx="7373258" cy="37030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5" name="Freeform 435"/>
          <p:cNvSpPr>
            <a:spLocks/>
          </p:cNvSpPr>
          <p:nvPr/>
        </p:nvSpPr>
        <p:spPr bwMode="auto">
          <a:xfrm>
            <a:off x="6048436" y="1768235"/>
            <a:ext cx="1762221" cy="918539"/>
          </a:xfrm>
          <a:custGeom>
            <a:avLst/>
            <a:gdLst>
              <a:gd name="T0" fmla="*/ 2260 w 2260"/>
              <a:gd name="T1" fmla="*/ 1178 h 1178"/>
              <a:gd name="T2" fmla="*/ 1130 w 2260"/>
              <a:gd name="T3" fmla="*/ 0 h 1178"/>
              <a:gd name="T4" fmla="*/ 0 w 2260"/>
              <a:gd name="T5" fmla="*/ 1178 h 1178"/>
              <a:gd name="T6" fmla="*/ 2260 w 2260"/>
              <a:gd name="T7" fmla="*/ 1178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60" h="1178">
                <a:moveTo>
                  <a:pt x="2260" y="1178"/>
                </a:moveTo>
                <a:lnTo>
                  <a:pt x="1130" y="0"/>
                </a:lnTo>
                <a:lnTo>
                  <a:pt x="0" y="1178"/>
                </a:lnTo>
                <a:lnTo>
                  <a:pt x="2260" y="11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7" name="Freeform 437"/>
          <p:cNvSpPr>
            <a:spLocks/>
          </p:cNvSpPr>
          <p:nvPr/>
        </p:nvSpPr>
        <p:spPr bwMode="auto">
          <a:xfrm>
            <a:off x="6929547" y="1768235"/>
            <a:ext cx="881110" cy="918539"/>
          </a:xfrm>
          <a:custGeom>
            <a:avLst/>
            <a:gdLst>
              <a:gd name="T0" fmla="*/ 1130 w 1130"/>
              <a:gd name="T1" fmla="*/ 1178 h 1178"/>
              <a:gd name="T2" fmla="*/ 0 w 1130"/>
              <a:gd name="T3" fmla="*/ 0 h 1178"/>
              <a:gd name="T4" fmla="*/ 0 w 1130"/>
              <a:gd name="T5" fmla="*/ 1178 h 1178"/>
              <a:gd name="T6" fmla="*/ 1130 w 1130"/>
              <a:gd name="T7" fmla="*/ 1178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30" h="1178">
                <a:moveTo>
                  <a:pt x="1130" y="1178"/>
                </a:moveTo>
                <a:lnTo>
                  <a:pt x="0" y="0"/>
                </a:lnTo>
                <a:lnTo>
                  <a:pt x="0" y="1178"/>
                </a:lnTo>
                <a:lnTo>
                  <a:pt x="1130" y="11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760" name="组合 759"/>
          <p:cNvGrpSpPr/>
          <p:nvPr/>
        </p:nvGrpSpPr>
        <p:grpSpPr>
          <a:xfrm>
            <a:off x="6048436" y="1768235"/>
            <a:ext cx="1762221" cy="918539"/>
            <a:chOff x="6048436" y="1768235"/>
            <a:chExt cx="1762221" cy="918539"/>
          </a:xfrm>
        </p:grpSpPr>
        <p:sp>
          <p:nvSpPr>
            <p:cNvPr id="334" name="Freeform 434"/>
            <p:cNvSpPr>
              <a:spLocks/>
            </p:cNvSpPr>
            <p:nvPr/>
          </p:nvSpPr>
          <p:spPr bwMode="auto">
            <a:xfrm>
              <a:off x="6048436" y="1768235"/>
              <a:ext cx="1762221" cy="918539"/>
            </a:xfrm>
            <a:custGeom>
              <a:avLst/>
              <a:gdLst>
                <a:gd name="T0" fmla="*/ 2260 w 2260"/>
                <a:gd name="T1" fmla="*/ 1178 h 1178"/>
                <a:gd name="T2" fmla="*/ 1130 w 2260"/>
                <a:gd name="T3" fmla="*/ 0 h 1178"/>
                <a:gd name="T4" fmla="*/ 0 w 2260"/>
                <a:gd name="T5" fmla="*/ 1178 h 1178"/>
                <a:gd name="T6" fmla="*/ 2260 w 2260"/>
                <a:gd name="T7" fmla="*/ 1178 h 1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0" h="1178">
                  <a:moveTo>
                    <a:pt x="2260" y="1178"/>
                  </a:moveTo>
                  <a:lnTo>
                    <a:pt x="1130" y="0"/>
                  </a:lnTo>
                  <a:lnTo>
                    <a:pt x="0" y="1178"/>
                  </a:lnTo>
                  <a:lnTo>
                    <a:pt x="2260" y="1178"/>
                  </a:lnTo>
                  <a:close/>
                </a:path>
              </a:pathLst>
            </a:custGeom>
            <a:solidFill>
              <a:srgbClr val="97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436"/>
            <p:cNvSpPr>
              <a:spLocks/>
            </p:cNvSpPr>
            <p:nvPr/>
          </p:nvSpPr>
          <p:spPr bwMode="auto">
            <a:xfrm>
              <a:off x="6929547" y="1768235"/>
              <a:ext cx="881110" cy="918539"/>
            </a:xfrm>
            <a:custGeom>
              <a:avLst/>
              <a:gdLst>
                <a:gd name="T0" fmla="*/ 1130 w 1130"/>
                <a:gd name="T1" fmla="*/ 1178 h 1178"/>
                <a:gd name="T2" fmla="*/ 0 w 1130"/>
                <a:gd name="T3" fmla="*/ 0 h 1178"/>
                <a:gd name="T4" fmla="*/ 0 w 1130"/>
                <a:gd name="T5" fmla="*/ 1178 h 1178"/>
                <a:gd name="T6" fmla="*/ 1130 w 1130"/>
                <a:gd name="T7" fmla="*/ 1178 h 1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0" h="1178">
                  <a:moveTo>
                    <a:pt x="1130" y="1178"/>
                  </a:moveTo>
                  <a:lnTo>
                    <a:pt x="0" y="0"/>
                  </a:lnTo>
                  <a:lnTo>
                    <a:pt x="0" y="1178"/>
                  </a:lnTo>
                  <a:lnTo>
                    <a:pt x="1130" y="1178"/>
                  </a:lnTo>
                  <a:close/>
                </a:path>
              </a:pathLst>
            </a:custGeom>
            <a:solidFill>
              <a:srgbClr val="667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438"/>
            <p:cNvSpPr>
              <a:spLocks/>
            </p:cNvSpPr>
            <p:nvPr/>
          </p:nvSpPr>
          <p:spPr bwMode="auto">
            <a:xfrm>
              <a:off x="6719016" y="1768235"/>
              <a:ext cx="429639" cy="269792"/>
            </a:xfrm>
            <a:custGeom>
              <a:avLst/>
              <a:gdLst>
                <a:gd name="T0" fmla="*/ 61 w 233"/>
                <a:gd name="T1" fmla="*/ 122 h 146"/>
                <a:gd name="T2" fmla="*/ 150 w 233"/>
                <a:gd name="T3" fmla="*/ 131 h 146"/>
                <a:gd name="T4" fmla="*/ 206 w 233"/>
                <a:gd name="T5" fmla="*/ 123 h 146"/>
                <a:gd name="T6" fmla="*/ 233 w 233"/>
                <a:gd name="T7" fmla="*/ 124 h 146"/>
                <a:gd name="T8" fmla="*/ 114 w 233"/>
                <a:gd name="T9" fmla="*/ 0 h 146"/>
                <a:gd name="T10" fmla="*/ 0 w 233"/>
                <a:gd name="T11" fmla="*/ 119 h 146"/>
                <a:gd name="T12" fmla="*/ 26 w 233"/>
                <a:gd name="T13" fmla="*/ 123 h 146"/>
                <a:gd name="T14" fmla="*/ 61 w 233"/>
                <a:gd name="T15" fmla="*/ 12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3" h="146">
                  <a:moveTo>
                    <a:pt x="61" y="122"/>
                  </a:moveTo>
                  <a:cubicBezTo>
                    <a:pt x="66" y="127"/>
                    <a:pt x="118" y="146"/>
                    <a:pt x="150" y="131"/>
                  </a:cubicBezTo>
                  <a:cubicBezTo>
                    <a:pt x="181" y="115"/>
                    <a:pt x="195" y="117"/>
                    <a:pt x="206" y="123"/>
                  </a:cubicBezTo>
                  <a:cubicBezTo>
                    <a:pt x="212" y="126"/>
                    <a:pt x="224" y="126"/>
                    <a:pt x="233" y="124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8" y="124"/>
                    <a:pt x="18" y="127"/>
                    <a:pt x="26" y="123"/>
                  </a:cubicBezTo>
                  <a:cubicBezTo>
                    <a:pt x="38" y="118"/>
                    <a:pt x="55" y="116"/>
                    <a:pt x="61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439"/>
            <p:cNvSpPr>
              <a:spLocks/>
            </p:cNvSpPr>
            <p:nvPr/>
          </p:nvSpPr>
          <p:spPr bwMode="auto">
            <a:xfrm>
              <a:off x="6929547" y="1768235"/>
              <a:ext cx="219109" cy="252637"/>
            </a:xfrm>
            <a:custGeom>
              <a:avLst/>
              <a:gdLst>
                <a:gd name="T0" fmla="*/ 92 w 119"/>
                <a:gd name="T1" fmla="*/ 123 h 137"/>
                <a:gd name="T2" fmla="*/ 119 w 119"/>
                <a:gd name="T3" fmla="*/ 124 h 137"/>
                <a:gd name="T4" fmla="*/ 0 w 119"/>
                <a:gd name="T5" fmla="*/ 0 h 137"/>
                <a:gd name="T6" fmla="*/ 0 w 119"/>
                <a:gd name="T7" fmla="*/ 136 h 137"/>
                <a:gd name="T8" fmla="*/ 36 w 119"/>
                <a:gd name="T9" fmla="*/ 131 h 137"/>
                <a:gd name="T10" fmla="*/ 92 w 119"/>
                <a:gd name="T11" fmla="*/ 12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37">
                  <a:moveTo>
                    <a:pt x="92" y="123"/>
                  </a:moveTo>
                  <a:cubicBezTo>
                    <a:pt x="98" y="126"/>
                    <a:pt x="110" y="126"/>
                    <a:pt x="119" y="1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13" y="137"/>
                    <a:pt x="25" y="136"/>
                    <a:pt x="36" y="131"/>
                  </a:cubicBezTo>
                  <a:cubicBezTo>
                    <a:pt x="67" y="115"/>
                    <a:pt x="81" y="117"/>
                    <a:pt x="92" y="123"/>
                  </a:cubicBezTo>
                  <a:close/>
                </a:path>
              </a:pathLst>
            </a:custGeom>
            <a:solidFill>
              <a:srgbClr val="C7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0" name="Freeform 441"/>
          <p:cNvSpPr>
            <a:spLocks/>
          </p:cNvSpPr>
          <p:nvPr/>
        </p:nvSpPr>
        <p:spPr bwMode="auto">
          <a:xfrm>
            <a:off x="6929547" y="1298829"/>
            <a:ext cx="2071780" cy="1380146"/>
          </a:xfrm>
          <a:custGeom>
            <a:avLst/>
            <a:gdLst>
              <a:gd name="T0" fmla="*/ 0 w 2657"/>
              <a:gd name="T1" fmla="*/ 1770 h 1770"/>
              <a:gd name="T2" fmla="*/ 1328 w 2657"/>
              <a:gd name="T3" fmla="*/ 0 h 1770"/>
              <a:gd name="T4" fmla="*/ 2657 w 2657"/>
              <a:gd name="T5" fmla="*/ 1770 h 1770"/>
              <a:gd name="T6" fmla="*/ 0 w 2657"/>
              <a:gd name="T7" fmla="*/ 1770 h 1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57" h="1770">
                <a:moveTo>
                  <a:pt x="0" y="1770"/>
                </a:moveTo>
                <a:lnTo>
                  <a:pt x="1328" y="0"/>
                </a:lnTo>
                <a:lnTo>
                  <a:pt x="2657" y="1770"/>
                </a:lnTo>
                <a:lnTo>
                  <a:pt x="0" y="17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1" name="Freeform 446"/>
          <p:cNvSpPr>
            <a:spLocks/>
          </p:cNvSpPr>
          <p:nvPr/>
        </p:nvSpPr>
        <p:spPr bwMode="auto">
          <a:xfrm>
            <a:off x="3089308" y="1503122"/>
            <a:ext cx="2070220" cy="1175854"/>
          </a:xfrm>
          <a:custGeom>
            <a:avLst/>
            <a:gdLst>
              <a:gd name="T0" fmla="*/ 0 w 2655"/>
              <a:gd name="T1" fmla="*/ 1508 h 1508"/>
              <a:gd name="T2" fmla="*/ 1327 w 2655"/>
              <a:gd name="T3" fmla="*/ 0 h 1508"/>
              <a:gd name="T4" fmla="*/ 2655 w 2655"/>
              <a:gd name="T5" fmla="*/ 1508 h 1508"/>
              <a:gd name="T6" fmla="*/ 0 w 2655"/>
              <a:gd name="T7" fmla="*/ 1508 h 1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55" h="1508">
                <a:moveTo>
                  <a:pt x="0" y="1508"/>
                </a:moveTo>
                <a:lnTo>
                  <a:pt x="1327" y="0"/>
                </a:lnTo>
                <a:lnTo>
                  <a:pt x="2655" y="1508"/>
                </a:lnTo>
                <a:lnTo>
                  <a:pt x="0" y="15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2" name="Freeform 448"/>
          <p:cNvSpPr>
            <a:spLocks/>
          </p:cNvSpPr>
          <p:nvPr/>
        </p:nvSpPr>
        <p:spPr bwMode="auto">
          <a:xfrm>
            <a:off x="4124028" y="1503122"/>
            <a:ext cx="1035500" cy="1175854"/>
          </a:xfrm>
          <a:custGeom>
            <a:avLst/>
            <a:gdLst>
              <a:gd name="T0" fmla="*/ 1328 w 1328"/>
              <a:gd name="T1" fmla="*/ 1508 h 1508"/>
              <a:gd name="T2" fmla="*/ 0 w 1328"/>
              <a:gd name="T3" fmla="*/ 0 h 1508"/>
              <a:gd name="T4" fmla="*/ 0 w 1328"/>
              <a:gd name="T5" fmla="*/ 1508 h 1508"/>
              <a:gd name="T6" fmla="*/ 1328 w 1328"/>
              <a:gd name="T7" fmla="*/ 1508 h 1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8" h="1508">
                <a:moveTo>
                  <a:pt x="1328" y="1508"/>
                </a:moveTo>
                <a:lnTo>
                  <a:pt x="0" y="0"/>
                </a:lnTo>
                <a:lnTo>
                  <a:pt x="0" y="1508"/>
                </a:lnTo>
                <a:lnTo>
                  <a:pt x="1328" y="15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288" name="组合 287"/>
          <p:cNvGrpSpPr/>
          <p:nvPr/>
        </p:nvGrpSpPr>
        <p:grpSpPr>
          <a:xfrm>
            <a:off x="7113566" y="2605680"/>
            <a:ext cx="1263185" cy="141913"/>
            <a:chOff x="7113566" y="2605680"/>
            <a:chExt cx="1263185" cy="141913"/>
          </a:xfrm>
        </p:grpSpPr>
        <p:sp>
          <p:nvSpPr>
            <p:cNvPr id="343" name="Freeform 463"/>
            <p:cNvSpPr>
              <a:spLocks/>
            </p:cNvSpPr>
            <p:nvPr/>
          </p:nvSpPr>
          <p:spPr bwMode="auto">
            <a:xfrm>
              <a:off x="7113566" y="2605680"/>
              <a:ext cx="1263185" cy="141913"/>
            </a:xfrm>
            <a:custGeom>
              <a:avLst/>
              <a:gdLst>
                <a:gd name="T0" fmla="*/ 685 w 685"/>
                <a:gd name="T1" fmla="*/ 39 h 77"/>
                <a:gd name="T2" fmla="*/ 640 w 685"/>
                <a:gd name="T3" fmla="*/ 77 h 77"/>
                <a:gd name="T4" fmla="*/ 44 w 685"/>
                <a:gd name="T5" fmla="*/ 77 h 77"/>
                <a:gd name="T6" fmla="*/ 0 w 685"/>
                <a:gd name="T7" fmla="*/ 39 h 77"/>
                <a:gd name="T8" fmla="*/ 44 w 685"/>
                <a:gd name="T9" fmla="*/ 0 h 77"/>
                <a:gd name="T10" fmla="*/ 640 w 685"/>
                <a:gd name="T11" fmla="*/ 0 h 77"/>
                <a:gd name="T12" fmla="*/ 685 w 685"/>
                <a:gd name="T13" fmla="*/ 3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5" h="77">
                  <a:moveTo>
                    <a:pt x="685" y="39"/>
                  </a:moveTo>
                  <a:cubicBezTo>
                    <a:pt x="685" y="60"/>
                    <a:pt x="665" y="77"/>
                    <a:pt x="640" y="77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20" y="77"/>
                    <a:pt x="0" y="60"/>
                    <a:pt x="0" y="39"/>
                  </a:cubicBezTo>
                  <a:cubicBezTo>
                    <a:pt x="0" y="18"/>
                    <a:pt x="20" y="0"/>
                    <a:pt x="44" y="0"/>
                  </a:cubicBezTo>
                  <a:cubicBezTo>
                    <a:pt x="640" y="0"/>
                    <a:pt x="640" y="0"/>
                    <a:pt x="640" y="0"/>
                  </a:cubicBezTo>
                  <a:cubicBezTo>
                    <a:pt x="665" y="0"/>
                    <a:pt x="685" y="18"/>
                    <a:pt x="685" y="39"/>
                  </a:cubicBezTo>
                  <a:close/>
                </a:path>
              </a:pathLst>
            </a:custGeom>
            <a:solidFill>
              <a:srgbClr val="D3F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464"/>
            <p:cNvSpPr>
              <a:spLocks/>
            </p:cNvSpPr>
            <p:nvPr/>
          </p:nvSpPr>
          <p:spPr bwMode="auto">
            <a:xfrm>
              <a:off x="7744378" y="2605680"/>
              <a:ext cx="632372" cy="141913"/>
            </a:xfrm>
            <a:custGeom>
              <a:avLst/>
              <a:gdLst>
                <a:gd name="T0" fmla="*/ 298 w 343"/>
                <a:gd name="T1" fmla="*/ 0 h 77"/>
                <a:gd name="T2" fmla="*/ 0 w 343"/>
                <a:gd name="T3" fmla="*/ 0 h 77"/>
                <a:gd name="T4" fmla="*/ 0 w 343"/>
                <a:gd name="T5" fmla="*/ 77 h 77"/>
                <a:gd name="T6" fmla="*/ 298 w 343"/>
                <a:gd name="T7" fmla="*/ 77 h 77"/>
                <a:gd name="T8" fmla="*/ 343 w 343"/>
                <a:gd name="T9" fmla="*/ 39 h 77"/>
                <a:gd name="T10" fmla="*/ 298 w 343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3" h="77">
                  <a:moveTo>
                    <a:pt x="29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98" y="77"/>
                    <a:pt x="298" y="77"/>
                    <a:pt x="298" y="77"/>
                  </a:cubicBezTo>
                  <a:cubicBezTo>
                    <a:pt x="323" y="77"/>
                    <a:pt x="343" y="60"/>
                    <a:pt x="343" y="39"/>
                  </a:cubicBezTo>
                  <a:cubicBezTo>
                    <a:pt x="343" y="18"/>
                    <a:pt x="323" y="0"/>
                    <a:pt x="298" y="0"/>
                  </a:cubicBezTo>
                  <a:close/>
                </a:path>
              </a:pathLst>
            </a:custGeom>
            <a:solidFill>
              <a:srgbClr val="A9C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6188010" y="2235302"/>
            <a:ext cx="116182" cy="286945"/>
            <a:chOff x="6188010" y="2235302"/>
            <a:chExt cx="116182" cy="286945"/>
          </a:xfrm>
        </p:grpSpPr>
        <p:sp>
          <p:nvSpPr>
            <p:cNvPr id="381" name="Freeform 501"/>
            <p:cNvSpPr>
              <a:spLocks/>
            </p:cNvSpPr>
            <p:nvPr/>
          </p:nvSpPr>
          <p:spPr bwMode="auto">
            <a:xfrm>
              <a:off x="6236354" y="2465326"/>
              <a:ext cx="21833" cy="56921"/>
            </a:xfrm>
            <a:custGeom>
              <a:avLst/>
              <a:gdLst>
                <a:gd name="T0" fmla="*/ 7 w 28"/>
                <a:gd name="T1" fmla="*/ 0 h 73"/>
                <a:gd name="T2" fmla="*/ 0 w 28"/>
                <a:gd name="T3" fmla="*/ 73 h 73"/>
                <a:gd name="T4" fmla="*/ 28 w 28"/>
                <a:gd name="T5" fmla="*/ 73 h 73"/>
                <a:gd name="T6" fmla="*/ 21 w 28"/>
                <a:gd name="T7" fmla="*/ 0 h 73"/>
                <a:gd name="T8" fmla="*/ 7 w 28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3">
                  <a:moveTo>
                    <a:pt x="7" y="0"/>
                  </a:moveTo>
                  <a:lnTo>
                    <a:pt x="0" y="73"/>
                  </a:lnTo>
                  <a:lnTo>
                    <a:pt x="28" y="73"/>
                  </a:lnTo>
                  <a:lnTo>
                    <a:pt x="2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2" name="Freeform 502"/>
            <p:cNvSpPr>
              <a:spLocks/>
            </p:cNvSpPr>
            <p:nvPr/>
          </p:nvSpPr>
          <p:spPr bwMode="auto">
            <a:xfrm>
              <a:off x="6247270" y="2465326"/>
              <a:ext cx="10917" cy="56921"/>
            </a:xfrm>
            <a:custGeom>
              <a:avLst/>
              <a:gdLst>
                <a:gd name="T0" fmla="*/ 0 w 14"/>
                <a:gd name="T1" fmla="*/ 0 h 73"/>
                <a:gd name="T2" fmla="*/ 0 w 14"/>
                <a:gd name="T3" fmla="*/ 73 h 73"/>
                <a:gd name="T4" fmla="*/ 14 w 14"/>
                <a:gd name="T5" fmla="*/ 73 h 73"/>
                <a:gd name="T6" fmla="*/ 7 w 14"/>
                <a:gd name="T7" fmla="*/ 0 h 73"/>
                <a:gd name="T8" fmla="*/ 0 w 14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3">
                  <a:moveTo>
                    <a:pt x="0" y="0"/>
                  </a:moveTo>
                  <a:lnTo>
                    <a:pt x="0" y="73"/>
                  </a:lnTo>
                  <a:lnTo>
                    <a:pt x="14" y="73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3" name="Freeform 503"/>
            <p:cNvSpPr>
              <a:spLocks/>
            </p:cNvSpPr>
            <p:nvPr/>
          </p:nvSpPr>
          <p:spPr bwMode="auto">
            <a:xfrm>
              <a:off x="6188010" y="2235302"/>
              <a:ext cx="116182" cy="248739"/>
            </a:xfrm>
            <a:custGeom>
              <a:avLst/>
              <a:gdLst>
                <a:gd name="T0" fmla="*/ 0 w 149"/>
                <a:gd name="T1" fmla="*/ 319 h 319"/>
                <a:gd name="T2" fmla="*/ 76 w 149"/>
                <a:gd name="T3" fmla="*/ 0 h 319"/>
                <a:gd name="T4" fmla="*/ 149 w 149"/>
                <a:gd name="T5" fmla="*/ 319 h 319"/>
                <a:gd name="T6" fmla="*/ 0 w 149"/>
                <a:gd name="T7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319">
                  <a:moveTo>
                    <a:pt x="0" y="319"/>
                  </a:moveTo>
                  <a:lnTo>
                    <a:pt x="76" y="0"/>
                  </a:lnTo>
                  <a:lnTo>
                    <a:pt x="149" y="319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AC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4" name="Freeform 504"/>
            <p:cNvSpPr>
              <a:spLocks/>
            </p:cNvSpPr>
            <p:nvPr/>
          </p:nvSpPr>
          <p:spPr bwMode="auto">
            <a:xfrm>
              <a:off x="6247270" y="2235302"/>
              <a:ext cx="56921" cy="248739"/>
            </a:xfrm>
            <a:custGeom>
              <a:avLst/>
              <a:gdLst>
                <a:gd name="T0" fmla="*/ 73 w 73"/>
                <a:gd name="T1" fmla="*/ 319 h 319"/>
                <a:gd name="T2" fmla="*/ 0 w 73"/>
                <a:gd name="T3" fmla="*/ 0 h 319"/>
                <a:gd name="T4" fmla="*/ 0 w 73"/>
                <a:gd name="T5" fmla="*/ 319 h 319"/>
                <a:gd name="T6" fmla="*/ 73 w 73"/>
                <a:gd name="T7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319">
                  <a:moveTo>
                    <a:pt x="73" y="319"/>
                  </a:moveTo>
                  <a:lnTo>
                    <a:pt x="0" y="0"/>
                  </a:lnTo>
                  <a:lnTo>
                    <a:pt x="0" y="319"/>
                  </a:lnTo>
                  <a:lnTo>
                    <a:pt x="73" y="319"/>
                  </a:lnTo>
                  <a:close/>
                </a:path>
              </a:pathLst>
            </a:custGeom>
            <a:solidFill>
              <a:srgbClr val="6E8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88" name="Freeform 508"/>
          <p:cNvSpPr>
            <a:spLocks/>
          </p:cNvSpPr>
          <p:nvPr/>
        </p:nvSpPr>
        <p:spPr bwMode="auto">
          <a:xfrm>
            <a:off x="4633980" y="1689481"/>
            <a:ext cx="337629" cy="801577"/>
          </a:xfrm>
          <a:custGeom>
            <a:avLst/>
            <a:gdLst>
              <a:gd name="T0" fmla="*/ 0 w 433"/>
              <a:gd name="T1" fmla="*/ 1028 h 1028"/>
              <a:gd name="T2" fmla="*/ 216 w 433"/>
              <a:gd name="T3" fmla="*/ 0 h 1028"/>
              <a:gd name="T4" fmla="*/ 433 w 433"/>
              <a:gd name="T5" fmla="*/ 1028 h 1028"/>
              <a:gd name="T6" fmla="*/ 0 w 433"/>
              <a:gd name="T7" fmla="*/ 1028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1028">
                <a:moveTo>
                  <a:pt x="0" y="1028"/>
                </a:moveTo>
                <a:lnTo>
                  <a:pt x="216" y="0"/>
                </a:lnTo>
                <a:lnTo>
                  <a:pt x="433" y="1028"/>
                </a:lnTo>
                <a:lnTo>
                  <a:pt x="0" y="10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" name="Freeform 510"/>
          <p:cNvSpPr>
            <a:spLocks/>
          </p:cNvSpPr>
          <p:nvPr/>
        </p:nvSpPr>
        <p:spPr bwMode="auto">
          <a:xfrm>
            <a:off x="4802405" y="1689481"/>
            <a:ext cx="169205" cy="801577"/>
          </a:xfrm>
          <a:custGeom>
            <a:avLst/>
            <a:gdLst>
              <a:gd name="T0" fmla="*/ 217 w 217"/>
              <a:gd name="T1" fmla="*/ 1028 h 1028"/>
              <a:gd name="T2" fmla="*/ 0 w 217"/>
              <a:gd name="T3" fmla="*/ 0 h 1028"/>
              <a:gd name="T4" fmla="*/ 0 w 217"/>
              <a:gd name="T5" fmla="*/ 1028 h 1028"/>
              <a:gd name="T6" fmla="*/ 217 w 217"/>
              <a:gd name="T7" fmla="*/ 1028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7" h="1028">
                <a:moveTo>
                  <a:pt x="217" y="1028"/>
                </a:moveTo>
                <a:lnTo>
                  <a:pt x="0" y="0"/>
                </a:lnTo>
                <a:lnTo>
                  <a:pt x="0" y="1028"/>
                </a:lnTo>
                <a:lnTo>
                  <a:pt x="217" y="10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" name="Freeform 514"/>
          <p:cNvSpPr>
            <a:spLocks/>
          </p:cNvSpPr>
          <p:nvPr/>
        </p:nvSpPr>
        <p:spPr bwMode="auto">
          <a:xfrm>
            <a:off x="5670260" y="2091049"/>
            <a:ext cx="337629" cy="453811"/>
          </a:xfrm>
          <a:custGeom>
            <a:avLst/>
            <a:gdLst>
              <a:gd name="T0" fmla="*/ 0 w 433"/>
              <a:gd name="T1" fmla="*/ 582 h 582"/>
              <a:gd name="T2" fmla="*/ 218 w 433"/>
              <a:gd name="T3" fmla="*/ 0 h 582"/>
              <a:gd name="T4" fmla="*/ 433 w 433"/>
              <a:gd name="T5" fmla="*/ 582 h 582"/>
              <a:gd name="T6" fmla="*/ 0 w 433"/>
              <a:gd name="T7" fmla="*/ 582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582">
                <a:moveTo>
                  <a:pt x="0" y="582"/>
                </a:moveTo>
                <a:lnTo>
                  <a:pt x="218" y="0"/>
                </a:lnTo>
                <a:lnTo>
                  <a:pt x="433" y="582"/>
                </a:lnTo>
                <a:lnTo>
                  <a:pt x="0" y="58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0" name="Freeform 522"/>
          <p:cNvSpPr>
            <a:spLocks/>
          </p:cNvSpPr>
          <p:nvPr/>
        </p:nvSpPr>
        <p:spPr bwMode="auto">
          <a:xfrm>
            <a:off x="4610588" y="1999039"/>
            <a:ext cx="1305291" cy="493578"/>
          </a:xfrm>
          <a:custGeom>
            <a:avLst/>
            <a:gdLst>
              <a:gd name="T0" fmla="*/ 1674 w 1674"/>
              <a:gd name="T1" fmla="*/ 633 h 633"/>
              <a:gd name="T2" fmla="*/ 841 w 1674"/>
              <a:gd name="T3" fmla="*/ 0 h 633"/>
              <a:gd name="T4" fmla="*/ 0 w 1674"/>
              <a:gd name="T5" fmla="*/ 633 h 633"/>
              <a:gd name="T6" fmla="*/ 1674 w 1674"/>
              <a:gd name="T7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74" h="633">
                <a:moveTo>
                  <a:pt x="1674" y="633"/>
                </a:moveTo>
                <a:lnTo>
                  <a:pt x="841" y="0"/>
                </a:lnTo>
                <a:lnTo>
                  <a:pt x="0" y="633"/>
                </a:lnTo>
                <a:lnTo>
                  <a:pt x="1674" y="63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4" name="Freeform 526"/>
          <p:cNvSpPr>
            <a:spLocks/>
          </p:cNvSpPr>
          <p:nvPr/>
        </p:nvSpPr>
        <p:spPr bwMode="auto">
          <a:xfrm>
            <a:off x="4687783" y="2055961"/>
            <a:ext cx="1152461" cy="436657"/>
          </a:xfrm>
          <a:custGeom>
            <a:avLst/>
            <a:gdLst>
              <a:gd name="T0" fmla="*/ 0 w 1478"/>
              <a:gd name="T1" fmla="*/ 560 h 560"/>
              <a:gd name="T2" fmla="*/ 1478 w 1478"/>
              <a:gd name="T3" fmla="*/ 560 h 560"/>
              <a:gd name="T4" fmla="*/ 742 w 1478"/>
              <a:gd name="T5" fmla="*/ 0 h 560"/>
              <a:gd name="T6" fmla="*/ 0 w 1478"/>
              <a:gd name="T7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78" h="560">
                <a:moveTo>
                  <a:pt x="0" y="560"/>
                </a:moveTo>
                <a:lnTo>
                  <a:pt x="1478" y="560"/>
                </a:lnTo>
                <a:lnTo>
                  <a:pt x="742" y="0"/>
                </a:lnTo>
                <a:lnTo>
                  <a:pt x="0" y="56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1" name="组合 30"/>
          <p:cNvGrpSpPr/>
          <p:nvPr/>
        </p:nvGrpSpPr>
        <p:grpSpPr>
          <a:xfrm>
            <a:off x="6282359" y="2273509"/>
            <a:ext cx="127099" cy="315016"/>
            <a:chOff x="6282359" y="2273509"/>
            <a:chExt cx="127099" cy="315016"/>
          </a:xfrm>
        </p:grpSpPr>
        <p:sp>
          <p:nvSpPr>
            <p:cNvPr id="427" name="Freeform 549"/>
            <p:cNvSpPr>
              <a:spLocks/>
            </p:cNvSpPr>
            <p:nvPr/>
          </p:nvSpPr>
          <p:spPr bwMode="auto">
            <a:xfrm>
              <a:off x="6333822" y="2526146"/>
              <a:ext cx="24172" cy="62379"/>
            </a:xfrm>
            <a:custGeom>
              <a:avLst/>
              <a:gdLst>
                <a:gd name="T0" fmla="*/ 7 w 31"/>
                <a:gd name="T1" fmla="*/ 0 h 80"/>
                <a:gd name="T2" fmla="*/ 0 w 31"/>
                <a:gd name="T3" fmla="*/ 80 h 80"/>
                <a:gd name="T4" fmla="*/ 31 w 31"/>
                <a:gd name="T5" fmla="*/ 80 h 80"/>
                <a:gd name="T6" fmla="*/ 24 w 31"/>
                <a:gd name="T7" fmla="*/ 0 h 80"/>
                <a:gd name="T8" fmla="*/ 7 w 31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80">
                  <a:moveTo>
                    <a:pt x="7" y="0"/>
                  </a:moveTo>
                  <a:lnTo>
                    <a:pt x="0" y="80"/>
                  </a:lnTo>
                  <a:lnTo>
                    <a:pt x="31" y="80"/>
                  </a:lnTo>
                  <a:lnTo>
                    <a:pt x="2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9" name="Freeform 551"/>
            <p:cNvSpPr>
              <a:spLocks/>
            </p:cNvSpPr>
            <p:nvPr/>
          </p:nvSpPr>
          <p:spPr bwMode="auto">
            <a:xfrm>
              <a:off x="6282359" y="2273509"/>
              <a:ext cx="127099" cy="271351"/>
            </a:xfrm>
            <a:custGeom>
              <a:avLst/>
              <a:gdLst>
                <a:gd name="T0" fmla="*/ 0 w 163"/>
                <a:gd name="T1" fmla="*/ 348 h 348"/>
                <a:gd name="T2" fmla="*/ 83 w 163"/>
                <a:gd name="T3" fmla="*/ 0 h 348"/>
                <a:gd name="T4" fmla="*/ 163 w 163"/>
                <a:gd name="T5" fmla="*/ 348 h 348"/>
                <a:gd name="T6" fmla="*/ 0 w 163"/>
                <a:gd name="T7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348">
                  <a:moveTo>
                    <a:pt x="0" y="348"/>
                  </a:moveTo>
                  <a:lnTo>
                    <a:pt x="83" y="0"/>
                  </a:lnTo>
                  <a:lnTo>
                    <a:pt x="163" y="348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rgbClr val="AAC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0" name="Freeform 552"/>
            <p:cNvSpPr>
              <a:spLocks/>
            </p:cNvSpPr>
            <p:nvPr/>
          </p:nvSpPr>
          <p:spPr bwMode="auto">
            <a:xfrm>
              <a:off x="6347077" y="2273509"/>
              <a:ext cx="62379" cy="271351"/>
            </a:xfrm>
            <a:custGeom>
              <a:avLst/>
              <a:gdLst>
                <a:gd name="T0" fmla="*/ 80 w 80"/>
                <a:gd name="T1" fmla="*/ 348 h 348"/>
                <a:gd name="T2" fmla="*/ 0 w 80"/>
                <a:gd name="T3" fmla="*/ 0 h 348"/>
                <a:gd name="T4" fmla="*/ 0 w 80"/>
                <a:gd name="T5" fmla="*/ 348 h 348"/>
                <a:gd name="T6" fmla="*/ 80 w 80"/>
                <a:gd name="T7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348">
                  <a:moveTo>
                    <a:pt x="80" y="348"/>
                  </a:moveTo>
                  <a:lnTo>
                    <a:pt x="0" y="0"/>
                  </a:lnTo>
                  <a:lnTo>
                    <a:pt x="0" y="348"/>
                  </a:lnTo>
                  <a:lnTo>
                    <a:pt x="80" y="348"/>
                  </a:lnTo>
                  <a:close/>
                </a:path>
              </a:pathLst>
            </a:custGeom>
            <a:solidFill>
              <a:srgbClr val="6E8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99" name="组合 298"/>
          <p:cNvGrpSpPr/>
          <p:nvPr/>
        </p:nvGrpSpPr>
        <p:grpSpPr>
          <a:xfrm>
            <a:off x="4212139" y="2205672"/>
            <a:ext cx="116182" cy="286945"/>
            <a:chOff x="4212139" y="2205672"/>
            <a:chExt cx="116182" cy="286945"/>
          </a:xfrm>
        </p:grpSpPr>
        <p:sp>
          <p:nvSpPr>
            <p:cNvPr id="431" name="Freeform 553"/>
            <p:cNvSpPr>
              <a:spLocks/>
            </p:cNvSpPr>
            <p:nvPr/>
          </p:nvSpPr>
          <p:spPr bwMode="auto">
            <a:xfrm>
              <a:off x="4260483" y="2435696"/>
              <a:ext cx="20273" cy="56921"/>
            </a:xfrm>
            <a:custGeom>
              <a:avLst/>
              <a:gdLst>
                <a:gd name="T0" fmla="*/ 7 w 26"/>
                <a:gd name="T1" fmla="*/ 0 h 73"/>
                <a:gd name="T2" fmla="*/ 0 w 26"/>
                <a:gd name="T3" fmla="*/ 73 h 73"/>
                <a:gd name="T4" fmla="*/ 26 w 26"/>
                <a:gd name="T5" fmla="*/ 73 h 73"/>
                <a:gd name="T6" fmla="*/ 21 w 26"/>
                <a:gd name="T7" fmla="*/ 0 h 73"/>
                <a:gd name="T8" fmla="*/ 7 w 26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73">
                  <a:moveTo>
                    <a:pt x="7" y="0"/>
                  </a:moveTo>
                  <a:lnTo>
                    <a:pt x="0" y="73"/>
                  </a:lnTo>
                  <a:lnTo>
                    <a:pt x="26" y="73"/>
                  </a:lnTo>
                  <a:lnTo>
                    <a:pt x="2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2" name="Freeform 554"/>
            <p:cNvSpPr>
              <a:spLocks/>
            </p:cNvSpPr>
            <p:nvPr/>
          </p:nvSpPr>
          <p:spPr bwMode="auto">
            <a:xfrm>
              <a:off x="4271399" y="2435696"/>
              <a:ext cx="9357" cy="56921"/>
            </a:xfrm>
            <a:custGeom>
              <a:avLst/>
              <a:gdLst>
                <a:gd name="T0" fmla="*/ 0 w 12"/>
                <a:gd name="T1" fmla="*/ 0 h 73"/>
                <a:gd name="T2" fmla="*/ 0 w 12"/>
                <a:gd name="T3" fmla="*/ 73 h 73"/>
                <a:gd name="T4" fmla="*/ 12 w 12"/>
                <a:gd name="T5" fmla="*/ 73 h 73"/>
                <a:gd name="T6" fmla="*/ 7 w 12"/>
                <a:gd name="T7" fmla="*/ 0 h 73"/>
                <a:gd name="T8" fmla="*/ 0 w 12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3">
                  <a:moveTo>
                    <a:pt x="0" y="0"/>
                  </a:moveTo>
                  <a:lnTo>
                    <a:pt x="0" y="73"/>
                  </a:lnTo>
                  <a:lnTo>
                    <a:pt x="12" y="73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3" name="Freeform 555"/>
            <p:cNvSpPr>
              <a:spLocks/>
            </p:cNvSpPr>
            <p:nvPr/>
          </p:nvSpPr>
          <p:spPr bwMode="auto">
            <a:xfrm>
              <a:off x="4212139" y="2205672"/>
              <a:ext cx="116182" cy="248739"/>
            </a:xfrm>
            <a:custGeom>
              <a:avLst/>
              <a:gdLst>
                <a:gd name="T0" fmla="*/ 0 w 149"/>
                <a:gd name="T1" fmla="*/ 319 h 319"/>
                <a:gd name="T2" fmla="*/ 76 w 149"/>
                <a:gd name="T3" fmla="*/ 0 h 319"/>
                <a:gd name="T4" fmla="*/ 149 w 149"/>
                <a:gd name="T5" fmla="*/ 319 h 319"/>
                <a:gd name="T6" fmla="*/ 0 w 149"/>
                <a:gd name="T7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319">
                  <a:moveTo>
                    <a:pt x="0" y="319"/>
                  </a:moveTo>
                  <a:lnTo>
                    <a:pt x="76" y="0"/>
                  </a:lnTo>
                  <a:lnTo>
                    <a:pt x="149" y="319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AC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4" name="Freeform 556"/>
            <p:cNvSpPr>
              <a:spLocks/>
            </p:cNvSpPr>
            <p:nvPr/>
          </p:nvSpPr>
          <p:spPr bwMode="auto">
            <a:xfrm>
              <a:off x="4271399" y="2205672"/>
              <a:ext cx="56921" cy="248739"/>
            </a:xfrm>
            <a:custGeom>
              <a:avLst/>
              <a:gdLst>
                <a:gd name="T0" fmla="*/ 73 w 73"/>
                <a:gd name="T1" fmla="*/ 319 h 319"/>
                <a:gd name="T2" fmla="*/ 0 w 73"/>
                <a:gd name="T3" fmla="*/ 0 h 319"/>
                <a:gd name="T4" fmla="*/ 0 w 73"/>
                <a:gd name="T5" fmla="*/ 319 h 319"/>
                <a:gd name="T6" fmla="*/ 73 w 73"/>
                <a:gd name="T7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319">
                  <a:moveTo>
                    <a:pt x="73" y="319"/>
                  </a:moveTo>
                  <a:lnTo>
                    <a:pt x="0" y="0"/>
                  </a:lnTo>
                  <a:lnTo>
                    <a:pt x="0" y="319"/>
                  </a:lnTo>
                  <a:lnTo>
                    <a:pt x="73" y="319"/>
                  </a:lnTo>
                  <a:close/>
                </a:path>
              </a:pathLst>
            </a:custGeom>
            <a:solidFill>
              <a:srgbClr val="6E8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98" name="组合 297"/>
          <p:cNvGrpSpPr/>
          <p:nvPr/>
        </p:nvGrpSpPr>
        <p:grpSpPr>
          <a:xfrm>
            <a:off x="4317404" y="2161226"/>
            <a:ext cx="127099" cy="315016"/>
            <a:chOff x="4317404" y="2161226"/>
            <a:chExt cx="127099" cy="315016"/>
          </a:xfrm>
        </p:grpSpPr>
        <p:sp>
          <p:nvSpPr>
            <p:cNvPr id="435" name="Freeform 557"/>
            <p:cNvSpPr>
              <a:spLocks/>
            </p:cNvSpPr>
            <p:nvPr/>
          </p:nvSpPr>
          <p:spPr bwMode="auto">
            <a:xfrm>
              <a:off x="4368868" y="2413863"/>
              <a:ext cx="21833" cy="62379"/>
            </a:xfrm>
            <a:custGeom>
              <a:avLst/>
              <a:gdLst>
                <a:gd name="T0" fmla="*/ 7 w 28"/>
                <a:gd name="T1" fmla="*/ 0 h 80"/>
                <a:gd name="T2" fmla="*/ 0 w 28"/>
                <a:gd name="T3" fmla="*/ 80 h 80"/>
                <a:gd name="T4" fmla="*/ 28 w 28"/>
                <a:gd name="T5" fmla="*/ 80 h 80"/>
                <a:gd name="T6" fmla="*/ 24 w 28"/>
                <a:gd name="T7" fmla="*/ 0 h 80"/>
                <a:gd name="T8" fmla="*/ 7 w 28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80">
                  <a:moveTo>
                    <a:pt x="7" y="0"/>
                  </a:moveTo>
                  <a:lnTo>
                    <a:pt x="0" y="80"/>
                  </a:lnTo>
                  <a:lnTo>
                    <a:pt x="28" y="80"/>
                  </a:lnTo>
                  <a:lnTo>
                    <a:pt x="2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6" name="Freeform 558"/>
            <p:cNvSpPr>
              <a:spLocks/>
            </p:cNvSpPr>
            <p:nvPr/>
          </p:nvSpPr>
          <p:spPr bwMode="auto">
            <a:xfrm>
              <a:off x="4379784" y="2413863"/>
              <a:ext cx="10917" cy="62379"/>
            </a:xfrm>
            <a:custGeom>
              <a:avLst/>
              <a:gdLst>
                <a:gd name="T0" fmla="*/ 0 w 14"/>
                <a:gd name="T1" fmla="*/ 0 h 80"/>
                <a:gd name="T2" fmla="*/ 0 w 14"/>
                <a:gd name="T3" fmla="*/ 80 h 80"/>
                <a:gd name="T4" fmla="*/ 14 w 14"/>
                <a:gd name="T5" fmla="*/ 80 h 80"/>
                <a:gd name="T6" fmla="*/ 10 w 14"/>
                <a:gd name="T7" fmla="*/ 0 h 80"/>
                <a:gd name="T8" fmla="*/ 0 w 14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80">
                  <a:moveTo>
                    <a:pt x="0" y="0"/>
                  </a:moveTo>
                  <a:lnTo>
                    <a:pt x="0" y="80"/>
                  </a:lnTo>
                  <a:lnTo>
                    <a:pt x="14" y="8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7" name="Freeform 559"/>
            <p:cNvSpPr>
              <a:spLocks/>
            </p:cNvSpPr>
            <p:nvPr/>
          </p:nvSpPr>
          <p:spPr bwMode="auto">
            <a:xfrm>
              <a:off x="4317404" y="2161226"/>
              <a:ext cx="127099" cy="272910"/>
            </a:xfrm>
            <a:custGeom>
              <a:avLst/>
              <a:gdLst>
                <a:gd name="T0" fmla="*/ 0 w 163"/>
                <a:gd name="T1" fmla="*/ 350 h 350"/>
                <a:gd name="T2" fmla="*/ 80 w 163"/>
                <a:gd name="T3" fmla="*/ 0 h 350"/>
                <a:gd name="T4" fmla="*/ 163 w 163"/>
                <a:gd name="T5" fmla="*/ 350 h 350"/>
                <a:gd name="T6" fmla="*/ 0 w 163"/>
                <a:gd name="T7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350">
                  <a:moveTo>
                    <a:pt x="0" y="350"/>
                  </a:moveTo>
                  <a:lnTo>
                    <a:pt x="80" y="0"/>
                  </a:lnTo>
                  <a:lnTo>
                    <a:pt x="163" y="350"/>
                  </a:lnTo>
                  <a:lnTo>
                    <a:pt x="0" y="350"/>
                  </a:lnTo>
                  <a:close/>
                </a:path>
              </a:pathLst>
            </a:custGeom>
            <a:solidFill>
              <a:srgbClr val="AAC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8" name="Freeform 560"/>
            <p:cNvSpPr>
              <a:spLocks/>
            </p:cNvSpPr>
            <p:nvPr/>
          </p:nvSpPr>
          <p:spPr bwMode="auto">
            <a:xfrm>
              <a:off x="4379784" y="2161226"/>
              <a:ext cx="64719" cy="272910"/>
            </a:xfrm>
            <a:custGeom>
              <a:avLst/>
              <a:gdLst>
                <a:gd name="T0" fmla="*/ 83 w 83"/>
                <a:gd name="T1" fmla="*/ 350 h 350"/>
                <a:gd name="T2" fmla="*/ 0 w 83"/>
                <a:gd name="T3" fmla="*/ 0 h 350"/>
                <a:gd name="T4" fmla="*/ 0 w 83"/>
                <a:gd name="T5" fmla="*/ 350 h 350"/>
                <a:gd name="T6" fmla="*/ 83 w 83"/>
                <a:gd name="T7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350">
                  <a:moveTo>
                    <a:pt x="83" y="350"/>
                  </a:moveTo>
                  <a:lnTo>
                    <a:pt x="0" y="0"/>
                  </a:lnTo>
                  <a:lnTo>
                    <a:pt x="0" y="350"/>
                  </a:lnTo>
                  <a:lnTo>
                    <a:pt x="83" y="350"/>
                  </a:lnTo>
                  <a:close/>
                </a:path>
              </a:pathLst>
            </a:custGeom>
            <a:solidFill>
              <a:srgbClr val="6E8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97" name="组合 296"/>
          <p:cNvGrpSpPr/>
          <p:nvPr/>
        </p:nvGrpSpPr>
        <p:grpSpPr>
          <a:xfrm>
            <a:off x="3975877" y="2307038"/>
            <a:ext cx="127878" cy="315016"/>
            <a:chOff x="3975877" y="2307038"/>
            <a:chExt cx="127878" cy="315016"/>
          </a:xfrm>
        </p:grpSpPr>
        <p:sp>
          <p:nvSpPr>
            <p:cNvPr id="439" name="Freeform 561"/>
            <p:cNvSpPr>
              <a:spLocks/>
            </p:cNvSpPr>
            <p:nvPr/>
          </p:nvSpPr>
          <p:spPr bwMode="auto">
            <a:xfrm>
              <a:off x="4028119" y="2559675"/>
              <a:ext cx="23392" cy="62379"/>
            </a:xfrm>
            <a:custGeom>
              <a:avLst/>
              <a:gdLst>
                <a:gd name="T0" fmla="*/ 7 w 30"/>
                <a:gd name="T1" fmla="*/ 0 h 80"/>
                <a:gd name="T2" fmla="*/ 0 w 30"/>
                <a:gd name="T3" fmla="*/ 80 h 80"/>
                <a:gd name="T4" fmla="*/ 30 w 30"/>
                <a:gd name="T5" fmla="*/ 80 h 80"/>
                <a:gd name="T6" fmla="*/ 23 w 30"/>
                <a:gd name="T7" fmla="*/ 0 h 80"/>
                <a:gd name="T8" fmla="*/ 7 w 3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80">
                  <a:moveTo>
                    <a:pt x="7" y="0"/>
                  </a:moveTo>
                  <a:lnTo>
                    <a:pt x="0" y="80"/>
                  </a:lnTo>
                  <a:lnTo>
                    <a:pt x="30" y="80"/>
                  </a:lnTo>
                  <a:lnTo>
                    <a:pt x="2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0" name="Freeform 562"/>
            <p:cNvSpPr>
              <a:spLocks/>
            </p:cNvSpPr>
            <p:nvPr/>
          </p:nvSpPr>
          <p:spPr bwMode="auto">
            <a:xfrm>
              <a:off x="4039036" y="2559675"/>
              <a:ext cx="12476" cy="62379"/>
            </a:xfrm>
            <a:custGeom>
              <a:avLst/>
              <a:gdLst>
                <a:gd name="T0" fmla="*/ 0 w 16"/>
                <a:gd name="T1" fmla="*/ 0 h 80"/>
                <a:gd name="T2" fmla="*/ 0 w 16"/>
                <a:gd name="T3" fmla="*/ 80 h 80"/>
                <a:gd name="T4" fmla="*/ 16 w 16"/>
                <a:gd name="T5" fmla="*/ 80 h 80"/>
                <a:gd name="T6" fmla="*/ 9 w 16"/>
                <a:gd name="T7" fmla="*/ 0 h 80"/>
                <a:gd name="T8" fmla="*/ 0 w 16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0">
                  <a:moveTo>
                    <a:pt x="0" y="0"/>
                  </a:moveTo>
                  <a:lnTo>
                    <a:pt x="0" y="80"/>
                  </a:lnTo>
                  <a:lnTo>
                    <a:pt x="16" y="8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1" name="Freeform 563"/>
            <p:cNvSpPr>
              <a:spLocks/>
            </p:cNvSpPr>
            <p:nvPr/>
          </p:nvSpPr>
          <p:spPr bwMode="auto">
            <a:xfrm>
              <a:off x="3975877" y="2307038"/>
              <a:ext cx="127878" cy="272910"/>
            </a:xfrm>
            <a:custGeom>
              <a:avLst/>
              <a:gdLst>
                <a:gd name="T0" fmla="*/ 0 w 164"/>
                <a:gd name="T1" fmla="*/ 350 h 350"/>
                <a:gd name="T2" fmla="*/ 81 w 164"/>
                <a:gd name="T3" fmla="*/ 0 h 350"/>
                <a:gd name="T4" fmla="*/ 164 w 164"/>
                <a:gd name="T5" fmla="*/ 350 h 350"/>
                <a:gd name="T6" fmla="*/ 0 w 164"/>
                <a:gd name="T7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350">
                  <a:moveTo>
                    <a:pt x="0" y="350"/>
                  </a:moveTo>
                  <a:lnTo>
                    <a:pt x="81" y="0"/>
                  </a:lnTo>
                  <a:lnTo>
                    <a:pt x="164" y="350"/>
                  </a:lnTo>
                  <a:lnTo>
                    <a:pt x="0" y="350"/>
                  </a:lnTo>
                  <a:close/>
                </a:path>
              </a:pathLst>
            </a:custGeom>
            <a:solidFill>
              <a:srgbClr val="AAC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2" name="Freeform 564"/>
            <p:cNvSpPr>
              <a:spLocks/>
            </p:cNvSpPr>
            <p:nvPr/>
          </p:nvSpPr>
          <p:spPr bwMode="auto">
            <a:xfrm>
              <a:off x="4039036" y="2307038"/>
              <a:ext cx="64719" cy="272910"/>
            </a:xfrm>
            <a:custGeom>
              <a:avLst/>
              <a:gdLst>
                <a:gd name="T0" fmla="*/ 83 w 83"/>
                <a:gd name="T1" fmla="*/ 350 h 350"/>
                <a:gd name="T2" fmla="*/ 0 w 83"/>
                <a:gd name="T3" fmla="*/ 0 h 350"/>
                <a:gd name="T4" fmla="*/ 0 w 83"/>
                <a:gd name="T5" fmla="*/ 350 h 350"/>
                <a:gd name="T6" fmla="*/ 83 w 83"/>
                <a:gd name="T7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350">
                  <a:moveTo>
                    <a:pt x="83" y="350"/>
                  </a:moveTo>
                  <a:lnTo>
                    <a:pt x="0" y="0"/>
                  </a:lnTo>
                  <a:lnTo>
                    <a:pt x="0" y="350"/>
                  </a:lnTo>
                  <a:lnTo>
                    <a:pt x="83" y="350"/>
                  </a:lnTo>
                  <a:close/>
                </a:path>
              </a:pathLst>
            </a:custGeom>
            <a:solidFill>
              <a:srgbClr val="6E8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89" name="组合 288"/>
          <p:cNvGrpSpPr/>
          <p:nvPr/>
        </p:nvGrpSpPr>
        <p:grpSpPr>
          <a:xfrm>
            <a:off x="2816397" y="2678976"/>
            <a:ext cx="6559205" cy="149711"/>
            <a:chOff x="2816397" y="2678976"/>
            <a:chExt cx="6559205" cy="149711"/>
          </a:xfrm>
        </p:grpSpPr>
        <p:sp>
          <p:nvSpPr>
            <p:cNvPr id="464" name="Freeform 586"/>
            <p:cNvSpPr>
              <a:spLocks/>
            </p:cNvSpPr>
            <p:nvPr/>
          </p:nvSpPr>
          <p:spPr bwMode="auto">
            <a:xfrm>
              <a:off x="2816397" y="2678976"/>
              <a:ext cx="6559205" cy="149711"/>
            </a:xfrm>
            <a:custGeom>
              <a:avLst/>
              <a:gdLst>
                <a:gd name="T0" fmla="*/ 3558 w 3558"/>
                <a:gd name="T1" fmla="*/ 41 h 81"/>
                <a:gd name="T2" fmla="*/ 3511 w 3558"/>
                <a:gd name="T3" fmla="*/ 81 h 81"/>
                <a:gd name="T4" fmla="*/ 47 w 3558"/>
                <a:gd name="T5" fmla="*/ 81 h 81"/>
                <a:gd name="T6" fmla="*/ 0 w 3558"/>
                <a:gd name="T7" fmla="*/ 41 h 81"/>
                <a:gd name="T8" fmla="*/ 47 w 3558"/>
                <a:gd name="T9" fmla="*/ 0 h 81"/>
                <a:gd name="T10" fmla="*/ 3511 w 3558"/>
                <a:gd name="T11" fmla="*/ 0 h 81"/>
                <a:gd name="T12" fmla="*/ 3558 w 3558"/>
                <a:gd name="T13" fmla="*/ 4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58" h="81">
                  <a:moveTo>
                    <a:pt x="3558" y="41"/>
                  </a:moveTo>
                  <a:cubicBezTo>
                    <a:pt x="3558" y="63"/>
                    <a:pt x="3537" y="81"/>
                    <a:pt x="3511" y="81"/>
                  </a:cubicBezTo>
                  <a:cubicBezTo>
                    <a:pt x="47" y="81"/>
                    <a:pt x="47" y="81"/>
                    <a:pt x="47" y="81"/>
                  </a:cubicBezTo>
                  <a:cubicBezTo>
                    <a:pt x="21" y="81"/>
                    <a:pt x="0" y="63"/>
                    <a:pt x="0" y="41"/>
                  </a:cubicBezTo>
                  <a:cubicBezTo>
                    <a:pt x="0" y="18"/>
                    <a:pt x="21" y="0"/>
                    <a:pt x="47" y="0"/>
                  </a:cubicBezTo>
                  <a:cubicBezTo>
                    <a:pt x="3511" y="0"/>
                    <a:pt x="3511" y="0"/>
                    <a:pt x="3511" y="0"/>
                  </a:cubicBezTo>
                  <a:cubicBezTo>
                    <a:pt x="3537" y="0"/>
                    <a:pt x="3558" y="18"/>
                    <a:pt x="3558" y="41"/>
                  </a:cubicBezTo>
                  <a:close/>
                </a:path>
              </a:pathLst>
            </a:custGeom>
            <a:solidFill>
              <a:srgbClr val="D3F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5" name="Freeform 587"/>
            <p:cNvSpPr>
              <a:spLocks/>
            </p:cNvSpPr>
            <p:nvPr/>
          </p:nvSpPr>
          <p:spPr bwMode="auto">
            <a:xfrm>
              <a:off x="2816397" y="2754611"/>
              <a:ext cx="6559205" cy="74076"/>
            </a:xfrm>
            <a:custGeom>
              <a:avLst/>
              <a:gdLst>
                <a:gd name="T0" fmla="*/ 47 w 3558"/>
                <a:gd name="T1" fmla="*/ 40 h 40"/>
                <a:gd name="T2" fmla="*/ 3511 w 3558"/>
                <a:gd name="T3" fmla="*/ 40 h 40"/>
                <a:gd name="T4" fmla="*/ 3558 w 3558"/>
                <a:gd name="T5" fmla="*/ 0 h 40"/>
                <a:gd name="T6" fmla="*/ 0 w 3558"/>
                <a:gd name="T7" fmla="*/ 0 h 40"/>
                <a:gd name="T8" fmla="*/ 47 w 3558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58" h="40">
                  <a:moveTo>
                    <a:pt x="47" y="40"/>
                  </a:moveTo>
                  <a:cubicBezTo>
                    <a:pt x="3511" y="40"/>
                    <a:pt x="3511" y="40"/>
                    <a:pt x="3511" y="40"/>
                  </a:cubicBezTo>
                  <a:cubicBezTo>
                    <a:pt x="3537" y="40"/>
                    <a:pt x="3558" y="22"/>
                    <a:pt x="355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21" y="40"/>
                    <a:pt x="47" y="40"/>
                  </a:cubicBezTo>
                  <a:close/>
                </a:path>
              </a:pathLst>
            </a:custGeom>
            <a:solidFill>
              <a:srgbClr val="99B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76" name="Oval 598"/>
          <p:cNvSpPr>
            <a:spLocks noChangeArrowheads="1"/>
          </p:cNvSpPr>
          <p:nvPr/>
        </p:nvSpPr>
        <p:spPr bwMode="auto">
          <a:xfrm>
            <a:off x="5303780" y="3285617"/>
            <a:ext cx="116182" cy="114623"/>
          </a:xfrm>
          <a:prstGeom prst="ellipse">
            <a:avLst/>
          </a:prstGeom>
          <a:solidFill>
            <a:srgbClr val="0162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7" name="Oval 599"/>
          <p:cNvSpPr>
            <a:spLocks noChangeArrowheads="1"/>
          </p:cNvSpPr>
          <p:nvPr/>
        </p:nvSpPr>
        <p:spPr bwMode="auto">
          <a:xfrm>
            <a:off x="5469086" y="3285617"/>
            <a:ext cx="116182" cy="114623"/>
          </a:xfrm>
          <a:prstGeom prst="ellipse">
            <a:avLst/>
          </a:prstGeom>
          <a:solidFill>
            <a:srgbClr val="0162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8" name="Oval 600"/>
          <p:cNvSpPr>
            <a:spLocks noChangeArrowheads="1"/>
          </p:cNvSpPr>
          <p:nvPr/>
        </p:nvSpPr>
        <p:spPr bwMode="auto">
          <a:xfrm>
            <a:off x="7179844" y="3285617"/>
            <a:ext cx="116182" cy="114623"/>
          </a:xfrm>
          <a:prstGeom prst="ellipse">
            <a:avLst/>
          </a:prstGeom>
          <a:solidFill>
            <a:srgbClr val="0162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9" name="Oval 601"/>
          <p:cNvSpPr>
            <a:spLocks noChangeArrowheads="1"/>
          </p:cNvSpPr>
          <p:nvPr/>
        </p:nvSpPr>
        <p:spPr bwMode="auto">
          <a:xfrm>
            <a:off x="7345929" y="3285617"/>
            <a:ext cx="116182" cy="114623"/>
          </a:xfrm>
          <a:prstGeom prst="ellipse">
            <a:avLst/>
          </a:prstGeom>
          <a:solidFill>
            <a:srgbClr val="0162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0" name="Oval 602"/>
          <p:cNvSpPr>
            <a:spLocks noChangeArrowheads="1"/>
          </p:cNvSpPr>
          <p:nvPr/>
        </p:nvSpPr>
        <p:spPr bwMode="auto">
          <a:xfrm>
            <a:off x="6446105" y="3285617"/>
            <a:ext cx="116182" cy="114623"/>
          </a:xfrm>
          <a:prstGeom prst="ellipse">
            <a:avLst/>
          </a:prstGeom>
          <a:solidFill>
            <a:srgbClr val="0162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1" name="Freeform 603"/>
          <p:cNvSpPr>
            <a:spLocks/>
          </p:cNvSpPr>
          <p:nvPr/>
        </p:nvSpPr>
        <p:spPr bwMode="auto">
          <a:xfrm>
            <a:off x="3521286" y="2828687"/>
            <a:ext cx="5154107" cy="571552"/>
          </a:xfrm>
          <a:custGeom>
            <a:avLst/>
            <a:gdLst>
              <a:gd name="T0" fmla="*/ 36 w 2796"/>
              <a:gd name="T1" fmla="*/ 0 h 310"/>
              <a:gd name="T2" fmla="*/ 2759 w 2796"/>
              <a:gd name="T3" fmla="*/ 0 h 310"/>
              <a:gd name="T4" fmla="*/ 2796 w 2796"/>
              <a:gd name="T5" fmla="*/ 32 h 310"/>
              <a:gd name="T6" fmla="*/ 2759 w 2796"/>
              <a:gd name="T7" fmla="*/ 63 h 310"/>
              <a:gd name="T8" fmla="*/ 1981 w 2796"/>
              <a:gd name="T9" fmla="*/ 63 h 310"/>
              <a:gd name="T10" fmla="*/ 1950 w 2796"/>
              <a:gd name="T11" fmla="*/ 94 h 310"/>
              <a:gd name="T12" fmla="*/ 1977 w 2796"/>
              <a:gd name="T13" fmla="*/ 125 h 310"/>
              <a:gd name="T14" fmla="*/ 2551 w 2796"/>
              <a:gd name="T15" fmla="*/ 125 h 310"/>
              <a:gd name="T16" fmla="*/ 2588 w 2796"/>
              <a:gd name="T17" fmla="*/ 157 h 310"/>
              <a:gd name="T18" fmla="*/ 2551 w 2796"/>
              <a:gd name="T19" fmla="*/ 189 h 310"/>
              <a:gd name="T20" fmla="*/ 1875 w 2796"/>
              <a:gd name="T21" fmla="*/ 189 h 310"/>
              <a:gd name="T22" fmla="*/ 1844 w 2796"/>
              <a:gd name="T23" fmla="*/ 218 h 310"/>
              <a:gd name="T24" fmla="*/ 1875 w 2796"/>
              <a:gd name="T25" fmla="*/ 248 h 310"/>
              <a:gd name="T26" fmla="*/ 1913 w 2796"/>
              <a:gd name="T27" fmla="*/ 248 h 310"/>
              <a:gd name="T28" fmla="*/ 1944 w 2796"/>
              <a:gd name="T29" fmla="*/ 279 h 310"/>
              <a:gd name="T30" fmla="*/ 1913 w 2796"/>
              <a:gd name="T31" fmla="*/ 310 h 310"/>
              <a:gd name="T32" fmla="*/ 1718 w 2796"/>
              <a:gd name="T33" fmla="*/ 310 h 310"/>
              <a:gd name="T34" fmla="*/ 1687 w 2796"/>
              <a:gd name="T35" fmla="*/ 279 h 310"/>
              <a:gd name="T36" fmla="*/ 1718 w 2796"/>
              <a:gd name="T37" fmla="*/ 248 h 310"/>
              <a:gd name="T38" fmla="*/ 1763 w 2796"/>
              <a:gd name="T39" fmla="*/ 248 h 310"/>
              <a:gd name="T40" fmla="*/ 1794 w 2796"/>
              <a:gd name="T41" fmla="*/ 218 h 310"/>
              <a:gd name="T42" fmla="*/ 1763 w 2796"/>
              <a:gd name="T43" fmla="*/ 189 h 310"/>
              <a:gd name="T44" fmla="*/ 807 w 2796"/>
              <a:gd name="T45" fmla="*/ 189 h 310"/>
              <a:gd name="T46" fmla="*/ 775 w 2796"/>
              <a:gd name="T47" fmla="*/ 218 h 310"/>
              <a:gd name="T48" fmla="*/ 807 w 2796"/>
              <a:gd name="T49" fmla="*/ 248 h 310"/>
              <a:gd name="T50" fmla="*/ 908 w 2796"/>
              <a:gd name="T51" fmla="*/ 248 h 310"/>
              <a:gd name="T52" fmla="*/ 939 w 2796"/>
              <a:gd name="T53" fmla="*/ 279 h 310"/>
              <a:gd name="T54" fmla="*/ 908 w 2796"/>
              <a:gd name="T55" fmla="*/ 310 h 310"/>
              <a:gd name="T56" fmla="*/ 592 w 2796"/>
              <a:gd name="T57" fmla="*/ 310 h 310"/>
              <a:gd name="T58" fmla="*/ 561 w 2796"/>
              <a:gd name="T59" fmla="*/ 279 h 310"/>
              <a:gd name="T60" fmla="*/ 592 w 2796"/>
              <a:gd name="T61" fmla="*/ 248 h 310"/>
              <a:gd name="T62" fmla="*/ 694 w 2796"/>
              <a:gd name="T63" fmla="*/ 248 h 310"/>
              <a:gd name="T64" fmla="*/ 725 w 2796"/>
              <a:gd name="T65" fmla="*/ 218 h 310"/>
              <a:gd name="T66" fmla="*/ 694 w 2796"/>
              <a:gd name="T67" fmla="*/ 189 h 310"/>
              <a:gd name="T68" fmla="*/ 240 w 2796"/>
              <a:gd name="T69" fmla="*/ 189 h 310"/>
              <a:gd name="T70" fmla="*/ 203 w 2796"/>
              <a:gd name="T71" fmla="*/ 157 h 310"/>
              <a:gd name="T72" fmla="*/ 240 w 2796"/>
              <a:gd name="T73" fmla="*/ 125 h 310"/>
              <a:gd name="T74" fmla="*/ 814 w 2796"/>
              <a:gd name="T75" fmla="*/ 125 h 310"/>
              <a:gd name="T76" fmla="*/ 841 w 2796"/>
              <a:gd name="T77" fmla="*/ 94 h 310"/>
              <a:gd name="T78" fmla="*/ 810 w 2796"/>
              <a:gd name="T79" fmla="*/ 63 h 310"/>
              <a:gd name="T80" fmla="*/ 36 w 2796"/>
              <a:gd name="T81" fmla="*/ 63 h 310"/>
              <a:gd name="T82" fmla="*/ 0 w 2796"/>
              <a:gd name="T83" fmla="*/ 32 h 310"/>
              <a:gd name="T84" fmla="*/ 36 w 2796"/>
              <a:gd name="T85" fmla="*/ 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96" h="310">
                <a:moveTo>
                  <a:pt x="36" y="0"/>
                </a:moveTo>
                <a:cubicBezTo>
                  <a:pt x="2759" y="0"/>
                  <a:pt x="2759" y="0"/>
                  <a:pt x="2759" y="0"/>
                </a:cubicBezTo>
                <a:cubicBezTo>
                  <a:pt x="2779" y="0"/>
                  <a:pt x="2796" y="14"/>
                  <a:pt x="2796" y="32"/>
                </a:cubicBezTo>
                <a:cubicBezTo>
                  <a:pt x="2796" y="49"/>
                  <a:pt x="2779" y="63"/>
                  <a:pt x="2759" y="63"/>
                </a:cubicBezTo>
                <a:cubicBezTo>
                  <a:pt x="1981" y="63"/>
                  <a:pt x="1981" y="63"/>
                  <a:pt x="1981" y="63"/>
                </a:cubicBezTo>
                <a:cubicBezTo>
                  <a:pt x="1964" y="63"/>
                  <a:pt x="1950" y="77"/>
                  <a:pt x="1950" y="94"/>
                </a:cubicBezTo>
                <a:cubicBezTo>
                  <a:pt x="1950" y="110"/>
                  <a:pt x="1962" y="123"/>
                  <a:pt x="1977" y="125"/>
                </a:cubicBezTo>
                <a:cubicBezTo>
                  <a:pt x="2551" y="125"/>
                  <a:pt x="2551" y="125"/>
                  <a:pt x="2551" y="125"/>
                </a:cubicBezTo>
                <a:cubicBezTo>
                  <a:pt x="2571" y="125"/>
                  <a:pt x="2588" y="140"/>
                  <a:pt x="2588" y="157"/>
                </a:cubicBezTo>
                <a:cubicBezTo>
                  <a:pt x="2588" y="175"/>
                  <a:pt x="2571" y="189"/>
                  <a:pt x="2551" y="189"/>
                </a:cubicBezTo>
                <a:cubicBezTo>
                  <a:pt x="1875" y="189"/>
                  <a:pt x="1875" y="189"/>
                  <a:pt x="1875" y="189"/>
                </a:cubicBezTo>
                <a:cubicBezTo>
                  <a:pt x="1858" y="189"/>
                  <a:pt x="1844" y="202"/>
                  <a:pt x="1844" y="218"/>
                </a:cubicBezTo>
                <a:cubicBezTo>
                  <a:pt x="1844" y="234"/>
                  <a:pt x="1858" y="248"/>
                  <a:pt x="1875" y="248"/>
                </a:cubicBezTo>
                <a:cubicBezTo>
                  <a:pt x="1913" y="248"/>
                  <a:pt x="1913" y="248"/>
                  <a:pt x="1913" y="248"/>
                </a:cubicBezTo>
                <a:cubicBezTo>
                  <a:pt x="1930" y="248"/>
                  <a:pt x="1944" y="262"/>
                  <a:pt x="1944" y="279"/>
                </a:cubicBezTo>
                <a:cubicBezTo>
                  <a:pt x="1944" y="296"/>
                  <a:pt x="1930" y="310"/>
                  <a:pt x="1913" y="310"/>
                </a:cubicBezTo>
                <a:cubicBezTo>
                  <a:pt x="1718" y="310"/>
                  <a:pt x="1718" y="310"/>
                  <a:pt x="1718" y="310"/>
                </a:cubicBezTo>
                <a:cubicBezTo>
                  <a:pt x="1701" y="310"/>
                  <a:pt x="1687" y="296"/>
                  <a:pt x="1687" y="279"/>
                </a:cubicBezTo>
                <a:cubicBezTo>
                  <a:pt x="1687" y="262"/>
                  <a:pt x="1701" y="248"/>
                  <a:pt x="1718" y="248"/>
                </a:cubicBezTo>
                <a:cubicBezTo>
                  <a:pt x="1763" y="248"/>
                  <a:pt x="1763" y="248"/>
                  <a:pt x="1763" y="248"/>
                </a:cubicBezTo>
                <a:cubicBezTo>
                  <a:pt x="1780" y="248"/>
                  <a:pt x="1794" y="234"/>
                  <a:pt x="1794" y="218"/>
                </a:cubicBezTo>
                <a:cubicBezTo>
                  <a:pt x="1794" y="202"/>
                  <a:pt x="1780" y="189"/>
                  <a:pt x="1763" y="189"/>
                </a:cubicBezTo>
                <a:cubicBezTo>
                  <a:pt x="807" y="189"/>
                  <a:pt x="807" y="189"/>
                  <a:pt x="807" y="189"/>
                </a:cubicBezTo>
                <a:cubicBezTo>
                  <a:pt x="789" y="189"/>
                  <a:pt x="775" y="202"/>
                  <a:pt x="775" y="218"/>
                </a:cubicBezTo>
                <a:cubicBezTo>
                  <a:pt x="775" y="234"/>
                  <a:pt x="789" y="248"/>
                  <a:pt x="807" y="248"/>
                </a:cubicBezTo>
                <a:cubicBezTo>
                  <a:pt x="908" y="248"/>
                  <a:pt x="908" y="248"/>
                  <a:pt x="908" y="248"/>
                </a:cubicBezTo>
                <a:cubicBezTo>
                  <a:pt x="925" y="248"/>
                  <a:pt x="939" y="262"/>
                  <a:pt x="939" y="279"/>
                </a:cubicBezTo>
                <a:cubicBezTo>
                  <a:pt x="939" y="296"/>
                  <a:pt x="925" y="310"/>
                  <a:pt x="908" y="310"/>
                </a:cubicBezTo>
                <a:cubicBezTo>
                  <a:pt x="592" y="310"/>
                  <a:pt x="592" y="310"/>
                  <a:pt x="592" y="310"/>
                </a:cubicBezTo>
                <a:cubicBezTo>
                  <a:pt x="575" y="310"/>
                  <a:pt x="561" y="296"/>
                  <a:pt x="561" y="279"/>
                </a:cubicBezTo>
                <a:cubicBezTo>
                  <a:pt x="561" y="262"/>
                  <a:pt x="575" y="248"/>
                  <a:pt x="592" y="248"/>
                </a:cubicBezTo>
                <a:cubicBezTo>
                  <a:pt x="694" y="248"/>
                  <a:pt x="694" y="248"/>
                  <a:pt x="694" y="248"/>
                </a:cubicBezTo>
                <a:cubicBezTo>
                  <a:pt x="711" y="248"/>
                  <a:pt x="725" y="234"/>
                  <a:pt x="725" y="218"/>
                </a:cubicBezTo>
                <a:cubicBezTo>
                  <a:pt x="725" y="202"/>
                  <a:pt x="711" y="189"/>
                  <a:pt x="694" y="189"/>
                </a:cubicBezTo>
                <a:cubicBezTo>
                  <a:pt x="240" y="189"/>
                  <a:pt x="240" y="189"/>
                  <a:pt x="240" y="189"/>
                </a:cubicBezTo>
                <a:cubicBezTo>
                  <a:pt x="220" y="189"/>
                  <a:pt x="203" y="175"/>
                  <a:pt x="203" y="157"/>
                </a:cubicBezTo>
                <a:cubicBezTo>
                  <a:pt x="203" y="140"/>
                  <a:pt x="220" y="125"/>
                  <a:pt x="240" y="125"/>
                </a:cubicBezTo>
                <a:cubicBezTo>
                  <a:pt x="814" y="125"/>
                  <a:pt x="814" y="125"/>
                  <a:pt x="814" y="125"/>
                </a:cubicBezTo>
                <a:cubicBezTo>
                  <a:pt x="829" y="123"/>
                  <a:pt x="841" y="110"/>
                  <a:pt x="841" y="94"/>
                </a:cubicBezTo>
                <a:cubicBezTo>
                  <a:pt x="841" y="77"/>
                  <a:pt x="827" y="63"/>
                  <a:pt x="810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16" y="63"/>
                  <a:pt x="0" y="49"/>
                  <a:pt x="0" y="32"/>
                </a:cubicBezTo>
                <a:cubicBezTo>
                  <a:pt x="0" y="14"/>
                  <a:pt x="16" y="0"/>
                  <a:pt x="36" y="0"/>
                </a:cubicBezTo>
                <a:close/>
              </a:path>
            </a:pathLst>
          </a:custGeom>
          <a:solidFill>
            <a:srgbClr val="01629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482" name="组合 481"/>
          <p:cNvGrpSpPr/>
          <p:nvPr/>
        </p:nvGrpSpPr>
        <p:grpSpPr>
          <a:xfrm>
            <a:off x="5950188" y="2944869"/>
            <a:ext cx="1019905" cy="113843"/>
            <a:chOff x="5825375" y="6899236"/>
            <a:chExt cx="1892928" cy="211290"/>
          </a:xfrm>
        </p:grpSpPr>
        <p:sp>
          <p:nvSpPr>
            <p:cNvPr id="483" name="Freeform 604"/>
            <p:cNvSpPr>
              <a:spLocks/>
            </p:cNvSpPr>
            <p:nvPr/>
          </p:nvSpPr>
          <p:spPr bwMode="auto">
            <a:xfrm>
              <a:off x="6434643" y="6899236"/>
              <a:ext cx="1283660" cy="211290"/>
            </a:xfrm>
            <a:custGeom>
              <a:avLst/>
              <a:gdLst>
                <a:gd name="T0" fmla="*/ 0 w 375"/>
                <a:gd name="T1" fmla="*/ 31 h 62"/>
                <a:gd name="T2" fmla="*/ 31 w 375"/>
                <a:gd name="T3" fmla="*/ 62 h 62"/>
                <a:gd name="T4" fmla="*/ 344 w 375"/>
                <a:gd name="T5" fmla="*/ 62 h 62"/>
                <a:gd name="T6" fmla="*/ 375 w 375"/>
                <a:gd name="T7" fmla="*/ 31 h 62"/>
                <a:gd name="T8" fmla="*/ 344 w 375"/>
                <a:gd name="T9" fmla="*/ 0 h 62"/>
                <a:gd name="T10" fmla="*/ 31 w 375"/>
                <a:gd name="T11" fmla="*/ 0 h 62"/>
                <a:gd name="T12" fmla="*/ 0 w 375"/>
                <a:gd name="T13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5" h="62">
                  <a:moveTo>
                    <a:pt x="0" y="31"/>
                  </a:moveTo>
                  <a:cubicBezTo>
                    <a:pt x="0" y="48"/>
                    <a:pt x="14" y="62"/>
                    <a:pt x="31" y="62"/>
                  </a:cubicBezTo>
                  <a:cubicBezTo>
                    <a:pt x="344" y="62"/>
                    <a:pt x="344" y="62"/>
                    <a:pt x="344" y="62"/>
                  </a:cubicBezTo>
                  <a:cubicBezTo>
                    <a:pt x="361" y="62"/>
                    <a:pt x="375" y="48"/>
                    <a:pt x="375" y="31"/>
                  </a:cubicBezTo>
                  <a:cubicBezTo>
                    <a:pt x="375" y="14"/>
                    <a:pt x="361" y="0"/>
                    <a:pt x="34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lose/>
                </a:path>
              </a:pathLst>
            </a:custGeom>
            <a:solidFill>
              <a:srgbClr val="4CC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4" name="Oval 605"/>
            <p:cNvSpPr>
              <a:spLocks noChangeArrowheads="1"/>
            </p:cNvSpPr>
            <p:nvPr/>
          </p:nvSpPr>
          <p:spPr bwMode="auto">
            <a:xfrm>
              <a:off x="6130732" y="6899236"/>
              <a:ext cx="211290" cy="211290"/>
            </a:xfrm>
            <a:prstGeom prst="ellipse">
              <a:avLst/>
            </a:prstGeom>
            <a:solidFill>
              <a:srgbClr val="4CC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5" name="Oval 606"/>
            <p:cNvSpPr>
              <a:spLocks noChangeArrowheads="1"/>
            </p:cNvSpPr>
            <p:nvPr/>
          </p:nvSpPr>
          <p:spPr bwMode="auto">
            <a:xfrm>
              <a:off x="5825375" y="6899236"/>
              <a:ext cx="209843" cy="211290"/>
            </a:xfrm>
            <a:prstGeom prst="ellipse">
              <a:avLst/>
            </a:prstGeom>
            <a:solidFill>
              <a:srgbClr val="4CC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96" name="组合 295"/>
          <p:cNvGrpSpPr/>
          <p:nvPr/>
        </p:nvGrpSpPr>
        <p:grpSpPr>
          <a:xfrm>
            <a:off x="4262042" y="2330431"/>
            <a:ext cx="309559" cy="130997"/>
            <a:chOff x="4262042" y="2330431"/>
            <a:chExt cx="309559" cy="130997"/>
          </a:xfrm>
        </p:grpSpPr>
        <p:sp>
          <p:nvSpPr>
            <p:cNvPr id="557" name="Freeform 679"/>
            <p:cNvSpPr>
              <a:spLocks/>
            </p:cNvSpPr>
            <p:nvPr/>
          </p:nvSpPr>
          <p:spPr bwMode="auto">
            <a:xfrm>
              <a:off x="4329880" y="2438035"/>
              <a:ext cx="11696" cy="20273"/>
            </a:xfrm>
            <a:custGeom>
              <a:avLst/>
              <a:gdLst>
                <a:gd name="T0" fmla="*/ 15 w 15"/>
                <a:gd name="T1" fmla="*/ 23 h 26"/>
                <a:gd name="T2" fmla="*/ 5 w 15"/>
                <a:gd name="T3" fmla="*/ 26 h 26"/>
                <a:gd name="T4" fmla="*/ 0 w 15"/>
                <a:gd name="T5" fmla="*/ 0 h 26"/>
                <a:gd name="T6" fmla="*/ 10 w 15"/>
                <a:gd name="T7" fmla="*/ 0 h 26"/>
                <a:gd name="T8" fmla="*/ 15 w 15"/>
                <a:gd name="T9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6">
                  <a:moveTo>
                    <a:pt x="15" y="23"/>
                  </a:moveTo>
                  <a:lnTo>
                    <a:pt x="5" y="2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5" y="23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8" name="Freeform 680"/>
            <p:cNvSpPr>
              <a:spLocks/>
            </p:cNvSpPr>
            <p:nvPr/>
          </p:nvSpPr>
          <p:spPr bwMode="auto">
            <a:xfrm>
              <a:off x="4333779" y="2452071"/>
              <a:ext cx="7797" cy="6238"/>
            </a:xfrm>
            <a:custGeom>
              <a:avLst/>
              <a:gdLst>
                <a:gd name="T0" fmla="*/ 0 w 10"/>
                <a:gd name="T1" fmla="*/ 3 h 8"/>
                <a:gd name="T2" fmla="*/ 0 w 10"/>
                <a:gd name="T3" fmla="*/ 8 h 8"/>
                <a:gd name="T4" fmla="*/ 10 w 10"/>
                <a:gd name="T5" fmla="*/ 5 h 8"/>
                <a:gd name="T6" fmla="*/ 7 w 10"/>
                <a:gd name="T7" fmla="*/ 0 h 8"/>
                <a:gd name="T8" fmla="*/ 0 w 10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0" y="3"/>
                  </a:moveTo>
                  <a:lnTo>
                    <a:pt x="0" y="8"/>
                  </a:lnTo>
                  <a:lnTo>
                    <a:pt x="10" y="5"/>
                  </a:lnTo>
                  <a:lnTo>
                    <a:pt x="7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9" name="Freeform 681"/>
            <p:cNvSpPr>
              <a:spLocks/>
            </p:cNvSpPr>
            <p:nvPr/>
          </p:nvSpPr>
          <p:spPr bwMode="auto">
            <a:xfrm>
              <a:off x="4313506" y="2435696"/>
              <a:ext cx="9357" cy="25732"/>
            </a:xfrm>
            <a:custGeom>
              <a:avLst/>
              <a:gdLst>
                <a:gd name="T0" fmla="*/ 12 w 12"/>
                <a:gd name="T1" fmla="*/ 31 h 33"/>
                <a:gd name="T2" fmla="*/ 5 w 12"/>
                <a:gd name="T3" fmla="*/ 33 h 33"/>
                <a:gd name="T4" fmla="*/ 0 w 12"/>
                <a:gd name="T5" fmla="*/ 3 h 33"/>
                <a:gd name="T6" fmla="*/ 7 w 12"/>
                <a:gd name="T7" fmla="*/ 0 h 33"/>
                <a:gd name="T8" fmla="*/ 12 w 12"/>
                <a:gd name="T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3">
                  <a:moveTo>
                    <a:pt x="12" y="31"/>
                  </a:moveTo>
                  <a:lnTo>
                    <a:pt x="5" y="33"/>
                  </a:lnTo>
                  <a:lnTo>
                    <a:pt x="0" y="3"/>
                  </a:lnTo>
                  <a:lnTo>
                    <a:pt x="7" y="0"/>
                  </a:lnTo>
                  <a:lnTo>
                    <a:pt x="12" y="31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0" name="Freeform 682"/>
            <p:cNvSpPr>
              <a:spLocks/>
            </p:cNvSpPr>
            <p:nvPr/>
          </p:nvSpPr>
          <p:spPr bwMode="auto">
            <a:xfrm>
              <a:off x="4317404" y="2455969"/>
              <a:ext cx="5459" cy="5459"/>
            </a:xfrm>
            <a:custGeom>
              <a:avLst/>
              <a:gdLst>
                <a:gd name="T0" fmla="*/ 0 w 7"/>
                <a:gd name="T1" fmla="*/ 3 h 7"/>
                <a:gd name="T2" fmla="*/ 0 w 7"/>
                <a:gd name="T3" fmla="*/ 7 h 7"/>
                <a:gd name="T4" fmla="*/ 7 w 7"/>
                <a:gd name="T5" fmla="*/ 5 h 7"/>
                <a:gd name="T6" fmla="*/ 7 w 7"/>
                <a:gd name="T7" fmla="*/ 0 h 7"/>
                <a:gd name="T8" fmla="*/ 0 w 7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lnTo>
                    <a:pt x="0" y="7"/>
                  </a:lnTo>
                  <a:lnTo>
                    <a:pt x="7" y="5"/>
                  </a:lnTo>
                  <a:lnTo>
                    <a:pt x="7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1" name="Freeform 683"/>
            <p:cNvSpPr>
              <a:spLocks/>
            </p:cNvSpPr>
            <p:nvPr/>
          </p:nvSpPr>
          <p:spPr bwMode="auto">
            <a:xfrm>
              <a:off x="4382123" y="2406066"/>
              <a:ext cx="14815" cy="40547"/>
            </a:xfrm>
            <a:custGeom>
              <a:avLst/>
              <a:gdLst>
                <a:gd name="T0" fmla="*/ 19 w 19"/>
                <a:gd name="T1" fmla="*/ 52 h 52"/>
                <a:gd name="T2" fmla="*/ 9 w 19"/>
                <a:gd name="T3" fmla="*/ 52 h 52"/>
                <a:gd name="T4" fmla="*/ 0 w 19"/>
                <a:gd name="T5" fmla="*/ 0 h 52"/>
                <a:gd name="T6" fmla="*/ 9 w 19"/>
                <a:gd name="T7" fmla="*/ 0 h 52"/>
                <a:gd name="T8" fmla="*/ 19 w 19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2">
                  <a:moveTo>
                    <a:pt x="19" y="52"/>
                  </a:moveTo>
                  <a:lnTo>
                    <a:pt x="9" y="52"/>
                  </a:lnTo>
                  <a:lnTo>
                    <a:pt x="0" y="0"/>
                  </a:lnTo>
                  <a:lnTo>
                    <a:pt x="9" y="0"/>
                  </a:lnTo>
                  <a:lnTo>
                    <a:pt x="19" y="52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2" name="Freeform 684"/>
            <p:cNvSpPr>
              <a:spLocks/>
            </p:cNvSpPr>
            <p:nvPr/>
          </p:nvSpPr>
          <p:spPr bwMode="auto">
            <a:xfrm>
              <a:off x="4389141" y="2443493"/>
              <a:ext cx="7797" cy="3119"/>
            </a:xfrm>
            <a:custGeom>
              <a:avLst/>
              <a:gdLst>
                <a:gd name="T0" fmla="*/ 0 w 10"/>
                <a:gd name="T1" fmla="*/ 2 h 4"/>
                <a:gd name="T2" fmla="*/ 0 w 10"/>
                <a:gd name="T3" fmla="*/ 4 h 4"/>
                <a:gd name="T4" fmla="*/ 10 w 10"/>
                <a:gd name="T5" fmla="*/ 4 h 4"/>
                <a:gd name="T6" fmla="*/ 7 w 10"/>
                <a:gd name="T7" fmla="*/ 0 h 4"/>
                <a:gd name="T8" fmla="*/ 0 w 10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lnTo>
                    <a:pt x="0" y="4"/>
                  </a:lnTo>
                  <a:lnTo>
                    <a:pt x="10" y="4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3" name="Freeform 685"/>
            <p:cNvSpPr>
              <a:spLocks/>
            </p:cNvSpPr>
            <p:nvPr/>
          </p:nvSpPr>
          <p:spPr bwMode="auto">
            <a:xfrm>
              <a:off x="4367308" y="2408405"/>
              <a:ext cx="14815" cy="42106"/>
            </a:xfrm>
            <a:custGeom>
              <a:avLst/>
              <a:gdLst>
                <a:gd name="T0" fmla="*/ 19 w 19"/>
                <a:gd name="T1" fmla="*/ 52 h 54"/>
                <a:gd name="T2" fmla="*/ 9 w 19"/>
                <a:gd name="T3" fmla="*/ 54 h 54"/>
                <a:gd name="T4" fmla="*/ 0 w 19"/>
                <a:gd name="T5" fmla="*/ 2 h 54"/>
                <a:gd name="T6" fmla="*/ 9 w 19"/>
                <a:gd name="T7" fmla="*/ 0 h 54"/>
                <a:gd name="T8" fmla="*/ 19 w 19"/>
                <a:gd name="T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52"/>
                  </a:moveTo>
                  <a:lnTo>
                    <a:pt x="9" y="54"/>
                  </a:lnTo>
                  <a:lnTo>
                    <a:pt x="0" y="2"/>
                  </a:lnTo>
                  <a:lnTo>
                    <a:pt x="9" y="0"/>
                  </a:lnTo>
                  <a:lnTo>
                    <a:pt x="19" y="52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4" name="Freeform 686"/>
            <p:cNvSpPr>
              <a:spLocks/>
            </p:cNvSpPr>
            <p:nvPr/>
          </p:nvSpPr>
          <p:spPr bwMode="auto">
            <a:xfrm>
              <a:off x="4374326" y="2445053"/>
              <a:ext cx="7797" cy="5459"/>
            </a:xfrm>
            <a:custGeom>
              <a:avLst/>
              <a:gdLst>
                <a:gd name="T0" fmla="*/ 0 w 10"/>
                <a:gd name="T1" fmla="*/ 2 h 7"/>
                <a:gd name="T2" fmla="*/ 0 w 10"/>
                <a:gd name="T3" fmla="*/ 7 h 7"/>
                <a:gd name="T4" fmla="*/ 10 w 10"/>
                <a:gd name="T5" fmla="*/ 5 h 7"/>
                <a:gd name="T6" fmla="*/ 7 w 10"/>
                <a:gd name="T7" fmla="*/ 0 h 7"/>
                <a:gd name="T8" fmla="*/ 0 w 10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lnTo>
                    <a:pt x="0" y="7"/>
                  </a:lnTo>
                  <a:lnTo>
                    <a:pt x="10" y="5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5" name="Freeform 687"/>
            <p:cNvSpPr>
              <a:spLocks/>
            </p:cNvSpPr>
            <p:nvPr/>
          </p:nvSpPr>
          <p:spPr bwMode="auto">
            <a:xfrm>
              <a:off x="4283875" y="2330431"/>
              <a:ext cx="121640" cy="114623"/>
            </a:xfrm>
            <a:custGeom>
              <a:avLst/>
              <a:gdLst>
                <a:gd name="T0" fmla="*/ 66 w 66"/>
                <a:gd name="T1" fmla="*/ 27 h 62"/>
                <a:gd name="T2" fmla="*/ 61 w 66"/>
                <a:gd name="T3" fmla="*/ 22 h 62"/>
                <a:gd name="T4" fmla="*/ 62 w 66"/>
                <a:gd name="T5" fmla="*/ 15 h 62"/>
                <a:gd name="T6" fmla="*/ 50 w 66"/>
                <a:gd name="T7" fmla="*/ 7 h 62"/>
                <a:gd name="T8" fmla="*/ 47 w 66"/>
                <a:gd name="T9" fmla="*/ 8 h 62"/>
                <a:gd name="T10" fmla="*/ 33 w 66"/>
                <a:gd name="T11" fmla="*/ 1 h 62"/>
                <a:gd name="T12" fmla="*/ 26 w 66"/>
                <a:gd name="T13" fmla="*/ 5 h 62"/>
                <a:gd name="T14" fmla="*/ 17 w 66"/>
                <a:gd name="T15" fmla="*/ 4 h 62"/>
                <a:gd name="T16" fmla="*/ 2 w 66"/>
                <a:gd name="T17" fmla="*/ 26 h 62"/>
                <a:gd name="T18" fmla="*/ 18 w 66"/>
                <a:gd name="T19" fmla="*/ 41 h 62"/>
                <a:gd name="T20" fmla="*/ 18 w 66"/>
                <a:gd name="T21" fmla="*/ 42 h 62"/>
                <a:gd name="T22" fmla="*/ 12 w 66"/>
                <a:gd name="T23" fmla="*/ 53 h 62"/>
                <a:gd name="T24" fmla="*/ 24 w 66"/>
                <a:gd name="T25" fmla="*/ 61 h 62"/>
                <a:gd name="T26" fmla="*/ 30 w 66"/>
                <a:gd name="T27" fmla="*/ 57 h 62"/>
                <a:gd name="T28" fmla="*/ 38 w 66"/>
                <a:gd name="T29" fmla="*/ 59 h 62"/>
                <a:gd name="T30" fmla="*/ 44 w 66"/>
                <a:gd name="T31" fmla="*/ 51 h 62"/>
                <a:gd name="T32" fmla="*/ 51 w 66"/>
                <a:gd name="T33" fmla="*/ 52 h 62"/>
                <a:gd name="T34" fmla="*/ 62 w 66"/>
                <a:gd name="T35" fmla="*/ 37 h 62"/>
                <a:gd name="T36" fmla="*/ 61 w 66"/>
                <a:gd name="T37" fmla="*/ 35 h 62"/>
                <a:gd name="T38" fmla="*/ 66 w 66"/>
                <a:gd name="T39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6" h="62">
                  <a:moveTo>
                    <a:pt x="66" y="27"/>
                  </a:moveTo>
                  <a:cubicBezTo>
                    <a:pt x="65" y="25"/>
                    <a:pt x="63" y="23"/>
                    <a:pt x="61" y="22"/>
                  </a:cubicBezTo>
                  <a:cubicBezTo>
                    <a:pt x="62" y="20"/>
                    <a:pt x="62" y="17"/>
                    <a:pt x="62" y="15"/>
                  </a:cubicBezTo>
                  <a:cubicBezTo>
                    <a:pt x="61" y="10"/>
                    <a:pt x="56" y="6"/>
                    <a:pt x="50" y="7"/>
                  </a:cubicBezTo>
                  <a:cubicBezTo>
                    <a:pt x="49" y="7"/>
                    <a:pt x="48" y="7"/>
                    <a:pt x="47" y="8"/>
                  </a:cubicBezTo>
                  <a:cubicBezTo>
                    <a:pt x="44" y="3"/>
                    <a:pt x="39" y="0"/>
                    <a:pt x="33" y="1"/>
                  </a:cubicBezTo>
                  <a:cubicBezTo>
                    <a:pt x="30" y="1"/>
                    <a:pt x="28" y="3"/>
                    <a:pt x="26" y="5"/>
                  </a:cubicBezTo>
                  <a:cubicBezTo>
                    <a:pt x="23" y="4"/>
                    <a:pt x="20" y="3"/>
                    <a:pt x="17" y="4"/>
                  </a:cubicBezTo>
                  <a:cubicBezTo>
                    <a:pt x="7" y="6"/>
                    <a:pt x="0" y="16"/>
                    <a:pt x="2" y="26"/>
                  </a:cubicBezTo>
                  <a:cubicBezTo>
                    <a:pt x="3" y="34"/>
                    <a:pt x="10" y="41"/>
                    <a:pt x="18" y="41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4" y="43"/>
                    <a:pt x="11" y="48"/>
                    <a:pt x="12" y="53"/>
                  </a:cubicBezTo>
                  <a:cubicBezTo>
                    <a:pt x="13" y="58"/>
                    <a:pt x="18" y="62"/>
                    <a:pt x="24" y="61"/>
                  </a:cubicBezTo>
                  <a:cubicBezTo>
                    <a:pt x="26" y="60"/>
                    <a:pt x="29" y="59"/>
                    <a:pt x="30" y="57"/>
                  </a:cubicBezTo>
                  <a:cubicBezTo>
                    <a:pt x="32" y="59"/>
                    <a:pt x="35" y="60"/>
                    <a:pt x="38" y="59"/>
                  </a:cubicBezTo>
                  <a:cubicBezTo>
                    <a:pt x="42" y="59"/>
                    <a:pt x="44" y="55"/>
                    <a:pt x="44" y="51"/>
                  </a:cubicBezTo>
                  <a:cubicBezTo>
                    <a:pt x="46" y="52"/>
                    <a:pt x="49" y="53"/>
                    <a:pt x="51" y="52"/>
                  </a:cubicBezTo>
                  <a:cubicBezTo>
                    <a:pt x="58" y="51"/>
                    <a:pt x="63" y="44"/>
                    <a:pt x="62" y="37"/>
                  </a:cubicBezTo>
                  <a:cubicBezTo>
                    <a:pt x="62" y="37"/>
                    <a:pt x="61" y="36"/>
                    <a:pt x="61" y="35"/>
                  </a:cubicBezTo>
                  <a:cubicBezTo>
                    <a:pt x="64" y="34"/>
                    <a:pt x="66" y="31"/>
                    <a:pt x="66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6" name="Freeform 688"/>
            <p:cNvSpPr>
              <a:spLocks/>
            </p:cNvSpPr>
            <p:nvPr/>
          </p:nvSpPr>
          <p:spPr bwMode="auto">
            <a:xfrm>
              <a:off x="4262042" y="2377215"/>
              <a:ext cx="32749" cy="32749"/>
            </a:xfrm>
            <a:custGeom>
              <a:avLst/>
              <a:gdLst>
                <a:gd name="T0" fmla="*/ 18 w 18"/>
                <a:gd name="T1" fmla="*/ 1 h 18"/>
                <a:gd name="T2" fmla="*/ 11 w 18"/>
                <a:gd name="T3" fmla="*/ 14 h 18"/>
                <a:gd name="T4" fmla="*/ 0 w 18"/>
                <a:gd name="T5" fmla="*/ 16 h 18"/>
                <a:gd name="T6" fmla="*/ 7 w 18"/>
                <a:gd name="T7" fmla="*/ 3 h 18"/>
                <a:gd name="T8" fmla="*/ 18 w 18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18" y="1"/>
                  </a:moveTo>
                  <a:cubicBezTo>
                    <a:pt x="17" y="6"/>
                    <a:pt x="14" y="10"/>
                    <a:pt x="11" y="14"/>
                  </a:cubicBezTo>
                  <a:cubicBezTo>
                    <a:pt x="7" y="17"/>
                    <a:pt x="3" y="18"/>
                    <a:pt x="0" y="16"/>
                  </a:cubicBezTo>
                  <a:cubicBezTo>
                    <a:pt x="1" y="11"/>
                    <a:pt x="4" y="7"/>
                    <a:pt x="7" y="3"/>
                  </a:cubicBezTo>
                  <a:cubicBezTo>
                    <a:pt x="11" y="0"/>
                    <a:pt x="15" y="0"/>
                    <a:pt x="18" y="1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7" name="Freeform 689"/>
            <p:cNvSpPr>
              <a:spLocks/>
            </p:cNvSpPr>
            <p:nvPr/>
          </p:nvSpPr>
          <p:spPr bwMode="auto">
            <a:xfrm>
              <a:off x="4262042" y="2378775"/>
              <a:ext cx="32749" cy="31190"/>
            </a:xfrm>
            <a:custGeom>
              <a:avLst/>
              <a:gdLst>
                <a:gd name="T0" fmla="*/ 11 w 18"/>
                <a:gd name="T1" fmla="*/ 13 h 17"/>
                <a:gd name="T2" fmla="*/ 18 w 18"/>
                <a:gd name="T3" fmla="*/ 0 h 17"/>
                <a:gd name="T4" fmla="*/ 0 w 18"/>
                <a:gd name="T5" fmla="*/ 15 h 17"/>
                <a:gd name="T6" fmla="*/ 11 w 18"/>
                <a:gd name="T7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11" y="13"/>
                  </a:moveTo>
                  <a:cubicBezTo>
                    <a:pt x="14" y="9"/>
                    <a:pt x="17" y="5"/>
                    <a:pt x="18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3" y="17"/>
                    <a:pt x="7" y="16"/>
                    <a:pt x="11" y="1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8" name="Freeform 690"/>
            <p:cNvSpPr>
              <a:spLocks/>
            </p:cNvSpPr>
            <p:nvPr/>
          </p:nvSpPr>
          <p:spPr bwMode="auto">
            <a:xfrm>
              <a:off x="4318964" y="2369418"/>
              <a:ext cx="40547" cy="25732"/>
            </a:xfrm>
            <a:custGeom>
              <a:avLst/>
              <a:gdLst>
                <a:gd name="T0" fmla="*/ 0 w 22"/>
                <a:gd name="T1" fmla="*/ 2 h 14"/>
                <a:gd name="T2" fmla="*/ 11 w 22"/>
                <a:gd name="T3" fmla="*/ 12 h 14"/>
                <a:gd name="T4" fmla="*/ 22 w 22"/>
                <a:gd name="T5" fmla="*/ 11 h 14"/>
                <a:gd name="T6" fmla="*/ 11 w 22"/>
                <a:gd name="T7" fmla="*/ 1 h 14"/>
                <a:gd name="T8" fmla="*/ 0 w 22"/>
                <a:gd name="T9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4">
                  <a:moveTo>
                    <a:pt x="0" y="2"/>
                  </a:moveTo>
                  <a:cubicBezTo>
                    <a:pt x="3" y="7"/>
                    <a:pt x="7" y="10"/>
                    <a:pt x="11" y="12"/>
                  </a:cubicBezTo>
                  <a:cubicBezTo>
                    <a:pt x="16" y="14"/>
                    <a:pt x="20" y="13"/>
                    <a:pt x="22" y="11"/>
                  </a:cubicBezTo>
                  <a:cubicBezTo>
                    <a:pt x="20" y="7"/>
                    <a:pt x="16" y="3"/>
                    <a:pt x="11" y="1"/>
                  </a:cubicBezTo>
                  <a:cubicBezTo>
                    <a:pt x="7" y="0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9" name="Freeform 691"/>
            <p:cNvSpPr>
              <a:spLocks/>
            </p:cNvSpPr>
            <p:nvPr/>
          </p:nvSpPr>
          <p:spPr bwMode="auto">
            <a:xfrm>
              <a:off x="4318964" y="2373316"/>
              <a:ext cx="40547" cy="21833"/>
            </a:xfrm>
            <a:custGeom>
              <a:avLst/>
              <a:gdLst>
                <a:gd name="T0" fmla="*/ 11 w 22"/>
                <a:gd name="T1" fmla="*/ 10 h 12"/>
                <a:gd name="T2" fmla="*/ 0 w 22"/>
                <a:gd name="T3" fmla="*/ 0 h 12"/>
                <a:gd name="T4" fmla="*/ 22 w 22"/>
                <a:gd name="T5" fmla="*/ 9 h 12"/>
                <a:gd name="T6" fmla="*/ 11 w 22"/>
                <a:gd name="T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2">
                  <a:moveTo>
                    <a:pt x="11" y="10"/>
                  </a:moveTo>
                  <a:cubicBezTo>
                    <a:pt x="7" y="8"/>
                    <a:pt x="3" y="5"/>
                    <a:pt x="0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0" y="11"/>
                    <a:pt x="16" y="12"/>
                    <a:pt x="11" y="10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0" name="Freeform 692"/>
            <p:cNvSpPr>
              <a:spLocks/>
            </p:cNvSpPr>
            <p:nvPr/>
          </p:nvSpPr>
          <p:spPr bwMode="auto">
            <a:xfrm>
              <a:off x="4276858" y="2356942"/>
              <a:ext cx="67838" cy="77195"/>
            </a:xfrm>
            <a:custGeom>
              <a:avLst/>
              <a:gdLst>
                <a:gd name="T0" fmla="*/ 35 w 37"/>
                <a:gd name="T1" fmla="*/ 18 h 42"/>
                <a:gd name="T2" fmla="*/ 22 w 37"/>
                <a:gd name="T3" fmla="*/ 41 h 42"/>
                <a:gd name="T4" fmla="*/ 2 w 37"/>
                <a:gd name="T5" fmla="*/ 24 h 42"/>
                <a:gd name="T6" fmla="*/ 15 w 37"/>
                <a:gd name="T7" fmla="*/ 2 h 42"/>
                <a:gd name="T8" fmla="*/ 35 w 37"/>
                <a:gd name="T9" fmla="*/ 1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2">
                  <a:moveTo>
                    <a:pt x="35" y="18"/>
                  </a:moveTo>
                  <a:cubicBezTo>
                    <a:pt x="37" y="29"/>
                    <a:pt x="31" y="39"/>
                    <a:pt x="22" y="41"/>
                  </a:cubicBezTo>
                  <a:cubicBezTo>
                    <a:pt x="13" y="42"/>
                    <a:pt x="4" y="35"/>
                    <a:pt x="2" y="24"/>
                  </a:cubicBezTo>
                  <a:cubicBezTo>
                    <a:pt x="0" y="13"/>
                    <a:pt x="6" y="3"/>
                    <a:pt x="15" y="2"/>
                  </a:cubicBezTo>
                  <a:cubicBezTo>
                    <a:pt x="24" y="0"/>
                    <a:pt x="33" y="8"/>
                    <a:pt x="35" y="18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1" name="Freeform 693"/>
            <p:cNvSpPr>
              <a:spLocks/>
            </p:cNvSpPr>
            <p:nvPr/>
          </p:nvSpPr>
          <p:spPr bwMode="auto">
            <a:xfrm>
              <a:off x="4304148" y="2356942"/>
              <a:ext cx="40547" cy="74855"/>
            </a:xfrm>
            <a:custGeom>
              <a:avLst/>
              <a:gdLst>
                <a:gd name="T0" fmla="*/ 20 w 22"/>
                <a:gd name="T1" fmla="*/ 18 h 41"/>
                <a:gd name="T2" fmla="*/ 0 w 22"/>
                <a:gd name="T3" fmla="*/ 2 h 41"/>
                <a:gd name="T4" fmla="*/ 7 w 22"/>
                <a:gd name="T5" fmla="*/ 41 h 41"/>
                <a:gd name="T6" fmla="*/ 20 w 22"/>
                <a:gd name="T7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1">
                  <a:moveTo>
                    <a:pt x="20" y="18"/>
                  </a:moveTo>
                  <a:cubicBezTo>
                    <a:pt x="18" y="8"/>
                    <a:pt x="9" y="0"/>
                    <a:pt x="0" y="2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6" y="39"/>
                    <a:pt x="22" y="29"/>
                    <a:pt x="20" y="18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2" name="Freeform 694"/>
            <p:cNvSpPr>
              <a:spLocks/>
            </p:cNvSpPr>
            <p:nvPr/>
          </p:nvSpPr>
          <p:spPr bwMode="auto">
            <a:xfrm>
              <a:off x="4298691" y="2400608"/>
              <a:ext cx="9357" cy="7797"/>
            </a:xfrm>
            <a:custGeom>
              <a:avLst/>
              <a:gdLst>
                <a:gd name="T0" fmla="*/ 4 w 5"/>
                <a:gd name="T1" fmla="*/ 2 h 4"/>
                <a:gd name="T2" fmla="*/ 3 w 5"/>
                <a:gd name="T3" fmla="*/ 4 h 4"/>
                <a:gd name="T4" fmla="*/ 0 w 5"/>
                <a:gd name="T5" fmla="*/ 3 h 4"/>
                <a:gd name="T6" fmla="*/ 2 w 5"/>
                <a:gd name="T7" fmla="*/ 0 h 4"/>
                <a:gd name="T8" fmla="*/ 4 w 5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3" name="Freeform 695"/>
            <p:cNvSpPr>
              <a:spLocks/>
            </p:cNvSpPr>
            <p:nvPr/>
          </p:nvSpPr>
          <p:spPr bwMode="auto">
            <a:xfrm>
              <a:off x="4317404" y="2397489"/>
              <a:ext cx="7018" cy="8578"/>
            </a:xfrm>
            <a:custGeom>
              <a:avLst/>
              <a:gdLst>
                <a:gd name="T0" fmla="*/ 4 w 4"/>
                <a:gd name="T1" fmla="*/ 2 h 5"/>
                <a:gd name="T2" fmla="*/ 2 w 4"/>
                <a:gd name="T3" fmla="*/ 5 h 5"/>
                <a:gd name="T4" fmla="*/ 0 w 4"/>
                <a:gd name="T5" fmla="*/ 3 h 5"/>
                <a:gd name="T6" fmla="*/ 2 w 4"/>
                <a:gd name="T7" fmla="*/ 0 h 5"/>
                <a:gd name="T8" fmla="*/ 4 w 4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4" y="3"/>
                    <a:pt x="3" y="4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294" name="组合 293"/>
            <p:cNvGrpSpPr/>
            <p:nvPr/>
          </p:nvGrpSpPr>
          <p:grpSpPr>
            <a:xfrm>
              <a:off x="4459318" y="2353043"/>
              <a:ext cx="112283" cy="102927"/>
              <a:chOff x="4459318" y="2353043"/>
              <a:chExt cx="112283" cy="102927"/>
            </a:xfrm>
          </p:grpSpPr>
          <p:sp>
            <p:nvSpPr>
              <p:cNvPr id="574" name="Freeform 696"/>
              <p:cNvSpPr>
                <a:spLocks/>
              </p:cNvSpPr>
              <p:nvPr/>
            </p:nvSpPr>
            <p:spPr bwMode="auto">
              <a:xfrm>
                <a:off x="4495966" y="2431798"/>
                <a:ext cx="7797" cy="17154"/>
              </a:xfrm>
              <a:custGeom>
                <a:avLst/>
                <a:gdLst>
                  <a:gd name="T0" fmla="*/ 7 w 10"/>
                  <a:gd name="T1" fmla="*/ 22 h 22"/>
                  <a:gd name="T2" fmla="*/ 0 w 10"/>
                  <a:gd name="T3" fmla="*/ 19 h 22"/>
                  <a:gd name="T4" fmla="*/ 5 w 10"/>
                  <a:gd name="T5" fmla="*/ 0 h 22"/>
                  <a:gd name="T6" fmla="*/ 10 w 10"/>
                  <a:gd name="T7" fmla="*/ 3 h 22"/>
                  <a:gd name="T8" fmla="*/ 7 w 10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2">
                    <a:moveTo>
                      <a:pt x="7" y="22"/>
                    </a:moveTo>
                    <a:lnTo>
                      <a:pt x="0" y="19"/>
                    </a:lnTo>
                    <a:lnTo>
                      <a:pt x="5" y="0"/>
                    </a:lnTo>
                    <a:lnTo>
                      <a:pt x="10" y="3"/>
                    </a:lnTo>
                    <a:lnTo>
                      <a:pt x="7" y="22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5" name="Freeform 697"/>
              <p:cNvSpPr>
                <a:spLocks/>
              </p:cNvSpPr>
              <p:nvPr/>
            </p:nvSpPr>
            <p:spPr bwMode="auto">
              <a:xfrm>
                <a:off x="4495966" y="2445053"/>
                <a:ext cx="5459" cy="3899"/>
              </a:xfrm>
              <a:custGeom>
                <a:avLst/>
                <a:gdLst>
                  <a:gd name="T0" fmla="*/ 3 w 7"/>
                  <a:gd name="T1" fmla="*/ 0 h 5"/>
                  <a:gd name="T2" fmla="*/ 0 w 7"/>
                  <a:gd name="T3" fmla="*/ 2 h 5"/>
                  <a:gd name="T4" fmla="*/ 7 w 7"/>
                  <a:gd name="T5" fmla="*/ 5 h 5"/>
                  <a:gd name="T6" fmla="*/ 7 w 7"/>
                  <a:gd name="T7" fmla="*/ 0 h 5"/>
                  <a:gd name="T8" fmla="*/ 3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0" y="2"/>
                    </a:lnTo>
                    <a:lnTo>
                      <a:pt x="7" y="5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6" name="Freeform 698"/>
              <p:cNvSpPr>
                <a:spLocks/>
              </p:cNvSpPr>
              <p:nvPr/>
            </p:nvSpPr>
            <p:spPr bwMode="auto">
              <a:xfrm>
                <a:off x="4483490" y="2426339"/>
                <a:ext cx="8578" cy="18714"/>
              </a:xfrm>
              <a:custGeom>
                <a:avLst/>
                <a:gdLst>
                  <a:gd name="T0" fmla="*/ 7 w 11"/>
                  <a:gd name="T1" fmla="*/ 24 h 24"/>
                  <a:gd name="T2" fmla="*/ 0 w 11"/>
                  <a:gd name="T3" fmla="*/ 24 h 24"/>
                  <a:gd name="T4" fmla="*/ 4 w 11"/>
                  <a:gd name="T5" fmla="*/ 0 h 24"/>
                  <a:gd name="T6" fmla="*/ 11 w 11"/>
                  <a:gd name="T7" fmla="*/ 3 h 24"/>
                  <a:gd name="T8" fmla="*/ 7 w 11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7" y="24"/>
                    </a:moveTo>
                    <a:lnTo>
                      <a:pt x="0" y="24"/>
                    </a:lnTo>
                    <a:lnTo>
                      <a:pt x="4" y="0"/>
                    </a:lnTo>
                    <a:lnTo>
                      <a:pt x="11" y="3"/>
                    </a:lnTo>
                    <a:lnTo>
                      <a:pt x="7" y="2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7" name="Rectangle 699"/>
              <p:cNvSpPr>
                <a:spLocks noChangeArrowheads="1"/>
              </p:cNvSpPr>
              <p:nvPr/>
            </p:nvSpPr>
            <p:spPr bwMode="auto">
              <a:xfrm>
                <a:off x="4483490" y="2443493"/>
                <a:ext cx="5459" cy="1559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8" name="Freeform 700"/>
              <p:cNvSpPr>
                <a:spLocks/>
              </p:cNvSpPr>
              <p:nvPr/>
            </p:nvSpPr>
            <p:spPr bwMode="auto">
              <a:xfrm>
                <a:off x="4538852" y="2423220"/>
                <a:ext cx="10917" cy="32749"/>
              </a:xfrm>
              <a:custGeom>
                <a:avLst/>
                <a:gdLst>
                  <a:gd name="T0" fmla="*/ 7 w 14"/>
                  <a:gd name="T1" fmla="*/ 42 h 42"/>
                  <a:gd name="T2" fmla="*/ 0 w 14"/>
                  <a:gd name="T3" fmla="*/ 42 h 42"/>
                  <a:gd name="T4" fmla="*/ 9 w 14"/>
                  <a:gd name="T5" fmla="*/ 0 h 42"/>
                  <a:gd name="T6" fmla="*/ 14 w 14"/>
                  <a:gd name="T7" fmla="*/ 2 h 42"/>
                  <a:gd name="T8" fmla="*/ 7 w 14"/>
                  <a:gd name="T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2">
                    <a:moveTo>
                      <a:pt x="7" y="42"/>
                    </a:moveTo>
                    <a:lnTo>
                      <a:pt x="0" y="42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7" y="42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9" name="Freeform 701"/>
              <p:cNvSpPr>
                <a:spLocks/>
              </p:cNvSpPr>
              <p:nvPr/>
            </p:nvSpPr>
            <p:spPr bwMode="auto">
              <a:xfrm>
                <a:off x="4538852" y="2452071"/>
                <a:ext cx="5459" cy="3899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5 h 5"/>
                  <a:gd name="T4" fmla="*/ 7 w 7"/>
                  <a:gd name="T5" fmla="*/ 5 h 5"/>
                  <a:gd name="T6" fmla="*/ 7 w 7"/>
                  <a:gd name="T7" fmla="*/ 3 h 5"/>
                  <a:gd name="T8" fmla="*/ 2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lnTo>
                      <a:pt x="0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0" name="Freeform 702"/>
              <p:cNvSpPr>
                <a:spLocks/>
              </p:cNvSpPr>
              <p:nvPr/>
            </p:nvSpPr>
            <p:spPr bwMode="auto">
              <a:xfrm>
                <a:off x="4527155" y="2420881"/>
                <a:ext cx="11696" cy="33529"/>
              </a:xfrm>
              <a:custGeom>
                <a:avLst/>
                <a:gdLst>
                  <a:gd name="T0" fmla="*/ 7 w 15"/>
                  <a:gd name="T1" fmla="*/ 43 h 43"/>
                  <a:gd name="T2" fmla="*/ 0 w 15"/>
                  <a:gd name="T3" fmla="*/ 43 h 43"/>
                  <a:gd name="T4" fmla="*/ 10 w 15"/>
                  <a:gd name="T5" fmla="*/ 0 h 43"/>
                  <a:gd name="T6" fmla="*/ 15 w 15"/>
                  <a:gd name="T7" fmla="*/ 3 h 43"/>
                  <a:gd name="T8" fmla="*/ 7 w 15"/>
                  <a:gd name="T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3">
                    <a:moveTo>
                      <a:pt x="7" y="43"/>
                    </a:moveTo>
                    <a:lnTo>
                      <a:pt x="0" y="4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7" y="4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1" name="Freeform 703"/>
              <p:cNvSpPr>
                <a:spLocks/>
              </p:cNvSpPr>
              <p:nvPr/>
            </p:nvSpPr>
            <p:spPr bwMode="auto">
              <a:xfrm>
                <a:off x="4527155" y="2450511"/>
                <a:ext cx="5459" cy="3899"/>
              </a:xfrm>
              <a:custGeom>
                <a:avLst/>
                <a:gdLst>
                  <a:gd name="T0" fmla="*/ 3 w 7"/>
                  <a:gd name="T1" fmla="*/ 0 h 5"/>
                  <a:gd name="T2" fmla="*/ 0 w 7"/>
                  <a:gd name="T3" fmla="*/ 5 h 5"/>
                  <a:gd name="T4" fmla="*/ 7 w 7"/>
                  <a:gd name="T5" fmla="*/ 5 h 5"/>
                  <a:gd name="T6" fmla="*/ 7 w 7"/>
                  <a:gd name="T7" fmla="*/ 2 h 5"/>
                  <a:gd name="T8" fmla="*/ 3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0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2" name="Freeform 704"/>
              <p:cNvSpPr>
                <a:spLocks/>
              </p:cNvSpPr>
              <p:nvPr/>
            </p:nvSpPr>
            <p:spPr bwMode="auto">
              <a:xfrm>
                <a:off x="4481151" y="2353043"/>
                <a:ext cx="90450" cy="88111"/>
              </a:xfrm>
              <a:custGeom>
                <a:avLst/>
                <a:gdLst>
                  <a:gd name="T0" fmla="*/ 47 w 49"/>
                  <a:gd name="T1" fmla="*/ 32 h 48"/>
                  <a:gd name="T2" fmla="*/ 46 w 49"/>
                  <a:gd name="T3" fmla="*/ 27 h 48"/>
                  <a:gd name="T4" fmla="*/ 48 w 49"/>
                  <a:gd name="T5" fmla="*/ 22 h 48"/>
                  <a:gd name="T6" fmla="*/ 42 w 49"/>
                  <a:gd name="T7" fmla="*/ 13 h 48"/>
                  <a:gd name="T8" fmla="*/ 39 w 49"/>
                  <a:gd name="T9" fmla="*/ 13 h 48"/>
                  <a:gd name="T10" fmla="*/ 31 w 49"/>
                  <a:gd name="T11" fmla="*/ 4 h 48"/>
                  <a:gd name="T12" fmla="*/ 25 w 49"/>
                  <a:gd name="T13" fmla="*/ 4 h 48"/>
                  <a:gd name="T14" fmla="*/ 19 w 49"/>
                  <a:gd name="T15" fmla="*/ 2 h 48"/>
                  <a:gd name="T16" fmla="*/ 2 w 49"/>
                  <a:gd name="T17" fmla="*/ 13 h 48"/>
                  <a:gd name="T18" fmla="*/ 9 w 49"/>
                  <a:gd name="T19" fmla="*/ 29 h 48"/>
                  <a:gd name="T20" fmla="*/ 9 w 49"/>
                  <a:gd name="T21" fmla="*/ 29 h 48"/>
                  <a:gd name="T22" fmla="*/ 2 w 49"/>
                  <a:gd name="T23" fmla="*/ 35 h 48"/>
                  <a:gd name="T24" fmla="*/ 8 w 49"/>
                  <a:gd name="T25" fmla="*/ 44 h 48"/>
                  <a:gd name="T26" fmla="*/ 14 w 49"/>
                  <a:gd name="T27" fmla="*/ 43 h 48"/>
                  <a:gd name="T28" fmla="*/ 18 w 49"/>
                  <a:gd name="T29" fmla="*/ 47 h 48"/>
                  <a:gd name="T30" fmla="*/ 25 w 49"/>
                  <a:gd name="T31" fmla="*/ 43 h 48"/>
                  <a:gd name="T32" fmla="*/ 30 w 49"/>
                  <a:gd name="T33" fmla="*/ 46 h 48"/>
                  <a:gd name="T34" fmla="*/ 42 w 49"/>
                  <a:gd name="T35" fmla="*/ 38 h 48"/>
                  <a:gd name="T36" fmla="*/ 42 w 49"/>
                  <a:gd name="T37" fmla="*/ 36 h 48"/>
                  <a:gd name="T38" fmla="*/ 47 w 49"/>
                  <a:gd name="T39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48">
                    <a:moveTo>
                      <a:pt x="47" y="32"/>
                    </a:moveTo>
                    <a:cubicBezTo>
                      <a:pt x="48" y="30"/>
                      <a:pt x="47" y="28"/>
                      <a:pt x="46" y="27"/>
                    </a:cubicBezTo>
                    <a:cubicBezTo>
                      <a:pt x="47" y="25"/>
                      <a:pt x="48" y="24"/>
                      <a:pt x="48" y="22"/>
                    </a:cubicBezTo>
                    <a:cubicBezTo>
                      <a:pt x="49" y="18"/>
                      <a:pt x="46" y="14"/>
                      <a:pt x="42" y="13"/>
                    </a:cubicBezTo>
                    <a:cubicBezTo>
                      <a:pt x="41" y="13"/>
                      <a:pt x="40" y="13"/>
                      <a:pt x="39" y="13"/>
                    </a:cubicBezTo>
                    <a:cubicBezTo>
                      <a:pt x="39" y="8"/>
                      <a:pt x="35" y="5"/>
                      <a:pt x="31" y="4"/>
                    </a:cubicBezTo>
                    <a:cubicBezTo>
                      <a:pt x="29" y="3"/>
                      <a:pt x="27" y="4"/>
                      <a:pt x="25" y="4"/>
                    </a:cubicBezTo>
                    <a:cubicBezTo>
                      <a:pt x="23" y="3"/>
                      <a:pt x="21" y="2"/>
                      <a:pt x="19" y="2"/>
                    </a:cubicBezTo>
                    <a:cubicBezTo>
                      <a:pt x="11" y="0"/>
                      <a:pt x="3" y="5"/>
                      <a:pt x="2" y="13"/>
                    </a:cubicBezTo>
                    <a:cubicBezTo>
                      <a:pt x="0" y="20"/>
                      <a:pt x="4" y="26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6" y="29"/>
                      <a:pt x="3" y="32"/>
                      <a:pt x="2" y="35"/>
                    </a:cubicBezTo>
                    <a:cubicBezTo>
                      <a:pt x="1" y="40"/>
                      <a:pt x="4" y="44"/>
                      <a:pt x="8" y="44"/>
                    </a:cubicBezTo>
                    <a:cubicBezTo>
                      <a:pt x="10" y="45"/>
                      <a:pt x="12" y="44"/>
                      <a:pt x="14" y="43"/>
                    </a:cubicBezTo>
                    <a:cubicBezTo>
                      <a:pt x="14" y="45"/>
                      <a:pt x="16" y="47"/>
                      <a:pt x="18" y="47"/>
                    </a:cubicBezTo>
                    <a:cubicBezTo>
                      <a:pt x="22" y="48"/>
                      <a:pt x="24" y="46"/>
                      <a:pt x="25" y="43"/>
                    </a:cubicBezTo>
                    <a:cubicBezTo>
                      <a:pt x="27" y="45"/>
                      <a:pt x="28" y="46"/>
                      <a:pt x="30" y="46"/>
                    </a:cubicBezTo>
                    <a:cubicBezTo>
                      <a:pt x="36" y="47"/>
                      <a:pt x="41" y="43"/>
                      <a:pt x="42" y="38"/>
                    </a:cubicBezTo>
                    <a:cubicBezTo>
                      <a:pt x="42" y="37"/>
                      <a:pt x="42" y="37"/>
                      <a:pt x="42" y="36"/>
                    </a:cubicBezTo>
                    <a:cubicBezTo>
                      <a:pt x="45" y="36"/>
                      <a:pt x="47" y="34"/>
                      <a:pt x="47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3" name="Freeform 705"/>
              <p:cNvSpPr>
                <a:spLocks/>
              </p:cNvSpPr>
              <p:nvPr/>
            </p:nvSpPr>
            <p:spPr bwMode="auto">
              <a:xfrm>
                <a:off x="4459318" y="2374876"/>
                <a:ext cx="31190" cy="20273"/>
              </a:xfrm>
              <a:custGeom>
                <a:avLst/>
                <a:gdLst>
                  <a:gd name="T0" fmla="*/ 17 w 17"/>
                  <a:gd name="T1" fmla="*/ 2 h 11"/>
                  <a:gd name="T2" fmla="*/ 8 w 17"/>
                  <a:gd name="T3" fmla="*/ 10 h 11"/>
                  <a:gd name="T4" fmla="*/ 0 w 17"/>
                  <a:gd name="T5" fmla="*/ 9 h 11"/>
                  <a:gd name="T6" fmla="*/ 8 w 17"/>
                  <a:gd name="T7" fmla="*/ 1 h 11"/>
                  <a:gd name="T8" fmla="*/ 17 w 17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1">
                    <a:moveTo>
                      <a:pt x="17" y="2"/>
                    </a:moveTo>
                    <a:cubicBezTo>
                      <a:pt x="15" y="6"/>
                      <a:pt x="11" y="8"/>
                      <a:pt x="8" y="10"/>
                    </a:cubicBezTo>
                    <a:cubicBezTo>
                      <a:pt x="5" y="11"/>
                      <a:pt x="2" y="10"/>
                      <a:pt x="0" y="9"/>
                    </a:cubicBezTo>
                    <a:cubicBezTo>
                      <a:pt x="2" y="6"/>
                      <a:pt x="5" y="3"/>
                      <a:pt x="8" y="1"/>
                    </a:cubicBezTo>
                    <a:cubicBezTo>
                      <a:pt x="12" y="0"/>
                      <a:pt x="15" y="1"/>
                      <a:pt x="17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4" name="Freeform 706"/>
              <p:cNvSpPr>
                <a:spLocks/>
              </p:cNvSpPr>
              <p:nvPr/>
            </p:nvSpPr>
            <p:spPr bwMode="auto">
              <a:xfrm>
                <a:off x="4459318" y="2378775"/>
                <a:ext cx="31190" cy="16375"/>
              </a:xfrm>
              <a:custGeom>
                <a:avLst/>
                <a:gdLst>
                  <a:gd name="T0" fmla="*/ 8 w 17"/>
                  <a:gd name="T1" fmla="*/ 8 h 9"/>
                  <a:gd name="T2" fmla="*/ 17 w 17"/>
                  <a:gd name="T3" fmla="*/ 0 h 9"/>
                  <a:gd name="T4" fmla="*/ 0 w 17"/>
                  <a:gd name="T5" fmla="*/ 7 h 9"/>
                  <a:gd name="T6" fmla="*/ 8 w 17"/>
                  <a:gd name="T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8" y="8"/>
                    </a:moveTo>
                    <a:cubicBezTo>
                      <a:pt x="11" y="6"/>
                      <a:pt x="15" y="4"/>
                      <a:pt x="17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5" y="9"/>
                      <a:pt x="8" y="8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5" name="Freeform 707"/>
              <p:cNvSpPr>
                <a:spLocks/>
              </p:cNvSpPr>
              <p:nvPr/>
            </p:nvSpPr>
            <p:spPr bwMode="auto">
              <a:xfrm>
                <a:off x="4509221" y="2380334"/>
                <a:ext cx="23392" cy="25732"/>
              </a:xfrm>
              <a:custGeom>
                <a:avLst/>
                <a:gdLst>
                  <a:gd name="T0" fmla="*/ 0 w 13"/>
                  <a:gd name="T1" fmla="*/ 1 h 14"/>
                  <a:gd name="T2" fmla="*/ 5 w 13"/>
                  <a:gd name="T3" fmla="*/ 11 h 14"/>
                  <a:gd name="T4" fmla="*/ 13 w 13"/>
                  <a:gd name="T5" fmla="*/ 13 h 14"/>
                  <a:gd name="T6" fmla="*/ 8 w 13"/>
                  <a:gd name="T7" fmla="*/ 3 h 14"/>
                  <a:gd name="T8" fmla="*/ 0 w 13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1"/>
                    </a:moveTo>
                    <a:cubicBezTo>
                      <a:pt x="1" y="5"/>
                      <a:pt x="3" y="9"/>
                      <a:pt x="5" y="11"/>
                    </a:cubicBezTo>
                    <a:cubicBezTo>
                      <a:pt x="8" y="14"/>
                      <a:pt x="11" y="14"/>
                      <a:pt x="13" y="13"/>
                    </a:cubicBezTo>
                    <a:cubicBezTo>
                      <a:pt x="13" y="10"/>
                      <a:pt x="11" y="6"/>
                      <a:pt x="8" y="3"/>
                    </a:cubicBezTo>
                    <a:cubicBezTo>
                      <a:pt x="5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6" name="Freeform 708"/>
              <p:cNvSpPr>
                <a:spLocks/>
              </p:cNvSpPr>
              <p:nvPr/>
            </p:nvSpPr>
            <p:spPr bwMode="auto">
              <a:xfrm>
                <a:off x="4509221" y="2382673"/>
                <a:ext cx="23392" cy="23392"/>
              </a:xfrm>
              <a:custGeom>
                <a:avLst/>
                <a:gdLst>
                  <a:gd name="T0" fmla="*/ 5 w 13"/>
                  <a:gd name="T1" fmla="*/ 10 h 13"/>
                  <a:gd name="T2" fmla="*/ 0 w 13"/>
                  <a:gd name="T3" fmla="*/ 0 h 13"/>
                  <a:gd name="T4" fmla="*/ 13 w 13"/>
                  <a:gd name="T5" fmla="*/ 12 h 13"/>
                  <a:gd name="T6" fmla="*/ 5 w 13"/>
                  <a:gd name="T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5" y="10"/>
                    </a:moveTo>
                    <a:cubicBezTo>
                      <a:pt x="3" y="8"/>
                      <a:pt x="1" y="4"/>
                      <a:pt x="0" y="0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3"/>
                      <a:pt x="8" y="13"/>
                      <a:pt x="5" y="10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7" name="Freeform 709"/>
              <p:cNvSpPr>
                <a:spLocks/>
              </p:cNvSpPr>
              <p:nvPr/>
            </p:nvSpPr>
            <p:spPr bwMode="auto">
              <a:xfrm>
                <a:off x="4470234" y="2365519"/>
                <a:ext cx="53803" cy="60820"/>
              </a:xfrm>
              <a:custGeom>
                <a:avLst/>
                <a:gdLst>
                  <a:gd name="T0" fmla="*/ 27 w 29"/>
                  <a:gd name="T1" fmla="*/ 19 h 33"/>
                  <a:gd name="T2" fmla="*/ 11 w 29"/>
                  <a:gd name="T3" fmla="*/ 32 h 33"/>
                  <a:gd name="T4" fmla="*/ 1 w 29"/>
                  <a:gd name="T5" fmla="*/ 14 h 33"/>
                  <a:gd name="T6" fmla="*/ 17 w 29"/>
                  <a:gd name="T7" fmla="*/ 2 h 33"/>
                  <a:gd name="T8" fmla="*/ 27 w 29"/>
                  <a:gd name="T9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33">
                    <a:moveTo>
                      <a:pt x="27" y="19"/>
                    </a:moveTo>
                    <a:cubicBezTo>
                      <a:pt x="26" y="27"/>
                      <a:pt x="19" y="33"/>
                      <a:pt x="11" y="32"/>
                    </a:cubicBezTo>
                    <a:cubicBezTo>
                      <a:pt x="4" y="30"/>
                      <a:pt x="0" y="22"/>
                      <a:pt x="1" y="14"/>
                    </a:cubicBezTo>
                    <a:cubicBezTo>
                      <a:pt x="3" y="6"/>
                      <a:pt x="10" y="0"/>
                      <a:pt x="17" y="2"/>
                    </a:cubicBezTo>
                    <a:cubicBezTo>
                      <a:pt x="24" y="3"/>
                      <a:pt x="29" y="11"/>
                      <a:pt x="27" y="19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8" name="Freeform 710"/>
              <p:cNvSpPr>
                <a:spLocks/>
              </p:cNvSpPr>
              <p:nvPr/>
            </p:nvSpPr>
            <p:spPr bwMode="auto">
              <a:xfrm>
                <a:off x="4490508" y="2369418"/>
                <a:ext cx="33529" cy="56921"/>
              </a:xfrm>
              <a:custGeom>
                <a:avLst/>
                <a:gdLst>
                  <a:gd name="T0" fmla="*/ 16 w 18"/>
                  <a:gd name="T1" fmla="*/ 17 h 31"/>
                  <a:gd name="T2" fmla="*/ 6 w 18"/>
                  <a:gd name="T3" fmla="*/ 0 h 31"/>
                  <a:gd name="T4" fmla="*/ 0 w 18"/>
                  <a:gd name="T5" fmla="*/ 30 h 31"/>
                  <a:gd name="T6" fmla="*/ 16 w 18"/>
                  <a:gd name="T7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1">
                    <a:moveTo>
                      <a:pt x="16" y="17"/>
                    </a:moveTo>
                    <a:cubicBezTo>
                      <a:pt x="18" y="9"/>
                      <a:pt x="13" y="1"/>
                      <a:pt x="6" y="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8" y="31"/>
                      <a:pt x="15" y="25"/>
                      <a:pt x="16" y="17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9" name="Freeform 711"/>
              <p:cNvSpPr>
                <a:spLocks/>
              </p:cNvSpPr>
              <p:nvPr/>
            </p:nvSpPr>
            <p:spPr bwMode="auto">
              <a:xfrm>
                <a:off x="4485049" y="2397489"/>
                <a:ext cx="7018" cy="7018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4 h 4"/>
                  <a:gd name="T4" fmla="*/ 0 w 4"/>
                  <a:gd name="T5" fmla="*/ 2 h 4"/>
                  <a:gd name="T6" fmla="*/ 2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0" name="Freeform 712"/>
              <p:cNvSpPr>
                <a:spLocks/>
              </p:cNvSpPr>
              <p:nvPr/>
            </p:nvSpPr>
            <p:spPr bwMode="auto">
              <a:xfrm>
                <a:off x="4499864" y="2400608"/>
                <a:ext cx="5459" cy="5459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603" name="Freeform 454"/>
          <p:cNvSpPr>
            <a:spLocks/>
          </p:cNvSpPr>
          <p:nvPr/>
        </p:nvSpPr>
        <p:spPr bwMode="auto">
          <a:xfrm>
            <a:off x="6221256" y="1879866"/>
            <a:ext cx="173552" cy="174838"/>
          </a:xfrm>
          <a:custGeom>
            <a:avLst/>
            <a:gdLst>
              <a:gd name="T0" fmla="*/ 77 w 114"/>
              <a:gd name="T1" fmla="*/ 48 h 115"/>
              <a:gd name="T2" fmla="*/ 65 w 114"/>
              <a:gd name="T3" fmla="*/ 27 h 115"/>
              <a:gd name="T4" fmla="*/ 36 w 114"/>
              <a:gd name="T5" fmla="*/ 24 h 115"/>
              <a:gd name="T6" fmla="*/ 1 w 114"/>
              <a:gd name="T7" fmla="*/ 0 h 115"/>
              <a:gd name="T8" fmla="*/ 0 w 114"/>
              <a:gd name="T9" fmla="*/ 0 h 115"/>
              <a:gd name="T10" fmla="*/ 0 w 114"/>
              <a:gd name="T11" fmla="*/ 115 h 115"/>
              <a:gd name="T12" fmla="*/ 85 w 114"/>
              <a:gd name="T13" fmla="*/ 115 h 115"/>
              <a:gd name="T14" fmla="*/ 114 w 114"/>
              <a:gd name="T15" fmla="*/ 80 h 115"/>
              <a:gd name="T16" fmla="*/ 77 w 114"/>
              <a:gd name="T17" fmla="*/ 48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4" h="115">
                <a:moveTo>
                  <a:pt x="77" y="48"/>
                </a:moveTo>
                <a:cubicBezTo>
                  <a:pt x="77" y="48"/>
                  <a:pt x="78" y="35"/>
                  <a:pt x="65" y="27"/>
                </a:cubicBezTo>
                <a:cubicBezTo>
                  <a:pt x="51" y="18"/>
                  <a:pt x="36" y="24"/>
                  <a:pt x="36" y="24"/>
                </a:cubicBezTo>
                <a:cubicBezTo>
                  <a:pt x="36" y="24"/>
                  <a:pt x="28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15"/>
                  <a:pt x="0" y="115"/>
                  <a:pt x="0" y="115"/>
                </a:cubicBezTo>
                <a:cubicBezTo>
                  <a:pt x="37" y="115"/>
                  <a:pt x="76" y="115"/>
                  <a:pt x="85" y="115"/>
                </a:cubicBezTo>
                <a:cubicBezTo>
                  <a:pt x="97" y="115"/>
                  <a:pt x="114" y="104"/>
                  <a:pt x="114" y="80"/>
                </a:cubicBezTo>
                <a:cubicBezTo>
                  <a:pt x="114" y="48"/>
                  <a:pt x="77" y="48"/>
                  <a:pt x="77" y="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1" name="组合 10"/>
          <p:cNvGrpSpPr/>
          <p:nvPr/>
        </p:nvGrpSpPr>
        <p:grpSpPr>
          <a:xfrm>
            <a:off x="6863268" y="2165125"/>
            <a:ext cx="209751" cy="165306"/>
            <a:chOff x="6863268" y="2165125"/>
            <a:chExt cx="209751" cy="165306"/>
          </a:xfrm>
        </p:grpSpPr>
        <p:sp>
          <p:nvSpPr>
            <p:cNvPr id="486" name="Freeform 608"/>
            <p:cNvSpPr>
              <a:spLocks/>
            </p:cNvSpPr>
            <p:nvPr/>
          </p:nvSpPr>
          <p:spPr bwMode="auto">
            <a:xfrm>
              <a:off x="7012199" y="2284426"/>
              <a:ext cx="20273" cy="46005"/>
            </a:xfrm>
            <a:custGeom>
              <a:avLst/>
              <a:gdLst>
                <a:gd name="T0" fmla="*/ 12 w 26"/>
                <a:gd name="T1" fmla="*/ 59 h 59"/>
                <a:gd name="T2" fmla="*/ 0 w 26"/>
                <a:gd name="T3" fmla="*/ 57 h 59"/>
                <a:gd name="T4" fmla="*/ 12 w 26"/>
                <a:gd name="T5" fmla="*/ 0 h 59"/>
                <a:gd name="T6" fmla="*/ 26 w 26"/>
                <a:gd name="T7" fmla="*/ 3 h 59"/>
                <a:gd name="T8" fmla="*/ 12 w 26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59">
                  <a:moveTo>
                    <a:pt x="12" y="59"/>
                  </a:moveTo>
                  <a:lnTo>
                    <a:pt x="0" y="57"/>
                  </a:lnTo>
                  <a:lnTo>
                    <a:pt x="12" y="0"/>
                  </a:lnTo>
                  <a:lnTo>
                    <a:pt x="26" y="3"/>
                  </a:lnTo>
                  <a:lnTo>
                    <a:pt x="12" y="59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7" name="Freeform 609"/>
            <p:cNvSpPr>
              <a:spLocks/>
            </p:cNvSpPr>
            <p:nvPr/>
          </p:nvSpPr>
          <p:spPr bwMode="auto">
            <a:xfrm>
              <a:off x="6986467" y="2278968"/>
              <a:ext cx="21833" cy="46005"/>
            </a:xfrm>
            <a:custGeom>
              <a:avLst/>
              <a:gdLst>
                <a:gd name="T0" fmla="*/ 14 w 28"/>
                <a:gd name="T1" fmla="*/ 59 h 59"/>
                <a:gd name="T2" fmla="*/ 0 w 28"/>
                <a:gd name="T3" fmla="*/ 55 h 59"/>
                <a:gd name="T4" fmla="*/ 14 w 28"/>
                <a:gd name="T5" fmla="*/ 0 h 59"/>
                <a:gd name="T6" fmla="*/ 28 w 28"/>
                <a:gd name="T7" fmla="*/ 3 h 59"/>
                <a:gd name="T8" fmla="*/ 14 w 28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9">
                  <a:moveTo>
                    <a:pt x="14" y="59"/>
                  </a:moveTo>
                  <a:lnTo>
                    <a:pt x="0" y="55"/>
                  </a:lnTo>
                  <a:lnTo>
                    <a:pt x="14" y="0"/>
                  </a:lnTo>
                  <a:lnTo>
                    <a:pt x="28" y="3"/>
                  </a:lnTo>
                  <a:lnTo>
                    <a:pt x="14" y="59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8" name="Freeform 610"/>
            <p:cNvSpPr>
              <a:spLocks/>
            </p:cNvSpPr>
            <p:nvPr/>
          </p:nvSpPr>
          <p:spPr bwMode="auto">
            <a:xfrm>
              <a:off x="6931106" y="2264152"/>
              <a:ext cx="20273" cy="46005"/>
            </a:xfrm>
            <a:custGeom>
              <a:avLst/>
              <a:gdLst>
                <a:gd name="T0" fmla="*/ 12 w 26"/>
                <a:gd name="T1" fmla="*/ 59 h 59"/>
                <a:gd name="T2" fmla="*/ 0 w 26"/>
                <a:gd name="T3" fmla="*/ 57 h 59"/>
                <a:gd name="T4" fmla="*/ 12 w 26"/>
                <a:gd name="T5" fmla="*/ 0 h 59"/>
                <a:gd name="T6" fmla="*/ 26 w 26"/>
                <a:gd name="T7" fmla="*/ 5 h 59"/>
                <a:gd name="T8" fmla="*/ 12 w 26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59">
                  <a:moveTo>
                    <a:pt x="12" y="59"/>
                  </a:moveTo>
                  <a:lnTo>
                    <a:pt x="0" y="57"/>
                  </a:lnTo>
                  <a:lnTo>
                    <a:pt x="12" y="0"/>
                  </a:lnTo>
                  <a:lnTo>
                    <a:pt x="26" y="5"/>
                  </a:lnTo>
                  <a:lnTo>
                    <a:pt x="12" y="59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9" name="Freeform 611"/>
            <p:cNvSpPr>
              <a:spLocks/>
            </p:cNvSpPr>
            <p:nvPr/>
          </p:nvSpPr>
          <p:spPr bwMode="auto">
            <a:xfrm>
              <a:off x="6905374" y="2258694"/>
              <a:ext cx="21833" cy="46005"/>
            </a:xfrm>
            <a:custGeom>
              <a:avLst/>
              <a:gdLst>
                <a:gd name="T0" fmla="*/ 14 w 28"/>
                <a:gd name="T1" fmla="*/ 59 h 59"/>
                <a:gd name="T2" fmla="*/ 0 w 28"/>
                <a:gd name="T3" fmla="*/ 57 h 59"/>
                <a:gd name="T4" fmla="*/ 14 w 28"/>
                <a:gd name="T5" fmla="*/ 0 h 59"/>
                <a:gd name="T6" fmla="*/ 28 w 28"/>
                <a:gd name="T7" fmla="*/ 3 h 59"/>
                <a:gd name="T8" fmla="*/ 14 w 28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9">
                  <a:moveTo>
                    <a:pt x="14" y="59"/>
                  </a:moveTo>
                  <a:lnTo>
                    <a:pt x="0" y="57"/>
                  </a:lnTo>
                  <a:lnTo>
                    <a:pt x="14" y="0"/>
                  </a:lnTo>
                  <a:lnTo>
                    <a:pt x="28" y="3"/>
                  </a:lnTo>
                  <a:lnTo>
                    <a:pt x="14" y="59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0" name="Freeform 612"/>
            <p:cNvSpPr>
              <a:spLocks/>
            </p:cNvSpPr>
            <p:nvPr/>
          </p:nvSpPr>
          <p:spPr bwMode="auto">
            <a:xfrm>
              <a:off x="7012199" y="2324972"/>
              <a:ext cx="9357" cy="5459"/>
            </a:xfrm>
            <a:custGeom>
              <a:avLst/>
              <a:gdLst>
                <a:gd name="T0" fmla="*/ 0 w 12"/>
                <a:gd name="T1" fmla="*/ 0 h 7"/>
                <a:gd name="T2" fmla="*/ 0 w 12"/>
                <a:gd name="T3" fmla="*/ 5 h 7"/>
                <a:gd name="T4" fmla="*/ 12 w 12"/>
                <a:gd name="T5" fmla="*/ 7 h 7"/>
                <a:gd name="T6" fmla="*/ 12 w 12"/>
                <a:gd name="T7" fmla="*/ 3 h 7"/>
                <a:gd name="T8" fmla="*/ 0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lnTo>
                    <a:pt x="0" y="5"/>
                  </a:lnTo>
                  <a:lnTo>
                    <a:pt x="12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1" name="Freeform 613"/>
            <p:cNvSpPr>
              <a:spLocks/>
            </p:cNvSpPr>
            <p:nvPr/>
          </p:nvSpPr>
          <p:spPr bwMode="auto">
            <a:xfrm>
              <a:off x="6986467" y="2317955"/>
              <a:ext cx="10917" cy="7018"/>
            </a:xfrm>
            <a:custGeom>
              <a:avLst/>
              <a:gdLst>
                <a:gd name="T0" fmla="*/ 2 w 14"/>
                <a:gd name="T1" fmla="*/ 0 h 9"/>
                <a:gd name="T2" fmla="*/ 0 w 14"/>
                <a:gd name="T3" fmla="*/ 5 h 9"/>
                <a:gd name="T4" fmla="*/ 14 w 14"/>
                <a:gd name="T5" fmla="*/ 9 h 9"/>
                <a:gd name="T6" fmla="*/ 14 w 14"/>
                <a:gd name="T7" fmla="*/ 5 h 9"/>
                <a:gd name="T8" fmla="*/ 2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2" y="0"/>
                  </a:moveTo>
                  <a:lnTo>
                    <a:pt x="0" y="5"/>
                  </a:lnTo>
                  <a:lnTo>
                    <a:pt x="14" y="9"/>
                  </a:lnTo>
                  <a:lnTo>
                    <a:pt x="14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2" name="Freeform 614"/>
            <p:cNvSpPr>
              <a:spLocks/>
            </p:cNvSpPr>
            <p:nvPr/>
          </p:nvSpPr>
          <p:spPr bwMode="auto">
            <a:xfrm>
              <a:off x="6931106" y="2304699"/>
              <a:ext cx="10917" cy="5459"/>
            </a:xfrm>
            <a:custGeom>
              <a:avLst/>
              <a:gdLst>
                <a:gd name="T0" fmla="*/ 0 w 14"/>
                <a:gd name="T1" fmla="*/ 0 h 7"/>
                <a:gd name="T2" fmla="*/ 0 w 14"/>
                <a:gd name="T3" fmla="*/ 5 h 7"/>
                <a:gd name="T4" fmla="*/ 12 w 14"/>
                <a:gd name="T5" fmla="*/ 7 h 7"/>
                <a:gd name="T6" fmla="*/ 14 w 14"/>
                <a:gd name="T7" fmla="*/ 3 h 7"/>
                <a:gd name="T8" fmla="*/ 0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lnTo>
                    <a:pt x="0" y="5"/>
                  </a:lnTo>
                  <a:lnTo>
                    <a:pt x="12" y="7"/>
                  </a:lnTo>
                  <a:lnTo>
                    <a:pt x="1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3" name="Freeform 615"/>
            <p:cNvSpPr>
              <a:spLocks/>
            </p:cNvSpPr>
            <p:nvPr/>
          </p:nvSpPr>
          <p:spPr bwMode="auto">
            <a:xfrm>
              <a:off x="6905374" y="2299241"/>
              <a:ext cx="10917" cy="5459"/>
            </a:xfrm>
            <a:custGeom>
              <a:avLst/>
              <a:gdLst>
                <a:gd name="T0" fmla="*/ 2 w 14"/>
                <a:gd name="T1" fmla="*/ 0 h 7"/>
                <a:gd name="T2" fmla="*/ 0 w 14"/>
                <a:gd name="T3" fmla="*/ 5 h 7"/>
                <a:gd name="T4" fmla="*/ 14 w 14"/>
                <a:gd name="T5" fmla="*/ 7 h 7"/>
                <a:gd name="T6" fmla="*/ 14 w 14"/>
                <a:gd name="T7" fmla="*/ 3 h 7"/>
                <a:gd name="T8" fmla="*/ 2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2" y="0"/>
                  </a:moveTo>
                  <a:lnTo>
                    <a:pt x="0" y="5"/>
                  </a:lnTo>
                  <a:lnTo>
                    <a:pt x="14" y="7"/>
                  </a:lnTo>
                  <a:lnTo>
                    <a:pt x="14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4" name="Freeform 616"/>
            <p:cNvSpPr>
              <a:spLocks/>
            </p:cNvSpPr>
            <p:nvPr/>
          </p:nvSpPr>
          <p:spPr bwMode="auto">
            <a:xfrm>
              <a:off x="6977111" y="2278968"/>
              <a:ext cx="35089" cy="25732"/>
            </a:xfrm>
            <a:custGeom>
              <a:avLst/>
              <a:gdLst>
                <a:gd name="T0" fmla="*/ 18 w 19"/>
                <a:gd name="T1" fmla="*/ 9 h 14"/>
                <a:gd name="T2" fmla="*/ 8 w 19"/>
                <a:gd name="T3" fmla="*/ 13 h 14"/>
                <a:gd name="T4" fmla="*/ 1 w 19"/>
                <a:gd name="T5" fmla="*/ 5 h 14"/>
                <a:gd name="T6" fmla="*/ 11 w 19"/>
                <a:gd name="T7" fmla="*/ 1 h 14"/>
                <a:gd name="T8" fmla="*/ 18 w 19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4">
                  <a:moveTo>
                    <a:pt x="18" y="9"/>
                  </a:moveTo>
                  <a:cubicBezTo>
                    <a:pt x="17" y="12"/>
                    <a:pt x="13" y="14"/>
                    <a:pt x="8" y="13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1" y="2"/>
                    <a:pt x="6" y="0"/>
                    <a:pt x="11" y="1"/>
                  </a:cubicBezTo>
                  <a:cubicBezTo>
                    <a:pt x="15" y="2"/>
                    <a:pt x="19" y="6"/>
                    <a:pt x="18" y="9"/>
                  </a:cubicBez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5" name="Freeform 617"/>
            <p:cNvSpPr>
              <a:spLocks/>
            </p:cNvSpPr>
            <p:nvPr/>
          </p:nvSpPr>
          <p:spPr bwMode="auto">
            <a:xfrm>
              <a:off x="6910833" y="2186958"/>
              <a:ext cx="145812" cy="114623"/>
            </a:xfrm>
            <a:custGeom>
              <a:avLst/>
              <a:gdLst>
                <a:gd name="T0" fmla="*/ 71 w 79"/>
                <a:gd name="T1" fmla="*/ 52 h 62"/>
                <a:gd name="T2" fmla="*/ 58 w 79"/>
                <a:gd name="T3" fmla="*/ 60 h 62"/>
                <a:gd name="T4" fmla="*/ 9 w 79"/>
                <a:gd name="T5" fmla="*/ 48 h 62"/>
                <a:gd name="T6" fmla="*/ 1 w 79"/>
                <a:gd name="T7" fmla="*/ 35 h 62"/>
                <a:gd name="T8" fmla="*/ 7 w 79"/>
                <a:gd name="T9" fmla="*/ 9 h 62"/>
                <a:gd name="T10" fmla="*/ 20 w 79"/>
                <a:gd name="T11" fmla="*/ 1 h 62"/>
                <a:gd name="T12" fmla="*/ 70 w 79"/>
                <a:gd name="T13" fmla="*/ 13 h 62"/>
                <a:gd name="T14" fmla="*/ 77 w 79"/>
                <a:gd name="T15" fmla="*/ 26 h 62"/>
                <a:gd name="T16" fmla="*/ 71 w 79"/>
                <a:gd name="T17" fmla="*/ 5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62">
                  <a:moveTo>
                    <a:pt x="71" y="52"/>
                  </a:moveTo>
                  <a:cubicBezTo>
                    <a:pt x="70" y="58"/>
                    <a:pt x="64" y="62"/>
                    <a:pt x="58" y="60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3" y="47"/>
                    <a:pt x="0" y="41"/>
                    <a:pt x="1" y="35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3"/>
                    <a:pt x="15" y="0"/>
                    <a:pt x="20" y="1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5" y="14"/>
                    <a:pt x="79" y="20"/>
                    <a:pt x="77" y="26"/>
                  </a:cubicBezTo>
                  <a:lnTo>
                    <a:pt x="71" y="52"/>
                  </a:ln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6" name="Freeform 618"/>
            <p:cNvSpPr>
              <a:spLocks/>
            </p:cNvSpPr>
            <p:nvPr/>
          </p:nvSpPr>
          <p:spPr bwMode="auto">
            <a:xfrm>
              <a:off x="6866387" y="2197874"/>
              <a:ext cx="44445" cy="28071"/>
            </a:xfrm>
            <a:custGeom>
              <a:avLst/>
              <a:gdLst>
                <a:gd name="T0" fmla="*/ 24 w 24"/>
                <a:gd name="T1" fmla="*/ 3 h 15"/>
                <a:gd name="T2" fmla="*/ 11 w 24"/>
                <a:gd name="T3" fmla="*/ 13 h 15"/>
                <a:gd name="T4" fmla="*/ 0 w 24"/>
                <a:gd name="T5" fmla="*/ 11 h 15"/>
                <a:gd name="T6" fmla="*/ 12 w 24"/>
                <a:gd name="T7" fmla="*/ 1 h 15"/>
                <a:gd name="T8" fmla="*/ 24 w 24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5">
                  <a:moveTo>
                    <a:pt x="24" y="3"/>
                  </a:moveTo>
                  <a:cubicBezTo>
                    <a:pt x="21" y="8"/>
                    <a:pt x="16" y="11"/>
                    <a:pt x="11" y="13"/>
                  </a:cubicBezTo>
                  <a:cubicBezTo>
                    <a:pt x="6" y="15"/>
                    <a:pt x="2" y="14"/>
                    <a:pt x="0" y="11"/>
                  </a:cubicBezTo>
                  <a:cubicBezTo>
                    <a:pt x="3" y="7"/>
                    <a:pt x="7" y="3"/>
                    <a:pt x="12" y="1"/>
                  </a:cubicBezTo>
                  <a:cubicBezTo>
                    <a:pt x="17" y="0"/>
                    <a:pt x="21" y="1"/>
                    <a:pt x="24" y="3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7" name="Freeform 619"/>
            <p:cNvSpPr>
              <a:spLocks/>
            </p:cNvSpPr>
            <p:nvPr/>
          </p:nvSpPr>
          <p:spPr bwMode="auto">
            <a:xfrm>
              <a:off x="6866387" y="2203332"/>
              <a:ext cx="44445" cy="22613"/>
            </a:xfrm>
            <a:custGeom>
              <a:avLst/>
              <a:gdLst>
                <a:gd name="T0" fmla="*/ 11 w 24"/>
                <a:gd name="T1" fmla="*/ 10 h 12"/>
                <a:gd name="T2" fmla="*/ 24 w 24"/>
                <a:gd name="T3" fmla="*/ 0 h 12"/>
                <a:gd name="T4" fmla="*/ 0 w 24"/>
                <a:gd name="T5" fmla="*/ 8 h 12"/>
                <a:gd name="T6" fmla="*/ 11 w 24"/>
                <a:gd name="T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11" y="10"/>
                  </a:moveTo>
                  <a:cubicBezTo>
                    <a:pt x="16" y="8"/>
                    <a:pt x="21" y="5"/>
                    <a:pt x="24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11"/>
                    <a:pt x="6" y="12"/>
                    <a:pt x="11" y="10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8" name="Freeform 620"/>
            <p:cNvSpPr>
              <a:spLocks/>
            </p:cNvSpPr>
            <p:nvPr/>
          </p:nvSpPr>
          <p:spPr bwMode="auto">
            <a:xfrm>
              <a:off x="6936564" y="2208791"/>
              <a:ext cx="33529" cy="37428"/>
            </a:xfrm>
            <a:custGeom>
              <a:avLst/>
              <a:gdLst>
                <a:gd name="T0" fmla="*/ 0 w 18"/>
                <a:gd name="T1" fmla="*/ 1 h 20"/>
                <a:gd name="T2" fmla="*/ 7 w 18"/>
                <a:gd name="T3" fmla="*/ 15 h 20"/>
                <a:gd name="T4" fmla="*/ 18 w 18"/>
                <a:gd name="T5" fmla="*/ 19 h 20"/>
                <a:gd name="T6" fmla="*/ 11 w 18"/>
                <a:gd name="T7" fmla="*/ 4 h 20"/>
                <a:gd name="T8" fmla="*/ 0 w 18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0">
                  <a:moveTo>
                    <a:pt x="0" y="1"/>
                  </a:moveTo>
                  <a:cubicBezTo>
                    <a:pt x="1" y="6"/>
                    <a:pt x="3" y="11"/>
                    <a:pt x="7" y="15"/>
                  </a:cubicBezTo>
                  <a:cubicBezTo>
                    <a:pt x="11" y="19"/>
                    <a:pt x="15" y="20"/>
                    <a:pt x="18" y="19"/>
                  </a:cubicBezTo>
                  <a:cubicBezTo>
                    <a:pt x="17" y="13"/>
                    <a:pt x="15" y="8"/>
                    <a:pt x="11" y="4"/>
                  </a:cubicBezTo>
                  <a:cubicBezTo>
                    <a:pt x="8" y="1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9" name="Freeform 621"/>
            <p:cNvSpPr>
              <a:spLocks/>
            </p:cNvSpPr>
            <p:nvPr/>
          </p:nvSpPr>
          <p:spPr bwMode="auto">
            <a:xfrm>
              <a:off x="6936564" y="2211130"/>
              <a:ext cx="33529" cy="35089"/>
            </a:xfrm>
            <a:custGeom>
              <a:avLst/>
              <a:gdLst>
                <a:gd name="T0" fmla="*/ 7 w 18"/>
                <a:gd name="T1" fmla="*/ 14 h 19"/>
                <a:gd name="T2" fmla="*/ 0 w 18"/>
                <a:gd name="T3" fmla="*/ 0 h 19"/>
                <a:gd name="T4" fmla="*/ 18 w 18"/>
                <a:gd name="T5" fmla="*/ 18 h 19"/>
                <a:gd name="T6" fmla="*/ 7 w 18"/>
                <a:gd name="T7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9">
                  <a:moveTo>
                    <a:pt x="7" y="14"/>
                  </a:moveTo>
                  <a:cubicBezTo>
                    <a:pt x="3" y="10"/>
                    <a:pt x="1" y="5"/>
                    <a:pt x="0" y="0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5" y="19"/>
                    <a:pt x="11" y="18"/>
                    <a:pt x="7" y="14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0" name="Freeform 622"/>
            <p:cNvSpPr>
              <a:spLocks/>
            </p:cNvSpPr>
            <p:nvPr/>
          </p:nvSpPr>
          <p:spPr bwMode="auto">
            <a:xfrm>
              <a:off x="6863268" y="2165125"/>
              <a:ext cx="55362" cy="49903"/>
            </a:xfrm>
            <a:custGeom>
              <a:avLst/>
              <a:gdLst>
                <a:gd name="T0" fmla="*/ 9 w 30"/>
                <a:gd name="T1" fmla="*/ 0 h 27"/>
                <a:gd name="T2" fmla="*/ 22 w 30"/>
                <a:gd name="T3" fmla="*/ 16 h 27"/>
                <a:gd name="T4" fmla="*/ 20 w 30"/>
                <a:gd name="T5" fmla="*/ 27 h 27"/>
                <a:gd name="T6" fmla="*/ 9 w 30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7">
                  <a:moveTo>
                    <a:pt x="9" y="0"/>
                  </a:moveTo>
                  <a:cubicBezTo>
                    <a:pt x="9" y="0"/>
                    <a:pt x="15" y="13"/>
                    <a:pt x="22" y="16"/>
                  </a:cubicBezTo>
                  <a:cubicBezTo>
                    <a:pt x="30" y="18"/>
                    <a:pt x="20" y="27"/>
                    <a:pt x="20" y="27"/>
                  </a:cubicBezTo>
                  <a:cubicBezTo>
                    <a:pt x="20" y="27"/>
                    <a:pt x="0" y="1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1" name="Freeform 623"/>
            <p:cNvSpPr>
              <a:spLocks/>
            </p:cNvSpPr>
            <p:nvPr/>
          </p:nvSpPr>
          <p:spPr bwMode="auto">
            <a:xfrm>
              <a:off x="6935004" y="2190856"/>
              <a:ext cx="49903" cy="35089"/>
            </a:xfrm>
            <a:custGeom>
              <a:avLst/>
              <a:gdLst>
                <a:gd name="T0" fmla="*/ 27 w 27"/>
                <a:gd name="T1" fmla="*/ 0 h 19"/>
                <a:gd name="T2" fmla="*/ 8 w 27"/>
                <a:gd name="T3" fmla="*/ 7 h 19"/>
                <a:gd name="T4" fmla="*/ 5 w 27"/>
                <a:gd name="T5" fmla="*/ 19 h 19"/>
                <a:gd name="T6" fmla="*/ 27 w 27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cubicBezTo>
                    <a:pt x="27" y="0"/>
                    <a:pt x="16" y="9"/>
                    <a:pt x="8" y="7"/>
                  </a:cubicBezTo>
                  <a:cubicBezTo>
                    <a:pt x="0" y="6"/>
                    <a:pt x="5" y="19"/>
                    <a:pt x="5" y="19"/>
                  </a:cubicBezTo>
                  <a:cubicBezTo>
                    <a:pt x="5" y="19"/>
                    <a:pt x="27" y="19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2" name="Freeform 624"/>
            <p:cNvSpPr>
              <a:spLocks/>
            </p:cNvSpPr>
            <p:nvPr/>
          </p:nvSpPr>
          <p:spPr bwMode="auto">
            <a:xfrm>
              <a:off x="6883541" y="2183059"/>
              <a:ext cx="73296" cy="83433"/>
            </a:xfrm>
            <a:custGeom>
              <a:avLst/>
              <a:gdLst>
                <a:gd name="T0" fmla="*/ 33 w 40"/>
                <a:gd name="T1" fmla="*/ 36 h 45"/>
                <a:gd name="T2" fmla="*/ 21 w 40"/>
                <a:gd name="T3" fmla="*/ 44 h 45"/>
                <a:gd name="T4" fmla="*/ 9 w 40"/>
                <a:gd name="T5" fmla="*/ 41 h 45"/>
                <a:gd name="T6" fmla="*/ 2 w 40"/>
                <a:gd name="T7" fmla="*/ 28 h 45"/>
                <a:gd name="T8" fmla="*/ 6 w 40"/>
                <a:gd name="T9" fmla="*/ 9 h 45"/>
                <a:gd name="T10" fmla="*/ 19 w 40"/>
                <a:gd name="T11" fmla="*/ 1 h 45"/>
                <a:gd name="T12" fmla="*/ 30 w 40"/>
                <a:gd name="T13" fmla="*/ 4 h 45"/>
                <a:gd name="T14" fmla="*/ 38 w 40"/>
                <a:gd name="T15" fmla="*/ 16 h 45"/>
                <a:gd name="T16" fmla="*/ 33 w 40"/>
                <a:gd name="T17" fmla="*/ 3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45">
                  <a:moveTo>
                    <a:pt x="33" y="36"/>
                  </a:moveTo>
                  <a:cubicBezTo>
                    <a:pt x="32" y="42"/>
                    <a:pt x="26" y="45"/>
                    <a:pt x="21" y="44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4" y="40"/>
                    <a:pt x="0" y="34"/>
                    <a:pt x="2" y="2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3"/>
                    <a:pt x="13" y="0"/>
                    <a:pt x="19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6" y="5"/>
                    <a:pt x="40" y="11"/>
                    <a:pt x="38" y="16"/>
                  </a:cubicBezTo>
                  <a:lnTo>
                    <a:pt x="33" y="36"/>
                  </a:ln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3" name="Freeform 625"/>
            <p:cNvSpPr>
              <a:spLocks/>
            </p:cNvSpPr>
            <p:nvPr/>
          </p:nvSpPr>
          <p:spPr bwMode="auto">
            <a:xfrm>
              <a:off x="6910833" y="2186958"/>
              <a:ext cx="46005" cy="79534"/>
            </a:xfrm>
            <a:custGeom>
              <a:avLst/>
              <a:gdLst>
                <a:gd name="T0" fmla="*/ 15 w 25"/>
                <a:gd name="T1" fmla="*/ 2 h 43"/>
                <a:gd name="T2" fmla="*/ 9 w 25"/>
                <a:gd name="T3" fmla="*/ 0 h 43"/>
                <a:gd name="T4" fmla="*/ 0 w 25"/>
                <a:gd name="T5" fmla="*/ 40 h 43"/>
                <a:gd name="T6" fmla="*/ 6 w 25"/>
                <a:gd name="T7" fmla="*/ 42 h 43"/>
                <a:gd name="T8" fmla="*/ 18 w 25"/>
                <a:gd name="T9" fmla="*/ 34 h 43"/>
                <a:gd name="T10" fmla="*/ 23 w 25"/>
                <a:gd name="T11" fmla="*/ 14 h 43"/>
                <a:gd name="T12" fmla="*/ 15 w 25"/>
                <a:gd name="T13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43">
                  <a:moveTo>
                    <a:pt x="15" y="2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1" y="43"/>
                    <a:pt x="17" y="40"/>
                    <a:pt x="18" y="3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5" y="9"/>
                    <a:pt x="21" y="3"/>
                    <a:pt x="15" y="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4" name="Freeform 626"/>
            <p:cNvSpPr>
              <a:spLocks/>
            </p:cNvSpPr>
            <p:nvPr/>
          </p:nvSpPr>
          <p:spPr bwMode="auto">
            <a:xfrm>
              <a:off x="6868727" y="2232962"/>
              <a:ext cx="84992" cy="59261"/>
            </a:xfrm>
            <a:custGeom>
              <a:avLst/>
              <a:gdLst>
                <a:gd name="T0" fmla="*/ 44 w 46"/>
                <a:gd name="T1" fmla="*/ 23 h 32"/>
                <a:gd name="T2" fmla="*/ 31 w 46"/>
                <a:gd name="T3" fmla="*/ 31 h 32"/>
                <a:gd name="T4" fmla="*/ 9 w 46"/>
                <a:gd name="T5" fmla="*/ 25 h 32"/>
                <a:gd name="T6" fmla="*/ 1 w 46"/>
                <a:gd name="T7" fmla="*/ 13 h 32"/>
                <a:gd name="T8" fmla="*/ 2 w 46"/>
                <a:gd name="T9" fmla="*/ 10 h 32"/>
                <a:gd name="T10" fmla="*/ 14 w 46"/>
                <a:gd name="T11" fmla="*/ 2 h 32"/>
                <a:gd name="T12" fmla="*/ 36 w 46"/>
                <a:gd name="T13" fmla="*/ 7 h 32"/>
                <a:gd name="T14" fmla="*/ 44 w 46"/>
                <a:gd name="T15" fmla="*/ 20 h 32"/>
                <a:gd name="T16" fmla="*/ 44 w 46"/>
                <a:gd name="T17" fmla="*/ 2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32">
                  <a:moveTo>
                    <a:pt x="44" y="23"/>
                  </a:moveTo>
                  <a:cubicBezTo>
                    <a:pt x="42" y="28"/>
                    <a:pt x="36" y="32"/>
                    <a:pt x="31" y="3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3" y="24"/>
                    <a:pt x="0" y="18"/>
                    <a:pt x="1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4"/>
                    <a:pt x="9" y="0"/>
                    <a:pt x="14" y="2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42" y="8"/>
                    <a:pt x="46" y="14"/>
                    <a:pt x="44" y="20"/>
                  </a:cubicBezTo>
                  <a:lnTo>
                    <a:pt x="44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5" name="Freeform 627"/>
            <p:cNvSpPr>
              <a:spLocks/>
            </p:cNvSpPr>
            <p:nvPr/>
          </p:nvSpPr>
          <p:spPr bwMode="auto">
            <a:xfrm>
              <a:off x="6879643" y="2253236"/>
              <a:ext cx="16375" cy="14815"/>
            </a:xfrm>
            <a:custGeom>
              <a:avLst/>
              <a:gdLst>
                <a:gd name="T0" fmla="*/ 8 w 9"/>
                <a:gd name="T1" fmla="*/ 5 h 8"/>
                <a:gd name="T2" fmla="*/ 3 w 9"/>
                <a:gd name="T3" fmla="*/ 8 h 8"/>
                <a:gd name="T4" fmla="*/ 0 w 9"/>
                <a:gd name="T5" fmla="*/ 3 h 8"/>
                <a:gd name="T6" fmla="*/ 5 w 9"/>
                <a:gd name="T7" fmla="*/ 0 h 8"/>
                <a:gd name="T8" fmla="*/ 8 w 9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8" y="5"/>
                  </a:moveTo>
                  <a:cubicBezTo>
                    <a:pt x="8" y="7"/>
                    <a:pt x="6" y="8"/>
                    <a:pt x="3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7" y="1"/>
                    <a:pt x="9" y="3"/>
                    <a:pt x="8" y="5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6" name="Freeform 628"/>
            <p:cNvSpPr>
              <a:spLocks/>
            </p:cNvSpPr>
            <p:nvPr/>
          </p:nvSpPr>
          <p:spPr bwMode="auto">
            <a:xfrm>
              <a:off x="6921749" y="2262592"/>
              <a:ext cx="17154" cy="16375"/>
            </a:xfrm>
            <a:custGeom>
              <a:avLst/>
              <a:gdLst>
                <a:gd name="T0" fmla="*/ 8 w 9"/>
                <a:gd name="T1" fmla="*/ 5 h 9"/>
                <a:gd name="T2" fmla="*/ 3 w 9"/>
                <a:gd name="T3" fmla="*/ 8 h 9"/>
                <a:gd name="T4" fmla="*/ 0 w 9"/>
                <a:gd name="T5" fmla="*/ 4 h 9"/>
                <a:gd name="T6" fmla="*/ 5 w 9"/>
                <a:gd name="T7" fmla="*/ 1 h 9"/>
                <a:gd name="T8" fmla="*/ 8 w 9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8" y="5"/>
                  </a:moveTo>
                  <a:cubicBezTo>
                    <a:pt x="8" y="8"/>
                    <a:pt x="6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9" y="3"/>
                    <a:pt x="8" y="5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7" name="Freeform 629"/>
            <p:cNvSpPr>
              <a:spLocks/>
            </p:cNvSpPr>
            <p:nvPr/>
          </p:nvSpPr>
          <p:spPr bwMode="auto">
            <a:xfrm>
              <a:off x="6906934" y="2212689"/>
              <a:ext cx="9357" cy="9357"/>
            </a:xfrm>
            <a:custGeom>
              <a:avLst/>
              <a:gdLst>
                <a:gd name="T0" fmla="*/ 4 w 5"/>
                <a:gd name="T1" fmla="*/ 3 h 5"/>
                <a:gd name="T2" fmla="*/ 2 w 5"/>
                <a:gd name="T3" fmla="*/ 4 h 5"/>
                <a:gd name="T4" fmla="*/ 0 w 5"/>
                <a:gd name="T5" fmla="*/ 2 h 5"/>
                <a:gd name="T6" fmla="*/ 3 w 5"/>
                <a:gd name="T7" fmla="*/ 0 h 5"/>
                <a:gd name="T8" fmla="*/ 4 w 5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4" y="3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8" name="Freeform 630"/>
            <p:cNvSpPr>
              <a:spLocks/>
            </p:cNvSpPr>
            <p:nvPr/>
          </p:nvSpPr>
          <p:spPr bwMode="auto">
            <a:xfrm>
              <a:off x="6925647" y="2216588"/>
              <a:ext cx="9357" cy="9357"/>
            </a:xfrm>
            <a:custGeom>
              <a:avLst/>
              <a:gdLst>
                <a:gd name="T0" fmla="*/ 5 w 5"/>
                <a:gd name="T1" fmla="*/ 3 h 5"/>
                <a:gd name="T2" fmla="*/ 2 w 5"/>
                <a:gd name="T3" fmla="*/ 5 h 5"/>
                <a:gd name="T4" fmla="*/ 0 w 5"/>
                <a:gd name="T5" fmla="*/ 2 h 5"/>
                <a:gd name="T6" fmla="*/ 3 w 5"/>
                <a:gd name="T7" fmla="*/ 1 h 5"/>
                <a:gd name="T8" fmla="*/ 5 w 5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9" name="Freeform 631"/>
            <p:cNvSpPr>
              <a:spLocks/>
            </p:cNvSpPr>
            <p:nvPr/>
          </p:nvSpPr>
          <p:spPr bwMode="auto">
            <a:xfrm>
              <a:off x="6988027" y="2299241"/>
              <a:ext cx="6238" cy="9357"/>
            </a:xfrm>
            <a:custGeom>
              <a:avLst/>
              <a:gdLst>
                <a:gd name="T0" fmla="*/ 2 w 3"/>
                <a:gd name="T1" fmla="*/ 4 h 5"/>
                <a:gd name="T2" fmla="*/ 1 w 3"/>
                <a:gd name="T3" fmla="*/ 5 h 5"/>
                <a:gd name="T4" fmla="*/ 0 w 3"/>
                <a:gd name="T5" fmla="*/ 4 h 5"/>
                <a:gd name="T6" fmla="*/ 1 w 3"/>
                <a:gd name="T7" fmla="*/ 1 h 5"/>
                <a:gd name="T8" fmla="*/ 2 w 3"/>
                <a:gd name="T9" fmla="*/ 0 h 5"/>
                <a:gd name="T10" fmla="*/ 3 w 3"/>
                <a:gd name="T11" fmla="*/ 1 h 5"/>
                <a:gd name="T12" fmla="*/ 2 w 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5"/>
                    <a:pt x="2" y="5"/>
                    <a:pt x="1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0" name="Freeform 632"/>
            <p:cNvSpPr>
              <a:spLocks/>
            </p:cNvSpPr>
            <p:nvPr/>
          </p:nvSpPr>
          <p:spPr bwMode="auto">
            <a:xfrm>
              <a:off x="6981009" y="2296122"/>
              <a:ext cx="5459" cy="8578"/>
            </a:xfrm>
            <a:custGeom>
              <a:avLst/>
              <a:gdLst>
                <a:gd name="T0" fmla="*/ 2 w 3"/>
                <a:gd name="T1" fmla="*/ 4 h 5"/>
                <a:gd name="T2" fmla="*/ 1 w 3"/>
                <a:gd name="T3" fmla="*/ 5 h 5"/>
                <a:gd name="T4" fmla="*/ 0 w 3"/>
                <a:gd name="T5" fmla="*/ 3 h 5"/>
                <a:gd name="T6" fmla="*/ 1 w 3"/>
                <a:gd name="T7" fmla="*/ 1 h 5"/>
                <a:gd name="T8" fmla="*/ 2 w 3"/>
                <a:gd name="T9" fmla="*/ 0 h 5"/>
                <a:gd name="T10" fmla="*/ 3 w 3"/>
                <a:gd name="T11" fmla="*/ 1 h 5"/>
                <a:gd name="T12" fmla="*/ 2 w 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4"/>
                    <a:pt x="1" y="5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1" name="Freeform 633"/>
            <p:cNvSpPr>
              <a:spLocks/>
            </p:cNvSpPr>
            <p:nvPr/>
          </p:nvSpPr>
          <p:spPr bwMode="auto">
            <a:xfrm>
              <a:off x="6997384" y="2299241"/>
              <a:ext cx="5459" cy="9357"/>
            </a:xfrm>
            <a:custGeom>
              <a:avLst/>
              <a:gdLst>
                <a:gd name="T0" fmla="*/ 2 w 3"/>
                <a:gd name="T1" fmla="*/ 4 h 5"/>
                <a:gd name="T2" fmla="*/ 1 w 3"/>
                <a:gd name="T3" fmla="*/ 5 h 5"/>
                <a:gd name="T4" fmla="*/ 0 w 3"/>
                <a:gd name="T5" fmla="*/ 3 h 5"/>
                <a:gd name="T6" fmla="*/ 1 w 3"/>
                <a:gd name="T7" fmla="*/ 1 h 5"/>
                <a:gd name="T8" fmla="*/ 2 w 3"/>
                <a:gd name="T9" fmla="*/ 0 h 5"/>
                <a:gd name="T10" fmla="*/ 3 w 3"/>
                <a:gd name="T11" fmla="*/ 1 h 5"/>
                <a:gd name="T12" fmla="*/ 2 w 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5"/>
                    <a:pt x="1" y="5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2" name="Freeform 634"/>
            <p:cNvSpPr>
              <a:spLocks/>
            </p:cNvSpPr>
            <p:nvPr/>
          </p:nvSpPr>
          <p:spPr bwMode="auto">
            <a:xfrm>
              <a:off x="7048847" y="2215028"/>
              <a:ext cx="22613" cy="21833"/>
            </a:xfrm>
            <a:custGeom>
              <a:avLst/>
              <a:gdLst>
                <a:gd name="T0" fmla="*/ 0 w 12"/>
                <a:gd name="T1" fmla="*/ 11 h 12"/>
                <a:gd name="T2" fmla="*/ 1 w 12"/>
                <a:gd name="T3" fmla="*/ 10 h 12"/>
                <a:gd name="T4" fmla="*/ 7 w 12"/>
                <a:gd name="T5" fmla="*/ 9 h 12"/>
                <a:gd name="T6" fmla="*/ 9 w 12"/>
                <a:gd name="T7" fmla="*/ 0 h 12"/>
                <a:gd name="T8" fmla="*/ 11 w 12"/>
                <a:gd name="T9" fmla="*/ 0 h 12"/>
                <a:gd name="T10" fmla="*/ 8 w 12"/>
                <a:gd name="T11" fmla="*/ 10 h 12"/>
                <a:gd name="T12" fmla="*/ 0 w 12"/>
                <a:gd name="T1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3" y="10"/>
                    <a:pt x="5" y="10"/>
                    <a:pt x="7" y="9"/>
                  </a:cubicBezTo>
                  <a:cubicBezTo>
                    <a:pt x="10" y="6"/>
                    <a:pt x="9" y="0"/>
                    <a:pt x="9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2" y="7"/>
                    <a:pt x="8" y="10"/>
                  </a:cubicBezTo>
                  <a:cubicBezTo>
                    <a:pt x="6" y="12"/>
                    <a:pt x="4" y="12"/>
                    <a:pt x="0" y="11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3" name="Freeform 635"/>
            <p:cNvSpPr>
              <a:spLocks/>
            </p:cNvSpPr>
            <p:nvPr/>
          </p:nvSpPr>
          <p:spPr bwMode="auto">
            <a:xfrm>
              <a:off x="7060543" y="2203332"/>
              <a:ext cx="12476" cy="13256"/>
            </a:xfrm>
            <a:custGeom>
              <a:avLst/>
              <a:gdLst>
                <a:gd name="T0" fmla="*/ 3 w 7"/>
                <a:gd name="T1" fmla="*/ 7 h 7"/>
                <a:gd name="T2" fmla="*/ 5 w 7"/>
                <a:gd name="T3" fmla="*/ 6 h 7"/>
                <a:gd name="T4" fmla="*/ 7 w 7"/>
                <a:gd name="T5" fmla="*/ 2 h 7"/>
                <a:gd name="T6" fmla="*/ 0 w 7"/>
                <a:gd name="T7" fmla="*/ 3 h 7"/>
                <a:gd name="T8" fmla="*/ 3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7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4" y="0"/>
                    <a:pt x="0" y="3"/>
                  </a:cubicBezTo>
                  <a:lnTo>
                    <a:pt x="3" y="7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4" name="Freeform 636"/>
            <p:cNvSpPr>
              <a:spLocks/>
            </p:cNvSpPr>
            <p:nvPr/>
          </p:nvSpPr>
          <p:spPr bwMode="auto">
            <a:xfrm>
              <a:off x="6977111" y="2242319"/>
              <a:ext cx="59261" cy="38987"/>
            </a:xfrm>
            <a:custGeom>
              <a:avLst/>
              <a:gdLst>
                <a:gd name="T0" fmla="*/ 6 w 32"/>
                <a:gd name="T1" fmla="*/ 6 h 21"/>
                <a:gd name="T2" fmla="*/ 22 w 32"/>
                <a:gd name="T3" fmla="*/ 2 h 21"/>
                <a:gd name="T4" fmla="*/ 32 w 32"/>
                <a:gd name="T5" fmla="*/ 9 h 21"/>
                <a:gd name="T6" fmla="*/ 18 w 32"/>
                <a:gd name="T7" fmla="*/ 21 h 21"/>
                <a:gd name="T8" fmla="*/ 6 w 32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6" y="6"/>
                  </a:moveTo>
                  <a:cubicBezTo>
                    <a:pt x="11" y="0"/>
                    <a:pt x="18" y="4"/>
                    <a:pt x="22" y="2"/>
                  </a:cubicBezTo>
                  <a:cubicBezTo>
                    <a:pt x="27" y="0"/>
                    <a:pt x="31" y="5"/>
                    <a:pt x="32" y="9"/>
                  </a:cubicBezTo>
                  <a:cubicBezTo>
                    <a:pt x="32" y="13"/>
                    <a:pt x="28" y="20"/>
                    <a:pt x="18" y="21"/>
                  </a:cubicBezTo>
                  <a:cubicBezTo>
                    <a:pt x="8" y="21"/>
                    <a:pt x="0" y="12"/>
                    <a:pt x="6" y="6"/>
                  </a:cubicBezTo>
                  <a:close/>
                </a:path>
              </a:pathLst>
            </a:custGeom>
            <a:solidFill>
              <a:srgbClr val="8C6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5" name="Freeform 637"/>
            <p:cNvSpPr>
              <a:spLocks/>
            </p:cNvSpPr>
            <p:nvPr/>
          </p:nvSpPr>
          <p:spPr bwMode="auto">
            <a:xfrm>
              <a:off x="6977111" y="2197874"/>
              <a:ext cx="46005" cy="35089"/>
            </a:xfrm>
            <a:custGeom>
              <a:avLst/>
              <a:gdLst>
                <a:gd name="T0" fmla="*/ 5 w 25"/>
                <a:gd name="T1" fmla="*/ 6 h 19"/>
                <a:gd name="T2" fmla="*/ 5 w 25"/>
                <a:gd name="T3" fmla="*/ 15 h 19"/>
                <a:gd name="T4" fmla="*/ 21 w 25"/>
                <a:gd name="T5" fmla="*/ 16 h 19"/>
                <a:gd name="T6" fmla="*/ 25 w 25"/>
                <a:gd name="T7" fmla="*/ 5 h 19"/>
                <a:gd name="T8" fmla="*/ 7 w 25"/>
                <a:gd name="T9" fmla="*/ 0 h 19"/>
                <a:gd name="T10" fmla="*/ 5 w 25"/>
                <a:gd name="T11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9">
                  <a:moveTo>
                    <a:pt x="5" y="6"/>
                  </a:moveTo>
                  <a:cubicBezTo>
                    <a:pt x="3" y="8"/>
                    <a:pt x="0" y="10"/>
                    <a:pt x="5" y="15"/>
                  </a:cubicBezTo>
                  <a:cubicBezTo>
                    <a:pt x="10" y="19"/>
                    <a:pt x="16" y="18"/>
                    <a:pt x="21" y="16"/>
                  </a:cubicBezTo>
                  <a:cubicBezTo>
                    <a:pt x="23" y="14"/>
                    <a:pt x="25" y="9"/>
                    <a:pt x="25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2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8C6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39" name="组合 638"/>
          <p:cNvGrpSpPr/>
          <p:nvPr/>
        </p:nvGrpSpPr>
        <p:grpSpPr>
          <a:xfrm flipV="1">
            <a:off x="4610198" y="2681704"/>
            <a:ext cx="1305291" cy="682277"/>
            <a:chOff x="4610588" y="1999039"/>
            <a:chExt cx="1305291" cy="682277"/>
          </a:xfrm>
          <a:noFill/>
        </p:grpSpPr>
        <p:sp>
          <p:nvSpPr>
            <p:cNvPr id="640" name="任意多边形 639"/>
            <p:cNvSpPr/>
            <p:nvPr/>
          </p:nvSpPr>
          <p:spPr>
            <a:xfrm>
              <a:off x="4930868" y="2214717"/>
              <a:ext cx="270388" cy="310457"/>
            </a:xfrm>
            <a:custGeom>
              <a:avLst/>
              <a:gdLst>
                <a:gd name="connsiteX0" fmla="*/ 43542 w 1001485"/>
                <a:gd name="connsiteY0" fmla="*/ 0 h 1161143"/>
                <a:gd name="connsiteX1" fmla="*/ 1001485 w 1001485"/>
                <a:gd name="connsiteY1" fmla="*/ 0 h 1161143"/>
                <a:gd name="connsiteX2" fmla="*/ 986971 w 1001485"/>
                <a:gd name="connsiteY2" fmla="*/ 1161143 h 1161143"/>
                <a:gd name="connsiteX3" fmla="*/ 0 w 1001485"/>
                <a:gd name="connsiteY3" fmla="*/ 1103085 h 1161143"/>
                <a:gd name="connsiteX4" fmla="*/ 43542 w 1001485"/>
                <a:gd name="connsiteY4" fmla="*/ 0 h 1161143"/>
                <a:gd name="connsiteX0" fmla="*/ 43542 w 1001485"/>
                <a:gd name="connsiteY0" fmla="*/ 0 h 1107168"/>
                <a:gd name="connsiteX1" fmla="*/ 1001485 w 1001485"/>
                <a:gd name="connsiteY1" fmla="*/ 0 h 1107168"/>
                <a:gd name="connsiteX2" fmla="*/ 980621 w 1001485"/>
                <a:gd name="connsiteY2" fmla="*/ 1107168 h 1107168"/>
                <a:gd name="connsiteX3" fmla="*/ 0 w 1001485"/>
                <a:gd name="connsiteY3" fmla="*/ 1103085 h 1107168"/>
                <a:gd name="connsiteX4" fmla="*/ 43542 w 1001485"/>
                <a:gd name="connsiteY4" fmla="*/ 0 h 1107168"/>
                <a:gd name="connsiteX0" fmla="*/ 14967 w 972910"/>
                <a:gd name="connsiteY0" fmla="*/ 0 h 1109435"/>
                <a:gd name="connsiteX1" fmla="*/ 972910 w 972910"/>
                <a:gd name="connsiteY1" fmla="*/ 0 h 1109435"/>
                <a:gd name="connsiteX2" fmla="*/ 952046 w 972910"/>
                <a:gd name="connsiteY2" fmla="*/ 1107168 h 1109435"/>
                <a:gd name="connsiteX3" fmla="*/ 0 w 972910"/>
                <a:gd name="connsiteY3" fmla="*/ 1109435 h 1109435"/>
                <a:gd name="connsiteX4" fmla="*/ 14967 w 972910"/>
                <a:gd name="connsiteY4" fmla="*/ 0 h 1109435"/>
                <a:gd name="connsiteX0" fmla="*/ 0 w 980168"/>
                <a:gd name="connsiteY0" fmla="*/ 0 h 1131660"/>
                <a:gd name="connsiteX1" fmla="*/ 980168 w 980168"/>
                <a:gd name="connsiteY1" fmla="*/ 22225 h 1131660"/>
                <a:gd name="connsiteX2" fmla="*/ 959304 w 980168"/>
                <a:gd name="connsiteY2" fmla="*/ 1129393 h 1131660"/>
                <a:gd name="connsiteX3" fmla="*/ 7258 w 980168"/>
                <a:gd name="connsiteY3" fmla="*/ 1131660 h 1131660"/>
                <a:gd name="connsiteX4" fmla="*/ 0 w 980168"/>
                <a:gd name="connsiteY4" fmla="*/ 0 h 1131660"/>
                <a:gd name="connsiteX0" fmla="*/ 0 w 986518"/>
                <a:gd name="connsiteY0" fmla="*/ 9525 h 1141185"/>
                <a:gd name="connsiteX1" fmla="*/ 986518 w 986518"/>
                <a:gd name="connsiteY1" fmla="*/ 0 h 1141185"/>
                <a:gd name="connsiteX2" fmla="*/ 959304 w 986518"/>
                <a:gd name="connsiteY2" fmla="*/ 1138918 h 1141185"/>
                <a:gd name="connsiteX3" fmla="*/ 7258 w 986518"/>
                <a:gd name="connsiteY3" fmla="*/ 1141185 h 1141185"/>
                <a:gd name="connsiteX4" fmla="*/ 0 w 986518"/>
                <a:gd name="connsiteY4" fmla="*/ 9525 h 1141185"/>
                <a:gd name="connsiteX0" fmla="*/ 0 w 992868"/>
                <a:gd name="connsiteY0" fmla="*/ 0 h 1131660"/>
                <a:gd name="connsiteX1" fmla="*/ 992868 w 992868"/>
                <a:gd name="connsiteY1" fmla="*/ 6350 h 1131660"/>
                <a:gd name="connsiteX2" fmla="*/ 959304 w 992868"/>
                <a:gd name="connsiteY2" fmla="*/ 1129393 h 1131660"/>
                <a:gd name="connsiteX3" fmla="*/ 7258 w 992868"/>
                <a:gd name="connsiteY3" fmla="*/ 1131660 h 1131660"/>
                <a:gd name="connsiteX4" fmla="*/ 0 w 992868"/>
                <a:gd name="connsiteY4" fmla="*/ 0 h 1131660"/>
                <a:gd name="connsiteX0" fmla="*/ 0 w 983343"/>
                <a:gd name="connsiteY0" fmla="*/ 0 h 1131660"/>
                <a:gd name="connsiteX1" fmla="*/ 983343 w 983343"/>
                <a:gd name="connsiteY1" fmla="*/ 3175 h 1131660"/>
                <a:gd name="connsiteX2" fmla="*/ 959304 w 983343"/>
                <a:gd name="connsiteY2" fmla="*/ 1129393 h 1131660"/>
                <a:gd name="connsiteX3" fmla="*/ 7258 w 983343"/>
                <a:gd name="connsiteY3" fmla="*/ 1131660 h 1131660"/>
                <a:gd name="connsiteX4" fmla="*/ 0 w 983343"/>
                <a:gd name="connsiteY4" fmla="*/ 0 h 1131660"/>
                <a:gd name="connsiteX0" fmla="*/ 5813 w 989156"/>
                <a:gd name="connsiteY0" fmla="*/ 0 h 1129393"/>
                <a:gd name="connsiteX1" fmla="*/ 989156 w 989156"/>
                <a:gd name="connsiteY1" fmla="*/ 3175 h 1129393"/>
                <a:gd name="connsiteX2" fmla="*/ 965117 w 989156"/>
                <a:gd name="connsiteY2" fmla="*/ 1129393 h 1129393"/>
                <a:gd name="connsiteX3" fmla="*/ 371 w 989156"/>
                <a:gd name="connsiteY3" fmla="*/ 1128485 h 1129393"/>
                <a:gd name="connsiteX4" fmla="*/ 5813 w 989156"/>
                <a:gd name="connsiteY4" fmla="*/ 0 h 1129393"/>
                <a:gd name="connsiteX0" fmla="*/ 5813 w 989156"/>
                <a:gd name="connsiteY0" fmla="*/ 0 h 1135743"/>
                <a:gd name="connsiteX1" fmla="*/ 989156 w 989156"/>
                <a:gd name="connsiteY1" fmla="*/ 3175 h 1135743"/>
                <a:gd name="connsiteX2" fmla="*/ 974642 w 989156"/>
                <a:gd name="connsiteY2" fmla="*/ 1135743 h 1135743"/>
                <a:gd name="connsiteX3" fmla="*/ 371 w 989156"/>
                <a:gd name="connsiteY3" fmla="*/ 1128485 h 1135743"/>
                <a:gd name="connsiteX4" fmla="*/ 5813 w 989156"/>
                <a:gd name="connsiteY4" fmla="*/ 0 h 1135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156" h="1135743">
                  <a:moveTo>
                    <a:pt x="5813" y="0"/>
                  </a:moveTo>
                  <a:lnTo>
                    <a:pt x="989156" y="3175"/>
                  </a:lnTo>
                  <a:lnTo>
                    <a:pt x="974642" y="1135743"/>
                  </a:lnTo>
                  <a:lnTo>
                    <a:pt x="371" y="1128485"/>
                  </a:lnTo>
                  <a:cubicBezTo>
                    <a:pt x="-2048" y="751265"/>
                    <a:pt x="8232" y="377220"/>
                    <a:pt x="581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1" name="Rectangle 519"/>
            <p:cNvSpPr>
              <a:spLocks noChangeArrowheads="1"/>
            </p:cNvSpPr>
            <p:nvPr/>
          </p:nvSpPr>
          <p:spPr bwMode="auto">
            <a:xfrm>
              <a:off x="5564995" y="2154208"/>
              <a:ext cx="72516" cy="14893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2" name="Rectangle 520"/>
            <p:cNvSpPr>
              <a:spLocks noChangeArrowheads="1"/>
            </p:cNvSpPr>
            <p:nvPr/>
          </p:nvSpPr>
          <p:spPr bwMode="auto">
            <a:xfrm>
              <a:off x="5564995" y="2154208"/>
              <a:ext cx="72516" cy="14893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3" name="Freeform 521"/>
            <p:cNvSpPr>
              <a:spLocks/>
            </p:cNvSpPr>
            <p:nvPr/>
          </p:nvSpPr>
          <p:spPr bwMode="auto">
            <a:xfrm>
              <a:off x="4610588" y="1999039"/>
              <a:ext cx="1305291" cy="493578"/>
            </a:xfrm>
            <a:custGeom>
              <a:avLst/>
              <a:gdLst>
                <a:gd name="T0" fmla="*/ 1674 w 1674"/>
                <a:gd name="T1" fmla="*/ 633 h 633"/>
                <a:gd name="T2" fmla="*/ 841 w 1674"/>
                <a:gd name="T3" fmla="*/ 0 h 633"/>
                <a:gd name="T4" fmla="*/ 0 w 1674"/>
                <a:gd name="T5" fmla="*/ 633 h 633"/>
                <a:gd name="T6" fmla="*/ 1674 w 1674"/>
                <a:gd name="T7" fmla="*/ 633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4" h="633">
                  <a:moveTo>
                    <a:pt x="1674" y="633"/>
                  </a:moveTo>
                  <a:lnTo>
                    <a:pt x="841" y="0"/>
                  </a:lnTo>
                  <a:lnTo>
                    <a:pt x="0" y="633"/>
                  </a:lnTo>
                  <a:lnTo>
                    <a:pt x="1674" y="6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4" name="Freeform 525"/>
            <p:cNvSpPr>
              <a:spLocks/>
            </p:cNvSpPr>
            <p:nvPr/>
          </p:nvSpPr>
          <p:spPr bwMode="auto">
            <a:xfrm>
              <a:off x="4687783" y="2055961"/>
              <a:ext cx="1152461" cy="436657"/>
            </a:xfrm>
            <a:custGeom>
              <a:avLst/>
              <a:gdLst>
                <a:gd name="T0" fmla="*/ 0 w 1478"/>
                <a:gd name="T1" fmla="*/ 560 h 560"/>
                <a:gd name="T2" fmla="*/ 1478 w 1478"/>
                <a:gd name="T3" fmla="*/ 560 h 560"/>
                <a:gd name="T4" fmla="*/ 742 w 1478"/>
                <a:gd name="T5" fmla="*/ 0 h 560"/>
                <a:gd name="T6" fmla="*/ 0 w 1478"/>
                <a:gd name="T7" fmla="*/ 56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8" h="560">
                  <a:moveTo>
                    <a:pt x="0" y="560"/>
                  </a:moveTo>
                  <a:lnTo>
                    <a:pt x="1478" y="560"/>
                  </a:lnTo>
                  <a:lnTo>
                    <a:pt x="742" y="0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5" name="Rectangle 529"/>
            <p:cNvSpPr>
              <a:spLocks noChangeArrowheads="1"/>
            </p:cNvSpPr>
            <p:nvPr/>
          </p:nvSpPr>
          <p:spPr bwMode="auto">
            <a:xfrm>
              <a:off x="5200075" y="2205672"/>
              <a:ext cx="129438" cy="20273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6" name="Freeform 530"/>
            <p:cNvSpPr>
              <a:spLocks/>
            </p:cNvSpPr>
            <p:nvPr/>
          </p:nvSpPr>
          <p:spPr bwMode="auto">
            <a:xfrm>
              <a:off x="5033989" y="2205672"/>
              <a:ext cx="129438" cy="202733"/>
            </a:xfrm>
            <a:custGeom>
              <a:avLst/>
              <a:gdLst>
                <a:gd name="T0" fmla="*/ 0 w 166"/>
                <a:gd name="T1" fmla="*/ 260 h 260"/>
                <a:gd name="T2" fmla="*/ 166 w 166"/>
                <a:gd name="T3" fmla="*/ 260 h 260"/>
                <a:gd name="T4" fmla="*/ 166 w 166"/>
                <a:gd name="T5" fmla="*/ 0 h 260"/>
                <a:gd name="T6" fmla="*/ 0 w 166"/>
                <a:gd name="T7" fmla="*/ 125 h 260"/>
                <a:gd name="T8" fmla="*/ 0 w 166"/>
                <a:gd name="T9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6" h="260">
                  <a:moveTo>
                    <a:pt x="0" y="260"/>
                  </a:moveTo>
                  <a:lnTo>
                    <a:pt x="166" y="260"/>
                  </a:lnTo>
                  <a:lnTo>
                    <a:pt x="166" y="0"/>
                  </a:lnTo>
                  <a:lnTo>
                    <a:pt x="0" y="125"/>
                  </a:lnTo>
                  <a:lnTo>
                    <a:pt x="0" y="2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7" name="Freeform 531"/>
            <p:cNvSpPr>
              <a:spLocks/>
            </p:cNvSpPr>
            <p:nvPr/>
          </p:nvSpPr>
          <p:spPr bwMode="auto">
            <a:xfrm>
              <a:off x="5366160" y="2205672"/>
              <a:ext cx="130997" cy="202733"/>
            </a:xfrm>
            <a:custGeom>
              <a:avLst/>
              <a:gdLst>
                <a:gd name="T0" fmla="*/ 168 w 168"/>
                <a:gd name="T1" fmla="*/ 260 h 260"/>
                <a:gd name="T2" fmla="*/ 0 w 168"/>
                <a:gd name="T3" fmla="*/ 260 h 260"/>
                <a:gd name="T4" fmla="*/ 0 w 168"/>
                <a:gd name="T5" fmla="*/ 0 h 260"/>
                <a:gd name="T6" fmla="*/ 168 w 168"/>
                <a:gd name="T7" fmla="*/ 125 h 260"/>
                <a:gd name="T8" fmla="*/ 168 w 168"/>
                <a:gd name="T9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8" h="260">
                  <a:moveTo>
                    <a:pt x="168" y="260"/>
                  </a:moveTo>
                  <a:lnTo>
                    <a:pt x="0" y="260"/>
                  </a:lnTo>
                  <a:lnTo>
                    <a:pt x="0" y="0"/>
                  </a:lnTo>
                  <a:lnTo>
                    <a:pt x="168" y="125"/>
                  </a:lnTo>
                  <a:lnTo>
                    <a:pt x="168" y="2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8" name="Rectangle 532"/>
            <p:cNvSpPr>
              <a:spLocks noChangeArrowheads="1"/>
            </p:cNvSpPr>
            <p:nvPr/>
          </p:nvSpPr>
          <p:spPr bwMode="auto">
            <a:xfrm>
              <a:off x="5266353" y="2205672"/>
              <a:ext cx="63159" cy="20273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9" name="Rectangle 533"/>
            <p:cNvSpPr>
              <a:spLocks noChangeArrowheads="1"/>
            </p:cNvSpPr>
            <p:nvPr/>
          </p:nvSpPr>
          <p:spPr bwMode="auto">
            <a:xfrm>
              <a:off x="4840612" y="2492618"/>
              <a:ext cx="849921" cy="18869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0" name="Rectangle 535"/>
            <p:cNvSpPr>
              <a:spLocks noChangeArrowheads="1"/>
            </p:cNvSpPr>
            <p:nvPr/>
          </p:nvSpPr>
          <p:spPr bwMode="auto">
            <a:xfrm>
              <a:off x="5366160" y="2515230"/>
              <a:ext cx="130997" cy="16608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1" name="Rectangle 536"/>
            <p:cNvSpPr>
              <a:spLocks noChangeArrowheads="1"/>
            </p:cNvSpPr>
            <p:nvPr/>
          </p:nvSpPr>
          <p:spPr bwMode="auto">
            <a:xfrm>
              <a:off x="5366160" y="2515230"/>
              <a:ext cx="130997" cy="16608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2" name="Rectangle 537"/>
            <p:cNvSpPr>
              <a:spLocks noChangeArrowheads="1"/>
            </p:cNvSpPr>
            <p:nvPr/>
          </p:nvSpPr>
          <p:spPr bwMode="auto">
            <a:xfrm>
              <a:off x="5033989" y="2526146"/>
              <a:ext cx="129438" cy="12008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3" name="Rectangle 538"/>
            <p:cNvSpPr>
              <a:spLocks noChangeArrowheads="1"/>
            </p:cNvSpPr>
            <p:nvPr/>
          </p:nvSpPr>
          <p:spPr bwMode="auto">
            <a:xfrm>
              <a:off x="5033989" y="2526146"/>
              <a:ext cx="129438" cy="12008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4" name="Rectangle 539"/>
            <p:cNvSpPr>
              <a:spLocks noChangeArrowheads="1"/>
            </p:cNvSpPr>
            <p:nvPr/>
          </p:nvSpPr>
          <p:spPr bwMode="auto">
            <a:xfrm>
              <a:off x="5200075" y="2526146"/>
              <a:ext cx="129438" cy="12008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5" name="Rectangle 540"/>
            <p:cNvSpPr>
              <a:spLocks noChangeArrowheads="1"/>
            </p:cNvSpPr>
            <p:nvPr/>
          </p:nvSpPr>
          <p:spPr bwMode="auto">
            <a:xfrm>
              <a:off x="5200075" y="2526146"/>
              <a:ext cx="129438" cy="12008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6" name="Freeform 541"/>
            <p:cNvSpPr>
              <a:spLocks/>
            </p:cNvSpPr>
            <p:nvPr/>
          </p:nvSpPr>
          <p:spPr bwMode="auto">
            <a:xfrm>
              <a:off x="4840612" y="2492618"/>
              <a:ext cx="849921" cy="94349"/>
            </a:xfrm>
            <a:custGeom>
              <a:avLst/>
              <a:gdLst>
                <a:gd name="T0" fmla="*/ 1090 w 1090"/>
                <a:gd name="T1" fmla="*/ 0 h 121"/>
                <a:gd name="T2" fmla="*/ 0 w 1090"/>
                <a:gd name="T3" fmla="*/ 0 h 121"/>
                <a:gd name="T4" fmla="*/ 0 w 1090"/>
                <a:gd name="T5" fmla="*/ 121 h 121"/>
                <a:gd name="T6" fmla="*/ 248 w 1090"/>
                <a:gd name="T7" fmla="*/ 121 h 121"/>
                <a:gd name="T8" fmla="*/ 248 w 1090"/>
                <a:gd name="T9" fmla="*/ 43 h 121"/>
                <a:gd name="T10" fmla="*/ 414 w 1090"/>
                <a:gd name="T11" fmla="*/ 43 h 121"/>
                <a:gd name="T12" fmla="*/ 414 w 1090"/>
                <a:gd name="T13" fmla="*/ 121 h 121"/>
                <a:gd name="T14" fmla="*/ 461 w 1090"/>
                <a:gd name="T15" fmla="*/ 121 h 121"/>
                <a:gd name="T16" fmla="*/ 461 w 1090"/>
                <a:gd name="T17" fmla="*/ 43 h 121"/>
                <a:gd name="T18" fmla="*/ 627 w 1090"/>
                <a:gd name="T19" fmla="*/ 43 h 121"/>
                <a:gd name="T20" fmla="*/ 627 w 1090"/>
                <a:gd name="T21" fmla="*/ 121 h 121"/>
                <a:gd name="T22" fmla="*/ 674 w 1090"/>
                <a:gd name="T23" fmla="*/ 121 h 121"/>
                <a:gd name="T24" fmla="*/ 674 w 1090"/>
                <a:gd name="T25" fmla="*/ 29 h 121"/>
                <a:gd name="T26" fmla="*/ 842 w 1090"/>
                <a:gd name="T27" fmla="*/ 29 h 121"/>
                <a:gd name="T28" fmla="*/ 842 w 1090"/>
                <a:gd name="T29" fmla="*/ 121 h 121"/>
                <a:gd name="T30" fmla="*/ 1090 w 1090"/>
                <a:gd name="T31" fmla="*/ 121 h 121"/>
                <a:gd name="T32" fmla="*/ 1090 w 1090"/>
                <a:gd name="T33" fmla="*/ 102 h 121"/>
                <a:gd name="T34" fmla="*/ 1090 w 1090"/>
                <a:gd name="T35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90" h="121">
                  <a:moveTo>
                    <a:pt x="1090" y="0"/>
                  </a:moveTo>
                  <a:lnTo>
                    <a:pt x="0" y="0"/>
                  </a:lnTo>
                  <a:lnTo>
                    <a:pt x="0" y="121"/>
                  </a:lnTo>
                  <a:lnTo>
                    <a:pt x="248" y="121"/>
                  </a:lnTo>
                  <a:lnTo>
                    <a:pt x="248" y="43"/>
                  </a:lnTo>
                  <a:lnTo>
                    <a:pt x="414" y="43"/>
                  </a:lnTo>
                  <a:lnTo>
                    <a:pt x="414" y="121"/>
                  </a:lnTo>
                  <a:lnTo>
                    <a:pt x="461" y="121"/>
                  </a:lnTo>
                  <a:lnTo>
                    <a:pt x="461" y="43"/>
                  </a:lnTo>
                  <a:lnTo>
                    <a:pt x="627" y="43"/>
                  </a:lnTo>
                  <a:lnTo>
                    <a:pt x="627" y="121"/>
                  </a:lnTo>
                  <a:lnTo>
                    <a:pt x="674" y="121"/>
                  </a:lnTo>
                  <a:lnTo>
                    <a:pt x="674" y="29"/>
                  </a:lnTo>
                  <a:lnTo>
                    <a:pt x="842" y="29"/>
                  </a:lnTo>
                  <a:lnTo>
                    <a:pt x="842" y="121"/>
                  </a:lnTo>
                  <a:lnTo>
                    <a:pt x="1090" y="121"/>
                  </a:lnTo>
                  <a:lnTo>
                    <a:pt x="1090" y="102"/>
                  </a:lnTo>
                  <a:lnTo>
                    <a:pt x="109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7" name="Freeform 542"/>
            <p:cNvSpPr>
              <a:spLocks/>
            </p:cNvSpPr>
            <p:nvPr/>
          </p:nvSpPr>
          <p:spPr bwMode="auto">
            <a:xfrm>
              <a:off x="4840612" y="2492618"/>
              <a:ext cx="849921" cy="94349"/>
            </a:xfrm>
            <a:custGeom>
              <a:avLst/>
              <a:gdLst>
                <a:gd name="T0" fmla="*/ 1090 w 1090"/>
                <a:gd name="T1" fmla="*/ 0 h 121"/>
                <a:gd name="T2" fmla="*/ 0 w 1090"/>
                <a:gd name="T3" fmla="*/ 0 h 121"/>
                <a:gd name="T4" fmla="*/ 0 w 1090"/>
                <a:gd name="T5" fmla="*/ 121 h 121"/>
                <a:gd name="T6" fmla="*/ 248 w 1090"/>
                <a:gd name="T7" fmla="*/ 121 h 121"/>
                <a:gd name="T8" fmla="*/ 248 w 1090"/>
                <a:gd name="T9" fmla="*/ 43 h 121"/>
                <a:gd name="T10" fmla="*/ 414 w 1090"/>
                <a:gd name="T11" fmla="*/ 43 h 121"/>
                <a:gd name="T12" fmla="*/ 414 w 1090"/>
                <a:gd name="T13" fmla="*/ 121 h 121"/>
                <a:gd name="T14" fmla="*/ 461 w 1090"/>
                <a:gd name="T15" fmla="*/ 121 h 121"/>
                <a:gd name="T16" fmla="*/ 461 w 1090"/>
                <a:gd name="T17" fmla="*/ 43 h 121"/>
                <a:gd name="T18" fmla="*/ 627 w 1090"/>
                <a:gd name="T19" fmla="*/ 43 h 121"/>
                <a:gd name="T20" fmla="*/ 627 w 1090"/>
                <a:gd name="T21" fmla="*/ 121 h 121"/>
                <a:gd name="T22" fmla="*/ 674 w 1090"/>
                <a:gd name="T23" fmla="*/ 121 h 121"/>
                <a:gd name="T24" fmla="*/ 674 w 1090"/>
                <a:gd name="T25" fmla="*/ 29 h 121"/>
                <a:gd name="T26" fmla="*/ 842 w 1090"/>
                <a:gd name="T27" fmla="*/ 29 h 121"/>
                <a:gd name="T28" fmla="*/ 842 w 1090"/>
                <a:gd name="T29" fmla="*/ 121 h 121"/>
                <a:gd name="T30" fmla="*/ 1090 w 1090"/>
                <a:gd name="T31" fmla="*/ 121 h 121"/>
                <a:gd name="T32" fmla="*/ 1090 w 1090"/>
                <a:gd name="T33" fmla="*/ 102 h 121"/>
                <a:gd name="T34" fmla="*/ 1090 w 1090"/>
                <a:gd name="T35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90" h="121">
                  <a:moveTo>
                    <a:pt x="1090" y="0"/>
                  </a:moveTo>
                  <a:lnTo>
                    <a:pt x="0" y="0"/>
                  </a:lnTo>
                  <a:lnTo>
                    <a:pt x="0" y="121"/>
                  </a:lnTo>
                  <a:lnTo>
                    <a:pt x="248" y="121"/>
                  </a:lnTo>
                  <a:lnTo>
                    <a:pt x="248" y="43"/>
                  </a:lnTo>
                  <a:lnTo>
                    <a:pt x="414" y="43"/>
                  </a:lnTo>
                  <a:lnTo>
                    <a:pt x="414" y="121"/>
                  </a:lnTo>
                  <a:lnTo>
                    <a:pt x="461" y="121"/>
                  </a:lnTo>
                  <a:lnTo>
                    <a:pt x="461" y="43"/>
                  </a:lnTo>
                  <a:lnTo>
                    <a:pt x="627" y="43"/>
                  </a:lnTo>
                  <a:lnTo>
                    <a:pt x="627" y="121"/>
                  </a:lnTo>
                  <a:lnTo>
                    <a:pt x="674" y="121"/>
                  </a:lnTo>
                  <a:lnTo>
                    <a:pt x="674" y="29"/>
                  </a:lnTo>
                  <a:lnTo>
                    <a:pt x="842" y="29"/>
                  </a:lnTo>
                  <a:lnTo>
                    <a:pt x="842" y="121"/>
                  </a:lnTo>
                  <a:lnTo>
                    <a:pt x="1090" y="121"/>
                  </a:lnTo>
                  <a:lnTo>
                    <a:pt x="1090" y="102"/>
                  </a:lnTo>
                  <a:lnTo>
                    <a:pt x="1090" y="0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8" name="Rectangle 543"/>
            <p:cNvSpPr>
              <a:spLocks noChangeArrowheads="1"/>
            </p:cNvSpPr>
            <p:nvPr/>
          </p:nvSpPr>
          <p:spPr bwMode="auto">
            <a:xfrm>
              <a:off x="5366160" y="2515230"/>
              <a:ext cx="130997" cy="7173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9" name="Rectangle 544"/>
            <p:cNvSpPr>
              <a:spLocks noChangeArrowheads="1"/>
            </p:cNvSpPr>
            <p:nvPr/>
          </p:nvSpPr>
          <p:spPr bwMode="auto">
            <a:xfrm>
              <a:off x="5366160" y="2515230"/>
              <a:ext cx="130997" cy="7173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0" name="Rectangle 545"/>
            <p:cNvSpPr>
              <a:spLocks noChangeArrowheads="1"/>
            </p:cNvSpPr>
            <p:nvPr/>
          </p:nvSpPr>
          <p:spPr bwMode="auto">
            <a:xfrm>
              <a:off x="5033989" y="2526146"/>
              <a:ext cx="129438" cy="6082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1" name="Rectangle 546"/>
            <p:cNvSpPr>
              <a:spLocks noChangeArrowheads="1"/>
            </p:cNvSpPr>
            <p:nvPr/>
          </p:nvSpPr>
          <p:spPr bwMode="auto">
            <a:xfrm>
              <a:off x="5033989" y="2526146"/>
              <a:ext cx="129438" cy="6082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2" name="Rectangle 547"/>
            <p:cNvSpPr>
              <a:spLocks noChangeArrowheads="1"/>
            </p:cNvSpPr>
            <p:nvPr/>
          </p:nvSpPr>
          <p:spPr bwMode="auto">
            <a:xfrm>
              <a:off x="5200075" y="2526146"/>
              <a:ext cx="129438" cy="6082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3" name="Rectangle 548"/>
            <p:cNvSpPr>
              <a:spLocks noChangeArrowheads="1"/>
            </p:cNvSpPr>
            <p:nvPr/>
          </p:nvSpPr>
          <p:spPr bwMode="auto">
            <a:xfrm>
              <a:off x="5200075" y="2526146"/>
              <a:ext cx="129438" cy="6082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00" name="组合 299"/>
          <p:cNvGrpSpPr/>
          <p:nvPr/>
        </p:nvGrpSpPr>
        <p:grpSpPr>
          <a:xfrm>
            <a:off x="8332054" y="2089490"/>
            <a:ext cx="241972" cy="1181147"/>
            <a:chOff x="8332054" y="2089490"/>
            <a:chExt cx="241972" cy="1181147"/>
          </a:xfrm>
        </p:grpSpPr>
        <p:grpSp>
          <p:nvGrpSpPr>
            <p:cNvPr id="6" name="组合 5"/>
            <p:cNvGrpSpPr/>
            <p:nvPr/>
          </p:nvGrpSpPr>
          <p:grpSpPr>
            <a:xfrm>
              <a:off x="8333865" y="2089490"/>
              <a:ext cx="240161" cy="591825"/>
              <a:chOff x="8333865" y="2089490"/>
              <a:chExt cx="240161" cy="591825"/>
            </a:xfrm>
          </p:grpSpPr>
          <p:sp>
            <p:nvSpPr>
              <p:cNvPr id="450" name="Freeform 572"/>
              <p:cNvSpPr>
                <a:spLocks/>
              </p:cNvSpPr>
              <p:nvPr/>
            </p:nvSpPr>
            <p:spPr bwMode="auto">
              <a:xfrm>
                <a:off x="8432113" y="2562794"/>
                <a:ext cx="43666" cy="118521"/>
              </a:xfrm>
              <a:custGeom>
                <a:avLst/>
                <a:gdLst>
                  <a:gd name="T0" fmla="*/ 11 w 56"/>
                  <a:gd name="T1" fmla="*/ 0 h 152"/>
                  <a:gd name="T2" fmla="*/ 0 w 56"/>
                  <a:gd name="T3" fmla="*/ 152 h 152"/>
                  <a:gd name="T4" fmla="*/ 56 w 56"/>
                  <a:gd name="T5" fmla="*/ 152 h 152"/>
                  <a:gd name="T6" fmla="*/ 44 w 56"/>
                  <a:gd name="T7" fmla="*/ 0 h 152"/>
                  <a:gd name="T8" fmla="*/ 11 w 56"/>
                  <a:gd name="T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52">
                    <a:moveTo>
                      <a:pt x="11" y="0"/>
                    </a:moveTo>
                    <a:lnTo>
                      <a:pt x="0" y="152"/>
                    </a:lnTo>
                    <a:lnTo>
                      <a:pt x="56" y="152"/>
                    </a:lnTo>
                    <a:lnTo>
                      <a:pt x="44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Freeform 573"/>
              <p:cNvSpPr>
                <a:spLocks/>
              </p:cNvSpPr>
              <p:nvPr/>
            </p:nvSpPr>
            <p:spPr bwMode="auto">
              <a:xfrm>
                <a:off x="8453945" y="2562794"/>
                <a:ext cx="21833" cy="118521"/>
              </a:xfrm>
              <a:custGeom>
                <a:avLst/>
                <a:gdLst>
                  <a:gd name="T0" fmla="*/ 0 w 28"/>
                  <a:gd name="T1" fmla="*/ 0 h 152"/>
                  <a:gd name="T2" fmla="*/ 0 w 28"/>
                  <a:gd name="T3" fmla="*/ 152 h 152"/>
                  <a:gd name="T4" fmla="*/ 28 w 28"/>
                  <a:gd name="T5" fmla="*/ 152 h 152"/>
                  <a:gd name="T6" fmla="*/ 16 w 28"/>
                  <a:gd name="T7" fmla="*/ 0 h 152"/>
                  <a:gd name="T8" fmla="*/ 0 w 28"/>
                  <a:gd name="T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52">
                    <a:moveTo>
                      <a:pt x="0" y="0"/>
                    </a:moveTo>
                    <a:lnTo>
                      <a:pt x="0" y="152"/>
                    </a:lnTo>
                    <a:lnTo>
                      <a:pt x="28" y="152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Freeform 574"/>
              <p:cNvSpPr>
                <a:spLocks/>
              </p:cNvSpPr>
              <p:nvPr/>
            </p:nvSpPr>
            <p:spPr bwMode="auto">
              <a:xfrm>
                <a:off x="8333865" y="2089490"/>
                <a:ext cx="240161" cy="512292"/>
              </a:xfrm>
              <a:custGeom>
                <a:avLst/>
                <a:gdLst>
                  <a:gd name="T0" fmla="*/ 0 w 308"/>
                  <a:gd name="T1" fmla="*/ 657 h 657"/>
                  <a:gd name="T2" fmla="*/ 154 w 308"/>
                  <a:gd name="T3" fmla="*/ 0 h 657"/>
                  <a:gd name="T4" fmla="*/ 308 w 308"/>
                  <a:gd name="T5" fmla="*/ 657 h 657"/>
                  <a:gd name="T6" fmla="*/ 0 w 308"/>
                  <a:gd name="T7" fmla="*/ 657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8" h="657">
                    <a:moveTo>
                      <a:pt x="0" y="657"/>
                    </a:moveTo>
                    <a:lnTo>
                      <a:pt x="154" y="0"/>
                    </a:lnTo>
                    <a:lnTo>
                      <a:pt x="308" y="657"/>
                    </a:lnTo>
                    <a:lnTo>
                      <a:pt x="0" y="657"/>
                    </a:ln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Freeform 575"/>
              <p:cNvSpPr>
                <a:spLocks/>
              </p:cNvSpPr>
              <p:nvPr/>
            </p:nvSpPr>
            <p:spPr bwMode="auto">
              <a:xfrm>
                <a:off x="8453945" y="2089490"/>
                <a:ext cx="120081" cy="512292"/>
              </a:xfrm>
              <a:custGeom>
                <a:avLst/>
                <a:gdLst>
                  <a:gd name="T0" fmla="*/ 154 w 154"/>
                  <a:gd name="T1" fmla="*/ 657 h 657"/>
                  <a:gd name="T2" fmla="*/ 0 w 154"/>
                  <a:gd name="T3" fmla="*/ 0 h 657"/>
                  <a:gd name="T4" fmla="*/ 0 w 154"/>
                  <a:gd name="T5" fmla="*/ 657 h 657"/>
                  <a:gd name="T6" fmla="*/ 154 w 154"/>
                  <a:gd name="T7" fmla="*/ 657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4" h="657">
                    <a:moveTo>
                      <a:pt x="154" y="657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154" y="657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68" name="组合 667"/>
            <p:cNvGrpSpPr/>
            <p:nvPr/>
          </p:nvGrpSpPr>
          <p:grpSpPr>
            <a:xfrm flipV="1">
              <a:off x="8332054" y="2678812"/>
              <a:ext cx="240161" cy="591825"/>
              <a:chOff x="8333865" y="2089490"/>
              <a:chExt cx="240161" cy="591825"/>
            </a:xfrm>
            <a:noFill/>
          </p:grpSpPr>
          <p:sp>
            <p:nvSpPr>
              <p:cNvPr id="669" name="Freeform 572"/>
              <p:cNvSpPr>
                <a:spLocks/>
              </p:cNvSpPr>
              <p:nvPr/>
            </p:nvSpPr>
            <p:spPr bwMode="auto">
              <a:xfrm>
                <a:off x="8432113" y="2562794"/>
                <a:ext cx="43666" cy="118521"/>
              </a:xfrm>
              <a:custGeom>
                <a:avLst/>
                <a:gdLst>
                  <a:gd name="T0" fmla="*/ 11 w 56"/>
                  <a:gd name="T1" fmla="*/ 0 h 152"/>
                  <a:gd name="T2" fmla="*/ 0 w 56"/>
                  <a:gd name="T3" fmla="*/ 152 h 152"/>
                  <a:gd name="T4" fmla="*/ 56 w 56"/>
                  <a:gd name="T5" fmla="*/ 152 h 152"/>
                  <a:gd name="T6" fmla="*/ 44 w 56"/>
                  <a:gd name="T7" fmla="*/ 0 h 152"/>
                  <a:gd name="T8" fmla="*/ 11 w 56"/>
                  <a:gd name="T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52">
                    <a:moveTo>
                      <a:pt x="11" y="0"/>
                    </a:moveTo>
                    <a:lnTo>
                      <a:pt x="0" y="152"/>
                    </a:lnTo>
                    <a:lnTo>
                      <a:pt x="56" y="152"/>
                    </a:lnTo>
                    <a:lnTo>
                      <a:pt x="44" y="0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0" name="Freeform 573"/>
              <p:cNvSpPr>
                <a:spLocks/>
              </p:cNvSpPr>
              <p:nvPr/>
            </p:nvSpPr>
            <p:spPr bwMode="auto">
              <a:xfrm>
                <a:off x="8453945" y="2562794"/>
                <a:ext cx="21833" cy="118521"/>
              </a:xfrm>
              <a:custGeom>
                <a:avLst/>
                <a:gdLst>
                  <a:gd name="T0" fmla="*/ 0 w 28"/>
                  <a:gd name="T1" fmla="*/ 0 h 152"/>
                  <a:gd name="T2" fmla="*/ 0 w 28"/>
                  <a:gd name="T3" fmla="*/ 152 h 152"/>
                  <a:gd name="T4" fmla="*/ 28 w 28"/>
                  <a:gd name="T5" fmla="*/ 152 h 152"/>
                  <a:gd name="T6" fmla="*/ 16 w 28"/>
                  <a:gd name="T7" fmla="*/ 0 h 152"/>
                  <a:gd name="T8" fmla="*/ 0 w 28"/>
                  <a:gd name="T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52">
                    <a:moveTo>
                      <a:pt x="0" y="0"/>
                    </a:moveTo>
                    <a:lnTo>
                      <a:pt x="0" y="152"/>
                    </a:lnTo>
                    <a:lnTo>
                      <a:pt x="28" y="152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1" name="Freeform 574"/>
              <p:cNvSpPr>
                <a:spLocks/>
              </p:cNvSpPr>
              <p:nvPr/>
            </p:nvSpPr>
            <p:spPr bwMode="auto">
              <a:xfrm>
                <a:off x="8333865" y="2089490"/>
                <a:ext cx="240161" cy="512292"/>
              </a:xfrm>
              <a:custGeom>
                <a:avLst/>
                <a:gdLst>
                  <a:gd name="T0" fmla="*/ 0 w 308"/>
                  <a:gd name="T1" fmla="*/ 657 h 657"/>
                  <a:gd name="T2" fmla="*/ 154 w 308"/>
                  <a:gd name="T3" fmla="*/ 0 h 657"/>
                  <a:gd name="T4" fmla="*/ 308 w 308"/>
                  <a:gd name="T5" fmla="*/ 657 h 657"/>
                  <a:gd name="T6" fmla="*/ 0 w 308"/>
                  <a:gd name="T7" fmla="*/ 657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8" h="657">
                    <a:moveTo>
                      <a:pt x="0" y="657"/>
                    </a:moveTo>
                    <a:lnTo>
                      <a:pt x="154" y="0"/>
                    </a:lnTo>
                    <a:lnTo>
                      <a:pt x="308" y="657"/>
                    </a:lnTo>
                    <a:lnTo>
                      <a:pt x="0" y="6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2" name="Freeform 575"/>
              <p:cNvSpPr>
                <a:spLocks/>
              </p:cNvSpPr>
              <p:nvPr/>
            </p:nvSpPr>
            <p:spPr bwMode="auto">
              <a:xfrm>
                <a:off x="8453945" y="2089490"/>
                <a:ext cx="120081" cy="512292"/>
              </a:xfrm>
              <a:custGeom>
                <a:avLst/>
                <a:gdLst>
                  <a:gd name="T0" fmla="*/ 154 w 154"/>
                  <a:gd name="T1" fmla="*/ 657 h 657"/>
                  <a:gd name="T2" fmla="*/ 0 w 154"/>
                  <a:gd name="T3" fmla="*/ 0 h 657"/>
                  <a:gd name="T4" fmla="*/ 0 w 154"/>
                  <a:gd name="T5" fmla="*/ 657 h 657"/>
                  <a:gd name="T6" fmla="*/ 154 w 154"/>
                  <a:gd name="T7" fmla="*/ 657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4" h="657">
                    <a:moveTo>
                      <a:pt x="154" y="657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154" y="6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02" name="组合 301"/>
          <p:cNvGrpSpPr/>
          <p:nvPr/>
        </p:nvGrpSpPr>
        <p:grpSpPr>
          <a:xfrm>
            <a:off x="7993548" y="1985784"/>
            <a:ext cx="249867" cy="1239175"/>
            <a:chOff x="7993548" y="1985784"/>
            <a:chExt cx="249867" cy="1239175"/>
          </a:xfrm>
        </p:grpSpPr>
        <p:grpSp>
          <p:nvGrpSpPr>
            <p:cNvPr id="3" name="组合 2"/>
            <p:cNvGrpSpPr/>
            <p:nvPr/>
          </p:nvGrpSpPr>
          <p:grpSpPr>
            <a:xfrm>
              <a:off x="7994676" y="1985784"/>
              <a:ext cx="248739" cy="619897"/>
              <a:chOff x="7994676" y="1985784"/>
              <a:chExt cx="248739" cy="619897"/>
            </a:xfrm>
          </p:grpSpPr>
          <p:sp>
            <p:nvSpPr>
              <p:cNvPr id="373" name="Freeform 493"/>
              <p:cNvSpPr>
                <a:spLocks/>
              </p:cNvSpPr>
              <p:nvPr/>
            </p:nvSpPr>
            <p:spPr bwMode="auto">
              <a:xfrm>
                <a:off x="8098382" y="2481701"/>
                <a:ext cx="43666" cy="123980"/>
              </a:xfrm>
              <a:custGeom>
                <a:avLst/>
                <a:gdLst>
                  <a:gd name="T0" fmla="*/ 11 w 56"/>
                  <a:gd name="T1" fmla="*/ 0 h 159"/>
                  <a:gd name="T2" fmla="*/ 0 w 56"/>
                  <a:gd name="T3" fmla="*/ 159 h 159"/>
                  <a:gd name="T4" fmla="*/ 56 w 56"/>
                  <a:gd name="T5" fmla="*/ 159 h 159"/>
                  <a:gd name="T6" fmla="*/ 45 w 56"/>
                  <a:gd name="T7" fmla="*/ 0 h 159"/>
                  <a:gd name="T8" fmla="*/ 11 w 56"/>
                  <a:gd name="T9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59">
                    <a:moveTo>
                      <a:pt x="11" y="0"/>
                    </a:moveTo>
                    <a:lnTo>
                      <a:pt x="0" y="159"/>
                    </a:lnTo>
                    <a:lnTo>
                      <a:pt x="56" y="159"/>
                    </a:lnTo>
                    <a:lnTo>
                      <a:pt x="45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494"/>
              <p:cNvSpPr>
                <a:spLocks/>
              </p:cNvSpPr>
              <p:nvPr/>
            </p:nvSpPr>
            <p:spPr bwMode="auto">
              <a:xfrm>
                <a:off x="8120215" y="2481701"/>
                <a:ext cx="21833" cy="123980"/>
              </a:xfrm>
              <a:custGeom>
                <a:avLst/>
                <a:gdLst>
                  <a:gd name="T0" fmla="*/ 0 w 28"/>
                  <a:gd name="T1" fmla="*/ 0 h 159"/>
                  <a:gd name="T2" fmla="*/ 0 w 28"/>
                  <a:gd name="T3" fmla="*/ 159 h 159"/>
                  <a:gd name="T4" fmla="*/ 28 w 28"/>
                  <a:gd name="T5" fmla="*/ 159 h 159"/>
                  <a:gd name="T6" fmla="*/ 17 w 28"/>
                  <a:gd name="T7" fmla="*/ 0 h 159"/>
                  <a:gd name="T8" fmla="*/ 0 w 28"/>
                  <a:gd name="T9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8" y="159"/>
                    </a:lnTo>
                    <a:lnTo>
                      <a:pt x="1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495"/>
              <p:cNvSpPr>
                <a:spLocks/>
              </p:cNvSpPr>
              <p:nvPr/>
            </p:nvSpPr>
            <p:spPr bwMode="auto">
              <a:xfrm>
                <a:off x="7994676" y="1985784"/>
                <a:ext cx="248739" cy="536464"/>
              </a:xfrm>
              <a:custGeom>
                <a:avLst/>
                <a:gdLst>
                  <a:gd name="T0" fmla="*/ 0 w 319"/>
                  <a:gd name="T1" fmla="*/ 688 h 688"/>
                  <a:gd name="T2" fmla="*/ 161 w 319"/>
                  <a:gd name="T3" fmla="*/ 0 h 688"/>
                  <a:gd name="T4" fmla="*/ 319 w 319"/>
                  <a:gd name="T5" fmla="*/ 688 h 688"/>
                  <a:gd name="T6" fmla="*/ 0 w 319"/>
                  <a:gd name="T7" fmla="*/ 688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9" h="688">
                    <a:moveTo>
                      <a:pt x="0" y="688"/>
                    </a:moveTo>
                    <a:lnTo>
                      <a:pt x="161" y="0"/>
                    </a:lnTo>
                    <a:lnTo>
                      <a:pt x="319" y="688"/>
                    </a:lnTo>
                    <a:lnTo>
                      <a:pt x="0" y="688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496"/>
              <p:cNvSpPr>
                <a:spLocks/>
              </p:cNvSpPr>
              <p:nvPr/>
            </p:nvSpPr>
            <p:spPr bwMode="auto">
              <a:xfrm>
                <a:off x="8120215" y="1985784"/>
                <a:ext cx="123199" cy="536464"/>
              </a:xfrm>
              <a:custGeom>
                <a:avLst/>
                <a:gdLst>
                  <a:gd name="T0" fmla="*/ 158 w 158"/>
                  <a:gd name="T1" fmla="*/ 688 h 688"/>
                  <a:gd name="T2" fmla="*/ 0 w 158"/>
                  <a:gd name="T3" fmla="*/ 0 h 688"/>
                  <a:gd name="T4" fmla="*/ 0 w 158"/>
                  <a:gd name="T5" fmla="*/ 688 h 688"/>
                  <a:gd name="T6" fmla="*/ 158 w 158"/>
                  <a:gd name="T7" fmla="*/ 688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8" h="688">
                    <a:moveTo>
                      <a:pt x="158" y="688"/>
                    </a:moveTo>
                    <a:lnTo>
                      <a:pt x="0" y="0"/>
                    </a:lnTo>
                    <a:lnTo>
                      <a:pt x="0" y="688"/>
                    </a:lnTo>
                    <a:lnTo>
                      <a:pt x="158" y="688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78" name="组合 677"/>
            <p:cNvGrpSpPr/>
            <p:nvPr/>
          </p:nvGrpSpPr>
          <p:grpSpPr>
            <a:xfrm flipV="1">
              <a:off x="7993548" y="2605062"/>
              <a:ext cx="248739" cy="619897"/>
              <a:chOff x="7994676" y="1985784"/>
              <a:chExt cx="248739" cy="619897"/>
            </a:xfrm>
            <a:noFill/>
          </p:grpSpPr>
          <p:sp>
            <p:nvSpPr>
              <p:cNvPr id="679" name="Freeform 493"/>
              <p:cNvSpPr>
                <a:spLocks/>
              </p:cNvSpPr>
              <p:nvPr/>
            </p:nvSpPr>
            <p:spPr bwMode="auto">
              <a:xfrm>
                <a:off x="8098382" y="2481701"/>
                <a:ext cx="43666" cy="123980"/>
              </a:xfrm>
              <a:custGeom>
                <a:avLst/>
                <a:gdLst>
                  <a:gd name="T0" fmla="*/ 11 w 56"/>
                  <a:gd name="T1" fmla="*/ 0 h 159"/>
                  <a:gd name="T2" fmla="*/ 0 w 56"/>
                  <a:gd name="T3" fmla="*/ 159 h 159"/>
                  <a:gd name="T4" fmla="*/ 56 w 56"/>
                  <a:gd name="T5" fmla="*/ 159 h 159"/>
                  <a:gd name="T6" fmla="*/ 45 w 56"/>
                  <a:gd name="T7" fmla="*/ 0 h 159"/>
                  <a:gd name="T8" fmla="*/ 11 w 56"/>
                  <a:gd name="T9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59">
                    <a:moveTo>
                      <a:pt x="11" y="0"/>
                    </a:moveTo>
                    <a:lnTo>
                      <a:pt x="0" y="159"/>
                    </a:lnTo>
                    <a:lnTo>
                      <a:pt x="56" y="159"/>
                    </a:lnTo>
                    <a:lnTo>
                      <a:pt x="45" y="0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0" name="Freeform 494"/>
              <p:cNvSpPr>
                <a:spLocks/>
              </p:cNvSpPr>
              <p:nvPr/>
            </p:nvSpPr>
            <p:spPr bwMode="auto">
              <a:xfrm>
                <a:off x="8120215" y="2481701"/>
                <a:ext cx="21833" cy="123980"/>
              </a:xfrm>
              <a:custGeom>
                <a:avLst/>
                <a:gdLst>
                  <a:gd name="T0" fmla="*/ 0 w 28"/>
                  <a:gd name="T1" fmla="*/ 0 h 159"/>
                  <a:gd name="T2" fmla="*/ 0 w 28"/>
                  <a:gd name="T3" fmla="*/ 159 h 159"/>
                  <a:gd name="T4" fmla="*/ 28 w 28"/>
                  <a:gd name="T5" fmla="*/ 159 h 159"/>
                  <a:gd name="T6" fmla="*/ 17 w 28"/>
                  <a:gd name="T7" fmla="*/ 0 h 159"/>
                  <a:gd name="T8" fmla="*/ 0 w 28"/>
                  <a:gd name="T9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8" y="159"/>
                    </a:lnTo>
                    <a:lnTo>
                      <a:pt x="1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1" name="Freeform 495"/>
              <p:cNvSpPr>
                <a:spLocks/>
              </p:cNvSpPr>
              <p:nvPr/>
            </p:nvSpPr>
            <p:spPr bwMode="auto">
              <a:xfrm>
                <a:off x="7994676" y="1985784"/>
                <a:ext cx="248739" cy="536464"/>
              </a:xfrm>
              <a:custGeom>
                <a:avLst/>
                <a:gdLst>
                  <a:gd name="T0" fmla="*/ 0 w 319"/>
                  <a:gd name="T1" fmla="*/ 688 h 688"/>
                  <a:gd name="T2" fmla="*/ 161 w 319"/>
                  <a:gd name="T3" fmla="*/ 0 h 688"/>
                  <a:gd name="T4" fmla="*/ 319 w 319"/>
                  <a:gd name="T5" fmla="*/ 688 h 688"/>
                  <a:gd name="T6" fmla="*/ 0 w 319"/>
                  <a:gd name="T7" fmla="*/ 688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9" h="688">
                    <a:moveTo>
                      <a:pt x="0" y="688"/>
                    </a:moveTo>
                    <a:lnTo>
                      <a:pt x="161" y="0"/>
                    </a:lnTo>
                    <a:lnTo>
                      <a:pt x="319" y="688"/>
                    </a:lnTo>
                    <a:lnTo>
                      <a:pt x="0" y="68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2" name="Freeform 496"/>
              <p:cNvSpPr>
                <a:spLocks/>
              </p:cNvSpPr>
              <p:nvPr/>
            </p:nvSpPr>
            <p:spPr bwMode="auto">
              <a:xfrm>
                <a:off x="8120215" y="1985784"/>
                <a:ext cx="123199" cy="536464"/>
              </a:xfrm>
              <a:custGeom>
                <a:avLst/>
                <a:gdLst>
                  <a:gd name="T0" fmla="*/ 158 w 158"/>
                  <a:gd name="T1" fmla="*/ 688 h 688"/>
                  <a:gd name="T2" fmla="*/ 0 w 158"/>
                  <a:gd name="T3" fmla="*/ 0 h 688"/>
                  <a:gd name="T4" fmla="*/ 0 w 158"/>
                  <a:gd name="T5" fmla="*/ 688 h 688"/>
                  <a:gd name="T6" fmla="*/ 158 w 158"/>
                  <a:gd name="T7" fmla="*/ 688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8" h="688">
                    <a:moveTo>
                      <a:pt x="158" y="688"/>
                    </a:moveTo>
                    <a:lnTo>
                      <a:pt x="0" y="0"/>
                    </a:lnTo>
                    <a:lnTo>
                      <a:pt x="0" y="688"/>
                    </a:lnTo>
                    <a:lnTo>
                      <a:pt x="158" y="68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01" name="组合 300"/>
          <p:cNvGrpSpPr/>
          <p:nvPr/>
        </p:nvGrpSpPr>
        <p:grpSpPr>
          <a:xfrm>
            <a:off x="8149950" y="2104305"/>
            <a:ext cx="202629" cy="1002132"/>
            <a:chOff x="8149950" y="2104305"/>
            <a:chExt cx="202629" cy="1002132"/>
          </a:xfrm>
        </p:grpSpPr>
        <p:grpSp>
          <p:nvGrpSpPr>
            <p:cNvPr id="4" name="组合 3"/>
            <p:cNvGrpSpPr/>
            <p:nvPr/>
          </p:nvGrpSpPr>
          <p:grpSpPr>
            <a:xfrm>
              <a:off x="8151405" y="2104305"/>
              <a:ext cx="201174" cy="501375"/>
              <a:chOff x="8151405" y="2104305"/>
              <a:chExt cx="201174" cy="501375"/>
            </a:xfrm>
          </p:grpSpPr>
          <p:sp>
            <p:nvSpPr>
              <p:cNvPr id="377" name="Freeform 497"/>
              <p:cNvSpPr>
                <a:spLocks/>
              </p:cNvSpPr>
              <p:nvPr/>
            </p:nvSpPr>
            <p:spPr bwMode="auto">
              <a:xfrm>
                <a:off x="8232498" y="2505873"/>
                <a:ext cx="36648" cy="99807"/>
              </a:xfrm>
              <a:custGeom>
                <a:avLst/>
                <a:gdLst>
                  <a:gd name="T0" fmla="*/ 12 w 47"/>
                  <a:gd name="T1" fmla="*/ 0 h 128"/>
                  <a:gd name="T2" fmla="*/ 0 w 47"/>
                  <a:gd name="T3" fmla="*/ 128 h 128"/>
                  <a:gd name="T4" fmla="*/ 47 w 47"/>
                  <a:gd name="T5" fmla="*/ 128 h 128"/>
                  <a:gd name="T6" fmla="*/ 38 w 47"/>
                  <a:gd name="T7" fmla="*/ 0 h 128"/>
                  <a:gd name="T8" fmla="*/ 12 w 47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128">
                    <a:moveTo>
                      <a:pt x="12" y="0"/>
                    </a:moveTo>
                    <a:lnTo>
                      <a:pt x="0" y="128"/>
                    </a:lnTo>
                    <a:lnTo>
                      <a:pt x="47" y="128"/>
                    </a:lnTo>
                    <a:lnTo>
                      <a:pt x="38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498"/>
              <p:cNvSpPr>
                <a:spLocks/>
              </p:cNvSpPr>
              <p:nvPr/>
            </p:nvSpPr>
            <p:spPr bwMode="auto">
              <a:xfrm>
                <a:off x="8251212" y="2505873"/>
                <a:ext cx="17934" cy="99807"/>
              </a:xfrm>
              <a:custGeom>
                <a:avLst/>
                <a:gdLst>
                  <a:gd name="T0" fmla="*/ 0 w 23"/>
                  <a:gd name="T1" fmla="*/ 0 h 128"/>
                  <a:gd name="T2" fmla="*/ 0 w 23"/>
                  <a:gd name="T3" fmla="*/ 128 h 128"/>
                  <a:gd name="T4" fmla="*/ 23 w 23"/>
                  <a:gd name="T5" fmla="*/ 128 h 128"/>
                  <a:gd name="T6" fmla="*/ 14 w 23"/>
                  <a:gd name="T7" fmla="*/ 0 h 128"/>
                  <a:gd name="T8" fmla="*/ 0 w 23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8">
                    <a:moveTo>
                      <a:pt x="0" y="0"/>
                    </a:moveTo>
                    <a:lnTo>
                      <a:pt x="0" y="128"/>
                    </a:lnTo>
                    <a:lnTo>
                      <a:pt x="23" y="128"/>
                    </a:lnTo>
                    <a:lnTo>
                      <a:pt x="1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499"/>
              <p:cNvSpPr>
                <a:spLocks/>
              </p:cNvSpPr>
              <p:nvPr/>
            </p:nvSpPr>
            <p:spPr bwMode="auto">
              <a:xfrm>
                <a:off x="8151405" y="2104305"/>
                <a:ext cx="201174" cy="432758"/>
              </a:xfrm>
              <a:custGeom>
                <a:avLst/>
                <a:gdLst>
                  <a:gd name="T0" fmla="*/ 0 w 258"/>
                  <a:gd name="T1" fmla="*/ 555 h 555"/>
                  <a:gd name="T2" fmla="*/ 128 w 258"/>
                  <a:gd name="T3" fmla="*/ 0 h 555"/>
                  <a:gd name="T4" fmla="*/ 258 w 258"/>
                  <a:gd name="T5" fmla="*/ 555 h 555"/>
                  <a:gd name="T6" fmla="*/ 0 w 258"/>
                  <a:gd name="T7" fmla="*/ 555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8" h="555">
                    <a:moveTo>
                      <a:pt x="0" y="555"/>
                    </a:moveTo>
                    <a:lnTo>
                      <a:pt x="128" y="0"/>
                    </a:lnTo>
                    <a:lnTo>
                      <a:pt x="258" y="555"/>
                    </a:lnTo>
                    <a:lnTo>
                      <a:pt x="0" y="555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Freeform 500"/>
              <p:cNvSpPr>
                <a:spLocks/>
              </p:cNvSpPr>
              <p:nvPr/>
            </p:nvSpPr>
            <p:spPr bwMode="auto">
              <a:xfrm>
                <a:off x="8251212" y="2104305"/>
                <a:ext cx="101367" cy="432758"/>
              </a:xfrm>
              <a:custGeom>
                <a:avLst/>
                <a:gdLst>
                  <a:gd name="T0" fmla="*/ 130 w 130"/>
                  <a:gd name="T1" fmla="*/ 555 h 555"/>
                  <a:gd name="T2" fmla="*/ 0 w 130"/>
                  <a:gd name="T3" fmla="*/ 0 h 555"/>
                  <a:gd name="T4" fmla="*/ 0 w 130"/>
                  <a:gd name="T5" fmla="*/ 555 h 555"/>
                  <a:gd name="T6" fmla="*/ 130 w 130"/>
                  <a:gd name="T7" fmla="*/ 555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" h="555">
                    <a:moveTo>
                      <a:pt x="130" y="555"/>
                    </a:moveTo>
                    <a:lnTo>
                      <a:pt x="0" y="0"/>
                    </a:lnTo>
                    <a:lnTo>
                      <a:pt x="0" y="555"/>
                    </a:lnTo>
                    <a:lnTo>
                      <a:pt x="130" y="555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73" name="组合 672"/>
            <p:cNvGrpSpPr/>
            <p:nvPr/>
          </p:nvGrpSpPr>
          <p:grpSpPr>
            <a:xfrm flipV="1">
              <a:off x="8149950" y="2605062"/>
              <a:ext cx="201174" cy="501375"/>
              <a:chOff x="8151405" y="2104305"/>
              <a:chExt cx="201174" cy="501375"/>
            </a:xfrm>
            <a:noFill/>
          </p:grpSpPr>
          <p:sp>
            <p:nvSpPr>
              <p:cNvPr id="674" name="Freeform 497"/>
              <p:cNvSpPr>
                <a:spLocks/>
              </p:cNvSpPr>
              <p:nvPr/>
            </p:nvSpPr>
            <p:spPr bwMode="auto">
              <a:xfrm>
                <a:off x="8232498" y="2505873"/>
                <a:ext cx="36648" cy="99807"/>
              </a:xfrm>
              <a:custGeom>
                <a:avLst/>
                <a:gdLst>
                  <a:gd name="T0" fmla="*/ 12 w 47"/>
                  <a:gd name="T1" fmla="*/ 0 h 128"/>
                  <a:gd name="T2" fmla="*/ 0 w 47"/>
                  <a:gd name="T3" fmla="*/ 128 h 128"/>
                  <a:gd name="T4" fmla="*/ 47 w 47"/>
                  <a:gd name="T5" fmla="*/ 128 h 128"/>
                  <a:gd name="T6" fmla="*/ 38 w 47"/>
                  <a:gd name="T7" fmla="*/ 0 h 128"/>
                  <a:gd name="T8" fmla="*/ 12 w 47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128">
                    <a:moveTo>
                      <a:pt x="12" y="0"/>
                    </a:moveTo>
                    <a:lnTo>
                      <a:pt x="0" y="128"/>
                    </a:lnTo>
                    <a:lnTo>
                      <a:pt x="47" y="128"/>
                    </a:lnTo>
                    <a:lnTo>
                      <a:pt x="38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5" name="Freeform 498"/>
              <p:cNvSpPr>
                <a:spLocks/>
              </p:cNvSpPr>
              <p:nvPr/>
            </p:nvSpPr>
            <p:spPr bwMode="auto">
              <a:xfrm>
                <a:off x="8251212" y="2505873"/>
                <a:ext cx="17934" cy="99807"/>
              </a:xfrm>
              <a:custGeom>
                <a:avLst/>
                <a:gdLst>
                  <a:gd name="T0" fmla="*/ 0 w 23"/>
                  <a:gd name="T1" fmla="*/ 0 h 128"/>
                  <a:gd name="T2" fmla="*/ 0 w 23"/>
                  <a:gd name="T3" fmla="*/ 128 h 128"/>
                  <a:gd name="T4" fmla="*/ 23 w 23"/>
                  <a:gd name="T5" fmla="*/ 128 h 128"/>
                  <a:gd name="T6" fmla="*/ 14 w 23"/>
                  <a:gd name="T7" fmla="*/ 0 h 128"/>
                  <a:gd name="T8" fmla="*/ 0 w 23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8">
                    <a:moveTo>
                      <a:pt x="0" y="0"/>
                    </a:moveTo>
                    <a:lnTo>
                      <a:pt x="0" y="128"/>
                    </a:lnTo>
                    <a:lnTo>
                      <a:pt x="23" y="128"/>
                    </a:lnTo>
                    <a:lnTo>
                      <a:pt x="1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6" name="Freeform 499"/>
              <p:cNvSpPr>
                <a:spLocks/>
              </p:cNvSpPr>
              <p:nvPr/>
            </p:nvSpPr>
            <p:spPr bwMode="auto">
              <a:xfrm>
                <a:off x="8151405" y="2104305"/>
                <a:ext cx="201174" cy="432758"/>
              </a:xfrm>
              <a:custGeom>
                <a:avLst/>
                <a:gdLst>
                  <a:gd name="T0" fmla="*/ 0 w 258"/>
                  <a:gd name="T1" fmla="*/ 555 h 555"/>
                  <a:gd name="T2" fmla="*/ 128 w 258"/>
                  <a:gd name="T3" fmla="*/ 0 h 555"/>
                  <a:gd name="T4" fmla="*/ 258 w 258"/>
                  <a:gd name="T5" fmla="*/ 555 h 555"/>
                  <a:gd name="T6" fmla="*/ 0 w 258"/>
                  <a:gd name="T7" fmla="*/ 555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8" h="555">
                    <a:moveTo>
                      <a:pt x="0" y="555"/>
                    </a:moveTo>
                    <a:lnTo>
                      <a:pt x="128" y="0"/>
                    </a:lnTo>
                    <a:lnTo>
                      <a:pt x="258" y="555"/>
                    </a:lnTo>
                    <a:lnTo>
                      <a:pt x="0" y="55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7" name="Freeform 500"/>
              <p:cNvSpPr>
                <a:spLocks/>
              </p:cNvSpPr>
              <p:nvPr/>
            </p:nvSpPr>
            <p:spPr bwMode="auto">
              <a:xfrm>
                <a:off x="8251212" y="2104305"/>
                <a:ext cx="101367" cy="432758"/>
              </a:xfrm>
              <a:custGeom>
                <a:avLst/>
                <a:gdLst>
                  <a:gd name="T0" fmla="*/ 130 w 130"/>
                  <a:gd name="T1" fmla="*/ 555 h 555"/>
                  <a:gd name="T2" fmla="*/ 0 w 130"/>
                  <a:gd name="T3" fmla="*/ 0 h 555"/>
                  <a:gd name="T4" fmla="*/ 0 w 130"/>
                  <a:gd name="T5" fmla="*/ 555 h 555"/>
                  <a:gd name="T6" fmla="*/ 130 w 130"/>
                  <a:gd name="T7" fmla="*/ 555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" h="555">
                    <a:moveTo>
                      <a:pt x="130" y="555"/>
                    </a:moveTo>
                    <a:lnTo>
                      <a:pt x="0" y="0"/>
                    </a:lnTo>
                    <a:lnTo>
                      <a:pt x="0" y="555"/>
                    </a:lnTo>
                    <a:lnTo>
                      <a:pt x="130" y="55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03" name="组合 302"/>
          <p:cNvGrpSpPr/>
          <p:nvPr/>
        </p:nvGrpSpPr>
        <p:grpSpPr>
          <a:xfrm>
            <a:off x="8595702" y="2229064"/>
            <a:ext cx="216146" cy="899590"/>
            <a:chOff x="8595702" y="2229064"/>
            <a:chExt cx="216146" cy="899590"/>
          </a:xfrm>
        </p:grpSpPr>
        <p:grpSp>
          <p:nvGrpSpPr>
            <p:cNvPr id="7" name="组合 6"/>
            <p:cNvGrpSpPr/>
            <p:nvPr/>
          </p:nvGrpSpPr>
          <p:grpSpPr>
            <a:xfrm>
              <a:off x="8595859" y="2229064"/>
              <a:ext cx="215989" cy="449912"/>
              <a:chOff x="8595859" y="2229064"/>
              <a:chExt cx="215989" cy="449912"/>
            </a:xfrm>
          </p:grpSpPr>
          <p:sp>
            <p:nvSpPr>
              <p:cNvPr id="468" name="Freeform 590"/>
              <p:cNvSpPr>
                <a:spLocks/>
              </p:cNvSpPr>
              <p:nvPr/>
            </p:nvSpPr>
            <p:spPr bwMode="auto">
              <a:xfrm>
                <a:off x="8595859" y="2229064"/>
                <a:ext cx="215989" cy="383634"/>
              </a:xfrm>
              <a:custGeom>
                <a:avLst/>
                <a:gdLst>
                  <a:gd name="T0" fmla="*/ 117 w 117"/>
                  <a:gd name="T1" fmla="*/ 149 h 208"/>
                  <a:gd name="T2" fmla="*/ 59 w 117"/>
                  <a:gd name="T3" fmla="*/ 208 h 208"/>
                  <a:gd name="T4" fmla="*/ 0 w 117"/>
                  <a:gd name="T5" fmla="*/ 149 h 208"/>
                  <a:gd name="T6" fmla="*/ 59 w 117"/>
                  <a:gd name="T7" fmla="*/ 0 h 208"/>
                  <a:gd name="T8" fmla="*/ 117 w 117"/>
                  <a:gd name="T9" fmla="*/ 149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208">
                    <a:moveTo>
                      <a:pt x="117" y="149"/>
                    </a:moveTo>
                    <a:cubicBezTo>
                      <a:pt x="117" y="182"/>
                      <a:pt x="91" y="208"/>
                      <a:pt x="59" y="208"/>
                    </a:cubicBezTo>
                    <a:cubicBezTo>
                      <a:pt x="26" y="208"/>
                      <a:pt x="0" y="182"/>
                      <a:pt x="0" y="149"/>
                    </a:cubicBezTo>
                    <a:cubicBezTo>
                      <a:pt x="0" y="104"/>
                      <a:pt x="26" y="0"/>
                      <a:pt x="59" y="0"/>
                    </a:cubicBezTo>
                    <a:cubicBezTo>
                      <a:pt x="91" y="0"/>
                      <a:pt x="117" y="117"/>
                      <a:pt x="117" y="149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Freeform 591"/>
              <p:cNvSpPr>
                <a:spLocks/>
              </p:cNvSpPr>
              <p:nvPr/>
            </p:nvSpPr>
            <p:spPr bwMode="auto">
              <a:xfrm>
                <a:off x="8704243" y="2229064"/>
                <a:ext cx="107605" cy="383634"/>
              </a:xfrm>
              <a:custGeom>
                <a:avLst/>
                <a:gdLst>
                  <a:gd name="T0" fmla="*/ 58 w 58"/>
                  <a:gd name="T1" fmla="*/ 149 h 208"/>
                  <a:gd name="T2" fmla="*/ 0 w 58"/>
                  <a:gd name="T3" fmla="*/ 0 h 208"/>
                  <a:gd name="T4" fmla="*/ 0 w 58"/>
                  <a:gd name="T5" fmla="*/ 208 h 208"/>
                  <a:gd name="T6" fmla="*/ 58 w 58"/>
                  <a:gd name="T7" fmla="*/ 149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208">
                    <a:moveTo>
                      <a:pt x="58" y="149"/>
                    </a:moveTo>
                    <a:cubicBezTo>
                      <a:pt x="58" y="108"/>
                      <a:pt x="32" y="0"/>
                      <a:pt x="0" y="0"/>
                    </a:cubicBezTo>
                    <a:cubicBezTo>
                      <a:pt x="0" y="208"/>
                      <a:pt x="0" y="208"/>
                      <a:pt x="0" y="208"/>
                    </a:cubicBezTo>
                    <a:cubicBezTo>
                      <a:pt x="32" y="208"/>
                      <a:pt x="58" y="182"/>
                      <a:pt x="58" y="149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592"/>
              <p:cNvSpPr>
                <a:spLocks/>
              </p:cNvSpPr>
              <p:nvPr/>
            </p:nvSpPr>
            <p:spPr bwMode="auto">
              <a:xfrm>
                <a:off x="8687869" y="2504313"/>
                <a:ext cx="31190" cy="174663"/>
              </a:xfrm>
              <a:custGeom>
                <a:avLst/>
                <a:gdLst>
                  <a:gd name="T0" fmla="*/ 10 w 40"/>
                  <a:gd name="T1" fmla="*/ 0 h 224"/>
                  <a:gd name="T2" fmla="*/ 0 w 40"/>
                  <a:gd name="T3" fmla="*/ 224 h 224"/>
                  <a:gd name="T4" fmla="*/ 40 w 40"/>
                  <a:gd name="T5" fmla="*/ 224 h 224"/>
                  <a:gd name="T6" fmla="*/ 33 w 40"/>
                  <a:gd name="T7" fmla="*/ 0 h 224"/>
                  <a:gd name="T8" fmla="*/ 10 w 40"/>
                  <a:gd name="T9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24">
                    <a:moveTo>
                      <a:pt x="10" y="0"/>
                    </a:moveTo>
                    <a:lnTo>
                      <a:pt x="0" y="224"/>
                    </a:lnTo>
                    <a:lnTo>
                      <a:pt x="40" y="224"/>
                    </a:lnTo>
                    <a:lnTo>
                      <a:pt x="33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Freeform 593"/>
              <p:cNvSpPr>
                <a:spLocks/>
              </p:cNvSpPr>
              <p:nvPr/>
            </p:nvSpPr>
            <p:spPr bwMode="auto">
              <a:xfrm>
                <a:off x="8704243" y="2504313"/>
                <a:ext cx="14815" cy="174663"/>
              </a:xfrm>
              <a:custGeom>
                <a:avLst/>
                <a:gdLst>
                  <a:gd name="T0" fmla="*/ 0 w 19"/>
                  <a:gd name="T1" fmla="*/ 0 h 224"/>
                  <a:gd name="T2" fmla="*/ 0 w 19"/>
                  <a:gd name="T3" fmla="*/ 224 h 224"/>
                  <a:gd name="T4" fmla="*/ 19 w 19"/>
                  <a:gd name="T5" fmla="*/ 224 h 224"/>
                  <a:gd name="T6" fmla="*/ 12 w 19"/>
                  <a:gd name="T7" fmla="*/ 0 h 224"/>
                  <a:gd name="T8" fmla="*/ 0 w 19"/>
                  <a:gd name="T9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24">
                    <a:moveTo>
                      <a:pt x="0" y="0"/>
                    </a:moveTo>
                    <a:lnTo>
                      <a:pt x="0" y="224"/>
                    </a:lnTo>
                    <a:lnTo>
                      <a:pt x="19" y="224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83" name="组合 682"/>
            <p:cNvGrpSpPr/>
            <p:nvPr/>
          </p:nvGrpSpPr>
          <p:grpSpPr>
            <a:xfrm flipV="1">
              <a:off x="8595702" y="2678742"/>
              <a:ext cx="215989" cy="449912"/>
              <a:chOff x="8595859" y="2229064"/>
              <a:chExt cx="215989" cy="449912"/>
            </a:xfrm>
            <a:noFill/>
          </p:grpSpPr>
          <p:sp>
            <p:nvSpPr>
              <p:cNvPr id="684" name="Freeform 590"/>
              <p:cNvSpPr>
                <a:spLocks/>
              </p:cNvSpPr>
              <p:nvPr/>
            </p:nvSpPr>
            <p:spPr bwMode="auto">
              <a:xfrm>
                <a:off x="8595859" y="2229064"/>
                <a:ext cx="215989" cy="383634"/>
              </a:xfrm>
              <a:custGeom>
                <a:avLst/>
                <a:gdLst>
                  <a:gd name="T0" fmla="*/ 117 w 117"/>
                  <a:gd name="T1" fmla="*/ 149 h 208"/>
                  <a:gd name="T2" fmla="*/ 59 w 117"/>
                  <a:gd name="T3" fmla="*/ 208 h 208"/>
                  <a:gd name="T4" fmla="*/ 0 w 117"/>
                  <a:gd name="T5" fmla="*/ 149 h 208"/>
                  <a:gd name="T6" fmla="*/ 59 w 117"/>
                  <a:gd name="T7" fmla="*/ 0 h 208"/>
                  <a:gd name="T8" fmla="*/ 117 w 117"/>
                  <a:gd name="T9" fmla="*/ 149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208">
                    <a:moveTo>
                      <a:pt x="117" y="149"/>
                    </a:moveTo>
                    <a:cubicBezTo>
                      <a:pt x="117" y="182"/>
                      <a:pt x="91" y="208"/>
                      <a:pt x="59" y="208"/>
                    </a:cubicBezTo>
                    <a:cubicBezTo>
                      <a:pt x="26" y="208"/>
                      <a:pt x="0" y="182"/>
                      <a:pt x="0" y="149"/>
                    </a:cubicBezTo>
                    <a:cubicBezTo>
                      <a:pt x="0" y="104"/>
                      <a:pt x="26" y="0"/>
                      <a:pt x="59" y="0"/>
                    </a:cubicBezTo>
                    <a:cubicBezTo>
                      <a:pt x="91" y="0"/>
                      <a:pt x="117" y="117"/>
                      <a:pt x="117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5" name="Freeform 591"/>
              <p:cNvSpPr>
                <a:spLocks/>
              </p:cNvSpPr>
              <p:nvPr/>
            </p:nvSpPr>
            <p:spPr bwMode="auto">
              <a:xfrm>
                <a:off x="8704243" y="2229064"/>
                <a:ext cx="107605" cy="383634"/>
              </a:xfrm>
              <a:custGeom>
                <a:avLst/>
                <a:gdLst>
                  <a:gd name="T0" fmla="*/ 58 w 58"/>
                  <a:gd name="T1" fmla="*/ 149 h 208"/>
                  <a:gd name="T2" fmla="*/ 0 w 58"/>
                  <a:gd name="T3" fmla="*/ 0 h 208"/>
                  <a:gd name="T4" fmla="*/ 0 w 58"/>
                  <a:gd name="T5" fmla="*/ 208 h 208"/>
                  <a:gd name="T6" fmla="*/ 58 w 58"/>
                  <a:gd name="T7" fmla="*/ 149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208">
                    <a:moveTo>
                      <a:pt x="58" y="149"/>
                    </a:moveTo>
                    <a:cubicBezTo>
                      <a:pt x="58" y="108"/>
                      <a:pt x="32" y="0"/>
                      <a:pt x="0" y="0"/>
                    </a:cubicBezTo>
                    <a:cubicBezTo>
                      <a:pt x="0" y="208"/>
                      <a:pt x="0" y="208"/>
                      <a:pt x="0" y="208"/>
                    </a:cubicBezTo>
                    <a:cubicBezTo>
                      <a:pt x="32" y="208"/>
                      <a:pt x="58" y="182"/>
                      <a:pt x="58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6" name="Freeform 592"/>
              <p:cNvSpPr>
                <a:spLocks/>
              </p:cNvSpPr>
              <p:nvPr/>
            </p:nvSpPr>
            <p:spPr bwMode="auto">
              <a:xfrm>
                <a:off x="8687869" y="2504313"/>
                <a:ext cx="31190" cy="174663"/>
              </a:xfrm>
              <a:custGeom>
                <a:avLst/>
                <a:gdLst>
                  <a:gd name="T0" fmla="*/ 10 w 40"/>
                  <a:gd name="T1" fmla="*/ 0 h 224"/>
                  <a:gd name="T2" fmla="*/ 0 w 40"/>
                  <a:gd name="T3" fmla="*/ 224 h 224"/>
                  <a:gd name="T4" fmla="*/ 40 w 40"/>
                  <a:gd name="T5" fmla="*/ 224 h 224"/>
                  <a:gd name="T6" fmla="*/ 33 w 40"/>
                  <a:gd name="T7" fmla="*/ 0 h 224"/>
                  <a:gd name="T8" fmla="*/ 10 w 40"/>
                  <a:gd name="T9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24">
                    <a:moveTo>
                      <a:pt x="10" y="0"/>
                    </a:moveTo>
                    <a:lnTo>
                      <a:pt x="0" y="224"/>
                    </a:lnTo>
                    <a:lnTo>
                      <a:pt x="40" y="224"/>
                    </a:lnTo>
                    <a:lnTo>
                      <a:pt x="33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7" name="Freeform 593"/>
              <p:cNvSpPr>
                <a:spLocks/>
              </p:cNvSpPr>
              <p:nvPr/>
            </p:nvSpPr>
            <p:spPr bwMode="auto">
              <a:xfrm>
                <a:off x="8704243" y="2504313"/>
                <a:ext cx="14815" cy="174663"/>
              </a:xfrm>
              <a:custGeom>
                <a:avLst/>
                <a:gdLst>
                  <a:gd name="T0" fmla="*/ 0 w 19"/>
                  <a:gd name="T1" fmla="*/ 0 h 224"/>
                  <a:gd name="T2" fmla="*/ 0 w 19"/>
                  <a:gd name="T3" fmla="*/ 224 h 224"/>
                  <a:gd name="T4" fmla="*/ 19 w 19"/>
                  <a:gd name="T5" fmla="*/ 224 h 224"/>
                  <a:gd name="T6" fmla="*/ 12 w 19"/>
                  <a:gd name="T7" fmla="*/ 0 h 224"/>
                  <a:gd name="T8" fmla="*/ 0 w 19"/>
                  <a:gd name="T9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24">
                    <a:moveTo>
                      <a:pt x="0" y="0"/>
                    </a:moveTo>
                    <a:lnTo>
                      <a:pt x="0" y="224"/>
                    </a:lnTo>
                    <a:lnTo>
                      <a:pt x="19" y="224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05" name="组合 304"/>
          <p:cNvGrpSpPr/>
          <p:nvPr/>
        </p:nvGrpSpPr>
        <p:grpSpPr>
          <a:xfrm>
            <a:off x="8736212" y="2411524"/>
            <a:ext cx="163747" cy="515919"/>
            <a:chOff x="8736212" y="2411524"/>
            <a:chExt cx="163747" cy="515919"/>
          </a:xfrm>
        </p:grpSpPr>
        <p:grpSp>
          <p:nvGrpSpPr>
            <p:cNvPr id="8" name="组合 7"/>
            <p:cNvGrpSpPr/>
            <p:nvPr/>
          </p:nvGrpSpPr>
          <p:grpSpPr>
            <a:xfrm>
              <a:off x="8736213" y="2411524"/>
              <a:ext cx="163746" cy="267452"/>
              <a:chOff x="8736213" y="2411524"/>
              <a:chExt cx="163746" cy="267452"/>
            </a:xfrm>
          </p:grpSpPr>
          <p:sp>
            <p:nvSpPr>
              <p:cNvPr id="472" name="Oval 594"/>
              <p:cNvSpPr>
                <a:spLocks noChangeArrowheads="1"/>
              </p:cNvSpPr>
              <p:nvPr/>
            </p:nvSpPr>
            <p:spPr bwMode="auto">
              <a:xfrm>
                <a:off x="8736213" y="2411524"/>
                <a:ext cx="163746" cy="217549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Freeform 595"/>
              <p:cNvSpPr>
                <a:spLocks/>
              </p:cNvSpPr>
              <p:nvPr/>
            </p:nvSpPr>
            <p:spPr bwMode="auto">
              <a:xfrm>
                <a:off x="8818865" y="2411524"/>
                <a:ext cx="81093" cy="217549"/>
              </a:xfrm>
              <a:custGeom>
                <a:avLst/>
                <a:gdLst>
                  <a:gd name="T0" fmla="*/ 44 w 44"/>
                  <a:gd name="T1" fmla="*/ 59 h 118"/>
                  <a:gd name="T2" fmla="*/ 0 w 44"/>
                  <a:gd name="T3" fmla="*/ 0 h 118"/>
                  <a:gd name="T4" fmla="*/ 0 w 44"/>
                  <a:gd name="T5" fmla="*/ 118 h 118"/>
                  <a:gd name="T6" fmla="*/ 44 w 44"/>
                  <a:gd name="T7" fmla="*/ 5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118">
                    <a:moveTo>
                      <a:pt x="44" y="59"/>
                    </a:moveTo>
                    <a:cubicBezTo>
                      <a:pt x="44" y="26"/>
                      <a:pt x="24" y="0"/>
                      <a:pt x="0" y="0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24" y="118"/>
                      <a:pt x="44" y="92"/>
                      <a:pt x="44" y="59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Freeform 596"/>
              <p:cNvSpPr>
                <a:spLocks/>
              </p:cNvSpPr>
              <p:nvPr/>
            </p:nvSpPr>
            <p:spPr bwMode="auto">
              <a:xfrm>
                <a:off x="8805610" y="2547979"/>
                <a:ext cx="24172" cy="130997"/>
              </a:xfrm>
              <a:custGeom>
                <a:avLst/>
                <a:gdLst>
                  <a:gd name="T0" fmla="*/ 8 w 31"/>
                  <a:gd name="T1" fmla="*/ 0 h 168"/>
                  <a:gd name="T2" fmla="*/ 0 w 31"/>
                  <a:gd name="T3" fmla="*/ 168 h 168"/>
                  <a:gd name="T4" fmla="*/ 31 w 31"/>
                  <a:gd name="T5" fmla="*/ 168 h 168"/>
                  <a:gd name="T6" fmla="*/ 24 w 31"/>
                  <a:gd name="T7" fmla="*/ 0 h 168"/>
                  <a:gd name="T8" fmla="*/ 8 w 31"/>
                  <a:gd name="T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68">
                    <a:moveTo>
                      <a:pt x="8" y="0"/>
                    </a:moveTo>
                    <a:lnTo>
                      <a:pt x="0" y="168"/>
                    </a:lnTo>
                    <a:lnTo>
                      <a:pt x="31" y="168"/>
                    </a:lnTo>
                    <a:lnTo>
                      <a:pt x="2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Freeform 597"/>
              <p:cNvSpPr>
                <a:spLocks/>
              </p:cNvSpPr>
              <p:nvPr/>
            </p:nvSpPr>
            <p:spPr bwMode="auto">
              <a:xfrm>
                <a:off x="8818865" y="2547979"/>
                <a:ext cx="10917" cy="130997"/>
              </a:xfrm>
              <a:custGeom>
                <a:avLst/>
                <a:gdLst>
                  <a:gd name="T0" fmla="*/ 0 w 14"/>
                  <a:gd name="T1" fmla="*/ 0 h 168"/>
                  <a:gd name="T2" fmla="*/ 0 w 14"/>
                  <a:gd name="T3" fmla="*/ 168 h 168"/>
                  <a:gd name="T4" fmla="*/ 14 w 14"/>
                  <a:gd name="T5" fmla="*/ 168 h 168"/>
                  <a:gd name="T6" fmla="*/ 7 w 14"/>
                  <a:gd name="T7" fmla="*/ 0 h 168"/>
                  <a:gd name="T8" fmla="*/ 0 w 14"/>
                  <a:gd name="T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8">
                    <a:moveTo>
                      <a:pt x="0" y="0"/>
                    </a:moveTo>
                    <a:lnTo>
                      <a:pt x="0" y="168"/>
                    </a:lnTo>
                    <a:lnTo>
                      <a:pt x="14" y="168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88" name="组合 687"/>
            <p:cNvGrpSpPr/>
            <p:nvPr/>
          </p:nvGrpSpPr>
          <p:grpSpPr>
            <a:xfrm flipV="1">
              <a:off x="8736212" y="2659991"/>
              <a:ext cx="163746" cy="267452"/>
              <a:chOff x="8736213" y="2411524"/>
              <a:chExt cx="163746" cy="267452"/>
            </a:xfrm>
            <a:noFill/>
          </p:grpSpPr>
          <p:sp>
            <p:nvSpPr>
              <p:cNvPr id="689" name="Oval 594"/>
              <p:cNvSpPr>
                <a:spLocks noChangeArrowheads="1"/>
              </p:cNvSpPr>
              <p:nvPr/>
            </p:nvSpPr>
            <p:spPr bwMode="auto">
              <a:xfrm>
                <a:off x="8736213" y="2411524"/>
                <a:ext cx="163746" cy="217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0" name="Freeform 595"/>
              <p:cNvSpPr>
                <a:spLocks/>
              </p:cNvSpPr>
              <p:nvPr/>
            </p:nvSpPr>
            <p:spPr bwMode="auto">
              <a:xfrm>
                <a:off x="8818865" y="2411524"/>
                <a:ext cx="81093" cy="217549"/>
              </a:xfrm>
              <a:custGeom>
                <a:avLst/>
                <a:gdLst>
                  <a:gd name="T0" fmla="*/ 44 w 44"/>
                  <a:gd name="T1" fmla="*/ 59 h 118"/>
                  <a:gd name="T2" fmla="*/ 0 w 44"/>
                  <a:gd name="T3" fmla="*/ 0 h 118"/>
                  <a:gd name="T4" fmla="*/ 0 w 44"/>
                  <a:gd name="T5" fmla="*/ 118 h 118"/>
                  <a:gd name="T6" fmla="*/ 44 w 44"/>
                  <a:gd name="T7" fmla="*/ 5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118">
                    <a:moveTo>
                      <a:pt x="44" y="59"/>
                    </a:moveTo>
                    <a:cubicBezTo>
                      <a:pt x="44" y="26"/>
                      <a:pt x="24" y="0"/>
                      <a:pt x="0" y="0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24" y="118"/>
                      <a:pt x="44" y="92"/>
                      <a:pt x="44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1" name="Freeform 596"/>
              <p:cNvSpPr>
                <a:spLocks/>
              </p:cNvSpPr>
              <p:nvPr/>
            </p:nvSpPr>
            <p:spPr bwMode="auto">
              <a:xfrm>
                <a:off x="8805610" y="2547979"/>
                <a:ext cx="24172" cy="130997"/>
              </a:xfrm>
              <a:custGeom>
                <a:avLst/>
                <a:gdLst>
                  <a:gd name="T0" fmla="*/ 8 w 31"/>
                  <a:gd name="T1" fmla="*/ 0 h 168"/>
                  <a:gd name="T2" fmla="*/ 0 w 31"/>
                  <a:gd name="T3" fmla="*/ 168 h 168"/>
                  <a:gd name="T4" fmla="*/ 31 w 31"/>
                  <a:gd name="T5" fmla="*/ 168 h 168"/>
                  <a:gd name="T6" fmla="*/ 24 w 31"/>
                  <a:gd name="T7" fmla="*/ 0 h 168"/>
                  <a:gd name="T8" fmla="*/ 8 w 31"/>
                  <a:gd name="T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68">
                    <a:moveTo>
                      <a:pt x="8" y="0"/>
                    </a:moveTo>
                    <a:lnTo>
                      <a:pt x="0" y="168"/>
                    </a:lnTo>
                    <a:lnTo>
                      <a:pt x="31" y="168"/>
                    </a:lnTo>
                    <a:lnTo>
                      <a:pt x="24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2" name="Freeform 597"/>
              <p:cNvSpPr>
                <a:spLocks/>
              </p:cNvSpPr>
              <p:nvPr/>
            </p:nvSpPr>
            <p:spPr bwMode="auto">
              <a:xfrm>
                <a:off x="8818865" y="2547979"/>
                <a:ext cx="10917" cy="130997"/>
              </a:xfrm>
              <a:custGeom>
                <a:avLst/>
                <a:gdLst>
                  <a:gd name="T0" fmla="*/ 0 w 14"/>
                  <a:gd name="T1" fmla="*/ 0 h 168"/>
                  <a:gd name="T2" fmla="*/ 0 w 14"/>
                  <a:gd name="T3" fmla="*/ 168 h 168"/>
                  <a:gd name="T4" fmla="*/ 14 w 14"/>
                  <a:gd name="T5" fmla="*/ 168 h 168"/>
                  <a:gd name="T6" fmla="*/ 7 w 14"/>
                  <a:gd name="T7" fmla="*/ 0 h 168"/>
                  <a:gd name="T8" fmla="*/ 0 w 14"/>
                  <a:gd name="T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8">
                    <a:moveTo>
                      <a:pt x="0" y="0"/>
                    </a:moveTo>
                    <a:lnTo>
                      <a:pt x="0" y="168"/>
                    </a:lnTo>
                    <a:lnTo>
                      <a:pt x="14" y="168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07" name="组合 306"/>
          <p:cNvGrpSpPr/>
          <p:nvPr/>
        </p:nvGrpSpPr>
        <p:grpSpPr>
          <a:xfrm>
            <a:off x="5756333" y="2600222"/>
            <a:ext cx="161106" cy="156080"/>
            <a:chOff x="5756333" y="2600222"/>
            <a:chExt cx="161106" cy="156080"/>
          </a:xfrm>
        </p:grpSpPr>
        <p:sp>
          <p:nvSpPr>
            <p:cNvPr id="446" name="Freeform 568"/>
            <p:cNvSpPr>
              <a:spLocks/>
            </p:cNvSpPr>
            <p:nvPr/>
          </p:nvSpPr>
          <p:spPr bwMode="auto">
            <a:xfrm>
              <a:off x="5756812" y="2600222"/>
              <a:ext cx="160627" cy="81093"/>
            </a:xfrm>
            <a:custGeom>
              <a:avLst/>
              <a:gdLst>
                <a:gd name="T0" fmla="*/ 44 w 87"/>
                <a:gd name="T1" fmla="*/ 0 h 44"/>
                <a:gd name="T2" fmla="*/ 0 w 87"/>
                <a:gd name="T3" fmla="*/ 44 h 44"/>
                <a:gd name="T4" fmla="*/ 87 w 87"/>
                <a:gd name="T5" fmla="*/ 44 h 44"/>
                <a:gd name="T6" fmla="*/ 44 w 87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44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7" y="20"/>
                    <a:pt x="68" y="0"/>
                    <a:pt x="44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6" name="Freeform 568"/>
            <p:cNvSpPr>
              <a:spLocks/>
            </p:cNvSpPr>
            <p:nvPr/>
          </p:nvSpPr>
          <p:spPr bwMode="auto">
            <a:xfrm flipV="1">
              <a:off x="5756333" y="2675209"/>
              <a:ext cx="160627" cy="81093"/>
            </a:xfrm>
            <a:custGeom>
              <a:avLst/>
              <a:gdLst>
                <a:gd name="T0" fmla="*/ 44 w 87"/>
                <a:gd name="T1" fmla="*/ 0 h 44"/>
                <a:gd name="T2" fmla="*/ 0 w 87"/>
                <a:gd name="T3" fmla="*/ 44 h 44"/>
                <a:gd name="T4" fmla="*/ 87 w 87"/>
                <a:gd name="T5" fmla="*/ 44 h 44"/>
                <a:gd name="T6" fmla="*/ 44 w 87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44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7" y="20"/>
                    <a:pt x="68" y="0"/>
                    <a:pt x="44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10" name="组合 309"/>
          <p:cNvGrpSpPr/>
          <p:nvPr/>
        </p:nvGrpSpPr>
        <p:grpSpPr>
          <a:xfrm>
            <a:off x="3406663" y="1958492"/>
            <a:ext cx="293512" cy="1409466"/>
            <a:chOff x="3406663" y="1958492"/>
            <a:chExt cx="293512" cy="1409466"/>
          </a:xfrm>
        </p:grpSpPr>
        <p:grpSp>
          <p:nvGrpSpPr>
            <p:cNvPr id="19" name="组合 18"/>
            <p:cNvGrpSpPr/>
            <p:nvPr/>
          </p:nvGrpSpPr>
          <p:grpSpPr>
            <a:xfrm>
              <a:off x="3406663" y="1958492"/>
              <a:ext cx="291625" cy="720483"/>
              <a:chOff x="3406663" y="1958492"/>
              <a:chExt cx="291625" cy="720483"/>
            </a:xfrm>
          </p:grpSpPr>
          <p:sp>
            <p:nvSpPr>
              <p:cNvPr id="458" name="Freeform 580"/>
              <p:cNvSpPr>
                <a:spLocks/>
              </p:cNvSpPr>
              <p:nvPr/>
            </p:nvSpPr>
            <p:spPr bwMode="auto">
              <a:xfrm>
                <a:off x="3526744" y="2537062"/>
                <a:ext cx="51463" cy="141913"/>
              </a:xfrm>
              <a:custGeom>
                <a:avLst/>
                <a:gdLst>
                  <a:gd name="T0" fmla="*/ 14 w 66"/>
                  <a:gd name="T1" fmla="*/ 0 h 182"/>
                  <a:gd name="T2" fmla="*/ 0 w 66"/>
                  <a:gd name="T3" fmla="*/ 182 h 182"/>
                  <a:gd name="T4" fmla="*/ 66 w 66"/>
                  <a:gd name="T5" fmla="*/ 182 h 182"/>
                  <a:gd name="T6" fmla="*/ 52 w 66"/>
                  <a:gd name="T7" fmla="*/ 0 h 182"/>
                  <a:gd name="T8" fmla="*/ 14 w 66"/>
                  <a:gd name="T9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182">
                    <a:moveTo>
                      <a:pt x="14" y="0"/>
                    </a:moveTo>
                    <a:lnTo>
                      <a:pt x="0" y="182"/>
                    </a:lnTo>
                    <a:lnTo>
                      <a:pt x="66" y="182"/>
                    </a:lnTo>
                    <a:lnTo>
                      <a:pt x="52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Freeform 581"/>
              <p:cNvSpPr>
                <a:spLocks/>
              </p:cNvSpPr>
              <p:nvPr/>
            </p:nvSpPr>
            <p:spPr bwMode="auto">
              <a:xfrm>
                <a:off x="3552476" y="2537062"/>
                <a:ext cx="25732" cy="141913"/>
              </a:xfrm>
              <a:custGeom>
                <a:avLst/>
                <a:gdLst>
                  <a:gd name="T0" fmla="*/ 0 w 33"/>
                  <a:gd name="T1" fmla="*/ 0 h 182"/>
                  <a:gd name="T2" fmla="*/ 0 w 33"/>
                  <a:gd name="T3" fmla="*/ 182 h 182"/>
                  <a:gd name="T4" fmla="*/ 33 w 33"/>
                  <a:gd name="T5" fmla="*/ 182 h 182"/>
                  <a:gd name="T6" fmla="*/ 19 w 33"/>
                  <a:gd name="T7" fmla="*/ 0 h 182"/>
                  <a:gd name="T8" fmla="*/ 0 w 33"/>
                  <a:gd name="T9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182">
                    <a:moveTo>
                      <a:pt x="0" y="0"/>
                    </a:moveTo>
                    <a:lnTo>
                      <a:pt x="0" y="182"/>
                    </a:lnTo>
                    <a:lnTo>
                      <a:pt x="33" y="182"/>
                    </a:lnTo>
                    <a:lnTo>
                      <a:pt x="1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Freeform 582"/>
              <p:cNvSpPr>
                <a:spLocks/>
              </p:cNvSpPr>
              <p:nvPr/>
            </p:nvSpPr>
            <p:spPr bwMode="auto">
              <a:xfrm>
                <a:off x="3406663" y="1958492"/>
                <a:ext cx="291624" cy="623016"/>
              </a:xfrm>
              <a:custGeom>
                <a:avLst/>
                <a:gdLst>
                  <a:gd name="T0" fmla="*/ 0 w 374"/>
                  <a:gd name="T1" fmla="*/ 799 h 799"/>
                  <a:gd name="T2" fmla="*/ 187 w 374"/>
                  <a:gd name="T3" fmla="*/ 0 h 799"/>
                  <a:gd name="T4" fmla="*/ 374 w 374"/>
                  <a:gd name="T5" fmla="*/ 799 h 799"/>
                  <a:gd name="T6" fmla="*/ 0 w 374"/>
                  <a:gd name="T7" fmla="*/ 799 h 7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4" h="799">
                    <a:moveTo>
                      <a:pt x="0" y="799"/>
                    </a:moveTo>
                    <a:lnTo>
                      <a:pt x="187" y="0"/>
                    </a:lnTo>
                    <a:lnTo>
                      <a:pt x="374" y="799"/>
                    </a:lnTo>
                    <a:lnTo>
                      <a:pt x="0" y="799"/>
                    </a:ln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Freeform 583"/>
              <p:cNvSpPr>
                <a:spLocks/>
              </p:cNvSpPr>
              <p:nvPr/>
            </p:nvSpPr>
            <p:spPr bwMode="auto">
              <a:xfrm>
                <a:off x="3552476" y="1958492"/>
                <a:ext cx="145812" cy="623016"/>
              </a:xfrm>
              <a:custGeom>
                <a:avLst/>
                <a:gdLst>
                  <a:gd name="T0" fmla="*/ 187 w 187"/>
                  <a:gd name="T1" fmla="*/ 799 h 799"/>
                  <a:gd name="T2" fmla="*/ 0 w 187"/>
                  <a:gd name="T3" fmla="*/ 0 h 799"/>
                  <a:gd name="T4" fmla="*/ 0 w 187"/>
                  <a:gd name="T5" fmla="*/ 799 h 799"/>
                  <a:gd name="T6" fmla="*/ 187 w 187"/>
                  <a:gd name="T7" fmla="*/ 799 h 7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7" h="799">
                    <a:moveTo>
                      <a:pt x="187" y="799"/>
                    </a:moveTo>
                    <a:lnTo>
                      <a:pt x="0" y="0"/>
                    </a:lnTo>
                    <a:lnTo>
                      <a:pt x="0" y="799"/>
                    </a:lnTo>
                    <a:lnTo>
                      <a:pt x="187" y="7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708" name="组合 707"/>
            <p:cNvGrpSpPr/>
            <p:nvPr/>
          </p:nvGrpSpPr>
          <p:grpSpPr>
            <a:xfrm flipV="1">
              <a:off x="3408550" y="2647475"/>
              <a:ext cx="291625" cy="720483"/>
              <a:chOff x="3406663" y="1958492"/>
              <a:chExt cx="291625" cy="720483"/>
            </a:xfrm>
            <a:noFill/>
          </p:grpSpPr>
          <p:sp>
            <p:nvSpPr>
              <p:cNvPr id="709" name="Freeform 580" hidden="1"/>
              <p:cNvSpPr>
                <a:spLocks/>
              </p:cNvSpPr>
              <p:nvPr/>
            </p:nvSpPr>
            <p:spPr bwMode="auto">
              <a:xfrm>
                <a:off x="3526744" y="2537062"/>
                <a:ext cx="51463" cy="141913"/>
              </a:xfrm>
              <a:custGeom>
                <a:avLst/>
                <a:gdLst>
                  <a:gd name="T0" fmla="*/ 14 w 66"/>
                  <a:gd name="T1" fmla="*/ 0 h 182"/>
                  <a:gd name="T2" fmla="*/ 0 w 66"/>
                  <a:gd name="T3" fmla="*/ 182 h 182"/>
                  <a:gd name="T4" fmla="*/ 66 w 66"/>
                  <a:gd name="T5" fmla="*/ 182 h 182"/>
                  <a:gd name="T6" fmla="*/ 52 w 66"/>
                  <a:gd name="T7" fmla="*/ 0 h 182"/>
                  <a:gd name="T8" fmla="*/ 14 w 66"/>
                  <a:gd name="T9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182">
                    <a:moveTo>
                      <a:pt x="14" y="0"/>
                    </a:moveTo>
                    <a:lnTo>
                      <a:pt x="0" y="182"/>
                    </a:lnTo>
                    <a:lnTo>
                      <a:pt x="66" y="182"/>
                    </a:lnTo>
                    <a:lnTo>
                      <a:pt x="52" y="0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0" name="Freeform 581"/>
              <p:cNvSpPr>
                <a:spLocks/>
              </p:cNvSpPr>
              <p:nvPr/>
            </p:nvSpPr>
            <p:spPr bwMode="auto">
              <a:xfrm>
                <a:off x="3552476" y="2537062"/>
                <a:ext cx="25732" cy="141913"/>
              </a:xfrm>
              <a:custGeom>
                <a:avLst/>
                <a:gdLst>
                  <a:gd name="T0" fmla="*/ 0 w 33"/>
                  <a:gd name="T1" fmla="*/ 0 h 182"/>
                  <a:gd name="T2" fmla="*/ 0 w 33"/>
                  <a:gd name="T3" fmla="*/ 182 h 182"/>
                  <a:gd name="T4" fmla="*/ 33 w 33"/>
                  <a:gd name="T5" fmla="*/ 182 h 182"/>
                  <a:gd name="T6" fmla="*/ 19 w 33"/>
                  <a:gd name="T7" fmla="*/ 0 h 182"/>
                  <a:gd name="T8" fmla="*/ 0 w 33"/>
                  <a:gd name="T9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182">
                    <a:moveTo>
                      <a:pt x="0" y="0"/>
                    </a:moveTo>
                    <a:lnTo>
                      <a:pt x="0" y="182"/>
                    </a:lnTo>
                    <a:lnTo>
                      <a:pt x="33" y="182"/>
                    </a:lnTo>
                    <a:lnTo>
                      <a:pt x="19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1" name="Freeform 582"/>
              <p:cNvSpPr>
                <a:spLocks/>
              </p:cNvSpPr>
              <p:nvPr/>
            </p:nvSpPr>
            <p:spPr bwMode="auto">
              <a:xfrm>
                <a:off x="3406663" y="1958492"/>
                <a:ext cx="291624" cy="623016"/>
              </a:xfrm>
              <a:custGeom>
                <a:avLst/>
                <a:gdLst>
                  <a:gd name="T0" fmla="*/ 0 w 374"/>
                  <a:gd name="T1" fmla="*/ 799 h 799"/>
                  <a:gd name="T2" fmla="*/ 187 w 374"/>
                  <a:gd name="T3" fmla="*/ 0 h 799"/>
                  <a:gd name="T4" fmla="*/ 374 w 374"/>
                  <a:gd name="T5" fmla="*/ 799 h 799"/>
                  <a:gd name="T6" fmla="*/ 0 w 374"/>
                  <a:gd name="T7" fmla="*/ 799 h 7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4" h="799">
                    <a:moveTo>
                      <a:pt x="0" y="799"/>
                    </a:moveTo>
                    <a:lnTo>
                      <a:pt x="187" y="0"/>
                    </a:lnTo>
                    <a:lnTo>
                      <a:pt x="374" y="799"/>
                    </a:lnTo>
                    <a:lnTo>
                      <a:pt x="0" y="7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2" name="Freeform 583"/>
              <p:cNvSpPr>
                <a:spLocks/>
              </p:cNvSpPr>
              <p:nvPr/>
            </p:nvSpPr>
            <p:spPr bwMode="auto">
              <a:xfrm>
                <a:off x="3552476" y="1958492"/>
                <a:ext cx="145812" cy="623016"/>
              </a:xfrm>
              <a:custGeom>
                <a:avLst/>
                <a:gdLst>
                  <a:gd name="T0" fmla="*/ 187 w 187"/>
                  <a:gd name="T1" fmla="*/ 799 h 799"/>
                  <a:gd name="T2" fmla="*/ 0 w 187"/>
                  <a:gd name="T3" fmla="*/ 0 h 799"/>
                  <a:gd name="T4" fmla="*/ 0 w 187"/>
                  <a:gd name="T5" fmla="*/ 799 h 799"/>
                  <a:gd name="T6" fmla="*/ 187 w 187"/>
                  <a:gd name="T7" fmla="*/ 799 h 7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7" h="799">
                    <a:moveTo>
                      <a:pt x="187" y="799"/>
                    </a:moveTo>
                    <a:lnTo>
                      <a:pt x="0" y="0"/>
                    </a:lnTo>
                    <a:lnTo>
                      <a:pt x="0" y="799"/>
                    </a:lnTo>
                    <a:lnTo>
                      <a:pt x="187" y="7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11" name="组合 310"/>
          <p:cNvGrpSpPr/>
          <p:nvPr/>
        </p:nvGrpSpPr>
        <p:grpSpPr>
          <a:xfrm>
            <a:off x="3226607" y="2087151"/>
            <a:ext cx="240877" cy="1182535"/>
            <a:chOff x="3226607" y="2087151"/>
            <a:chExt cx="240877" cy="1182535"/>
          </a:xfrm>
        </p:grpSpPr>
        <p:grpSp>
          <p:nvGrpSpPr>
            <p:cNvPr id="20" name="组合 19"/>
            <p:cNvGrpSpPr/>
            <p:nvPr/>
          </p:nvGrpSpPr>
          <p:grpSpPr>
            <a:xfrm>
              <a:off x="3228102" y="2087151"/>
              <a:ext cx="239382" cy="591825"/>
              <a:chOff x="3228102" y="2087151"/>
              <a:chExt cx="239382" cy="591825"/>
            </a:xfrm>
          </p:grpSpPr>
          <p:sp>
            <p:nvSpPr>
              <p:cNvPr id="454" name="Freeform 576"/>
              <p:cNvSpPr>
                <a:spLocks/>
              </p:cNvSpPr>
              <p:nvPr/>
            </p:nvSpPr>
            <p:spPr bwMode="auto">
              <a:xfrm>
                <a:off x="3325570" y="2562794"/>
                <a:ext cx="42106" cy="116182"/>
              </a:xfrm>
              <a:custGeom>
                <a:avLst/>
                <a:gdLst>
                  <a:gd name="T0" fmla="*/ 12 w 54"/>
                  <a:gd name="T1" fmla="*/ 0 h 149"/>
                  <a:gd name="T2" fmla="*/ 0 w 54"/>
                  <a:gd name="T3" fmla="*/ 149 h 149"/>
                  <a:gd name="T4" fmla="*/ 54 w 54"/>
                  <a:gd name="T5" fmla="*/ 149 h 149"/>
                  <a:gd name="T6" fmla="*/ 43 w 54"/>
                  <a:gd name="T7" fmla="*/ 0 h 149"/>
                  <a:gd name="T8" fmla="*/ 12 w 54"/>
                  <a:gd name="T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49">
                    <a:moveTo>
                      <a:pt x="12" y="0"/>
                    </a:moveTo>
                    <a:lnTo>
                      <a:pt x="0" y="149"/>
                    </a:lnTo>
                    <a:lnTo>
                      <a:pt x="54" y="149"/>
                    </a:lnTo>
                    <a:lnTo>
                      <a:pt x="43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577"/>
              <p:cNvSpPr>
                <a:spLocks/>
              </p:cNvSpPr>
              <p:nvPr/>
            </p:nvSpPr>
            <p:spPr bwMode="auto">
              <a:xfrm>
                <a:off x="3347403" y="2562794"/>
                <a:ext cx="20273" cy="116182"/>
              </a:xfrm>
              <a:custGeom>
                <a:avLst/>
                <a:gdLst>
                  <a:gd name="T0" fmla="*/ 0 w 26"/>
                  <a:gd name="T1" fmla="*/ 0 h 149"/>
                  <a:gd name="T2" fmla="*/ 0 w 26"/>
                  <a:gd name="T3" fmla="*/ 149 h 149"/>
                  <a:gd name="T4" fmla="*/ 26 w 26"/>
                  <a:gd name="T5" fmla="*/ 149 h 149"/>
                  <a:gd name="T6" fmla="*/ 15 w 26"/>
                  <a:gd name="T7" fmla="*/ 0 h 149"/>
                  <a:gd name="T8" fmla="*/ 0 w 26"/>
                  <a:gd name="T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9">
                    <a:moveTo>
                      <a:pt x="0" y="0"/>
                    </a:moveTo>
                    <a:lnTo>
                      <a:pt x="0" y="149"/>
                    </a:lnTo>
                    <a:lnTo>
                      <a:pt x="26" y="149"/>
                    </a:lnTo>
                    <a:lnTo>
                      <a:pt x="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578"/>
              <p:cNvSpPr>
                <a:spLocks/>
              </p:cNvSpPr>
              <p:nvPr/>
            </p:nvSpPr>
            <p:spPr bwMode="auto">
              <a:xfrm>
                <a:off x="3228102" y="2087151"/>
                <a:ext cx="239382" cy="513072"/>
              </a:xfrm>
              <a:custGeom>
                <a:avLst/>
                <a:gdLst>
                  <a:gd name="T0" fmla="*/ 0 w 307"/>
                  <a:gd name="T1" fmla="*/ 658 h 658"/>
                  <a:gd name="T2" fmla="*/ 153 w 307"/>
                  <a:gd name="T3" fmla="*/ 0 h 658"/>
                  <a:gd name="T4" fmla="*/ 307 w 307"/>
                  <a:gd name="T5" fmla="*/ 658 h 658"/>
                  <a:gd name="T6" fmla="*/ 0 w 307"/>
                  <a:gd name="T7" fmla="*/ 658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7" h="658">
                    <a:moveTo>
                      <a:pt x="0" y="658"/>
                    </a:moveTo>
                    <a:lnTo>
                      <a:pt x="153" y="0"/>
                    </a:lnTo>
                    <a:lnTo>
                      <a:pt x="307" y="658"/>
                    </a:lnTo>
                    <a:lnTo>
                      <a:pt x="0" y="658"/>
                    </a:ln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Freeform 579"/>
              <p:cNvSpPr>
                <a:spLocks/>
              </p:cNvSpPr>
              <p:nvPr/>
            </p:nvSpPr>
            <p:spPr bwMode="auto">
              <a:xfrm>
                <a:off x="3347403" y="2087151"/>
                <a:ext cx="120081" cy="513072"/>
              </a:xfrm>
              <a:custGeom>
                <a:avLst/>
                <a:gdLst>
                  <a:gd name="T0" fmla="*/ 154 w 154"/>
                  <a:gd name="T1" fmla="*/ 658 h 658"/>
                  <a:gd name="T2" fmla="*/ 0 w 154"/>
                  <a:gd name="T3" fmla="*/ 0 h 658"/>
                  <a:gd name="T4" fmla="*/ 0 w 154"/>
                  <a:gd name="T5" fmla="*/ 658 h 658"/>
                  <a:gd name="T6" fmla="*/ 154 w 154"/>
                  <a:gd name="T7" fmla="*/ 658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4" h="658">
                    <a:moveTo>
                      <a:pt x="154" y="658"/>
                    </a:moveTo>
                    <a:lnTo>
                      <a:pt x="0" y="0"/>
                    </a:lnTo>
                    <a:lnTo>
                      <a:pt x="0" y="658"/>
                    </a:lnTo>
                    <a:lnTo>
                      <a:pt x="154" y="658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713" name="组合 712"/>
            <p:cNvGrpSpPr/>
            <p:nvPr/>
          </p:nvGrpSpPr>
          <p:grpSpPr>
            <a:xfrm flipV="1">
              <a:off x="3226607" y="2677861"/>
              <a:ext cx="239382" cy="591825"/>
              <a:chOff x="3228102" y="2087151"/>
              <a:chExt cx="239382" cy="591825"/>
            </a:xfrm>
            <a:noFill/>
          </p:grpSpPr>
          <p:sp>
            <p:nvSpPr>
              <p:cNvPr id="714" name="Freeform 576"/>
              <p:cNvSpPr>
                <a:spLocks/>
              </p:cNvSpPr>
              <p:nvPr/>
            </p:nvSpPr>
            <p:spPr bwMode="auto">
              <a:xfrm>
                <a:off x="3325570" y="2562794"/>
                <a:ext cx="42106" cy="116182"/>
              </a:xfrm>
              <a:custGeom>
                <a:avLst/>
                <a:gdLst>
                  <a:gd name="T0" fmla="*/ 12 w 54"/>
                  <a:gd name="T1" fmla="*/ 0 h 149"/>
                  <a:gd name="T2" fmla="*/ 0 w 54"/>
                  <a:gd name="T3" fmla="*/ 149 h 149"/>
                  <a:gd name="T4" fmla="*/ 54 w 54"/>
                  <a:gd name="T5" fmla="*/ 149 h 149"/>
                  <a:gd name="T6" fmla="*/ 43 w 54"/>
                  <a:gd name="T7" fmla="*/ 0 h 149"/>
                  <a:gd name="T8" fmla="*/ 12 w 54"/>
                  <a:gd name="T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49">
                    <a:moveTo>
                      <a:pt x="12" y="0"/>
                    </a:moveTo>
                    <a:lnTo>
                      <a:pt x="0" y="149"/>
                    </a:lnTo>
                    <a:lnTo>
                      <a:pt x="54" y="149"/>
                    </a:lnTo>
                    <a:lnTo>
                      <a:pt x="43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5" name="Freeform 577"/>
              <p:cNvSpPr>
                <a:spLocks/>
              </p:cNvSpPr>
              <p:nvPr/>
            </p:nvSpPr>
            <p:spPr bwMode="auto">
              <a:xfrm>
                <a:off x="3347403" y="2562794"/>
                <a:ext cx="20273" cy="116182"/>
              </a:xfrm>
              <a:custGeom>
                <a:avLst/>
                <a:gdLst>
                  <a:gd name="T0" fmla="*/ 0 w 26"/>
                  <a:gd name="T1" fmla="*/ 0 h 149"/>
                  <a:gd name="T2" fmla="*/ 0 w 26"/>
                  <a:gd name="T3" fmla="*/ 149 h 149"/>
                  <a:gd name="T4" fmla="*/ 26 w 26"/>
                  <a:gd name="T5" fmla="*/ 149 h 149"/>
                  <a:gd name="T6" fmla="*/ 15 w 26"/>
                  <a:gd name="T7" fmla="*/ 0 h 149"/>
                  <a:gd name="T8" fmla="*/ 0 w 26"/>
                  <a:gd name="T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9">
                    <a:moveTo>
                      <a:pt x="0" y="0"/>
                    </a:moveTo>
                    <a:lnTo>
                      <a:pt x="0" y="149"/>
                    </a:lnTo>
                    <a:lnTo>
                      <a:pt x="26" y="149"/>
                    </a:lnTo>
                    <a:lnTo>
                      <a:pt x="15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6" name="Freeform 578"/>
              <p:cNvSpPr>
                <a:spLocks/>
              </p:cNvSpPr>
              <p:nvPr/>
            </p:nvSpPr>
            <p:spPr bwMode="auto">
              <a:xfrm>
                <a:off x="3228102" y="2087151"/>
                <a:ext cx="239382" cy="513072"/>
              </a:xfrm>
              <a:custGeom>
                <a:avLst/>
                <a:gdLst>
                  <a:gd name="T0" fmla="*/ 0 w 307"/>
                  <a:gd name="T1" fmla="*/ 658 h 658"/>
                  <a:gd name="T2" fmla="*/ 153 w 307"/>
                  <a:gd name="T3" fmla="*/ 0 h 658"/>
                  <a:gd name="T4" fmla="*/ 307 w 307"/>
                  <a:gd name="T5" fmla="*/ 658 h 658"/>
                  <a:gd name="T6" fmla="*/ 0 w 307"/>
                  <a:gd name="T7" fmla="*/ 658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7" h="658">
                    <a:moveTo>
                      <a:pt x="0" y="658"/>
                    </a:moveTo>
                    <a:lnTo>
                      <a:pt x="153" y="0"/>
                    </a:lnTo>
                    <a:lnTo>
                      <a:pt x="307" y="658"/>
                    </a:lnTo>
                    <a:lnTo>
                      <a:pt x="0" y="6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7" name="Freeform 579"/>
              <p:cNvSpPr>
                <a:spLocks/>
              </p:cNvSpPr>
              <p:nvPr/>
            </p:nvSpPr>
            <p:spPr bwMode="auto">
              <a:xfrm>
                <a:off x="3347403" y="2087151"/>
                <a:ext cx="120081" cy="513072"/>
              </a:xfrm>
              <a:custGeom>
                <a:avLst/>
                <a:gdLst>
                  <a:gd name="T0" fmla="*/ 154 w 154"/>
                  <a:gd name="T1" fmla="*/ 658 h 658"/>
                  <a:gd name="T2" fmla="*/ 0 w 154"/>
                  <a:gd name="T3" fmla="*/ 0 h 658"/>
                  <a:gd name="T4" fmla="*/ 0 w 154"/>
                  <a:gd name="T5" fmla="*/ 658 h 658"/>
                  <a:gd name="T6" fmla="*/ 154 w 154"/>
                  <a:gd name="T7" fmla="*/ 658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4" h="658">
                    <a:moveTo>
                      <a:pt x="154" y="658"/>
                    </a:moveTo>
                    <a:lnTo>
                      <a:pt x="0" y="0"/>
                    </a:lnTo>
                    <a:lnTo>
                      <a:pt x="0" y="658"/>
                    </a:lnTo>
                    <a:lnTo>
                      <a:pt x="154" y="6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729" name="组合 728"/>
          <p:cNvGrpSpPr/>
          <p:nvPr/>
        </p:nvGrpSpPr>
        <p:grpSpPr>
          <a:xfrm>
            <a:off x="3716917" y="2445053"/>
            <a:ext cx="1476140" cy="469625"/>
            <a:chOff x="3716917" y="2445053"/>
            <a:chExt cx="1476140" cy="469625"/>
          </a:xfrm>
        </p:grpSpPr>
        <p:grpSp>
          <p:nvGrpSpPr>
            <p:cNvPr id="16" name="组合 15"/>
            <p:cNvGrpSpPr/>
            <p:nvPr/>
          </p:nvGrpSpPr>
          <p:grpSpPr>
            <a:xfrm>
              <a:off x="3721680" y="2445053"/>
              <a:ext cx="1471377" cy="236263"/>
              <a:chOff x="3721680" y="2445053"/>
              <a:chExt cx="1471377" cy="236263"/>
            </a:xfrm>
          </p:grpSpPr>
          <p:sp>
            <p:nvSpPr>
              <p:cNvPr id="443" name="Freeform 565"/>
              <p:cNvSpPr>
                <a:spLocks/>
              </p:cNvSpPr>
              <p:nvPr/>
            </p:nvSpPr>
            <p:spPr bwMode="auto">
              <a:xfrm>
                <a:off x="3721680" y="2445053"/>
                <a:ext cx="1471377" cy="236263"/>
              </a:xfrm>
              <a:custGeom>
                <a:avLst/>
                <a:gdLst>
                  <a:gd name="T0" fmla="*/ 388 w 798"/>
                  <a:gd name="T1" fmla="*/ 0 h 128"/>
                  <a:gd name="T2" fmla="*/ 0 w 798"/>
                  <a:gd name="T3" fmla="*/ 127 h 128"/>
                  <a:gd name="T4" fmla="*/ 0 w 798"/>
                  <a:gd name="T5" fmla="*/ 128 h 128"/>
                  <a:gd name="T6" fmla="*/ 388 w 798"/>
                  <a:gd name="T7" fmla="*/ 128 h 128"/>
                  <a:gd name="T8" fmla="*/ 798 w 798"/>
                  <a:gd name="T9" fmla="*/ 128 h 128"/>
                  <a:gd name="T10" fmla="*/ 388 w 798"/>
                  <a:gd name="T11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28">
                    <a:moveTo>
                      <a:pt x="388" y="0"/>
                    </a:moveTo>
                    <a:cubicBezTo>
                      <a:pt x="232" y="0"/>
                      <a:pt x="238" y="121"/>
                      <a:pt x="0" y="12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388" y="128"/>
                      <a:pt x="388" y="128"/>
                      <a:pt x="388" y="128"/>
                    </a:cubicBezTo>
                    <a:cubicBezTo>
                      <a:pt x="798" y="128"/>
                      <a:pt x="798" y="128"/>
                      <a:pt x="798" y="128"/>
                    </a:cubicBezTo>
                    <a:cubicBezTo>
                      <a:pt x="538" y="128"/>
                      <a:pt x="549" y="0"/>
                      <a:pt x="388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" name="Freeform 566"/>
              <p:cNvSpPr>
                <a:spLocks/>
              </p:cNvSpPr>
              <p:nvPr/>
            </p:nvSpPr>
            <p:spPr bwMode="auto">
              <a:xfrm>
                <a:off x="4437485" y="2445053"/>
                <a:ext cx="755572" cy="236263"/>
              </a:xfrm>
              <a:custGeom>
                <a:avLst/>
                <a:gdLst>
                  <a:gd name="T0" fmla="*/ 410 w 410"/>
                  <a:gd name="T1" fmla="*/ 128 h 128"/>
                  <a:gd name="T2" fmla="*/ 0 w 410"/>
                  <a:gd name="T3" fmla="*/ 0 h 128"/>
                  <a:gd name="T4" fmla="*/ 0 w 410"/>
                  <a:gd name="T5" fmla="*/ 128 h 128"/>
                  <a:gd name="T6" fmla="*/ 410 w 410"/>
                  <a:gd name="T7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0" h="128">
                    <a:moveTo>
                      <a:pt x="410" y="128"/>
                    </a:moveTo>
                    <a:cubicBezTo>
                      <a:pt x="150" y="128"/>
                      <a:pt x="161" y="0"/>
                      <a:pt x="0" y="0"/>
                    </a:cubicBezTo>
                    <a:cubicBezTo>
                      <a:pt x="0" y="128"/>
                      <a:pt x="0" y="128"/>
                      <a:pt x="0" y="128"/>
                    </a:cubicBezTo>
                    <a:lnTo>
                      <a:pt x="410" y="128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726" name="组合 725"/>
            <p:cNvGrpSpPr/>
            <p:nvPr/>
          </p:nvGrpSpPr>
          <p:grpSpPr>
            <a:xfrm flipV="1">
              <a:off x="3716917" y="2678415"/>
              <a:ext cx="1471377" cy="236263"/>
              <a:chOff x="3721680" y="2445053"/>
              <a:chExt cx="1471377" cy="236263"/>
            </a:xfrm>
            <a:noFill/>
          </p:grpSpPr>
          <p:sp>
            <p:nvSpPr>
              <p:cNvPr id="727" name="Freeform 565"/>
              <p:cNvSpPr>
                <a:spLocks/>
              </p:cNvSpPr>
              <p:nvPr/>
            </p:nvSpPr>
            <p:spPr bwMode="auto">
              <a:xfrm>
                <a:off x="3721680" y="2445053"/>
                <a:ext cx="1471377" cy="236263"/>
              </a:xfrm>
              <a:custGeom>
                <a:avLst/>
                <a:gdLst>
                  <a:gd name="T0" fmla="*/ 388 w 798"/>
                  <a:gd name="T1" fmla="*/ 0 h 128"/>
                  <a:gd name="T2" fmla="*/ 0 w 798"/>
                  <a:gd name="T3" fmla="*/ 127 h 128"/>
                  <a:gd name="T4" fmla="*/ 0 w 798"/>
                  <a:gd name="T5" fmla="*/ 128 h 128"/>
                  <a:gd name="T6" fmla="*/ 388 w 798"/>
                  <a:gd name="T7" fmla="*/ 128 h 128"/>
                  <a:gd name="T8" fmla="*/ 798 w 798"/>
                  <a:gd name="T9" fmla="*/ 128 h 128"/>
                  <a:gd name="T10" fmla="*/ 388 w 798"/>
                  <a:gd name="T11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28">
                    <a:moveTo>
                      <a:pt x="388" y="0"/>
                    </a:moveTo>
                    <a:cubicBezTo>
                      <a:pt x="232" y="0"/>
                      <a:pt x="238" y="121"/>
                      <a:pt x="0" y="12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388" y="128"/>
                      <a:pt x="388" y="128"/>
                      <a:pt x="388" y="128"/>
                    </a:cubicBezTo>
                    <a:cubicBezTo>
                      <a:pt x="798" y="128"/>
                      <a:pt x="798" y="128"/>
                      <a:pt x="798" y="128"/>
                    </a:cubicBezTo>
                    <a:cubicBezTo>
                      <a:pt x="538" y="128"/>
                      <a:pt x="549" y="0"/>
                      <a:pt x="38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8" name="Freeform 566"/>
              <p:cNvSpPr>
                <a:spLocks/>
              </p:cNvSpPr>
              <p:nvPr/>
            </p:nvSpPr>
            <p:spPr bwMode="auto">
              <a:xfrm>
                <a:off x="4437485" y="2445053"/>
                <a:ext cx="755572" cy="236263"/>
              </a:xfrm>
              <a:custGeom>
                <a:avLst/>
                <a:gdLst>
                  <a:gd name="T0" fmla="*/ 410 w 410"/>
                  <a:gd name="T1" fmla="*/ 128 h 128"/>
                  <a:gd name="T2" fmla="*/ 0 w 410"/>
                  <a:gd name="T3" fmla="*/ 0 h 128"/>
                  <a:gd name="T4" fmla="*/ 0 w 410"/>
                  <a:gd name="T5" fmla="*/ 128 h 128"/>
                  <a:gd name="T6" fmla="*/ 410 w 410"/>
                  <a:gd name="T7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0" h="128">
                    <a:moveTo>
                      <a:pt x="410" y="128"/>
                    </a:moveTo>
                    <a:cubicBezTo>
                      <a:pt x="150" y="128"/>
                      <a:pt x="161" y="0"/>
                      <a:pt x="0" y="0"/>
                    </a:cubicBezTo>
                    <a:cubicBezTo>
                      <a:pt x="0" y="128"/>
                      <a:pt x="0" y="128"/>
                      <a:pt x="0" y="128"/>
                    </a:cubicBezTo>
                    <a:lnTo>
                      <a:pt x="410" y="1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12" name="组合 311"/>
          <p:cNvGrpSpPr/>
          <p:nvPr/>
        </p:nvGrpSpPr>
        <p:grpSpPr>
          <a:xfrm>
            <a:off x="3345022" y="2535503"/>
            <a:ext cx="865557" cy="283967"/>
            <a:chOff x="3345022" y="2535503"/>
            <a:chExt cx="865557" cy="283967"/>
          </a:xfrm>
        </p:grpSpPr>
        <p:grpSp>
          <p:nvGrpSpPr>
            <p:cNvPr id="17" name="组合 16"/>
            <p:cNvGrpSpPr/>
            <p:nvPr/>
          </p:nvGrpSpPr>
          <p:grpSpPr>
            <a:xfrm>
              <a:off x="3347403" y="2535503"/>
              <a:ext cx="863176" cy="143473"/>
              <a:chOff x="3347403" y="2535503"/>
              <a:chExt cx="863176" cy="143473"/>
            </a:xfrm>
          </p:grpSpPr>
          <p:sp>
            <p:nvSpPr>
              <p:cNvPr id="466" name="Freeform 588"/>
              <p:cNvSpPr>
                <a:spLocks/>
              </p:cNvSpPr>
              <p:nvPr/>
            </p:nvSpPr>
            <p:spPr bwMode="auto">
              <a:xfrm>
                <a:off x="3347403" y="2535503"/>
                <a:ext cx="863176" cy="143473"/>
              </a:xfrm>
              <a:custGeom>
                <a:avLst/>
                <a:gdLst>
                  <a:gd name="T0" fmla="*/ 228 w 468"/>
                  <a:gd name="T1" fmla="*/ 0 h 78"/>
                  <a:gd name="T2" fmla="*/ 0 w 468"/>
                  <a:gd name="T3" fmla="*/ 78 h 78"/>
                  <a:gd name="T4" fmla="*/ 0 w 468"/>
                  <a:gd name="T5" fmla="*/ 78 h 78"/>
                  <a:gd name="T6" fmla="*/ 228 w 468"/>
                  <a:gd name="T7" fmla="*/ 78 h 78"/>
                  <a:gd name="T8" fmla="*/ 468 w 468"/>
                  <a:gd name="T9" fmla="*/ 78 h 78"/>
                  <a:gd name="T10" fmla="*/ 228 w 468"/>
                  <a:gd name="T1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8" h="78">
                    <a:moveTo>
                      <a:pt x="228" y="0"/>
                    </a:moveTo>
                    <a:cubicBezTo>
                      <a:pt x="136" y="0"/>
                      <a:pt x="140" y="74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228" y="78"/>
                      <a:pt x="228" y="78"/>
                      <a:pt x="228" y="78"/>
                    </a:cubicBezTo>
                    <a:cubicBezTo>
                      <a:pt x="468" y="78"/>
                      <a:pt x="468" y="78"/>
                      <a:pt x="468" y="78"/>
                    </a:cubicBezTo>
                    <a:cubicBezTo>
                      <a:pt x="316" y="78"/>
                      <a:pt x="322" y="0"/>
                      <a:pt x="228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589"/>
              <p:cNvSpPr>
                <a:spLocks/>
              </p:cNvSpPr>
              <p:nvPr/>
            </p:nvSpPr>
            <p:spPr bwMode="auto">
              <a:xfrm>
                <a:off x="3767685" y="2535503"/>
                <a:ext cx="442894" cy="143473"/>
              </a:xfrm>
              <a:custGeom>
                <a:avLst/>
                <a:gdLst>
                  <a:gd name="T0" fmla="*/ 240 w 240"/>
                  <a:gd name="T1" fmla="*/ 78 h 78"/>
                  <a:gd name="T2" fmla="*/ 0 w 240"/>
                  <a:gd name="T3" fmla="*/ 0 h 78"/>
                  <a:gd name="T4" fmla="*/ 0 w 240"/>
                  <a:gd name="T5" fmla="*/ 78 h 78"/>
                  <a:gd name="T6" fmla="*/ 240 w 240"/>
                  <a:gd name="T7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78">
                    <a:moveTo>
                      <a:pt x="240" y="78"/>
                    </a:moveTo>
                    <a:cubicBezTo>
                      <a:pt x="88" y="78"/>
                      <a:pt x="94" y="0"/>
                      <a:pt x="0" y="0"/>
                    </a:cubicBezTo>
                    <a:cubicBezTo>
                      <a:pt x="0" y="78"/>
                      <a:pt x="0" y="78"/>
                      <a:pt x="0" y="78"/>
                    </a:cubicBezTo>
                    <a:lnTo>
                      <a:pt x="240" y="78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723" name="组合 722"/>
            <p:cNvGrpSpPr/>
            <p:nvPr/>
          </p:nvGrpSpPr>
          <p:grpSpPr>
            <a:xfrm flipV="1">
              <a:off x="3345022" y="2675997"/>
              <a:ext cx="863176" cy="143473"/>
              <a:chOff x="3347403" y="2535503"/>
              <a:chExt cx="863176" cy="143473"/>
            </a:xfrm>
            <a:noFill/>
          </p:grpSpPr>
          <p:sp>
            <p:nvSpPr>
              <p:cNvPr id="724" name="Freeform 588"/>
              <p:cNvSpPr>
                <a:spLocks/>
              </p:cNvSpPr>
              <p:nvPr/>
            </p:nvSpPr>
            <p:spPr bwMode="auto">
              <a:xfrm>
                <a:off x="3347403" y="2535503"/>
                <a:ext cx="863176" cy="143473"/>
              </a:xfrm>
              <a:custGeom>
                <a:avLst/>
                <a:gdLst>
                  <a:gd name="T0" fmla="*/ 228 w 468"/>
                  <a:gd name="T1" fmla="*/ 0 h 78"/>
                  <a:gd name="T2" fmla="*/ 0 w 468"/>
                  <a:gd name="T3" fmla="*/ 78 h 78"/>
                  <a:gd name="T4" fmla="*/ 0 w 468"/>
                  <a:gd name="T5" fmla="*/ 78 h 78"/>
                  <a:gd name="T6" fmla="*/ 228 w 468"/>
                  <a:gd name="T7" fmla="*/ 78 h 78"/>
                  <a:gd name="T8" fmla="*/ 468 w 468"/>
                  <a:gd name="T9" fmla="*/ 78 h 78"/>
                  <a:gd name="T10" fmla="*/ 228 w 468"/>
                  <a:gd name="T1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8" h="78">
                    <a:moveTo>
                      <a:pt x="228" y="0"/>
                    </a:moveTo>
                    <a:cubicBezTo>
                      <a:pt x="136" y="0"/>
                      <a:pt x="140" y="74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228" y="78"/>
                      <a:pt x="228" y="78"/>
                      <a:pt x="228" y="78"/>
                    </a:cubicBezTo>
                    <a:cubicBezTo>
                      <a:pt x="468" y="78"/>
                      <a:pt x="468" y="78"/>
                      <a:pt x="468" y="78"/>
                    </a:cubicBezTo>
                    <a:cubicBezTo>
                      <a:pt x="316" y="78"/>
                      <a:pt x="322" y="0"/>
                      <a:pt x="2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5" name="Freeform 589"/>
              <p:cNvSpPr>
                <a:spLocks/>
              </p:cNvSpPr>
              <p:nvPr/>
            </p:nvSpPr>
            <p:spPr bwMode="auto">
              <a:xfrm>
                <a:off x="3767685" y="2535503"/>
                <a:ext cx="442894" cy="143473"/>
              </a:xfrm>
              <a:custGeom>
                <a:avLst/>
                <a:gdLst>
                  <a:gd name="T0" fmla="*/ 240 w 240"/>
                  <a:gd name="T1" fmla="*/ 78 h 78"/>
                  <a:gd name="T2" fmla="*/ 0 w 240"/>
                  <a:gd name="T3" fmla="*/ 0 h 78"/>
                  <a:gd name="T4" fmla="*/ 0 w 240"/>
                  <a:gd name="T5" fmla="*/ 78 h 78"/>
                  <a:gd name="T6" fmla="*/ 240 w 240"/>
                  <a:gd name="T7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78">
                    <a:moveTo>
                      <a:pt x="240" y="78"/>
                    </a:moveTo>
                    <a:cubicBezTo>
                      <a:pt x="88" y="78"/>
                      <a:pt x="94" y="0"/>
                      <a:pt x="0" y="0"/>
                    </a:cubicBezTo>
                    <a:cubicBezTo>
                      <a:pt x="0" y="78"/>
                      <a:pt x="0" y="78"/>
                      <a:pt x="0" y="78"/>
                    </a:cubicBezTo>
                    <a:lnTo>
                      <a:pt x="240" y="7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449" name="Freeform 571"/>
          <p:cNvSpPr>
            <a:spLocks/>
          </p:cNvSpPr>
          <p:nvPr/>
        </p:nvSpPr>
        <p:spPr bwMode="auto">
          <a:xfrm>
            <a:off x="4083481" y="2623614"/>
            <a:ext cx="113843" cy="57701"/>
          </a:xfrm>
          <a:custGeom>
            <a:avLst/>
            <a:gdLst>
              <a:gd name="T0" fmla="*/ 31 w 62"/>
              <a:gd name="T1" fmla="*/ 0 h 31"/>
              <a:gd name="T2" fmla="*/ 0 w 62"/>
              <a:gd name="T3" fmla="*/ 31 h 31"/>
              <a:gd name="T4" fmla="*/ 62 w 62"/>
              <a:gd name="T5" fmla="*/ 31 h 31"/>
              <a:gd name="T6" fmla="*/ 31 w 62"/>
              <a:gd name="T7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2" h="31">
                <a:moveTo>
                  <a:pt x="31" y="0"/>
                </a:moveTo>
                <a:cubicBezTo>
                  <a:pt x="14" y="0"/>
                  <a:pt x="0" y="14"/>
                  <a:pt x="0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14"/>
                  <a:pt x="48" y="0"/>
                  <a:pt x="31" y="0"/>
                </a:cubicBezTo>
                <a:close/>
              </a:path>
            </a:pathLst>
          </a:custGeom>
          <a:solidFill>
            <a:srgbClr val="FFFF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759" name="组合 758"/>
          <p:cNvGrpSpPr/>
          <p:nvPr/>
        </p:nvGrpSpPr>
        <p:grpSpPr>
          <a:xfrm>
            <a:off x="7279651" y="2165125"/>
            <a:ext cx="665942" cy="878529"/>
            <a:chOff x="7279651" y="2165125"/>
            <a:chExt cx="665942" cy="878529"/>
          </a:xfrm>
        </p:grpSpPr>
        <p:grpSp>
          <p:nvGrpSpPr>
            <p:cNvPr id="12" name="组合 11"/>
            <p:cNvGrpSpPr/>
            <p:nvPr/>
          </p:nvGrpSpPr>
          <p:grpSpPr>
            <a:xfrm>
              <a:off x="7279651" y="2165125"/>
              <a:ext cx="663563" cy="440555"/>
              <a:chOff x="7279651" y="2165125"/>
              <a:chExt cx="663563" cy="440555"/>
            </a:xfrm>
          </p:grpSpPr>
          <p:sp>
            <p:nvSpPr>
              <p:cNvPr id="345" name="Rectangle 465"/>
              <p:cNvSpPr>
                <a:spLocks noChangeArrowheads="1"/>
              </p:cNvSpPr>
              <p:nvPr/>
            </p:nvSpPr>
            <p:spPr bwMode="auto">
              <a:xfrm>
                <a:off x="7303824" y="2278968"/>
                <a:ext cx="613659" cy="29630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Rectangle 466"/>
              <p:cNvSpPr>
                <a:spLocks noChangeArrowheads="1"/>
              </p:cNvSpPr>
              <p:nvPr/>
            </p:nvSpPr>
            <p:spPr bwMode="auto">
              <a:xfrm>
                <a:off x="7303824" y="2278968"/>
                <a:ext cx="613659" cy="296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467"/>
              <p:cNvSpPr>
                <a:spLocks/>
              </p:cNvSpPr>
              <p:nvPr/>
            </p:nvSpPr>
            <p:spPr bwMode="auto">
              <a:xfrm>
                <a:off x="7279651" y="2165125"/>
                <a:ext cx="663562" cy="113843"/>
              </a:xfrm>
              <a:custGeom>
                <a:avLst/>
                <a:gdLst>
                  <a:gd name="T0" fmla="*/ 0 w 851"/>
                  <a:gd name="T1" fmla="*/ 94 h 146"/>
                  <a:gd name="T2" fmla="*/ 0 w 851"/>
                  <a:gd name="T3" fmla="*/ 146 h 146"/>
                  <a:gd name="T4" fmla="*/ 851 w 851"/>
                  <a:gd name="T5" fmla="*/ 146 h 146"/>
                  <a:gd name="T6" fmla="*/ 851 w 851"/>
                  <a:gd name="T7" fmla="*/ 0 h 146"/>
                  <a:gd name="T8" fmla="*/ 0 w 851"/>
                  <a:gd name="T9" fmla="*/ 9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1" h="146">
                    <a:moveTo>
                      <a:pt x="0" y="94"/>
                    </a:moveTo>
                    <a:lnTo>
                      <a:pt x="0" y="146"/>
                    </a:lnTo>
                    <a:lnTo>
                      <a:pt x="851" y="146"/>
                    </a:lnTo>
                    <a:lnTo>
                      <a:pt x="85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Rectangle 468"/>
              <p:cNvSpPr>
                <a:spLocks noChangeArrowheads="1"/>
              </p:cNvSpPr>
              <p:nvPr/>
            </p:nvSpPr>
            <p:spPr bwMode="auto">
              <a:xfrm>
                <a:off x="7279651" y="2409964"/>
                <a:ext cx="659663" cy="195716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Rectangle 469"/>
              <p:cNvSpPr>
                <a:spLocks noChangeArrowheads="1"/>
              </p:cNvSpPr>
              <p:nvPr/>
            </p:nvSpPr>
            <p:spPr bwMode="auto">
              <a:xfrm>
                <a:off x="7279651" y="2409964"/>
                <a:ext cx="659663" cy="1957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Rectangle 470"/>
              <p:cNvSpPr>
                <a:spLocks noChangeArrowheads="1"/>
              </p:cNvSpPr>
              <p:nvPr/>
            </p:nvSpPr>
            <p:spPr bwMode="auto">
              <a:xfrm>
                <a:off x="7279651" y="2308598"/>
                <a:ext cx="659663" cy="101367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Rectangle 471"/>
              <p:cNvSpPr>
                <a:spLocks noChangeArrowheads="1"/>
              </p:cNvSpPr>
              <p:nvPr/>
            </p:nvSpPr>
            <p:spPr bwMode="auto">
              <a:xfrm>
                <a:off x="7279651" y="2308598"/>
                <a:ext cx="659663" cy="1013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Rectangle 472"/>
              <p:cNvSpPr>
                <a:spLocks noChangeArrowheads="1"/>
              </p:cNvSpPr>
              <p:nvPr/>
            </p:nvSpPr>
            <p:spPr bwMode="auto">
              <a:xfrm>
                <a:off x="7353727" y="2455969"/>
                <a:ext cx="346206" cy="103706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Rectangle 473"/>
              <p:cNvSpPr>
                <a:spLocks noChangeArrowheads="1"/>
              </p:cNvSpPr>
              <p:nvPr/>
            </p:nvSpPr>
            <p:spPr bwMode="auto">
              <a:xfrm>
                <a:off x="7353727" y="2455969"/>
                <a:ext cx="346206" cy="1037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Rectangle 474"/>
              <p:cNvSpPr>
                <a:spLocks noChangeArrowheads="1"/>
              </p:cNvSpPr>
              <p:nvPr/>
            </p:nvSpPr>
            <p:spPr bwMode="auto">
              <a:xfrm>
                <a:off x="7774009" y="2455969"/>
                <a:ext cx="109944" cy="103706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" name="Rectangle 475"/>
              <p:cNvSpPr>
                <a:spLocks noChangeArrowheads="1"/>
              </p:cNvSpPr>
              <p:nvPr/>
            </p:nvSpPr>
            <p:spPr bwMode="auto">
              <a:xfrm>
                <a:off x="7774009" y="2455969"/>
                <a:ext cx="109944" cy="1037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Rectangle 476"/>
              <p:cNvSpPr>
                <a:spLocks noChangeArrowheads="1"/>
              </p:cNvSpPr>
              <p:nvPr/>
            </p:nvSpPr>
            <p:spPr bwMode="auto">
              <a:xfrm>
                <a:off x="7771670" y="2334329"/>
                <a:ext cx="110723" cy="49903"/>
              </a:xfrm>
              <a:prstGeom prst="rect">
                <a:avLst/>
              </a:prstGeom>
              <a:solidFill>
                <a:srgbClr val="347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Rectangle 477"/>
              <p:cNvSpPr>
                <a:spLocks noChangeArrowheads="1"/>
              </p:cNvSpPr>
              <p:nvPr/>
            </p:nvSpPr>
            <p:spPr bwMode="auto">
              <a:xfrm>
                <a:off x="7771670" y="2334329"/>
                <a:ext cx="110723" cy="499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Rectangle 479"/>
              <p:cNvSpPr>
                <a:spLocks noChangeArrowheads="1"/>
              </p:cNvSpPr>
              <p:nvPr/>
            </p:nvSpPr>
            <p:spPr bwMode="auto">
              <a:xfrm>
                <a:off x="7517474" y="2334329"/>
                <a:ext cx="110723" cy="499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Rectangle 480"/>
              <p:cNvSpPr>
                <a:spLocks noChangeArrowheads="1"/>
              </p:cNvSpPr>
              <p:nvPr/>
            </p:nvSpPr>
            <p:spPr bwMode="auto">
              <a:xfrm>
                <a:off x="7353727" y="2334329"/>
                <a:ext cx="109944" cy="4990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Freeform 481"/>
              <p:cNvSpPr>
                <a:spLocks/>
              </p:cNvSpPr>
              <p:nvPr/>
            </p:nvSpPr>
            <p:spPr bwMode="auto">
              <a:xfrm>
                <a:off x="7351388" y="2215028"/>
                <a:ext cx="591826" cy="63939"/>
              </a:xfrm>
              <a:custGeom>
                <a:avLst/>
                <a:gdLst>
                  <a:gd name="T0" fmla="*/ 759 w 759"/>
                  <a:gd name="T1" fmla="*/ 82 h 82"/>
                  <a:gd name="T2" fmla="*/ 759 w 759"/>
                  <a:gd name="T3" fmla="*/ 0 h 82"/>
                  <a:gd name="T4" fmla="*/ 0 w 759"/>
                  <a:gd name="T5" fmla="*/ 82 h 82"/>
                  <a:gd name="T6" fmla="*/ 759 w 759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9" h="82">
                    <a:moveTo>
                      <a:pt x="759" y="82"/>
                    </a:moveTo>
                    <a:lnTo>
                      <a:pt x="759" y="0"/>
                    </a:lnTo>
                    <a:lnTo>
                      <a:pt x="0" y="82"/>
                    </a:lnTo>
                    <a:lnTo>
                      <a:pt x="759" y="82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Rectangle 482"/>
              <p:cNvSpPr>
                <a:spLocks noChangeArrowheads="1"/>
              </p:cNvSpPr>
              <p:nvPr/>
            </p:nvSpPr>
            <p:spPr bwMode="auto">
              <a:xfrm>
                <a:off x="7570496" y="2308598"/>
                <a:ext cx="368819" cy="101367"/>
              </a:xfrm>
              <a:prstGeom prst="rect">
                <a:avLst/>
              </a:pr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Rectangle 483"/>
              <p:cNvSpPr>
                <a:spLocks noChangeArrowheads="1"/>
              </p:cNvSpPr>
              <p:nvPr/>
            </p:nvSpPr>
            <p:spPr bwMode="auto">
              <a:xfrm>
                <a:off x="7771670" y="2334329"/>
                <a:ext cx="110723" cy="49903"/>
              </a:xfrm>
              <a:prstGeom prst="rect">
                <a:avLst/>
              </a:prstGeom>
              <a:solidFill>
                <a:srgbClr val="2C62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Rectangle 484"/>
              <p:cNvSpPr>
                <a:spLocks noChangeArrowheads="1"/>
              </p:cNvSpPr>
              <p:nvPr/>
            </p:nvSpPr>
            <p:spPr bwMode="auto">
              <a:xfrm>
                <a:off x="7771670" y="2334329"/>
                <a:ext cx="110723" cy="499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485"/>
              <p:cNvSpPr>
                <a:spLocks/>
              </p:cNvSpPr>
              <p:nvPr/>
            </p:nvSpPr>
            <p:spPr bwMode="auto">
              <a:xfrm>
                <a:off x="7597007" y="2353043"/>
                <a:ext cx="31190" cy="31190"/>
              </a:xfrm>
              <a:custGeom>
                <a:avLst/>
                <a:gdLst>
                  <a:gd name="T0" fmla="*/ 40 w 40"/>
                  <a:gd name="T1" fmla="*/ 0 h 40"/>
                  <a:gd name="T2" fmla="*/ 0 w 40"/>
                  <a:gd name="T3" fmla="*/ 40 h 40"/>
                  <a:gd name="T4" fmla="*/ 40 w 40"/>
                  <a:gd name="T5" fmla="*/ 40 h 40"/>
                  <a:gd name="T6" fmla="*/ 40 w 40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0">
                    <a:moveTo>
                      <a:pt x="40" y="0"/>
                    </a:moveTo>
                    <a:lnTo>
                      <a:pt x="0" y="40"/>
                    </a:lnTo>
                    <a:lnTo>
                      <a:pt x="40" y="4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Freeform 486"/>
              <p:cNvSpPr>
                <a:spLocks/>
              </p:cNvSpPr>
              <p:nvPr/>
            </p:nvSpPr>
            <p:spPr bwMode="auto">
              <a:xfrm>
                <a:off x="7597007" y="2353043"/>
                <a:ext cx="31190" cy="31190"/>
              </a:xfrm>
              <a:custGeom>
                <a:avLst/>
                <a:gdLst>
                  <a:gd name="T0" fmla="*/ 40 w 40"/>
                  <a:gd name="T1" fmla="*/ 0 h 40"/>
                  <a:gd name="T2" fmla="*/ 0 w 40"/>
                  <a:gd name="T3" fmla="*/ 40 h 40"/>
                  <a:gd name="T4" fmla="*/ 40 w 40"/>
                  <a:gd name="T5" fmla="*/ 40 h 40"/>
                  <a:gd name="T6" fmla="*/ 40 w 40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0">
                    <a:moveTo>
                      <a:pt x="40" y="0"/>
                    </a:moveTo>
                    <a:lnTo>
                      <a:pt x="0" y="40"/>
                    </a:lnTo>
                    <a:lnTo>
                      <a:pt x="40" y="40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487"/>
              <p:cNvSpPr>
                <a:spLocks noEditPoints="1"/>
              </p:cNvSpPr>
              <p:nvPr/>
            </p:nvSpPr>
            <p:spPr bwMode="auto">
              <a:xfrm>
                <a:off x="7521372" y="2409964"/>
                <a:ext cx="417943" cy="195716"/>
              </a:xfrm>
              <a:custGeom>
                <a:avLst/>
                <a:gdLst>
                  <a:gd name="T0" fmla="*/ 324 w 536"/>
                  <a:gd name="T1" fmla="*/ 192 h 251"/>
                  <a:gd name="T2" fmla="*/ 324 w 536"/>
                  <a:gd name="T3" fmla="*/ 59 h 251"/>
                  <a:gd name="T4" fmla="*/ 465 w 536"/>
                  <a:gd name="T5" fmla="*/ 59 h 251"/>
                  <a:gd name="T6" fmla="*/ 465 w 536"/>
                  <a:gd name="T7" fmla="*/ 192 h 251"/>
                  <a:gd name="T8" fmla="*/ 324 w 536"/>
                  <a:gd name="T9" fmla="*/ 192 h 251"/>
                  <a:gd name="T10" fmla="*/ 536 w 536"/>
                  <a:gd name="T11" fmla="*/ 0 h 251"/>
                  <a:gd name="T12" fmla="*/ 248 w 536"/>
                  <a:gd name="T13" fmla="*/ 0 h 251"/>
                  <a:gd name="T14" fmla="*/ 189 w 536"/>
                  <a:gd name="T15" fmla="*/ 59 h 251"/>
                  <a:gd name="T16" fmla="*/ 229 w 536"/>
                  <a:gd name="T17" fmla="*/ 59 h 251"/>
                  <a:gd name="T18" fmla="*/ 229 w 536"/>
                  <a:gd name="T19" fmla="*/ 192 h 251"/>
                  <a:gd name="T20" fmla="*/ 59 w 536"/>
                  <a:gd name="T21" fmla="*/ 192 h 251"/>
                  <a:gd name="T22" fmla="*/ 0 w 536"/>
                  <a:gd name="T23" fmla="*/ 251 h 251"/>
                  <a:gd name="T24" fmla="*/ 536 w 536"/>
                  <a:gd name="T25" fmla="*/ 251 h 251"/>
                  <a:gd name="T26" fmla="*/ 536 w 536"/>
                  <a:gd name="T27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6" h="251">
                    <a:moveTo>
                      <a:pt x="324" y="192"/>
                    </a:moveTo>
                    <a:lnTo>
                      <a:pt x="324" y="59"/>
                    </a:lnTo>
                    <a:lnTo>
                      <a:pt x="465" y="59"/>
                    </a:lnTo>
                    <a:lnTo>
                      <a:pt x="465" y="192"/>
                    </a:lnTo>
                    <a:lnTo>
                      <a:pt x="324" y="192"/>
                    </a:lnTo>
                    <a:close/>
                    <a:moveTo>
                      <a:pt x="536" y="0"/>
                    </a:moveTo>
                    <a:lnTo>
                      <a:pt x="248" y="0"/>
                    </a:lnTo>
                    <a:lnTo>
                      <a:pt x="189" y="59"/>
                    </a:lnTo>
                    <a:lnTo>
                      <a:pt x="229" y="59"/>
                    </a:lnTo>
                    <a:lnTo>
                      <a:pt x="229" y="192"/>
                    </a:lnTo>
                    <a:lnTo>
                      <a:pt x="59" y="192"/>
                    </a:lnTo>
                    <a:lnTo>
                      <a:pt x="0" y="251"/>
                    </a:lnTo>
                    <a:lnTo>
                      <a:pt x="536" y="251"/>
                    </a:lnTo>
                    <a:lnTo>
                      <a:pt x="536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488"/>
              <p:cNvSpPr>
                <a:spLocks noEditPoints="1"/>
              </p:cNvSpPr>
              <p:nvPr/>
            </p:nvSpPr>
            <p:spPr bwMode="auto">
              <a:xfrm>
                <a:off x="7521372" y="2409964"/>
                <a:ext cx="417943" cy="195716"/>
              </a:xfrm>
              <a:custGeom>
                <a:avLst/>
                <a:gdLst>
                  <a:gd name="T0" fmla="*/ 324 w 536"/>
                  <a:gd name="T1" fmla="*/ 192 h 251"/>
                  <a:gd name="T2" fmla="*/ 324 w 536"/>
                  <a:gd name="T3" fmla="*/ 59 h 251"/>
                  <a:gd name="T4" fmla="*/ 465 w 536"/>
                  <a:gd name="T5" fmla="*/ 59 h 251"/>
                  <a:gd name="T6" fmla="*/ 465 w 536"/>
                  <a:gd name="T7" fmla="*/ 192 h 251"/>
                  <a:gd name="T8" fmla="*/ 324 w 536"/>
                  <a:gd name="T9" fmla="*/ 192 h 251"/>
                  <a:gd name="T10" fmla="*/ 536 w 536"/>
                  <a:gd name="T11" fmla="*/ 0 h 251"/>
                  <a:gd name="T12" fmla="*/ 248 w 536"/>
                  <a:gd name="T13" fmla="*/ 0 h 251"/>
                  <a:gd name="T14" fmla="*/ 189 w 536"/>
                  <a:gd name="T15" fmla="*/ 59 h 251"/>
                  <a:gd name="T16" fmla="*/ 229 w 536"/>
                  <a:gd name="T17" fmla="*/ 59 h 251"/>
                  <a:gd name="T18" fmla="*/ 229 w 536"/>
                  <a:gd name="T19" fmla="*/ 192 h 251"/>
                  <a:gd name="T20" fmla="*/ 59 w 536"/>
                  <a:gd name="T21" fmla="*/ 192 h 251"/>
                  <a:gd name="T22" fmla="*/ 0 w 536"/>
                  <a:gd name="T23" fmla="*/ 251 h 251"/>
                  <a:gd name="T24" fmla="*/ 536 w 536"/>
                  <a:gd name="T25" fmla="*/ 251 h 251"/>
                  <a:gd name="T26" fmla="*/ 536 w 536"/>
                  <a:gd name="T27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6" h="251">
                    <a:moveTo>
                      <a:pt x="324" y="192"/>
                    </a:moveTo>
                    <a:lnTo>
                      <a:pt x="324" y="59"/>
                    </a:lnTo>
                    <a:lnTo>
                      <a:pt x="465" y="59"/>
                    </a:lnTo>
                    <a:lnTo>
                      <a:pt x="465" y="192"/>
                    </a:lnTo>
                    <a:lnTo>
                      <a:pt x="324" y="192"/>
                    </a:lnTo>
                    <a:moveTo>
                      <a:pt x="536" y="0"/>
                    </a:moveTo>
                    <a:lnTo>
                      <a:pt x="248" y="0"/>
                    </a:lnTo>
                    <a:lnTo>
                      <a:pt x="189" y="59"/>
                    </a:lnTo>
                    <a:lnTo>
                      <a:pt x="229" y="59"/>
                    </a:lnTo>
                    <a:lnTo>
                      <a:pt x="229" y="192"/>
                    </a:lnTo>
                    <a:lnTo>
                      <a:pt x="59" y="192"/>
                    </a:lnTo>
                    <a:lnTo>
                      <a:pt x="0" y="251"/>
                    </a:lnTo>
                    <a:lnTo>
                      <a:pt x="536" y="251"/>
                    </a:lnTo>
                    <a:lnTo>
                      <a:pt x="5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Freeform 489"/>
              <p:cNvSpPr>
                <a:spLocks/>
              </p:cNvSpPr>
              <p:nvPr/>
            </p:nvSpPr>
            <p:spPr bwMode="auto">
              <a:xfrm>
                <a:off x="7567377" y="2455969"/>
                <a:ext cx="132557" cy="103706"/>
              </a:xfrm>
              <a:custGeom>
                <a:avLst/>
                <a:gdLst>
                  <a:gd name="T0" fmla="*/ 170 w 170"/>
                  <a:gd name="T1" fmla="*/ 0 h 133"/>
                  <a:gd name="T2" fmla="*/ 130 w 170"/>
                  <a:gd name="T3" fmla="*/ 0 h 133"/>
                  <a:gd name="T4" fmla="*/ 0 w 170"/>
                  <a:gd name="T5" fmla="*/ 133 h 133"/>
                  <a:gd name="T6" fmla="*/ 170 w 170"/>
                  <a:gd name="T7" fmla="*/ 133 h 133"/>
                  <a:gd name="T8" fmla="*/ 170 w 170"/>
                  <a:gd name="T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0" h="133">
                    <a:moveTo>
                      <a:pt x="170" y="0"/>
                    </a:moveTo>
                    <a:lnTo>
                      <a:pt x="130" y="0"/>
                    </a:lnTo>
                    <a:lnTo>
                      <a:pt x="0" y="133"/>
                    </a:lnTo>
                    <a:lnTo>
                      <a:pt x="170" y="133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Freeform 490"/>
              <p:cNvSpPr>
                <a:spLocks/>
              </p:cNvSpPr>
              <p:nvPr/>
            </p:nvSpPr>
            <p:spPr bwMode="auto">
              <a:xfrm>
                <a:off x="7567377" y="2455969"/>
                <a:ext cx="132557" cy="103706"/>
              </a:xfrm>
              <a:custGeom>
                <a:avLst/>
                <a:gdLst>
                  <a:gd name="T0" fmla="*/ 170 w 170"/>
                  <a:gd name="T1" fmla="*/ 0 h 133"/>
                  <a:gd name="T2" fmla="*/ 130 w 170"/>
                  <a:gd name="T3" fmla="*/ 0 h 133"/>
                  <a:gd name="T4" fmla="*/ 0 w 170"/>
                  <a:gd name="T5" fmla="*/ 133 h 133"/>
                  <a:gd name="T6" fmla="*/ 170 w 170"/>
                  <a:gd name="T7" fmla="*/ 133 h 133"/>
                  <a:gd name="T8" fmla="*/ 170 w 170"/>
                  <a:gd name="T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0" h="133">
                    <a:moveTo>
                      <a:pt x="170" y="0"/>
                    </a:moveTo>
                    <a:lnTo>
                      <a:pt x="130" y="0"/>
                    </a:lnTo>
                    <a:lnTo>
                      <a:pt x="0" y="133"/>
                    </a:lnTo>
                    <a:lnTo>
                      <a:pt x="170" y="133"/>
                    </a:lnTo>
                    <a:lnTo>
                      <a:pt x="1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Rectangle 491"/>
              <p:cNvSpPr>
                <a:spLocks noChangeArrowheads="1"/>
              </p:cNvSpPr>
              <p:nvPr/>
            </p:nvSpPr>
            <p:spPr bwMode="auto">
              <a:xfrm>
                <a:off x="7774009" y="2455969"/>
                <a:ext cx="109944" cy="103706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Rectangle 492"/>
              <p:cNvSpPr>
                <a:spLocks noChangeArrowheads="1"/>
              </p:cNvSpPr>
              <p:nvPr/>
            </p:nvSpPr>
            <p:spPr bwMode="auto">
              <a:xfrm>
                <a:off x="7774009" y="2455969"/>
                <a:ext cx="109944" cy="1037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Rectangle 478"/>
              <p:cNvSpPr>
                <a:spLocks noChangeArrowheads="1"/>
              </p:cNvSpPr>
              <p:nvPr/>
            </p:nvSpPr>
            <p:spPr bwMode="auto">
              <a:xfrm>
                <a:off x="7517474" y="2334329"/>
                <a:ext cx="110723" cy="4990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730" name="组合 729"/>
            <p:cNvGrpSpPr/>
            <p:nvPr/>
          </p:nvGrpSpPr>
          <p:grpSpPr>
            <a:xfrm flipV="1">
              <a:off x="7282030" y="2603099"/>
              <a:ext cx="663563" cy="440555"/>
              <a:chOff x="7279651" y="2165125"/>
              <a:chExt cx="663563" cy="440555"/>
            </a:xfrm>
            <a:noFill/>
          </p:grpSpPr>
          <p:sp>
            <p:nvSpPr>
              <p:cNvPr id="731" name="Rectangle 465"/>
              <p:cNvSpPr>
                <a:spLocks noChangeArrowheads="1"/>
              </p:cNvSpPr>
              <p:nvPr/>
            </p:nvSpPr>
            <p:spPr bwMode="auto">
              <a:xfrm>
                <a:off x="7303824" y="2278968"/>
                <a:ext cx="613659" cy="296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2" name="Rectangle 466"/>
              <p:cNvSpPr>
                <a:spLocks noChangeArrowheads="1"/>
              </p:cNvSpPr>
              <p:nvPr/>
            </p:nvSpPr>
            <p:spPr bwMode="auto">
              <a:xfrm>
                <a:off x="7303824" y="2278968"/>
                <a:ext cx="613659" cy="296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3" name="Freeform 467"/>
              <p:cNvSpPr>
                <a:spLocks/>
              </p:cNvSpPr>
              <p:nvPr/>
            </p:nvSpPr>
            <p:spPr bwMode="auto">
              <a:xfrm>
                <a:off x="7279651" y="2165125"/>
                <a:ext cx="663562" cy="113843"/>
              </a:xfrm>
              <a:custGeom>
                <a:avLst/>
                <a:gdLst>
                  <a:gd name="T0" fmla="*/ 0 w 851"/>
                  <a:gd name="T1" fmla="*/ 94 h 146"/>
                  <a:gd name="T2" fmla="*/ 0 w 851"/>
                  <a:gd name="T3" fmla="*/ 146 h 146"/>
                  <a:gd name="T4" fmla="*/ 851 w 851"/>
                  <a:gd name="T5" fmla="*/ 146 h 146"/>
                  <a:gd name="T6" fmla="*/ 851 w 851"/>
                  <a:gd name="T7" fmla="*/ 0 h 146"/>
                  <a:gd name="T8" fmla="*/ 0 w 851"/>
                  <a:gd name="T9" fmla="*/ 9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1" h="146">
                    <a:moveTo>
                      <a:pt x="0" y="94"/>
                    </a:moveTo>
                    <a:lnTo>
                      <a:pt x="0" y="146"/>
                    </a:lnTo>
                    <a:lnTo>
                      <a:pt x="851" y="146"/>
                    </a:lnTo>
                    <a:lnTo>
                      <a:pt x="851" y="0"/>
                    </a:lnTo>
                    <a:lnTo>
                      <a:pt x="0" y="9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4" name="Rectangle 468"/>
              <p:cNvSpPr>
                <a:spLocks noChangeArrowheads="1"/>
              </p:cNvSpPr>
              <p:nvPr/>
            </p:nvSpPr>
            <p:spPr bwMode="auto">
              <a:xfrm>
                <a:off x="7279651" y="2409964"/>
                <a:ext cx="659663" cy="19571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5" name="Rectangle 469"/>
              <p:cNvSpPr>
                <a:spLocks noChangeArrowheads="1"/>
              </p:cNvSpPr>
              <p:nvPr/>
            </p:nvSpPr>
            <p:spPr bwMode="auto">
              <a:xfrm>
                <a:off x="7279651" y="2409964"/>
                <a:ext cx="659663" cy="19571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6" name="Rectangle 470"/>
              <p:cNvSpPr>
                <a:spLocks noChangeArrowheads="1"/>
              </p:cNvSpPr>
              <p:nvPr/>
            </p:nvSpPr>
            <p:spPr bwMode="auto">
              <a:xfrm>
                <a:off x="7279651" y="2308598"/>
                <a:ext cx="659663" cy="10136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7" name="Rectangle 471"/>
              <p:cNvSpPr>
                <a:spLocks noChangeArrowheads="1"/>
              </p:cNvSpPr>
              <p:nvPr/>
            </p:nvSpPr>
            <p:spPr bwMode="auto">
              <a:xfrm>
                <a:off x="7279651" y="2308598"/>
                <a:ext cx="659663" cy="10136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8" name="Rectangle 472"/>
              <p:cNvSpPr>
                <a:spLocks noChangeArrowheads="1"/>
              </p:cNvSpPr>
              <p:nvPr/>
            </p:nvSpPr>
            <p:spPr bwMode="auto">
              <a:xfrm>
                <a:off x="7353727" y="2455969"/>
                <a:ext cx="346206" cy="10370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9" name="Rectangle 473"/>
              <p:cNvSpPr>
                <a:spLocks noChangeArrowheads="1"/>
              </p:cNvSpPr>
              <p:nvPr/>
            </p:nvSpPr>
            <p:spPr bwMode="auto">
              <a:xfrm>
                <a:off x="7353727" y="2455969"/>
                <a:ext cx="346206" cy="10370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0" name="Rectangle 474"/>
              <p:cNvSpPr>
                <a:spLocks noChangeArrowheads="1"/>
              </p:cNvSpPr>
              <p:nvPr/>
            </p:nvSpPr>
            <p:spPr bwMode="auto">
              <a:xfrm>
                <a:off x="7774009" y="2455969"/>
                <a:ext cx="109944" cy="10370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1" name="Rectangle 475"/>
              <p:cNvSpPr>
                <a:spLocks noChangeArrowheads="1"/>
              </p:cNvSpPr>
              <p:nvPr/>
            </p:nvSpPr>
            <p:spPr bwMode="auto">
              <a:xfrm>
                <a:off x="7774009" y="2455969"/>
                <a:ext cx="109944" cy="10370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2" name="Rectangle 476"/>
              <p:cNvSpPr>
                <a:spLocks noChangeArrowheads="1"/>
              </p:cNvSpPr>
              <p:nvPr/>
            </p:nvSpPr>
            <p:spPr bwMode="auto">
              <a:xfrm>
                <a:off x="7771670" y="2334329"/>
                <a:ext cx="110723" cy="4990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3" name="Rectangle 477"/>
              <p:cNvSpPr>
                <a:spLocks noChangeArrowheads="1"/>
              </p:cNvSpPr>
              <p:nvPr/>
            </p:nvSpPr>
            <p:spPr bwMode="auto">
              <a:xfrm>
                <a:off x="7771670" y="2334329"/>
                <a:ext cx="110723" cy="4990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4" name="Rectangle 479"/>
              <p:cNvSpPr>
                <a:spLocks noChangeArrowheads="1"/>
              </p:cNvSpPr>
              <p:nvPr/>
            </p:nvSpPr>
            <p:spPr bwMode="auto">
              <a:xfrm>
                <a:off x="7517474" y="2334329"/>
                <a:ext cx="110723" cy="4990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5" name="Rectangle 480"/>
              <p:cNvSpPr>
                <a:spLocks noChangeArrowheads="1"/>
              </p:cNvSpPr>
              <p:nvPr/>
            </p:nvSpPr>
            <p:spPr bwMode="auto">
              <a:xfrm>
                <a:off x="7353727" y="2334329"/>
                <a:ext cx="109944" cy="4990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6" name="Freeform 481"/>
              <p:cNvSpPr>
                <a:spLocks/>
              </p:cNvSpPr>
              <p:nvPr/>
            </p:nvSpPr>
            <p:spPr bwMode="auto">
              <a:xfrm>
                <a:off x="7351388" y="2215028"/>
                <a:ext cx="591826" cy="63939"/>
              </a:xfrm>
              <a:custGeom>
                <a:avLst/>
                <a:gdLst>
                  <a:gd name="T0" fmla="*/ 759 w 759"/>
                  <a:gd name="T1" fmla="*/ 82 h 82"/>
                  <a:gd name="T2" fmla="*/ 759 w 759"/>
                  <a:gd name="T3" fmla="*/ 0 h 82"/>
                  <a:gd name="T4" fmla="*/ 0 w 759"/>
                  <a:gd name="T5" fmla="*/ 82 h 82"/>
                  <a:gd name="T6" fmla="*/ 759 w 759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9" h="82">
                    <a:moveTo>
                      <a:pt x="759" y="82"/>
                    </a:moveTo>
                    <a:lnTo>
                      <a:pt x="759" y="0"/>
                    </a:lnTo>
                    <a:lnTo>
                      <a:pt x="0" y="82"/>
                    </a:lnTo>
                    <a:lnTo>
                      <a:pt x="759" y="8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7" name="Rectangle 482"/>
              <p:cNvSpPr>
                <a:spLocks noChangeArrowheads="1"/>
              </p:cNvSpPr>
              <p:nvPr/>
            </p:nvSpPr>
            <p:spPr bwMode="auto">
              <a:xfrm>
                <a:off x="7570496" y="2308598"/>
                <a:ext cx="368819" cy="10136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8" name="Rectangle 483"/>
              <p:cNvSpPr>
                <a:spLocks noChangeArrowheads="1"/>
              </p:cNvSpPr>
              <p:nvPr/>
            </p:nvSpPr>
            <p:spPr bwMode="auto">
              <a:xfrm>
                <a:off x="7771670" y="2334329"/>
                <a:ext cx="110723" cy="4990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9" name="Rectangle 484"/>
              <p:cNvSpPr>
                <a:spLocks noChangeArrowheads="1"/>
              </p:cNvSpPr>
              <p:nvPr/>
            </p:nvSpPr>
            <p:spPr bwMode="auto">
              <a:xfrm>
                <a:off x="7771670" y="2334329"/>
                <a:ext cx="110723" cy="4990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0" name="Freeform 485"/>
              <p:cNvSpPr>
                <a:spLocks/>
              </p:cNvSpPr>
              <p:nvPr/>
            </p:nvSpPr>
            <p:spPr bwMode="auto">
              <a:xfrm>
                <a:off x="7597007" y="2353043"/>
                <a:ext cx="31190" cy="31190"/>
              </a:xfrm>
              <a:custGeom>
                <a:avLst/>
                <a:gdLst>
                  <a:gd name="T0" fmla="*/ 40 w 40"/>
                  <a:gd name="T1" fmla="*/ 0 h 40"/>
                  <a:gd name="T2" fmla="*/ 0 w 40"/>
                  <a:gd name="T3" fmla="*/ 40 h 40"/>
                  <a:gd name="T4" fmla="*/ 40 w 40"/>
                  <a:gd name="T5" fmla="*/ 40 h 40"/>
                  <a:gd name="T6" fmla="*/ 40 w 40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0">
                    <a:moveTo>
                      <a:pt x="40" y="0"/>
                    </a:moveTo>
                    <a:lnTo>
                      <a:pt x="0" y="40"/>
                    </a:lnTo>
                    <a:lnTo>
                      <a:pt x="40" y="40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1" name="Freeform 486"/>
              <p:cNvSpPr>
                <a:spLocks/>
              </p:cNvSpPr>
              <p:nvPr/>
            </p:nvSpPr>
            <p:spPr bwMode="auto">
              <a:xfrm>
                <a:off x="7597007" y="2353043"/>
                <a:ext cx="31190" cy="31190"/>
              </a:xfrm>
              <a:custGeom>
                <a:avLst/>
                <a:gdLst>
                  <a:gd name="T0" fmla="*/ 40 w 40"/>
                  <a:gd name="T1" fmla="*/ 0 h 40"/>
                  <a:gd name="T2" fmla="*/ 0 w 40"/>
                  <a:gd name="T3" fmla="*/ 40 h 40"/>
                  <a:gd name="T4" fmla="*/ 40 w 40"/>
                  <a:gd name="T5" fmla="*/ 40 h 40"/>
                  <a:gd name="T6" fmla="*/ 40 w 40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0">
                    <a:moveTo>
                      <a:pt x="40" y="0"/>
                    </a:moveTo>
                    <a:lnTo>
                      <a:pt x="0" y="40"/>
                    </a:lnTo>
                    <a:lnTo>
                      <a:pt x="40" y="40"/>
                    </a:lnTo>
                    <a:lnTo>
                      <a:pt x="4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2" name="Freeform 487"/>
              <p:cNvSpPr>
                <a:spLocks noEditPoints="1"/>
              </p:cNvSpPr>
              <p:nvPr/>
            </p:nvSpPr>
            <p:spPr bwMode="auto">
              <a:xfrm>
                <a:off x="7521372" y="2409964"/>
                <a:ext cx="417943" cy="195716"/>
              </a:xfrm>
              <a:custGeom>
                <a:avLst/>
                <a:gdLst>
                  <a:gd name="T0" fmla="*/ 324 w 536"/>
                  <a:gd name="T1" fmla="*/ 192 h 251"/>
                  <a:gd name="T2" fmla="*/ 324 w 536"/>
                  <a:gd name="T3" fmla="*/ 59 h 251"/>
                  <a:gd name="T4" fmla="*/ 465 w 536"/>
                  <a:gd name="T5" fmla="*/ 59 h 251"/>
                  <a:gd name="T6" fmla="*/ 465 w 536"/>
                  <a:gd name="T7" fmla="*/ 192 h 251"/>
                  <a:gd name="T8" fmla="*/ 324 w 536"/>
                  <a:gd name="T9" fmla="*/ 192 h 251"/>
                  <a:gd name="T10" fmla="*/ 536 w 536"/>
                  <a:gd name="T11" fmla="*/ 0 h 251"/>
                  <a:gd name="T12" fmla="*/ 248 w 536"/>
                  <a:gd name="T13" fmla="*/ 0 h 251"/>
                  <a:gd name="T14" fmla="*/ 189 w 536"/>
                  <a:gd name="T15" fmla="*/ 59 h 251"/>
                  <a:gd name="T16" fmla="*/ 229 w 536"/>
                  <a:gd name="T17" fmla="*/ 59 h 251"/>
                  <a:gd name="T18" fmla="*/ 229 w 536"/>
                  <a:gd name="T19" fmla="*/ 192 h 251"/>
                  <a:gd name="T20" fmla="*/ 59 w 536"/>
                  <a:gd name="T21" fmla="*/ 192 h 251"/>
                  <a:gd name="T22" fmla="*/ 0 w 536"/>
                  <a:gd name="T23" fmla="*/ 251 h 251"/>
                  <a:gd name="T24" fmla="*/ 536 w 536"/>
                  <a:gd name="T25" fmla="*/ 251 h 251"/>
                  <a:gd name="T26" fmla="*/ 536 w 536"/>
                  <a:gd name="T27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6" h="251">
                    <a:moveTo>
                      <a:pt x="324" y="192"/>
                    </a:moveTo>
                    <a:lnTo>
                      <a:pt x="324" y="59"/>
                    </a:lnTo>
                    <a:lnTo>
                      <a:pt x="465" y="59"/>
                    </a:lnTo>
                    <a:lnTo>
                      <a:pt x="465" y="192"/>
                    </a:lnTo>
                    <a:lnTo>
                      <a:pt x="324" y="192"/>
                    </a:lnTo>
                    <a:close/>
                    <a:moveTo>
                      <a:pt x="536" y="0"/>
                    </a:moveTo>
                    <a:lnTo>
                      <a:pt x="248" y="0"/>
                    </a:lnTo>
                    <a:lnTo>
                      <a:pt x="189" y="59"/>
                    </a:lnTo>
                    <a:lnTo>
                      <a:pt x="229" y="59"/>
                    </a:lnTo>
                    <a:lnTo>
                      <a:pt x="229" y="192"/>
                    </a:lnTo>
                    <a:lnTo>
                      <a:pt x="59" y="192"/>
                    </a:lnTo>
                    <a:lnTo>
                      <a:pt x="0" y="251"/>
                    </a:lnTo>
                    <a:lnTo>
                      <a:pt x="536" y="251"/>
                    </a:lnTo>
                    <a:lnTo>
                      <a:pt x="53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3" name="Freeform 488"/>
              <p:cNvSpPr>
                <a:spLocks noEditPoints="1"/>
              </p:cNvSpPr>
              <p:nvPr/>
            </p:nvSpPr>
            <p:spPr bwMode="auto">
              <a:xfrm>
                <a:off x="7521372" y="2409964"/>
                <a:ext cx="417943" cy="195716"/>
              </a:xfrm>
              <a:custGeom>
                <a:avLst/>
                <a:gdLst>
                  <a:gd name="T0" fmla="*/ 324 w 536"/>
                  <a:gd name="T1" fmla="*/ 192 h 251"/>
                  <a:gd name="T2" fmla="*/ 324 w 536"/>
                  <a:gd name="T3" fmla="*/ 59 h 251"/>
                  <a:gd name="T4" fmla="*/ 465 w 536"/>
                  <a:gd name="T5" fmla="*/ 59 h 251"/>
                  <a:gd name="T6" fmla="*/ 465 w 536"/>
                  <a:gd name="T7" fmla="*/ 192 h 251"/>
                  <a:gd name="T8" fmla="*/ 324 w 536"/>
                  <a:gd name="T9" fmla="*/ 192 h 251"/>
                  <a:gd name="T10" fmla="*/ 536 w 536"/>
                  <a:gd name="T11" fmla="*/ 0 h 251"/>
                  <a:gd name="T12" fmla="*/ 248 w 536"/>
                  <a:gd name="T13" fmla="*/ 0 h 251"/>
                  <a:gd name="T14" fmla="*/ 189 w 536"/>
                  <a:gd name="T15" fmla="*/ 59 h 251"/>
                  <a:gd name="T16" fmla="*/ 229 w 536"/>
                  <a:gd name="T17" fmla="*/ 59 h 251"/>
                  <a:gd name="T18" fmla="*/ 229 w 536"/>
                  <a:gd name="T19" fmla="*/ 192 h 251"/>
                  <a:gd name="T20" fmla="*/ 59 w 536"/>
                  <a:gd name="T21" fmla="*/ 192 h 251"/>
                  <a:gd name="T22" fmla="*/ 0 w 536"/>
                  <a:gd name="T23" fmla="*/ 251 h 251"/>
                  <a:gd name="T24" fmla="*/ 536 w 536"/>
                  <a:gd name="T25" fmla="*/ 251 h 251"/>
                  <a:gd name="T26" fmla="*/ 536 w 536"/>
                  <a:gd name="T27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6" h="251">
                    <a:moveTo>
                      <a:pt x="324" y="192"/>
                    </a:moveTo>
                    <a:lnTo>
                      <a:pt x="324" y="59"/>
                    </a:lnTo>
                    <a:lnTo>
                      <a:pt x="465" y="59"/>
                    </a:lnTo>
                    <a:lnTo>
                      <a:pt x="465" y="192"/>
                    </a:lnTo>
                    <a:lnTo>
                      <a:pt x="324" y="192"/>
                    </a:lnTo>
                    <a:moveTo>
                      <a:pt x="536" y="0"/>
                    </a:moveTo>
                    <a:lnTo>
                      <a:pt x="248" y="0"/>
                    </a:lnTo>
                    <a:lnTo>
                      <a:pt x="189" y="59"/>
                    </a:lnTo>
                    <a:lnTo>
                      <a:pt x="229" y="59"/>
                    </a:lnTo>
                    <a:lnTo>
                      <a:pt x="229" y="192"/>
                    </a:lnTo>
                    <a:lnTo>
                      <a:pt x="59" y="192"/>
                    </a:lnTo>
                    <a:lnTo>
                      <a:pt x="0" y="251"/>
                    </a:lnTo>
                    <a:lnTo>
                      <a:pt x="536" y="251"/>
                    </a:lnTo>
                    <a:lnTo>
                      <a:pt x="536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4" name="Freeform 489"/>
              <p:cNvSpPr>
                <a:spLocks/>
              </p:cNvSpPr>
              <p:nvPr/>
            </p:nvSpPr>
            <p:spPr bwMode="auto">
              <a:xfrm>
                <a:off x="7567377" y="2455969"/>
                <a:ext cx="132557" cy="103706"/>
              </a:xfrm>
              <a:custGeom>
                <a:avLst/>
                <a:gdLst>
                  <a:gd name="T0" fmla="*/ 170 w 170"/>
                  <a:gd name="T1" fmla="*/ 0 h 133"/>
                  <a:gd name="T2" fmla="*/ 130 w 170"/>
                  <a:gd name="T3" fmla="*/ 0 h 133"/>
                  <a:gd name="T4" fmla="*/ 0 w 170"/>
                  <a:gd name="T5" fmla="*/ 133 h 133"/>
                  <a:gd name="T6" fmla="*/ 170 w 170"/>
                  <a:gd name="T7" fmla="*/ 133 h 133"/>
                  <a:gd name="T8" fmla="*/ 170 w 170"/>
                  <a:gd name="T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0" h="133">
                    <a:moveTo>
                      <a:pt x="170" y="0"/>
                    </a:moveTo>
                    <a:lnTo>
                      <a:pt x="130" y="0"/>
                    </a:lnTo>
                    <a:lnTo>
                      <a:pt x="0" y="133"/>
                    </a:lnTo>
                    <a:lnTo>
                      <a:pt x="170" y="133"/>
                    </a:lnTo>
                    <a:lnTo>
                      <a:pt x="17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5" name="Freeform 490"/>
              <p:cNvSpPr>
                <a:spLocks/>
              </p:cNvSpPr>
              <p:nvPr/>
            </p:nvSpPr>
            <p:spPr bwMode="auto">
              <a:xfrm>
                <a:off x="7567377" y="2455969"/>
                <a:ext cx="132557" cy="103706"/>
              </a:xfrm>
              <a:custGeom>
                <a:avLst/>
                <a:gdLst>
                  <a:gd name="T0" fmla="*/ 170 w 170"/>
                  <a:gd name="T1" fmla="*/ 0 h 133"/>
                  <a:gd name="T2" fmla="*/ 130 w 170"/>
                  <a:gd name="T3" fmla="*/ 0 h 133"/>
                  <a:gd name="T4" fmla="*/ 0 w 170"/>
                  <a:gd name="T5" fmla="*/ 133 h 133"/>
                  <a:gd name="T6" fmla="*/ 170 w 170"/>
                  <a:gd name="T7" fmla="*/ 133 h 133"/>
                  <a:gd name="T8" fmla="*/ 170 w 170"/>
                  <a:gd name="T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0" h="133">
                    <a:moveTo>
                      <a:pt x="170" y="0"/>
                    </a:moveTo>
                    <a:lnTo>
                      <a:pt x="130" y="0"/>
                    </a:lnTo>
                    <a:lnTo>
                      <a:pt x="0" y="133"/>
                    </a:lnTo>
                    <a:lnTo>
                      <a:pt x="170" y="133"/>
                    </a:lnTo>
                    <a:lnTo>
                      <a:pt x="17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6" name="Rectangle 491"/>
              <p:cNvSpPr>
                <a:spLocks noChangeArrowheads="1"/>
              </p:cNvSpPr>
              <p:nvPr/>
            </p:nvSpPr>
            <p:spPr bwMode="auto">
              <a:xfrm>
                <a:off x="7774009" y="2455969"/>
                <a:ext cx="109944" cy="10370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7" name="Rectangle 492"/>
              <p:cNvSpPr>
                <a:spLocks noChangeArrowheads="1"/>
              </p:cNvSpPr>
              <p:nvPr/>
            </p:nvSpPr>
            <p:spPr bwMode="auto">
              <a:xfrm>
                <a:off x="7774009" y="2455969"/>
                <a:ext cx="109944" cy="10370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8" name="Rectangle 478"/>
              <p:cNvSpPr>
                <a:spLocks noChangeArrowheads="1"/>
              </p:cNvSpPr>
              <p:nvPr/>
            </p:nvSpPr>
            <p:spPr bwMode="auto">
              <a:xfrm>
                <a:off x="7517474" y="2334329"/>
                <a:ext cx="110723" cy="4990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7" name="组合 26"/>
          <p:cNvGrpSpPr/>
          <p:nvPr/>
        </p:nvGrpSpPr>
        <p:grpSpPr>
          <a:xfrm>
            <a:off x="5615669" y="2292223"/>
            <a:ext cx="2414096" cy="771945"/>
            <a:chOff x="5615669" y="2292223"/>
            <a:chExt cx="2414096" cy="771945"/>
          </a:xfrm>
        </p:grpSpPr>
        <p:grpSp>
          <p:nvGrpSpPr>
            <p:cNvPr id="14" name="组合 13"/>
            <p:cNvGrpSpPr/>
            <p:nvPr/>
          </p:nvGrpSpPr>
          <p:grpSpPr>
            <a:xfrm>
              <a:off x="5617237" y="2292223"/>
              <a:ext cx="2412528" cy="386753"/>
              <a:chOff x="5617237" y="2292223"/>
              <a:chExt cx="2412528" cy="386753"/>
            </a:xfrm>
          </p:grpSpPr>
          <p:sp>
            <p:nvSpPr>
              <p:cNvPr id="462" name="Freeform 584"/>
              <p:cNvSpPr>
                <a:spLocks/>
              </p:cNvSpPr>
              <p:nvPr/>
            </p:nvSpPr>
            <p:spPr bwMode="auto">
              <a:xfrm>
                <a:off x="5617237" y="2292223"/>
                <a:ext cx="2412527" cy="386753"/>
              </a:xfrm>
              <a:custGeom>
                <a:avLst/>
                <a:gdLst>
                  <a:gd name="T0" fmla="*/ 637 w 1309"/>
                  <a:gd name="T1" fmla="*/ 0 h 210"/>
                  <a:gd name="T2" fmla="*/ 0 w 1309"/>
                  <a:gd name="T3" fmla="*/ 210 h 210"/>
                  <a:gd name="T4" fmla="*/ 0 w 1309"/>
                  <a:gd name="T5" fmla="*/ 210 h 210"/>
                  <a:gd name="T6" fmla="*/ 637 w 1309"/>
                  <a:gd name="T7" fmla="*/ 210 h 210"/>
                  <a:gd name="T8" fmla="*/ 1309 w 1309"/>
                  <a:gd name="T9" fmla="*/ 210 h 210"/>
                  <a:gd name="T10" fmla="*/ 637 w 1309"/>
                  <a:gd name="T11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9" h="210">
                    <a:moveTo>
                      <a:pt x="637" y="0"/>
                    </a:moveTo>
                    <a:cubicBezTo>
                      <a:pt x="381" y="0"/>
                      <a:pt x="391" y="199"/>
                      <a:pt x="0" y="210"/>
                    </a:cubicBezTo>
                    <a:cubicBezTo>
                      <a:pt x="0" y="210"/>
                      <a:pt x="0" y="210"/>
                      <a:pt x="0" y="210"/>
                    </a:cubicBezTo>
                    <a:cubicBezTo>
                      <a:pt x="637" y="210"/>
                      <a:pt x="637" y="210"/>
                      <a:pt x="637" y="210"/>
                    </a:cubicBezTo>
                    <a:cubicBezTo>
                      <a:pt x="1309" y="210"/>
                      <a:pt x="1309" y="210"/>
                      <a:pt x="1309" y="210"/>
                    </a:cubicBezTo>
                    <a:cubicBezTo>
                      <a:pt x="883" y="210"/>
                      <a:pt x="901" y="0"/>
                      <a:pt x="637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Freeform 585"/>
              <p:cNvSpPr>
                <a:spLocks/>
              </p:cNvSpPr>
              <p:nvPr/>
            </p:nvSpPr>
            <p:spPr bwMode="auto">
              <a:xfrm>
                <a:off x="6790752" y="2292223"/>
                <a:ext cx="1239013" cy="386753"/>
              </a:xfrm>
              <a:custGeom>
                <a:avLst/>
                <a:gdLst>
                  <a:gd name="T0" fmla="*/ 672 w 672"/>
                  <a:gd name="T1" fmla="*/ 210 h 210"/>
                  <a:gd name="T2" fmla="*/ 0 w 672"/>
                  <a:gd name="T3" fmla="*/ 0 h 210"/>
                  <a:gd name="T4" fmla="*/ 0 w 672"/>
                  <a:gd name="T5" fmla="*/ 210 h 210"/>
                  <a:gd name="T6" fmla="*/ 672 w 672"/>
                  <a:gd name="T7" fmla="*/ 21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2" h="210">
                    <a:moveTo>
                      <a:pt x="672" y="210"/>
                    </a:moveTo>
                    <a:cubicBezTo>
                      <a:pt x="246" y="210"/>
                      <a:pt x="264" y="0"/>
                      <a:pt x="0" y="0"/>
                    </a:cubicBezTo>
                    <a:cubicBezTo>
                      <a:pt x="0" y="210"/>
                      <a:pt x="0" y="210"/>
                      <a:pt x="0" y="210"/>
                    </a:cubicBezTo>
                    <a:lnTo>
                      <a:pt x="672" y="210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05" name="组合 604"/>
            <p:cNvGrpSpPr/>
            <p:nvPr/>
          </p:nvGrpSpPr>
          <p:grpSpPr>
            <a:xfrm flipV="1">
              <a:off x="5615669" y="2677415"/>
              <a:ext cx="2412528" cy="386753"/>
              <a:chOff x="5617237" y="2292223"/>
              <a:chExt cx="2412528" cy="386753"/>
            </a:xfrm>
            <a:noFill/>
          </p:grpSpPr>
          <p:sp>
            <p:nvSpPr>
              <p:cNvPr id="606" name="Freeform 584"/>
              <p:cNvSpPr>
                <a:spLocks/>
              </p:cNvSpPr>
              <p:nvPr/>
            </p:nvSpPr>
            <p:spPr bwMode="auto">
              <a:xfrm>
                <a:off x="5617237" y="2292223"/>
                <a:ext cx="2412527" cy="386753"/>
              </a:xfrm>
              <a:custGeom>
                <a:avLst/>
                <a:gdLst>
                  <a:gd name="T0" fmla="*/ 637 w 1309"/>
                  <a:gd name="T1" fmla="*/ 0 h 210"/>
                  <a:gd name="T2" fmla="*/ 0 w 1309"/>
                  <a:gd name="T3" fmla="*/ 210 h 210"/>
                  <a:gd name="T4" fmla="*/ 0 w 1309"/>
                  <a:gd name="T5" fmla="*/ 210 h 210"/>
                  <a:gd name="T6" fmla="*/ 637 w 1309"/>
                  <a:gd name="T7" fmla="*/ 210 h 210"/>
                  <a:gd name="T8" fmla="*/ 1309 w 1309"/>
                  <a:gd name="T9" fmla="*/ 210 h 210"/>
                  <a:gd name="T10" fmla="*/ 637 w 1309"/>
                  <a:gd name="T11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9" h="210">
                    <a:moveTo>
                      <a:pt x="637" y="0"/>
                    </a:moveTo>
                    <a:cubicBezTo>
                      <a:pt x="381" y="0"/>
                      <a:pt x="391" y="199"/>
                      <a:pt x="0" y="210"/>
                    </a:cubicBezTo>
                    <a:cubicBezTo>
                      <a:pt x="0" y="210"/>
                      <a:pt x="0" y="210"/>
                      <a:pt x="0" y="210"/>
                    </a:cubicBezTo>
                    <a:cubicBezTo>
                      <a:pt x="637" y="210"/>
                      <a:pt x="637" y="210"/>
                      <a:pt x="637" y="210"/>
                    </a:cubicBezTo>
                    <a:cubicBezTo>
                      <a:pt x="1309" y="210"/>
                      <a:pt x="1309" y="210"/>
                      <a:pt x="1309" y="210"/>
                    </a:cubicBezTo>
                    <a:cubicBezTo>
                      <a:pt x="883" y="210"/>
                      <a:pt x="901" y="0"/>
                      <a:pt x="6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7" name="Freeform 585"/>
              <p:cNvSpPr>
                <a:spLocks/>
              </p:cNvSpPr>
              <p:nvPr/>
            </p:nvSpPr>
            <p:spPr bwMode="auto">
              <a:xfrm>
                <a:off x="6790752" y="2292223"/>
                <a:ext cx="1239013" cy="386753"/>
              </a:xfrm>
              <a:custGeom>
                <a:avLst/>
                <a:gdLst>
                  <a:gd name="T0" fmla="*/ 672 w 672"/>
                  <a:gd name="T1" fmla="*/ 210 h 210"/>
                  <a:gd name="T2" fmla="*/ 0 w 672"/>
                  <a:gd name="T3" fmla="*/ 0 h 210"/>
                  <a:gd name="T4" fmla="*/ 0 w 672"/>
                  <a:gd name="T5" fmla="*/ 210 h 210"/>
                  <a:gd name="T6" fmla="*/ 672 w 672"/>
                  <a:gd name="T7" fmla="*/ 21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2" h="210">
                    <a:moveTo>
                      <a:pt x="672" y="210"/>
                    </a:moveTo>
                    <a:cubicBezTo>
                      <a:pt x="246" y="210"/>
                      <a:pt x="264" y="0"/>
                      <a:pt x="0" y="0"/>
                    </a:cubicBezTo>
                    <a:cubicBezTo>
                      <a:pt x="0" y="210"/>
                      <a:pt x="0" y="210"/>
                      <a:pt x="0" y="210"/>
                    </a:cubicBezTo>
                    <a:lnTo>
                      <a:pt x="672" y="2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9" name="组合 8"/>
          <p:cNvGrpSpPr/>
          <p:nvPr/>
        </p:nvGrpSpPr>
        <p:grpSpPr>
          <a:xfrm>
            <a:off x="7101090" y="2489498"/>
            <a:ext cx="197276" cy="189478"/>
            <a:chOff x="7101090" y="2489498"/>
            <a:chExt cx="197276" cy="189478"/>
          </a:xfrm>
        </p:grpSpPr>
        <p:sp>
          <p:nvSpPr>
            <p:cNvPr id="516" name="Freeform 638"/>
            <p:cNvSpPr>
              <a:spLocks/>
            </p:cNvSpPr>
            <p:nvPr/>
          </p:nvSpPr>
          <p:spPr bwMode="auto">
            <a:xfrm>
              <a:off x="7263277" y="2527706"/>
              <a:ext cx="35089" cy="60820"/>
            </a:xfrm>
            <a:custGeom>
              <a:avLst/>
              <a:gdLst>
                <a:gd name="T0" fmla="*/ 2 w 19"/>
                <a:gd name="T1" fmla="*/ 19 h 33"/>
                <a:gd name="T2" fmla="*/ 13 w 19"/>
                <a:gd name="T3" fmla="*/ 0 h 33"/>
                <a:gd name="T4" fmla="*/ 10 w 19"/>
                <a:gd name="T5" fmla="*/ 23 h 33"/>
                <a:gd name="T6" fmla="*/ 2 w 19"/>
                <a:gd name="T7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33">
                  <a:moveTo>
                    <a:pt x="2" y="19"/>
                  </a:moveTo>
                  <a:cubicBezTo>
                    <a:pt x="13" y="17"/>
                    <a:pt x="13" y="0"/>
                    <a:pt x="13" y="0"/>
                  </a:cubicBezTo>
                  <a:cubicBezTo>
                    <a:pt x="13" y="0"/>
                    <a:pt x="19" y="13"/>
                    <a:pt x="10" y="23"/>
                  </a:cubicBezTo>
                  <a:cubicBezTo>
                    <a:pt x="0" y="33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7" name="Freeform 639"/>
            <p:cNvSpPr>
              <a:spLocks/>
            </p:cNvSpPr>
            <p:nvPr/>
          </p:nvSpPr>
          <p:spPr bwMode="auto">
            <a:xfrm>
              <a:off x="7129941" y="2668059"/>
              <a:ext cx="26512" cy="10917"/>
            </a:xfrm>
            <a:custGeom>
              <a:avLst/>
              <a:gdLst>
                <a:gd name="T0" fmla="*/ 0 w 14"/>
                <a:gd name="T1" fmla="*/ 3 h 6"/>
                <a:gd name="T2" fmla="*/ 3 w 14"/>
                <a:gd name="T3" fmla="*/ 0 h 6"/>
                <a:gd name="T4" fmla="*/ 11 w 14"/>
                <a:gd name="T5" fmla="*/ 0 h 6"/>
                <a:gd name="T6" fmla="*/ 14 w 14"/>
                <a:gd name="T7" fmla="*/ 3 h 6"/>
                <a:gd name="T8" fmla="*/ 11 w 14"/>
                <a:gd name="T9" fmla="*/ 6 h 6"/>
                <a:gd name="T10" fmla="*/ 3 w 14"/>
                <a:gd name="T11" fmla="*/ 6 h 6"/>
                <a:gd name="T12" fmla="*/ 0 w 14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5"/>
                    <a:pt x="13" y="6"/>
                    <a:pt x="11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8" name="Rectangle 640"/>
            <p:cNvSpPr>
              <a:spLocks noChangeArrowheads="1"/>
            </p:cNvSpPr>
            <p:nvPr/>
          </p:nvSpPr>
          <p:spPr bwMode="auto">
            <a:xfrm>
              <a:off x="7141637" y="2635310"/>
              <a:ext cx="14815" cy="40547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9" name="Freeform 641"/>
            <p:cNvSpPr>
              <a:spLocks/>
            </p:cNvSpPr>
            <p:nvPr/>
          </p:nvSpPr>
          <p:spPr bwMode="auto">
            <a:xfrm>
              <a:off x="7161910" y="2668059"/>
              <a:ext cx="23392" cy="10917"/>
            </a:xfrm>
            <a:custGeom>
              <a:avLst/>
              <a:gdLst>
                <a:gd name="T0" fmla="*/ 0 w 13"/>
                <a:gd name="T1" fmla="*/ 3 h 6"/>
                <a:gd name="T2" fmla="*/ 2 w 13"/>
                <a:gd name="T3" fmla="*/ 0 h 6"/>
                <a:gd name="T4" fmla="*/ 11 w 13"/>
                <a:gd name="T5" fmla="*/ 0 h 6"/>
                <a:gd name="T6" fmla="*/ 13 w 13"/>
                <a:gd name="T7" fmla="*/ 3 h 6"/>
                <a:gd name="T8" fmla="*/ 11 w 13"/>
                <a:gd name="T9" fmla="*/ 6 h 6"/>
                <a:gd name="T10" fmla="*/ 2 w 13"/>
                <a:gd name="T11" fmla="*/ 6 h 6"/>
                <a:gd name="T12" fmla="*/ 0 w 13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6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3"/>
                  </a:cubicBezTo>
                  <a:cubicBezTo>
                    <a:pt x="13" y="5"/>
                    <a:pt x="12" y="6"/>
                    <a:pt x="1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0" name="Rectangle 642"/>
            <p:cNvSpPr>
              <a:spLocks noChangeArrowheads="1"/>
            </p:cNvSpPr>
            <p:nvPr/>
          </p:nvSpPr>
          <p:spPr bwMode="auto">
            <a:xfrm>
              <a:off x="7172827" y="2635310"/>
              <a:ext cx="12476" cy="40547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1" name="Freeform 643"/>
            <p:cNvSpPr>
              <a:spLocks/>
            </p:cNvSpPr>
            <p:nvPr/>
          </p:nvSpPr>
          <p:spPr bwMode="auto">
            <a:xfrm>
              <a:off x="7218831" y="2668059"/>
              <a:ext cx="25732" cy="10917"/>
            </a:xfrm>
            <a:custGeom>
              <a:avLst/>
              <a:gdLst>
                <a:gd name="T0" fmla="*/ 0 w 14"/>
                <a:gd name="T1" fmla="*/ 3 h 6"/>
                <a:gd name="T2" fmla="*/ 2 w 14"/>
                <a:gd name="T3" fmla="*/ 0 h 6"/>
                <a:gd name="T4" fmla="*/ 11 w 14"/>
                <a:gd name="T5" fmla="*/ 0 h 6"/>
                <a:gd name="T6" fmla="*/ 14 w 14"/>
                <a:gd name="T7" fmla="*/ 3 h 6"/>
                <a:gd name="T8" fmla="*/ 11 w 14"/>
                <a:gd name="T9" fmla="*/ 6 h 6"/>
                <a:gd name="T10" fmla="*/ 2 w 14"/>
                <a:gd name="T11" fmla="*/ 6 h 6"/>
                <a:gd name="T12" fmla="*/ 0 w 14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1"/>
                    <a:pt x="14" y="3"/>
                  </a:cubicBezTo>
                  <a:cubicBezTo>
                    <a:pt x="14" y="5"/>
                    <a:pt x="12" y="6"/>
                    <a:pt x="1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2" name="Rectangle 644"/>
            <p:cNvSpPr>
              <a:spLocks noChangeArrowheads="1"/>
            </p:cNvSpPr>
            <p:nvPr/>
          </p:nvSpPr>
          <p:spPr bwMode="auto">
            <a:xfrm>
              <a:off x="7229747" y="2635310"/>
              <a:ext cx="13256" cy="40547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3" name="Freeform 645"/>
            <p:cNvSpPr>
              <a:spLocks/>
            </p:cNvSpPr>
            <p:nvPr/>
          </p:nvSpPr>
          <p:spPr bwMode="auto">
            <a:xfrm>
              <a:off x="7248462" y="2668059"/>
              <a:ext cx="25732" cy="10917"/>
            </a:xfrm>
            <a:custGeom>
              <a:avLst/>
              <a:gdLst>
                <a:gd name="T0" fmla="*/ 0 w 14"/>
                <a:gd name="T1" fmla="*/ 3 h 6"/>
                <a:gd name="T2" fmla="*/ 3 w 14"/>
                <a:gd name="T3" fmla="*/ 0 h 6"/>
                <a:gd name="T4" fmla="*/ 12 w 14"/>
                <a:gd name="T5" fmla="*/ 0 h 6"/>
                <a:gd name="T6" fmla="*/ 14 w 14"/>
                <a:gd name="T7" fmla="*/ 3 h 6"/>
                <a:gd name="T8" fmla="*/ 12 w 14"/>
                <a:gd name="T9" fmla="*/ 6 h 6"/>
                <a:gd name="T10" fmla="*/ 3 w 14"/>
                <a:gd name="T11" fmla="*/ 6 h 6"/>
                <a:gd name="T12" fmla="*/ 0 w 14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4" name="Rectangle 646"/>
            <p:cNvSpPr>
              <a:spLocks noChangeArrowheads="1"/>
            </p:cNvSpPr>
            <p:nvPr/>
          </p:nvSpPr>
          <p:spPr bwMode="auto">
            <a:xfrm>
              <a:off x="7259378" y="2596323"/>
              <a:ext cx="14815" cy="79534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5" name="Oval 647"/>
            <p:cNvSpPr>
              <a:spLocks noChangeArrowheads="1"/>
            </p:cNvSpPr>
            <p:nvPr/>
          </p:nvSpPr>
          <p:spPr bwMode="auto">
            <a:xfrm>
              <a:off x="7121363" y="2522248"/>
              <a:ext cx="156729" cy="140354"/>
            </a:xfrm>
            <a:prstGeom prst="ellipse">
              <a:avLst/>
            </a:pr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6" name="Rectangle 648"/>
            <p:cNvSpPr>
              <a:spLocks noChangeArrowheads="1"/>
            </p:cNvSpPr>
            <p:nvPr/>
          </p:nvSpPr>
          <p:spPr bwMode="auto">
            <a:xfrm>
              <a:off x="7124483" y="2489498"/>
              <a:ext cx="11696" cy="47565"/>
            </a:xfrm>
            <a:prstGeom prst="rect">
              <a:avLst/>
            </a:pr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7" name="Freeform 649"/>
            <p:cNvSpPr>
              <a:spLocks/>
            </p:cNvSpPr>
            <p:nvPr/>
          </p:nvSpPr>
          <p:spPr bwMode="auto">
            <a:xfrm>
              <a:off x="7101090" y="2489498"/>
              <a:ext cx="35089" cy="10917"/>
            </a:xfrm>
            <a:custGeom>
              <a:avLst/>
              <a:gdLst>
                <a:gd name="T0" fmla="*/ 0 w 19"/>
                <a:gd name="T1" fmla="*/ 3 h 6"/>
                <a:gd name="T2" fmla="*/ 4 w 19"/>
                <a:gd name="T3" fmla="*/ 6 h 6"/>
                <a:gd name="T4" fmla="*/ 15 w 19"/>
                <a:gd name="T5" fmla="*/ 6 h 6"/>
                <a:gd name="T6" fmla="*/ 19 w 19"/>
                <a:gd name="T7" fmla="*/ 3 h 6"/>
                <a:gd name="T8" fmla="*/ 15 w 19"/>
                <a:gd name="T9" fmla="*/ 0 h 6"/>
                <a:gd name="T10" fmla="*/ 4 w 19"/>
                <a:gd name="T11" fmla="*/ 0 h 6"/>
                <a:gd name="T12" fmla="*/ 0 w 19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6">
                  <a:moveTo>
                    <a:pt x="0" y="3"/>
                  </a:moveTo>
                  <a:cubicBezTo>
                    <a:pt x="0" y="5"/>
                    <a:pt x="2" y="6"/>
                    <a:pt x="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6"/>
                    <a:pt x="19" y="5"/>
                    <a:pt x="19" y="3"/>
                  </a:cubicBezTo>
                  <a:cubicBezTo>
                    <a:pt x="19" y="1"/>
                    <a:pt x="17" y="0"/>
                    <a:pt x="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8" name="Freeform 650"/>
            <p:cNvSpPr>
              <a:spLocks/>
            </p:cNvSpPr>
            <p:nvPr/>
          </p:nvSpPr>
          <p:spPr bwMode="auto">
            <a:xfrm>
              <a:off x="7108107" y="2512891"/>
              <a:ext cx="102926" cy="102147"/>
            </a:xfrm>
            <a:custGeom>
              <a:avLst/>
              <a:gdLst>
                <a:gd name="T0" fmla="*/ 56 w 56"/>
                <a:gd name="T1" fmla="*/ 37 h 55"/>
                <a:gd name="T2" fmla="*/ 38 w 56"/>
                <a:gd name="T3" fmla="*/ 55 h 55"/>
                <a:gd name="T4" fmla="*/ 18 w 56"/>
                <a:gd name="T5" fmla="*/ 55 h 55"/>
                <a:gd name="T6" fmla="*/ 0 w 56"/>
                <a:gd name="T7" fmla="*/ 37 h 55"/>
                <a:gd name="T8" fmla="*/ 0 w 56"/>
                <a:gd name="T9" fmla="*/ 18 h 55"/>
                <a:gd name="T10" fmla="*/ 18 w 56"/>
                <a:gd name="T11" fmla="*/ 0 h 55"/>
                <a:gd name="T12" fmla="*/ 38 w 56"/>
                <a:gd name="T13" fmla="*/ 0 h 55"/>
                <a:gd name="T14" fmla="*/ 56 w 56"/>
                <a:gd name="T15" fmla="*/ 18 h 55"/>
                <a:gd name="T16" fmla="*/ 56 w 56"/>
                <a:gd name="T17" fmla="*/ 3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55">
                  <a:moveTo>
                    <a:pt x="56" y="37"/>
                  </a:moveTo>
                  <a:cubicBezTo>
                    <a:pt x="56" y="47"/>
                    <a:pt x="48" y="55"/>
                    <a:pt x="38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8" y="55"/>
                    <a:pt x="0" y="47"/>
                    <a:pt x="0" y="3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8" y="0"/>
                    <a:pt x="56" y="8"/>
                    <a:pt x="56" y="18"/>
                  </a:cubicBezTo>
                  <a:lnTo>
                    <a:pt x="56" y="37"/>
                  </a:ln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9" name="Freeform 651"/>
            <p:cNvSpPr>
              <a:spLocks/>
            </p:cNvSpPr>
            <p:nvPr/>
          </p:nvSpPr>
          <p:spPr bwMode="auto">
            <a:xfrm>
              <a:off x="7159571" y="2512891"/>
              <a:ext cx="51463" cy="102147"/>
            </a:xfrm>
            <a:custGeom>
              <a:avLst/>
              <a:gdLst>
                <a:gd name="T0" fmla="*/ 10 w 28"/>
                <a:gd name="T1" fmla="*/ 0 h 55"/>
                <a:gd name="T2" fmla="*/ 0 w 28"/>
                <a:gd name="T3" fmla="*/ 0 h 55"/>
                <a:gd name="T4" fmla="*/ 0 w 28"/>
                <a:gd name="T5" fmla="*/ 55 h 55"/>
                <a:gd name="T6" fmla="*/ 10 w 28"/>
                <a:gd name="T7" fmla="*/ 55 h 55"/>
                <a:gd name="T8" fmla="*/ 28 w 28"/>
                <a:gd name="T9" fmla="*/ 37 h 55"/>
                <a:gd name="T10" fmla="*/ 28 w 28"/>
                <a:gd name="T11" fmla="*/ 18 h 55"/>
                <a:gd name="T12" fmla="*/ 10 w 2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55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20" y="55"/>
                    <a:pt x="28" y="47"/>
                    <a:pt x="28" y="37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8"/>
                    <a:pt x="20" y="0"/>
                    <a:pt x="10" y="0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0" name="Rectangle 652"/>
            <p:cNvSpPr>
              <a:spLocks noChangeArrowheads="1"/>
            </p:cNvSpPr>
            <p:nvPr/>
          </p:nvSpPr>
          <p:spPr bwMode="auto">
            <a:xfrm>
              <a:off x="7183743" y="2489498"/>
              <a:ext cx="10917" cy="47565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1" name="Freeform 653"/>
            <p:cNvSpPr>
              <a:spLocks/>
            </p:cNvSpPr>
            <p:nvPr/>
          </p:nvSpPr>
          <p:spPr bwMode="auto">
            <a:xfrm>
              <a:off x="7183743" y="2489498"/>
              <a:ext cx="35089" cy="10917"/>
            </a:xfrm>
            <a:custGeom>
              <a:avLst/>
              <a:gdLst>
                <a:gd name="T0" fmla="*/ 19 w 19"/>
                <a:gd name="T1" fmla="*/ 3 h 6"/>
                <a:gd name="T2" fmla="*/ 16 w 19"/>
                <a:gd name="T3" fmla="*/ 6 h 6"/>
                <a:gd name="T4" fmla="*/ 4 w 19"/>
                <a:gd name="T5" fmla="*/ 6 h 6"/>
                <a:gd name="T6" fmla="*/ 0 w 19"/>
                <a:gd name="T7" fmla="*/ 3 h 6"/>
                <a:gd name="T8" fmla="*/ 4 w 19"/>
                <a:gd name="T9" fmla="*/ 0 h 6"/>
                <a:gd name="T10" fmla="*/ 16 w 19"/>
                <a:gd name="T11" fmla="*/ 0 h 6"/>
                <a:gd name="T12" fmla="*/ 19 w 19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6">
                  <a:moveTo>
                    <a:pt x="19" y="3"/>
                  </a:moveTo>
                  <a:cubicBezTo>
                    <a:pt x="19" y="5"/>
                    <a:pt x="17" y="6"/>
                    <a:pt x="16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9" y="1"/>
                    <a:pt x="19" y="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2" name="Freeform 654"/>
            <p:cNvSpPr>
              <a:spLocks/>
            </p:cNvSpPr>
            <p:nvPr/>
          </p:nvSpPr>
          <p:spPr bwMode="auto">
            <a:xfrm>
              <a:off x="7108107" y="2555777"/>
              <a:ext cx="102926" cy="59261"/>
            </a:xfrm>
            <a:custGeom>
              <a:avLst/>
              <a:gdLst>
                <a:gd name="T0" fmla="*/ 56 w 56"/>
                <a:gd name="T1" fmla="*/ 13 h 32"/>
                <a:gd name="T2" fmla="*/ 28 w 56"/>
                <a:gd name="T3" fmla="*/ 0 h 32"/>
                <a:gd name="T4" fmla="*/ 0 w 56"/>
                <a:gd name="T5" fmla="*/ 13 h 32"/>
                <a:gd name="T6" fmla="*/ 0 w 56"/>
                <a:gd name="T7" fmla="*/ 14 h 32"/>
                <a:gd name="T8" fmla="*/ 18 w 56"/>
                <a:gd name="T9" fmla="*/ 32 h 32"/>
                <a:gd name="T10" fmla="*/ 38 w 56"/>
                <a:gd name="T11" fmla="*/ 32 h 32"/>
                <a:gd name="T12" fmla="*/ 56 w 56"/>
                <a:gd name="T13" fmla="*/ 14 h 32"/>
                <a:gd name="T14" fmla="*/ 56 w 56"/>
                <a:gd name="T15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32">
                  <a:moveTo>
                    <a:pt x="56" y="13"/>
                  </a:moveTo>
                  <a:cubicBezTo>
                    <a:pt x="51" y="5"/>
                    <a:pt x="40" y="0"/>
                    <a:pt x="28" y="0"/>
                  </a:cubicBezTo>
                  <a:cubicBezTo>
                    <a:pt x="16" y="0"/>
                    <a:pt x="5" y="5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4"/>
                    <a:pt x="8" y="32"/>
                    <a:pt x="18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48" y="32"/>
                    <a:pt x="56" y="24"/>
                    <a:pt x="56" y="14"/>
                  </a:cubicBezTo>
                  <a:lnTo>
                    <a:pt x="56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3" name="Freeform 655"/>
            <p:cNvSpPr>
              <a:spLocks/>
            </p:cNvSpPr>
            <p:nvPr/>
          </p:nvSpPr>
          <p:spPr bwMode="auto">
            <a:xfrm>
              <a:off x="7159571" y="2555777"/>
              <a:ext cx="51463" cy="59261"/>
            </a:xfrm>
            <a:custGeom>
              <a:avLst/>
              <a:gdLst>
                <a:gd name="T0" fmla="*/ 0 w 28"/>
                <a:gd name="T1" fmla="*/ 0 h 32"/>
                <a:gd name="T2" fmla="*/ 0 w 28"/>
                <a:gd name="T3" fmla="*/ 0 h 32"/>
                <a:gd name="T4" fmla="*/ 0 w 28"/>
                <a:gd name="T5" fmla="*/ 32 h 32"/>
                <a:gd name="T6" fmla="*/ 10 w 28"/>
                <a:gd name="T7" fmla="*/ 32 h 32"/>
                <a:gd name="T8" fmla="*/ 28 w 28"/>
                <a:gd name="T9" fmla="*/ 14 h 32"/>
                <a:gd name="T10" fmla="*/ 28 w 28"/>
                <a:gd name="T11" fmla="*/ 13 h 32"/>
                <a:gd name="T12" fmla="*/ 0 w 28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20" y="32"/>
                    <a:pt x="28" y="24"/>
                    <a:pt x="28" y="14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3" y="5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4" name="Oval 656"/>
            <p:cNvSpPr>
              <a:spLocks noChangeArrowheads="1"/>
            </p:cNvSpPr>
            <p:nvPr/>
          </p:nvSpPr>
          <p:spPr bwMode="auto">
            <a:xfrm>
              <a:off x="7136178" y="2531604"/>
              <a:ext cx="14035" cy="14815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5" name="Oval 657"/>
            <p:cNvSpPr>
              <a:spLocks noChangeArrowheads="1"/>
            </p:cNvSpPr>
            <p:nvPr/>
          </p:nvSpPr>
          <p:spPr bwMode="auto">
            <a:xfrm>
              <a:off x="7168927" y="2531604"/>
              <a:ext cx="14815" cy="14815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6" name="Oval 658"/>
            <p:cNvSpPr>
              <a:spLocks noChangeArrowheads="1"/>
            </p:cNvSpPr>
            <p:nvPr/>
          </p:nvSpPr>
          <p:spPr bwMode="auto">
            <a:xfrm>
              <a:off x="7148654" y="2561235"/>
              <a:ext cx="21833" cy="16375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7" name="Freeform 659"/>
            <p:cNvSpPr>
              <a:spLocks/>
            </p:cNvSpPr>
            <p:nvPr/>
          </p:nvSpPr>
          <p:spPr bwMode="auto">
            <a:xfrm>
              <a:off x="7147095" y="2592424"/>
              <a:ext cx="25732" cy="9357"/>
            </a:xfrm>
            <a:custGeom>
              <a:avLst/>
              <a:gdLst>
                <a:gd name="T0" fmla="*/ 7 w 14"/>
                <a:gd name="T1" fmla="*/ 5 h 5"/>
                <a:gd name="T2" fmla="*/ 0 w 14"/>
                <a:gd name="T3" fmla="*/ 0 h 5"/>
                <a:gd name="T4" fmla="*/ 2 w 14"/>
                <a:gd name="T5" fmla="*/ 0 h 5"/>
                <a:gd name="T6" fmla="*/ 7 w 14"/>
                <a:gd name="T7" fmla="*/ 3 h 5"/>
                <a:gd name="T8" fmla="*/ 13 w 14"/>
                <a:gd name="T9" fmla="*/ 0 h 5"/>
                <a:gd name="T10" fmla="*/ 14 w 14"/>
                <a:gd name="T11" fmla="*/ 0 h 5"/>
                <a:gd name="T12" fmla="*/ 7 w 14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">
                  <a:moveTo>
                    <a:pt x="7" y="5"/>
                  </a:moveTo>
                  <a:cubicBezTo>
                    <a:pt x="3" y="5"/>
                    <a:pt x="0" y="2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2"/>
                    <a:pt x="4" y="3"/>
                    <a:pt x="7" y="3"/>
                  </a:cubicBezTo>
                  <a:cubicBezTo>
                    <a:pt x="10" y="3"/>
                    <a:pt x="13" y="2"/>
                    <a:pt x="1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2"/>
                    <a:pt x="11" y="5"/>
                    <a:pt x="7" y="5"/>
                  </a:cubicBezTo>
                  <a:close/>
                </a:path>
              </a:pathLst>
            </a:cu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347077" y="2373316"/>
            <a:ext cx="331392" cy="308000"/>
            <a:chOff x="6347077" y="2373316"/>
            <a:chExt cx="331392" cy="308000"/>
          </a:xfrm>
        </p:grpSpPr>
        <p:sp>
          <p:nvSpPr>
            <p:cNvPr id="428" name="Freeform 550"/>
            <p:cNvSpPr>
              <a:spLocks/>
            </p:cNvSpPr>
            <p:nvPr/>
          </p:nvSpPr>
          <p:spPr bwMode="auto">
            <a:xfrm>
              <a:off x="6347077" y="2526146"/>
              <a:ext cx="10917" cy="62379"/>
            </a:xfrm>
            <a:custGeom>
              <a:avLst/>
              <a:gdLst>
                <a:gd name="T0" fmla="*/ 0 w 14"/>
                <a:gd name="T1" fmla="*/ 0 h 80"/>
                <a:gd name="T2" fmla="*/ 0 w 14"/>
                <a:gd name="T3" fmla="*/ 80 h 80"/>
                <a:gd name="T4" fmla="*/ 14 w 14"/>
                <a:gd name="T5" fmla="*/ 80 h 80"/>
                <a:gd name="T6" fmla="*/ 7 w 14"/>
                <a:gd name="T7" fmla="*/ 0 h 80"/>
                <a:gd name="T8" fmla="*/ 0 w 14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80">
                  <a:moveTo>
                    <a:pt x="0" y="0"/>
                  </a:moveTo>
                  <a:lnTo>
                    <a:pt x="0" y="80"/>
                  </a:lnTo>
                  <a:lnTo>
                    <a:pt x="14" y="8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8" name="Rectangle 660"/>
            <p:cNvSpPr>
              <a:spLocks noChangeArrowheads="1"/>
            </p:cNvSpPr>
            <p:nvPr/>
          </p:nvSpPr>
          <p:spPr bwMode="auto">
            <a:xfrm>
              <a:off x="6527198" y="2635310"/>
              <a:ext cx="14815" cy="46005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9" name="Rectangle 661"/>
            <p:cNvSpPr>
              <a:spLocks noChangeArrowheads="1"/>
            </p:cNvSpPr>
            <p:nvPr/>
          </p:nvSpPr>
          <p:spPr bwMode="auto">
            <a:xfrm>
              <a:off x="6527198" y="2671959"/>
              <a:ext cx="14815" cy="9357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0" name="Rectangle 662"/>
            <p:cNvSpPr>
              <a:spLocks noChangeArrowheads="1"/>
            </p:cNvSpPr>
            <p:nvPr/>
          </p:nvSpPr>
          <p:spPr bwMode="auto">
            <a:xfrm>
              <a:off x="6567745" y="2625953"/>
              <a:ext cx="14815" cy="55362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1" name="Rectangle 663"/>
            <p:cNvSpPr>
              <a:spLocks noChangeArrowheads="1"/>
            </p:cNvSpPr>
            <p:nvPr/>
          </p:nvSpPr>
          <p:spPr bwMode="auto">
            <a:xfrm>
              <a:off x="6567745" y="2673518"/>
              <a:ext cx="14815" cy="7797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2" name="Rectangle 664"/>
            <p:cNvSpPr>
              <a:spLocks noChangeArrowheads="1"/>
            </p:cNvSpPr>
            <p:nvPr/>
          </p:nvSpPr>
          <p:spPr bwMode="auto">
            <a:xfrm>
              <a:off x="6398541" y="2583068"/>
              <a:ext cx="14815" cy="95909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3" name="Rectangle 665"/>
            <p:cNvSpPr>
              <a:spLocks noChangeArrowheads="1"/>
            </p:cNvSpPr>
            <p:nvPr/>
          </p:nvSpPr>
          <p:spPr bwMode="auto">
            <a:xfrm>
              <a:off x="6398541" y="2671959"/>
              <a:ext cx="14815" cy="701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4" name="Freeform 666"/>
            <p:cNvSpPr>
              <a:spLocks/>
            </p:cNvSpPr>
            <p:nvPr/>
          </p:nvSpPr>
          <p:spPr bwMode="auto">
            <a:xfrm>
              <a:off x="6433629" y="2583068"/>
              <a:ext cx="14815" cy="98248"/>
            </a:xfrm>
            <a:custGeom>
              <a:avLst/>
              <a:gdLst>
                <a:gd name="T0" fmla="*/ 0 w 19"/>
                <a:gd name="T1" fmla="*/ 123 h 126"/>
                <a:gd name="T2" fmla="*/ 19 w 19"/>
                <a:gd name="T3" fmla="*/ 126 h 126"/>
                <a:gd name="T4" fmla="*/ 19 w 19"/>
                <a:gd name="T5" fmla="*/ 0 h 126"/>
                <a:gd name="T6" fmla="*/ 0 w 19"/>
                <a:gd name="T7" fmla="*/ 0 h 126"/>
                <a:gd name="T8" fmla="*/ 0 w 19"/>
                <a:gd name="T9" fmla="*/ 12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6">
                  <a:moveTo>
                    <a:pt x="0" y="123"/>
                  </a:moveTo>
                  <a:lnTo>
                    <a:pt x="19" y="126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5" name="Freeform 667"/>
            <p:cNvSpPr>
              <a:spLocks/>
            </p:cNvSpPr>
            <p:nvPr/>
          </p:nvSpPr>
          <p:spPr bwMode="auto">
            <a:xfrm>
              <a:off x="6433629" y="2671959"/>
              <a:ext cx="14815" cy="9357"/>
            </a:xfrm>
            <a:custGeom>
              <a:avLst/>
              <a:gdLst>
                <a:gd name="T0" fmla="*/ 19 w 19"/>
                <a:gd name="T1" fmla="*/ 0 h 12"/>
                <a:gd name="T2" fmla="*/ 19 w 19"/>
                <a:gd name="T3" fmla="*/ 12 h 12"/>
                <a:gd name="T4" fmla="*/ 0 w 19"/>
                <a:gd name="T5" fmla="*/ 9 h 12"/>
                <a:gd name="T6" fmla="*/ 0 w 19"/>
                <a:gd name="T7" fmla="*/ 0 h 12"/>
                <a:gd name="T8" fmla="*/ 19 w 1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lnTo>
                    <a:pt x="19" y="12"/>
                  </a:lnTo>
                  <a:lnTo>
                    <a:pt x="0" y="9"/>
                  </a:lnTo>
                  <a:lnTo>
                    <a:pt x="0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6" name="Freeform 668"/>
            <p:cNvSpPr>
              <a:spLocks/>
            </p:cNvSpPr>
            <p:nvPr/>
          </p:nvSpPr>
          <p:spPr bwMode="auto">
            <a:xfrm>
              <a:off x="6352536" y="2400608"/>
              <a:ext cx="265113" cy="248739"/>
            </a:xfrm>
            <a:custGeom>
              <a:avLst/>
              <a:gdLst>
                <a:gd name="T0" fmla="*/ 0 w 144"/>
                <a:gd name="T1" fmla="*/ 62 h 135"/>
                <a:gd name="T2" fmla="*/ 8 w 144"/>
                <a:gd name="T3" fmla="*/ 76 h 135"/>
                <a:gd name="T4" fmla="*/ 3 w 144"/>
                <a:gd name="T5" fmla="*/ 90 h 135"/>
                <a:gd name="T6" fmla="*/ 26 w 144"/>
                <a:gd name="T7" fmla="*/ 114 h 135"/>
                <a:gd name="T8" fmla="*/ 34 w 144"/>
                <a:gd name="T9" fmla="*/ 113 h 135"/>
                <a:gd name="T10" fmla="*/ 63 w 144"/>
                <a:gd name="T11" fmla="*/ 135 h 135"/>
                <a:gd name="T12" fmla="*/ 80 w 144"/>
                <a:gd name="T13" fmla="*/ 129 h 135"/>
                <a:gd name="T14" fmla="*/ 100 w 144"/>
                <a:gd name="T15" fmla="*/ 135 h 135"/>
                <a:gd name="T16" fmla="*/ 144 w 144"/>
                <a:gd name="T17" fmla="*/ 91 h 135"/>
                <a:gd name="T18" fmla="*/ 113 w 144"/>
                <a:gd name="T19" fmla="*/ 49 h 135"/>
                <a:gd name="T20" fmla="*/ 113 w 144"/>
                <a:gd name="T21" fmla="*/ 49 h 135"/>
                <a:gd name="T22" fmla="*/ 131 w 144"/>
                <a:gd name="T23" fmla="*/ 27 h 135"/>
                <a:gd name="T24" fmla="*/ 108 w 144"/>
                <a:gd name="T25" fmla="*/ 4 h 135"/>
                <a:gd name="T26" fmla="*/ 92 w 144"/>
                <a:gd name="T27" fmla="*/ 10 h 135"/>
                <a:gd name="T28" fmla="*/ 76 w 144"/>
                <a:gd name="T29" fmla="*/ 0 h 135"/>
                <a:gd name="T30" fmla="*/ 58 w 144"/>
                <a:gd name="T31" fmla="*/ 16 h 135"/>
                <a:gd name="T32" fmla="*/ 42 w 144"/>
                <a:gd name="T33" fmla="*/ 11 h 135"/>
                <a:gd name="T34" fmla="*/ 13 w 144"/>
                <a:gd name="T35" fmla="*/ 40 h 135"/>
                <a:gd name="T36" fmla="*/ 13 w 144"/>
                <a:gd name="T37" fmla="*/ 46 h 135"/>
                <a:gd name="T38" fmla="*/ 0 w 144"/>
                <a:gd name="T39" fmla="*/ 6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4" h="135">
                  <a:moveTo>
                    <a:pt x="0" y="62"/>
                  </a:moveTo>
                  <a:cubicBezTo>
                    <a:pt x="0" y="68"/>
                    <a:pt x="3" y="73"/>
                    <a:pt x="8" y="76"/>
                  </a:cubicBezTo>
                  <a:cubicBezTo>
                    <a:pt x="5" y="80"/>
                    <a:pt x="3" y="85"/>
                    <a:pt x="3" y="90"/>
                  </a:cubicBezTo>
                  <a:cubicBezTo>
                    <a:pt x="3" y="103"/>
                    <a:pt x="13" y="114"/>
                    <a:pt x="26" y="114"/>
                  </a:cubicBezTo>
                  <a:cubicBezTo>
                    <a:pt x="29" y="114"/>
                    <a:pt x="32" y="114"/>
                    <a:pt x="34" y="113"/>
                  </a:cubicBezTo>
                  <a:cubicBezTo>
                    <a:pt x="38" y="125"/>
                    <a:pt x="50" y="134"/>
                    <a:pt x="63" y="135"/>
                  </a:cubicBezTo>
                  <a:cubicBezTo>
                    <a:pt x="69" y="135"/>
                    <a:pt x="75" y="133"/>
                    <a:pt x="80" y="129"/>
                  </a:cubicBezTo>
                  <a:cubicBezTo>
                    <a:pt x="86" y="133"/>
                    <a:pt x="93" y="135"/>
                    <a:pt x="100" y="135"/>
                  </a:cubicBezTo>
                  <a:cubicBezTo>
                    <a:pt x="124" y="135"/>
                    <a:pt x="144" y="115"/>
                    <a:pt x="144" y="91"/>
                  </a:cubicBezTo>
                  <a:cubicBezTo>
                    <a:pt x="144" y="71"/>
                    <a:pt x="131" y="55"/>
                    <a:pt x="113" y="49"/>
                  </a:cubicBezTo>
                  <a:cubicBezTo>
                    <a:pt x="113" y="49"/>
                    <a:pt x="113" y="49"/>
                    <a:pt x="113" y="49"/>
                  </a:cubicBezTo>
                  <a:cubicBezTo>
                    <a:pt x="123" y="47"/>
                    <a:pt x="131" y="38"/>
                    <a:pt x="131" y="27"/>
                  </a:cubicBezTo>
                  <a:cubicBezTo>
                    <a:pt x="131" y="14"/>
                    <a:pt x="121" y="4"/>
                    <a:pt x="108" y="4"/>
                  </a:cubicBezTo>
                  <a:cubicBezTo>
                    <a:pt x="102" y="4"/>
                    <a:pt x="96" y="6"/>
                    <a:pt x="92" y="10"/>
                  </a:cubicBezTo>
                  <a:cubicBezTo>
                    <a:pt x="89" y="4"/>
                    <a:pt x="83" y="1"/>
                    <a:pt x="76" y="0"/>
                  </a:cubicBezTo>
                  <a:cubicBezTo>
                    <a:pt x="67" y="0"/>
                    <a:pt x="60" y="7"/>
                    <a:pt x="58" y="16"/>
                  </a:cubicBezTo>
                  <a:cubicBezTo>
                    <a:pt x="54" y="13"/>
                    <a:pt x="48" y="11"/>
                    <a:pt x="42" y="11"/>
                  </a:cubicBezTo>
                  <a:cubicBezTo>
                    <a:pt x="26" y="11"/>
                    <a:pt x="13" y="24"/>
                    <a:pt x="13" y="40"/>
                  </a:cubicBezTo>
                  <a:cubicBezTo>
                    <a:pt x="13" y="42"/>
                    <a:pt x="13" y="44"/>
                    <a:pt x="13" y="46"/>
                  </a:cubicBezTo>
                  <a:cubicBezTo>
                    <a:pt x="6" y="47"/>
                    <a:pt x="0" y="54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7" name="Freeform 669"/>
            <p:cNvSpPr>
              <a:spLocks/>
            </p:cNvSpPr>
            <p:nvPr/>
          </p:nvSpPr>
          <p:spPr bwMode="auto">
            <a:xfrm>
              <a:off x="6564627" y="2373316"/>
              <a:ext cx="63939" cy="93569"/>
            </a:xfrm>
            <a:custGeom>
              <a:avLst/>
              <a:gdLst>
                <a:gd name="T0" fmla="*/ 33 w 35"/>
                <a:gd name="T1" fmla="*/ 51 h 51"/>
                <a:gd name="T2" fmla="*/ 28 w 35"/>
                <a:gd name="T3" fmla="*/ 16 h 51"/>
                <a:gd name="T4" fmla="*/ 0 w 35"/>
                <a:gd name="T5" fmla="*/ 0 h 51"/>
                <a:gd name="T6" fmla="*/ 21 w 35"/>
                <a:gd name="T7" fmla="*/ 22 h 51"/>
                <a:gd name="T8" fmla="*/ 22 w 35"/>
                <a:gd name="T9" fmla="*/ 51 h 51"/>
                <a:gd name="T10" fmla="*/ 33 w 35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51">
                  <a:moveTo>
                    <a:pt x="33" y="51"/>
                  </a:moveTo>
                  <a:cubicBezTo>
                    <a:pt x="33" y="51"/>
                    <a:pt x="35" y="27"/>
                    <a:pt x="28" y="16"/>
                  </a:cubicBezTo>
                  <a:cubicBezTo>
                    <a:pt x="18" y="1"/>
                    <a:pt x="0" y="0"/>
                    <a:pt x="0" y="0"/>
                  </a:cubicBezTo>
                  <a:cubicBezTo>
                    <a:pt x="0" y="0"/>
                    <a:pt x="18" y="9"/>
                    <a:pt x="21" y="22"/>
                  </a:cubicBezTo>
                  <a:cubicBezTo>
                    <a:pt x="25" y="34"/>
                    <a:pt x="22" y="51"/>
                    <a:pt x="22" y="51"/>
                  </a:cubicBezTo>
                  <a:lnTo>
                    <a:pt x="33" y="51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8" name="Freeform 670"/>
            <p:cNvSpPr>
              <a:spLocks/>
            </p:cNvSpPr>
            <p:nvPr/>
          </p:nvSpPr>
          <p:spPr bwMode="auto">
            <a:xfrm>
              <a:off x="6524080" y="2373316"/>
              <a:ext cx="62379" cy="93569"/>
            </a:xfrm>
            <a:custGeom>
              <a:avLst/>
              <a:gdLst>
                <a:gd name="T0" fmla="*/ 32 w 34"/>
                <a:gd name="T1" fmla="*/ 51 h 51"/>
                <a:gd name="T2" fmla="*/ 27 w 34"/>
                <a:gd name="T3" fmla="*/ 16 h 51"/>
                <a:gd name="T4" fmla="*/ 0 w 34"/>
                <a:gd name="T5" fmla="*/ 0 h 51"/>
                <a:gd name="T6" fmla="*/ 21 w 34"/>
                <a:gd name="T7" fmla="*/ 22 h 51"/>
                <a:gd name="T8" fmla="*/ 21 w 34"/>
                <a:gd name="T9" fmla="*/ 51 h 51"/>
                <a:gd name="T10" fmla="*/ 32 w 3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1">
                  <a:moveTo>
                    <a:pt x="32" y="51"/>
                  </a:moveTo>
                  <a:cubicBezTo>
                    <a:pt x="32" y="51"/>
                    <a:pt x="34" y="26"/>
                    <a:pt x="27" y="16"/>
                  </a:cubicBezTo>
                  <a:cubicBezTo>
                    <a:pt x="17" y="1"/>
                    <a:pt x="0" y="0"/>
                    <a:pt x="0" y="0"/>
                  </a:cubicBezTo>
                  <a:cubicBezTo>
                    <a:pt x="0" y="0"/>
                    <a:pt x="17" y="9"/>
                    <a:pt x="21" y="22"/>
                  </a:cubicBezTo>
                  <a:cubicBezTo>
                    <a:pt x="24" y="34"/>
                    <a:pt x="21" y="51"/>
                    <a:pt x="21" y="51"/>
                  </a:cubicBezTo>
                  <a:lnTo>
                    <a:pt x="32" y="51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9" name="Freeform 671"/>
            <p:cNvSpPr>
              <a:spLocks/>
            </p:cNvSpPr>
            <p:nvPr/>
          </p:nvSpPr>
          <p:spPr bwMode="auto">
            <a:xfrm>
              <a:off x="6614530" y="2485599"/>
              <a:ext cx="63939" cy="49903"/>
            </a:xfrm>
            <a:custGeom>
              <a:avLst/>
              <a:gdLst>
                <a:gd name="T0" fmla="*/ 0 w 35"/>
                <a:gd name="T1" fmla="*/ 3 h 27"/>
                <a:gd name="T2" fmla="*/ 17 w 35"/>
                <a:gd name="T3" fmla="*/ 23 h 27"/>
                <a:gd name="T4" fmla="*/ 35 w 35"/>
                <a:gd name="T5" fmla="*/ 24 h 27"/>
                <a:gd name="T6" fmla="*/ 19 w 35"/>
                <a:gd name="T7" fmla="*/ 4 h 27"/>
                <a:gd name="T8" fmla="*/ 0 w 35"/>
                <a:gd name="T9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7">
                  <a:moveTo>
                    <a:pt x="0" y="3"/>
                  </a:moveTo>
                  <a:cubicBezTo>
                    <a:pt x="4" y="11"/>
                    <a:pt x="9" y="18"/>
                    <a:pt x="17" y="23"/>
                  </a:cubicBezTo>
                  <a:cubicBezTo>
                    <a:pt x="24" y="27"/>
                    <a:pt x="31" y="27"/>
                    <a:pt x="35" y="24"/>
                  </a:cubicBezTo>
                  <a:cubicBezTo>
                    <a:pt x="32" y="16"/>
                    <a:pt x="27" y="9"/>
                    <a:pt x="19" y="4"/>
                  </a:cubicBezTo>
                  <a:cubicBezTo>
                    <a:pt x="12" y="0"/>
                    <a:pt x="5" y="0"/>
                    <a:pt x="0" y="3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0" name="Freeform 672"/>
            <p:cNvSpPr>
              <a:spLocks/>
            </p:cNvSpPr>
            <p:nvPr/>
          </p:nvSpPr>
          <p:spPr bwMode="auto">
            <a:xfrm>
              <a:off x="6614530" y="2491058"/>
              <a:ext cx="63939" cy="44445"/>
            </a:xfrm>
            <a:custGeom>
              <a:avLst/>
              <a:gdLst>
                <a:gd name="T0" fmla="*/ 17 w 35"/>
                <a:gd name="T1" fmla="*/ 20 h 24"/>
                <a:gd name="T2" fmla="*/ 0 w 35"/>
                <a:gd name="T3" fmla="*/ 0 h 24"/>
                <a:gd name="T4" fmla="*/ 35 w 35"/>
                <a:gd name="T5" fmla="*/ 21 h 24"/>
                <a:gd name="T6" fmla="*/ 17 w 35"/>
                <a:gd name="T7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24">
                  <a:moveTo>
                    <a:pt x="17" y="20"/>
                  </a:moveTo>
                  <a:cubicBezTo>
                    <a:pt x="9" y="15"/>
                    <a:pt x="4" y="8"/>
                    <a:pt x="0" y="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1" y="24"/>
                    <a:pt x="24" y="24"/>
                    <a:pt x="17" y="20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1" name="Freeform 673"/>
            <p:cNvSpPr>
              <a:spLocks/>
            </p:cNvSpPr>
            <p:nvPr/>
          </p:nvSpPr>
          <p:spPr bwMode="auto">
            <a:xfrm>
              <a:off x="6505366" y="2484040"/>
              <a:ext cx="64719" cy="51463"/>
            </a:xfrm>
            <a:custGeom>
              <a:avLst/>
              <a:gdLst>
                <a:gd name="T0" fmla="*/ 35 w 35"/>
                <a:gd name="T1" fmla="*/ 4 h 28"/>
                <a:gd name="T2" fmla="*/ 19 w 35"/>
                <a:gd name="T3" fmla="*/ 23 h 28"/>
                <a:gd name="T4" fmla="*/ 0 w 35"/>
                <a:gd name="T5" fmla="*/ 25 h 28"/>
                <a:gd name="T6" fmla="*/ 16 w 35"/>
                <a:gd name="T7" fmla="*/ 5 h 28"/>
                <a:gd name="T8" fmla="*/ 35 w 35"/>
                <a:gd name="T9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8">
                  <a:moveTo>
                    <a:pt x="35" y="4"/>
                  </a:moveTo>
                  <a:cubicBezTo>
                    <a:pt x="32" y="12"/>
                    <a:pt x="26" y="19"/>
                    <a:pt x="19" y="23"/>
                  </a:cubicBezTo>
                  <a:cubicBezTo>
                    <a:pt x="12" y="28"/>
                    <a:pt x="5" y="28"/>
                    <a:pt x="0" y="25"/>
                  </a:cubicBezTo>
                  <a:cubicBezTo>
                    <a:pt x="3" y="17"/>
                    <a:pt x="9" y="9"/>
                    <a:pt x="16" y="5"/>
                  </a:cubicBezTo>
                  <a:cubicBezTo>
                    <a:pt x="23" y="1"/>
                    <a:pt x="30" y="0"/>
                    <a:pt x="35" y="4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2" name="Freeform 674"/>
            <p:cNvSpPr>
              <a:spLocks/>
            </p:cNvSpPr>
            <p:nvPr/>
          </p:nvSpPr>
          <p:spPr bwMode="auto">
            <a:xfrm>
              <a:off x="6505366" y="2491058"/>
              <a:ext cx="64719" cy="44445"/>
            </a:xfrm>
            <a:custGeom>
              <a:avLst/>
              <a:gdLst>
                <a:gd name="T0" fmla="*/ 19 w 35"/>
                <a:gd name="T1" fmla="*/ 19 h 24"/>
                <a:gd name="T2" fmla="*/ 35 w 35"/>
                <a:gd name="T3" fmla="*/ 0 h 24"/>
                <a:gd name="T4" fmla="*/ 0 w 35"/>
                <a:gd name="T5" fmla="*/ 21 h 24"/>
                <a:gd name="T6" fmla="*/ 19 w 35"/>
                <a:gd name="T7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24">
                  <a:moveTo>
                    <a:pt x="19" y="19"/>
                  </a:moveTo>
                  <a:cubicBezTo>
                    <a:pt x="26" y="15"/>
                    <a:pt x="32" y="8"/>
                    <a:pt x="35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4"/>
                    <a:pt x="12" y="24"/>
                    <a:pt x="19" y="19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3" name="Freeform 675"/>
            <p:cNvSpPr>
              <a:spLocks/>
            </p:cNvSpPr>
            <p:nvPr/>
          </p:nvSpPr>
          <p:spPr bwMode="auto">
            <a:xfrm>
              <a:off x="6591917" y="2454410"/>
              <a:ext cx="60820" cy="156729"/>
            </a:xfrm>
            <a:custGeom>
              <a:avLst/>
              <a:gdLst>
                <a:gd name="T0" fmla="*/ 0 w 33"/>
                <a:gd name="T1" fmla="*/ 0 h 85"/>
                <a:gd name="T2" fmla="*/ 11 w 33"/>
                <a:gd name="T3" fmla="*/ 0 h 85"/>
                <a:gd name="T4" fmla="*/ 33 w 33"/>
                <a:gd name="T5" fmla="*/ 23 h 85"/>
                <a:gd name="T6" fmla="*/ 25 w 33"/>
                <a:gd name="T7" fmla="*/ 63 h 85"/>
                <a:gd name="T8" fmla="*/ 2 w 33"/>
                <a:gd name="T9" fmla="*/ 85 h 85"/>
                <a:gd name="T10" fmla="*/ 0 w 33"/>
                <a:gd name="T11" fmla="*/ 85 h 85"/>
                <a:gd name="T12" fmla="*/ 0 w 33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85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23" y="0"/>
                    <a:pt x="33" y="11"/>
                    <a:pt x="33" y="2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2" y="77"/>
                    <a:pt x="15" y="85"/>
                    <a:pt x="2" y="85"/>
                  </a:cubicBezTo>
                  <a:cubicBezTo>
                    <a:pt x="0" y="85"/>
                    <a:pt x="0" y="85"/>
                    <a:pt x="0" y="8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4" name="Freeform 676"/>
            <p:cNvSpPr>
              <a:spLocks/>
            </p:cNvSpPr>
            <p:nvPr/>
          </p:nvSpPr>
          <p:spPr bwMode="auto">
            <a:xfrm>
              <a:off x="6531097" y="2454410"/>
              <a:ext cx="60820" cy="156729"/>
            </a:xfrm>
            <a:custGeom>
              <a:avLst/>
              <a:gdLst>
                <a:gd name="T0" fmla="*/ 33 w 33"/>
                <a:gd name="T1" fmla="*/ 0 h 85"/>
                <a:gd name="T2" fmla="*/ 23 w 33"/>
                <a:gd name="T3" fmla="*/ 0 h 85"/>
                <a:gd name="T4" fmla="*/ 0 w 33"/>
                <a:gd name="T5" fmla="*/ 23 h 85"/>
                <a:gd name="T6" fmla="*/ 8 w 33"/>
                <a:gd name="T7" fmla="*/ 63 h 85"/>
                <a:gd name="T8" fmla="*/ 31 w 33"/>
                <a:gd name="T9" fmla="*/ 85 h 85"/>
                <a:gd name="T10" fmla="*/ 33 w 33"/>
                <a:gd name="T11" fmla="*/ 85 h 85"/>
                <a:gd name="T12" fmla="*/ 33 w 33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85">
                  <a:moveTo>
                    <a:pt x="3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1" y="0"/>
                    <a:pt x="0" y="10"/>
                    <a:pt x="0" y="2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11" y="77"/>
                    <a:pt x="18" y="85"/>
                    <a:pt x="31" y="85"/>
                  </a:cubicBezTo>
                  <a:cubicBezTo>
                    <a:pt x="33" y="85"/>
                    <a:pt x="33" y="85"/>
                    <a:pt x="33" y="8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5" name="Oval 677"/>
            <p:cNvSpPr>
              <a:spLocks noChangeArrowheads="1"/>
            </p:cNvSpPr>
            <p:nvPr/>
          </p:nvSpPr>
          <p:spPr bwMode="auto">
            <a:xfrm>
              <a:off x="6605173" y="2509772"/>
              <a:ext cx="16375" cy="1793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6" name="Oval 678"/>
            <p:cNvSpPr>
              <a:spLocks noChangeArrowheads="1"/>
            </p:cNvSpPr>
            <p:nvPr/>
          </p:nvSpPr>
          <p:spPr bwMode="auto">
            <a:xfrm>
              <a:off x="6562287" y="2509772"/>
              <a:ext cx="18714" cy="1793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93" name="组合 292"/>
          <p:cNvGrpSpPr/>
          <p:nvPr/>
        </p:nvGrpSpPr>
        <p:grpSpPr>
          <a:xfrm>
            <a:off x="6198397" y="2623614"/>
            <a:ext cx="115152" cy="117380"/>
            <a:chOff x="6198397" y="2623614"/>
            <a:chExt cx="115152" cy="117380"/>
          </a:xfrm>
        </p:grpSpPr>
        <p:sp>
          <p:nvSpPr>
            <p:cNvPr id="448" name="Freeform 570"/>
            <p:cNvSpPr>
              <a:spLocks/>
            </p:cNvSpPr>
            <p:nvPr/>
          </p:nvSpPr>
          <p:spPr bwMode="auto">
            <a:xfrm>
              <a:off x="6201266" y="2623614"/>
              <a:ext cx="112283" cy="57701"/>
            </a:xfrm>
            <a:custGeom>
              <a:avLst/>
              <a:gdLst>
                <a:gd name="T0" fmla="*/ 31 w 61"/>
                <a:gd name="T1" fmla="*/ 0 h 31"/>
                <a:gd name="T2" fmla="*/ 0 w 61"/>
                <a:gd name="T3" fmla="*/ 31 h 31"/>
                <a:gd name="T4" fmla="*/ 61 w 61"/>
                <a:gd name="T5" fmla="*/ 31 h 31"/>
                <a:gd name="T6" fmla="*/ 31 w 61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31">
                  <a:moveTo>
                    <a:pt x="31" y="0"/>
                  </a:moveTo>
                  <a:cubicBezTo>
                    <a:pt x="14" y="0"/>
                    <a:pt x="0" y="14"/>
                    <a:pt x="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14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6" name="Freeform 570"/>
            <p:cNvSpPr>
              <a:spLocks/>
            </p:cNvSpPr>
            <p:nvPr/>
          </p:nvSpPr>
          <p:spPr bwMode="auto">
            <a:xfrm flipV="1">
              <a:off x="6198397" y="2683293"/>
              <a:ext cx="112283" cy="57701"/>
            </a:xfrm>
            <a:custGeom>
              <a:avLst/>
              <a:gdLst>
                <a:gd name="T0" fmla="*/ 31 w 61"/>
                <a:gd name="T1" fmla="*/ 0 h 31"/>
                <a:gd name="T2" fmla="*/ 0 w 61"/>
                <a:gd name="T3" fmla="*/ 31 h 31"/>
                <a:gd name="T4" fmla="*/ 61 w 61"/>
                <a:gd name="T5" fmla="*/ 31 h 31"/>
                <a:gd name="T6" fmla="*/ 31 w 61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31">
                  <a:moveTo>
                    <a:pt x="31" y="0"/>
                  </a:moveTo>
                  <a:cubicBezTo>
                    <a:pt x="14" y="0"/>
                    <a:pt x="0" y="14"/>
                    <a:pt x="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14"/>
                    <a:pt x="48" y="0"/>
                    <a:pt x="31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797" name="组合 796"/>
          <p:cNvGrpSpPr/>
          <p:nvPr/>
        </p:nvGrpSpPr>
        <p:grpSpPr>
          <a:xfrm>
            <a:off x="4607045" y="1999039"/>
            <a:ext cx="1308835" cy="1356437"/>
            <a:chOff x="4607045" y="1999039"/>
            <a:chExt cx="1308835" cy="1356437"/>
          </a:xfrm>
        </p:grpSpPr>
        <p:grpSp>
          <p:nvGrpSpPr>
            <p:cNvPr id="765" name="组合 764"/>
            <p:cNvGrpSpPr/>
            <p:nvPr/>
          </p:nvGrpSpPr>
          <p:grpSpPr>
            <a:xfrm>
              <a:off x="4610588" y="1999039"/>
              <a:ext cx="1305292" cy="682277"/>
              <a:chOff x="4610588" y="1999039"/>
              <a:chExt cx="1305292" cy="682277"/>
            </a:xfrm>
          </p:grpSpPr>
          <p:sp>
            <p:nvSpPr>
              <p:cNvPr id="411" name="Rectangle 533"/>
              <p:cNvSpPr>
                <a:spLocks noChangeArrowheads="1"/>
              </p:cNvSpPr>
              <p:nvPr/>
            </p:nvSpPr>
            <p:spPr bwMode="auto">
              <a:xfrm>
                <a:off x="4840612" y="2492618"/>
                <a:ext cx="849921" cy="188698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764" name="组合 763"/>
              <p:cNvGrpSpPr/>
              <p:nvPr/>
            </p:nvGrpSpPr>
            <p:grpSpPr>
              <a:xfrm>
                <a:off x="4610588" y="1999039"/>
                <a:ext cx="1305292" cy="682277"/>
                <a:chOff x="4610588" y="1999039"/>
                <a:chExt cx="1305292" cy="682277"/>
              </a:xfrm>
            </p:grpSpPr>
            <p:sp>
              <p:nvSpPr>
                <p:cNvPr id="402" name="Freeform 524"/>
                <p:cNvSpPr>
                  <a:spLocks/>
                </p:cNvSpPr>
                <p:nvPr/>
              </p:nvSpPr>
              <p:spPr bwMode="auto">
                <a:xfrm>
                  <a:off x="5266353" y="1999039"/>
                  <a:ext cx="649527" cy="493578"/>
                </a:xfrm>
                <a:custGeom>
                  <a:avLst/>
                  <a:gdLst>
                    <a:gd name="T0" fmla="*/ 833 w 833"/>
                    <a:gd name="T1" fmla="*/ 633 h 633"/>
                    <a:gd name="T2" fmla="*/ 0 w 833"/>
                    <a:gd name="T3" fmla="*/ 0 h 633"/>
                    <a:gd name="T4" fmla="*/ 0 w 833"/>
                    <a:gd name="T5" fmla="*/ 633 h 633"/>
                    <a:gd name="T6" fmla="*/ 833 w 833"/>
                    <a:gd name="T7" fmla="*/ 633 h 6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33" h="633">
                      <a:moveTo>
                        <a:pt x="833" y="633"/>
                      </a:moveTo>
                      <a:lnTo>
                        <a:pt x="0" y="0"/>
                      </a:lnTo>
                      <a:lnTo>
                        <a:pt x="0" y="633"/>
                      </a:lnTo>
                      <a:lnTo>
                        <a:pt x="833" y="633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6" name="Freeform 528"/>
                <p:cNvSpPr>
                  <a:spLocks/>
                </p:cNvSpPr>
                <p:nvPr/>
              </p:nvSpPr>
              <p:spPr bwMode="auto">
                <a:xfrm>
                  <a:off x="5266353" y="2055961"/>
                  <a:ext cx="573892" cy="436657"/>
                </a:xfrm>
                <a:custGeom>
                  <a:avLst/>
                  <a:gdLst>
                    <a:gd name="T0" fmla="*/ 0 w 736"/>
                    <a:gd name="T1" fmla="*/ 0 h 560"/>
                    <a:gd name="T2" fmla="*/ 0 w 736"/>
                    <a:gd name="T3" fmla="*/ 560 h 560"/>
                    <a:gd name="T4" fmla="*/ 544 w 736"/>
                    <a:gd name="T5" fmla="*/ 560 h 560"/>
                    <a:gd name="T6" fmla="*/ 736 w 736"/>
                    <a:gd name="T7" fmla="*/ 560 h 560"/>
                    <a:gd name="T8" fmla="*/ 0 w 736"/>
                    <a:gd name="T9" fmla="*/ 0 h 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6" h="560">
                      <a:moveTo>
                        <a:pt x="0" y="0"/>
                      </a:moveTo>
                      <a:lnTo>
                        <a:pt x="0" y="560"/>
                      </a:lnTo>
                      <a:lnTo>
                        <a:pt x="544" y="560"/>
                      </a:lnTo>
                      <a:lnTo>
                        <a:pt x="736" y="56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2" name="Rectangle 534"/>
                <p:cNvSpPr>
                  <a:spLocks noChangeArrowheads="1"/>
                </p:cNvSpPr>
                <p:nvPr/>
              </p:nvSpPr>
              <p:spPr bwMode="auto">
                <a:xfrm>
                  <a:off x="4840612" y="2492618"/>
                  <a:ext cx="849921" cy="18869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9" name="Freeform 521"/>
                <p:cNvSpPr>
                  <a:spLocks/>
                </p:cNvSpPr>
                <p:nvPr/>
              </p:nvSpPr>
              <p:spPr bwMode="auto">
                <a:xfrm>
                  <a:off x="4610588" y="1999039"/>
                  <a:ext cx="1305291" cy="493578"/>
                </a:xfrm>
                <a:custGeom>
                  <a:avLst/>
                  <a:gdLst>
                    <a:gd name="T0" fmla="*/ 1674 w 1674"/>
                    <a:gd name="T1" fmla="*/ 633 h 633"/>
                    <a:gd name="T2" fmla="*/ 841 w 1674"/>
                    <a:gd name="T3" fmla="*/ 0 h 633"/>
                    <a:gd name="T4" fmla="*/ 0 w 1674"/>
                    <a:gd name="T5" fmla="*/ 633 h 633"/>
                    <a:gd name="T6" fmla="*/ 1674 w 1674"/>
                    <a:gd name="T7" fmla="*/ 633 h 6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74" h="633">
                      <a:moveTo>
                        <a:pt x="1674" y="633"/>
                      </a:moveTo>
                      <a:lnTo>
                        <a:pt x="841" y="0"/>
                      </a:lnTo>
                      <a:lnTo>
                        <a:pt x="0" y="633"/>
                      </a:lnTo>
                      <a:lnTo>
                        <a:pt x="1674" y="633"/>
                      </a:lnTo>
                      <a:close/>
                    </a:path>
                  </a:pathLst>
                </a:custGeom>
                <a:solidFill>
                  <a:srgbClr val="F76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3" name="Freeform 525"/>
                <p:cNvSpPr>
                  <a:spLocks/>
                </p:cNvSpPr>
                <p:nvPr/>
              </p:nvSpPr>
              <p:spPr bwMode="auto">
                <a:xfrm>
                  <a:off x="4687783" y="2055961"/>
                  <a:ext cx="1152461" cy="436657"/>
                </a:xfrm>
                <a:custGeom>
                  <a:avLst/>
                  <a:gdLst>
                    <a:gd name="T0" fmla="*/ 0 w 1478"/>
                    <a:gd name="T1" fmla="*/ 560 h 560"/>
                    <a:gd name="T2" fmla="*/ 1478 w 1478"/>
                    <a:gd name="T3" fmla="*/ 560 h 560"/>
                    <a:gd name="T4" fmla="*/ 742 w 1478"/>
                    <a:gd name="T5" fmla="*/ 0 h 560"/>
                    <a:gd name="T6" fmla="*/ 0 w 1478"/>
                    <a:gd name="T7" fmla="*/ 560 h 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78" h="560">
                      <a:moveTo>
                        <a:pt x="0" y="560"/>
                      </a:moveTo>
                      <a:lnTo>
                        <a:pt x="1478" y="560"/>
                      </a:lnTo>
                      <a:lnTo>
                        <a:pt x="742" y="0"/>
                      </a:lnTo>
                      <a:lnTo>
                        <a:pt x="0" y="560"/>
                      </a:lnTo>
                      <a:close/>
                    </a:path>
                  </a:pathLst>
                </a:custGeom>
                <a:solidFill>
                  <a:srgbClr val="FFD7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3" name="Rectangle 535"/>
                <p:cNvSpPr>
                  <a:spLocks noChangeArrowheads="1"/>
                </p:cNvSpPr>
                <p:nvPr/>
              </p:nvSpPr>
              <p:spPr bwMode="auto">
                <a:xfrm>
                  <a:off x="5366160" y="2515230"/>
                  <a:ext cx="130997" cy="166085"/>
                </a:xfrm>
                <a:prstGeom prst="rect">
                  <a:avLst/>
                </a:prstGeom>
                <a:solidFill>
                  <a:srgbClr val="7871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4" name="Rectangle 536"/>
                <p:cNvSpPr>
                  <a:spLocks noChangeArrowheads="1"/>
                </p:cNvSpPr>
                <p:nvPr/>
              </p:nvSpPr>
              <p:spPr bwMode="auto">
                <a:xfrm>
                  <a:off x="5366160" y="2515230"/>
                  <a:ext cx="130997" cy="16608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5" name="Rectangle 537"/>
                <p:cNvSpPr>
                  <a:spLocks noChangeArrowheads="1"/>
                </p:cNvSpPr>
                <p:nvPr/>
              </p:nvSpPr>
              <p:spPr bwMode="auto">
                <a:xfrm>
                  <a:off x="5033989" y="2526146"/>
                  <a:ext cx="129438" cy="120081"/>
                </a:xfrm>
                <a:prstGeom prst="rect">
                  <a:avLst/>
                </a:prstGeom>
                <a:solidFill>
                  <a:srgbClr val="448D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6" name="Rectangle 538"/>
                <p:cNvSpPr>
                  <a:spLocks noChangeArrowheads="1"/>
                </p:cNvSpPr>
                <p:nvPr/>
              </p:nvSpPr>
              <p:spPr bwMode="auto">
                <a:xfrm>
                  <a:off x="5033989" y="2526146"/>
                  <a:ext cx="129438" cy="12008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7" name="Rectangle 539"/>
                <p:cNvSpPr>
                  <a:spLocks noChangeArrowheads="1"/>
                </p:cNvSpPr>
                <p:nvPr/>
              </p:nvSpPr>
              <p:spPr bwMode="auto">
                <a:xfrm>
                  <a:off x="5200075" y="2526146"/>
                  <a:ext cx="129438" cy="120081"/>
                </a:xfrm>
                <a:prstGeom prst="rect">
                  <a:avLst/>
                </a:prstGeom>
                <a:solidFill>
                  <a:srgbClr val="448D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8" name="Rectangle 540"/>
                <p:cNvSpPr>
                  <a:spLocks noChangeArrowheads="1"/>
                </p:cNvSpPr>
                <p:nvPr/>
              </p:nvSpPr>
              <p:spPr bwMode="auto">
                <a:xfrm>
                  <a:off x="5200075" y="2526146"/>
                  <a:ext cx="129438" cy="12008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9" name="Freeform 541"/>
                <p:cNvSpPr>
                  <a:spLocks/>
                </p:cNvSpPr>
                <p:nvPr/>
              </p:nvSpPr>
              <p:spPr bwMode="auto">
                <a:xfrm>
                  <a:off x="4840612" y="2492618"/>
                  <a:ext cx="849921" cy="94349"/>
                </a:xfrm>
                <a:custGeom>
                  <a:avLst/>
                  <a:gdLst>
                    <a:gd name="T0" fmla="*/ 1090 w 1090"/>
                    <a:gd name="T1" fmla="*/ 0 h 121"/>
                    <a:gd name="T2" fmla="*/ 0 w 1090"/>
                    <a:gd name="T3" fmla="*/ 0 h 121"/>
                    <a:gd name="T4" fmla="*/ 0 w 1090"/>
                    <a:gd name="T5" fmla="*/ 121 h 121"/>
                    <a:gd name="T6" fmla="*/ 248 w 1090"/>
                    <a:gd name="T7" fmla="*/ 121 h 121"/>
                    <a:gd name="T8" fmla="*/ 248 w 1090"/>
                    <a:gd name="T9" fmla="*/ 43 h 121"/>
                    <a:gd name="T10" fmla="*/ 414 w 1090"/>
                    <a:gd name="T11" fmla="*/ 43 h 121"/>
                    <a:gd name="T12" fmla="*/ 414 w 1090"/>
                    <a:gd name="T13" fmla="*/ 121 h 121"/>
                    <a:gd name="T14" fmla="*/ 461 w 1090"/>
                    <a:gd name="T15" fmla="*/ 121 h 121"/>
                    <a:gd name="T16" fmla="*/ 461 w 1090"/>
                    <a:gd name="T17" fmla="*/ 43 h 121"/>
                    <a:gd name="T18" fmla="*/ 627 w 1090"/>
                    <a:gd name="T19" fmla="*/ 43 h 121"/>
                    <a:gd name="T20" fmla="*/ 627 w 1090"/>
                    <a:gd name="T21" fmla="*/ 121 h 121"/>
                    <a:gd name="T22" fmla="*/ 674 w 1090"/>
                    <a:gd name="T23" fmla="*/ 121 h 121"/>
                    <a:gd name="T24" fmla="*/ 674 w 1090"/>
                    <a:gd name="T25" fmla="*/ 29 h 121"/>
                    <a:gd name="T26" fmla="*/ 842 w 1090"/>
                    <a:gd name="T27" fmla="*/ 29 h 121"/>
                    <a:gd name="T28" fmla="*/ 842 w 1090"/>
                    <a:gd name="T29" fmla="*/ 121 h 121"/>
                    <a:gd name="T30" fmla="*/ 1090 w 1090"/>
                    <a:gd name="T31" fmla="*/ 121 h 121"/>
                    <a:gd name="T32" fmla="*/ 1090 w 1090"/>
                    <a:gd name="T33" fmla="*/ 102 h 121"/>
                    <a:gd name="T34" fmla="*/ 1090 w 1090"/>
                    <a:gd name="T35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90" h="121">
                      <a:moveTo>
                        <a:pt x="1090" y="0"/>
                      </a:moveTo>
                      <a:lnTo>
                        <a:pt x="0" y="0"/>
                      </a:lnTo>
                      <a:lnTo>
                        <a:pt x="0" y="121"/>
                      </a:lnTo>
                      <a:lnTo>
                        <a:pt x="248" y="121"/>
                      </a:lnTo>
                      <a:lnTo>
                        <a:pt x="248" y="43"/>
                      </a:lnTo>
                      <a:lnTo>
                        <a:pt x="414" y="43"/>
                      </a:lnTo>
                      <a:lnTo>
                        <a:pt x="414" y="121"/>
                      </a:lnTo>
                      <a:lnTo>
                        <a:pt x="461" y="121"/>
                      </a:lnTo>
                      <a:lnTo>
                        <a:pt x="461" y="43"/>
                      </a:lnTo>
                      <a:lnTo>
                        <a:pt x="627" y="43"/>
                      </a:lnTo>
                      <a:lnTo>
                        <a:pt x="627" y="121"/>
                      </a:lnTo>
                      <a:lnTo>
                        <a:pt x="674" y="121"/>
                      </a:lnTo>
                      <a:lnTo>
                        <a:pt x="674" y="29"/>
                      </a:lnTo>
                      <a:lnTo>
                        <a:pt x="842" y="29"/>
                      </a:lnTo>
                      <a:lnTo>
                        <a:pt x="842" y="121"/>
                      </a:lnTo>
                      <a:lnTo>
                        <a:pt x="1090" y="121"/>
                      </a:lnTo>
                      <a:lnTo>
                        <a:pt x="1090" y="102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D9B7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0" name="Freeform 542"/>
                <p:cNvSpPr>
                  <a:spLocks/>
                </p:cNvSpPr>
                <p:nvPr/>
              </p:nvSpPr>
              <p:spPr bwMode="auto">
                <a:xfrm>
                  <a:off x="4840612" y="2492618"/>
                  <a:ext cx="849921" cy="94349"/>
                </a:xfrm>
                <a:custGeom>
                  <a:avLst/>
                  <a:gdLst>
                    <a:gd name="T0" fmla="*/ 1090 w 1090"/>
                    <a:gd name="T1" fmla="*/ 0 h 121"/>
                    <a:gd name="T2" fmla="*/ 0 w 1090"/>
                    <a:gd name="T3" fmla="*/ 0 h 121"/>
                    <a:gd name="T4" fmla="*/ 0 w 1090"/>
                    <a:gd name="T5" fmla="*/ 121 h 121"/>
                    <a:gd name="T6" fmla="*/ 248 w 1090"/>
                    <a:gd name="T7" fmla="*/ 121 h 121"/>
                    <a:gd name="T8" fmla="*/ 248 w 1090"/>
                    <a:gd name="T9" fmla="*/ 43 h 121"/>
                    <a:gd name="T10" fmla="*/ 414 w 1090"/>
                    <a:gd name="T11" fmla="*/ 43 h 121"/>
                    <a:gd name="T12" fmla="*/ 414 w 1090"/>
                    <a:gd name="T13" fmla="*/ 121 h 121"/>
                    <a:gd name="T14" fmla="*/ 461 w 1090"/>
                    <a:gd name="T15" fmla="*/ 121 h 121"/>
                    <a:gd name="T16" fmla="*/ 461 w 1090"/>
                    <a:gd name="T17" fmla="*/ 43 h 121"/>
                    <a:gd name="T18" fmla="*/ 627 w 1090"/>
                    <a:gd name="T19" fmla="*/ 43 h 121"/>
                    <a:gd name="T20" fmla="*/ 627 w 1090"/>
                    <a:gd name="T21" fmla="*/ 121 h 121"/>
                    <a:gd name="T22" fmla="*/ 674 w 1090"/>
                    <a:gd name="T23" fmla="*/ 121 h 121"/>
                    <a:gd name="T24" fmla="*/ 674 w 1090"/>
                    <a:gd name="T25" fmla="*/ 29 h 121"/>
                    <a:gd name="T26" fmla="*/ 842 w 1090"/>
                    <a:gd name="T27" fmla="*/ 29 h 121"/>
                    <a:gd name="T28" fmla="*/ 842 w 1090"/>
                    <a:gd name="T29" fmla="*/ 121 h 121"/>
                    <a:gd name="T30" fmla="*/ 1090 w 1090"/>
                    <a:gd name="T31" fmla="*/ 121 h 121"/>
                    <a:gd name="T32" fmla="*/ 1090 w 1090"/>
                    <a:gd name="T33" fmla="*/ 102 h 121"/>
                    <a:gd name="T34" fmla="*/ 1090 w 1090"/>
                    <a:gd name="T35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90" h="121">
                      <a:moveTo>
                        <a:pt x="1090" y="0"/>
                      </a:moveTo>
                      <a:lnTo>
                        <a:pt x="0" y="0"/>
                      </a:lnTo>
                      <a:lnTo>
                        <a:pt x="0" y="121"/>
                      </a:lnTo>
                      <a:lnTo>
                        <a:pt x="248" y="121"/>
                      </a:lnTo>
                      <a:lnTo>
                        <a:pt x="248" y="43"/>
                      </a:lnTo>
                      <a:lnTo>
                        <a:pt x="414" y="43"/>
                      </a:lnTo>
                      <a:lnTo>
                        <a:pt x="414" y="121"/>
                      </a:lnTo>
                      <a:lnTo>
                        <a:pt x="461" y="121"/>
                      </a:lnTo>
                      <a:lnTo>
                        <a:pt x="461" y="43"/>
                      </a:lnTo>
                      <a:lnTo>
                        <a:pt x="627" y="43"/>
                      </a:lnTo>
                      <a:lnTo>
                        <a:pt x="627" y="121"/>
                      </a:lnTo>
                      <a:lnTo>
                        <a:pt x="674" y="121"/>
                      </a:lnTo>
                      <a:lnTo>
                        <a:pt x="674" y="29"/>
                      </a:lnTo>
                      <a:lnTo>
                        <a:pt x="842" y="29"/>
                      </a:lnTo>
                      <a:lnTo>
                        <a:pt x="842" y="121"/>
                      </a:lnTo>
                      <a:lnTo>
                        <a:pt x="1090" y="121"/>
                      </a:lnTo>
                      <a:lnTo>
                        <a:pt x="1090" y="102"/>
                      </a:lnTo>
                      <a:lnTo>
                        <a:pt x="1090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3" name="Rectangle 545"/>
                <p:cNvSpPr>
                  <a:spLocks noChangeArrowheads="1"/>
                </p:cNvSpPr>
                <p:nvPr/>
              </p:nvSpPr>
              <p:spPr bwMode="auto">
                <a:xfrm>
                  <a:off x="5033989" y="2526146"/>
                  <a:ext cx="129438" cy="60820"/>
                </a:xfrm>
                <a:prstGeom prst="rect">
                  <a:avLst/>
                </a:prstGeom>
                <a:solidFill>
                  <a:srgbClr val="3A78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4" name="Rectangle 546"/>
                <p:cNvSpPr>
                  <a:spLocks noChangeArrowheads="1"/>
                </p:cNvSpPr>
                <p:nvPr/>
              </p:nvSpPr>
              <p:spPr bwMode="auto">
                <a:xfrm>
                  <a:off x="5033989" y="2526146"/>
                  <a:ext cx="129438" cy="608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5" name="Rectangle 547"/>
                <p:cNvSpPr>
                  <a:spLocks noChangeArrowheads="1"/>
                </p:cNvSpPr>
                <p:nvPr/>
              </p:nvSpPr>
              <p:spPr bwMode="auto">
                <a:xfrm>
                  <a:off x="5200075" y="2526146"/>
                  <a:ext cx="129438" cy="60820"/>
                </a:xfrm>
                <a:prstGeom prst="rect">
                  <a:avLst/>
                </a:prstGeom>
                <a:solidFill>
                  <a:srgbClr val="3A78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6" name="Rectangle 548"/>
                <p:cNvSpPr>
                  <a:spLocks noChangeArrowheads="1"/>
                </p:cNvSpPr>
                <p:nvPr/>
              </p:nvSpPr>
              <p:spPr bwMode="auto">
                <a:xfrm>
                  <a:off x="5200075" y="2526146"/>
                  <a:ext cx="129438" cy="608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7" name="Rectangle 529"/>
                <p:cNvSpPr>
                  <a:spLocks noChangeArrowheads="1"/>
                </p:cNvSpPr>
                <p:nvPr/>
              </p:nvSpPr>
              <p:spPr bwMode="auto">
                <a:xfrm>
                  <a:off x="5200075" y="2205672"/>
                  <a:ext cx="129438" cy="202733"/>
                </a:xfrm>
                <a:prstGeom prst="rect">
                  <a:avLst/>
                </a:prstGeom>
                <a:solidFill>
                  <a:srgbClr val="448D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8" name="Freeform 530"/>
                <p:cNvSpPr>
                  <a:spLocks/>
                </p:cNvSpPr>
                <p:nvPr/>
              </p:nvSpPr>
              <p:spPr bwMode="auto">
                <a:xfrm>
                  <a:off x="5033989" y="2205672"/>
                  <a:ext cx="129438" cy="202733"/>
                </a:xfrm>
                <a:custGeom>
                  <a:avLst/>
                  <a:gdLst>
                    <a:gd name="T0" fmla="*/ 0 w 166"/>
                    <a:gd name="T1" fmla="*/ 260 h 260"/>
                    <a:gd name="T2" fmla="*/ 166 w 166"/>
                    <a:gd name="T3" fmla="*/ 260 h 260"/>
                    <a:gd name="T4" fmla="*/ 166 w 166"/>
                    <a:gd name="T5" fmla="*/ 0 h 260"/>
                    <a:gd name="T6" fmla="*/ 0 w 166"/>
                    <a:gd name="T7" fmla="*/ 125 h 260"/>
                    <a:gd name="T8" fmla="*/ 0 w 166"/>
                    <a:gd name="T9" fmla="*/ 260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6" h="260">
                      <a:moveTo>
                        <a:pt x="0" y="260"/>
                      </a:moveTo>
                      <a:lnTo>
                        <a:pt x="166" y="260"/>
                      </a:lnTo>
                      <a:lnTo>
                        <a:pt x="166" y="0"/>
                      </a:lnTo>
                      <a:lnTo>
                        <a:pt x="0" y="125"/>
                      </a:lnTo>
                      <a:lnTo>
                        <a:pt x="0" y="260"/>
                      </a:lnTo>
                      <a:close/>
                    </a:path>
                  </a:pathLst>
                </a:custGeom>
                <a:solidFill>
                  <a:srgbClr val="448D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7" name="Rectangle 519"/>
                <p:cNvSpPr>
                  <a:spLocks noChangeArrowheads="1"/>
                </p:cNvSpPr>
                <p:nvPr/>
              </p:nvSpPr>
              <p:spPr bwMode="auto">
                <a:xfrm>
                  <a:off x="5564995" y="2154208"/>
                  <a:ext cx="72516" cy="148931"/>
                </a:xfrm>
                <a:prstGeom prst="rect">
                  <a:avLst/>
                </a:prstGeom>
                <a:solidFill>
                  <a:srgbClr val="7871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8" name="Rectangle 520"/>
                <p:cNvSpPr>
                  <a:spLocks noChangeArrowheads="1"/>
                </p:cNvSpPr>
                <p:nvPr/>
              </p:nvSpPr>
              <p:spPr bwMode="auto">
                <a:xfrm>
                  <a:off x="5564995" y="2154208"/>
                  <a:ext cx="72516" cy="1489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1" name="Rectangle 543"/>
                <p:cNvSpPr>
                  <a:spLocks noChangeArrowheads="1"/>
                </p:cNvSpPr>
                <p:nvPr/>
              </p:nvSpPr>
              <p:spPr bwMode="auto">
                <a:xfrm>
                  <a:off x="5366160" y="2515230"/>
                  <a:ext cx="130997" cy="71737"/>
                </a:xfrm>
                <a:prstGeom prst="rect">
                  <a:avLst/>
                </a:prstGeom>
                <a:solidFill>
                  <a:srgbClr val="6660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2" name="Rectangle 544"/>
                <p:cNvSpPr>
                  <a:spLocks noChangeArrowheads="1"/>
                </p:cNvSpPr>
                <p:nvPr/>
              </p:nvSpPr>
              <p:spPr bwMode="auto">
                <a:xfrm>
                  <a:off x="5366160" y="2515230"/>
                  <a:ext cx="130997" cy="7173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1" name="Freeform 523"/>
                <p:cNvSpPr>
                  <a:spLocks/>
                </p:cNvSpPr>
                <p:nvPr/>
              </p:nvSpPr>
              <p:spPr bwMode="auto">
                <a:xfrm>
                  <a:off x="5266353" y="1999039"/>
                  <a:ext cx="649527" cy="493578"/>
                </a:xfrm>
                <a:custGeom>
                  <a:avLst/>
                  <a:gdLst>
                    <a:gd name="T0" fmla="*/ 833 w 833"/>
                    <a:gd name="T1" fmla="*/ 633 h 633"/>
                    <a:gd name="T2" fmla="*/ 0 w 833"/>
                    <a:gd name="T3" fmla="*/ 0 h 633"/>
                    <a:gd name="T4" fmla="*/ 0 w 833"/>
                    <a:gd name="T5" fmla="*/ 633 h 633"/>
                    <a:gd name="T6" fmla="*/ 833 w 833"/>
                    <a:gd name="T7" fmla="*/ 633 h 6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33" h="633">
                      <a:moveTo>
                        <a:pt x="833" y="633"/>
                      </a:moveTo>
                      <a:lnTo>
                        <a:pt x="0" y="0"/>
                      </a:lnTo>
                      <a:lnTo>
                        <a:pt x="0" y="633"/>
                      </a:lnTo>
                      <a:lnTo>
                        <a:pt x="833" y="633"/>
                      </a:lnTo>
                      <a:close/>
                    </a:path>
                  </a:pathLst>
                </a:custGeom>
                <a:solidFill>
                  <a:srgbClr val="EE3D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5" name="Freeform 527"/>
                <p:cNvSpPr>
                  <a:spLocks/>
                </p:cNvSpPr>
                <p:nvPr/>
              </p:nvSpPr>
              <p:spPr bwMode="auto">
                <a:xfrm>
                  <a:off x="5266353" y="2055961"/>
                  <a:ext cx="573892" cy="436657"/>
                </a:xfrm>
                <a:custGeom>
                  <a:avLst/>
                  <a:gdLst>
                    <a:gd name="T0" fmla="*/ 0 w 736"/>
                    <a:gd name="T1" fmla="*/ 0 h 560"/>
                    <a:gd name="T2" fmla="*/ 0 w 736"/>
                    <a:gd name="T3" fmla="*/ 560 h 560"/>
                    <a:gd name="T4" fmla="*/ 544 w 736"/>
                    <a:gd name="T5" fmla="*/ 560 h 560"/>
                    <a:gd name="T6" fmla="*/ 736 w 736"/>
                    <a:gd name="T7" fmla="*/ 560 h 560"/>
                    <a:gd name="T8" fmla="*/ 0 w 736"/>
                    <a:gd name="T9" fmla="*/ 0 h 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6" h="560">
                      <a:moveTo>
                        <a:pt x="0" y="0"/>
                      </a:moveTo>
                      <a:lnTo>
                        <a:pt x="0" y="560"/>
                      </a:lnTo>
                      <a:lnTo>
                        <a:pt x="544" y="560"/>
                      </a:lnTo>
                      <a:lnTo>
                        <a:pt x="736" y="56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9B7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9" name="Freeform 531"/>
                <p:cNvSpPr>
                  <a:spLocks/>
                </p:cNvSpPr>
                <p:nvPr/>
              </p:nvSpPr>
              <p:spPr bwMode="auto">
                <a:xfrm>
                  <a:off x="5366160" y="2205672"/>
                  <a:ext cx="130997" cy="202733"/>
                </a:xfrm>
                <a:custGeom>
                  <a:avLst/>
                  <a:gdLst>
                    <a:gd name="T0" fmla="*/ 168 w 168"/>
                    <a:gd name="T1" fmla="*/ 260 h 260"/>
                    <a:gd name="T2" fmla="*/ 0 w 168"/>
                    <a:gd name="T3" fmla="*/ 260 h 260"/>
                    <a:gd name="T4" fmla="*/ 0 w 168"/>
                    <a:gd name="T5" fmla="*/ 0 h 260"/>
                    <a:gd name="T6" fmla="*/ 168 w 168"/>
                    <a:gd name="T7" fmla="*/ 125 h 260"/>
                    <a:gd name="T8" fmla="*/ 168 w 168"/>
                    <a:gd name="T9" fmla="*/ 260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260">
                      <a:moveTo>
                        <a:pt x="168" y="260"/>
                      </a:moveTo>
                      <a:lnTo>
                        <a:pt x="0" y="260"/>
                      </a:lnTo>
                      <a:lnTo>
                        <a:pt x="0" y="0"/>
                      </a:lnTo>
                      <a:lnTo>
                        <a:pt x="168" y="125"/>
                      </a:lnTo>
                      <a:lnTo>
                        <a:pt x="168" y="260"/>
                      </a:lnTo>
                      <a:close/>
                    </a:path>
                  </a:pathLst>
                </a:custGeom>
                <a:solidFill>
                  <a:srgbClr val="3473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0" name="Rectangle 532"/>
                <p:cNvSpPr>
                  <a:spLocks noChangeArrowheads="1"/>
                </p:cNvSpPr>
                <p:nvPr/>
              </p:nvSpPr>
              <p:spPr bwMode="auto">
                <a:xfrm>
                  <a:off x="5266353" y="2205672"/>
                  <a:ext cx="63159" cy="202733"/>
                </a:xfrm>
                <a:prstGeom prst="rect">
                  <a:avLst/>
                </a:prstGeom>
                <a:solidFill>
                  <a:srgbClr val="3473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766" name="组合 765"/>
            <p:cNvGrpSpPr/>
            <p:nvPr/>
          </p:nvGrpSpPr>
          <p:grpSpPr>
            <a:xfrm flipV="1">
              <a:off x="4607045" y="2673199"/>
              <a:ext cx="1305292" cy="682277"/>
              <a:chOff x="4610588" y="1999039"/>
              <a:chExt cx="1305292" cy="682277"/>
            </a:xfrm>
            <a:noFill/>
          </p:grpSpPr>
          <p:sp>
            <p:nvSpPr>
              <p:cNvPr id="767" name="Rectangle 533"/>
              <p:cNvSpPr>
                <a:spLocks noChangeArrowheads="1"/>
              </p:cNvSpPr>
              <p:nvPr/>
            </p:nvSpPr>
            <p:spPr bwMode="auto">
              <a:xfrm>
                <a:off x="4840612" y="2492618"/>
                <a:ext cx="849921" cy="18869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768" name="组合 767"/>
              <p:cNvGrpSpPr/>
              <p:nvPr/>
            </p:nvGrpSpPr>
            <p:grpSpPr>
              <a:xfrm>
                <a:off x="4610588" y="1999039"/>
                <a:ext cx="1305292" cy="682277"/>
                <a:chOff x="4610588" y="1999039"/>
                <a:chExt cx="1305292" cy="682277"/>
              </a:xfrm>
              <a:grpFill/>
            </p:grpSpPr>
            <p:sp>
              <p:nvSpPr>
                <p:cNvPr id="769" name="Freeform 524"/>
                <p:cNvSpPr>
                  <a:spLocks/>
                </p:cNvSpPr>
                <p:nvPr/>
              </p:nvSpPr>
              <p:spPr bwMode="auto">
                <a:xfrm>
                  <a:off x="5266353" y="1999039"/>
                  <a:ext cx="649527" cy="493578"/>
                </a:xfrm>
                <a:custGeom>
                  <a:avLst/>
                  <a:gdLst>
                    <a:gd name="T0" fmla="*/ 833 w 833"/>
                    <a:gd name="T1" fmla="*/ 633 h 633"/>
                    <a:gd name="T2" fmla="*/ 0 w 833"/>
                    <a:gd name="T3" fmla="*/ 0 h 633"/>
                    <a:gd name="T4" fmla="*/ 0 w 833"/>
                    <a:gd name="T5" fmla="*/ 633 h 633"/>
                    <a:gd name="T6" fmla="*/ 833 w 833"/>
                    <a:gd name="T7" fmla="*/ 633 h 6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33" h="633">
                      <a:moveTo>
                        <a:pt x="833" y="633"/>
                      </a:moveTo>
                      <a:lnTo>
                        <a:pt x="0" y="0"/>
                      </a:lnTo>
                      <a:lnTo>
                        <a:pt x="0" y="633"/>
                      </a:lnTo>
                      <a:lnTo>
                        <a:pt x="833" y="633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0" name="Freeform 528"/>
                <p:cNvSpPr>
                  <a:spLocks/>
                </p:cNvSpPr>
                <p:nvPr/>
              </p:nvSpPr>
              <p:spPr bwMode="auto">
                <a:xfrm>
                  <a:off x="5266353" y="2055961"/>
                  <a:ext cx="573892" cy="436657"/>
                </a:xfrm>
                <a:custGeom>
                  <a:avLst/>
                  <a:gdLst>
                    <a:gd name="T0" fmla="*/ 0 w 736"/>
                    <a:gd name="T1" fmla="*/ 0 h 560"/>
                    <a:gd name="T2" fmla="*/ 0 w 736"/>
                    <a:gd name="T3" fmla="*/ 560 h 560"/>
                    <a:gd name="T4" fmla="*/ 544 w 736"/>
                    <a:gd name="T5" fmla="*/ 560 h 560"/>
                    <a:gd name="T6" fmla="*/ 736 w 736"/>
                    <a:gd name="T7" fmla="*/ 560 h 560"/>
                    <a:gd name="T8" fmla="*/ 0 w 736"/>
                    <a:gd name="T9" fmla="*/ 0 h 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6" h="560">
                      <a:moveTo>
                        <a:pt x="0" y="0"/>
                      </a:moveTo>
                      <a:lnTo>
                        <a:pt x="0" y="560"/>
                      </a:lnTo>
                      <a:lnTo>
                        <a:pt x="544" y="560"/>
                      </a:lnTo>
                      <a:lnTo>
                        <a:pt x="736" y="56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1" name="Rectangle 534"/>
                <p:cNvSpPr>
                  <a:spLocks noChangeArrowheads="1"/>
                </p:cNvSpPr>
                <p:nvPr/>
              </p:nvSpPr>
              <p:spPr bwMode="auto">
                <a:xfrm>
                  <a:off x="4840612" y="2492618"/>
                  <a:ext cx="849921" cy="18869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2" name="任意多边形 771"/>
                <p:cNvSpPr/>
                <p:nvPr/>
              </p:nvSpPr>
              <p:spPr>
                <a:xfrm>
                  <a:off x="4930868" y="2214717"/>
                  <a:ext cx="270388" cy="310457"/>
                </a:xfrm>
                <a:custGeom>
                  <a:avLst/>
                  <a:gdLst>
                    <a:gd name="connsiteX0" fmla="*/ 43542 w 1001485"/>
                    <a:gd name="connsiteY0" fmla="*/ 0 h 1161143"/>
                    <a:gd name="connsiteX1" fmla="*/ 1001485 w 1001485"/>
                    <a:gd name="connsiteY1" fmla="*/ 0 h 1161143"/>
                    <a:gd name="connsiteX2" fmla="*/ 986971 w 1001485"/>
                    <a:gd name="connsiteY2" fmla="*/ 1161143 h 1161143"/>
                    <a:gd name="connsiteX3" fmla="*/ 0 w 1001485"/>
                    <a:gd name="connsiteY3" fmla="*/ 1103085 h 1161143"/>
                    <a:gd name="connsiteX4" fmla="*/ 43542 w 1001485"/>
                    <a:gd name="connsiteY4" fmla="*/ 0 h 1161143"/>
                    <a:gd name="connsiteX0" fmla="*/ 43542 w 1001485"/>
                    <a:gd name="connsiteY0" fmla="*/ 0 h 1107168"/>
                    <a:gd name="connsiteX1" fmla="*/ 1001485 w 1001485"/>
                    <a:gd name="connsiteY1" fmla="*/ 0 h 1107168"/>
                    <a:gd name="connsiteX2" fmla="*/ 980621 w 1001485"/>
                    <a:gd name="connsiteY2" fmla="*/ 1107168 h 1107168"/>
                    <a:gd name="connsiteX3" fmla="*/ 0 w 1001485"/>
                    <a:gd name="connsiteY3" fmla="*/ 1103085 h 1107168"/>
                    <a:gd name="connsiteX4" fmla="*/ 43542 w 1001485"/>
                    <a:gd name="connsiteY4" fmla="*/ 0 h 1107168"/>
                    <a:gd name="connsiteX0" fmla="*/ 14967 w 972910"/>
                    <a:gd name="connsiteY0" fmla="*/ 0 h 1109435"/>
                    <a:gd name="connsiteX1" fmla="*/ 972910 w 972910"/>
                    <a:gd name="connsiteY1" fmla="*/ 0 h 1109435"/>
                    <a:gd name="connsiteX2" fmla="*/ 952046 w 972910"/>
                    <a:gd name="connsiteY2" fmla="*/ 1107168 h 1109435"/>
                    <a:gd name="connsiteX3" fmla="*/ 0 w 972910"/>
                    <a:gd name="connsiteY3" fmla="*/ 1109435 h 1109435"/>
                    <a:gd name="connsiteX4" fmla="*/ 14967 w 972910"/>
                    <a:gd name="connsiteY4" fmla="*/ 0 h 1109435"/>
                    <a:gd name="connsiteX0" fmla="*/ 0 w 980168"/>
                    <a:gd name="connsiteY0" fmla="*/ 0 h 1131660"/>
                    <a:gd name="connsiteX1" fmla="*/ 980168 w 980168"/>
                    <a:gd name="connsiteY1" fmla="*/ 22225 h 1131660"/>
                    <a:gd name="connsiteX2" fmla="*/ 959304 w 980168"/>
                    <a:gd name="connsiteY2" fmla="*/ 1129393 h 1131660"/>
                    <a:gd name="connsiteX3" fmla="*/ 7258 w 980168"/>
                    <a:gd name="connsiteY3" fmla="*/ 1131660 h 1131660"/>
                    <a:gd name="connsiteX4" fmla="*/ 0 w 980168"/>
                    <a:gd name="connsiteY4" fmla="*/ 0 h 1131660"/>
                    <a:gd name="connsiteX0" fmla="*/ 0 w 986518"/>
                    <a:gd name="connsiteY0" fmla="*/ 9525 h 1141185"/>
                    <a:gd name="connsiteX1" fmla="*/ 986518 w 986518"/>
                    <a:gd name="connsiteY1" fmla="*/ 0 h 1141185"/>
                    <a:gd name="connsiteX2" fmla="*/ 959304 w 986518"/>
                    <a:gd name="connsiteY2" fmla="*/ 1138918 h 1141185"/>
                    <a:gd name="connsiteX3" fmla="*/ 7258 w 986518"/>
                    <a:gd name="connsiteY3" fmla="*/ 1141185 h 1141185"/>
                    <a:gd name="connsiteX4" fmla="*/ 0 w 986518"/>
                    <a:gd name="connsiteY4" fmla="*/ 9525 h 1141185"/>
                    <a:gd name="connsiteX0" fmla="*/ 0 w 992868"/>
                    <a:gd name="connsiteY0" fmla="*/ 0 h 1131660"/>
                    <a:gd name="connsiteX1" fmla="*/ 992868 w 992868"/>
                    <a:gd name="connsiteY1" fmla="*/ 6350 h 1131660"/>
                    <a:gd name="connsiteX2" fmla="*/ 959304 w 992868"/>
                    <a:gd name="connsiteY2" fmla="*/ 1129393 h 1131660"/>
                    <a:gd name="connsiteX3" fmla="*/ 7258 w 992868"/>
                    <a:gd name="connsiteY3" fmla="*/ 1131660 h 1131660"/>
                    <a:gd name="connsiteX4" fmla="*/ 0 w 992868"/>
                    <a:gd name="connsiteY4" fmla="*/ 0 h 1131660"/>
                    <a:gd name="connsiteX0" fmla="*/ 0 w 983343"/>
                    <a:gd name="connsiteY0" fmla="*/ 0 h 1131660"/>
                    <a:gd name="connsiteX1" fmla="*/ 983343 w 983343"/>
                    <a:gd name="connsiteY1" fmla="*/ 3175 h 1131660"/>
                    <a:gd name="connsiteX2" fmla="*/ 959304 w 983343"/>
                    <a:gd name="connsiteY2" fmla="*/ 1129393 h 1131660"/>
                    <a:gd name="connsiteX3" fmla="*/ 7258 w 983343"/>
                    <a:gd name="connsiteY3" fmla="*/ 1131660 h 1131660"/>
                    <a:gd name="connsiteX4" fmla="*/ 0 w 983343"/>
                    <a:gd name="connsiteY4" fmla="*/ 0 h 1131660"/>
                    <a:gd name="connsiteX0" fmla="*/ 5813 w 989156"/>
                    <a:gd name="connsiteY0" fmla="*/ 0 h 1129393"/>
                    <a:gd name="connsiteX1" fmla="*/ 989156 w 989156"/>
                    <a:gd name="connsiteY1" fmla="*/ 3175 h 1129393"/>
                    <a:gd name="connsiteX2" fmla="*/ 965117 w 989156"/>
                    <a:gd name="connsiteY2" fmla="*/ 1129393 h 1129393"/>
                    <a:gd name="connsiteX3" fmla="*/ 371 w 989156"/>
                    <a:gd name="connsiteY3" fmla="*/ 1128485 h 1129393"/>
                    <a:gd name="connsiteX4" fmla="*/ 5813 w 989156"/>
                    <a:gd name="connsiteY4" fmla="*/ 0 h 1129393"/>
                    <a:gd name="connsiteX0" fmla="*/ 5813 w 989156"/>
                    <a:gd name="connsiteY0" fmla="*/ 0 h 1135743"/>
                    <a:gd name="connsiteX1" fmla="*/ 989156 w 989156"/>
                    <a:gd name="connsiteY1" fmla="*/ 3175 h 1135743"/>
                    <a:gd name="connsiteX2" fmla="*/ 974642 w 989156"/>
                    <a:gd name="connsiteY2" fmla="*/ 1135743 h 1135743"/>
                    <a:gd name="connsiteX3" fmla="*/ 371 w 989156"/>
                    <a:gd name="connsiteY3" fmla="*/ 1128485 h 1135743"/>
                    <a:gd name="connsiteX4" fmla="*/ 5813 w 989156"/>
                    <a:gd name="connsiteY4" fmla="*/ 0 h 1135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9156" h="1135743">
                      <a:moveTo>
                        <a:pt x="5813" y="0"/>
                      </a:moveTo>
                      <a:lnTo>
                        <a:pt x="989156" y="3175"/>
                      </a:lnTo>
                      <a:lnTo>
                        <a:pt x="974642" y="1135743"/>
                      </a:lnTo>
                      <a:lnTo>
                        <a:pt x="371" y="1128485"/>
                      </a:lnTo>
                      <a:cubicBezTo>
                        <a:pt x="-2048" y="751265"/>
                        <a:pt x="8232" y="377220"/>
                        <a:pt x="58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73" name="Freeform 521"/>
                <p:cNvSpPr>
                  <a:spLocks/>
                </p:cNvSpPr>
                <p:nvPr/>
              </p:nvSpPr>
              <p:spPr bwMode="auto">
                <a:xfrm>
                  <a:off x="4610588" y="1999039"/>
                  <a:ext cx="1305291" cy="493578"/>
                </a:xfrm>
                <a:custGeom>
                  <a:avLst/>
                  <a:gdLst>
                    <a:gd name="T0" fmla="*/ 1674 w 1674"/>
                    <a:gd name="T1" fmla="*/ 633 h 633"/>
                    <a:gd name="T2" fmla="*/ 841 w 1674"/>
                    <a:gd name="T3" fmla="*/ 0 h 633"/>
                    <a:gd name="T4" fmla="*/ 0 w 1674"/>
                    <a:gd name="T5" fmla="*/ 633 h 633"/>
                    <a:gd name="T6" fmla="*/ 1674 w 1674"/>
                    <a:gd name="T7" fmla="*/ 633 h 6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74" h="633">
                      <a:moveTo>
                        <a:pt x="1674" y="633"/>
                      </a:moveTo>
                      <a:lnTo>
                        <a:pt x="841" y="0"/>
                      </a:lnTo>
                      <a:lnTo>
                        <a:pt x="0" y="633"/>
                      </a:lnTo>
                      <a:lnTo>
                        <a:pt x="1674" y="6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4" name="Freeform 525"/>
                <p:cNvSpPr>
                  <a:spLocks/>
                </p:cNvSpPr>
                <p:nvPr/>
              </p:nvSpPr>
              <p:spPr bwMode="auto">
                <a:xfrm>
                  <a:off x="4687783" y="2055961"/>
                  <a:ext cx="1152461" cy="436657"/>
                </a:xfrm>
                <a:custGeom>
                  <a:avLst/>
                  <a:gdLst>
                    <a:gd name="T0" fmla="*/ 0 w 1478"/>
                    <a:gd name="T1" fmla="*/ 560 h 560"/>
                    <a:gd name="T2" fmla="*/ 1478 w 1478"/>
                    <a:gd name="T3" fmla="*/ 560 h 560"/>
                    <a:gd name="T4" fmla="*/ 742 w 1478"/>
                    <a:gd name="T5" fmla="*/ 0 h 560"/>
                    <a:gd name="T6" fmla="*/ 0 w 1478"/>
                    <a:gd name="T7" fmla="*/ 560 h 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78" h="560">
                      <a:moveTo>
                        <a:pt x="0" y="560"/>
                      </a:moveTo>
                      <a:lnTo>
                        <a:pt x="1478" y="560"/>
                      </a:lnTo>
                      <a:lnTo>
                        <a:pt x="742" y="0"/>
                      </a:lnTo>
                      <a:lnTo>
                        <a:pt x="0" y="5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5" name="Rectangle 535"/>
                <p:cNvSpPr>
                  <a:spLocks noChangeArrowheads="1"/>
                </p:cNvSpPr>
                <p:nvPr/>
              </p:nvSpPr>
              <p:spPr bwMode="auto">
                <a:xfrm>
                  <a:off x="5366160" y="2515230"/>
                  <a:ext cx="130997" cy="16608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6" name="Rectangle 536"/>
                <p:cNvSpPr>
                  <a:spLocks noChangeArrowheads="1"/>
                </p:cNvSpPr>
                <p:nvPr/>
              </p:nvSpPr>
              <p:spPr bwMode="auto">
                <a:xfrm>
                  <a:off x="5366160" y="2515230"/>
                  <a:ext cx="130997" cy="16608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7" name="Rectangle 537"/>
                <p:cNvSpPr>
                  <a:spLocks noChangeArrowheads="1"/>
                </p:cNvSpPr>
                <p:nvPr/>
              </p:nvSpPr>
              <p:spPr bwMode="auto">
                <a:xfrm>
                  <a:off x="5033989" y="2526146"/>
                  <a:ext cx="129438" cy="12008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8" name="Rectangle 538"/>
                <p:cNvSpPr>
                  <a:spLocks noChangeArrowheads="1"/>
                </p:cNvSpPr>
                <p:nvPr/>
              </p:nvSpPr>
              <p:spPr bwMode="auto">
                <a:xfrm>
                  <a:off x="5033989" y="2526146"/>
                  <a:ext cx="129438" cy="12008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9" name="Rectangle 539"/>
                <p:cNvSpPr>
                  <a:spLocks noChangeArrowheads="1"/>
                </p:cNvSpPr>
                <p:nvPr/>
              </p:nvSpPr>
              <p:spPr bwMode="auto">
                <a:xfrm>
                  <a:off x="5200075" y="2526146"/>
                  <a:ext cx="129438" cy="12008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0" name="Rectangle 540"/>
                <p:cNvSpPr>
                  <a:spLocks noChangeArrowheads="1"/>
                </p:cNvSpPr>
                <p:nvPr/>
              </p:nvSpPr>
              <p:spPr bwMode="auto">
                <a:xfrm>
                  <a:off x="5200075" y="2526146"/>
                  <a:ext cx="129438" cy="12008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1" name="Freeform 541"/>
                <p:cNvSpPr>
                  <a:spLocks/>
                </p:cNvSpPr>
                <p:nvPr/>
              </p:nvSpPr>
              <p:spPr bwMode="auto">
                <a:xfrm>
                  <a:off x="4840612" y="2492618"/>
                  <a:ext cx="849921" cy="94349"/>
                </a:xfrm>
                <a:custGeom>
                  <a:avLst/>
                  <a:gdLst>
                    <a:gd name="T0" fmla="*/ 1090 w 1090"/>
                    <a:gd name="T1" fmla="*/ 0 h 121"/>
                    <a:gd name="T2" fmla="*/ 0 w 1090"/>
                    <a:gd name="T3" fmla="*/ 0 h 121"/>
                    <a:gd name="T4" fmla="*/ 0 w 1090"/>
                    <a:gd name="T5" fmla="*/ 121 h 121"/>
                    <a:gd name="T6" fmla="*/ 248 w 1090"/>
                    <a:gd name="T7" fmla="*/ 121 h 121"/>
                    <a:gd name="T8" fmla="*/ 248 w 1090"/>
                    <a:gd name="T9" fmla="*/ 43 h 121"/>
                    <a:gd name="T10" fmla="*/ 414 w 1090"/>
                    <a:gd name="T11" fmla="*/ 43 h 121"/>
                    <a:gd name="T12" fmla="*/ 414 w 1090"/>
                    <a:gd name="T13" fmla="*/ 121 h 121"/>
                    <a:gd name="T14" fmla="*/ 461 w 1090"/>
                    <a:gd name="T15" fmla="*/ 121 h 121"/>
                    <a:gd name="T16" fmla="*/ 461 w 1090"/>
                    <a:gd name="T17" fmla="*/ 43 h 121"/>
                    <a:gd name="T18" fmla="*/ 627 w 1090"/>
                    <a:gd name="T19" fmla="*/ 43 h 121"/>
                    <a:gd name="T20" fmla="*/ 627 w 1090"/>
                    <a:gd name="T21" fmla="*/ 121 h 121"/>
                    <a:gd name="T22" fmla="*/ 674 w 1090"/>
                    <a:gd name="T23" fmla="*/ 121 h 121"/>
                    <a:gd name="T24" fmla="*/ 674 w 1090"/>
                    <a:gd name="T25" fmla="*/ 29 h 121"/>
                    <a:gd name="T26" fmla="*/ 842 w 1090"/>
                    <a:gd name="T27" fmla="*/ 29 h 121"/>
                    <a:gd name="T28" fmla="*/ 842 w 1090"/>
                    <a:gd name="T29" fmla="*/ 121 h 121"/>
                    <a:gd name="T30" fmla="*/ 1090 w 1090"/>
                    <a:gd name="T31" fmla="*/ 121 h 121"/>
                    <a:gd name="T32" fmla="*/ 1090 w 1090"/>
                    <a:gd name="T33" fmla="*/ 102 h 121"/>
                    <a:gd name="T34" fmla="*/ 1090 w 1090"/>
                    <a:gd name="T35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90" h="121">
                      <a:moveTo>
                        <a:pt x="1090" y="0"/>
                      </a:moveTo>
                      <a:lnTo>
                        <a:pt x="0" y="0"/>
                      </a:lnTo>
                      <a:lnTo>
                        <a:pt x="0" y="121"/>
                      </a:lnTo>
                      <a:lnTo>
                        <a:pt x="248" y="121"/>
                      </a:lnTo>
                      <a:lnTo>
                        <a:pt x="248" y="43"/>
                      </a:lnTo>
                      <a:lnTo>
                        <a:pt x="414" y="43"/>
                      </a:lnTo>
                      <a:lnTo>
                        <a:pt x="414" y="121"/>
                      </a:lnTo>
                      <a:lnTo>
                        <a:pt x="461" y="121"/>
                      </a:lnTo>
                      <a:lnTo>
                        <a:pt x="461" y="43"/>
                      </a:lnTo>
                      <a:lnTo>
                        <a:pt x="627" y="43"/>
                      </a:lnTo>
                      <a:lnTo>
                        <a:pt x="627" y="121"/>
                      </a:lnTo>
                      <a:lnTo>
                        <a:pt x="674" y="121"/>
                      </a:lnTo>
                      <a:lnTo>
                        <a:pt x="674" y="29"/>
                      </a:lnTo>
                      <a:lnTo>
                        <a:pt x="842" y="29"/>
                      </a:lnTo>
                      <a:lnTo>
                        <a:pt x="842" y="121"/>
                      </a:lnTo>
                      <a:lnTo>
                        <a:pt x="1090" y="121"/>
                      </a:lnTo>
                      <a:lnTo>
                        <a:pt x="1090" y="102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2" name="Freeform 542"/>
                <p:cNvSpPr>
                  <a:spLocks/>
                </p:cNvSpPr>
                <p:nvPr/>
              </p:nvSpPr>
              <p:spPr bwMode="auto">
                <a:xfrm>
                  <a:off x="4840612" y="2492618"/>
                  <a:ext cx="849921" cy="94349"/>
                </a:xfrm>
                <a:custGeom>
                  <a:avLst/>
                  <a:gdLst>
                    <a:gd name="T0" fmla="*/ 1090 w 1090"/>
                    <a:gd name="T1" fmla="*/ 0 h 121"/>
                    <a:gd name="T2" fmla="*/ 0 w 1090"/>
                    <a:gd name="T3" fmla="*/ 0 h 121"/>
                    <a:gd name="T4" fmla="*/ 0 w 1090"/>
                    <a:gd name="T5" fmla="*/ 121 h 121"/>
                    <a:gd name="T6" fmla="*/ 248 w 1090"/>
                    <a:gd name="T7" fmla="*/ 121 h 121"/>
                    <a:gd name="T8" fmla="*/ 248 w 1090"/>
                    <a:gd name="T9" fmla="*/ 43 h 121"/>
                    <a:gd name="T10" fmla="*/ 414 w 1090"/>
                    <a:gd name="T11" fmla="*/ 43 h 121"/>
                    <a:gd name="T12" fmla="*/ 414 w 1090"/>
                    <a:gd name="T13" fmla="*/ 121 h 121"/>
                    <a:gd name="T14" fmla="*/ 461 w 1090"/>
                    <a:gd name="T15" fmla="*/ 121 h 121"/>
                    <a:gd name="T16" fmla="*/ 461 w 1090"/>
                    <a:gd name="T17" fmla="*/ 43 h 121"/>
                    <a:gd name="T18" fmla="*/ 627 w 1090"/>
                    <a:gd name="T19" fmla="*/ 43 h 121"/>
                    <a:gd name="T20" fmla="*/ 627 w 1090"/>
                    <a:gd name="T21" fmla="*/ 121 h 121"/>
                    <a:gd name="T22" fmla="*/ 674 w 1090"/>
                    <a:gd name="T23" fmla="*/ 121 h 121"/>
                    <a:gd name="T24" fmla="*/ 674 w 1090"/>
                    <a:gd name="T25" fmla="*/ 29 h 121"/>
                    <a:gd name="T26" fmla="*/ 842 w 1090"/>
                    <a:gd name="T27" fmla="*/ 29 h 121"/>
                    <a:gd name="T28" fmla="*/ 842 w 1090"/>
                    <a:gd name="T29" fmla="*/ 121 h 121"/>
                    <a:gd name="T30" fmla="*/ 1090 w 1090"/>
                    <a:gd name="T31" fmla="*/ 121 h 121"/>
                    <a:gd name="T32" fmla="*/ 1090 w 1090"/>
                    <a:gd name="T33" fmla="*/ 102 h 121"/>
                    <a:gd name="T34" fmla="*/ 1090 w 1090"/>
                    <a:gd name="T35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90" h="121">
                      <a:moveTo>
                        <a:pt x="1090" y="0"/>
                      </a:moveTo>
                      <a:lnTo>
                        <a:pt x="0" y="0"/>
                      </a:lnTo>
                      <a:lnTo>
                        <a:pt x="0" y="121"/>
                      </a:lnTo>
                      <a:lnTo>
                        <a:pt x="248" y="121"/>
                      </a:lnTo>
                      <a:lnTo>
                        <a:pt x="248" y="43"/>
                      </a:lnTo>
                      <a:lnTo>
                        <a:pt x="414" y="43"/>
                      </a:lnTo>
                      <a:lnTo>
                        <a:pt x="414" y="121"/>
                      </a:lnTo>
                      <a:lnTo>
                        <a:pt x="461" y="121"/>
                      </a:lnTo>
                      <a:lnTo>
                        <a:pt x="461" y="43"/>
                      </a:lnTo>
                      <a:lnTo>
                        <a:pt x="627" y="43"/>
                      </a:lnTo>
                      <a:lnTo>
                        <a:pt x="627" y="121"/>
                      </a:lnTo>
                      <a:lnTo>
                        <a:pt x="674" y="121"/>
                      </a:lnTo>
                      <a:lnTo>
                        <a:pt x="674" y="29"/>
                      </a:lnTo>
                      <a:lnTo>
                        <a:pt x="842" y="29"/>
                      </a:lnTo>
                      <a:lnTo>
                        <a:pt x="842" y="121"/>
                      </a:lnTo>
                      <a:lnTo>
                        <a:pt x="1090" y="121"/>
                      </a:lnTo>
                      <a:lnTo>
                        <a:pt x="1090" y="102"/>
                      </a:lnTo>
                      <a:lnTo>
                        <a:pt x="109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3" name="Rectangle 545"/>
                <p:cNvSpPr>
                  <a:spLocks noChangeArrowheads="1"/>
                </p:cNvSpPr>
                <p:nvPr/>
              </p:nvSpPr>
              <p:spPr bwMode="auto">
                <a:xfrm>
                  <a:off x="5033989" y="2526146"/>
                  <a:ext cx="129438" cy="6082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4" name="Rectangle 546"/>
                <p:cNvSpPr>
                  <a:spLocks noChangeArrowheads="1"/>
                </p:cNvSpPr>
                <p:nvPr/>
              </p:nvSpPr>
              <p:spPr bwMode="auto">
                <a:xfrm>
                  <a:off x="5033989" y="2526146"/>
                  <a:ext cx="129438" cy="6082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5" name="Rectangle 547"/>
                <p:cNvSpPr>
                  <a:spLocks noChangeArrowheads="1"/>
                </p:cNvSpPr>
                <p:nvPr/>
              </p:nvSpPr>
              <p:spPr bwMode="auto">
                <a:xfrm>
                  <a:off x="5200075" y="2526146"/>
                  <a:ext cx="129438" cy="6082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6" name="Rectangle 548"/>
                <p:cNvSpPr>
                  <a:spLocks noChangeArrowheads="1"/>
                </p:cNvSpPr>
                <p:nvPr/>
              </p:nvSpPr>
              <p:spPr bwMode="auto">
                <a:xfrm>
                  <a:off x="5200075" y="2526146"/>
                  <a:ext cx="129438" cy="6082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7" name="Rectangle 529"/>
                <p:cNvSpPr>
                  <a:spLocks noChangeArrowheads="1"/>
                </p:cNvSpPr>
                <p:nvPr/>
              </p:nvSpPr>
              <p:spPr bwMode="auto">
                <a:xfrm>
                  <a:off x="5200075" y="2205672"/>
                  <a:ext cx="129438" cy="20273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8" name="Freeform 530"/>
                <p:cNvSpPr>
                  <a:spLocks/>
                </p:cNvSpPr>
                <p:nvPr/>
              </p:nvSpPr>
              <p:spPr bwMode="auto">
                <a:xfrm>
                  <a:off x="5033989" y="2205672"/>
                  <a:ext cx="129438" cy="202733"/>
                </a:xfrm>
                <a:custGeom>
                  <a:avLst/>
                  <a:gdLst>
                    <a:gd name="T0" fmla="*/ 0 w 166"/>
                    <a:gd name="T1" fmla="*/ 260 h 260"/>
                    <a:gd name="T2" fmla="*/ 166 w 166"/>
                    <a:gd name="T3" fmla="*/ 260 h 260"/>
                    <a:gd name="T4" fmla="*/ 166 w 166"/>
                    <a:gd name="T5" fmla="*/ 0 h 260"/>
                    <a:gd name="T6" fmla="*/ 0 w 166"/>
                    <a:gd name="T7" fmla="*/ 125 h 260"/>
                    <a:gd name="T8" fmla="*/ 0 w 166"/>
                    <a:gd name="T9" fmla="*/ 260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6" h="260">
                      <a:moveTo>
                        <a:pt x="0" y="260"/>
                      </a:moveTo>
                      <a:lnTo>
                        <a:pt x="166" y="260"/>
                      </a:lnTo>
                      <a:lnTo>
                        <a:pt x="166" y="0"/>
                      </a:lnTo>
                      <a:lnTo>
                        <a:pt x="0" y="125"/>
                      </a:lnTo>
                      <a:lnTo>
                        <a:pt x="0" y="2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9" name="Rectangle 519"/>
                <p:cNvSpPr>
                  <a:spLocks noChangeArrowheads="1"/>
                </p:cNvSpPr>
                <p:nvPr/>
              </p:nvSpPr>
              <p:spPr bwMode="auto">
                <a:xfrm>
                  <a:off x="5564995" y="2154208"/>
                  <a:ext cx="72516" cy="14893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90" name="Rectangle 520"/>
                <p:cNvSpPr>
                  <a:spLocks noChangeArrowheads="1"/>
                </p:cNvSpPr>
                <p:nvPr/>
              </p:nvSpPr>
              <p:spPr bwMode="auto">
                <a:xfrm>
                  <a:off x="5564995" y="2154208"/>
                  <a:ext cx="72516" cy="14893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91" name="Rectangle 543"/>
                <p:cNvSpPr>
                  <a:spLocks noChangeArrowheads="1"/>
                </p:cNvSpPr>
                <p:nvPr/>
              </p:nvSpPr>
              <p:spPr bwMode="auto">
                <a:xfrm>
                  <a:off x="5366160" y="2515230"/>
                  <a:ext cx="130997" cy="71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92" name="Rectangle 544"/>
                <p:cNvSpPr>
                  <a:spLocks noChangeArrowheads="1"/>
                </p:cNvSpPr>
                <p:nvPr/>
              </p:nvSpPr>
              <p:spPr bwMode="auto">
                <a:xfrm>
                  <a:off x="5366160" y="2515230"/>
                  <a:ext cx="130997" cy="71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93" name="Freeform 523"/>
                <p:cNvSpPr>
                  <a:spLocks/>
                </p:cNvSpPr>
                <p:nvPr/>
              </p:nvSpPr>
              <p:spPr bwMode="auto">
                <a:xfrm>
                  <a:off x="5266353" y="1999039"/>
                  <a:ext cx="649527" cy="493578"/>
                </a:xfrm>
                <a:custGeom>
                  <a:avLst/>
                  <a:gdLst>
                    <a:gd name="T0" fmla="*/ 833 w 833"/>
                    <a:gd name="T1" fmla="*/ 633 h 633"/>
                    <a:gd name="T2" fmla="*/ 0 w 833"/>
                    <a:gd name="T3" fmla="*/ 0 h 633"/>
                    <a:gd name="T4" fmla="*/ 0 w 833"/>
                    <a:gd name="T5" fmla="*/ 633 h 633"/>
                    <a:gd name="T6" fmla="*/ 833 w 833"/>
                    <a:gd name="T7" fmla="*/ 633 h 6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33" h="633">
                      <a:moveTo>
                        <a:pt x="833" y="633"/>
                      </a:moveTo>
                      <a:lnTo>
                        <a:pt x="0" y="0"/>
                      </a:lnTo>
                      <a:lnTo>
                        <a:pt x="0" y="633"/>
                      </a:lnTo>
                      <a:lnTo>
                        <a:pt x="833" y="6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94" name="Freeform 527"/>
                <p:cNvSpPr>
                  <a:spLocks/>
                </p:cNvSpPr>
                <p:nvPr/>
              </p:nvSpPr>
              <p:spPr bwMode="auto">
                <a:xfrm>
                  <a:off x="5266353" y="2055961"/>
                  <a:ext cx="573892" cy="436657"/>
                </a:xfrm>
                <a:custGeom>
                  <a:avLst/>
                  <a:gdLst>
                    <a:gd name="T0" fmla="*/ 0 w 736"/>
                    <a:gd name="T1" fmla="*/ 0 h 560"/>
                    <a:gd name="T2" fmla="*/ 0 w 736"/>
                    <a:gd name="T3" fmla="*/ 560 h 560"/>
                    <a:gd name="T4" fmla="*/ 544 w 736"/>
                    <a:gd name="T5" fmla="*/ 560 h 560"/>
                    <a:gd name="T6" fmla="*/ 736 w 736"/>
                    <a:gd name="T7" fmla="*/ 560 h 560"/>
                    <a:gd name="T8" fmla="*/ 0 w 736"/>
                    <a:gd name="T9" fmla="*/ 0 h 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6" h="560">
                      <a:moveTo>
                        <a:pt x="0" y="0"/>
                      </a:moveTo>
                      <a:lnTo>
                        <a:pt x="0" y="560"/>
                      </a:lnTo>
                      <a:lnTo>
                        <a:pt x="544" y="560"/>
                      </a:lnTo>
                      <a:lnTo>
                        <a:pt x="736" y="56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95" name="Freeform 531"/>
                <p:cNvSpPr>
                  <a:spLocks/>
                </p:cNvSpPr>
                <p:nvPr/>
              </p:nvSpPr>
              <p:spPr bwMode="auto">
                <a:xfrm>
                  <a:off x="5366160" y="2205672"/>
                  <a:ext cx="130997" cy="202733"/>
                </a:xfrm>
                <a:custGeom>
                  <a:avLst/>
                  <a:gdLst>
                    <a:gd name="T0" fmla="*/ 168 w 168"/>
                    <a:gd name="T1" fmla="*/ 260 h 260"/>
                    <a:gd name="T2" fmla="*/ 0 w 168"/>
                    <a:gd name="T3" fmla="*/ 260 h 260"/>
                    <a:gd name="T4" fmla="*/ 0 w 168"/>
                    <a:gd name="T5" fmla="*/ 0 h 260"/>
                    <a:gd name="T6" fmla="*/ 168 w 168"/>
                    <a:gd name="T7" fmla="*/ 125 h 260"/>
                    <a:gd name="T8" fmla="*/ 168 w 168"/>
                    <a:gd name="T9" fmla="*/ 260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260">
                      <a:moveTo>
                        <a:pt x="168" y="260"/>
                      </a:moveTo>
                      <a:lnTo>
                        <a:pt x="0" y="260"/>
                      </a:lnTo>
                      <a:lnTo>
                        <a:pt x="0" y="0"/>
                      </a:lnTo>
                      <a:lnTo>
                        <a:pt x="168" y="125"/>
                      </a:lnTo>
                      <a:lnTo>
                        <a:pt x="168" y="2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96" name="Rectangle 532"/>
                <p:cNvSpPr>
                  <a:spLocks noChangeArrowheads="1"/>
                </p:cNvSpPr>
                <p:nvPr/>
              </p:nvSpPr>
              <p:spPr bwMode="auto">
                <a:xfrm>
                  <a:off x="5266353" y="2205672"/>
                  <a:ext cx="63159" cy="20273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91" name="组合 290"/>
          <p:cNvGrpSpPr/>
          <p:nvPr/>
        </p:nvGrpSpPr>
        <p:grpSpPr>
          <a:xfrm>
            <a:off x="4755313" y="2583068"/>
            <a:ext cx="194506" cy="189171"/>
            <a:chOff x="4755313" y="2583068"/>
            <a:chExt cx="194506" cy="189171"/>
          </a:xfrm>
        </p:grpSpPr>
        <p:sp>
          <p:nvSpPr>
            <p:cNvPr id="445" name="Freeform 567"/>
            <p:cNvSpPr>
              <a:spLocks/>
            </p:cNvSpPr>
            <p:nvPr/>
          </p:nvSpPr>
          <p:spPr bwMode="auto">
            <a:xfrm>
              <a:off x="4756442" y="2583068"/>
              <a:ext cx="193377" cy="98248"/>
            </a:xfrm>
            <a:custGeom>
              <a:avLst/>
              <a:gdLst>
                <a:gd name="T0" fmla="*/ 52 w 105"/>
                <a:gd name="T1" fmla="*/ 0 h 53"/>
                <a:gd name="T2" fmla="*/ 0 w 105"/>
                <a:gd name="T3" fmla="*/ 53 h 53"/>
                <a:gd name="T4" fmla="*/ 105 w 105"/>
                <a:gd name="T5" fmla="*/ 53 h 53"/>
                <a:gd name="T6" fmla="*/ 52 w 105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53">
                  <a:moveTo>
                    <a:pt x="52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105" y="24"/>
                    <a:pt x="81" y="0"/>
                    <a:pt x="52" y="0"/>
                  </a:cubicBezTo>
                  <a:close/>
                </a:path>
              </a:pathLst>
            </a:custGeom>
            <a:solidFill>
              <a:srgbClr val="E5E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4" name="Freeform 567"/>
            <p:cNvSpPr>
              <a:spLocks/>
            </p:cNvSpPr>
            <p:nvPr/>
          </p:nvSpPr>
          <p:spPr bwMode="auto">
            <a:xfrm flipV="1">
              <a:off x="4755313" y="2673991"/>
              <a:ext cx="193377" cy="98248"/>
            </a:xfrm>
            <a:custGeom>
              <a:avLst/>
              <a:gdLst>
                <a:gd name="T0" fmla="*/ 52 w 105"/>
                <a:gd name="T1" fmla="*/ 0 h 53"/>
                <a:gd name="T2" fmla="*/ 0 w 105"/>
                <a:gd name="T3" fmla="*/ 53 h 53"/>
                <a:gd name="T4" fmla="*/ 105 w 105"/>
                <a:gd name="T5" fmla="*/ 53 h 53"/>
                <a:gd name="T6" fmla="*/ 52 w 105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53">
                  <a:moveTo>
                    <a:pt x="52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105" y="24"/>
                    <a:pt x="81" y="0"/>
                    <a:pt x="52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92" name="组合 291"/>
          <p:cNvGrpSpPr/>
          <p:nvPr/>
        </p:nvGrpSpPr>
        <p:grpSpPr>
          <a:xfrm>
            <a:off x="4902254" y="2623614"/>
            <a:ext cx="115916" cy="117671"/>
            <a:chOff x="4902254" y="2623614"/>
            <a:chExt cx="115916" cy="117671"/>
          </a:xfrm>
        </p:grpSpPr>
        <p:sp>
          <p:nvSpPr>
            <p:cNvPr id="447" name="Freeform 569"/>
            <p:cNvSpPr>
              <a:spLocks/>
            </p:cNvSpPr>
            <p:nvPr/>
          </p:nvSpPr>
          <p:spPr bwMode="auto">
            <a:xfrm>
              <a:off x="4902254" y="2623614"/>
              <a:ext cx="112283" cy="57701"/>
            </a:xfrm>
            <a:custGeom>
              <a:avLst/>
              <a:gdLst>
                <a:gd name="T0" fmla="*/ 30 w 61"/>
                <a:gd name="T1" fmla="*/ 0 h 31"/>
                <a:gd name="T2" fmla="*/ 0 w 61"/>
                <a:gd name="T3" fmla="*/ 31 h 31"/>
                <a:gd name="T4" fmla="*/ 61 w 61"/>
                <a:gd name="T5" fmla="*/ 31 h 31"/>
                <a:gd name="T6" fmla="*/ 30 w 61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31">
                  <a:moveTo>
                    <a:pt x="30" y="0"/>
                  </a:moveTo>
                  <a:cubicBezTo>
                    <a:pt x="13" y="0"/>
                    <a:pt x="0" y="14"/>
                    <a:pt x="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14"/>
                    <a:pt x="47" y="0"/>
                    <a:pt x="30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5" name="Freeform 569"/>
            <p:cNvSpPr>
              <a:spLocks/>
            </p:cNvSpPr>
            <p:nvPr/>
          </p:nvSpPr>
          <p:spPr bwMode="auto">
            <a:xfrm flipV="1">
              <a:off x="4905887" y="2683584"/>
              <a:ext cx="112283" cy="57701"/>
            </a:xfrm>
            <a:custGeom>
              <a:avLst/>
              <a:gdLst>
                <a:gd name="T0" fmla="*/ 30 w 61"/>
                <a:gd name="T1" fmla="*/ 0 h 31"/>
                <a:gd name="T2" fmla="*/ 0 w 61"/>
                <a:gd name="T3" fmla="*/ 31 h 31"/>
                <a:gd name="T4" fmla="*/ 61 w 61"/>
                <a:gd name="T5" fmla="*/ 31 h 31"/>
                <a:gd name="T6" fmla="*/ 30 w 61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31">
                  <a:moveTo>
                    <a:pt x="30" y="0"/>
                  </a:moveTo>
                  <a:cubicBezTo>
                    <a:pt x="13" y="0"/>
                    <a:pt x="0" y="14"/>
                    <a:pt x="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14"/>
                    <a:pt x="47" y="0"/>
                    <a:pt x="30" y="0"/>
                  </a:cubicBez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803" name="组合 802"/>
          <p:cNvGrpSpPr/>
          <p:nvPr/>
        </p:nvGrpSpPr>
        <p:grpSpPr>
          <a:xfrm>
            <a:off x="3734410" y="343941"/>
            <a:ext cx="956801" cy="2142650"/>
            <a:chOff x="3734410" y="343941"/>
            <a:chExt cx="956801" cy="2142650"/>
          </a:xfrm>
        </p:grpSpPr>
        <p:sp>
          <p:nvSpPr>
            <p:cNvPr id="319" name="任意多边形 318"/>
            <p:cNvSpPr/>
            <p:nvPr/>
          </p:nvSpPr>
          <p:spPr>
            <a:xfrm>
              <a:off x="3734410" y="343941"/>
              <a:ext cx="766301" cy="1094900"/>
            </a:xfrm>
            <a:custGeom>
              <a:avLst/>
              <a:gdLst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4700 w 7372350"/>
                <a:gd name="connsiteY14" fmla="*/ 5715000 h 11515725"/>
                <a:gd name="connsiteX15" fmla="*/ 3057525 w 7372350"/>
                <a:gd name="connsiteY15" fmla="*/ 5857875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057525 w 7372350"/>
                <a:gd name="connsiteY15" fmla="*/ 5857875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78969 w 7372350"/>
                <a:gd name="connsiteY15" fmla="*/ 5881688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43250 w 7372350"/>
                <a:gd name="connsiteY21" fmla="*/ 11315700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78881 w 7372350"/>
                <a:gd name="connsiteY18" fmla="*/ 84391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3100388 w 7558088"/>
                <a:gd name="connsiteY0" fmla="*/ 0 h 11458575"/>
                <a:gd name="connsiteX1" fmla="*/ 3271838 w 7558088"/>
                <a:gd name="connsiteY1" fmla="*/ 342900 h 11458575"/>
                <a:gd name="connsiteX2" fmla="*/ 5815013 w 7558088"/>
                <a:gd name="connsiteY2" fmla="*/ 5715000 h 11458575"/>
                <a:gd name="connsiteX3" fmla="*/ 6043613 w 7558088"/>
                <a:gd name="connsiteY3" fmla="*/ 5629275 h 11458575"/>
                <a:gd name="connsiteX4" fmla="*/ 5472113 w 7558088"/>
                <a:gd name="connsiteY4" fmla="*/ 4429125 h 11458575"/>
                <a:gd name="connsiteX5" fmla="*/ 5843588 w 7558088"/>
                <a:gd name="connsiteY5" fmla="*/ 4000500 h 11458575"/>
                <a:gd name="connsiteX6" fmla="*/ 7558088 w 7558088"/>
                <a:gd name="connsiteY6" fmla="*/ 6343650 h 11458575"/>
                <a:gd name="connsiteX7" fmla="*/ 6243638 w 7558088"/>
                <a:gd name="connsiteY7" fmla="*/ 10744200 h 11458575"/>
                <a:gd name="connsiteX8" fmla="*/ 6043613 w 7558088"/>
                <a:gd name="connsiteY8" fmla="*/ 10487025 h 11458575"/>
                <a:gd name="connsiteX9" fmla="*/ 5843588 w 7558088"/>
                <a:gd name="connsiteY9" fmla="*/ 7743825 h 11458575"/>
                <a:gd name="connsiteX10" fmla="*/ 5729288 w 7558088"/>
                <a:gd name="connsiteY10" fmla="*/ 8543925 h 11458575"/>
                <a:gd name="connsiteX11" fmla="*/ 5529263 w 7558088"/>
                <a:gd name="connsiteY11" fmla="*/ 8429625 h 11458575"/>
                <a:gd name="connsiteX12" fmla="*/ 5214938 w 7558088"/>
                <a:gd name="connsiteY12" fmla="*/ 7396162 h 11458575"/>
                <a:gd name="connsiteX13" fmla="*/ 4891088 w 7558088"/>
                <a:gd name="connsiteY13" fmla="*/ 7386637 h 11458575"/>
                <a:gd name="connsiteX14" fmla="*/ 4629150 w 7558088"/>
                <a:gd name="connsiteY14" fmla="*/ 7429500 h 11458575"/>
                <a:gd name="connsiteX15" fmla="*/ 3490912 w 7558088"/>
                <a:gd name="connsiteY15" fmla="*/ 5784056 h 11458575"/>
                <a:gd name="connsiteX16" fmla="*/ 3371850 w 7558088"/>
                <a:gd name="connsiteY16" fmla="*/ 5886451 h 11458575"/>
                <a:gd name="connsiteX17" fmla="*/ 3221832 w 7558088"/>
                <a:gd name="connsiteY17" fmla="*/ 9408319 h 11458575"/>
                <a:gd name="connsiteX18" fmla="*/ 2643187 w 7558088"/>
                <a:gd name="connsiteY18" fmla="*/ 8446293 h 11458575"/>
                <a:gd name="connsiteX19" fmla="*/ 2728913 w 7558088"/>
                <a:gd name="connsiteY19" fmla="*/ 8201025 h 11458575"/>
                <a:gd name="connsiteX20" fmla="*/ 2526507 w 7558088"/>
                <a:gd name="connsiteY20" fmla="*/ 8446294 h 11458575"/>
                <a:gd name="connsiteX21" fmla="*/ 3378994 w 7558088"/>
                <a:gd name="connsiteY21" fmla="*/ 11249025 h 11458575"/>
                <a:gd name="connsiteX22" fmla="*/ 3221832 w 7558088"/>
                <a:gd name="connsiteY22" fmla="*/ 11458575 h 11458575"/>
                <a:gd name="connsiteX23" fmla="*/ 0 w 7558088"/>
                <a:gd name="connsiteY23" fmla="*/ 4752975 h 11458575"/>
                <a:gd name="connsiteX24" fmla="*/ 414338 w 7558088"/>
                <a:gd name="connsiteY24" fmla="*/ 4829175 h 11458575"/>
                <a:gd name="connsiteX25" fmla="*/ 985838 w 7558088"/>
                <a:gd name="connsiteY25" fmla="*/ 6229350 h 11458575"/>
                <a:gd name="connsiteX26" fmla="*/ 1185863 w 7558088"/>
                <a:gd name="connsiteY26" fmla="*/ 6115050 h 11458575"/>
                <a:gd name="connsiteX27" fmla="*/ 900113 w 7558088"/>
                <a:gd name="connsiteY27" fmla="*/ 3200400 h 11458575"/>
                <a:gd name="connsiteX28" fmla="*/ 1157288 w 7558088"/>
                <a:gd name="connsiteY28" fmla="*/ 3200400 h 11458575"/>
                <a:gd name="connsiteX29" fmla="*/ 1471613 w 7558088"/>
                <a:gd name="connsiteY29" fmla="*/ 4057650 h 11458575"/>
                <a:gd name="connsiteX30" fmla="*/ 1643063 w 7558088"/>
                <a:gd name="connsiteY30" fmla="*/ 3943350 h 11458575"/>
                <a:gd name="connsiteX31" fmla="*/ 3100388 w 7558088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726133 w 7869883"/>
                <a:gd name="connsiteY24" fmla="*/ 4829175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91253 w 7869883"/>
                <a:gd name="connsiteY1" fmla="*/ 23622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1439 h 11460014"/>
                <a:gd name="connsiteX1" fmla="*/ 35531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531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86491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912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018 h 11459593"/>
                <a:gd name="connsiteX1" fmla="*/ 3591253 w 7869883"/>
                <a:gd name="connsiteY1" fmla="*/ 244858 h 11459593"/>
                <a:gd name="connsiteX2" fmla="*/ 6126808 w 7869883"/>
                <a:gd name="connsiteY2" fmla="*/ 5716018 h 11459593"/>
                <a:gd name="connsiteX3" fmla="*/ 6355408 w 7869883"/>
                <a:gd name="connsiteY3" fmla="*/ 5630293 h 11459593"/>
                <a:gd name="connsiteX4" fmla="*/ 5783908 w 7869883"/>
                <a:gd name="connsiteY4" fmla="*/ 4430143 h 11459593"/>
                <a:gd name="connsiteX5" fmla="*/ 6155383 w 7869883"/>
                <a:gd name="connsiteY5" fmla="*/ 4001518 h 11459593"/>
                <a:gd name="connsiteX6" fmla="*/ 7869883 w 7869883"/>
                <a:gd name="connsiteY6" fmla="*/ 6344668 h 11459593"/>
                <a:gd name="connsiteX7" fmla="*/ 6555433 w 7869883"/>
                <a:gd name="connsiteY7" fmla="*/ 10745218 h 11459593"/>
                <a:gd name="connsiteX8" fmla="*/ 6355408 w 7869883"/>
                <a:gd name="connsiteY8" fmla="*/ 10488043 h 11459593"/>
                <a:gd name="connsiteX9" fmla="*/ 6155383 w 7869883"/>
                <a:gd name="connsiteY9" fmla="*/ 7744843 h 11459593"/>
                <a:gd name="connsiteX10" fmla="*/ 6041083 w 7869883"/>
                <a:gd name="connsiteY10" fmla="*/ 8544943 h 11459593"/>
                <a:gd name="connsiteX11" fmla="*/ 5841058 w 7869883"/>
                <a:gd name="connsiteY11" fmla="*/ 8430643 h 11459593"/>
                <a:gd name="connsiteX12" fmla="*/ 5526733 w 7869883"/>
                <a:gd name="connsiteY12" fmla="*/ 7397180 h 11459593"/>
                <a:gd name="connsiteX13" fmla="*/ 5202883 w 7869883"/>
                <a:gd name="connsiteY13" fmla="*/ 7387655 h 11459593"/>
                <a:gd name="connsiteX14" fmla="*/ 4940945 w 7869883"/>
                <a:gd name="connsiteY14" fmla="*/ 7430518 h 11459593"/>
                <a:gd name="connsiteX15" fmla="*/ 3802707 w 7869883"/>
                <a:gd name="connsiteY15" fmla="*/ 5785074 h 11459593"/>
                <a:gd name="connsiteX16" fmla="*/ 3683645 w 7869883"/>
                <a:gd name="connsiteY16" fmla="*/ 5887469 h 11459593"/>
                <a:gd name="connsiteX17" fmla="*/ 3533627 w 7869883"/>
                <a:gd name="connsiteY17" fmla="*/ 9409337 h 11459593"/>
                <a:gd name="connsiteX18" fmla="*/ 2954982 w 7869883"/>
                <a:gd name="connsiteY18" fmla="*/ 8447311 h 11459593"/>
                <a:gd name="connsiteX19" fmla="*/ 3040708 w 7869883"/>
                <a:gd name="connsiteY19" fmla="*/ 8202043 h 11459593"/>
                <a:gd name="connsiteX20" fmla="*/ 2838302 w 7869883"/>
                <a:gd name="connsiteY20" fmla="*/ 8447312 h 11459593"/>
                <a:gd name="connsiteX21" fmla="*/ 3690789 w 7869883"/>
                <a:gd name="connsiteY21" fmla="*/ 11250043 h 11459593"/>
                <a:gd name="connsiteX22" fmla="*/ 3533627 w 7869883"/>
                <a:gd name="connsiteY22" fmla="*/ 11459593 h 11459593"/>
                <a:gd name="connsiteX23" fmla="*/ 311795 w 7869883"/>
                <a:gd name="connsiteY23" fmla="*/ 4753993 h 11459593"/>
                <a:gd name="connsiteX24" fmla="*/ 616595 w 7869883"/>
                <a:gd name="connsiteY24" fmla="*/ 4725418 h 11459593"/>
                <a:gd name="connsiteX25" fmla="*/ 1297633 w 7869883"/>
                <a:gd name="connsiteY25" fmla="*/ 6287518 h 11459593"/>
                <a:gd name="connsiteX26" fmla="*/ 1426221 w 7869883"/>
                <a:gd name="connsiteY26" fmla="*/ 6120830 h 11459593"/>
                <a:gd name="connsiteX27" fmla="*/ 1111895 w 7869883"/>
                <a:gd name="connsiteY27" fmla="*/ 3125218 h 11459593"/>
                <a:gd name="connsiteX28" fmla="*/ 1516708 w 7869883"/>
                <a:gd name="connsiteY28" fmla="*/ 3268092 h 11459593"/>
                <a:gd name="connsiteX29" fmla="*/ 1816745 w 7869883"/>
                <a:gd name="connsiteY29" fmla="*/ 3953893 h 11459593"/>
                <a:gd name="connsiteX30" fmla="*/ 1957239 w 7869883"/>
                <a:gd name="connsiteY30" fmla="*/ 3927699 h 11459593"/>
                <a:gd name="connsiteX31" fmla="*/ 3412183 w 7869883"/>
                <a:gd name="connsiteY31" fmla="*/ 1018 h 11459593"/>
                <a:gd name="connsiteX0" fmla="*/ 3412183 w 7869883"/>
                <a:gd name="connsiteY0" fmla="*/ 930 h 11459505"/>
                <a:gd name="connsiteX1" fmla="*/ 3591253 w 7869883"/>
                <a:gd name="connsiteY1" fmla="*/ 244770 h 11459505"/>
                <a:gd name="connsiteX2" fmla="*/ 6126808 w 7869883"/>
                <a:gd name="connsiteY2" fmla="*/ 5715930 h 11459505"/>
                <a:gd name="connsiteX3" fmla="*/ 6355408 w 7869883"/>
                <a:gd name="connsiteY3" fmla="*/ 5630205 h 11459505"/>
                <a:gd name="connsiteX4" fmla="*/ 5783908 w 7869883"/>
                <a:gd name="connsiteY4" fmla="*/ 4430055 h 11459505"/>
                <a:gd name="connsiteX5" fmla="*/ 6155383 w 7869883"/>
                <a:gd name="connsiteY5" fmla="*/ 4001430 h 11459505"/>
                <a:gd name="connsiteX6" fmla="*/ 7869883 w 7869883"/>
                <a:gd name="connsiteY6" fmla="*/ 6344580 h 11459505"/>
                <a:gd name="connsiteX7" fmla="*/ 6555433 w 7869883"/>
                <a:gd name="connsiteY7" fmla="*/ 10745130 h 11459505"/>
                <a:gd name="connsiteX8" fmla="*/ 6355408 w 7869883"/>
                <a:gd name="connsiteY8" fmla="*/ 10487955 h 11459505"/>
                <a:gd name="connsiteX9" fmla="*/ 6155383 w 7869883"/>
                <a:gd name="connsiteY9" fmla="*/ 7744755 h 11459505"/>
                <a:gd name="connsiteX10" fmla="*/ 6041083 w 7869883"/>
                <a:gd name="connsiteY10" fmla="*/ 8544855 h 11459505"/>
                <a:gd name="connsiteX11" fmla="*/ 5841058 w 7869883"/>
                <a:gd name="connsiteY11" fmla="*/ 8430555 h 11459505"/>
                <a:gd name="connsiteX12" fmla="*/ 5526733 w 7869883"/>
                <a:gd name="connsiteY12" fmla="*/ 7397092 h 11459505"/>
                <a:gd name="connsiteX13" fmla="*/ 5202883 w 7869883"/>
                <a:gd name="connsiteY13" fmla="*/ 7387567 h 11459505"/>
                <a:gd name="connsiteX14" fmla="*/ 4940945 w 7869883"/>
                <a:gd name="connsiteY14" fmla="*/ 7430430 h 11459505"/>
                <a:gd name="connsiteX15" fmla="*/ 3802707 w 7869883"/>
                <a:gd name="connsiteY15" fmla="*/ 5784986 h 11459505"/>
                <a:gd name="connsiteX16" fmla="*/ 3683645 w 7869883"/>
                <a:gd name="connsiteY16" fmla="*/ 5887381 h 11459505"/>
                <a:gd name="connsiteX17" fmla="*/ 3533627 w 7869883"/>
                <a:gd name="connsiteY17" fmla="*/ 9409249 h 11459505"/>
                <a:gd name="connsiteX18" fmla="*/ 2954982 w 7869883"/>
                <a:gd name="connsiteY18" fmla="*/ 8447223 h 11459505"/>
                <a:gd name="connsiteX19" fmla="*/ 3040708 w 7869883"/>
                <a:gd name="connsiteY19" fmla="*/ 8201955 h 11459505"/>
                <a:gd name="connsiteX20" fmla="*/ 2838302 w 7869883"/>
                <a:gd name="connsiteY20" fmla="*/ 8447224 h 11459505"/>
                <a:gd name="connsiteX21" fmla="*/ 3690789 w 7869883"/>
                <a:gd name="connsiteY21" fmla="*/ 11249955 h 11459505"/>
                <a:gd name="connsiteX22" fmla="*/ 3533627 w 7869883"/>
                <a:gd name="connsiteY22" fmla="*/ 11459505 h 11459505"/>
                <a:gd name="connsiteX23" fmla="*/ 311795 w 7869883"/>
                <a:gd name="connsiteY23" fmla="*/ 4753905 h 11459505"/>
                <a:gd name="connsiteX24" fmla="*/ 616595 w 7869883"/>
                <a:gd name="connsiteY24" fmla="*/ 4725330 h 11459505"/>
                <a:gd name="connsiteX25" fmla="*/ 1297633 w 7869883"/>
                <a:gd name="connsiteY25" fmla="*/ 6287430 h 11459505"/>
                <a:gd name="connsiteX26" fmla="*/ 1426221 w 7869883"/>
                <a:gd name="connsiteY26" fmla="*/ 6120742 h 11459505"/>
                <a:gd name="connsiteX27" fmla="*/ 1111895 w 7869883"/>
                <a:gd name="connsiteY27" fmla="*/ 3125130 h 11459505"/>
                <a:gd name="connsiteX28" fmla="*/ 1516708 w 7869883"/>
                <a:gd name="connsiteY28" fmla="*/ 3268004 h 11459505"/>
                <a:gd name="connsiteX29" fmla="*/ 1816745 w 7869883"/>
                <a:gd name="connsiteY29" fmla="*/ 3953805 h 11459505"/>
                <a:gd name="connsiteX30" fmla="*/ 1957239 w 7869883"/>
                <a:gd name="connsiteY30" fmla="*/ 3927611 h 11459505"/>
                <a:gd name="connsiteX31" fmla="*/ 3412183 w 7869883"/>
                <a:gd name="connsiteY31" fmla="*/ 930 h 11459505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1584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912118"/>
                <a:gd name="connsiteY0" fmla="*/ 176 h 11458751"/>
                <a:gd name="connsiteX1" fmla="*/ 3591253 w 7912118"/>
                <a:gd name="connsiteY1" fmla="*/ 244016 h 11458751"/>
                <a:gd name="connsiteX2" fmla="*/ 6126808 w 7912118"/>
                <a:gd name="connsiteY2" fmla="*/ 5715176 h 11458751"/>
                <a:gd name="connsiteX3" fmla="*/ 6272064 w 7912118"/>
                <a:gd name="connsiteY3" fmla="*/ 5624688 h 11458751"/>
                <a:gd name="connsiteX4" fmla="*/ 5798195 w 7912118"/>
                <a:gd name="connsiteY4" fmla="*/ 4424538 h 11458751"/>
                <a:gd name="connsiteX5" fmla="*/ 6224441 w 7912118"/>
                <a:gd name="connsiteY5" fmla="*/ 3938763 h 11458751"/>
                <a:gd name="connsiteX6" fmla="*/ 7869883 w 7912118"/>
                <a:gd name="connsiteY6" fmla="*/ 6343826 h 11458751"/>
                <a:gd name="connsiteX7" fmla="*/ 6555433 w 7912118"/>
                <a:gd name="connsiteY7" fmla="*/ 10744376 h 11458751"/>
                <a:gd name="connsiteX8" fmla="*/ 6355408 w 7912118"/>
                <a:gd name="connsiteY8" fmla="*/ 10487201 h 11458751"/>
                <a:gd name="connsiteX9" fmla="*/ 6155383 w 7912118"/>
                <a:gd name="connsiteY9" fmla="*/ 7744001 h 11458751"/>
                <a:gd name="connsiteX10" fmla="*/ 6041083 w 7912118"/>
                <a:gd name="connsiteY10" fmla="*/ 8544101 h 11458751"/>
                <a:gd name="connsiteX11" fmla="*/ 5841058 w 7912118"/>
                <a:gd name="connsiteY11" fmla="*/ 8429801 h 11458751"/>
                <a:gd name="connsiteX12" fmla="*/ 5526733 w 7912118"/>
                <a:gd name="connsiteY12" fmla="*/ 7396338 h 11458751"/>
                <a:gd name="connsiteX13" fmla="*/ 5202883 w 7912118"/>
                <a:gd name="connsiteY13" fmla="*/ 7386813 h 11458751"/>
                <a:gd name="connsiteX14" fmla="*/ 4940945 w 7912118"/>
                <a:gd name="connsiteY14" fmla="*/ 7429676 h 11458751"/>
                <a:gd name="connsiteX15" fmla="*/ 3802707 w 7912118"/>
                <a:gd name="connsiteY15" fmla="*/ 5784232 h 11458751"/>
                <a:gd name="connsiteX16" fmla="*/ 3683645 w 7912118"/>
                <a:gd name="connsiteY16" fmla="*/ 5886627 h 11458751"/>
                <a:gd name="connsiteX17" fmla="*/ 3533627 w 7912118"/>
                <a:gd name="connsiteY17" fmla="*/ 9408495 h 11458751"/>
                <a:gd name="connsiteX18" fmla="*/ 2954982 w 7912118"/>
                <a:gd name="connsiteY18" fmla="*/ 8446469 h 11458751"/>
                <a:gd name="connsiteX19" fmla="*/ 3040708 w 7912118"/>
                <a:gd name="connsiteY19" fmla="*/ 8201201 h 11458751"/>
                <a:gd name="connsiteX20" fmla="*/ 2838302 w 7912118"/>
                <a:gd name="connsiteY20" fmla="*/ 8446470 h 11458751"/>
                <a:gd name="connsiteX21" fmla="*/ 3690789 w 7912118"/>
                <a:gd name="connsiteY21" fmla="*/ 11249201 h 11458751"/>
                <a:gd name="connsiteX22" fmla="*/ 3533627 w 7912118"/>
                <a:gd name="connsiteY22" fmla="*/ 11458751 h 11458751"/>
                <a:gd name="connsiteX23" fmla="*/ 311795 w 7912118"/>
                <a:gd name="connsiteY23" fmla="*/ 4753151 h 11458751"/>
                <a:gd name="connsiteX24" fmla="*/ 616595 w 7912118"/>
                <a:gd name="connsiteY24" fmla="*/ 4724576 h 11458751"/>
                <a:gd name="connsiteX25" fmla="*/ 1297633 w 7912118"/>
                <a:gd name="connsiteY25" fmla="*/ 6286676 h 11458751"/>
                <a:gd name="connsiteX26" fmla="*/ 1426221 w 7912118"/>
                <a:gd name="connsiteY26" fmla="*/ 6119988 h 11458751"/>
                <a:gd name="connsiteX27" fmla="*/ 1111895 w 7912118"/>
                <a:gd name="connsiteY27" fmla="*/ 3124376 h 11458751"/>
                <a:gd name="connsiteX28" fmla="*/ 1516708 w 7912118"/>
                <a:gd name="connsiteY28" fmla="*/ 3267250 h 11458751"/>
                <a:gd name="connsiteX29" fmla="*/ 1816745 w 7912118"/>
                <a:gd name="connsiteY29" fmla="*/ 3953051 h 11458751"/>
                <a:gd name="connsiteX30" fmla="*/ 1957239 w 7912118"/>
                <a:gd name="connsiteY30" fmla="*/ 3926857 h 11458751"/>
                <a:gd name="connsiteX31" fmla="*/ 3412183 w 7912118"/>
                <a:gd name="connsiteY31" fmla="*/ 176 h 11458751"/>
                <a:gd name="connsiteX0" fmla="*/ 3412183 w 7947886"/>
                <a:gd name="connsiteY0" fmla="*/ 176 h 11458751"/>
                <a:gd name="connsiteX1" fmla="*/ 3591253 w 7947886"/>
                <a:gd name="connsiteY1" fmla="*/ 244016 h 11458751"/>
                <a:gd name="connsiteX2" fmla="*/ 6126808 w 7947886"/>
                <a:gd name="connsiteY2" fmla="*/ 5715176 h 11458751"/>
                <a:gd name="connsiteX3" fmla="*/ 6272064 w 7947886"/>
                <a:gd name="connsiteY3" fmla="*/ 5624688 h 11458751"/>
                <a:gd name="connsiteX4" fmla="*/ 5798195 w 7947886"/>
                <a:gd name="connsiteY4" fmla="*/ 4424538 h 11458751"/>
                <a:gd name="connsiteX5" fmla="*/ 6224441 w 7947886"/>
                <a:gd name="connsiteY5" fmla="*/ 3938763 h 11458751"/>
                <a:gd name="connsiteX6" fmla="*/ 7869883 w 7947886"/>
                <a:gd name="connsiteY6" fmla="*/ 6343826 h 11458751"/>
                <a:gd name="connsiteX7" fmla="*/ 6555433 w 7947886"/>
                <a:gd name="connsiteY7" fmla="*/ 10744376 h 11458751"/>
                <a:gd name="connsiteX8" fmla="*/ 6355408 w 7947886"/>
                <a:gd name="connsiteY8" fmla="*/ 10487201 h 11458751"/>
                <a:gd name="connsiteX9" fmla="*/ 6155383 w 7947886"/>
                <a:gd name="connsiteY9" fmla="*/ 7744001 h 11458751"/>
                <a:gd name="connsiteX10" fmla="*/ 6041083 w 7947886"/>
                <a:gd name="connsiteY10" fmla="*/ 8544101 h 11458751"/>
                <a:gd name="connsiteX11" fmla="*/ 5841058 w 7947886"/>
                <a:gd name="connsiteY11" fmla="*/ 8429801 h 11458751"/>
                <a:gd name="connsiteX12" fmla="*/ 5526733 w 7947886"/>
                <a:gd name="connsiteY12" fmla="*/ 7396338 h 11458751"/>
                <a:gd name="connsiteX13" fmla="*/ 5202883 w 7947886"/>
                <a:gd name="connsiteY13" fmla="*/ 7386813 h 11458751"/>
                <a:gd name="connsiteX14" fmla="*/ 4940945 w 7947886"/>
                <a:gd name="connsiteY14" fmla="*/ 7429676 h 11458751"/>
                <a:gd name="connsiteX15" fmla="*/ 3802707 w 7947886"/>
                <a:gd name="connsiteY15" fmla="*/ 5784232 h 11458751"/>
                <a:gd name="connsiteX16" fmla="*/ 3683645 w 7947886"/>
                <a:gd name="connsiteY16" fmla="*/ 5886627 h 11458751"/>
                <a:gd name="connsiteX17" fmla="*/ 3533627 w 7947886"/>
                <a:gd name="connsiteY17" fmla="*/ 9408495 h 11458751"/>
                <a:gd name="connsiteX18" fmla="*/ 2954982 w 7947886"/>
                <a:gd name="connsiteY18" fmla="*/ 8446469 h 11458751"/>
                <a:gd name="connsiteX19" fmla="*/ 3040708 w 7947886"/>
                <a:gd name="connsiteY19" fmla="*/ 8201201 h 11458751"/>
                <a:gd name="connsiteX20" fmla="*/ 2838302 w 7947886"/>
                <a:gd name="connsiteY20" fmla="*/ 8446470 h 11458751"/>
                <a:gd name="connsiteX21" fmla="*/ 3690789 w 7947886"/>
                <a:gd name="connsiteY21" fmla="*/ 11249201 h 11458751"/>
                <a:gd name="connsiteX22" fmla="*/ 3533627 w 7947886"/>
                <a:gd name="connsiteY22" fmla="*/ 11458751 h 11458751"/>
                <a:gd name="connsiteX23" fmla="*/ 311795 w 7947886"/>
                <a:gd name="connsiteY23" fmla="*/ 4753151 h 11458751"/>
                <a:gd name="connsiteX24" fmla="*/ 616595 w 7947886"/>
                <a:gd name="connsiteY24" fmla="*/ 4724576 h 11458751"/>
                <a:gd name="connsiteX25" fmla="*/ 1297633 w 7947886"/>
                <a:gd name="connsiteY25" fmla="*/ 6286676 h 11458751"/>
                <a:gd name="connsiteX26" fmla="*/ 1426221 w 7947886"/>
                <a:gd name="connsiteY26" fmla="*/ 6119988 h 11458751"/>
                <a:gd name="connsiteX27" fmla="*/ 1111895 w 7947886"/>
                <a:gd name="connsiteY27" fmla="*/ 3124376 h 11458751"/>
                <a:gd name="connsiteX28" fmla="*/ 1516708 w 7947886"/>
                <a:gd name="connsiteY28" fmla="*/ 3267250 h 11458751"/>
                <a:gd name="connsiteX29" fmla="*/ 1816745 w 7947886"/>
                <a:gd name="connsiteY29" fmla="*/ 3953051 h 11458751"/>
                <a:gd name="connsiteX30" fmla="*/ 1957239 w 7947886"/>
                <a:gd name="connsiteY30" fmla="*/ 3926857 h 11458751"/>
                <a:gd name="connsiteX31" fmla="*/ 3412183 w 7947886"/>
                <a:gd name="connsiteY31" fmla="*/ 176 h 11458751"/>
                <a:gd name="connsiteX0" fmla="*/ 3412183 w 7973126"/>
                <a:gd name="connsiteY0" fmla="*/ 176 h 11458751"/>
                <a:gd name="connsiteX1" fmla="*/ 3591253 w 7973126"/>
                <a:gd name="connsiteY1" fmla="*/ 244016 h 11458751"/>
                <a:gd name="connsiteX2" fmla="*/ 6126808 w 7973126"/>
                <a:gd name="connsiteY2" fmla="*/ 5715176 h 11458751"/>
                <a:gd name="connsiteX3" fmla="*/ 6272064 w 7973126"/>
                <a:gd name="connsiteY3" fmla="*/ 5624688 h 11458751"/>
                <a:gd name="connsiteX4" fmla="*/ 5798195 w 7973126"/>
                <a:gd name="connsiteY4" fmla="*/ 4424538 h 11458751"/>
                <a:gd name="connsiteX5" fmla="*/ 6224441 w 7973126"/>
                <a:gd name="connsiteY5" fmla="*/ 3938763 h 11458751"/>
                <a:gd name="connsiteX6" fmla="*/ 7869883 w 7973126"/>
                <a:gd name="connsiteY6" fmla="*/ 6343826 h 11458751"/>
                <a:gd name="connsiteX7" fmla="*/ 6555433 w 7973126"/>
                <a:gd name="connsiteY7" fmla="*/ 10744376 h 11458751"/>
                <a:gd name="connsiteX8" fmla="*/ 6355408 w 7973126"/>
                <a:gd name="connsiteY8" fmla="*/ 10487201 h 11458751"/>
                <a:gd name="connsiteX9" fmla="*/ 6155383 w 7973126"/>
                <a:gd name="connsiteY9" fmla="*/ 7744001 h 11458751"/>
                <a:gd name="connsiteX10" fmla="*/ 6041083 w 7973126"/>
                <a:gd name="connsiteY10" fmla="*/ 8544101 h 11458751"/>
                <a:gd name="connsiteX11" fmla="*/ 5841058 w 7973126"/>
                <a:gd name="connsiteY11" fmla="*/ 8429801 h 11458751"/>
                <a:gd name="connsiteX12" fmla="*/ 5526733 w 7973126"/>
                <a:gd name="connsiteY12" fmla="*/ 7396338 h 11458751"/>
                <a:gd name="connsiteX13" fmla="*/ 5202883 w 7973126"/>
                <a:gd name="connsiteY13" fmla="*/ 7386813 h 11458751"/>
                <a:gd name="connsiteX14" fmla="*/ 4940945 w 7973126"/>
                <a:gd name="connsiteY14" fmla="*/ 7429676 h 11458751"/>
                <a:gd name="connsiteX15" fmla="*/ 3802707 w 7973126"/>
                <a:gd name="connsiteY15" fmla="*/ 5784232 h 11458751"/>
                <a:gd name="connsiteX16" fmla="*/ 3683645 w 7973126"/>
                <a:gd name="connsiteY16" fmla="*/ 5886627 h 11458751"/>
                <a:gd name="connsiteX17" fmla="*/ 3533627 w 7973126"/>
                <a:gd name="connsiteY17" fmla="*/ 9408495 h 11458751"/>
                <a:gd name="connsiteX18" fmla="*/ 2954982 w 7973126"/>
                <a:gd name="connsiteY18" fmla="*/ 8446469 h 11458751"/>
                <a:gd name="connsiteX19" fmla="*/ 3040708 w 7973126"/>
                <a:gd name="connsiteY19" fmla="*/ 8201201 h 11458751"/>
                <a:gd name="connsiteX20" fmla="*/ 2838302 w 7973126"/>
                <a:gd name="connsiteY20" fmla="*/ 8446470 h 11458751"/>
                <a:gd name="connsiteX21" fmla="*/ 3690789 w 7973126"/>
                <a:gd name="connsiteY21" fmla="*/ 11249201 h 11458751"/>
                <a:gd name="connsiteX22" fmla="*/ 3533627 w 7973126"/>
                <a:gd name="connsiteY22" fmla="*/ 11458751 h 11458751"/>
                <a:gd name="connsiteX23" fmla="*/ 311795 w 7973126"/>
                <a:gd name="connsiteY23" fmla="*/ 4753151 h 11458751"/>
                <a:gd name="connsiteX24" fmla="*/ 616595 w 7973126"/>
                <a:gd name="connsiteY24" fmla="*/ 4724576 h 11458751"/>
                <a:gd name="connsiteX25" fmla="*/ 1297633 w 7973126"/>
                <a:gd name="connsiteY25" fmla="*/ 6286676 h 11458751"/>
                <a:gd name="connsiteX26" fmla="*/ 1426221 w 7973126"/>
                <a:gd name="connsiteY26" fmla="*/ 6119988 h 11458751"/>
                <a:gd name="connsiteX27" fmla="*/ 1111895 w 7973126"/>
                <a:gd name="connsiteY27" fmla="*/ 3124376 h 11458751"/>
                <a:gd name="connsiteX28" fmla="*/ 1516708 w 7973126"/>
                <a:gd name="connsiteY28" fmla="*/ 3267250 h 11458751"/>
                <a:gd name="connsiteX29" fmla="*/ 1816745 w 7973126"/>
                <a:gd name="connsiteY29" fmla="*/ 3953051 h 11458751"/>
                <a:gd name="connsiteX30" fmla="*/ 1957239 w 7973126"/>
                <a:gd name="connsiteY30" fmla="*/ 3926857 h 11458751"/>
                <a:gd name="connsiteX31" fmla="*/ 3412183 w 7973126"/>
                <a:gd name="connsiteY31" fmla="*/ 176 h 11458751"/>
                <a:gd name="connsiteX0" fmla="*/ 3412183 w 7979303"/>
                <a:gd name="connsiteY0" fmla="*/ 176 h 11458751"/>
                <a:gd name="connsiteX1" fmla="*/ 3591253 w 7979303"/>
                <a:gd name="connsiteY1" fmla="*/ 244016 h 11458751"/>
                <a:gd name="connsiteX2" fmla="*/ 6126808 w 7979303"/>
                <a:gd name="connsiteY2" fmla="*/ 5715176 h 11458751"/>
                <a:gd name="connsiteX3" fmla="*/ 6272064 w 7979303"/>
                <a:gd name="connsiteY3" fmla="*/ 5624688 h 11458751"/>
                <a:gd name="connsiteX4" fmla="*/ 5798195 w 7979303"/>
                <a:gd name="connsiteY4" fmla="*/ 4424538 h 11458751"/>
                <a:gd name="connsiteX5" fmla="*/ 6224441 w 7979303"/>
                <a:gd name="connsiteY5" fmla="*/ 3938763 h 11458751"/>
                <a:gd name="connsiteX6" fmla="*/ 7869883 w 7979303"/>
                <a:gd name="connsiteY6" fmla="*/ 6343826 h 11458751"/>
                <a:gd name="connsiteX7" fmla="*/ 6555433 w 7979303"/>
                <a:gd name="connsiteY7" fmla="*/ 10744376 h 11458751"/>
                <a:gd name="connsiteX8" fmla="*/ 6355408 w 7979303"/>
                <a:gd name="connsiteY8" fmla="*/ 10487201 h 11458751"/>
                <a:gd name="connsiteX9" fmla="*/ 6155383 w 7979303"/>
                <a:gd name="connsiteY9" fmla="*/ 7744001 h 11458751"/>
                <a:gd name="connsiteX10" fmla="*/ 6041083 w 7979303"/>
                <a:gd name="connsiteY10" fmla="*/ 8544101 h 11458751"/>
                <a:gd name="connsiteX11" fmla="*/ 5841058 w 7979303"/>
                <a:gd name="connsiteY11" fmla="*/ 8429801 h 11458751"/>
                <a:gd name="connsiteX12" fmla="*/ 5526733 w 7979303"/>
                <a:gd name="connsiteY12" fmla="*/ 7396338 h 11458751"/>
                <a:gd name="connsiteX13" fmla="*/ 5202883 w 7979303"/>
                <a:gd name="connsiteY13" fmla="*/ 7386813 h 11458751"/>
                <a:gd name="connsiteX14" fmla="*/ 4940945 w 7979303"/>
                <a:gd name="connsiteY14" fmla="*/ 7429676 h 11458751"/>
                <a:gd name="connsiteX15" fmla="*/ 3802707 w 7979303"/>
                <a:gd name="connsiteY15" fmla="*/ 5784232 h 11458751"/>
                <a:gd name="connsiteX16" fmla="*/ 3683645 w 7979303"/>
                <a:gd name="connsiteY16" fmla="*/ 5886627 h 11458751"/>
                <a:gd name="connsiteX17" fmla="*/ 3533627 w 7979303"/>
                <a:gd name="connsiteY17" fmla="*/ 9408495 h 11458751"/>
                <a:gd name="connsiteX18" fmla="*/ 2954982 w 7979303"/>
                <a:gd name="connsiteY18" fmla="*/ 8446469 h 11458751"/>
                <a:gd name="connsiteX19" fmla="*/ 3040708 w 7979303"/>
                <a:gd name="connsiteY19" fmla="*/ 8201201 h 11458751"/>
                <a:gd name="connsiteX20" fmla="*/ 2838302 w 7979303"/>
                <a:gd name="connsiteY20" fmla="*/ 8446470 h 11458751"/>
                <a:gd name="connsiteX21" fmla="*/ 3690789 w 7979303"/>
                <a:gd name="connsiteY21" fmla="*/ 11249201 h 11458751"/>
                <a:gd name="connsiteX22" fmla="*/ 3533627 w 7979303"/>
                <a:gd name="connsiteY22" fmla="*/ 11458751 h 11458751"/>
                <a:gd name="connsiteX23" fmla="*/ 311795 w 7979303"/>
                <a:gd name="connsiteY23" fmla="*/ 4753151 h 11458751"/>
                <a:gd name="connsiteX24" fmla="*/ 616595 w 7979303"/>
                <a:gd name="connsiteY24" fmla="*/ 4724576 h 11458751"/>
                <a:gd name="connsiteX25" fmla="*/ 1297633 w 7979303"/>
                <a:gd name="connsiteY25" fmla="*/ 6286676 h 11458751"/>
                <a:gd name="connsiteX26" fmla="*/ 1426221 w 7979303"/>
                <a:gd name="connsiteY26" fmla="*/ 6119988 h 11458751"/>
                <a:gd name="connsiteX27" fmla="*/ 1111895 w 7979303"/>
                <a:gd name="connsiteY27" fmla="*/ 3124376 h 11458751"/>
                <a:gd name="connsiteX28" fmla="*/ 1516708 w 7979303"/>
                <a:gd name="connsiteY28" fmla="*/ 3267250 h 11458751"/>
                <a:gd name="connsiteX29" fmla="*/ 1816745 w 7979303"/>
                <a:gd name="connsiteY29" fmla="*/ 3953051 h 11458751"/>
                <a:gd name="connsiteX30" fmla="*/ 1957239 w 7979303"/>
                <a:gd name="connsiteY30" fmla="*/ 3926857 h 11458751"/>
                <a:gd name="connsiteX31" fmla="*/ 3412183 w 7979303"/>
                <a:gd name="connsiteY31" fmla="*/ 176 h 11458751"/>
                <a:gd name="connsiteX0" fmla="*/ 3412183 w 8014370"/>
                <a:gd name="connsiteY0" fmla="*/ 176 h 11458751"/>
                <a:gd name="connsiteX1" fmla="*/ 3591253 w 8014370"/>
                <a:gd name="connsiteY1" fmla="*/ 244016 h 11458751"/>
                <a:gd name="connsiteX2" fmla="*/ 6126808 w 8014370"/>
                <a:gd name="connsiteY2" fmla="*/ 5715176 h 11458751"/>
                <a:gd name="connsiteX3" fmla="*/ 6272064 w 8014370"/>
                <a:gd name="connsiteY3" fmla="*/ 5624688 h 11458751"/>
                <a:gd name="connsiteX4" fmla="*/ 5798195 w 8014370"/>
                <a:gd name="connsiteY4" fmla="*/ 4424538 h 11458751"/>
                <a:gd name="connsiteX5" fmla="*/ 6224441 w 8014370"/>
                <a:gd name="connsiteY5" fmla="*/ 3938763 h 11458751"/>
                <a:gd name="connsiteX6" fmla="*/ 7869883 w 8014370"/>
                <a:gd name="connsiteY6" fmla="*/ 6343826 h 11458751"/>
                <a:gd name="connsiteX7" fmla="*/ 6555433 w 8014370"/>
                <a:gd name="connsiteY7" fmla="*/ 10744376 h 11458751"/>
                <a:gd name="connsiteX8" fmla="*/ 6355408 w 8014370"/>
                <a:gd name="connsiteY8" fmla="*/ 10487201 h 11458751"/>
                <a:gd name="connsiteX9" fmla="*/ 6155383 w 8014370"/>
                <a:gd name="connsiteY9" fmla="*/ 7744001 h 11458751"/>
                <a:gd name="connsiteX10" fmla="*/ 6041083 w 8014370"/>
                <a:gd name="connsiteY10" fmla="*/ 8544101 h 11458751"/>
                <a:gd name="connsiteX11" fmla="*/ 5841058 w 8014370"/>
                <a:gd name="connsiteY11" fmla="*/ 8429801 h 11458751"/>
                <a:gd name="connsiteX12" fmla="*/ 5526733 w 8014370"/>
                <a:gd name="connsiteY12" fmla="*/ 7396338 h 11458751"/>
                <a:gd name="connsiteX13" fmla="*/ 5202883 w 8014370"/>
                <a:gd name="connsiteY13" fmla="*/ 7386813 h 11458751"/>
                <a:gd name="connsiteX14" fmla="*/ 4940945 w 8014370"/>
                <a:gd name="connsiteY14" fmla="*/ 7429676 h 11458751"/>
                <a:gd name="connsiteX15" fmla="*/ 3802707 w 8014370"/>
                <a:gd name="connsiteY15" fmla="*/ 5784232 h 11458751"/>
                <a:gd name="connsiteX16" fmla="*/ 3683645 w 8014370"/>
                <a:gd name="connsiteY16" fmla="*/ 5886627 h 11458751"/>
                <a:gd name="connsiteX17" fmla="*/ 3533627 w 8014370"/>
                <a:gd name="connsiteY17" fmla="*/ 9408495 h 11458751"/>
                <a:gd name="connsiteX18" fmla="*/ 2954982 w 8014370"/>
                <a:gd name="connsiteY18" fmla="*/ 8446469 h 11458751"/>
                <a:gd name="connsiteX19" fmla="*/ 3040708 w 8014370"/>
                <a:gd name="connsiteY19" fmla="*/ 8201201 h 11458751"/>
                <a:gd name="connsiteX20" fmla="*/ 2838302 w 8014370"/>
                <a:gd name="connsiteY20" fmla="*/ 8446470 h 11458751"/>
                <a:gd name="connsiteX21" fmla="*/ 3690789 w 8014370"/>
                <a:gd name="connsiteY21" fmla="*/ 11249201 h 11458751"/>
                <a:gd name="connsiteX22" fmla="*/ 3533627 w 8014370"/>
                <a:gd name="connsiteY22" fmla="*/ 11458751 h 11458751"/>
                <a:gd name="connsiteX23" fmla="*/ 311795 w 8014370"/>
                <a:gd name="connsiteY23" fmla="*/ 4753151 h 11458751"/>
                <a:gd name="connsiteX24" fmla="*/ 616595 w 8014370"/>
                <a:gd name="connsiteY24" fmla="*/ 4724576 h 11458751"/>
                <a:gd name="connsiteX25" fmla="*/ 1297633 w 8014370"/>
                <a:gd name="connsiteY25" fmla="*/ 6286676 h 11458751"/>
                <a:gd name="connsiteX26" fmla="*/ 1426221 w 8014370"/>
                <a:gd name="connsiteY26" fmla="*/ 6119988 h 11458751"/>
                <a:gd name="connsiteX27" fmla="*/ 1111895 w 8014370"/>
                <a:gd name="connsiteY27" fmla="*/ 3124376 h 11458751"/>
                <a:gd name="connsiteX28" fmla="*/ 1516708 w 8014370"/>
                <a:gd name="connsiteY28" fmla="*/ 3267250 h 11458751"/>
                <a:gd name="connsiteX29" fmla="*/ 1816745 w 8014370"/>
                <a:gd name="connsiteY29" fmla="*/ 3953051 h 11458751"/>
                <a:gd name="connsiteX30" fmla="*/ 1957239 w 8014370"/>
                <a:gd name="connsiteY30" fmla="*/ 3926857 h 11458751"/>
                <a:gd name="connsiteX31" fmla="*/ 3412183 w 8014370"/>
                <a:gd name="connsiteY31" fmla="*/ 176 h 11458751"/>
                <a:gd name="connsiteX0" fmla="*/ 3412183 w 8016647"/>
                <a:gd name="connsiteY0" fmla="*/ 176 h 11458751"/>
                <a:gd name="connsiteX1" fmla="*/ 3591253 w 8016647"/>
                <a:gd name="connsiteY1" fmla="*/ 244016 h 11458751"/>
                <a:gd name="connsiteX2" fmla="*/ 6126808 w 8016647"/>
                <a:gd name="connsiteY2" fmla="*/ 5715176 h 11458751"/>
                <a:gd name="connsiteX3" fmla="*/ 6272064 w 8016647"/>
                <a:gd name="connsiteY3" fmla="*/ 5624688 h 11458751"/>
                <a:gd name="connsiteX4" fmla="*/ 5798195 w 8016647"/>
                <a:gd name="connsiteY4" fmla="*/ 4424538 h 11458751"/>
                <a:gd name="connsiteX5" fmla="*/ 6224441 w 8016647"/>
                <a:gd name="connsiteY5" fmla="*/ 3938763 h 11458751"/>
                <a:gd name="connsiteX6" fmla="*/ 7869883 w 8016647"/>
                <a:gd name="connsiteY6" fmla="*/ 6343826 h 11458751"/>
                <a:gd name="connsiteX7" fmla="*/ 6555433 w 8016647"/>
                <a:gd name="connsiteY7" fmla="*/ 10744376 h 11458751"/>
                <a:gd name="connsiteX8" fmla="*/ 6355408 w 8016647"/>
                <a:gd name="connsiteY8" fmla="*/ 10487201 h 11458751"/>
                <a:gd name="connsiteX9" fmla="*/ 6155383 w 8016647"/>
                <a:gd name="connsiteY9" fmla="*/ 7744001 h 11458751"/>
                <a:gd name="connsiteX10" fmla="*/ 6041083 w 8016647"/>
                <a:gd name="connsiteY10" fmla="*/ 8544101 h 11458751"/>
                <a:gd name="connsiteX11" fmla="*/ 5841058 w 8016647"/>
                <a:gd name="connsiteY11" fmla="*/ 8429801 h 11458751"/>
                <a:gd name="connsiteX12" fmla="*/ 5526733 w 8016647"/>
                <a:gd name="connsiteY12" fmla="*/ 7396338 h 11458751"/>
                <a:gd name="connsiteX13" fmla="*/ 5202883 w 8016647"/>
                <a:gd name="connsiteY13" fmla="*/ 7386813 h 11458751"/>
                <a:gd name="connsiteX14" fmla="*/ 4940945 w 8016647"/>
                <a:gd name="connsiteY14" fmla="*/ 7429676 h 11458751"/>
                <a:gd name="connsiteX15" fmla="*/ 3802707 w 8016647"/>
                <a:gd name="connsiteY15" fmla="*/ 5784232 h 11458751"/>
                <a:gd name="connsiteX16" fmla="*/ 3683645 w 8016647"/>
                <a:gd name="connsiteY16" fmla="*/ 5886627 h 11458751"/>
                <a:gd name="connsiteX17" fmla="*/ 3533627 w 8016647"/>
                <a:gd name="connsiteY17" fmla="*/ 9408495 h 11458751"/>
                <a:gd name="connsiteX18" fmla="*/ 2954982 w 8016647"/>
                <a:gd name="connsiteY18" fmla="*/ 8446469 h 11458751"/>
                <a:gd name="connsiteX19" fmla="*/ 3040708 w 8016647"/>
                <a:gd name="connsiteY19" fmla="*/ 8201201 h 11458751"/>
                <a:gd name="connsiteX20" fmla="*/ 2838302 w 8016647"/>
                <a:gd name="connsiteY20" fmla="*/ 8446470 h 11458751"/>
                <a:gd name="connsiteX21" fmla="*/ 3690789 w 8016647"/>
                <a:gd name="connsiteY21" fmla="*/ 11249201 h 11458751"/>
                <a:gd name="connsiteX22" fmla="*/ 3533627 w 8016647"/>
                <a:gd name="connsiteY22" fmla="*/ 11458751 h 11458751"/>
                <a:gd name="connsiteX23" fmla="*/ 311795 w 8016647"/>
                <a:gd name="connsiteY23" fmla="*/ 4753151 h 11458751"/>
                <a:gd name="connsiteX24" fmla="*/ 616595 w 8016647"/>
                <a:gd name="connsiteY24" fmla="*/ 4724576 h 11458751"/>
                <a:gd name="connsiteX25" fmla="*/ 1297633 w 8016647"/>
                <a:gd name="connsiteY25" fmla="*/ 6286676 h 11458751"/>
                <a:gd name="connsiteX26" fmla="*/ 1426221 w 8016647"/>
                <a:gd name="connsiteY26" fmla="*/ 6119988 h 11458751"/>
                <a:gd name="connsiteX27" fmla="*/ 1111895 w 8016647"/>
                <a:gd name="connsiteY27" fmla="*/ 3124376 h 11458751"/>
                <a:gd name="connsiteX28" fmla="*/ 1516708 w 8016647"/>
                <a:gd name="connsiteY28" fmla="*/ 3267250 h 11458751"/>
                <a:gd name="connsiteX29" fmla="*/ 1816745 w 8016647"/>
                <a:gd name="connsiteY29" fmla="*/ 3953051 h 11458751"/>
                <a:gd name="connsiteX30" fmla="*/ 1957239 w 8016647"/>
                <a:gd name="connsiteY30" fmla="*/ 3926857 h 11458751"/>
                <a:gd name="connsiteX31" fmla="*/ 3412183 w 8016647"/>
                <a:gd name="connsiteY31" fmla="*/ 176 h 11458751"/>
                <a:gd name="connsiteX0" fmla="*/ 3412183 w 8021706"/>
                <a:gd name="connsiteY0" fmla="*/ 176 h 11458751"/>
                <a:gd name="connsiteX1" fmla="*/ 3591253 w 8021706"/>
                <a:gd name="connsiteY1" fmla="*/ 244016 h 11458751"/>
                <a:gd name="connsiteX2" fmla="*/ 6126808 w 8021706"/>
                <a:gd name="connsiteY2" fmla="*/ 5715176 h 11458751"/>
                <a:gd name="connsiteX3" fmla="*/ 6272064 w 8021706"/>
                <a:gd name="connsiteY3" fmla="*/ 5624688 h 11458751"/>
                <a:gd name="connsiteX4" fmla="*/ 5798195 w 8021706"/>
                <a:gd name="connsiteY4" fmla="*/ 4424538 h 11458751"/>
                <a:gd name="connsiteX5" fmla="*/ 6224441 w 8021706"/>
                <a:gd name="connsiteY5" fmla="*/ 3938763 h 11458751"/>
                <a:gd name="connsiteX6" fmla="*/ 7869883 w 8021706"/>
                <a:gd name="connsiteY6" fmla="*/ 6343826 h 11458751"/>
                <a:gd name="connsiteX7" fmla="*/ 6555433 w 8021706"/>
                <a:gd name="connsiteY7" fmla="*/ 10744376 h 11458751"/>
                <a:gd name="connsiteX8" fmla="*/ 6355408 w 8021706"/>
                <a:gd name="connsiteY8" fmla="*/ 10487201 h 11458751"/>
                <a:gd name="connsiteX9" fmla="*/ 6155383 w 8021706"/>
                <a:gd name="connsiteY9" fmla="*/ 7744001 h 11458751"/>
                <a:gd name="connsiteX10" fmla="*/ 6041083 w 8021706"/>
                <a:gd name="connsiteY10" fmla="*/ 8544101 h 11458751"/>
                <a:gd name="connsiteX11" fmla="*/ 5841058 w 8021706"/>
                <a:gd name="connsiteY11" fmla="*/ 8429801 h 11458751"/>
                <a:gd name="connsiteX12" fmla="*/ 5526733 w 8021706"/>
                <a:gd name="connsiteY12" fmla="*/ 7396338 h 11458751"/>
                <a:gd name="connsiteX13" fmla="*/ 5202883 w 8021706"/>
                <a:gd name="connsiteY13" fmla="*/ 7386813 h 11458751"/>
                <a:gd name="connsiteX14" fmla="*/ 4940945 w 8021706"/>
                <a:gd name="connsiteY14" fmla="*/ 7429676 h 11458751"/>
                <a:gd name="connsiteX15" fmla="*/ 3802707 w 8021706"/>
                <a:gd name="connsiteY15" fmla="*/ 5784232 h 11458751"/>
                <a:gd name="connsiteX16" fmla="*/ 3683645 w 8021706"/>
                <a:gd name="connsiteY16" fmla="*/ 5886627 h 11458751"/>
                <a:gd name="connsiteX17" fmla="*/ 3533627 w 8021706"/>
                <a:gd name="connsiteY17" fmla="*/ 9408495 h 11458751"/>
                <a:gd name="connsiteX18" fmla="*/ 2954982 w 8021706"/>
                <a:gd name="connsiteY18" fmla="*/ 8446469 h 11458751"/>
                <a:gd name="connsiteX19" fmla="*/ 3040708 w 8021706"/>
                <a:gd name="connsiteY19" fmla="*/ 8201201 h 11458751"/>
                <a:gd name="connsiteX20" fmla="*/ 2838302 w 8021706"/>
                <a:gd name="connsiteY20" fmla="*/ 8446470 h 11458751"/>
                <a:gd name="connsiteX21" fmla="*/ 3690789 w 8021706"/>
                <a:gd name="connsiteY21" fmla="*/ 11249201 h 11458751"/>
                <a:gd name="connsiteX22" fmla="*/ 3533627 w 8021706"/>
                <a:gd name="connsiteY22" fmla="*/ 11458751 h 11458751"/>
                <a:gd name="connsiteX23" fmla="*/ 311795 w 8021706"/>
                <a:gd name="connsiteY23" fmla="*/ 4753151 h 11458751"/>
                <a:gd name="connsiteX24" fmla="*/ 616595 w 8021706"/>
                <a:gd name="connsiteY24" fmla="*/ 4724576 h 11458751"/>
                <a:gd name="connsiteX25" fmla="*/ 1297633 w 8021706"/>
                <a:gd name="connsiteY25" fmla="*/ 6286676 h 11458751"/>
                <a:gd name="connsiteX26" fmla="*/ 1426221 w 8021706"/>
                <a:gd name="connsiteY26" fmla="*/ 6119988 h 11458751"/>
                <a:gd name="connsiteX27" fmla="*/ 1111895 w 8021706"/>
                <a:gd name="connsiteY27" fmla="*/ 3124376 h 11458751"/>
                <a:gd name="connsiteX28" fmla="*/ 1516708 w 8021706"/>
                <a:gd name="connsiteY28" fmla="*/ 3267250 h 11458751"/>
                <a:gd name="connsiteX29" fmla="*/ 1816745 w 8021706"/>
                <a:gd name="connsiteY29" fmla="*/ 3953051 h 11458751"/>
                <a:gd name="connsiteX30" fmla="*/ 1957239 w 8021706"/>
                <a:gd name="connsiteY30" fmla="*/ 3926857 h 11458751"/>
                <a:gd name="connsiteX31" fmla="*/ 3412183 w 802170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019776" h="11458751">
                  <a:moveTo>
                    <a:pt x="3412183" y="176"/>
                  </a:moveTo>
                  <a:cubicBezTo>
                    <a:pt x="3492511" y="-6650"/>
                    <a:pt x="3598555" y="187977"/>
                    <a:pt x="3591253" y="244016"/>
                  </a:cubicBezTo>
                  <a:cubicBezTo>
                    <a:pt x="3330841" y="2242542"/>
                    <a:pt x="4325948" y="4215306"/>
                    <a:pt x="6126808" y="5715176"/>
                  </a:cubicBezTo>
                  <a:cubicBezTo>
                    <a:pt x="6272064" y="5846145"/>
                    <a:pt x="6272064" y="5703269"/>
                    <a:pt x="6272064" y="5624688"/>
                  </a:cubicBezTo>
                  <a:cubicBezTo>
                    <a:pt x="6304607" y="5150027"/>
                    <a:pt x="5960914" y="4823000"/>
                    <a:pt x="5798195" y="4424538"/>
                  </a:cubicBezTo>
                  <a:cubicBezTo>
                    <a:pt x="5593408" y="4010200"/>
                    <a:pt x="6076804" y="3812557"/>
                    <a:pt x="6224441" y="3938763"/>
                  </a:cubicBezTo>
                  <a:cubicBezTo>
                    <a:pt x="7178530" y="4743625"/>
                    <a:pt x="7432528" y="5343701"/>
                    <a:pt x="7869883" y="6343826"/>
                  </a:cubicBezTo>
                  <a:cubicBezTo>
                    <a:pt x="8374708" y="8248826"/>
                    <a:pt x="7520632" y="9749014"/>
                    <a:pt x="6555433" y="10744376"/>
                  </a:cubicBezTo>
                  <a:cubicBezTo>
                    <a:pt x="6418908" y="10671351"/>
                    <a:pt x="6390333" y="10630076"/>
                    <a:pt x="6355408" y="10487201"/>
                  </a:cubicBezTo>
                  <a:cubicBezTo>
                    <a:pt x="6657033" y="9331501"/>
                    <a:pt x="6603058" y="8683801"/>
                    <a:pt x="6155383" y="7744001"/>
                  </a:cubicBezTo>
                  <a:cubicBezTo>
                    <a:pt x="6015683" y="7902751"/>
                    <a:pt x="6149033" y="8302801"/>
                    <a:pt x="6041083" y="8544101"/>
                  </a:cubicBezTo>
                  <a:cubicBezTo>
                    <a:pt x="5887625" y="8639351"/>
                    <a:pt x="5848466" y="8620301"/>
                    <a:pt x="5695008" y="8448851"/>
                  </a:cubicBezTo>
                  <a:cubicBezTo>
                    <a:pt x="5626216" y="8059913"/>
                    <a:pt x="5582825" y="7747176"/>
                    <a:pt x="5526733" y="7396338"/>
                  </a:cubicBezTo>
                  <a:cubicBezTo>
                    <a:pt x="5288608" y="7236794"/>
                    <a:pt x="5287814" y="7139957"/>
                    <a:pt x="5202883" y="7386813"/>
                  </a:cubicBezTo>
                  <a:cubicBezTo>
                    <a:pt x="5105252" y="7392369"/>
                    <a:pt x="5156845" y="7685660"/>
                    <a:pt x="4940945" y="7429676"/>
                  </a:cubicBezTo>
                  <a:cubicBezTo>
                    <a:pt x="4618682" y="6804995"/>
                    <a:pt x="4186882" y="6166026"/>
                    <a:pt x="3802707" y="5784232"/>
                  </a:cubicBezTo>
                  <a:cubicBezTo>
                    <a:pt x="3687613" y="5610402"/>
                    <a:pt x="3590777" y="5595320"/>
                    <a:pt x="3683645" y="5886627"/>
                  </a:cubicBezTo>
                  <a:cubicBezTo>
                    <a:pt x="4562326" y="6970096"/>
                    <a:pt x="4093220" y="8379795"/>
                    <a:pt x="3533627" y="9408495"/>
                  </a:cubicBezTo>
                  <a:cubicBezTo>
                    <a:pt x="3250258" y="9879983"/>
                    <a:pt x="3014513" y="8717931"/>
                    <a:pt x="2954982" y="8446469"/>
                  </a:cubicBezTo>
                  <a:cubicBezTo>
                    <a:pt x="3045469" y="8394081"/>
                    <a:pt x="3045470" y="8298832"/>
                    <a:pt x="3040708" y="8201201"/>
                  </a:cubicBezTo>
                  <a:cubicBezTo>
                    <a:pt x="2978001" y="8209139"/>
                    <a:pt x="2865290" y="8283751"/>
                    <a:pt x="2838302" y="8446470"/>
                  </a:cubicBezTo>
                  <a:cubicBezTo>
                    <a:pt x="2881957" y="9354520"/>
                    <a:pt x="2346971" y="10055401"/>
                    <a:pt x="3690789" y="11249201"/>
                  </a:cubicBezTo>
                  <a:cubicBezTo>
                    <a:pt x="3682852" y="11334926"/>
                    <a:pt x="3639196" y="11399219"/>
                    <a:pt x="3533627" y="11458751"/>
                  </a:cubicBezTo>
                  <a:cubicBezTo>
                    <a:pt x="226072" y="10668176"/>
                    <a:pt x="-517674" y="6788326"/>
                    <a:pt x="311795" y="4753151"/>
                  </a:cubicBezTo>
                  <a:cubicBezTo>
                    <a:pt x="356245" y="4689651"/>
                    <a:pt x="508645" y="4651551"/>
                    <a:pt x="616595" y="4724576"/>
                  </a:cubicBezTo>
                  <a:cubicBezTo>
                    <a:pt x="805508" y="5250038"/>
                    <a:pt x="975370" y="5765976"/>
                    <a:pt x="1297633" y="6286676"/>
                  </a:cubicBezTo>
                  <a:cubicBezTo>
                    <a:pt x="1526233" y="6558139"/>
                    <a:pt x="1473846" y="6253337"/>
                    <a:pt x="1426221" y="6119988"/>
                  </a:cubicBezTo>
                  <a:cubicBezTo>
                    <a:pt x="992834" y="5219876"/>
                    <a:pt x="640408" y="4186413"/>
                    <a:pt x="1111895" y="3124376"/>
                  </a:cubicBezTo>
                  <a:cubicBezTo>
                    <a:pt x="1369071" y="2730676"/>
                    <a:pt x="1478608" y="3170413"/>
                    <a:pt x="1516708" y="3267250"/>
                  </a:cubicBezTo>
                  <a:cubicBezTo>
                    <a:pt x="1616720" y="3495850"/>
                    <a:pt x="1726258" y="3867327"/>
                    <a:pt x="1816745" y="3953051"/>
                  </a:cubicBezTo>
                  <a:cubicBezTo>
                    <a:pt x="2072332" y="4278488"/>
                    <a:pt x="2063601" y="3941939"/>
                    <a:pt x="1957239" y="3926857"/>
                  </a:cubicBezTo>
                  <a:cubicBezTo>
                    <a:pt x="1897707" y="2610026"/>
                    <a:pt x="2812108" y="781226"/>
                    <a:pt x="3412183" y="176"/>
                  </a:cubicBezTo>
                  <a:close/>
                </a:path>
              </a:pathLst>
            </a:custGeom>
            <a:solidFill>
              <a:srgbClr val="F760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802" name="任意多边形 801"/>
            <p:cNvSpPr/>
            <p:nvPr/>
          </p:nvSpPr>
          <p:spPr>
            <a:xfrm flipH="1" flipV="1">
              <a:off x="3924910" y="1391691"/>
              <a:ext cx="766301" cy="1094900"/>
            </a:xfrm>
            <a:custGeom>
              <a:avLst/>
              <a:gdLst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4700 w 7372350"/>
                <a:gd name="connsiteY14" fmla="*/ 5715000 h 11515725"/>
                <a:gd name="connsiteX15" fmla="*/ 3057525 w 7372350"/>
                <a:gd name="connsiteY15" fmla="*/ 5857875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057525 w 7372350"/>
                <a:gd name="connsiteY15" fmla="*/ 5857875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78969 w 7372350"/>
                <a:gd name="connsiteY15" fmla="*/ 5881688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43250 w 7372350"/>
                <a:gd name="connsiteY21" fmla="*/ 11315700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78881 w 7372350"/>
                <a:gd name="connsiteY18" fmla="*/ 84391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3100388 w 7558088"/>
                <a:gd name="connsiteY0" fmla="*/ 0 h 11458575"/>
                <a:gd name="connsiteX1" fmla="*/ 3271838 w 7558088"/>
                <a:gd name="connsiteY1" fmla="*/ 342900 h 11458575"/>
                <a:gd name="connsiteX2" fmla="*/ 5815013 w 7558088"/>
                <a:gd name="connsiteY2" fmla="*/ 5715000 h 11458575"/>
                <a:gd name="connsiteX3" fmla="*/ 6043613 w 7558088"/>
                <a:gd name="connsiteY3" fmla="*/ 5629275 h 11458575"/>
                <a:gd name="connsiteX4" fmla="*/ 5472113 w 7558088"/>
                <a:gd name="connsiteY4" fmla="*/ 4429125 h 11458575"/>
                <a:gd name="connsiteX5" fmla="*/ 5843588 w 7558088"/>
                <a:gd name="connsiteY5" fmla="*/ 4000500 h 11458575"/>
                <a:gd name="connsiteX6" fmla="*/ 7558088 w 7558088"/>
                <a:gd name="connsiteY6" fmla="*/ 6343650 h 11458575"/>
                <a:gd name="connsiteX7" fmla="*/ 6243638 w 7558088"/>
                <a:gd name="connsiteY7" fmla="*/ 10744200 h 11458575"/>
                <a:gd name="connsiteX8" fmla="*/ 6043613 w 7558088"/>
                <a:gd name="connsiteY8" fmla="*/ 10487025 h 11458575"/>
                <a:gd name="connsiteX9" fmla="*/ 5843588 w 7558088"/>
                <a:gd name="connsiteY9" fmla="*/ 7743825 h 11458575"/>
                <a:gd name="connsiteX10" fmla="*/ 5729288 w 7558088"/>
                <a:gd name="connsiteY10" fmla="*/ 8543925 h 11458575"/>
                <a:gd name="connsiteX11" fmla="*/ 5529263 w 7558088"/>
                <a:gd name="connsiteY11" fmla="*/ 8429625 h 11458575"/>
                <a:gd name="connsiteX12" fmla="*/ 5214938 w 7558088"/>
                <a:gd name="connsiteY12" fmla="*/ 7396162 h 11458575"/>
                <a:gd name="connsiteX13" fmla="*/ 4891088 w 7558088"/>
                <a:gd name="connsiteY13" fmla="*/ 7386637 h 11458575"/>
                <a:gd name="connsiteX14" fmla="*/ 4629150 w 7558088"/>
                <a:gd name="connsiteY14" fmla="*/ 7429500 h 11458575"/>
                <a:gd name="connsiteX15" fmla="*/ 3490912 w 7558088"/>
                <a:gd name="connsiteY15" fmla="*/ 5784056 h 11458575"/>
                <a:gd name="connsiteX16" fmla="*/ 3371850 w 7558088"/>
                <a:gd name="connsiteY16" fmla="*/ 5886451 h 11458575"/>
                <a:gd name="connsiteX17" fmla="*/ 3221832 w 7558088"/>
                <a:gd name="connsiteY17" fmla="*/ 9408319 h 11458575"/>
                <a:gd name="connsiteX18" fmla="*/ 2643187 w 7558088"/>
                <a:gd name="connsiteY18" fmla="*/ 8446293 h 11458575"/>
                <a:gd name="connsiteX19" fmla="*/ 2728913 w 7558088"/>
                <a:gd name="connsiteY19" fmla="*/ 8201025 h 11458575"/>
                <a:gd name="connsiteX20" fmla="*/ 2526507 w 7558088"/>
                <a:gd name="connsiteY20" fmla="*/ 8446294 h 11458575"/>
                <a:gd name="connsiteX21" fmla="*/ 3378994 w 7558088"/>
                <a:gd name="connsiteY21" fmla="*/ 11249025 h 11458575"/>
                <a:gd name="connsiteX22" fmla="*/ 3221832 w 7558088"/>
                <a:gd name="connsiteY22" fmla="*/ 11458575 h 11458575"/>
                <a:gd name="connsiteX23" fmla="*/ 0 w 7558088"/>
                <a:gd name="connsiteY23" fmla="*/ 4752975 h 11458575"/>
                <a:gd name="connsiteX24" fmla="*/ 414338 w 7558088"/>
                <a:gd name="connsiteY24" fmla="*/ 4829175 h 11458575"/>
                <a:gd name="connsiteX25" fmla="*/ 985838 w 7558088"/>
                <a:gd name="connsiteY25" fmla="*/ 6229350 h 11458575"/>
                <a:gd name="connsiteX26" fmla="*/ 1185863 w 7558088"/>
                <a:gd name="connsiteY26" fmla="*/ 6115050 h 11458575"/>
                <a:gd name="connsiteX27" fmla="*/ 900113 w 7558088"/>
                <a:gd name="connsiteY27" fmla="*/ 3200400 h 11458575"/>
                <a:gd name="connsiteX28" fmla="*/ 1157288 w 7558088"/>
                <a:gd name="connsiteY28" fmla="*/ 3200400 h 11458575"/>
                <a:gd name="connsiteX29" fmla="*/ 1471613 w 7558088"/>
                <a:gd name="connsiteY29" fmla="*/ 4057650 h 11458575"/>
                <a:gd name="connsiteX30" fmla="*/ 1643063 w 7558088"/>
                <a:gd name="connsiteY30" fmla="*/ 3943350 h 11458575"/>
                <a:gd name="connsiteX31" fmla="*/ 3100388 w 7558088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726133 w 7869883"/>
                <a:gd name="connsiteY24" fmla="*/ 4829175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91253 w 7869883"/>
                <a:gd name="connsiteY1" fmla="*/ 23622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1439 h 11460014"/>
                <a:gd name="connsiteX1" fmla="*/ 35531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531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86491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912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018 h 11459593"/>
                <a:gd name="connsiteX1" fmla="*/ 3591253 w 7869883"/>
                <a:gd name="connsiteY1" fmla="*/ 244858 h 11459593"/>
                <a:gd name="connsiteX2" fmla="*/ 6126808 w 7869883"/>
                <a:gd name="connsiteY2" fmla="*/ 5716018 h 11459593"/>
                <a:gd name="connsiteX3" fmla="*/ 6355408 w 7869883"/>
                <a:gd name="connsiteY3" fmla="*/ 5630293 h 11459593"/>
                <a:gd name="connsiteX4" fmla="*/ 5783908 w 7869883"/>
                <a:gd name="connsiteY4" fmla="*/ 4430143 h 11459593"/>
                <a:gd name="connsiteX5" fmla="*/ 6155383 w 7869883"/>
                <a:gd name="connsiteY5" fmla="*/ 4001518 h 11459593"/>
                <a:gd name="connsiteX6" fmla="*/ 7869883 w 7869883"/>
                <a:gd name="connsiteY6" fmla="*/ 6344668 h 11459593"/>
                <a:gd name="connsiteX7" fmla="*/ 6555433 w 7869883"/>
                <a:gd name="connsiteY7" fmla="*/ 10745218 h 11459593"/>
                <a:gd name="connsiteX8" fmla="*/ 6355408 w 7869883"/>
                <a:gd name="connsiteY8" fmla="*/ 10488043 h 11459593"/>
                <a:gd name="connsiteX9" fmla="*/ 6155383 w 7869883"/>
                <a:gd name="connsiteY9" fmla="*/ 7744843 h 11459593"/>
                <a:gd name="connsiteX10" fmla="*/ 6041083 w 7869883"/>
                <a:gd name="connsiteY10" fmla="*/ 8544943 h 11459593"/>
                <a:gd name="connsiteX11" fmla="*/ 5841058 w 7869883"/>
                <a:gd name="connsiteY11" fmla="*/ 8430643 h 11459593"/>
                <a:gd name="connsiteX12" fmla="*/ 5526733 w 7869883"/>
                <a:gd name="connsiteY12" fmla="*/ 7397180 h 11459593"/>
                <a:gd name="connsiteX13" fmla="*/ 5202883 w 7869883"/>
                <a:gd name="connsiteY13" fmla="*/ 7387655 h 11459593"/>
                <a:gd name="connsiteX14" fmla="*/ 4940945 w 7869883"/>
                <a:gd name="connsiteY14" fmla="*/ 7430518 h 11459593"/>
                <a:gd name="connsiteX15" fmla="*/ 3802707 w 7869883"/>
                <a:gd name="connsiteY15" fmla="*/ 5785074 h 11459593"/>
                <a:gd name="connsiteX16" fmla="*/ 3683645 w 7869883"/>
                <a:gd name="connsiteY16" fmla="*/ 5887469 h 11459593"/>
                <a:gd name="connsiteX17" fmla="*/ 3533627 w 7869883"/>
                <a:gd name="connsiteY17" fmla="*/ 9409337 h 11459593"/>
                <a:gd name="connsiteX18" fmla="*/ 2954982 w 7869883"/>
                <a:gd name="connsiteY18" fmla="*/ 8447311 h 11459593"/>
                <a:gd name="connsiteX19" fmla="*/ 3040708 w 7869883"/>
                <a:gd name="connsiteY19" fmla="*/ 8202043 h 11459593"/>
                <a:gd name="connsiteX20" fmla="*/ 2838302 w 7869883"/>
                <a:gd name="connsiteY20" fmla="*/ 8447312 h 11459593"/>
                <a:gd name="connsiteX21" fmla="*/ 3690789 w 7869883"/>
                <a:gd name="connsiteY21" fmla="*/ 11250043 h 11459593"/>
                <a:gd name="connsiteX22" fmla="*/ 3533627 w 7869883"/>
                <a:gd name="connsiteY22" fmla="*/ 11459593 h 11459593"/>
                <a:gd name="connsiteX23" fmla="*/ 311795 w 7869883"/>
                <a:gd name="connsiteY23" fmla="*/ 4753993 h 11459593"/>
                <a:gd name="connsiteX24" fmla="*/ 616595 w 7869883"/>
                <a:gd name="connsiteY24" fmla="*/ 4725418 h 11459593"/>
                <a:gd name="connsiteX25" fmla="*/ 1297633 w 7869883"/>
                <a:gd name="connsiteY25" fmla="*/ 6287518 h 11459593"/>
                <a:gd name="connsiteX26" fmla="*/ 1426221 w 7869883"/>
                <a:gd name="connsiteY26" fmla="*/ 6120830 h 11459593"/>
                <a:gd name="connsiteX27" fmla="*/ 1111895 w 7869883"/>
                <a:gd name="connsiteY27" fmla="*/ 3125218 h 11459593"/>
                <a:gd name="connsiteX28" fmla="*/ 1516708 w 7869883"/>
                <a:gd name="connsiteY28" fmla="*/ 3268092 h 11459593"/>
                <a:gd name="connsiteX29" fmla="*/ 1816745 w 7869883"/>
                <a:gd name="connsiteY29" fmla="*/ 3953893 h 11459593"/>
                <a:gd name="connsiteX30" fmla="*/ 1957239 w 7869883"/>
                <a:gd name="connsiteY30" fmla="*/ 3927699 h 11459593"/>
                <a:gd name="connsiteX31" fmla="*/ 3412183 w 7869883"/>
                <a:gd name="connsiteY31" fmla="*/ 1018 h 11459593"/>
                <a:gd name="connsiteX0" fmla="*/ 3412183 w 7869883"/>
                <a:gd name="connsiteY0" fmla="*/ 930 h 11459505"/>
                <a:gd name="connsiteX1" fmla="*/ 3591253 w 7869883"/>
                <a:gd name="connsiteY1" fmla="*/ 244770 h 11459505"/>
                <a:gd name="connsiteX2" fmla="*/ 6126808 w 7869883"/>
                <a:gd name="connsiteY2" fmla="*/ 5715930 h 11459505"/>
                <a:gd name="connsiteX3" fmla="*/ 6355408 w 7869883"/>
                <a:gd name="connsiteY3" fmla="*/ 5630205 h 11459505"/>
                <a:gd name="connsiteX4" fmla="*/ 5783908 w 7869883"/>
                <a:gd name="connsiteY4" fmla="*/ 4430055 h 11459505"/>
                <a:gd name="connsiteX5" fmla="*/ 6155383 w 7869883"/>
                <a:gd name="connsiteY5" fmla="*/ 4001430 h 11459505"/>
                <a:gd name="connsiteX6" fmla="*/ 7869883 w 7869883"/>
                <a:gd name="connsiteY6" fmla="*/ 6344580 h 11459505"/>
                <a:gd name="connsiteX7" fmla="*/ 6555433 w 7869883"/>
                <a:gd name="connsiteY7" fmla="*/ 10745130 h 11459505"/>
                <a:gd name="connsiteX8" fmla="*/ 6355408 w 7869883"/>
                <a:gd name="connsiteY8" fmla="*/ 10487955 h 11459505"/>
                <a:gd name="connsiteX9" fmla="*/ 6155383 w 7869883"/>
                <a:gd name="connsiteY9" fmla="*/ 7744755 h 11459505"/>
                <a:gd name="connsiteX10" fmla="*/ 6041083 w 7869883"/>
                <a:gd name="connsiteY10" fmla="*/ 8544855 h 11459505"/>
                <a:gd name="connsiteX11" fmla="*/ 5841058 w 7869883"/>
                <a:gd name="connsiteY11" fmla="*/ 8430555 h 11459505"/>
                <a:gd name="connsiteX12" fmla="*/ 5526733 w 7869883"/>
                <a:gd name="connsiteY12" fmla="*/ 7397092 h 11459505"/>
                <a:gd name="connsiteX13" fmla="*/ 5202883 w 7869883"/>
                <a:gd name="connsiteY13" fmla="*/ 7387567 h 11459505"/>
                <a:gd name="connsiteX14" fmla="*/ 4940945 w 7869883"/>
                <a:gd name="connsiteY14" fmla="*/ 7430430 h 11459505"/>
                <a:gd name="connsiteX15" fmla="*/ 3802707 w 7869883"/>
                <a:gd name="connsiteY15" fmla="*/ 5784986 h 11459505"/>
                <a:gd name="connsiteX16" fmla="*/ 3683645 w 7869883"/>
                <a:gd name="connsiteY16" fmla="*/ 5887381 h 11459505"/>
                <a:gd name="connsiteX17" fmla="*/ 3533627 w 7869883"/>
                <a:gd name="connsiteY17" fmla="*/ 9409249 h 11459505"/>
                <a:gd name="connsiteX18" fmla="*/ 2954982 w 7869883"/>
                <a:gd name="connsiteY18" fmla="*/ 8447223 h 11459505"/>
                <a:gd name="connsiteX19" fmla="*/ 3040708 w 7869883"/>
                <a:gd name="connsiteY19" fmla="*/ 8201955 h 11459505"/>
                <a:gd name="connsiteX20" fmla="*/ 2838302 w 7869883"/>
                <a:gd name="connsiteY20" fmla="*/ 8447224 h 11459505"/>
                <a:gd name="connsiteX21" fmla="*/ 3690789 w 7869883"/>
                <a:gd name="connsiteY21" fmla="*/ 11249955 h 11459505"/>
                <a:gd name="connsiteX22" fmla="*/ 3533627 w 7869883"/>
                <a:gd name="connsiteY22" fmla="*/ 11459505 h 11459505"/>
                <a:gd name="connsiteX23" fmla="*/ 311795 w 7869883"/>
                <a:gd name="connsiteY23" fmla="*/ 4753905 h 11459505"/>
                <a:gd name="connsiteX24" fmla="*/ 616595 w 7869883"/>
                <a:gd name="connsiteY24" fmla="*/ 4725330 h 11459505"/>
                <a:gd name="connsiteX25" fmla="*/ 1297633 w 7869883"/>
                <a:gd name="connsiteY25" fmla="*/ 6287430 h 11459505"/>
                <a:gd name="connsiteX26" fmla="*/ 1426221 w 7869883"/>
                <a:gd name="connsiteY26" fmla="*/ 6120742 h 11459505"/>
                <a:gd name="connsiteX27" fmla="*/ 1111895 w 7869883"/>
                <a:gd name="connsiteY27" fmla="*/ 3125130 h 11459505"/>
                <a:gd name="connsiteX28" fmla="*/ 1516708 w 7869883"/>
                <a:gd name="connsiteY28" fmla="*/ 3268004 h 11459505"/>
                <a:gd name="connsiteX29" fmla="*/ 1816745 w 7869883"/>
                <a:gd name="connsiteY29" fmla="*/ 3953805 h 11459505"/>
                <a:gd name="connsiteX30" fmla="*/ 1957239 w 7869883"/>
                <a:gd name="connsiteY30" fmla="*/ 3927611 h 11459505"/>
                <a:gd name="connsiteX31" fmla="*/ 3412183 w 7869883"/>
                <a:gd name="connsiteY31" fmla="*/ 930 h 11459505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1584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912118"/>
                <a:gd name="connsiteY0" fmla="*/ 176 h 11458751"/>
                <a:gd name="connsiteX1" fmla="*/ 3591253 w 7912118"/>
                <a:gd name="connsiteY1" fmla="*/ 244016 h 11458751"/>
                <a:gd name="connsiteX2" fmla="*/ 6126808 w 7912118"/>
                <a:gd name="connsiteY2" fmla="*/ 5715176 h 11458751"/>
                <a:gd name="connsiteX3" fmla="*/ 6272064 w 7912118"/>
                <a:gd name="connsiteY3" fmla="*/ 5624688 h 11458751"/>
                <a:gd name="connsiteX4" fmla="*/ 5798195 w 7912118"/>
                <a:gd name="connsiteY4" fmla="*/ 4424538 h 11458751"/>
                <a:gd name="connsiteX5" fmla="*/ 6224441 w 7912118"/>
                <a:gd name="connsiteY5" fmla="*/ 3938763 h 11458751"/>
                <a:gd name="connsiteX6" fmla="*/ 7869883 w 7912118"/>
                <a:gd name="connsiteY6" fmla="*/ 6343826 h 11458751"/>
                <a:gd name="connsiteX7" fmla="*/ 6555433 w 7912118"/>
                <a:gd name="connsiteY7" fmla="*/ 10744376 h 11458751"/>
                <a:gd name="connsiteX8" fmla="*/ 6355408 w 7912118"/>
                <a:gd name="connsiteY8" fmla="*/ 10487201 h 11458751"/>
                <a:gd name="connsiteX9" fmla="*/ 6155383 w 7912118"/>
                <a:gd name="connsiteY9" fmla="*/ 7744001 h 11458751"/>
                <a:gd name="connsiteX10" fmla="*/ 6041083 w 7912118"/>
                <a:gd name="connsiteY10" fmla="*/ 8544101 h 11458751"/>
                <a:gd name="connsiteX11" fmla="*/ 5841058 w 7912118"/>
                <a:gd name="connsiteY11" fmla="*/ 8429801 h 11458751"/>
                <a:gd name="connsiteX12" fmla="*/ 5526733 w 7912118"/>
                <a:gd name="connsiteY12" fmla="*/ 7396338 h 11458751"/>
                <a:gd name="connsiteX13" fmla="*/ 5202883 w 7912118"/>
                <a:gd name="connsiteY13" fmla="*/ 7386813 h 11458751"/>
                <a:gd name="connsiteX14" fmla="*/ 4940945 w 7912118"/>
                <a:gd name="connsiteY14" fmla="*/ 7429676 h 11458751"/>
                <a:gd name="connsiteX15" fmla="*/ 3802707 w 7912118"/>
                <a:gd name="connsiteY15" fmla="*/ 5784232 h 11458751"/>
                <a:gd name="connsiteX16" fmla="*/ 3683645 w 7912118"/>
                <a:gd name="connsiteY16" fmla="*/ 5886627 h 11458751"/>
                <a:gd name="connsiteX17" fmla="*/ 3533627 w 7912118"/>
                <a:gd name="connsiteY17" fmla="*/ 9408495 h 11458751"/>
                <a:gd name="connsiteX18" fmla="*/ 2954982 w 7912118"/>
                <a:gd name="connsiteY18" fmla="*/ 8446469 h 11458751"/>
                <a:gd name="connsiteX19" fmla="*/ 3040708 w 7912118"/>
                <a:gd name="connsiteY19" fmla="*/ 8201201 h 11458751"/>
                <a:gd name="connsiteX20" fmla="*/ 2838302 w 7912118"/>
                <a:gd name="connsiteY20" fmla="*/ 8446470 h 11458751"/>
                <a:gd name="connsiteX21" fmla="*/ 3690789 w 7912118"/>
                <a:gd name="connsiteY21" fmla="*/ 11249201 h 11458751"/>
                <a:gd name="connsiteX22" fmla="*/ 3533627 w 7912118"/>
                <a:gd name="connsiteY22" fmla="*/ 11458751 h 11458751"/>
                <a:gd name="connsiteX23" fmla="*/ 311795 w 7912118"/>
                <a:gd name="connsiteY23" fmla="*/ 4753151 h 11458751"/>
                <a:gd name="connsiteX24" fmla="*/ 616595 w 7912118"/>
                <a:gd name="connsiteY24" fmla="*/ 4724576 h 11458751"/>
                <a:gd name="connsiteX25" fmla="*/ 1297633 w 7912118"/>
                <a:gd name="connsiteY25" fmla="*/ 6286676 h 11458751"/>
                <a:gd name="connsiteX26" fmla="*/ 1426221 w 7912118"/>
                <a:gd name="connsiteY26" fmla="*/ 6119988 h 11458751"/>
                <a:gd name="connsiteX27" fmla="*/ 1111895 w 7912118"/>
                <a:gd name="connsiteY27" fmla="*/ 3124376 h 11458751"/>
                <a:gd name="connsiteX28" fmla="*/ 1516708 w 7912118"/>
                <a:gd name="connsiteY28" fmla="*/ 3267250 h 11458751"/>
                <a:gd name="connsiteX29" fmla="*/ 1816745 w 7912118"/>
                <a:gd name="connsiteY29" fmla="*/ 3953051 h 11458751"/>
                <a:gd name="connsiteX30" fmla="*/ 1957239 w 7912118"/>
                <a:gd name="connsiteY30" fmla="*/ 3926857 h 11458751"/>
                <a:gd name="connsiteX31" fmla="*/ 3412183 w 7912118"/>
                <a:gd name="connsiteY31" fmla="*/ 176 h 11458751"/>
                <a:gd name="connsiteX0" fmla="*/ 3412183 w 7947886"/>
                <a:gd name="connsiteY0" fmla="*/ 176 h 11458751"/>
                <a:gd name="connsiteX1" fmla="*/ 3591253 w 7947886"/>
                <a:gd name="connsiteY1" fmla="*/ 244016 h 11458751"/>
                <a:gd name="connsiteX2" fmla="*/ 6126808 w 7947886"/>
                <a:gd name="connsiteY2" fmla="*/ 5715176 h 11458751"/>
                <a:gd name="connsiteX3" fmla="*/ 6272064 w 7947886"/>
                <a:gd name="connsiteY3" fmla="*/ 5624688 h 11458751"/>
                <a:gd name="connsiteX4" fmla="*/ 5798195 w 7947886"/>
                <a:gd name="connsiteY4" fmla="*/ 4424538 h 11458751"/>
                <a:gd name="connsiteX5" fmla="*/ 6224441 w 7947886"/>
                <a:gd name="connsiteY5" fmla="*/ 3938763 h 11458751"/>
                <a:gd name="connsiteX6" fmla="*/ 7869883 w 7947886"/>
                <a:gd name="connsiteY6" fmla="*/ 6343826 h 11458751"/>
                <a:gd name="connsiteX7" fmla="*/ 6555433 w 7947886"/>
                <a:gd name="connsiteY7" fmla="*/ 10744376 h 11458751"/>
                <a:gd name="connsiteX8" fmla="*/ 6355408 w 7947886"/>
                <a:gd name="connsiteY8" fmla="*/ 10487201 h 11458751"/>
                <a:gd name="connsiteX9" fmla="*/ 6155383 w 7947886"/>
                <a:gd name="connsiteY9" fmla="*/ 7744001 h 11458751"/>
                <a:gd name="connsiteX10" fmla="*/ 6041083 w 7947886"/>
                <a:gd name="connsiteY10" fmla="*/ 8544101 h 11458751"/>
                <a:gd name="connsiteX11" fmla="*/ 5841058 w 7947886"/>
                <a:gd name="connsiteY11" fmla="*/ 8429801 h 11458751"/>
                <a:gd name="connsiteX12" fmla="*/ 5526733 w 7947886"/>
                <a:gd name="connsiteY12" fmla="*/ 7396338 h 11458751"/>
                <a:gd name="connsiteX13" fmla="*/ 5202883 w 7947886"/>
                <a:gd name="connsiteY13" fmla="*/ 7386813 h 11458751"/>
                <a:gd name="connsiteX14" fmla="*/ 4940945 w 7947886"/>
                <a:gd name="connsiteY14" fmla="*/ 7429676 h 11458751"/>
                <a:gd name="connsiteX15" fmla="*/ 3802707 w 7947886"/>
                <a:gd name="connsiteY15" fmla="*/ 5784232 h 11458751"/>
                <a:gd name="connsiteX16" fmla="*/ 3683645 w 7947886"/>
                <a:gd name="connsiteY16" fmla="*/ 5886627 h 11458751"/>
                <a:gd name="connsiteX17" fmla="*/ 3533627 w 7947886"/>
                <a:gd name="connsiteY17" fmla="*/ 9408495 h 11458751"/>
                <a:gd name="connsiteX18" fmla="*/ 2954982 w 7947886"/>
                <a:gd name="connsiteY18" fmla="*/ 8446469 h 11458751"/>
                <a:gd name="connsiteX19" fmla="*/ 3040708 w 7947886"/>
                <a:gd name="connsiteY19" fmla="*/ 8201201 h 11458751"/>
                <a:gd name="connsiteX20" fmla="*/ 2838302 w 7947886"/>
                <a:gd name="connsiteY20" fmla="*/ 8446470 h 11458751"/>
                <a:gd name="connsiteX21" fmla="*/ 3690789 w 7947886"/>
                <a:gd name="connsiteY21" fmla="*/ 11249201 h 11458751"/>
                <a:gd name="connsiteX22" fmla="*/ 3533627 w 7947886"/>
                <a:gd name="connsiteY22" fmla="*/ 11458751 h 11458751"/>
                <a:gd name="connsiteX23" fmla="*/ 311795 w 7947886"/>
                <a:gd name="connsiteY23" fmla="*/ 4753151 h 11458751"/>
                <a:gd name="connsiteX24" fmla="*/ 616595 w 7947886"/>
                <a:gd name="connsiteY24" fmla="*/ 4724576 h 11458751"/>
                <a:gd name="connsiteX25" fmla="*/ 1297633 w 7947886"/>
                <a:gd name="connsiteY25" fmla="*/ 6286676 h 11458751"/>
                <a:gd name="connsiteX26" fmla="*/ 1426221 w 7947886"/>
                <a:gd name="connsiteY26" fmla="*/ 6119988 h 11458751"/>
                <a:gd name="connsiteX27" fmla="*/ 1111895 w 7947886"/>
                <a:gd name="connsiteY27" fmla="*/ 3124376 h 11458751"/>
                <a:gd name="connsiteX28" fmla="*/ 1516708 w 7947886"/>
                <a:gd name="connsiteY28" fmla="*/ 3267250 h 11458751"/>
                <a:gd name="connsiteX29" fmla="*/ 1816745 w 7947886"/>
                <a:gd name="connsiteY29" fmla="*/ 3953051 h 11458751"/>
                <a:gd name="connsiteX30" fmla="*/ 1957239 w 7947886"/>
                <a:gd name="connsiteY30" fmla="*/ 3926857 h 11458751"/>
                <a:gd name="connsiteX31" fmla="*/ 3412183 w 7947886"/>
                <a:gd name="connsiteY31" fmla="*/ 176 h 11458751"/>
                <a:gd name="connsiteX0" fmla="*/ 3412183 w 7973126"/>
                <a:gd name="connsiteY0" fmla="*/ 176 h 11458751"/>
                <a:gd name="connsiteX1" fmla="*/ 3591253 w 7973126"/>
                <a:gd name="connsiteY1" fmla="*/ 244016 h 11458751"/>
                <a:gd name="connsiteX2" fmla="*/ 6126808 w 7973126"/>
                <a:gd name="connsiteY2" fmla="*/ 5715176 h 11458751"/>
                <a:gd name="connsiteX3" fmla="*/ 6272064 w 7973126"/>
                <a:gd name="connsiteY3" fmla="*/ 5624688 h 11458751"/>
                <a:gd name="connsiteX4" fmla="*/ 5798195 w 7973126"/>
                <a:gd name="connsiteY4" fmla="*/ 4424538 h 11458751"/>
                <a:gd name="connsiteX5" fmla="*/ 6224441 w 7973126"/>
                <a:gd name="connsiteY5" fmla="*/ 3938763 h 11458751"/>
                <a:gd name="connsiteX6" fmla="*/ 7869883 w 7973126"/>
                <a:gd name="connsiteY6" fmla="*/ 6343826 h 11458751"/>
                <a:gd name="connsiteX7" fmla="*/ 6555433 w 7973126"/>
                <a:gd name="connsiteY7" fmla="*/ 10744376 h 11458751"/>
                <a:gd name="connsiteX8" fmla="*/ 6355408 w 7973126"/>
                <a:gd name="connsiteY8" fmla="*/ 10487201 h 11458751"/>
                <a:gd name="connsiteX9" fmla="*/ 6155383 w 7973126"/>
                <a:gd name="connsiteY9" fmla="*/ 7744001 h 11458751"/>
                <a:gd name="connsiteX10" fmla="*/ 6041083 w 7973126"/>
                <a:gd name="connsiteY10" fmla="*/ 8544101 h 11458751"/>
                <a:gd name="connsiteX11" fmla="*/ 5841058 w 7973126"/>
                <a:gd name="connsiteY11" fmla="*/ 8429801 h 11458751"/>
                <a:gd name="connsiteX12" fmla="*/ 5526733 w 7973126"/>
                <a:gd name="connsiteY12" fmla="*/ 7396338 h 11458751"/>
                <a:gd name="connsiteX13" fmla="*/ 5202883 w 7973126"/>
                <a:gd name="connsiteY13" fmla="*/ 7386813 h 11458751"/>
                <a:gd name="connsiteX14" fmla="*/ 4940945 w 7973126"/>
                <a:gd name="connsiteY14" fmla="*/ 7429676 h 11458751"/>
                <a:gd name="connsiteX15" fmla="*/ 3802707 w 7973126"/>
                <a:gd name="connsiteY15" fmla="*/ 5784232 h 11458751"/>
                <a:gd name="connsiteX16" fmla="*/ 3683645 w 7973126"/>
                <a:gd name="connsiteY16" fmla="*/ 5886627 h 11458751"/>
                <a:gd name="connsiteX17" fmla="*/ 3533627 w 7973126"/>
                <a:gd name="connsiteY17" fmla="*/ 9408495 h 11458751"/>
                <a:gd name="connsiteX18" fmla="*/ 2954982 w 7973126"/>
                <a:gd name="connsiteY18" fmla="*/ 8446469 h 11458751"/>
                <a:gd name="connsiteX19" fmla="*/ 3040708 w 7973126"/>
                <a:gd name="connsiteY19" fmla="*/ 8201201 h 11458751"/>
                <a:gd name="connsiteX20" fmla="*/ 2838302 w 7973126"/>
                <a:gd name="connsiteY20" fmla="*/ 8446470 h 11458751"/>
                <a:gd name="connsiteX21" fmla="*/ 3690789 w 7973126"/>
                <a:gd name="connsiteY21" fmla="*/ 11249201 h 11458751"/>
                <a:gd name="connsiteX22" fmla="*/ 3533627 w 7973126"/>
                <a:gd name="connsiteY22" fmla="*/ 11458751 h 11458751"/>
                <a:gd name="connsiteX23" fmla="*/ 311795 w 7973126"/>
                <a:gd name="connsiteY23" fmla="*/ 4753151 h 11458751"/>
                <a:gd name="connsiteX24" fmla="*/ 616595 w 7973126"/>
                <a:gd name="connsiteY24" fmla="*/ 4724576 h 11458751"/>
                <a:gd name="connsiteX25" fmla="*/ 1297633 w 7973126"/>
                <a:gd name="connsiteY25" fmla="*/ 6286676 h 11458751"/>
                <a:gd name="connsiteX26" fmla="*/ 1426221 w 7973126"/>
                <a:gd name="connsiteY26" fmla="*/ 6119988 h 11458751"/>
                <a:gd name="connsiteX27" fmla="*/ 1111895 w 7973126"/>
                <a:gd name="connsiteY27" fmla="*/ 3124376 h 11458751"/>
                <a:gd name="connsiteX28" fmla="*/ 1516708 w 7973126"/>
                <a:gd name="connsiteY28" fmla="*/ 3267250 h 11458751"/>
                <a:gd name="connsiteX29" fmla="*/ 1816745 w 7973126"/>
                <a:gd name="connsiteY29" fmla="*/ 3953051 h 11458751"/>
                <a:gd name="connsiteX30" fmla="*/ 1957239 w 7973126"/>
                <a:gd name="connsiteY30" fmla="*/ 3926857 h 11458751"/>
                <a:gd name="connsiteX31" fmla="*/ 3412183 w 7973126"/>
                <a:gd name="connsiteY31" fmla="*/ 176 h 11458751"/>
                <a:gd name="connsiteX0" fmla="*/ 3412183 w 7979303"/>
                <a:gd name="connsiteY0" fmla="*/ 176 h 11458751"/>
                <a:gd name="connsiteX1" fmla="*/ 3591253 w 7979303"/>
                <a:gd name="connsiteY1" fmla="*/ 244016 h 11458751"/>
                <a:gd name="connsiteX2" fmla="*/ 6126808 w 7979303"/>
                <a:gd name="connsiteY2" fmla="*/ 5715176 h 11458751"/>
                <a:gd name="connsiteX3" fmla="*/ 6272064 w 7979303"/>
                <a:gd name="connsiteY3" fmla="*/ 5624688 h 11458751"/>
                <a:gd name="connsiteX4" fmla="*/ 5798195 w 7979303"/>
                <a:gd name="connsiteY4" fmla="*/ 4424538 h 11458751"/>
                <a:gd name="connsiteX5" fmla="*/ 6224441 w 7979303"/>
                <a:gd name="connsiteY5" fmla="*/ 3938763 h 11458751"/>
                <a:gd name="connsiteX6" fmla="*/ 7869883 w 7979303"/>
                <a:gd name="connsiteY6" fmla="*/ 6343826 h 11458751"/>
                <a:gd name="connsiteX7" fmla="*/ 6555433 w 7979303"/>
                <a:gd name="connsiteY7" fmla="*/ 10744376 h 11458751"/>
                <a:gd name="connsiteX8" fmla="*/ 6355408 w 7979303"/>
                <a:gd name="connsiteY8" fmla="*/ 10487201 h 11458751"/>
                <a:gd name="connsiteX9" fmla="*/ 6155383 w 7979303"/>
                <a:gd name="connsiteY9" fmla="*/ 7744001 h 11458751"/>
                <a:gd name="connsiteX10" fmla="*/ 6041083 w 7979303"/>
                <a:gd name="connsiteY10" fmla="*/ 8544101 h 11458751"/>
                <a:gd name="connsiteX11" fmla="*/ 5841058 w 7979303"/>
                <a:gd name="connsiteY11" fmla="*/ 8429801 h 11458751"/>
                <a:gd name="connsiteX12" fmla="*/ 5526733 w 7979303"/>
                <a:gd name="connsiteY12" fmla="*/ 7396338 h 11458751"/>
                <a:gd name="connsiteX13" fmla="*/ 5202883 w 7979303"/>
                <a:gd name="connsiteY13" fmla="*/ 7386813 h 11458751"/>
                <a:gd name="connsiteX14" fmla="*/ 4940945 w 7979303"/>
                <a:gd name="connsiteY14" fmla="*/ 7429676 h 11458751"/>
                <a:gd name="connsiteX15" fmla="*/ 3802707 w 7979303"/>
                <a:gd name="connsiteY15" fmla="*/ 5784232 h 11458751"/>
                <a:gd name="connsiteX16" fmla="*/ 3683645 w 7979303"/>
                <a:gd name="connsiteY16" fmla="*/ 5886627 h 11458751"/>
                <a:gd name="connsiteX17" fmla="*/ 3533627 w 7979303"/>
                <a:gd name="connsiteY17" fmla="*/ 9408495 h 11458751"/>
                <a:gd name="connsiteX18" fmla="*/ 2954982 w 7979303"/>
                <a:gd name="connsiteY18" fmla="*/ 8446469 h 11458751"/>
                <a:gd name="connsiteX19" fmla="*/ 3040708 w 7979303"/>
                <a:gd name="connsiteY19" fmla="*/ 8201201 h 11458751"/>
                <a:gd name="connsiteX20" fmla="*/ 2838302 w 7979303"/>
                <a:gd name="connsiteY20" fmla="*/ 8446470 h 11458751"/>
                <a:gd name="connsiteX21" fmla="*/ 3690789 w 7979303"/>
                <a:gd name="connsiteY21" fmla="*/ 11249201 h 11458751"/>
                <a:gd name="connsiteX22" fmla="*/ 3533627 w 7979303"/>
                <a:gd name="connsiteY22" fmla="*/ 11458751 h 11458751"/>
                <a:gd name="connsiteX23" fmla="*/ 311795 w 7979303"/>
                <a:gd name="connsiteY23" fmla="*/ 4753151 h 11458751"/>
                <a:gd name="connsiteX24" fmla="*/ 616595 w 7979303"/>
                <a:gd name="connsiteY24" fmla="*/ 4724576 h 11458751"/>
                <a:gd name="connsiteX25" fmla="*/ 1297633 w 7979303"/>
                <a:gd name="connsiteY25" fmla="*/ 6286676 h 11458751"/>
                <a:gd name="connsiteX26" fmla="*/ 1426221 w 7979303"/>
                <a:gd name="connsiteY26" fmla="*/ 6119988 h 11458751"/>
                <a:gd name="connsiteX27" fmla="*/ 1111895 w 7979303"/>
                <a:gd name="connsiteY27" fmla="*/ 3124376 h 11458751"/>
                <a:gd name="connsiteX28" fmla="*/ 1516708 w 7979303"/>
                <a:gd name="connsiteY28" fmla="*/ 3267250 h 11458751"/>
                <a:gd name="connsiteX29" fmla="*/ 1816745 w 7979303"/>
                <a:gd name="connsiteY29" fmla="*/ 3953051 h 11458751"/>
                <a:gd name="connsiteX30" fmla="*/ 1957239 w 7979303"/>
                <a:gd name="connsiteY30" fmla="*/ 3926857 h 11458751"/>
                <a:gd name="connsiteX31" fmla="*/ 3412183 w 7979303"/>
                <a:gd name="connsiteY31" fmla="*/ 176 h 11458751"/>
                <a:gd name="connsiteX0" fmla="*/ 3412183 w 8014370"/>
                <a:gd name="connsiteY0" fmla="*/ 176 h 11458751"/>
                <a:gd name="connsiteX1" fmla="*/ 3591253 w 8014370"/>
                <a:gd name="connsiteY1" fmla="*/ 244016 h 11458751"/>
                <a:gd name="connsiteX2" fmla="*/ 6126808 w 8014370"/>
                <a:gd name="connsiteY2" fmla="*/ 5715176 h 11458751"/>
                <a:gd name="connsiteX3" fmla="*/ 6272064 w 8014370"/>
                <a:gd name="connsiteY3" fmla="*/ 5624688 h 11458751"/>
                <a:gd name="connsiteX4" fmla="*/ 5798195 w 8014370"/>
                <a:gd name="connsiteY4" fmla="*/ 4424538 h 11458751"/>
                <a:gd name="connsiteX5" fmla="*/ 6224441 w 8014370"/>
                <a:gd name="connsiteY5" fmla="*/ 3938763 h 11458751"/>
                <a:gd name="connsiteX6" fmla="*/ 7869883 w 8014370"/>
                <a:gd name="connsiteY6" fmla="*/ 6343826 h 11458751"/>
                <a:gd name="connsiteX7" fmla="*/ 6555433 w 8014370"/>
                <a:gd name="connsiteY7" fmla="*/ 10744376 h 11458751"/>
                <a:gd name="connsiteX8" fmla="*/ 6355408 w 8014370"/>
                <a:gd name="connsiteY8" fmla="*/ 10487201 h 11458751"/>
                <a:gd name="connsiteX9" fmla="*/ 6155383 w 8014370"/>
                <a:gd name="connsiteY9" fmla="*/ 7744001 h 11458751"/>
                <a:gd name="connsiteX10" fmla="*/ 6041083 w 8014370"/>
                <a:gd name="connsiteY10" fmla="*/ 8544101 h 11458751"/>
                <a:gd name="connsiteX11" fmla="*/ 5841058 w 8014370"/>
                <a:gd name="connsiteY11" fmla="*/ 8429801 h 11458751"/>
                <a:gd name="connsiteX12" fmla="*/ 5526733 w 8014370"/>
                <a:gd name="connsiteY12" fmla="*/ 7396338 h 11458751"/>
                <a:gd name="connsiteX13" fmla="*/ 5202883 w 8014370"/>
                <a:gd name="connsiteY13" fmla="*/ 7386813 h 11458751"/>
                <a:gd name="connsiteX14" fmla="*/ 4940945 w 8014370"/>
                <a:gd name="connsiteY14" fmla="*/ 7429676 h 11458751"/>
                <a:gd name="connsiteX15" fmla="*/ 3802707 w 8014370"/>
                <a:gd name="connsiteY15" fmla="*/ 5784232 h 11458751"/>
                <a:gd name="connsiteX16" fmla="*/ 3683645 w 8014370"/>
                <a:gd name="connsiteY16" fmla="*/ 5886627 h 11458751"/>
                <a:gd name="connsiteX17" fmla="*/ 3533627 w 8014370"/>
                <a:gd name="connsiteY17" fmla="*/ 9408495 h 11458751"/>
                <a:gd name="connsiteX18" fmla="*/ 2954982 w 8014370"/>
                <a:gd name="connsiteY18" fmla="*/ 8446469 h 11458751"/>
                <a:gd name="connsiteX19" fmla="*/ 3040708 w 8014370"/>
                <a:gd name="connsiteY19" fmla="*/ 8201201 h 11458751"/>
                <a:gd name="connsiteX20" fmla="*/ 2838302 w 8014370"/>
                <a:gd name="connsiteY20" fmla="*/ 8446470 h 11458751"/>
                <a:gd name="connsiteX21" fmla="*/ 3690789 w 8014370"/>
                <a:gd name="connsiteY21" fmla="*/ 11249201 h 11458751"/>
                <a:gd name="connsiteX22" fmla="*/ 3533627 w 8014370"/>
                <a:gd name="connsiteY22" fmla="*/ 11458751 h 11458751"/>
                <a:gd name="connsiteX23" fmla="*/ 311795 w 8014370"/>
                <a:gd name="connsiteY23" fmla="*/ 4753151 h 11458751"/>
                <a:gd name="connsiteX24" fmla="*/ 616595 w 8014370"/>
                <a:gd name="connsiteY24" fmla="*/ 4724576 h 11458751"/>
                <a:gd name="connsiteX25" fmla="*/ 1297633 w 8014370"/>
                <a:gd name="connsiteY25" fmla="*/ 6286676 h 11458751"/>
                <a:gd name="connsiteX26" fmla="*/ 1426221 w 8014370"/>
                <a:gd name="connsiteY26" fmla="*/ 6119988 h 11458751"/>
                <a:gd name="connsiteX27" fmla="*/ 1111895 w 8014370"/>
                <a:gd name="connsiteY27" fmla="*/ 3124376 h 11458751"/>
                <a:gd name="connsiteX28" fmla="*/ 1516708 w 8014370"/>
                <a:gd name="connsiteY28" fmla="*/ 3267250 h 11458751"/>
                <a:gd name="connsiteX29" fmla="*/ 1816745 w 8014370"/>
                <a:gd name="connsiteY29" fmla="*/ 3953051 h 11458751"/>
                <a:gd name="connsiteX30" fmla="*/ 1957239 w 8014370"/>
                <a:gd name="connsiteY30" fmla="*/ 3926857 h 11458751"/>
                <a:gd name="connsiteX31" fmla="*/ 3412183 w 8014370"/>
                <a:gd name="connsiteY31" fmla="*/ 176 h 11458751"/>
                <a:gd name="connsiteX0" fmla="*/ 3412183 w 8016647"/>
                <a:gd name="connsiteY0" fmla="*/ 176 h 11458751"/>
                <a:gd name="connsiteX1" fmla="*/ 3591253 w 8016647"/>
                <a:gd name="connsiteY1" fmla="*/ 244016 h 11458751"/>
                <a:gd name="connsiteX2" fmla="*/ 6126808 w 8016647"/>
                <a:gd name="connsiteY2" fmla="*/ 5715176 h 11458751"/>
                <a:gd name="connsiteX3" fmla="*/ 6272064 w 8016647"/>
                <a:gd name="connsiteY3" fmla="*/ 5624688 h 11458751"/>
                <a:gd name="connsiteX4" fmla="*/ 5798195 w 8016647"/>
                <a:gd name="connsiteY4" fmla="*/ 4424538 h 11458751"/>
                <a:gd name="connsiteX5" fmla="*/ 6224441 w 8016647"/>
                <a:gd name="connsiteY5" fmla="*/ 3938763 h 11458751"/>
                <a:gd name="connsiteX6" fmla="*/ 7869883 w 8016647"/>
                <a:gd name="connsiteY6" fmla="*/ 6343826 h 11458751"/>
                <a:gd name="connsiteX7" fmla="*/ 6555433 w 8016647"/>
                <a:gd name="connsiteY7" fmla="*/ 10744376 h 11458751"/>
                <a:gd name="connsiteX8" fmla="*/ 6355408 w 8016647"/>
                <a:gd name="connsiteY8" fmla="*/ 10487201 h 11458751"/>
                <a:gd name="connsiteX9" fmla="*/ 6155383 w 8016647"/>
                <a:gd name="connsiteY9" fmla="*/ 7744001 h 11458751"/>
                <a:gd name="connsiteX10" fmla="*/ 6041083 w 8016647"/>
                <a:gd name="connsiteY10" fmla="*/ 8544101 h 11458751"/>
                <a:gd name="connsiteX11" fmla="*/ 5841058 w 8016647"/>
                <a:gd name="connsiteY11" fmla="*/ 8429801 h 11458751"/>
                <a:gd name="connsiteX12" fmla="*/ 5526733 w 8016647"/>
                <a:gd name="connsiteY12" fmla="*/ 7396338 h 11458751"/>
                <a:gd name="connsiteX13" fmla="*/ 5202883 w 8016647"/>
                <a:gd name="connsiteY13" fmla="*/ 7386813 h 11458751"/>
                <a:gd name="connsiteX14" fmla="*/ 4940945 w 8016647"/>
                <a:gd name="connsiteY14" fmla="*/ 7429676 h 11458751"/>
                <a:gd name="connsiteX15" fmla="*/ 3802707 w 8016647"/>
                <a:gd name="connsiteY15" fmla="*/ 5784232 h 11458751"/>
                <a:gd name="connsiteX16" fmla="*/ 3683645 w 8016647"/>
                <a:gd name="connsiteY16" fmla="*/ 5886627 h 11458751"/>
                <a:gd name="connsiteX17" fmla="*/ 3533627 w 8016647"/>
                <a:gd name="connsiteY17" fmla="*/ 9408495 h 11458751"/>
                <a:gd name="connsiteX18" fmla="*/ 2954982 w 8016647"/>
                <a:gd name="connsiteY18" fmla="*/ 8446469 h 11458751"/>
                <a:gd name="connsiteX19" fmla="*/ 3040708 w 8016647"/>
                <a:gd name="connsiteY19" fmla="*/ 8201201 h 11458751"/>
                <a:gd name="connsiteX20" fmla="*/ 2838302 w 8016647"/>
                <a:gd name="connsiteY20" fmla="*/ 8446470 h 11458751"/>
                <a:gd name="connsiteX21" fmla="*/ 3690789 w 8016647"/>
                <a:gd name="connsiteY21" fmla="*/ 11249201 h 11458751"/>
                <a:gd name="connsiteX22" fmla="*/ 3533627 w 8016647"/>
                <a:gd name="connsiteY22" fmla="*/ 11458751 h 11458751"/>
                <a:gd name="connsiteX23" fmla="*/ 311795 w 8016647"/>
                <a:gd name="connsiteY23" fmla="*/ 4753151 h 11458751"/>
                <a:gd name="connsiteX24" fmla="*/ 616595 w 8016647"/>
                <a:gd name="connsiteY24" fmla="*/ 4724576 h 11458751"/>
                <a:gd name="connsiteX25" fmla="*/ 1297633 w 8016647"/>
                <a:gd name="connsiteY25" fmla="*/ 6286676 h 11458751"/>
                <a:gd name="connsiteX26" fmla="*/ 1426221 w 8016647"/>
                <a:gd name="connsiteY26" fmla="*/ 6119988 h 11458751"/>
                <a:gd name="connsiteX27" fmla="*/ 1111895 w 8016647"/>
                <a:gd name="connsiteY27" fmla="*/ 3124376 h 11458751"/>
                <a:gd name="connsiteX28" fmla="*/ 1516708 w 8016647"/>
                <a:gd name="connsiteY28" fmla="*/ 3267250 h 11458751"/>
                <a:gd name="connsiteX29" fmla="*/ 1816745 w 8016647"/>
                <a:gd name="connsiteY29" fmla="*/ 3953051 h 11458751"/>
                <a:gd name="connsiteX30" fmla="*/ 1957239 w 8016647"/>
                <a:gd name="connsiteY30" fmla="*/ 3926857 h 11458751"/>
                <a:gd name="connsiteX31" fmla="*/ 3412183 w 8016647"/>
                <a:gd name="connsiteY31" fmla="*/ 176 h 11458751"/>
                <a:gd name="connsiteX0" fmla="*/ 3412183 w 8021706"/>
                <a:gd name="connsiteY0" fmla="*/ 176 h 11458751"/>
                <a:gd name="connsiteX1" fmla="*/ 3591253 w 8021706"/>
                <a:gd name="connsiteY1" fmla="*/ 244016 h 11458751"/>
                <a:gd name="connsiteX2" fmla="*/ 6126808 w 8021706"/>
                <a:gd name="connsiteY2" fmla="*/ 5715176 h 11458751"/>
                <a:gd name="connsiteX3" fmla="*/ 6272064 w 8021706"/>
                <a:gd name="connsiteY3" fmla="*/ 5624688 h 11458751"/>
                <a:gd name="connsiteX4" fmla="*/ 5798195 w 8021706"/>
                <a:gd name="connsiteY4" fmla="*/ 4424538 h 11458751"/>
                <a:gd name="connsiteX5" fmla="*/ 6224441 w 8021706"/>
                <a:gd name="connsiteY5" fmla="*/ 3938763 h 11458751"/>
                <a:gd name="connsiteX6" fmla="*/ 7869883 w 8021706"/>
                <a:gd name="connsiteY6" fmla="*/ 6343826 h 11458751"/>
                <a:gd name="connsiteX7" fmla="*/ 6555433 w 8021706"/>
                <a:gd name="connsiteY7" fmla="*/ 10744376 h 11458751"/>
                <a:gd name="connsiteX8" fmla="*/ 6355408 w 8021706"/>
                <a:gd name="connsiteY8" fmla="*/ 10487201 h 11458751"/>
                <a:gd name="connsiteX9" fmla="*/ 6155383 w 8021706"/>
                <a:gd name="connsiteY9" fmla="*/ 7744001 h 11458751"/>
                <a:gd name="connsiteX10" fmla="*/ 6041083 w 8021706"/>
                <a:gd name="connsiteY10" fmla="*/ 8544101 h 11458751"/>
                <a:gd name="connsiteX11" fmla="*/ 5841058 w 8021706"/>
                <a:gd name="connsiteY11" fmla="*/ 8429801 h 11458751"/>
                <a:gd name="connsiteX12" fmla="*/ 5526733 w 8021706"/>
                <a:gd name="connsiteY12" fmla="*/ 7396338 h 11458751"/>
                <a:gd name="connsiteX13" fmla="*/ 5202883 w 8021706"/>
                <a:gd name="connsiteY13" fmla="*/ 7386813 h 11458751"/>
                <a:gd name="connsiteX14" fmla="*/ 4940945 w 8021706"/>
                <a:gd name="connsiteY14" fmla="*/ 7429676 h 11458751"/>
                <a:gd name="connsiteX15" fmla="*/ 3802707 w 8021706"/>
                <a:gd name="connsiteY15" fmla="*/ 5784232 h 11458751"/>
                <a:gd name="connsiteX16" fmla="*/ 3683645 w 8021706"/>
                <a:gd name="connsiteY16" fmla="*/ 5886627 h 11458751"/>
                <a:gd name="connsiteX17" fmla="*/ 3533627 w 8021706"/>
                <a:gd name="connsiteY17" fmla="*/ 9408495 h 11458751"/>
                <a:gd name="connsiteX18" fmla="*/ 2954982 w 8021706"/>
                <a:gd name="connsiteY18" fmla="*/ 8446469 h 11458751"/>
                <a:gd name="connsiteX19" fmla="*/ 3040708 w 8021706"/>
                <a:gd name="connsiteY19" fmla="*/ 8201201 h 11458751"/>
                <a:gd name="connsiteX20" fmla="*/ 2838302 w 8021706"/>
                <a:gd name="connsiteY20" fmla="*/ 8446470 h 11458751"/>
                <a:gd name="connsiteX21" fmla="*/ 3690789 w 8021706"/>
                <a:gd name="connsiteY21" fmla="*/ 11249201 h 11458751"/>
                <a:gd name="connsiteX22" fmla="*/ 3533627 w 8021706"/>
                <a:gd name="connsiteY22" fmla="*/ 11458751 h 11458751"/>
                <a:gd name="connsiteX23" fmla="*/ 311795 w 8021706"/>
                <a:gd name="connsiteY23" fmla="*/ 4753151 h 11458751"/>
                <a:gd name="connsiteX24" fmla="*/ 616595 w 8021706"/>
                <a:gd name="connsiteY24" fmla="*/ 4724576 h 11458751"/>
                <a:gd name="connsiteX25" fmla="*/ 1297633 w 8021706"/>
                <a:gd name="connsiteY25" fmla="*/ 6286676 h 11458751"/>
                <a:gd name="connsiteX26" fmla="*/ 1426221 w 8021706"/>
                <a:gd name="connsiteY26" fmla="*/ 6119988 h 11458751"/>
                <a:gd name="connsiteX27" fmla="*/ 1111895 w 8021706"/>
                <a:gd name="connsiteY27" fmla="*/ 3124376 h 11458751"/>
                <a:gd name="connsiteX28" fmla="*/ 1516708 w 8021706"/>
                <a:gd name="connsiteY28" fmla="*/ 3267250 h 11458751"/>
                <a:gd name="connsiteX29" fmla="*/ 1816745 w 8021706"/>
                <a:gd name="connsiteY29" fmla="*/ 3953051 h 11458751"/>
                <a:gd name="connsiteX30" fmla="*/ 1957239 w 8021706"/>
                <a:gd name="connsiteY30" fmla="*/ 3926857 h 11458751"/>
                <a:gd name="connsiteX31" fmla="*/ 3412183 w 802170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019776" h="11458751">
                  <a:moveTo>
                    <a:pt x="3412183" y="176"/>
                  </a:moveTo>
                  <a:cubicBezTo>
                    <a:pt x="3492511" y="-6650"/>
                    <a:pt x="3598555" y="187977"/>
                    <a:pt x="3591253" y="244016"/>
                  </a:cubicBezTo>
                  <a:cubicBezTo>
                    <a:pt x="3330841" y="2242542"/>
                    <a:pt x="4325948" y="4215306"/>
                    <a:pt x="6126808" y="5715176"/>
                  </a:cubicBezTo>
                  <a:cubicBezTo>
                    <a:pt x="6272064" y="5846145"/>
                    <a:pt x="6272064" y="5703269"/>
                    <a:pt x="6272064" y="5624688"/>
                  </a:cubicBezTo>
                  <a:cubicBezTo>
                    <a:pt x="6304607" y="5150027"/>
                    <a:pt x="5960914" y="4823000"/>
                    <a:pt x="5798195" y="4424538"/>
                  </a:cubicBezTo>
                  <a:cubicBezTo>
                    <a:pt x="5593408" y="4010200"/>
                    <a:pt x="6076804" y="3812557"/>
                    <a:pt x="6224441" y="3938763"/>
                  </a:cubicBezTo>
                  <a:cubicBezTo>
                    <a:pt x="7178530" y="4743625"/>
                    <a:pt x="7432528" y="5343701"/>
                    <a:pt x="7869883" y="6343826"/>
                  </a:cubicBezTo>
                  <a:cubicBezTo>
                    <a:pt x="8374708" y="8248826"/>
                    <a:pt x="7520632" y="9749014"/>
                    <a:pt x="6555433" y="10744376"/>
                  </a:cubicBezTo>
                  <a:cubicBezTo>
                    <a:pt x="6418908" y="10671351"/>
                    <a:pt x="6390333" y="10630076"/>
                    <a:pt x="6355408" y="10487201"/>
                  </a:cubicBezTo>
                  <a:cubicBezTo>
                    <a:pt x="6657033" y="9331501"/>
                    <a:pt x="6603058" y="8683801"/>
                    <a:pt x="6155383" y="7744001"/>
                  </a:cubicBezTo>
                  <a:cubicBezTo>
                    <a:pt x="6015683" y="7902751"/>
                    <a:pt x="6149033" y="8302801"/>
                    <a:pt x="6041083" y="8544101"/>
                  </a:cubicBezTo>
                  <a:cubicBezTo>
                    <a:pt x="5887625" y="8639351"/>
                    <a:pt x="5848466" y="8620301"/>
                    <a:pt x="5695008" y="8448851"/>
                  </a:cubicBezTo>
                  <a:cubicBezTo>
                    <a:pt x="5626216" y="8059913"/>
                    <a:pt x="5582825" y="7747176"/>
                    <a:pt x="5526733" y="7396338"/>
                  </a:cubicBezTo>
                  <a:cubicBezTo>
                    <a:pt x="5288608" y="7236794"/>
                    <a:pt x="5287814" y="7139957"/>
                    <a:pt x="5202883" y="7386813"/>
                  </a:cubicBezTo>
                  <a:cubicBezTo>
                    <a:pt x="5105252" y="7392369"/>
                    <a:pt x="5156845" y="7685660"/>
                    <a:pt x="4940945" y="7429676"/>
                  </a:cubicBezTo>
                  <a:cubicBezTo>
                    <a:pt x="4618682" y="6804995"/>
                    <a:pt x="4186882" y="6166026"/>
                    <a:pt x="3802707" y="5784232"/>
                  </a:cubicBezTo>
                  <a:cubicBezTo>
                    <a:pt x="3687613" y="5610402"/>
                    <a:pt x="3590777" y="5595320"/>
                    <a:pt x="3683645" y="5886627"/>
                  </a:cubicBezTo>
                  <a:cubicBezTo>
                    <a:pt x="4562326" y="6970096"/>
                    <a:pt x="4093220" y="8379795"/>
                    <a:pt x="3533627" y="9408495"/>
                  </a:cubicBezTo>
                  <a:cubicBezTo>
                    <a:pt x="3250258" y="9879983"/>
                    <a:pt x="3014513" y="8717931"/>
                    <a:pt x="2954982" y="8446469"/>
                  </a:cubicBezTo>
                  <a:cubicBezTo>
                    <a:pt x="3045469" y="8394081"/>
                    <a:pt x="3045470" y="8298832"/>
                    <a:pt x="3040708" y="8201201"/>
                  </a:cubicBezTo>
                  <a:cubicBezTo>
                    <a:pt x="2978001" y="8209139"/>
                    <a:pt x="2865290" y="8283751"/>
                    <a:pt x="2838302" y="8446470"/>
                  </a:cubicBezTo>
                  <a:cubicBezTo>
                    <a:pt x="2881957" y="9354520"/>
                    <a:pt x="2346971" y="10055401"/>
                    <a:pt x="3690789" y="11249201"/>
                  </a:cubicBezTo>
                  <a:cubicBezTo>
                    <a:pt x="3682852" y="11334926"/>
                    <a:pt x="3639196" y="11399219"/>
                    <a:pt x="3533627" y="11458751"/>
                  </a:cubicBezTo>
                  <a:cubicBezTo>
                    <a:pt x="226072" y="10668176"/>
                    <a:pt x="-517674" y="6788326"/>
                    <a:pt x="311795" y="4753151"/>
                  </a:cubicBezTo>
                  <a:cubicBezTo>
                    <a:pt x="356245" y="4689651"/>
                    <a:pt x="508645" y="4651551"/>
                    <a:pt x="616595" y="4724576"/>
                  </a:cubicBezTo>
                  <a:cubicBezTo>
                    <a:pt x="805508" y="5250038"/>
                    <a:pt x="975370" y="5765976"/>
                    <a:pt x="1297633" y="6286676"/>
                  </a:cubicBezTo>
                  <a:cubicBezTo>
                    <a:pt x="1526233" y="6558139"/>
                    <a:pt x="1473846" y="6253337"/>
                    <a:pt x="1426221" y="6119988"/>
                  </a:cubicBezTo>
                  <a:cubicBezTo>
                    <a:pt x="992834" y="5219876"/>
                    <a:pt x="640408" y="4186413"/>
                    <a:pt x="1111895" y="3124376"/>
                  </a:cubicBezTo>
                  <a:cubicBezTo>
                    <a:pt x="1369071" y="2730676"/>
                    <a:pt x="1478608" y="3170413"/>
                    <a:pt x="1516708" y="3267250"/>
                  </a:cubicBezTo>
                  <a:cubicBezTo>
                    <a:pt x="1616720" y="3495850"/>
                    <a:pt x="1726258" y="3867327"/>
                    <a:pt x="1816745" y="3953051"/>
                  </a:cubicBezTo>
                  <a:cubicBezTo>
                    <a:pt x="2072332" y="4278488"/>
                    <a:pt x="2063601" y="3941939"/>
                    <a:pt x="1957239" y="3926857"/>
                  </a:cubicBezTo>
                  <a:cubicBezTo>
                    <a:pt x="1897707" y="2610026"/>
                    <a:pt x="2812108" y="781226"/>
                    <a:pt x="3412183" y="176"/>
                  </a:cubicBezTo>
                  <a:close/>
                </a:path>
              </a:pathLst>
            </a:cu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804" name="矩形 803"/>
          <p:cNvSpPr/>
          <p:nvPr/>
        </p:nvSpPr>
        <p:spPr>
          <a:xfrm>
            <a:off x="0" y="0"/>
            <a:ext cx="2409371" cy="6858000"/>
          </a:xfrm>
          <a:prstGeom prst="rect">
            <a:avLst/>
          </a:prstGeom>
          <a:solidFill>
            <a:srgbClr val="4CC4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05" name="矩形 804"/>
          <p:cNvSpPr/>
          <p:nvPr/>
        </p:nvSpPr>
        <p:spPr>
          <a:xfrm>
            <a:off x="9782629" y="0"/>
            <a:ext cx="2409371" cy="6858000"/>
          </a:xfrm>
          <a:prstGeom prst="rect">
            <a:avLst/>
          </a:prstGeom>
          <a:solidFill>
            <a:srgbClr val="4CC4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04" name="文本框 603"/>
          <p:cNvSpPr txBox="1"/>
          <p:nvPr/>
        </p:nvSpPr>
        <p:spPr>
          <a:xfrm>
            <a:off x="2854131" y="3720967"/>
            <a:ext cx="6764445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8000" b="1" dirty="0" smtClean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企业策略游戏</a:t>
            </a:r>
            <a:endParaRPr lang="en-US" altLang="zh-CN" sz="8000" b="1" dirty="0" smtClean="0">
              <a:solidFill>
                <a:prstClr val="white"/>
              </a:solidFill>
              <a:latin typeface="华光综艺_CNKI" panose="02000500000000000000" pitchFamily="2" charset="-122"/>
              <a:ea typeface="华光综艺_CNKI" panose="02000500000000000000" pitchFamily="2" charset="-122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6000" b="1" noProof="0" dirty="0" smtClean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《</a:t>
            </a:r>
            <a:r>
              <a:rPr lang="zh-CN" altLang="en-US" sz="6000" b="1" noProof="0" dirty="0" smtClean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绿神话</a:t>
            </a:r>
            <a:r>
              <a:rPr lang="en-US" altLang="zh-CN" sz="6000" b="1" noProof="0" dirty="0" smtClean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》</a:t>
            </a:r>
            <a:endParaRPr kumimoji="0" lang="zh-CN" altLang="en-US" sz="6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光综艺_CNKI" panose="02000500000000000000" pitchFamily="2" charset="-122"/>
              <a:ea typeface="华光综艺_CNKI" panose="020005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987811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8000"/>
    </mc:Choice>
    <mc:Fallback xmlns="">
      <p:transition spd="slow" advClick="0" advTm="8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5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autoRev="1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Scale>
                                      <p:cBhvr>
                                        <p:cTn id="9" dur="150" fill="hold"/>
                                        <p:tgtEl>
                                          <p:spTgt spid="611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6" presetClass="entr" presetSubtype="37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1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mph" presetSubtype="0" autoRev="1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animScale>
                                      <p:cBhvr>
                                        <p:cTn id="14" dur="150" fill="hold"/>
                                        <p:tgtEl>
                                          <p:spTgt spid="289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22" presetClass="entr" presetSubtype="1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5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2" presetClass="path" presetSubtype="0" accel="50000" decel="50000" autoRev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-3.54167E-6 0 L -0.0375 -0.00023 " pathEditMode="relative" rAng="0" ptsTypes="AA">
                                      <p:cBhvr>
                                        <p:cTn id="31" dur="2000" spd="-1000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75" y="-23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1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autoRev="1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animMotion origin="layout" path="M -3.54167E-6 0 L -0.0375 -0.00023 " pathEditMode="relative" rAng="0" ptsTypes="AA">
                                      <p:cBhvr>
                                        <p:cTn id="35" dur="2000" spd="-100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75" y="-23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1" presetClass="entr" presetSubtype="0" fill="hold" grpId="1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autoRev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-3.54167E-6 0 L -0.0375 -0.00023 " pathEditMode="relative" rAng="0" ptsTypes="AA">
                                      <p:cBhvr>
                                        <p:cTn id="39" dur="2000" spd="-1000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75" y="-23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repeatCount="indefinite" accel="26000" decel="3100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Motion origin="layout" path="M 2.29167E-6 -1.48148E-6 L -0.06485 -1.48148E-6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2" y="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47" dur="100" fill="hold"/>
                                        <p:tgtEl>
                                          <p:spTgt spid="27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48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15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5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53" dur="100" fill="hold"/>
                                        <p:tgtEl>
                                          <p:spTgt spid="305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54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15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5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59" dur="100" fill="hold"/>
                                        <p:tgtEl>
                                          <p:spTgt spid="303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60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15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5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65" dur="100" fill="hold"/>
                                        <p:tgtEl>
                                          <p:spTgt spid="300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66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15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5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71" dur="100" fill="hold"/>
                                        <p:tgtEl>
                                          <p:spTgt spid="301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72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1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77" dur="100" fill="hold"/>
                                        <p:tgtEl>
                                          <p:spTgt spid="302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78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1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83" dur="100" fill="hold"/>
                                        <p:tgtEl>
                                          <p:spTgt spid="31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84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1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89" dur="100" fill="hold"/>
                                        <p:tgtEl>
                                          <p:spTgt spid="28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90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15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5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95" dur="100" fill="hold"/>
                                        <p:tgtEl>
                                          <p:spTgt spid="308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96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15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5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101" dur="100" fill="hold"/>
                                        <p:tgtEl>
                                          <p:spTgt spid="309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02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15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5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107" dur="100" fill="hold"/>
                                        <p:tgtEl>
                                          <p:spTgt spid="298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08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5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5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6" presetClass="emph" presetSubtype="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13" dur="100" fill="hold"/>
                                        <p:tgtEl>
                                          <p:spTgt spid="299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14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15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5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119" dur="1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15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5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125" dur="100" fill="hold"/>
                                        <p:tgtEl>
                                          <p:spTgt spid="310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26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8" dur="1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6" presetClass="emph" presetSubtype="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31" dur="100" fill="hold"/>
                                        <p:tgtEl>
                                          <p:spTgt spid="311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32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150" fill="hold"/>
                                        <p:tgtEl>
                                          <p:spTgt spid="7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50" fill="hold"/>
                                        <p:tgtEl>
                                          <p:spTgt spid="7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137" dur="100" fill="hold"/>
                                        <p:tgtEl>
                                          <p:spTgt spid="729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38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15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5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143" dur="100" fill="hold"/>
                                        <p:tgtEl>
                                          <p:spTgt spid="312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44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15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5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149" dur="100" fill="hold"/>
                                        <p:tgtEl>
                                          <p:spTgt spid="306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2" dur="150" fill="hold"/>
                                        <p:tgtEl>
                                          <p:spTgt spid="7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150" fill="hold"/>
                                        <p:tgtEl>
                                          <p:spTgt spid="7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155" dur="100" fill="hold"/>
                                        <p:tgtEl>
                                          <p:spTgt spid="760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56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1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1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161" dur="100" fill="hold"/>
                                        <p:tgtEl>
                                          <p:spTgt spid="25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4" dur="150" fill="hold"/>
                                        <p:tgtEl>
                                          <p:spTgt spid="7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150" fill="hold"/>
                                        <p:tgtEl>
                                          <p:spTgt spid="7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167" dur="100" fill="hold"/>
                                        <p:tgtEl>
                                          <p:spTgt spid="759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68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150" fill="hold"/>
                                        <p:tgtEl>
                                          <p:spTgt spid="7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150" fill="hold"/>
                                        <p:tgtEl>
                                          <p:spTgt spid="7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173" dur="100" fill="hold"/>
                                        <p:tgtEl>
                                          <p:spTgt spid="797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23" presetClass="entr" presetSubtype="16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8" dur="15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15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" presetID="6" presetClass="emph" presetSubtype="0" autoRev="1" fill="hold" grpId="1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191" dur="100" fill="hold"/>
                                        <p:tgtEl>
                                          <p:spTgt spid="449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92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15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15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6" presetClass="emph" presetSubtype="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97" dur="100" fill="hold"/>
                                        <p:tgtEl>
                                          <p:spTgt spid="291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198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15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15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203" dur="100" fill="hold"/>
                                        <p:tgtEl>
                                          <p:spTgt spid="307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15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15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209" dur="100" fill="hold"/>
                                        <p:tgtEl>
                                          <p:spTgt spid="293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210" presetID="16" presetClass="entr" presetSubtype="37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2" dur="15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6" presetClass="emph" presetSubtype="0" autoRev="1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animScale>
                                      <p:cBhvr>
                                        <p:cTn id="214" dur="150" fill="hold"/>
                                        <p:tgtEl>
                                          <p:spTgt spid="288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215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15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5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220" dur="1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221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1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226" dur="100" fill="hold"/>
                                        <p:tgtEl>
                                          <p:spTgt spid="24"/>
                                        </p:tgtEl>
                                      </p:cBhvr>
                                      <p:by x="106000" y="106000"/>
                                    </p:animScale>
                                  </p:childTnLst>
                                </p:cTn>
                              </p:par>
                              <p:par>
                                <p:cTn id="227" presetID="2" presetClass="entr" presetSubtype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9" dur="12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(#ppt_y-(-#ppt_h/2))*7.5625*$^2+(-#ppt_h/2)">
                                          <p:val>
                                            <p:strVal val="0"/>
                                          </p:val>
                                        </p:tav>
                                        <p:tav tm="36360" fmla="(#ppt_y-(-#ppt_h/2))*(7.5625*($-6/11)^2+0.75)+(-#ppt_h/2)">
                                          <p:val>
                                            <p:strVal val=".3636"/>
                                          </p:val>
                                        </p:tav>
                                        <p:tav tm="72730" fmla="(#ppt_y-(-#ppt_h/2))*(7.5625*($-9/11)^2+0.9375)+(-#ppt_h/2)">
                                          <p:val>
                                            <p:strVal val=".7273"/>
                                          </p:val>
                                        </p:tav>
                                        <p:tav tm="90910" fmla="(#ppt_y-(-#ppt_h/2))*(7.5625*($-10.5/11)^2+0.984375)+(-#ppt_h/2)">
                                          <p:val>
                                            <p:strVal val=".9091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0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2" dur="150" fill="hold"/>
                                        <p:tgtEl>
                                          <p:spTgt spid="8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3" dur="150" fill="hold"/>
                                        <p:tgtEl>
                                          <p:spTgt spid="8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6" presetClass="emph" presetSubtype="0" autoRev="1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animScale>
                                      <p:cBhvr>
                                        <p:cTn id="235" dur="250" fill="hold"/>
                                        <p:tgtEl>
                                          <p:spTgt spid="80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36" presetID="1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42" presetClass="path" presetSubtype="0" repeatCount="indefinite" accel="50000" decel="5000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animMotion origin="layout" path="M -0.62604 0.00972 L 0.18412 0.00625 " pathEditMode="relative" rAng="0" ptsTypes="AA">
                                      <p:cBhvr>
                                        <p:cTn id="239" dur="8250" spd="-10000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508" y="-185"/>
                                    </p:animMotion>
                                  </p:childTnLst>
                                </p:cTn>
                              </p:par>
                              <p:par>
                                <p:cTn id="240" presetID="1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42" presetClass="path" presetSubtype="0" repeatCount="indefinite" accel="50000" decel="5000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Motion origin="layout" path="M -0.50352 0.02222 L 0.33542 -0.0044 " pathEditMode="relative" rAng="0" ptsTypes="AA">
                                      <p:cBhvr>
                                        <p:cTn id="243" dur="8250" spd="-100000" fill="hold"/>
                                        <p:tgtEl>
                                          <p:spTgt spid="5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940" y="-1343"/>
                                    </p:animMotion>
                                  </p:childTnLst>
                                </p:cTn>
                              </p:par>
                              <p:par>
                                <p:cTn id="244" presetID="1" presetClass="entr" presetSubtype="0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" presetID="42" presetClass="path" presetSubtype="0" repeatCount="indefinite" accel="50000" decel="50000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animMotion origin="layout" path="M 0.49922 -0.02546 L -0.30898 0.01018 " pathEditMode="relative" rAng="0" ptsTypes="AA">
                                      <p:cBhvr>
                                        <p:cTn id="247" dur="8250" spd="-100000" fill="hold"/>
                                        <p:tgtEl>
                                          <p:spTgt spid="5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417" y="1782"/>
                                    </p:animMotion>
                                  </p:childTnLst>
                                </p:cTn>
                              </p:par>
                              <p:par>
                                <p:cTn id="248" presetID="1" presetClass="entr" presetSubtype="0" fill="hold" grpId="1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42" presetClass="path" presetSubtype="0" repeatCount="indefinite" accel="50000" decel="50000" fill="hold" grpId="0" nodeType="withEffect">
                                  <p:stCondLst>
                                    <p:cond delay="4200"/>
                                  </p:stCondLst>
                                  <p:childTnLst>
                                    <p:animMotion origin="layout" path="M -0.34701 -0.05417 L 0.30612 0.04838 " pathEditMode="relative" rAng="0" ptsTypes="AA">
                                      <p:cBhvr>
                                        <p:cTn id="251" dur="8250" spd="-100000" fill="hold"/>
                                        <p:tgtEl>
                                          <p:spTgt spid="6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656" y="5116"/>
                                    </p:animMotion>
                                  </p:childTnLst>
                                </p:cTn>
                              </p:par>
                              <p:par>
                                <p:cTn id="252" presetID="1" presetClass="entr" presetSubtype="0" fill="hold" grpId="1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42" presetClass="path" presetSubtype="0" repeatCount="indefinite" accel="50000" decel="50000" fill="hold" grpId="0" nodeType="withEffect">
                                  <p:stCondLst>
                                    <p:cond delay="4200"/>
                                  </p:stCondLst>
                                  <p:childTnLst>
                                    <p:animMotion origin="layout" path="M -0.34766 -0.05834 L 0.30573 0.04838 " pathEditMode="relative" rAng="0" ptsTypes="AA">
                                      <p:cBhvr>
                                        <p:cTn id="255" dur="8250" spd="-100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669" y="5324"/>
                                    </p:animMotion>
                                  </p:childTnLst>
                                </p:cTn>
                              </p:par>
                              <p:par>
                                <p:cTn id="256" presetID="1" presetClass="entr" presetSubtype="0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" presetID="42" presetClass="path" presetSubtype="0" repeatCount="indefinite" accel="50000" decel="50000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animMotion origin="layout" path="M 0.60599 -0.00416 L -0.14024 -0.03287 " pathEditMode="relative" rAng="0" ptsTypes="AA">
                                      <p:cBhvr>
                                        <p:cTn id="259" dur="8250" spd="-100000" fill="hold"/>
                                        <p:tgtEl>
                                          <p:spTgt spid="6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18" y="-1435"/>
                                    </p:animMotion>
                                  </p:childTnLst>
                                </p:cTn>
                              </p:par>
                              <p:par>
                                <p:cTn id="260" presetID="1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" presetID="42" presetClass="path" presetSubtype="0" repeatCount="indefinite" accel="50000" decel="5000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0.58112 -0.00764 L -0.32201 0.01042 " pathEditMode="relative" rAng="0" ptsTypes="AA">
                                      <p:cBhvr>
                                        <p:cTn id="263" dur="8250" spd="-100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5156" y="903"/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0" presetClass="path" presetSubtype="0" accel="50000" decel="5000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Motion origin="layout" path="M 0.00118 -0.00047 L -0.01705 0.00092 " pathEditMode="relative" rAng="0" ptsTypes="AA">
                                      <p:cBhvr>
                                        <p:cTn id="265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69"/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0" presetClass="path" presetSubtype="0" accel="50000" decel="50000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Motion origin="layout" path="M -4.58333E-6 1.48148E-6 L 0.01745 -0.00695 C 0.02305 -0.00347 0.02878 -0.00278 0.03464 0.00069 " pathEditMode="relative" rAng="0" ptsTypes="AAA">
                                      <p:cBhvr>
                                        <p:cTn id="26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32" y="-324"/>
                                    </p:animMotion>
                                  </p:childTnLst>
                                </p:cTn>
                              </p:par>
                              <p:par>
                                <p:cTn id="268" presetID="0" presetClass="path" presetSubtype="0" accel="50000" decel="5000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Motion origin="layout" path="M 0.03464 0.00069 L 0.0448 0.00139 L 0.07149 -0.00047 C 0.07553 0.00139 0.08646 -0.00023 0.0905 0.00231 " pathEditMode="relative" rAng="0" ptsTypes="AAAA">
                                      <p:cBhvr>
                                        <p:cTn id="269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86" y="23"/>
                                    </p:animMotion>
                                  </p:childTnLst>
                                </p:cTn>
                              </p:par>
                              <p:par>
                                <p:cTn id="270" presetID="0" presetClass="path" presetSubtype="0" accel="50000" decel="5000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0.00014 0.00232 L -0.04895 -0.03495 " pathEditMode="relative" rAng="0" ptsTypes="AA">
                                      <p:cBhvr>
                                        <p:cTn id="271" dur="6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61" y="-18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7" grpId="0" animBg="1"/>
      <p:bldP spid="318" grpId="0" animBg="1"/>
      <p:bldP spid="318" grpId="1" animBg="1"/>
      <p:bldP spid="476" grpId="1" animBg="1"/>
      <p:bldP spid="477" grpId="1" animBg="1"/>
      <p:bldP spid="478" grpId="0" animBg="1"/>
      <p:bldP spid="478" grpId="1" animBg="1"/>
      <p:bldP spid="479" grpId="0" animBg="1"/>
      <p:bldP spid="479" grpId="1" animBg="1"/>
      <p:bldP spid="480" grpId="0" animBg="1"/>
      <p:bldP spid="480" grpId="1" animBg="1"/>
      <p:bldP spid="481" grpId="0" animBg="1"/>
      <p:bldP spid="603" grpId="0" animBg="1"/>
      <p:bldP spid="603" grpId="1" animBg="1"/>
      <p:bldP spid="449" grpId="0" animBg="1"/>
      <p:bldP spid="449" grpId="1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CC4E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" name="任意多边形 729"/>
          <p:cNvSpPr/>
          <p:nvPr/>
        </p:nvSpPr>
        <p:spPr>
          <a:xfrm>
            <a:off x="7406906" y="3009615"/>
            <a:ext cx="2444038" cy="2441967"/>
          </a:xfrm>
          <a:custGeom>
            <a:avLst/>
            <a:gdLst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14400 w 4847771"/>
              <a:gd name="connsiteY2" fmla="*/ 132080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14400 w 4847771"/>
              <a:gd name="connsiteY2" fmla="*/ 132080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71550 w 4847771"/>
              <a:gd name="connsiteY2" fmla="*/ 133985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71550 w 4847771"/>
              <a:gd name="connsiteY2" fmla="*/ 133985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49325 w 4847771"/>
              <a:gd name="connsiteY2" fmla="*/ 133985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49325 w 4847771"/>
              <a:gd name="connsiteY2" fmla="*/ 133985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49325 w 4847771"/>
              <a:gd name="connsiteY2" fmla="*/ 133985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805590"/>
              <a:gd name="connsiteX1" fmla="*/ 946150 w 4847771"/>
              <a:gd name="connsiteY1" fmla="*/ 4805590 h 4805590"/>
              <a:gd name="connsiteX2" fmla="*/ 949325 w 4847771"/>
              <a:gd name="connsiteY2" fmla="*/ 1339850 h 4805590"/>
              <a:gd name="connsiteX3" fmla="*/ 1393371 w 4847771"/>
              <a:gd name="connsiteY3" fmla="*/ 914400 h 4805590"/>
              <a:gd name="connsiteX4" fmla="*/ 4847771 w 4847771"/>
              <a:gd name="connsiteY4" fmla="*/ 914400 h 4805590"/>
              <a:gd name="connsiteX5" fmla="*/ 4833257 w 4847771"/>
              <a:gd name="connsiteY5" fmla="*/ 0 h 4805590"/>
              <a:gd name="connsiteX6" fmla="*/ 972457 w 4847771"/>
              <a:gd name="connsiteY6" fmla="*/ 43543 h 4805590"/>
              <a:gd name="connsiteX7" fmla="*/ 0 w 4847771"/>
              <a:gd name="connsiteY7" fmla="*/ 1190172 h 4805590"/>
              <a:gd name="connsiteX8" fmla="*/ 43543 w 4847771"/>
              <a:gd name="connsiteY8" fmla="*/ 4775200 h 4805590"/>
              <a:gd name="connsiteX0" fmla="*/ 43543 w 4847771"/>
              <a:gd name="connsiteY0" fmla="*/ 4775200 h 4805590"/>
              <a:gd name="connsiteX1" fmla="*/ 946150 w 4847771"/>
              <a:gd name="connsiteY1" fmla="*/ 4805590 h 4805590"/>
              <a:gd name="connsiteX2" fmla="*/ 949325 w 4847771"/>
              <a:gd name="connsiteY2" fmla="*/ 1339850 h 4805590"/>
              <a:gd name="connsiteX3" fmla="*/ 1393371 w 4847771"/>
              <a:gd name="connsiteY3" fmla="*/ 914400 h 4805590"/>
              <a:gd name="connsiteX4" fmla="*/ 4847771 w 4847771"/>
              <a:gd name="connsiteY4" fmla="*/ 914400 h 4805590"/>
              <a:gd name="connsiteX5" fmla="*/ 4833257 w 4847771"/>
              <a:gd name="connsiteY5" fmla="*/ 0 h 4805590"/>
              <a:gd name="connsiteX6" fmla="*/ 972457 w 4847771"/>
              <a:gd name="connsiteY6" fmla="*/ 43543 h 4805590"/>
              <a:gd name="connsiteX7" fmla="*/ 0 w 4847771"/>
              <a:gd name="connsiteY7" fmla="*/ 1190172 h 4805590"/>
              <a:gd name="connsiteX8" fmla="*/ 43543 w 4847771"/>
              <a:gd name="connsiteY8" fmla="*/ 4775200 h 4805590"/>
              <a:gd name="connsiteX0" fmla="*/ 21318 w 4847771"/>
              <a:gd name="connsiteY0" fmla="*/ 4835525 h 4835525"/>
              <a:gd name="connsiteX1" fmla="*/ 946150 w 4847771"/>
              <a:gd name="connsiteY1" fmla="*/ 4805590 h 4835525"/>
              <a:gd name="connsiteX2" fmla="*/ 949325 w 4847771"/>
              <a:gd name="connsiteY2" fmla="*/ 1339850 h 4835525"/>
              <a:gd name="connsiteX3" fmla="*/ 1393371 w 4847771"/>
              <a:gd name="connsiteY3" fmla="*/ 914400 h 4835525"/>
              <a:gd name="connsiteX4" fmla="*/ 4847771 w 4847771"/>
              <a:gd name="connsiteY4" fmla="*/ 914400 h 4835525"/>
              <a:gd name="connsiteX5" fmla="*/ 4833257 w 4847771"/>
              <a:gd name="connsiteY5" fmla="*/ 0 h 4835525"/>
              <a:gd name="connsiteX6" fmla="*/ 972457 w 4847771"/>
              <a:gd name="connsiteY6" fmla="*/ 43543 h 4835525"/>
              <a:gd name="connsiteX7" fmla="*/ 0 w 4847771"/>
              <a:gd name="connsiteY7" fmla="*/ 1190172 h 4835525"/>
              <a:gd name="connsiteX8" fmla="*/ 21318 w 4847771"/>
              <a:gd name="connsiteY8" fmla="*/ 4835525 h 4835525"/>
              <a:gd name="connsiteX0" fmla="*/ 46718 w 4847771"/>
              <a:gd name="connsiteY0" fmla="*/ 4819650 h 4819650"/>
              <a:gd name="connsiteX1" fmla="*/ 946150 w 4847771"/>
              <a:gd name="connsiteY1" fmla="*/ 4805590 h 4819650"/>
              <a:gd name="connsiteX2" fmla="*/ 949325 w 4847771"/>
              <a:gd name="connsiteY2" fmla="*/ 1339850 h 4819650"/>
              <a:gd name="connsiteX3" fmla="*/ 1393371 w 4847771"/>
              <a:gd name="connsiteY3" fmla="*/ 914400 h 4819650"/>
              <a:gd name="connsiteX4" fmla="*/ 4847771 w 4847771"/>
              <a:gd name="connsiteY4" fmla="*/ 914400 h 4819650"/>
              <a:gd name="connsiteX5" fmla="*/ 4833257 w 4847771"/>
              <a:gd name="connsiteY5" fmla="*/ 0 h 4819650"/>
              <a:gd name="connsiteX6" fmla="*/ 972457 w 4847771"/>
              <a:gd name="connsiteY6" fmla="*/ 43543 h 4819650"/>
              <a:gd name="connsiteX7" fmla="*/ 0 w 4847771"/>
              <a:gd name="connsiteY7" fmla="*/ 1190172 h 4819650"/>
              <a:gd name="connsiteX8" fmla="*/ 46718 w 4847771"/>
              <a:gd name="connsiteY8" fmla="*/ 4819650 h 4819650"/>
              <a:gd name="connsiteX0" fmla="*/ 37193 w 4847771"/>
              <a:gd name="connsiteY0" fmla="*/ 4822825 h 4822825"/>
              <a:gd name="connsiteX1" fmla="*/ 946150 w 4847771"/>
              <a:gd name="connsiteY1" fmla="*/ 4805590 h 4822825"/>
              <a:gd name="connsiteX2" fmla="*/ 949325 w 4847771"/>
              <a:gd name="connsiteY2" fmla="*/ 1339850 h 4822825"/>
              <a:gd name="connsiteX3" fmla="*/ 1393371 w 4847771"/>
              <a:gd name="connsiteY3" fmla="*/ 914400 h 4822825"/>
              <a:gd name="connsiteX4" fmla="*/ 4847771 w 4847771"/>
              <a:gd name="connsiteY4" fmla="*/ 914400 h 4822825"/>
              <a:gd name="connsiteX5" fmla="*/ 4833257 w 4847771"/>
              <a:gd name="connsiteY5" fmla="*/ 0 h 4822825"/>
              <a:gd name="connsiteX6" fmla="*/ 972457 w 4847771"/>
              <a:gd name="connsiteY6" fmla="*/ 43543 h 4822825"/>
              <a:gd name="connsiteX7" fmla="*/ 0 w 4847771"/>
              <a:gd name="connsiteY7" fmla="*/ 1190172 h 4822825"/>
              <a:gd name="connsiteX8" fmla="*/ 37193 w 4847771"/>
              <a:gd name="connsiteY8" fmla="*/ 4822825 h 4822825"/>
              <a:gd name="connsiteX0" fmla="*/ 37193 w 4847771"/>
              <a:gd name="connsiteY0" fmla="*/ 4822825 h 4824640"/>
              <a:gd name="connsiteX1" fmla="*/ 946150 w 4847771"/>
              <a:gd name="connsiteY1" fmla="*/ 4824640 h 4824640"/>
              <a:gd name="connsiteX2" fmla="*/ 949325 w 4847771"/>
              <a:gd name="connsiteY2" fmla="*/ 1339850 h 4824640"/>
              <a:gd name="connsiteX3" fmla="*/ 1393371 w 4847771"/>
              <a:gd name="connsiteY3" fmla="*/ 914400 h 4824640"/>
              <a:gd name="connsiteX4" fmla="*/ 4847771 w 4847771"/>
              <a:gd name="connsiteY4" fmla="*/ 914400 h 4824640"/>
              <a:gd name="connsiteX5" fmla="*/ 4833257 w 4847771"/>
              <a:gd name="connsiteY5" fmla="*/ 0 h 4824640"/>
              <a:gd name="connsiteX6" fmla="*/ 972457 w 4847771"/>
              <a:gd name="connsiteY6" fmla="*/ 43543 h 4824640"/>
              <a:gd name="connsiteX7" fmla="*/ 0 w 4847771"/>
              <a:gd name="connsiteY7" fmla="*/ 1190172 h 4824640"/>
              <a:gd name="connsiteX8" fmla="*/ 37193 w 4847771"/>
              <a:gd name="connsiteY8" fmla="*/ 4822825 h 4824640"/>
              <a:gd name="connsiteX0" fmla="*/ 37193 w 4847771"/>
              <a:gd name="connsiteY0" fmla="*/ 4822825 h 4822825"/>
              <a:gd name="connsiteX1" fmla="*/ 942975 w 4847771"/>
              <a:gd name="connsiteY1" fmla="*/ 4818290 h 4822825"/>
              <a:gd name="connsiteX2" fmla="*/ 949325 w 4847771"/>
              <a:gd name="connsiteY2" fmla="*/ 1339850 h 4822825"/>
              <a:gd name="connsiteX3" fmla="*/ 1393371 w 4847771"/>
              <a:gd name="connsiteY3" fmla="*/ 914400 h 4822825"/>
              <a:gd name="connsiteX4" fmla="*/ 4847771 w 4847771"/>
              <a:gd name="connsiteY4" fmla="*/ 914400 h 4822825"/>
              <a:gd name="connsiteX5" fmla="*/ 4833257 w 4847771"/>
              <a:gd name="connsiteY5" fmla="*/ 0 h 4822825"/>
              <a:gd name="connsiteX6" fmla="*/ 972457 w 4847771"/>
              <a:gd name="connsiteY6" fmla="*/ 43543 h 4822825"/>
              <a:gd name="connsiteX7" fmla="*/ 0 w 4847771"/>
              <a:gd name="connsiteY7" fmla="*/ 1190172 h 4822825"/>
              <a:gd name="connsiteX8" fmla="*/ 37193 w 484777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1007382 w 4816021"/>
              <a:gd name="connsiteY6" fmla="*/ 40368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1020082 w 4816021"/>
              <a:gd name="connsiteY6" fmla="*/ 3719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1020082 w 4816021"/>
              <a:gd name="connsiteY6" fmla="*/ 3719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1020082 w 4816021"/>
              <a:gd name="connsiteY6" fmla="*/ 3719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7382"/>
              <a:gd name="connsiteY0" fmla="*/ 4813300 h 4813300"/>
              <a:gd name="connsiteX1" fmla="*/ 911225 w 4817382"/>
              <a:gd name="connsiteY1" fmla="*/ 4808765 h 4813300"/>
              <a:gd name="connsiteX2" fmla="*/ 917575 w 4817382"/>
              <a:gd name="connsiteY2" fmla="*/ 1330325 h 4813300"/>
              <a:gd name="connsiteX3" fmla="*/ 1361621 w 4817382"/>
              <a:gd name="connsiteY3" fmla="*/ 904875 h 4813300"/>
              <a:gd name="connsiteX4" fmla="*/ 4816021 w 4817382"/>
              <a:gd name="connsiteY4" fmla="*/ 904875 h 4813300"/>
              <a:gd name="connsiteX5" fmla="*/ 4817382 w 4817382"/>
              <a:gd name="connsiteY5" fmla="*/ 0 h 4813300"/>
              <a:gd name="connsiteX6" fmla="*/ 1020082 w 4817382"/>
              <a:gd name="connsiteY6" fmla="*/ 27668 h 4813300"/>
              <a:gd name="connsiteX7" fmla="*/ 0 w 4817382"/>
              <a:gd name="connsiteY7" fmla="*/ 1186997 h 4813300"/>
              <a:gd name="connsiteX8" fmla="*/ 5443 w 4817382"/>
              <a:gd name="connsiteY8" fmla="*/ 4813300 h 4813300"/>
              <a:gd name="connsiteX0" fmla="*/ 5443 w 4817382"/>
              <a:gd name="connsiteY0" fmla="*/ 4813300 h 4813300"/>
              <a:gd name="connsiteX1" fmla="*/ 911225 w 4817382"/>
              <a:gd name="connsiteY1" fmla="*/ 4808765 h 4813300"/>
              <a:gd name="connsiteX2" fmla="*/ 917575 w 4817382"/>
              <a:gd name="connsiteY2" fmla="*/ 1330325 h 4813300"/>
              <a:gd name="connsiteX3" fmla="*/ 1361621 w 4817382"/>
              <a:gd name="connsiteY3" fmla="*/ 904875 h 4813300"/>
              <a:gd name="connsiteX4" fmla="*/ 4816021 w 4817382"/>
              <a:gd name="connsiteY4" fmla="*/ 901700 h 4813300"/>
              <a:gd name="connsiteX5" fmla="*/ 4817382 w 4817382"/>
              <a:gd name="connsiteY5" fmla="*/ 0 h 4813300"/>
              <a:gd name="connsiteX6" fmla="*/ 1020082 w 4817382"/>
              <a:gd name="connsiteY6" fmla="*/ 27668 h 4813300"/>
              <a:gd name="connsiteX7" fmla="*/ 0 w 4817382"/>
              <a:gd name="connsiteY7" fmla="*/ 1186997 h 4813300"/>
              <a:gd name="connsiteX8" fmla="*/ 5443 w 4817382"/>
              <a:gd name="connsiteY8" fmla="*/ 4813300 h 4813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17382" h="4813300">
                <a:moveTo>
                  <a:pt x="5443" y="4813300"/>
                </a:moveTo>
                <a:lnTo>
                  <a:pt x="911225" y="4808765"/>
                </a:lnTo>
                <a:cubicBezTo>
                  <a:pt x="912283" y="3653518"/>
                  <a:pt x="916517" y="2485572"/>
                  <a:pt x="917575" y="1330325"/>
                </a:cubicBezTo>
                <a:cubicBezTo>
                  <a:pt x="931182" y="1210733"/>
                  <a:pt x="1132114" y="948267"/>
                  <a:pt x="1361621" y="904875"/>
                </a:cubicBezTo>
                <a:lnTo>
                  <a:pt x="4816021" y="901700"/>
                </a:lnTo>
                <a:cubicBezTo>
                  <a:pt x="4816475" y="600075"/>
                  <a:pt x="4816928" y="301625"/>
                  <a:pt x="4817382" y="0"/>
                </a:cubicBezTo>
                <a:lnTo>
                  <a:pt x="1020082" y="27668"/>
                </a:lnTo>
                <a:cubicBezTo>
                  <a:pt x="611263" y="34169"/>
                  <a:pt x="78619" y="478821"/>
                  <a:pt x="0" y="1186997"/>
                </a:cubicBezTo>
                <a:cubicBezTo>
                  <a:pt x="1814" y="2395765"/>
                  <a:pt x="3629" y="3604532"/>
                  <a:pt x="5443" y="4813300"/>
                </a:cubicBezTo>
                <a:close/>
              </a:path>
            </a:pathLst>
          </a:custGeom>
          <a:solidFill>
            <a:srgbClr val="667D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18" name="组合 817"/>
          <p:cNvGrpSpPr/>
          <p:nvPr/>
        </p:nvGrpSpPr>
        <p:grpSpPr>
          <a:xfrm>
            <a:off x="15982" y="4018249"/>
            <a:ext cx="1008449" cy="531585"/>
            <a:chOff x="7218489" y="3410966"/>
            <a:chExt cx="615589" cy="324496"/>
          </a:xfrm>
        </p:grpSpPr>
        <p:sp>
          <p:nvSpPr>
            <p:cNvPr id="819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0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826" name="任意多边形 825"/>
          <p:cNvSpPr>
            <a:spLocks/>
          </p:cNvSpPr>
          <p:nvPr/>
        </p:nvSpPr>
        <p:spPr bwMode="auto">
          <a:xfrm>
            <a:off x="637269" y="3686175"/>
            <a:ext cx="3878497" cy="2719568"/>
          </a:xfrm>
          <a:custGeom>
            <a:avLst/>
            <a:gdLst>
              <a:gd name="connsiteX0" fmla="*/ 1938518 w 3878497"/>
              <a:gd name="connsiteY0" fmla="*/ 0 h 2719568"/>
              <a:gd name="connsiteX1" fmla="*/ 3878497 w 3878497"/>
              <a:gd name="connsiteY1" fmla="*/ 2719568 h 2719568"/>
              <a:gd name="connsiteX2" fmla="*/ 0 w 3878497"/>
              <a:gd name="connsiteY2" fmla="*/ 2719568 h 2719568"/>
              <a:gd name="connsiteX3" fmla="*/ 1830267 w 3878497"/>
              <a:gd name="connsiteY3" fmla="*/ 151866 h 2719568"/>
              <a:gd name="connsiteX4" fmla="*/ 1786179 w 3878497"/>
              <a:gd name="connsiteY4" fmla="*/ 214105 h 2719568"/>
              <a:gd name="connsiteX5" fmla="*/ 1478357 w 3878497"/>
              <a:gd name="connsiteY5" fmla="*/ 648648 h 2719568"/>
              <a:gd name="connsiteX6" fmla="*/ 1585456 w 3878497"/>
              <a:gd name="connsiteY6" fmla="*/ 678520 h 2719568"/>
              <a:gd name="connsiteX7" fmla="*/ 1861841 w 3878497"/>
              <a:gd name="connsiteY7" fmla="*/ 678520 h 2719568"/>
              <a:gd name="connsiteX8" fmla="*/ 2006943 w 3878497"/>
              <a:gd name="connsiteY8" fmla="*/ 584637 h 2719568"/>
              <a:gd name="connsiteX9" fmla="*/ 2183138 w 3878497"/>
              <a:gd name="connsiteY9" fmla="*/ 687055 h 2719568"/>
              <a:gd name="connsiteX10" fmla="*/ 2297146 w 3878497"/>
              <a:gd name="connsiteY10" fmla="*/ 618776 h 2719568"/>
              <a:gd name="connsiteX11" fmla="*/ 2424974 w 3878497"/>
              <a:gd name="connsiteY11" fmla="*/ 682787 h 2719568"/>
              <a:gd name="connsiteX12" fmla="*/ 1938798 w 3878497"/>
              <a:gd name="connsiteY12" fmla="*/ 1334 h 2719568"/>
              <a:gd name="connsiteX13" fmla="*/ 1938182 w 3878497"/>
              <a:gd name="connsiteY13" fmla="*/ 471 h 2719568"/>
              <a:gd name="connsiteX0" fmla="*/ 1938518 w 3878497"/>
              <a:gd name="connsiteY0" fmla="*/ 0 h 2719568"/>
              <a:gd name="connsiteX1" fmla="*/ 3878497 w 3878497"/>
              <a:gd name="connsiteY1" fmla="*/ 2719568 h 2719568"/>
              <a:gd name="connsiteX2" fmla="*/ 0 w 3878497"/>
              <a:gd name="connsiteY2" fmla="*/ 2719568 h 2719568"/>
              <a:gd name="connsiteX3" fmla="*/ 1786179 w 3878497"/>
              <a:gd name="connsiteY3" fmla="*/ 214105 h 2719568"/>
              <a:gd name="connsiteX4" fmla="*/ 1478357 w 3878497"/>
              <a:gd name="connsiteY4" fmla="*/ 648648 h 2719568"/>
              <a:gd name="connsiteX5" fmla="*/ 1585456 w 3878497"/>
              <a:gd name="connsiteY5" fmla="*/ 678520 h 2719568"/>
              <a:gd name="connsiteX6" fmla="*/ 1861841 w 3878497"/>
              <a:gd name="connsiteY6" fmla="*/ 678520 h 2719568"/>
              <a:gd name="connsiteX7" fmla="*/ 2006943 w 3878497"/>
              <a:gd name="connsiteY7" fmla="*/ 584637 h 2719568"/>
              <a:gd name="connsiteX8" fmla="*/ 2183138 w 3878497"/>
              <a:gd name="connsiteY8" fmla="*/ 687055 h 2719568"/>
              <a:gd name="connsiteX9" fmla="*/ 2297146 w 3878497"/>
              <a:gd name="connsiteY9" fmla="*/ 618776 h 2719568"/>
              <a:gd name="connsiteX10" fmla="*/ 2424974 w 3878497"/>
              <a:gd name="connsiteY10" fmla="*/ 682787 h 2719568"/>
              <a:gd name="connsiteX11" fmla="*/ 1938798 w 3878497"/>
              <a:gd name="connsiteY11" fmla="*/ 1334 h 2719568"/>
              <a:gd name="connsiteX12" fmla="*/ 1938182 w 3878497"/>
              <a:gd name="connsiteY12" fmla="*/ 471 h 2719568"/>
              <a:gd name="connsiteX13" fmla="*/ 1938518 w 3878497"/>
              <a:gd name="connsiteY13" fmla="*/ 0 h 2719568"/>
              <a:gd name="connsiteX0" fmla="*/ 1938518 w 3878497"/>
              <a:gd name="connsiteY0" fmla="*/ 0 h 2719568"/>
              <a:gd name="connsiteX1" fmla="*/ 3878497 w 3878497"/>
              <a:gd name="connsiteY1" fmla="*/ 2719568 h 2719568"/>
              <a:gd name="connsiteX2" fmla="*/ 0 w 3878497"/>
              <a:gd name="connsiteY2" fmla="*/ 2719568 h 2719568"/>
              <a:gd name="connsiteX3" fmla="*/ 1478357 w 3878497"/>
              <a:gd name="connsiteY3" fmla="*/ 648648 h 2719568"/>
              <a:gd name="connsiteX4" fmla="*/ 1585456 w 3878497"/>
              <a:gd name="connsiteY4" fmla="*/ 678520 h 2719568"/>
              <a:gd name="connsiteX5" fmla="*/ 1861841 w 3878497"/>
              <a:gd name="connsiteY5" fmla="*/ 678520 h 2719568"/>
              <a:gd name="connsiteX6" fmla="*/ 2006943 w 3878497"/>
              <a:gd name="connsiteY6" fmla="*/ 584637 h 2719568"/>
              <a:gd name="connsiteX7" fmla="*/ 2183138 w 3878497"/>
              <a:gd name="connsiteY7" fmla="*/ 687055 h 2719568"/>
              <a:gd name="connsiteX8" fmla="*/ 2297146 w 3878497"/>
              <a:gd name="connsiteY8" fmla="*/ 618776 h 2719568"/>
              <a:gd name="connsiteX9" fmla="*/ 2424974 w 3878497"/>
              <a:gd name="connsiteY9" fmla="*/ 682787 h 2719568"/>
              <a:gd name="connsiteX10" fmla="*/ 1938798 w 3878497"/>
              <a:gd name="connsiteY10" fmla="*/ 1334 h 2719568"/>
              <a:gd name="connsiteX11" fmla="*/ 1938182 w 3878497"/>
              <a:gd name="connsiteY11" fmla="*/ 471 h 2719568"/>
              <a:gd name="connsiteX12" fmla="*/ 1938518 w 3878497"/>
              <a:gd name="connsiteY12" fmla="*/ 0 h 2719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878497" h="2719568">
                <a:moveTo>
                  <a:pt x="1938518" y="0"/>
                </a:moveTo>
                <a:lnTo>
                  <a:pt x="3878497" y="2719568"/>
                </a:lnTo>
                <a:lnTo>
                  <a:pt x="0" y="2719568"/>
                </a:lnTo>
                <a:lnTo>
                  <a:pt x="1478357" y="648648"/>
                </a:lnTo>
                <a:cubicBezTo>
                  <a:pt x="1516360" y="652915"/>
                  <a:pt x="1550908" y="661450"/>
                  <a:pt x="1585456" y="678520"/>
                </a:cubicBezTo>
                <a:cubicBezTo>
                  <a:pt x="1689100" y="733996"/>
                  <a:pt x="1785835" y="708392"/>
                  <a:pt x="1861841" y="678520"/>
                </a:cubicBezTo>
                <a:cubicBezTo>
                  <a:pt x="1937846" y="648648"/>
                  <a:pt x="1968940" y="537695"/>
                  <a:pt x="2006943" y="584637"/>
                </a:cubicBezTo>
                <a:cubicBezTo>
                  <a:pt x="2048400" y="635846"/>
                  <a:pt x="2141680" y="721194"/>
                  <a:pt x="2183138" y="687055"/>
                </a:cubicBezTo>
                <a:cubicBezTo>
                  <a:pt x="2228050" y="652915"/>
                  <a:pt x="2224595" y="593171"/>
                  <a:pt x="2297146" y="618776"/>
                </a:cubicBezTo>
                <a:cubicBezTo>
                  <a:pt x="2342059" y="635846"/>
                  <a:pt x="2380062" y="674252"/>
                  <a:pt x="2424974" y="682787"/>
                </a:cubicBezTo>
                <a:lnTo>
                  <a:pt x="1938798" y="1334"/>
                </a:lnTo>
                <a:lnTo>
                  <a:pt x="1938182" y="471"/>
                </a:lnTo>
                <a:lnTo>
                  <a:pt x="1938518" y="0"/>
                </a:lnTo>
                <a:close/>
              </a:path>
            </a:pathLst>
          </a:custGeom>
          <a:solidFill>
            <a:srgbClr val="97A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/>
          </a:p>
        </p:txBody>
      </p:sp>
      <p:sp>
        <p:nvSpPr>
          <p:cNvPr id="829" name="任意多边形 828"/>
          <p:cNvSpPr>
            <a:spLocks/>
          </p:cNvSpPr>
          <p:nvPr/>
        </p:nvSpPr>
        <p:spPr bwMode="auto">
          <a:xfrm>
            <a:off x="2575787" y="3686175"/>
            <a:ext cx="1939978" cy="2719568"/>
          </a:xfrm>
          <a:custGeom>
            <a:avLst/>
            <a:gdLst>
              <a:gd name="connsiteX0" fmla="*/ 0 w 1939978"/>
              <a:gd name="connsiteY0" fmla="*/ 0 h 2719568"/>
              <a:gd name="connsiteX1" fmla="*/ 1939978 w 1939978"/>
              <a:gd name="connsiteY1" fmla="*/ 2719568 h 2719568"/>
              <a:gd name="connsiteX2" fmla="*/ 0 w 1939978"/>
              <a:gd name="connsiteY2" fmla="*/ 2719568 h 2719568"/>
              <a:gd name="connsiteX3" fmla="*/ 0 w 1939978"/>
              <a:gd name="connsiteY3" fmla="*/ 614660 h 2719568"/>
              <a:gd name="connsiteX4" fmla="*/ 69001 w 1939978"/>
              <a:gd name="connsiteY4" fmla="*/ 584780 h 2719568"/>
              <a:gd name="connsiteX5" fmla="*/ 244953 w 1939978"/>
              <a:gd name="connsiteY5" fmla="*/ 687223 h 2719568"/>
              <a:gd name="connsiteX6" fmla="*/ 358805 w 1939978"/>
              <a:gd name="connsiteY6" fmla="*/ 618928 h 2719568"/>
              <a:gd name="connsiteX7" fmla="*/ 486456 w 1939978"/>
              <a:gd name="connsiteY7" fmla="*/ 682955 h 2719568"/>
              <a:gd name="connsiteX8" fmla="*/ 0 w 1939978"/>
              <a:gd name="connsiteY8" fmla="*/ 0 h 2719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39978" h="2719568">
                <a:moveTo>
                  <a:pt x="0" y="0"/>
                </a:moveTo>
                <a:lnTo>
                  <a:pt x="1939978" y="2719568"/>
                </a:lnTo>
                <a:lnTo>
                  <a:pt x="0" y="2719568"/>
                </a:lnTo>
                <a:lnTo>
                  <a:pt x="0" y="614660"/>
                </a:lnTo>
                <a:cubicBezTo>
                  <a:pt x="27600" y="580512"/>
                  <a:pt x="48301" y="554901"/>
                  <a:pt x="69001" y="584780"/>
                </a:cubicBezTo>
                <a:cubicBezTo>
                  <a:pt x="110401" y="636002"/>
                  <a:pt x="203553" y="721371"/>
                  <a:pt x="244953" y="687223"/>
                </a:cubicBezTo>
                <a:cubicBezTo>
                  <a:pt x="289804" y="653076"/>
                  <a:pt x="286354" y="593317"/>
                  <a:pt x="358805" y="618928"/>
                </a:cubicBezTo>
                <a:cubicBezTo>
                  <a:pt x="403655" y="636002"/>
                  <a:pt x="441606" y="674418"/>
                  <a:pt x="486456" y="682955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667D7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/>
          </a:p>
        </p:txBody>
      </p:sp>
      <p:grpSp>
        <p:nvGrpSpPr>
          <p:cNvPr id="821" name="组合 820"/>
          <p:cNvGrpSpPr/>
          <p:nvPr/>
        </p:nvGrpSpPr>
        <p:grpSpPr>
          <a:xfrm>
            <a:off x="2928819" y="4496407"/>
            <a:ext cx="615589" cy="324496"/>
            <a:chOff x="7218489" y="3410966"/>
            <a:chExt cx="615589" cy="324496"/>
          </a:xfrm>
        </p:grpSpPr>
        <p:sp>
          <p:nvSpPr>
            <p:cNvPr id="822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3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61" name="任意多边形 760"/>
          <p:cNvSpPr/>
          <p:nvPr/>
        </p:nvSpPr>
        <p:spPr>
          <a:xfrm>
            <a:off x="1712925" y="2071955"/>
            <a:ext cx="1422243" cy="2032117"/>
          </a:xfrm>
          <a:custGeom>
            <a:avLst/>
            <a:gdLst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4700 w 7372350"/>
              <a:gd name="connsiteY14" fmla="*/ 5715000 h 11515725"/>
              <a:gd name="connsiteX15" fmla="*/ 3057525 w 7372350"/>
              <a:gd name="connsiteY15" fmla="*/ 5857875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057525 w 7372350"/>
              <a:gd name="connsiteY15" fmla="*/ 5857875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178969 w 7372350"/>
              <a:gd name="connsiteY15" fmla="*/ 5881688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443412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443412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443412 w 7372350"/>
              <a:gd name="connsiteY13" fmla="*/ 7429500 h 11515725"/>
              <a:gd name="connsiteX14" fmla="*/ 3305174 w 7372350"/>
              <a:gd name="connsiteY14" fmla="*/ 5784056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443412 w 7372350"/>
              <a:gd name="connsiteY13" fmla="*/ 7429500 h 11515725"/>
              <a:gd name="connsiteX14" fmla="*/ 3305174 w 7372350"/>
              <a:gd name="connsiteY14" fmla="*/ 5784056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443412 w 7372350"/>
              <a:gd name="connsiteY13" fmla="*/ 7429500 h 11515725"/>
              <a:gd name="connsiteX14" fmla="*/ 3305174 w 7372350"/>
              <a:gd name="connsiteY14" fmla="*/ 5784056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443412 w 7372350"/>
              <a:gd name="connsiteY13" fmla="*/ 7429500 h 11515725"/>
              <a:gd name="connsiteX14" fmla="*/ 3305174 w 7372350"/>
              <a:gd name="connsiteY14" fmla="*/ 5784056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443412 w 7372350"/>
              <a:gd name="connsiteY13" fmla="*/ 7429500 h 11515725"/>
              <a:gd name="connsiteX14" fmla="*/ 3305174 w 7372350"/>
              <a:gd name="connsiteY14" fmla="*/ 5784056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00375 w 7372350"/>
              <a:gd name="connsiteY17" fmla="*/ 9372600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43250 w 7372350"/>
              <a:gd name="connsiteY21" fmla="*/ 11315700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00375 w 7372350"/>
              <a:gd name="connsiteY17" fmla="*/ 9372600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00375 w 7372350"/>
              <a:gd name="connsiteY17" fmla="*/ 9372600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00375 w 7372350"/>
              <a:gd name="connsiteY17" fmla="*/ 9372600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00375 w 7372350"/>
              <a:gd name="connsiteY17" fmla="*/ 9372600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78881 w 7372350"/>
              <a:gd name="connsiteY18" fmla="*/ 84391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93256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93256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93256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463338"/>
              <a:gd name="connsiteX1" fmla="*/ 3086100 w 7372350"/>
              <a:gd name="connsiteY1" fmla="*/ 342900 h 11463338"/>
              <a:gd name="connsiteX2" fmla="*/ 5629275 w 7372350"/>
              <a:gd name="connsiteY2" fmla="*/ 5715000 h 11463338"/>
              <a:gd name="connsiteX3" fmla="*/ 5857875 w 7372350"/>
              <a:gd name="connsiteY3" fmla="*/ 5629275 h 11463338"/>
              <a:gd name="connsiteX4" fmla="*/ 5286375 w 7372350"/>
              <a:gd name="connsiteY4" fmla="*/ 4429125 h 11463338"/>
              <a:gd name="connsiteX5" fmla="*/ 5657850 w 7372350"/>
              <a:gd name="connsiteY5" fmla="*/ 4000500 h 11463338"/>
              <a:gd name="connsiteX6" fmla="*/ 7372350 w 7372350"/>
              <a:gd name="connsiteY6" fmla="*/ 6343650 h 11463338"/>
              <a:gd name="connsiteX7" fmla="*/ 6057900 w 7372350"/>
              <a:gd name="connsiteY7" fmla="*/ 10744200 h 11463338"/>
              <a:gd name="connsiteX8" fmla="*/ 5857875 w 7372350"/>
              <a:gd name="connsiteY8" fmla="*/ 10487025 h 11463338"/>
              <a:gd name="connsiteX9" fmla="*/ 5657850 w 7372350"/>
              <a:gd name="connsiteY9" fmla="*/ 7743825 h 11463338"/>
              <a:gd name="connsiteX10" fmla="*/ 5543550 w 7372350"/>
              <a:gd name="connsiteY10" fmla="*/ 8543925 h 11463338"/>
              <a:gd name="connsiteX11" fmla="*/ 5343525 w 7372350"/>
              <a:gd name="connsiteY11" fmla="*/ 8429625 h 11463338"/>
              <a:gd name="connsiteX12" fmla="*/ 5029200 w 7372350"/>
              <a:gd name="connsiteY12" fmla="*/ 7396162 h 11463338"/>
              <a:gd name="connsiteX13" fmla="*/ 4705350 w 7372350"/>
              <a:gd name="connsiteY13" fmla="*/ 7386637 h 11463338"/>
              <a:gd name="connsiteX14" fmla="*/ 4443412 w 7372350"/>
              <a:gd name="connsiteY14" fmla="*/ 7429500 h 11463338"/>
              <a:gd name="connsiteX15" fmla="*/ 3305174 w 7372350"/>
              <a:gd name="connsiteY15" fmla="*/ 5784056 h 11463338"/>
              <a:gd name="connsiteX16" fmla="*/ 3186112 w 7372350"/>
              <a:gd name="connsiteY16" fmla="*/ 5886451 h 11463338"/>
              <a:gd name="connsiteX17" fmla="*/ 3036094 w 7372350"/>
              <a:gd name="connsiteY17" fmla="*/ 9408319 h 11463338"/>
              <a:gd name="connsiteX18" fmla="*/ 2457449 w 7372350"/>
              <a:gd name="connsiteY18" fmla="*/ 8446293 h 11463338"/>
              <a:gd name="connsiteX19" fmla="*/ 2543175 w 7372350"/>
              <a:gd name="connsiteY19" fmla="*/ 8201025 h 11463338"/>
              <a:gd name="connsiteX20" fmla="*/ 2340769 w 7372350"/>
              <a:gd name="connsiteY20" fmla="*/ 8446294 h 11463338"/>
              <a:gd name="connsiteX21" fmla="*/ 3193256 w 7372350"/>
              <a:gd name="connsiteY21" fmla="*/ 11249025 h 11463338"/>
              <a:gd name="connsiteX22" fmla="*/ 3048000 w 7372350"/>
              <a:gd name="connsiteY22" fmla="*/ 11463338 h 11463338"/>
              <a:gd name="connsiteX23" fmla="*/ 0 w 7372350"/>
              <a:gd name="connsiteY23" fmla="*/ 4857750 h 11463338"/>
              <a:gd name="connsiteX24" fmla="*/ 228600 w 7372350"/>
              <a:gd name="connsiteY24" fmla="*/ 4829175 h 11463338"/>
              <a:gd name="connsiteX25" fmla="*/ 800100 w 7372350"/>
              <a:gd name="connsiteY25" fmla="*/ 6229350 h 11463338"/>
              <a:gd name="connsiteX26" fmla="*/ 1000125 w 7372350"/>
              <a:gd name="connsiteY26" fmla="*/ 6115050 h 11463338"/>
              <a:gd name="connsiteX27" fmla="*/ 714375 w 7372350"/>
              <a:gd name="connsiteY27" fmla="*/ 3200400 h 11463338"/>
              <a:gd name="connsiteX28" fmla="*/ 971550 w 7372350"/>
              <a:gd name="connsiteY28" fmla="*/ 3200400 h 11463338"/>
              <a:gd name="connsiteX29" fmla="*/ 1285875 w 7372350"/>
              <a:gd name="connsiteY29" fmla="*/ 4057650 h 11463338"/>
              <a:gd name="connsiteX30" fmla="*/ 1457325 w 7372350"/>
              <a:gd name="connsiteY30" fmla="*/ 3943350 h 11463338"/>
              <a:gd name="connsiteX31" fmla="*/ 2914650 w 7372350"/>
              <a:gd name="connsiteY31" fmla="*/ 0 h 11463338"/>
              <a:gd name="connsiteX0" fmla="*/ 2914650 w 7372350"/>
              <a:gd name="connsiteY0" fmla="*/ 0 h 11463338"/>
              <a:gd name="connsiteX1" fmla="*/ 3086100 w 7372350"/>
              <a:gd name="connsiteY1" fmla="*/ 342900 h 11463338"/>
              <a:gd name="connsiteX2" fmla="*/ 5629275 w 7372350"/>
              <a:gd name="connsiteY2" fmla="*/ 5715000 h 11463338"/>
              <a:gd name="connsiteX3" fmla="*/ 5857875 w 7372350"/>
              <a:gd name="connsiteY3" fmla="*/ 5629275 h 11463338"/>
              <a:gd name="connsiteX4" fmla="*/ 5286375 w 7372350"/>
              <a:gd name="connsiteY4" fmla="*/ 4429125 h 11463338"/>
              <a:gd name="connsiteX5" fmla="*/ 5657850 w 7372350"/>
              <a:gd name="connsiteY5" fmla="*/ 4000500 h 11463338"/>
              <a:gd name="connsiteX6" fmla="*/ 7372350 w 7372350"/>
              <a:gd name="connsiteY6" fmla="*/ 6343650 h 11463338"/>
              <a:gd name="connsiteX7" fmla="*/ 6057900 w 7372350"/>
              <a:gd name="connsiteY7" fmla="*/ 10744200 h 11463338"/>
              <a:gd name="connsiteX8" fmla="*/ 5857875 w 7372350"/>
              <a:gd name="connsiteY8" fmla="*/ 10487025 h 11463338"/>
              <a:gd name="connsiteX9" fmla="*/ 5657850 w 7372350"/>
              <a:gd name="connsiteY9" fmla="*/ 7743825 h 11463338"/>
              <a:gd name="connsiteX10" fmla="*/ 5543550 w 7372350"/>
              <a:gd name="connsiteY10" fmla="*/ 8543925 h 11463338"/>
              <a:gd name="connsiteX11" fmla="*/ 5343525 w 7372350"/>
              <a:gd name="connsiteY11" fmla="*/ 8429625 h 11463338"/>
              <a:gd name="connsiteX12" fmla="*/ 5029200 w 7372350"/>
              <a:gd name="connsiteY12" fmla="*/ 7396162 h 11463338"/>
              <a:gd name="connsiteX13" fmla="*/ 4705350 w 7372350"/>
              <a:gd name="connsiteY13" fmla="*/ 7386637 h 11463338"/>
              <a:gd name="connsiteX14" fmla="*/ 4443412 w 7372350"/>
              <a:gd name="connsiteY14" fmla="*/ 7429500 h 11463338"/>
              <a:gd name="connsiteX15" fmla="*/ 3305174 w 7372350"/>
              <a:gd name="connsiteY15" fmla="*/ 5784056 h 11463338"/>
              <a:gd name="connsiteX16" fmla="*/ 3186112 w 7372350"/>
              <a:gd name="connsiteY16" fmla="*/ 5886451 h 11463338"/>
              <a:gd name="connsiteX17" fmla="*/ 3036094 w 7372350"/>
              <a:gd name="connsiteY17" fmla="*/ 9408319 h 11463338"/>
              <a:gd name="connsiteX18" fmla="*/ 2457449 w 7372350"/>
              <a:gd name="connsiteY18" fmla="*/ 8446293 h 11463338"/>
              <a:gd name="connsiteX19" fmla="*/ 2543175 w 7372350"/>
              <a:gd name="connsiteY19" fmla="*/ 8201025 h 11463338"/>
              <a:gd name="connsiteX20" fmla="*/ 2340769 w 7372350"/>
              <a:gd name="connsiteY20" fmla="*/ 8446294 h 11463338"/>
              <a:gd name="connsiteX21" fmla="*/ 3193256 w 7372350"/>
              <a:gd name="connsiteY21" fmla="*/ 11249025 h 11463338"/>
              <a:gd name="connsiteX22" fmla="*/ 3048000 w 7372350"/>
              <a:gd name="connsiteY22" fmla="*/ 11463338 h 11463338"/>
              <a:gd name="connsiteX23" fmla="*/ 0 w 7372350"/>
              <a:gd name="connsiteY23" fmla="*/ 4857750 h 11463338"/>
              <a:gd name="connsiteX24" fmla="*/ 228600 w 7372350"/>
              <a:gd name="connsiteY24" fmla="*/ 4829175 h 11463338"/>
              <a:gd name="connsiteX25" fmla="*/ 800100 w 7372350"/>
              <a:gd name="connsiteY25" fmla="*/ 6229350 h 11463338"/>
              <a:gd name="connsiteX26" fmla="*/ 1000125 w 7372350"/>
              <a:gd name="connsiteY26" fmla="*/ 6115050 h 11463338"/>
              <a:gd name="connsiteX27" fmla="*/ 714375 w 7372350"/>
              <a:gd name="connsiteY27" fmla="*/ 3200400 h 11463338"/>
              <a:gd name="connsiteX28" fmla="*/ 971550 w 7372350"/>
              <a:gd name="connsiteY28" fmla="*/ 3200400 h 11463338"/>
              <a:gd name="connsiteX29" fmla="*/ 1285875 w 7372350"/>
              <a:gd name="connsiteY29" fmla="*/ 4057650 h 11463338"/>
              <a:gd name="connsiteX30" fmla="*/ 1457325 w 7372350"/>
              <a:gd name="connsiteY30" fmla="*/ 3943350 h 11463338"/>
              <a:gd name="connsiteX31" fmla="*/ 2914650 w 7372350"/>
              <a:gd name="connsiteY31" fmla="*/ 0 h 11463338"/>
              <a:gd name="connsiteX0" fmla="*/ 2914650 w 7372350"/>
              <a:gd name="connsiteY0" fmla="*/ 0 h 11463338"/>
              <a:gd name="connsiteX1" fmla="*/ 3086100 w 7372350"/>
              <a:gd name="connsiteY1" fmla="*/ 342900 h 11463338"/>
              <a:gd name="connsiteX2" fmla="*/ 5629275 w 7372350"/>
              <a:gd name="connsiteY2" fmla="*/ 5715000 h 11463338"/>
              <a:gd name="connsiteX3" fmla="*/ 5857875 w 7372350"/>
              <a:gd name="connsiteY3" fmla="*/ 5629275 h 11463338"/>
              <a:gd name="connsiteX4" fmla="*/ 5286375 w 7372350"/>
              <a:gd name="connsiteY4" fmla="*/ 4429125 h 11463338"/>
              <a:gd name="connsiteX5" fmla="*/ 5657850 w 7372350"/>
              <a:gd name="connsiteY5" fmla="*/ 4000500 h 11463338"/>
              <a:gd name="connsiteX6" fmla="*/ 7372350 w 7372350"/>
              <a:gd name="connsiteY6" fmla="*/ 6343650 h 11463338"/>
              <a:gd name="connsiteX7" fmla="*/ 6057900 w 7372350"/>
              <a:gd name="connsiteY7" fmla="*/ 10744200 h 11463338"/>
              <a:gd name="connsiteX8" fmla="*/ 5857875 w 7372350"/>
              <a:gd name="connsiteY8" fmla="*/ 10487025 h 11463338"/>
              <a:gd name="connsiteX9" fmla="*/ 5657850 w 7372350"/>
              <a:gd name="connsiteY9" fmla="*/ 7743825 h 11463338"/>
              <a:gd name="connsiteX10" fmla="*/ 5543550 w 7372350"/>
              <a:gd name="connsiteY10" fmla="*/ 8543925 h 11463338"/>
              <a:gd name="connsiteX11" fmla="*/ 5343525 w 7372350"/>
              <a:gd name="connsiteY11" fmla="*/ 8429625 h 11463338"/>
              <a:gd name="connsiteX12" fmla="*/ 5029200 w 7372350"/>
              <a:gd name="connsiteY12" fmla="*/ 7396162 h 11463338"/>
              <a:gd name="connsiteX13" fmla="*/ 4705350 w 7372350"/>
              <a:gd name="connsiteY13" fmla="*/ 7386637 h 11463338"/>
              <a:gd name="connsiteX14" fmla="*/ 4443412 w 7372350"/>
              <a:gd name="connsiteY14" fmla="*/ 7429500 h 11463338"/>
              <a:gd name="connsiteX15" fmla="*/ 3305174 w 7372350"/>
              <a:gd name="connsiteY15" fmla="*/ 5784056 h 11463338"/>
              <a:gd name="connsiteX16" fmla="*/ 3186112 w 7372350"/>
              <a:gd name="connsiteY16" fmla="*/ 5886451 h 11463338"/>
              <a:gd name="connsiteX17" fmla="*/ 3036094 w 7372350"/>
              <a:gd name="connsiteY17" fmla="*/ 9408319 h 11463338"/>
              <a:gd name="connsiteX18" fmla="*/ 2457449 w 7372350"/>
              <a:gd name="connsiteY18" fmla="*/ 8446293 h 11463338"/>
              <a:gd name="connsiteX19" fmla="*/ 2543175 w 7372350"/>
              <a:gd name="connsiteY19" fmla="*/ 8201025 h 11463338"/>
              <a:gd name="connsiteX20" fmla="*/ 2340769 w 7372350"/>
              <a:gd name="connsiteY20" fmla="*/ 8446294 h 11463338"/>
              <a:gd name="connsiteX21" fmla="*/ 3193256 w 7372350"/>
              <a:gd name="connsiteY21" fmla="*/ 11249025 h 11463338"/>
              <a:gd name="connsiteX22" fmla="*/ 3048000 w 7372350"/>
              <a:gd name="connsiteY22" fmla="*/ 11463338 h 11463338"/>
              <a:gd name="connsiteX23" fmla="*/ 0 w 7372350"/>
              <a:gd name="connsiteY23" fmla="*/ 4857750 h 11463338"/>
              <a:gd name="connsiteX24" fmla="*/ 228600 w 7372350"/>
              <a:gd name="connsiteY24" fmla="*/ 4829175 h 11463338"/>
              <a:gd name="connsiteX25" fmla="*/ 800100 w 7372350"/>
              <a:gd name="connsiteY25" fmla="*/ 6229350 h 11463338"/>
              <a:gd name="connsiteX26" fmla="*/ 1000125 w 7372350"/>
              <a:gd name="connsiteY26" fmla="*/ 6115050 h 11463338"/>
              <a:gd name="connsiteX27" fmla="*/ 714375 w 7372350"/>
              <a:gd name="connsiteY27" fmla="*/ 3200400 h 11463338"/>
              <a:gd name="connsiteX28" fmla="*/ 971550 w 7372350"/>
              <a:gd name="connsiteY28" fmla="*/ 3200400 h 11463338"/>
              <a:gd name="connsiteX29" fmla="*/ 1285875 w 7372350"/>
              <a:gd name="connsiteY29" fmla="*/ 4057650 h 11463338"/>
              <a:gd name="connsiteX30" fmla="*/ 1457325 w 7372350"/>
              <a:gd name="connsiteY30" fmla="*/ 3943350 h 11463338"/>
              <a:gd name="connsiteX31" fmla="*/ 2914650 w 7372350"/>
              <a:gd name="connsiteY31" fmla="*/ 0 h 11463338"/>
              <a:gd name="connsiteX0" fmla="*/ 2914650 w 7372350"/>
              <a:gd name="connsiteY0" fmla="*/ 0 h 11463338"/>
              <a:gd name="connsiteX1" fmla="*/ 3086100 w 7372350"/>
              <a:gd name="connsiteY1" fmla="*/ 342900 h 11463338"/>
              <a:gd name="connsiteX2" fmla="*/ 5629275 w 7372350"/>
              <a:gd name="connsiteY2" fmla="*/ 5715000 h 11463338"/>
              <a:gd name="connsiteX3" fmla="*/ 5857875 w 7372350"/>
              <a:gd name="connsiteY3" fmla="*/ 5629275 h 11463338"/>
              <a:gd name="connsiteX4" fmla="*/ 5286375 w 7372350"/>
              <a:gd name="connsiteY4" fmla="*/ 4429125 h 11463338"/>
              <a:gd name="connsiteX5" fmla="*/ 5657850 w 7372350"/>
              <a:gd name="connsiteY5" fmla="*/ 4000500 h 11463338"/>
              <a:gd name="connsiteX6" fmla="*/ 7372350 w 7372350"/>
              <a:gd name="connsiteY6" fmla="*/ 6343650 h 11463338"/>
              <a:gd name="connsiteX7" fmla="*/ 6057900 w 7372350"/>
              <a:gd name="connsiteY7" fmla="*/ 10744200 h 11463338"/>
              <a:gd name="connsiteX8" fmla="*/ 5857875 w 7372350"/>
              <a:gd name="connsiteY8" fmla="*/ 10487025 h 11463338"/>
              <a:gd name="connsiteX9" fmla="*/ 5657850 w 7372350"/>
              <a:gd name="connsiteY9" fmla="*/ 7743825 h 11463338"/>
              <a:gd name="connsiteX10" fmla="*/ 5543550 w 7372350"/>
              <a:gd name="connsiteY10" fmla="*/ 8543925 h 11463338"/>
              <a:gd name="connsiteX11" fmla="*/ 5343525 w 7372350"/>
              <a:gd name="connsiteY11" fmla="*/ 8429625 h 11463338"/>
              <a:gd name="connsiteX12" fmla="*/ 5029200 w 7372350"/>
              <a:gd name="connsiteY12" fmla="*/ 7396162 h 11463338"/>
              <a:gd name="connsiteX13" fmla="*/ 4705350 w 7372350"/>
              <a:gd name="connsiteY13" fmla="*/ 7386637 h 11463338"/>
              <a:gd name="connsiteX14" fmla="*/ 4443412 w 7372350"/>
              <a:gd name="connsiteY14" fmla="*/ 7429500 h 11463338"/>
              <a:gd name="connsiteX15" fmla="*/ 3305174 w 7372350"/>
              <a:gd name="connsiteY15" fmla="*/ 5784056 h 11463338"/>
              <a:gd name="connsiteX16" fmla="*/ 3186112 w 7372350"/>
              <a:gd name="connsiteY16" fmla="*/ 5886451 h 11463338"/>
              <a:gd name="connsiteX17" fmla="*/ 3036094 w 7372350"/>
              <a:gd name="connsiteY17" fmla="*/ 9408319 h 11463338"/>
              <a:gd name="connsiteX18" fmla="*/ 2457449 w 7372350"/>
              <a:gd name="connsiteY18" fmla="*/ 8446293 h 11463338"/>
              <a:gd name="connsiteX19" fmla="*/ 2543175 w 7372350"/>
              <a:gd name="connsiteY19" fmla="*/ 8201025 h 11463338"/>
              <a:gd name="connsiteX20" fmla="*/ 2340769 w 7372350"/>
              <a:gd name="connsiteY20" fmla="*/ 8446294 h 11463338"/>
              <a:gd name="connsiteX21" fmla="*/ 3193256 w 7372350"/>
              <a:gd name="connsiteY21" fmla="*/ 11249025 h 11463338"/>
              <a:gd name="connsiteX22" fmla="*/ 3048000 w 7372350"/>
              <a:gd name="connsiteY22" fmla="*/ 11463338 h 11463338"/>
              <a:gd name="connsiteX23" fmla="*/ 0 w 7372350"/>
              <a:gd name="connsiteY23" fmla="*/ 4857750 h 11463338"/>
              <a:gd name="connsiteX24" fmla="*/ 228600 w 7372350"/>
              <a:gd name="connsiteY24" fmla="*/ 4829175 h 11463338"/>
              <a:gd name="connsiteX25" fmla="*/ 800100 w 7372350"/>
              <a:gd name="connsiteY25" fmla="*/ 6229350 h 11463338"/>
              <a:gd name="connsiteX26" fmla="*/ 1000125 w 7372350"/>
              <a:gd name="connsiteY26" fmla="*/ 6115050 h 11463338"/>
              <a:gd name="connsiteX27" fmla="*/ 714375 w 7372350"/>
              <a:gd name="connsiteY27" fmla="*/ 3200400 h 11463338"/>
              <a:gd name="connsiteX28" fmla="*/ 971550 w 7372350"/>
              <a:gd name="connsiteY28" fmla="*/ 3200400 h 11463338"/>
              <a:gd name="connsiteX29" fmla="*/ 1285875 w 7372350"/>
              <a:gd name="connsiteY29" fmla="*/ 4057650 h 11463338"/>
              <a:gd name="connsiteX30" fmla="*/ 1457325 w 7372350"/>
              <a:gd name="connsiteY30" fmla="*/ 3943350 h 11463338"/>
              <a:gd name="connsiteX31" fmla="*/ 2914650 w 7372350"/>
              <a:gd name="connsiteY31" fmla="*/ 0 h 11463338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3100388 w 7558088"/>
              <a:gd name="connsiteY0" fmla="*/ 0 h 11458575"/>
              <a:gd name="connsiteX1" fmla="*/ 3271838 w 7558088"/>
              <a:gd name="connsiteY1" fmla="*/ 342900 h 11458575"/>
              <a:gd name="connsiteX2" fmla="*/ 5815013 w 7558088"/>
              <a:gd name="connsiteY2" fmla="*/ 5715000 h 11458575"/>
              <a:gd name="connsiteX3" fmla="*/ 6043613 w 7558088"/>
              <a:gd name="connsiteY3" fmla="*/ 5629275 h 11458575"/>
              <a:gd name="connsiteX4" fmla="*/ 5472113 w 7558088"/>
              <a:gd name="connsiteY4" fmla="*/ 4429125 h 11458575"/>
              <a:gd name="connsiteX5" fmla="*/ 5843588 w 7558088"/>
              <a:gd name="connsiteY5" fmla="*/ 4000500 h 11458575"/>
              <a:gd name="connsiteX6" fmla="*/ 7558088 w 7558088"/>
              <a:gd name="connsiteY6" fmla="*/ 6343650 h 11458575"/>
              <a:gd name="connsiteX7" fmla="*/ 6243638 w 7558088"/>
              <a:gd name="connsiteY7" fmla="*/ 10744200 h 11458575"/>
              <a:gd name="connsiteX8" fmla="*/ 6043613 w 7558088"/>
              <a:gd name="connsiteY8" fmla="*/ 10487025 h 11458575"/>
              <a:gd name="connsiteX9" fmla="*/ 5843588 w 7558088"/>
              <a:gd name="connsiteY9" fmla="*/ 7743825 h 11458575"/>
              <a:gd name="connsiteX10" fmla="*/ 5729288 w 7558088"/>
              <a:gd name="connsiteY10" fmla="*/ 8543925 h 11458575"/>
              <a:gd name="connsiteX11" fmla="*/ 5529263 w 7558088"/>
              <a:gd name="connsiteY11" fmla="*/ 8429625 h 11458575"/>
              <a:gd name="connsiteX12" fmla="*/ 5214938 w 7558088"/>
              <a:gd name="connsiteY12" fmla="*/ 7396162 h 11458575"/>
              <a:gd name="connsiteX13" fmla="*/ 4891088 w 7558088"/>
              <a:gd name="connsiteY13" fmla="*/ 7386637 h 11458575"/>
              <a:gd name="connsiteX14" fmla="*/ 4629150 w 7558088"/>
              <a:gd name="connsiteY14" fmla="*/ 7429500 h 11458575"/>
              <a:gd name="connsiteX15" fmla="*/ 3490912 w 7558088"/>
              <a:gd name="connsiteY15" fmla="*/ 5784056 h 11458575"/>
              <a:gd name="connsiteX16" fmla="*/ 3371850 w 7558088"/>
              <a:gd name="connsiteY16" fmla="*/ 5886451 h 11458575"/>
              <a:gd name="connsiteX17" fmla="*/ 3221832 w 7558088"/>
              <a:gd name="connsiteY17" fmla="*/ 9408319 h 11458575"/>
              <a:gd name="connsiteX18" fmla="*/ 2643187 w 7558088"/>
              <a:gd name="connsiteY18" fmla="*/ 8446293 h 11458575"/>
              <a:gd name="connsiteX19" fmla="*/ 2728913 w 7558088"/>
              <a:gd name="connsiteY19" fmla="*/ 8201025 h 11458575"/>
              <a:gd name="connsiteX20" fmla="*/ 2526507 w 7558088"/>
              <a:gd name="connsiteY20" fmla="*/ 8446294 h 11458575"/>
              <a:gd name="connsiteX21" fmla="*/ 3378994 w 7558088"/>
              <a:gd name="connsiteY21" fmla="*/ 11249025 h 11458575"/>
              <a:gd name="connsiteX22" fmla="*/ 3221832 w 7558088"/>
              <a:gd name="connsiteY22" fmla="*/ 11458575 h 11458575"/>
              <a:gd name="connsiteX23" fmla="*/ 0 w 7558088"/>
              <a:gd name="connsiteY23" fmla="*/ 4752975 h 11458575"/>
              <a:gd name="connsiteX24" fmla="*/ 414338 w 7558088"/>
              <a:gd name="connsiteY24" fmla="*/ 4829175 h 11458575"/>
              <a:gd name="connsiteX25" fmla="*/ 985838 w 7558088"/>
              <a:gd name="connsiteY25" fmla="*/ 6229350 h 11458575"/>
              <a:gd name="connsiteX26" fmla="*/ 1185863 w 7558088"/>
              <a:gd name="connsiteY26" fmla="*/ 6115050 h 11458575"/>
              <a:gd name="connsiteX27" fmla="*/ 900113 w 7558088"/>
              <a:gd name="connsiteY27" fmla="*/ 3200400 h 11458575"/>
              <a:gd name="connsiteX28" fmla="*/ 1157288 w 7558088"/>
              <a:gd name="connsiteY28" fmla="*/ 3200400 h 11458575"/>
              <a:gd name="connsiteX29" fmla="*/ 1471613 w 7558088"/>
              <a:gd name="connsiteY29" fmla="*/ 4057650 h 11458575"/>
              <a:gd name="connsiteX30" fmla="*/ 1643063 w 7558088"/>
              <a:gd name="connsiteY30" fmla="*/ 3943350 h 11458575"/>
              <a:gd name="connsiteX31" fmla="*/ 3100388 w 7558088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726133 w 7869883"/>
              <a:gd name="connsiteY24" fmla="*/ 4829175 h 11458575"/>
              <a:gd name="connsiteX25" fmla="*/ 1297633 w 7869883"/>
              <a:gd name="connsiteY25" fmla="*/ 6229350 h 11458575"/>
              <a:gd name="connsiteX26" fmla="*/ 1497658 w 7869883"/>
              <a:gd name="connsiteY26" fmla="*/ 6115050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29350 h 11458575"/>
              <a:gd name="connsiteX26" fmla="*/ 1497658 w 7869883"/>
              <a:gd name="connsiteY26" fmla="*/ 6115050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29350 h 11458575"/>
              <a:gd name="connsiteX26" fmla="*/ 1497658 w 7869883"/>
              <a:gd name="connsiteY26" fmla="*/ 6115050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97658 w 7869883"/>
              <a:gd name="connsiteY26" fmla="*/ 6115050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97658 w 7869883"/>
              <a:gd name="connsiteY26" fmla="*/ 6115050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45283 w 7869883"/>
              <a:gd name="connsiteY28" fmla="*/ 3252787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45283 w 7869883"/>
              <a:gd name="connsiteY28" fmla="*/ 3252787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45283 w 7869883"/>
              <a:gd name="connsiteY28" fmla="*/ 3252787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91253 w 7869883"/>
              <a:gd name="connsiteY1" fmla="*/ 23622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53153 w 7869883"/>
              <a:gd name="connsiteY1" fmla="*/ 24384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53153 w 7869883"/>
              <a:gd name="connsiteY1" fmla="*/ 24384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53153 w 7869883"/>
              <a:gd name="connsiteY1" fmla="*/ 24384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53153 w 7869883"/>
              <a:gd name="connsiteY1" fmla="*/ 24384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1439 h 11460014"/>
              <a:gd name="connsiteX1" fmla="*/ 3553153 w 7869883"/>
              <a:gd name="connsiteY1" fmla="*/ 245279 h 11460014"/>
              <a:gd name="connsiteX2" fmla="*/ 6126808 w 7869883"/>
              <a:gd name="connsiteY2" fmla="*/ 5716439 h 11460014"/>
              <a:gd name="connsiteX3" fmla="*/ 6355408 w 7869883"/>
              <a:gd name="connsiteY3" fmla="*/ 5630714 h 11460014"/>
              <a:gd name="connsiteX4" fmla="*/ 5783908 w 7869883"/>
              <a:gd name="connsiteY4" fmla="*/ 4430564 h 11460014"/>
              <a:gd name="connsiteX5" fmla="*/ 6155383 w 7869883"/>
              <a:gd name="connsiteY5" fmla="*/ 4001939 h 11460014"/>
              <a:gd name="connsiteX6" fmla="*/ 7869883 w 7869883"/>
              <a:gd name="connsiteY6" fmla="*/ 6345089 h 11460014"/>
              <a:gd name="connsiteX7" fmla="*/ 6555433 w 7869883"/>
              <a:gd name="connsiteY7" fmla="*/ 10745639 h 11460014"/>
              <a:gd name="connsiteX8" fmla="*/ 6355408 w 7869883"/>
              <a:gd name="connsiteY8" fmla="*/ 10488464 h 11460014"/>
              <a:gd name="connsiteX9" fmla="*/ 6155383 w 7869883"/>
              <a:gd name="connsiteY9" fmla="*/ 7745264 h 11460014"/>
              <a:gd name="connsiteX10" fmla="*/ 6041083 w 7869883"/>
              <a:gd name="connsiteY10" fmla="*/ 8545364 h 11460014"/>
              <a:gd name="connsiteX11" fmla="*/ 5841058 w 7869883"/>
              <a:gd name="connsiteY11" fmla="*/ 8431064 h 11460014"/>
              <a:gd name="connsiteX12" fmla="*/ 5526733 w 7869883"/>
              <a:gd name="connsiteY12" fmla="*/ 7397601 h 11460014"/>
              <a:gd name="connsiteX13" fmla="*/ 5202883 w 7869883"/>
              <a:gd name="connsiteY13" fmla="*/ 7388076 h 11460014"/>
              <a:gd name="connsiteX14" fmla="*/ 4940945 w 7869883"/>
              <a:gd name="connsiteY14" fmla="*/ 7430939 h 11460014"/>
              <a:gd name="connsiteX15" fmla="*/ 3802707 w 7869883"/>
              <a:gd name="connsiteY15" fmla="*/ 5785495 h 11460014"/>
              <a:gd name="connsiteX16" fmla="*/ 3683645 w 7869883"/>
              <a:gd name="connsiteY16" fmla="*/ 5887890 h 11460014"/>
              <a:gd name="connsiteX17" fmla="*/ 3533627 w 7869883"/>
              <a:gd name="connsiteY17" fmla="*/ 9409758 h 11460014"/>
              <a:gd name="connsiteX18" fmla="*/ 2954982 w 7869883"/>
              <a:gd name="connsiteY18" fmla="*/ 8447732 h 11460014"/>
              <a:gd name="connsiteX19" fmla="*/ 3040708 w 7869883"/>
              <a:gd name="connsiteY19" fmla="*/ 8202464 h 11460014"/>
              <a:gd name="connsiteX20" fmla="*/ 2838302 w 7869883"/>
              <a:gd name="connsiteY20" fmla="*/ 8447733 h 11460014"/>
              <a:gd name="connsiteX21" fmla="*/ 3690789 w 7869883"/>
              <a:gd name="connsiteY21" fmla="*/ 11250464 h 11460014"/>
              <a:gd name="connsiteX22" fmla="*/ 3533627 w 7869883"/>
              <a:gd name="connsiteY22" fmla="*/ 11460014 h 11460014"/>
              <a:gd name="connsiteX23" fmla="*/ 311795 w 7869883"/>
              <a:gd name="connsiteY23" fmla="*/ 4754414 h 11460014"/>
              <a:gd name="connsiteX24" fmla="*/ 616595 w 7869883"/>
              <a:gd name="connsiteY24" fmla="*/ 4725839 h 11460014"/>
              <a:gd name="connsiteX25" fmla="*/ 1297633 w 7869883"/>
              <a:gd name="connsiteY25" fmla="*/ 6287939 h 11460014"/>
              <a:gd name="connsiteX26" fmla="*/ 1426221 w 7869883"/>
              <a:gd name="connsiteY26" fmla="*/ 6121251 h 11460014"/>
              <a:gd name="connsiteX27" fmla="*/ 1111895 w 7869883"/>
              <a:gd name="connsiteY27" fmla="*/ 3125639 h 11460014"/>
              <a:gd name="connsiteX28" fmla="*/ 1516708 w 7869883"/>
              <a:gd name="connsiteY28" fmla="*/ 3268513 h 11460014"/>
              <a:gd name="connsiteX29" fmla="*/ 1816745 w 7869883"/>
              <a:gd name="connsiteY29" fmla="*/ 3954314 h 11460014"/>
              <a:gd name="connsiteX30" fmla="*/ 1957239 w 7869883"/>
              <a:gd name="connsiteY30" fmla="*/ 3928120 h 11460014"/>
              <a:gd name="connsiteX31" fmla="*/ 3412183 w 7869883"/>
              <a:gd name="connsiteY31" fmla="*/ 1439 h 11460014"/>
              <a:gd name="connsiteX0" fmla="*/ 3412183 w 7869883"/>
              <a:gd name="connsiteY0" fmla="*/ 1439 h 11460014"/>
              <a:gd name="connsiteX1" fmla="*/ 3553153 w 7869883"/>
              <a:gd name="connsiteY1" fmla="*/ 245279 h 11460014"/>
              <a:gd name="connsiteX2" fmla="*/ 6126808 w 7869883"/>
              <a:gd name="connsiteY2" fmla="*/ 5716439 h 11460014"/>
              <a:gd name="connsiteX3" fmla="*/ 6355408 w 7869883"/>
              <a:gd name="connsiteY3" fmla="*/ 5630714 h 11460014"/>
              <a:gd name="connsiteX4" fmla="*/ 5783908 w 7869883"/>
              <a:gd name="connsiteY4" fmla="*/ 4430564 h 11460014"/>
              <a:gd name="connsiteX5" fmla="*/ 6155383 w 7869883"/>
              <a:gd name="connsiteY5" fmla="*/ 4001939 h 11460014"/>
              <a:gd name="connsiteX6" fmla="*/ 7869883 w 7869883"/>
              <a:gd name="connsiteY6" fmla="*/ 6345089 h 11460014"/>
              <a:gd name="connsiteX7" fmla="*/ 6555433 w 7869883"/>
              <a:gd name="connsiteY7" fmla="*/ 10745639 h 11460014"/>
              <a:gd name="connsiteX8" fmla="*/ 6355408 w 7869883"/>
              <a:gd name="connsiteY8" fmla="*/ 10488464 h 11460014"/>
              <a:gd name="connsiteX9" fmla="*/ 6155383 w 7869883"/>
              <a:gd name="connsiteY9" fmla="*/ 7745264 h 11460014"/>
              <a:gd name="connsiteX10" fmla="*/ 6041083 w 7869883"/>
              <a:gd name="connsiteY10" fmla="*/ 8545364 h 11460014"/>
              <a:gd name="connsiteX11" fmla="*/ 5841058 w 7869883"/>
              <a:gd name="connsiteY11" fmla="*/ 8431064 h 11460014"/>
              <a:gd name="connsiteX12" fmla="*/ 5526733 w 7869883"/>
              <a:gd name="connsiteY12" fmla="*/ 7397601 h 11460014"/>
              <a:gd name="connsiteX13" fmla="*/ 5202883 w 7869883"/>
              <a:gd name="connsiteY13" fmla="*/ 7388076 h 11460014"/>
              <a:gd name="connsiteX14" fmla="*/ 4940945 w 7869883"/>
              <a:gd name="connsiteY14" fmla="*/ 7430939 h 11460014"/>
              <a:gd name="connsiteX15" fmla="*/ 3802707 w 7869883"/>
              <a:gd name="connsiteY15" fmla="*/ 5785495 h 11460014"/>
              <a:gd name="connsiteX16" fmla="*/ 3683645 w 7869883"/>
              <a:gd name="connsiteY16" fmla="*/ 5887890 h 11460014"/>
              <a:gd name="connsiteX17" fmla="*/ 3533627 w 7869883"/>
              <a:gd name="connsiteY17" fmla="*/ 9409758 h 11460014"/>
              <a:gd name="connsiteX18" fmla="*/ 2954982 w 7869883"/>
              <a:gd name="connsiteY18" fmla="*/ 8447732 h 11460014"/>
              <a:gd name="connsiteX19" fmla="*/ 3040708 w 7869883"/>
              <a:gd name="connsiteY19" fmla="*/ 8202464 h 11460014"/>
              <a:gd name="connsiteX20" fmla="*/ 2838302 w 7869883"/>
              <a:gd name="connsiteY20" fmla="*/ 8447733 h 11460014"/>
              <a:gd name="connsiteX21" fmla="*/ 3690789 w 7869883"/>
              <a:gd name="connsiteY21" fmla="*/ 11250464 h 11460014"/>
              <a:gd name="connsiteX22" fmla="*/ 3533627 w 7869883"/>
              <a:gd name="connsiteY22" fmla="*/ 11460014 h 11460014"/>
              <a:gd name="connsiteX23" fmla="*/ 311795 w 7869883"/>
              <a:gd name="connsiteY23" fmla="*/ 4754414 h 11460014"/>
              <a:gd name="connsiteX24" fmla="*/ 616595 w 7869883"/>
              <a:gd name="connsiteY24" fmla="*/ 4725839 h 11460014"/>
              <a:gd name="connsiteX25" fmla="*/ 1297633 w 7869883"/>
              <a:gd name="connsiteY25" fmla="*/ 6287939 h 11460014"/>
              <a:gd name="connsiteX26" fmla="*/ 1426221 w 7869883"/>
              <a:gd name="connsiteY26" fmla="*/ 6121251 h 11460014"/>
              <a:gd name="connsiteX27" fmla="*/ 1111895 w 7869883"/>
              <a:gd name="connsiteY27" fmla="*/ 3125639 h 11460014"/>
              <a:gd name="connsiteX28" fmla="*/ 1516708 w 7869883"/>
              <a:gd name="connsiteY28" fmla="*/ 3268513 h 11460014"/>
              <a:gd name="connsiteX29" fmla="*/ 1816745 w 7869883"/>
              <a:gd name="connsiteY29" fmla="*/ 3954314 h 11460014"/>
              <a:gd name="connsiteX30" fmla="*/ 1957239 w 7869883"/>
              <a:gd name="connsiteY30" fmla="*/ 3928120 h 11460014"/>
              <a:gd name="connsiteX31" fmla="*/ 3412183 w 7869883"/>
              <a:gd name="connsiteY31" fmla="*/ 1439 h 11460014"/>
              <a:gd name="connsiteX0" fmla="*/ 3412183 w 7869883"/>
              <a:gd name="connsiteY0" fmla="*/ 1439 h 11460014"/>
              <a:gd name="connsiteX1" fmla="*/ 3586491 w 7869883"/>
              <a:gd name="connsiteY1" fmla="*/ 245279 h 11460014"/>
              <a:gd name="connsiteX2" fmla="*/ 6126808 w 7869883"/>
              <a:gd name="connsiteY2" fmla="*/ 5716439 h 11460014"/>
              <a:gd name="connsiteX3" fmla="*/ 6355408 w 7869883"/>
              <a:gd name="connsiteY3" fmla="*/ 5630714 h 11460014"/>
              <a:gd name="connsiteX4" fmla="*/ 5783908 w 7869883"/>
              <a:gd name="connsiteY4" fmla="*/ 4430564 h 11460014"/>
              <a:gd name="connsiteX5" fmla="*/ 6155383 w 7869883"/>
              <a:gd name="connsiteY5" fmla="*/ 4001939 h 11460014"/>
              <a:gd name="connsiteX6" fmla="*/ 7869883 w 7869883"/>
              <a:gd name="connsiteY6" fmla="*/ 6345089 h 11460014"/>
              <a:gd name="connsiteX7" fmla="*/ 6555433 w 7869883"/>
              <a:gd name="connsiteY7" fmla="*/ 10745639 h 11460014"/>
              <a:gd name="connsiteX8" fmla="*/ 6355408 w 7869883"/>
              <a:gd name="connsiteY8" fmla="*/ 10488464 h 11460014"/>
              <a:gd name="connsiteX9" fmla="*/ 6155383 w 7869883"/>
              <a:gd name="connsiteY9" fmla="*/ 7745264 h 11460014"/>
              <a:gd name="connsiteX10" fmla="*/ 6041083 w 7869883"/>
              <a:gd name="connsiteY10" fmla="*/ 8545364 h 11460014"/>
              <a:gd name="connsiteX11" fmla="*/ 5841058 w 7869883"/>
              <a:gd name="connsiteY11" fmla="*/ 8431064 h 11460014"/>
              <a:gd name="connsiteX12" fmla="*/ 5526733 w 7869883"/>
              <a:gd name="connsiteY12" fmla="*/ 7397601 h 11460014"/>
              <a:gd name="connsiteX13" fmla="*/ 5202883 w 7869883"/>
              <a:gd name="connsiteY13" fmla="*/ 7388076 h 11460014"/>
              <a:gd name="connsiteX14" fmla="*/ 4940945 w 7869883"/>
              <a:gd name="connsiteY14" fmla="*/ 7430939 h 11460014"/>
              <a:gd name="connsiteX15" fmla="*/ 3802707 w 7869883"/>
              <a:gd name="connsiteY15" fmla="*/ 5785495 h 11460014"/>
              <a:gd name="connsiteX16" fmla="*/ 3683645 w 7869883"/>
              <a:gd name="connsiteY16" fmla="*/ 5887890 h 11460014"/>
              <a:gd name="connsiteX17" fmla="*/ 3533627 w 7869883"/>
              <a:gd name="connsiteY17" fmla="*/ 9409758 h 11460014"/>
              <a:gd name="connsiteX18" fmla="*/ 2954982 w 7869883"/>
              <a:gd name="connsiteY18" fmla="*/ 8447732 h 11460014"/>
              <a:gd name="connsiteX19" fmla="*/ 3040708 w 7869883"/>
              <a:gd name="connsiteY19" fmla="*/ 8202464 h 11460014"/>
              <a:gd name="connsiteX20" fmla="*/ 2838302 w 7869883"/>
              <a:gd name="connsiteY20" fmla="*/ 8447733 h 11460014"/>
              <a:gd name="connsiteX21" fmla="*/ 3690789 w 7869883"/>
              <a:gd name="connsiteY21" fmla="*/ 11250464 h 11460014"/>
              <a:gd name="connsiteX22" fmla="*/ 3533627 w 7869883"/>
              <a:gd name="connsiteY22" fmla="*/ 11460014 h 11460014"/>
              <a:gd name="connsiteX23" fmla="*/ 311795 w 7869883"/>
              <a:gd name="connsiteY23" fmla="*/ 4754414 h 11460014"/>
              <a:gd name="connsiteX24" fmla="*/ 616595 w 7869883"/>
              <a:gd name="connsiteY24" fmla="*/ 4725839 h 11460014"/>
              <a:gd name="connsiteX25" fmla="*/ 1297633 w 7869883"/>
              <a:gd name="connsiteY25" fmla="*/ 6287939 h 11460014"/>
              <a:gd name="connsiteX26" fmla="*/ 1426221 w 7869883"/>
              <a:gd name="connsiteY26" fmla="*/ 6121251 h 11460014"/>
              <a:gd name="connsiteX27" fmla="*/ 1111895 w 7869883"/>
              <a:gd name="connsiteY27" fmla="*/ 3125639 h 11460014"/>
              <a:gd name="connsiteX28" fmla="*/ 1516708 w 7869883"/>
              <a:gd name="connsiteY28" fmla="*/ 3268513 h 11460014"/>
              <a:gd name="connsiteX29" fmla="*/ 1816745 w 7869883"/>
              <a:gd name="connsiteY29" fmla="*/ 3954314 h 11460014"/>
              <a:gd name="connsiteX30" fmla="*/ 1957239 w 7869883"/>
              <a:gd name="connsiteY30" fmla="*/ 3928120 h 11460014"/>
              <a:gd name="connsiteX31" fmla="*/ 3412183 w 7869883"/>
              <a:gd name="connsiteY31" fmla="*/ 1439 h 11460014"/>
              <a:gd name="connsiteX0" fmla="*/ 3412183 w 7869883"/>
              <a:gd name="connsiteY0" fmla="*/ 1439 h 11460014"/>
              <a:gd name="connsiteX1" fmla="*/ 3591253 w 7869883"/>
              <a:gd name="connsiteY1" fmla="*/ 245279 h 11460014"/>
              <a:gd name="connsiteX2" fmla="*/ 6126808 w 7869883"/>
              <a:gd name="connsiteY2" fmla="*/ 5716439 h 11460014"/>
              <a:gd name="connsiteX3" fmla="*/ 6355408 w 7869883"/>
              <a:gd name="connsiteY3" fmla="*/ 5630714 h 11460014"/>
              <a:gd name="connsiteX4" fmla="*/ 5783908 w 7869883"/>
              <a:gd name="connsiteY4" fmla="*/ 4430564 h 11460014"/>
              <a:gd name="connsiteX5" fmla="*/ 6155383 w 7869883"/>
              <a:gd name="connsiteY5" fmla="*/ 4001939 h 11460014"/>
              <a:gd name="connsiteX6" fmla="*/ 7869883 w 7869883"/>
              <a:gd name="connsiteY6" fmla="*/ 6345089 h 11460014"/>
              <a:gd name="connsiteX7" fmla="*/ 6555433 w 7869883"/>
              <a:gd name="connsiteY7" fmla="*/ 10745639 h 11460014"/>
              <a:gd name="connsiteX8" fmla="*/ 6355408 w 7869883"/>
              <a:gd name="connsiteY8" fmla="*/ 10488464 h 11460014"/>
              <a:gd name="connsiteX9" fmla="*/ 6155383 w 7869883"/>
              <a:gd name="connsiteY9" fmla="*/ 7745264 h 11460014"/>
              <a:gd name="connsiteX10" fmla="*/ 6041083 w 7869883"/>
              <a:gd name="connsiteY10" fmla="*/ 8545364 h 11460014"/>
              <a:gd name="connsiteX11" fmla="*/ 5841058 w 7869883"/>
              <a:gd name="connsiteY11" fmla="*/ 8431064 h 11460014"/>
              <a:gd name="connsiteX12" fmla="*/ 5526733 w 7869883"/>
              <a:gd name="connsiteY12" fmla="*/ 7397601 h 11460014"/>
              <a:gd name="connsiteX13" fmla="*/ 5202883 w 7869883"/>
              <a:gd name="connsiteY13" fmla="*/ 7388076 h 11460014"/>
              <a:gd name="connsiteX14" fmla="*/ 4940945 w 7869883"/>
              <a:gd name="connsiteY14" fmla="*/ 7430939 h 11460014"/>
              <a:gd name="connsiteX15" fmla="*/ 3802707 w 7869883"/>
              <a:gd name="connsiteY15" fmla="*/ 5785495 h 11460014"/>
              <a:gd name="connsiteX16" fmla="*/ 3683645 w 7869883"/>
              <a:gd name="connsiteY16" fmla="*/ 5887890 h 11460014"/>
              <a:gd name="connsiteX17" fmla="*/ 3533627 w 7869883"/>
              <a:gd name="connsiteY17" fmla="*/ 9409758 h 11460014"/>
              <a:gd name="connsiteX18" fmla="*/ 2954982 w 7869883"/>
              <a:gd name="connsiteY18" fmla="*/ 8447732 h 11460014"/>
              <a:gd name="connsiteX19" fmla="*/ 3040708 w 7869883"/>
              <a:gd name="connsiteY19" fmla="*/ 8202464 h 11460014"/>
              <a:gd name="connsiteX20" fmla="*/ 2838302 w 7869883"/>
              <a:gd name="connsiteY20" fmla="*/ 8447733 h 11460014"/>
              <a:gd name="connsiteX21" fmla="*/ 3690789 w 7869883"/>
              <a:gd name="connsiteY21" fmla="*/ 11250464 h 11460014"/>
              <a:gd name="connsiteX22" fmla="*/ 3533627 w 7869883"/>
              <a:gd name="connsiteY22" fmla="*/ 11460014 h 11460014"/>
              <a:gd name="connsiteX23" fmla="*/ 311795 w 7869883"/>
              <a:gd name="connsiteY23" fmla="*/ 4754414 h 11460014"/>
              <a:gd name="connsiteX24" fmla="*/ 616595 w 7869883"/>
              <a:gd name="connsiteY24" fmla="*/ 4725839 h 11460014"/>
              <a:gd name="connsiteX25" fmla="*/ 1297633 w 7869883"/>
              <a:gd name="connsiteY25" fmla="*/ 6287939 h 11460014"/>
              <a:gd name="connsiteX26" fmla="*/ 1426221 w 7869883"/>
              <a:gd name="connsiteY26" fmla="*/ 6121251 h 11460014"/>
              <a:gd name="connsiteX27" fmla="*/ 1111895 w 7869883"/>
              <a:gd name="connsiteY27" fmla="*/ 3125639 h 11460014"/>
              <a:gd name="connsiteX28" fmla="*/ 1516708 w 7869883"/>
              <a:gd name="connsiteY28" fmla="*/ 3268513 h 11460014"/>
              <a:gd name="connsiteX29" fmla="*/ 1816745 w 7869883"/>
              <a:gd name="connsiteY29" fmla="*/ 3954314 h 11460014"/>
              <a:gd name="connsiteX30" fmla="*/ 1957239 w 7869883"/>
              <a:gd name="connsiteY30" fmla="*/ 3928120 h 11460014"/>
              <a:gd name="connsiteX31" fmla="*/ 3412183 w 7869883"/>
              <a:gd name="connsiteY31" fmla="*/ 1439 h 11460014"/>
              <a:gd name="connsiteX0" fmla="*/ 3412183 w 7869883"/>
              <a:gd name="connsiteY0" fmla="*/ 1018 h 11459593"/>
              <a:gd name="connsiteX1" fmla="*/ 3591253 w 7869883"/>
              <a:gd name="connsiteY1" fmla="*/ 244858 h 11459593"/>
              <a:gd name="connsiteX2" fmla="*/ 6126808 w 7869883"/>
              <a:gd name="connsiteY2" fmla="*/ 5716018 h 11459593"/>
              <a:gd name="connsiteX3" fmla="*/ 6355408 w 7869883"/>
              <a:gd name="connsiteY3" fmla="*/ 5630293 h 11459593"/>
              <a:gd name="connsiteX4" fmla="*/ 5783908 w 7869883"/>
              <a:gd name="connsiteY4" fmla="*/ 4430143 h 11459593"/>
              <a:gd name="connsiteX5" fmla="*/ 6155383 w 7869883"/>
              <a:gd name="connsiteY5" fmla="*/ 4001518 h 11459593"/>
              <a:gd name="connsiteX6" fmla="*/ 7869883 w 7869883"/>
              <a:gd name="connsiteY6" fmla="*/ 6344668 h 11459593"/>
              <a:gd name="connsiteX7" fmla="*/ 6555433 w 7869883"/>
              <a:gd name="connsiteY7" fmla="*/ 10745218 h 11459593"/>
              <a:gd name="connsiteX8" fmla="*/ 6355408 w 7869883"/>
              <a:gd name="connsiteY8" fmla="*/ 10488043 h 11459593"/>
              <a:gd name="connsiteX9" fmla="*/ 6155383 w 7869883"/>
              <a:gd name="connsiteY9" fmla="*/ 7744843 h 11459593"/>
              <a:gd name="connsiteX10" fmla="*/ 6041083 w 7869883"/>
              <a:gd name="connsiteY10" fmla="*/ 8544943 h 11459593"/>
              <a:gd name="connsiteX11" fmla="*/ 5841058 w 7869883"/>
              <a:gd name="connsiteY11" fmla="*/ 8430643 h 11459593"/>
              <a:gd name="connsiteX12" fmla="*/ 5526733 w 7869883"/>
              <a:gd name="connsiteY12" fmla="*/ 7397180 h 11459593"/>
              <a:gd name="connsiteX13" fmla="*/ 5202883 w 7869883"/>
              <a:gd name="connsiteY13" fmla="*/ 7387655 h 11459593"/>
              <a:gd name="connsiteX14" fmla="*/ 4940945 w 7869883"/>
              <a:gd name="connsiteY14" fmla="*/ 7430518 h 11459593"/>
              <a:gd name="connsiteX15" fmla="*/ 3802707 w 7869883"/>
              <a:gd name="connsiteY15" fmla="*/ 5785074 h 11459593"/>
              <a:gd name="connsiteX16" fmla="*/ 3683645 w 7869883"/>
              <a:gd name="connsiteY16" fmla="*/ 5887469 h 11459593"/>
              <a:gd name="connsiteX17" fmla="*/ 3533627 w 7869883"/>
              <a:gd name="connsiteY17" fmla="*/ 9409337 h 11459593"/>
              <a:gd name="connsiteX18" fmla="*/ 2954982 w 7869883"/>
              <a:gd name="connsiteY18" fmla="*/ 8447311 h 11459593"/>
              <a:gd name="connsiteX19" fmla="*/ 3040708 w 7869883"/>
              <a:gd name="connsiteY19" fmla="*/ 8202043 h 11459593"/>
              <a:gd name="connsiteX20" fmla="*/ 2838302 w 7869883"/>
              <a:gd name="connsiteY20" fmla="*/ 8447312 h 11459593"/>
              <a:gd name="connsiteX21" fmla="*/ 3690789 w 7869883"/>
              <a:gd name="connsiteY21" fmla="*/ 11250043 h 11459593"/>
              <a:gd name="connsiteX22" fmla="*/ 3533627 w 7869883"/>
              <a:gd name="connsiteY22" fmla="*/ 11459593 h 11459593"/>
              <a:gd name="connsiteX23" fmla="*/ 311795 w 7869883"/>
              <a:gd name="connsiteY23" fmla="*/ 4753993 h 11459593"/>
              <a:gd name="connsiteX24" fmla="*/ 616595 w 7869883"/>
              <a:gd name="connsiteY24" fmla="*/ 4725418 h 11459593"/>
              <a:gd name="connsiteX25" fmla="*/ 1297633 w 7869883"/>
              <a:gd name="connsiteY25" fmla="*/ 6287518 h 11459593"/>
              <a:gd name="connsiteX26" fmla="*/ 1426221 w 7869883"/>
              <a:gd name="connsiteY26" fmla="*/ 6120830 h 11459593"/>
              <a:gd name="connsiteX27" fmla="*/ 1111895 w 7869883"/>
              <a:gd name="connsiteY27" fmla="*/ 3125218 h 11459593"/>
              <a:gd name="connsiteX28" fmla="*/ 1516708 w 7869883"/>
              <a:gd name="connsiteY28" fmla="*/ 3268092 h 11459593"/>
              <a:gd name="connsiteX29" fmla="*/ 1816745 w 7869883"/>
              <a:gd name="connsiteY29" fmla="*/ 3953893 h 11459593"/>
              <a:gd name="connsiteX30" fmla="*/ 1957239 w 7869883"/>
              <a:gd name="connsiteY30" fmla="*/ 3927699 h 11459593"/>
              <a:gd name="connsiteX31" fmla="*/ 3412183 w 7869883"/>
              <a:gd name="connsiteY31" fmla="*/ 1018 h 11459593"/>
              <a:gd name="connsiteX0" fmla="*/ 3412183 w 7869883"/>
              <a:gd name="connsiteY0" fmla="*/ 930 h 11459505"/>
              <a:gd name="connsiteX1" fmla="*/ 3591253 w 7869883"/>
              <a:gd name="connsiteY1" fmla="*/ 244770 h 11459505"/>
              <a:gd name="connsiteX2" fmla="*/ 6126808 w 7869883"/>
              <a:gd name="connsiteY2" fmla="*/ 5715930 h 11459505"/>
              <a:gd name="connsiteX3" fmla="*/ 6355408 w 7869883"/>
              <a:gd name="connsiteY3" fmla="*/ 5630205 h 11459505"/>
              <a:gd name="connsiteX4" fmla="*/ 5783908 w 7869883"/>
              <a:gd name="connsiteY4" fmla="*/ 4430055 h 11459505"/>
              <a:gd name="connsiteX5" fmla="*/ 6155383 w 7869883"/>
              <a:gd name="connsiteY5" fmla="*/ 4001430 h 11459505"/>
              <a:gd name="connsiteX6" fmla="*/ 7869883 w 7869883"/>
              <a:gd name="connsiteY6" fmla="*/ 6344580 h 11459505"/>
              <a:gd name="connsiteX7" fmla="*/ 6555433 w 7869883"/>
              <a:gd name="connsiteY7" fmla="*/ 10745130 h 11459505"/>
              <a:gd name="connsiteX8" fmla="*/ 6355408 w 7869883"/>
              <a:gd name="connsiteY8" fmla="*/ 10487955 h 11459505"/>
              <a:gd name="connsiteX9" fmla="*/ 6155383 w 7869883"/>
              <a:gd name="connsiteY9" fmla="*/ 7744755 h 11459505"/>
              <a:gd name="connsiteX10" fmla="*/ 6041083 w 7869883"/>
              <a:gd name="connsiteY10" fmla="*/ 8544855 h 11459505"/>
              <a:gd name="connsiteX11" fmla="*/ 5841058 w 7869883"/>
              <a:gd name="connsiteY11" fmla="*/ 8430555 h 11459505"/>
              <a:gd name="connsiteX12" fmla="*/ 5526733 w 7869883"/>
              <a:gd name="connsiteY12" fmla="*/ 7397092 h 11459505"/>
              <a:gd name="connsiteX13" fmla="*/ 5202883 w 7869883"/>
              <a:gd name="connsiteY13" fmla="*/ 7387567 h 11459505"/>
              <a:gd name="connsiteX14" fmla="*/ 4940945 w 7869883"/>
              <a:gd name="connsiteY14" fmla="*/ 7430430 h 11459505"/>
              <a:gd name="connsiteX15" fmla="*/ 3802707 w 7869883"/>
              <a:gd name="connsiteY15" fmla="*/ 5784986 h 11459505"/>
              <a:gd name="connsiteX16" fmla="*/ 3683645 w 7869883"/>
              <a:gd name="connsiteY16" fmla="*/ 5887381 h 11459505"/>
              <a:gd name="connsiteX17" fmla="*/ 3533627 w 7869883"/>
              <a:gd name="connsiteY17" fmla="*/ 9409249 h 11459505"/>
              <a:gd name="connsiteX18" fmla="*/ 2954982 w 7869883"/>
              <a:gd name="connsiteY18" fmla="*/ 8447223 h 11459505"/>
              <a:gd name="connsiteX19" fmla="*/ 3040708 w 7869883"/>
              <a:gd name="connsiteY19" fmla="*/ 8201955 h 11459505"/>
              <a:gd name="connsiteX20" fmla="*/ 2838302 w 7869883"/>
              <a:gd name="connsiteY20" fmla="*/ 8447224 h 11459505"/>
              <a:gd name="connsiteX21" fmla="*/ 3690789 w 7869883"/>
              <a:gd name="connsiteY21" fmla="*/ 11249955 h 11459505"/>
              <a:gd name="connsiteX22" fmla="*/ 3533627 w 7869883"/>
              <a:gd name="connsiteY22" fmla="*/ 11459505 h 11459505"/>
              <a:gd name="connsiteX23" fmla="*/ 311795 w 7869883"/>
              <a:gd name="connsiteY23" fmla="*/ 4753905 h 11459505"/>
              <a:gd name="connsiteX24" fmla="*/ 616595 w 7869883"/>
              <a:gd name="connsiteY24" fmla="*/ 4725330 h 11459505"/>
              <a:gd name="connsiteX25" fmla="*/ 1297633 w 7869883"/>
              <a:gd name="connsiteY25" fmla="*/ 6287430 h 11459505"/>
              <a:gd name="connsiteX26" fmla="*/ 1426221 w 7869883"/>
              <a:gd name="connsiteY26" fmla="*/ 6120742 h 11459505"/>
              <a:gd name="connsiteX27" fmla="*/ 1111895 w 7869883"/>
              <a:gd name="connsiteY27" fmla="*/ 3125130 h 11459505"/>
              <a:gd name="connsiteX28" fmla="*/ 1516708 w 7869883"/>
              <a:gd name="connsiteY28" fmla="*/ 3268004 h 11459505"/>
              <a:gd name="connsiteX29" fmla="*/ 1816745 w 7869883"/>
              <a:gd name="connsiteY29" fmla="*/ 3953805 h 11459505"/>
              <a:gd name="connsiteX30" fmla="*/ 1957239 w 7869883"/>
              <a:gd name="connsiteY30" fmla="*/ 3927611 h 11459505"/>
              <a:gd name="connsiteX31" fmla="*/ 3412183 w 7869883"/>
              <a:gd name="connsiteY31" fmla="*/ 930 h 11459505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355408 w 7869883"/>
              <a:gd name="connsiteY3" fmla="*/ 5629451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355408 w 7869883"/>
              <a:gd name="connsiteY3" fmla="*/ 5629451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355408 w 7869883"/>
              <a:gd name="connsiteY3" fmla="*/ 5629451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1584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912118"/>
              <a:gd name="connsiteY0" fmla="*/ 176 h 11458751"/>
              <a:gd name="connsiteX1" fmla="*/ 3591253 w 7912118"/>
              <a:gd name="connsiteY1" fmla="*/ 244016 h 11458751"/>
              <a:gd name="connsiteX2" fmla="*/ 6126808 w 7912118"/>
              <a:gd name="connsiteY2" fmla="*/ 5715176 h 11458751"/>
              <a:gd name="connsiteX3" fmla="*/ 6272064 w 7912118"/>
              <a:gd name="connsiteY3" fmla="*/ 5624688 h 11458751"/>
              <a:gd name="connsiteX4" fmla="*/ 5798195 w 7912118"/>
              <a:gd name="connsiteY4" fmla="*/ 4424538 h 11458751"/>
              <a:gd name="connsiteX5" fmla="*/ 6224441 w 7912118"/>
              <a:gd name="connsiteY5" fmla="*/ 3938763 h 11458751"/>
              <a:gd name="connsiteX6" fmla="*/ 7869883 w 7912118"/>
              <a:gd name="connsiteY6" fmla="*/ 6343826 h 11458751"/>
              <a:gd name="connsiteX7" fmla="*/ 6555433 w 7912118"/>
              <a:gd name="connsiteY7" fmla="*/ 10744376 h 11458751"/>
              <a:gd name="connsiteX8" fmla="*/ 6355408 w 7912118"/>
              <a:gd name="connsiteY8" fmla="*/ 10487201 h 11458751"/>
              <a:gd name="connsiteX9" fmla="*/ 6155383 w 7912118"/>
              <a:gd name="connsiteY9" fmla="*/ 7744001 h 11458751"/>
              <a:gd name="connsiteX10" fmla="*/ 6041083 w 7912118"/>
              <a:gd name="connsiteY10" fmla="*/ 8544101 h 11458751"/>
              <a:gd name="connsiteX11" fmla="*/ 5841058 w 7912118"/>
              <a:gd name="connsiteY11" fmla="*/ 8429801 h 11458751"/>
              <a:gd name="connsiteX12" fmla="*/ 5526733 w 7912118"/>
              <a:gd name="connsiteY12" fmla="*/ 7396338 h 11458751"/>
              <a:gd name="connsiteX13" fmla="*/ 5202883 w 7912118"/>
              <a:gd name="connsiteY13" fmla="*/ 7386813 h 11458751"/>
              <a:gd name="connsiteX14" fmla="*/ 4940945 w 7912118"/>
              <a:gd name="connsiteY14" fmla="*/ 7429676 h 11458751"/>
              <a:gd name="connsiteX15" fmla="*/ 3802707 w 7912118"/>
              <a:gd name="connsiteY15" fmla="*/ 5784232 h 11458751"/>
              <a:gd name="connsiteX16" fmla="*/ 3683645 w 7912118"/>
              <a:gd name="connsiteY16" fmla="*/ 5886627 h 11458751"/>
              <a:gd name="connsiteX17" fmla="*/ 3533627 w 7912118"/>
              <a:gd name="connsiteY17" fmla="*/ 9408495 h 11458751"/>
              <a:gd name="connsiteX18" fmla="*/ 2954982 w 7912118"/>
              <a:gd name="connsiteY18" fmla="*/ 8446469 h 11458751"/>
              <a:gd name="connsiteX19" fmla="*/ 3040708 w 7912118"/>
              <a:gd name="connsiteY19" fmla="*/ 8201201 h 11458751"/>
              <a:gd name="connsiteX20" fmla="*/ 2838302 w 7912118"/>
              <a:gd name="connsiteY20" fmla="*/ 8446470 h 11458751"/>
              <a:gd name="connsiteX21" fmla="*/ 3690789 w 7912118"/>
              <a:gd name="connsiteY21" fmla="*/ 11249201 h 11458751"/>
              <a:gd name="connsiteX22" fmla="*/ 3533627 w 7912118"/>
              <a:gd name="connsiteY22" fmla="*/ 11458751 h 11458751"/>
              <a:gd name="connsiteX23" fmla="*/ 311795 w 7912118"/>
              <a:gd name="connsiteY23" fmla="*/ 4753151 h 11458751"/>
              <a:gd name="connsiteX24" fmla="*/ 616595 w 7912118"/>
              <a:gd name="connsiteY24" fmla="*/ 4724576 h 11458751"/>
              <a:gd name="connsiteX25" fmla="*/ 1297633 w 7912118"/>
              <a:gd name="connsiteY25" fmla="*/ 6286676 h 11458751"/>
              <a:gd name="connsiteX26" fmla="*/ 1426221 w 7912118"/>
              <a:gd name="connsiteY26" fmla="*/ 6119988 h 11458751"/>
              <a:gd name="connsiteX27" fmla="*/ 1111895 w 7912118"/>
              <a:gd name="connsiteY27" fmla="*/ 3124376 h 11458751"/>
              <a:gd name="connsiteX28" fmla="*/ 1516708 w 7912118"/>
              <a:gd name="connsiteY28" fmla="*/ 3267250 h 11458751"/>
              <a:gd name="connsiteX29" fmla="*/ 1816745 w 7912118"/>
              <a:gd name="connsiteY29" fmla="*/ 3953051 h 11458751"/>
              <a:gd name="connsiteX30" fmla="*/ 1957239 w 7912118"/>
              <a:gd name="connsiteY30" fmla="*/ 3926857 h 11458751"/>
              <a:gd name="connsiteX31" fmla="*/ 3412183 w 7912118"/>
              <a:gd name="connsiteY31" fmla="*/ 176 h 11458751"/>
              <a:gd name="connsiteX0" fmla="*/ 3412183 w 7947886"/>
              <a:gd name="connsiteY0" fmla="*/ 176 h 11458751"/>
              <a:gd name="connsiteX1" fmla="*/ 3591253 w 7947886"/>
              <a:gd name="connsiteY1" fmla="*/ 244016 h 11458751"/>
              <a:gd name="connsiteX2" fmla="*/ 6126808 w 7947886"/>
              <a:gd name="connsiteY2" fmla="*/ 5715176 h 11458751"/>
              <a:gd name="connsiteX3" fmla="*/ 6272064 w 7947886"/>
              <a:gd name="connsiteY3" fmla="*/ 5624688 h 11458751"/>
              <a:gd name="connsiteX4" fmla="*/ 5798195 w 7947886"/>
              <a:gd name="connsiteY4" fmla="*/ 4424538 h 11458751"/>
              <a:gd name="connsiteX5" fmla="*/ 6224441 w 7947886"/>
              <a:gd name="connsiteY5" fmla="*/ 3938763 h 11458751"/>
              <a:gd name="connsiteX6" fmla="*/ 7869883 w 7947886"/>
              <a:gd name="connsiteY6" fmla="*/ 6343826 h 11458751"/>
              <a:gd name="connsiteX7" fmla="*/ 6555433 w 7947886"/>
              <a:gd name="connsiteY7" fmla="*/ 10744376 h 11458751"/>
              <a:gd name="connsiteX8" fmla="*/ 6355408 w 7947886"/>
              <a:gd name="connsiteY8" fmla="*/ 10487201 h 11458751"/>
              <a:gd name="connsiteX9" fmla="*/ 6155383 w 7947886"/>
              <a:gd name="connsiteY9" fmla="*/ 7744001 h 11458751"/>
              <a:gd name="connsiteX10" fmla="*/ 6041083 w 7947886"/>
              <a:gd name="connsiteY10" fmla="*/ 8544101 h 11458751"/>
              <a:gd name="connsiteX11" fmla="*/ 5841058 w 7947886"/>
              <a:gd name="connsiteY11" fmla="*/ 8429801 h 11458751"/>
              <a:gd name="connsiteX12" fmla="*/ 5526733 w 7947886"/>
              <a:gd name="connsiteY12" fmla="*/ 7396338 h 11458751"/>
              <a:gd name="connsiteX13" fmla="*/ 5202883 w 7947886"/>
              <a:gd name="connsiteY13" fmla="*/ 7386813 h 11458751"/>
              <a:gd name="connsiteX14" fmla="*/ 4940945 w 7947886"/>
              <a:gd name="connsiteY14" fmla="*/ 7429676 h 11458751"/>
              <a:gd name="connsiteX15" fmla="*/ 3802707 w 7947886"/>
              <a:gd name="connsiteY15" fmla="*/ 5784232 h 11458751"/>
              <a:gd name="connsiteX16" fmla="*/ 3683645 w 7947886"/>
              <a:gd name="connsiteY16" fmla="*/ 5886627 h 11458751"/>
              <a:gd name="connsiteX17" fmla="*/ 3533627 w 7947886"/>
              <a:gd name="connsiteY17" fmla="*/ 9408495 h 11458751"/>
              <a:gd name="connsiteX18" fmla="*/ 2954982 w 7947886"/>
              <a:gd name="connsiteY18" fmla="*/ 8446469 h 11458751"/>
              <a:gd name="connsiteX19" fmla="*/ 3040708 w 7947886"/>
              <a:gd name="connsiteY19" fmla="*/ 8201201 h 11458751"/>
              <a:gd name="connsiteX20" fmla="*/ 2838302 w 7947886"/>
              <a:gd name="connsiteY20" fmla="*/ 8446470 h 11458751"/>
              <a:gd name="connsiteX21" fmla="*/ 3690789 w 7947886"/>
              <a:gd name="connsiteY21" fmla="*/ 11249201 h 11458751"/>
              <a:gd name="connsiteX22" fmla="*/ 3533627 w 7947886"/>
              <a:gd name="connsiteY22" fmla="*/ 11458751 h 11458751"/>
              <a:gd name="connsiteX23" fmla="*/ 311795 w 7947886"/>
              <a:gd name="connsiteY23" fmla="*/ 4753151 h 11458751"/>
              <a:gd name="connsiteX24" fmla="*/ 616595 w 7947886"/>
              <a:gd name="connsiteY24" fmla="*/ 4724576 h 11458751"/>
              <a:gd name="connsiteX25" fmla="*/ 1297633 w 7947886"/>
              <a:gd name="connsiteY25" fmla="*/ 6286676 h 11458751"/>
              <a:gd name="connsiteX26" fmla="*/ 1426221 w 7947886"/>
              <a:gd name="connsiteY26" fmla="*/ 6119988 h 11458751"/>
              <a:gd name="connsiteX27" fmla="*/ 1111895 w 7947886"/>
              <a:gd name="connsiteY27" fmla="*/ 3124376 h 11458751"/>
              <a:gd name="connsiteX28" fmla="*/ 1516708 w 7947886"/>
              <a:gd name="connsiteY28" fmla="*/ 3267250 h 11458751"/>
              <a:gd name="connsiteX29" fmla="*/ 1816745 w 7947886"/>
              <a:gd name="connsiteY29" fmla="*/ 3953051 h 11458751"/>
              <a:gd name="connsiteX30" fmla="*/ 1957239 w 7947886"/>
              <a:gd name="connsiteY30" fmla="*/ 3926857 h 11458751"/>
              <a:gd name="connsiteX31" fmla="*/ 3412183 w 7947886"/>
              <a:gd name="connsiteY31" fmla="*/ 176 h 11458751"/>
              <a:gd name="connsiteX0" fmla="*/ 3412183 w 7973126"/>
              <a:gd name="connsiteY0" fmla="*/ 176 h 11458751"/>
              <a:gd name="connsiteX1" fmla="*/ 3591253 w 7973126"/>
              <a:gd name="connsiteY1" fmla="*/ 244016 h 11458751"/>
              <a:gd name="connsiteX2" fmla="*/ 6126808 w 7973126"/>
              <a:gd name="connsiteY2" fmla="*/ 5715176 h 11458751"/>
              <a:gd name="connsiteX3" fmla="*/ 6272064 w 7973126"/>
              <a:gd name="connsiteY3" fmla="*/ 5624688 h 11458751"/>
              <a:gd name="connsiteX4" fmla="*/ 5798195 w 7973126"/>
              <a:gd name="connsiteY4" fmla="*/ 4424538 h 11458751"/>
              <a:gd name="connsiteX5" fmla="*/ 6224441 w 7973126"/>
              <a:gd name="connsiteY5" fmla="*/ 3938763 h 11458751"/>
              <a:gd name="connsiteX6" fmla="*/ 7869883 w 7973126"/>
              <a:gd name="connsiteY6" fmla="*/ 6343826 h 11458751"/>
              <a:gd name="connsiteX7" fmla="*/ 6555433 w 7973126"/>
              <a:gd name="connsiteY7" fmla="*/ 10744376 h 11458751"/>
              <a:gd name="connsiteX8" fmla="*/ 6355408 w 7973126"/>
              <a:gd name="connsiteY8" fmla="*/ 10487201 h 11458751"/>
              <a:gd name="connsiteX9" fmla="*/ 6155383 w 7973126"/>
              <a:gd name="connsiteY9" fmla="*/ 7744001 h 11458751"/>
              <a:gd name="connsiteX10" fmla="*/ 6041083 w 7973126"/>
              <a:gd name="connsiteY10" fmla="*/ 8544101 h 11458751"/>
              <a:gd name="connsiteX11" fmla="*/ 5841058 w 7973126"/>
              <a:gd name="connsiteY11" fmla="*/ 8429801 h 11458751"/>
              <a:gd name="connsiteX12" fmla="*/ 5526733 w 7973126"/>
              <a:gd name="connsiteY12" fmla="*/ 7396338 h 11458751"/>
              <a:gd name="connsiteX13" fmla="*/ 5202883 w 7973126"/>
              <a:gd name="connsiteY13" fmla="*/ 7386813 h 11458751"/>
              <a:gd name="connsiteX14" fmla="*/ 4940945 w 7973126"/>
              <a:gd name="connsiteY14" fmla="*/ 7429676 h 11458751"/>
              <a:gd name="connsiteX15" fmla="*/ 3802707 w 7973126"/>
              <a:gd name="connsiteY15" fmla="*/ 5784232 h 11458751"/>
              <a:gd name="connsiteX16" fmla="*/ 3683645 w 7973126"/>
              <a:gd name="connsiteY16" fmla="*/ 5886627 h 11458751"/>
              <a:gd name="connsiteX17" fmla="*/ 3533627 w 7973126"/>
              <a:gd name="connsiteY17" fmla="*/ 9408495 h 11458751"/>
              <a:gd name="connsiteX18" fmla="*/ 2954982 w 7973126"/>
              <a:gd name="connsiteY18" fmla="*/ 8446469 h 11458751"/>
              <a:gd name="connsiteX19" fmla="*/ 3040708 w 7973126"/>
              <a:gd name="connsiteY19" fmla="*/ 8201201 h 11458751"/>
              <a:gd name="connsiteX20" fmla="*/ 2838302 w 7973126"/>
              <a:gd name="connsiteY20" fmla="*/ 8446470 h 11458751"/>
              <a:gd name="connsiteX21" fmla="*/ 3690789 w 7973126"/>
              <a:gd name="connsiteY21" fmla="*/ 11249201 h 11458751"/>
              <a:gd name="connsiteX22" fmla="*/ 3533627 w 7973126"/>
              <a:gd name="connsiteY22" fmla="*/ 11458751 h 11458751"/>
              <a:gd name="connsiteX23" fmla="*/ 311795 w 7973126"/>
              <a:gd name="connsiteY23" fmla="*/ 4753151 h 11458751"/>
              <a:gd name="connsiteX24" fmla="*/ 616595 w 7973126"/>
              <a:gd name="connsiteY24" fmla="*/ 4724576 h 11458751"/>
              <a:gd name="connsiteX25" fmla="*/ 1297633 w 7973126"/>
              <a:gd name="connsiteY25" fmla="*/ 6286676 h 11458751"/>
              <a:gd name="connsiteX26" fmla="*/ 1426221 w 7973126"/>
              <a:gd name="connsiteY26" fmla="*/ 6119988 h 11458751"/>
              <a:gd name="connsiteX27" fmla="*/ 1111895 w 7973126"/>
              <a:gd name="connsiteY27" fmla="*/ 3124376 h 11458751"/>
              <a:gd name="connsiteX28" fmla="*/ 1516708 w 7973126"/>
              <a:gd name="connsiteY28" fmla="*/ 3267250 h 11458751"/>
              <a:gd name="connsiteX29" fmla="*/ 1816745 w 7973126"/>
              <a:gd name="connsiteY29" fmla="*/ 3953051 h 11458751"/>
              <a:gd name="connsiteX30" fmla="*/ 1957239 w 7973126"/>
              <a:gd name="connsiteY30" fmla="*/ 3926857 h 11458751"/>
              <a:gd name="connsiteX31" fmla="*/ 3412183 w 7973126"/>
              <a:gd name="connsiteY31" fmla="*/ 176 h 11458751"/>
              <a:gd name="connsiteX0" fmla="*/ 3412183 w 7979303"/>
              <a:gd name="connsiteY0" fmla="*/ 176 h 11458751"/>
              <a:gd name="connsiteX1" fmla="*/ 3591253 w 7979303"/>
              <a:gd name="connsiteY1" fmla="*/ 244016 h 11458751"/>
              <a:gd name="connsiteX2" fmla="*/ 6126808 w 7979303"/>
              <a:gd name="connsiteY2" fmla="*/ 5715176 h 11458751"/>
              <a:gd name="connsiteX3" fmla="*/ 6272064 w 7979303"/>
              <a:gd name="connsiteY3" fmla="*/ 5624688 h 11458751"/>
              <a:gd name="connsiteX4" fmla="*/ 5798195 w 7979303"/>
              <a:gd name="connsiteY4" fmla="*/ 4424538 h 11458751"/>
              <a:gd name="connsiteX5" fmla="*/ 6224441 w 7979303"/>
              <a:gd name="connsiteY5" fmla="*/ 3938763 h 11458751"/>
              <a:gd name="connsiteX6" fmla="*/ 7869883 w 7979303"/>
              <a:gd name="connsiteY6" fmla="*/ 6343826 h 11458751"/>
              <a:gd name="connsiteX7" fmla="*/ 6555433 w 7979303"/>
              <a:gd name="connsiteY7" fmla="*/ 10744376 h 11458751"/>
              <a:gd name="connsiteX8" fmla="*/ 6355408 w 7979303"/>
              <a:gd name="connsiteY8" fmla="*/ 10487201 h 11458751"/>
              <a:gd name="connsiteX9" fmla="*/ 6155383 w 7979303"/>
              <a:gd name="connsiteY9" fmla="*/ 7744001 h 11458751"/>
              <a:gd name="connsiteX10" fmla="*/ 6041083 w 7979303"/>
              <a:gd name="connsiteY10" fmla="*/ 8544101 h 11458751"/>
              <a:gd name="connsiteX11" fmla="*/ 5841058 w 7979303"/>
              <a:gd name="connsiteY11" fmla="*/ 8429801 h 11458751"/>
              <a:gd name="connsiteX12" fmla="*/ 5526733 w 7979303"/>
              <a:gd name="connsiteY12" fmla="*/ 7396338 h 11458751"/>
              <a:gd name="connsiteX13" fmla="*/ 5202883 w 7979303"/>
              <a:gd name="connsiteY13" fmla="*/ 7386813 h 11458751"/>
              <a:gd name="connsiteX14" fmla="*/ 4940945 w 7979303"/>
              <a:gd name="connsiteY14" fmla="*/ 7429676 h 11458751"/>
              <a:gd name="connsiteX15" fmla="*/ 3802707 w 7979303"/>
              <a:gd name="connsiteY15" fmla="*/ 5784232 h 11458751"/>
              <a:gd name="connsiteX16" fmla="*/ 3683645 w 7979303"/>
              <a:gd name="connsiteY16" fmla="*/ 5886627 h 11458751"/>
              <a:gd name="connsiteX17" fmla="*/ 3533627 w 7979303"/>
              <a:gd name="connsiteY17" fmla="*/ 9408495 h 11458751"/>
              <a:gd name="connsiteX18" fmla="*/ 2954982 w 7979303"/>
              <a:gd name="connsiteY18" fmla="*/ 8446469 h 11458751"/>
              <a:gd name="connsiteX19" fmla="*/ 3040708 w 7979303"/>
              <a:gd name="connsiteY19" fmla="*/ 8201201 h 11458751"/>
              <a:gd name="connsiteX20" fmla="*/ 2838302 w 7979303"/>
              <a:gd name="connsiteY20" fmla="*/ 8446470 h 11458751"/>
              <a:gd name="connsiteX21" fmla="*/ 3690789 w 7979303"/>
              <a:gd name="connsiteY21" fmla="*/ 11249201 h 11458751"/>
              <a:gd name="connsiteX22" fmla="*/ 3533627 w 7979303"/>
              <a:gd name="connsiteY22" fmla="*/ 11458751 h 11458751"/>
              <a:gd name="connsiteX23" fmla="*/ 311795 w 7979303"/>
              <a:gd name="connsiteY23" fmla="*/ 4753151 h 11458751"/>
              <a:gd name="connsiteX24" fmla="*/ 616595 w 7979303"/>
              <a:gd name="connsiteY24" fmla="*/ 4724576 h 11458751"/>
              <a:gd name="connsiteX25" fmla="*/ 1297633 w 7979303"/>
              <a:gd name="connsiteY25" fmla="*/ 6286676 h 11458751"/>
              <a:gd name="connsiteX26" fmla="*/ 1426221 w 7979303"/>
              <a:gd name="connsiteY26" fmla="*/ 6119988 h 11458751"/>
              <a:gd name="connsiteX27" fmla="*/ 1111895 w 7979303"/>
              <a:gd name="connsiteY27" fmla="*/ 3124376 h 11458751"/>
              <a:gd name="connsiteX28" fmla="*/ 1516708 w 7979303"/>
              <a:gd name="connsiteY28" fmla="*/ 3267250 h 11458751"/>
              <a:gd name="connsiteX29" fmla="*/ 1816745 w 7979303"/>
              <a:gd name="connsiteY29" fmla="*/ 3953051 h 11458751"/>
              <a:gd name="connsiteX30" fmla="*/ 1957239 w 7979303"/>
              <a:gd name="connsiteY30" fmla="*/ 3926857 h 11458751"/>
              <a:gd name="connsiteX31" fmla="*/ 3412183 w 7979303"/>
              <a:gd name="connsiteY31" fmla="*/ 176 h 11458751"/>
              <a:gd name="connsiteX0" fmla="*/ 3412183 w 8014370"/>
              <a:gd name="connsiteY0" fmla="*/ 176 h 11458751"/>
              <a:gd name="connsiteX1" fmla="*/ 3591253 w 8014370"/>
              <a:gd name="connsiteY1" fmla="*/ 244016 h 11458751"/>
              <a:gd name="connsiteX2" fmla="*/ 6126808 w 8014370"/>
              <a:gd name="connsiteY2" fmla="*/ 5715176 h 11458751"/>
              <a:gd name="connsiteX3" fmla="*/ 6272064 w 8014370"/>
              <a:gd name="connsiteY3" fmla="*/ 5624688 h 11458751"/>
              <a:gd name="connsiteX4" fmla="*/ 5798195 w 8014370"/>
              <a:gd name="connsiteY4" fmla="*/ 4424538 h 11458751"/>
              <a:gd name="connsiteX5" fmla="*/ 6224441 w 8014370"/>
              <a:gd name="connsiteY5" fmla="*/ 3938763 h 11458751"/>
              <a:gd name="connsiteX6" fmla="*/ 7869883 w 8014370"/>
              <a:gd name="connsiteY6" fmla="*/ 6343826 h 11458751"/>
              <a:gd name="connsiteX7" fmla="*/ 6555433 w 8014370"/>
              <a:gd name="connsiteY7" fmla="*/ 10744376 h 11458751"/>
              <a:gd name="connsiteX8" fmla="*/ 6355408 w 8014370"/>
              <a:gd name="connsiteY8" fmla="*/ 10487201 h 11458751"/>
              <a:gd name="connsiteX9" fmla="*/ 6155383 w 8014370"/>
              <a:gd name="connsiteY9" fmla="*/ 7744001 h 11458751"/>
              <a:gd name="connsiteX10" fmla="*/ 6041083 w 8014370"/>
              <a:gd name="connsiteY10" fmla="*/ 8544101 h 11458751"/>
              <a:gd name="connsiteX11" fmla="*/ 5841058 w 8014370"/>
              <a:gd name="connsiteY11" fmla="*/ 8429801 h 11458751"/>
              <a:gd name="connsiteX12" fmla="*/ 5526733 w 8014370"/>
              <a:gd name="connsiteY12" fmla="*/ 7396338 h 11458751"/>
              <a:gd name="connsiteX13" fmla="*/ 5202883 w 8014370"/>
              <a:gd name="connsiteY13" fmla="*/ 7386813 h 11458751"/>
              <a:gd name="connsiteX14" fmla="*/ 4940945 w 8014370"/>
              <a:gd name="connsiteY14" fmla="*/ 7429676 h 11458751"/>
              <a:gd name="connsiteX15" fmla="*/ 3802707 w 8014370"/>
              <a:gd name="connsiteY15" fmla="*/ 5784232 h 11458751"/>
              <a:gd name="connsiteX16" fmla="*/ 3683645 w 8014370"/>
              <a:gd name="connsiteY16" fmla="*/ 5886627 h 11458751"/>
              <a:gd name="connsiteX17" fmla="*/ 3533627 w 8014370"/>
              <a:gd name="connsiteY17" fmla="*/ 9408495 h 11458751"/>
              <a:gd name="connsiteX18" fmla="*/ 2954982 w 8014370"/>
              <a:gd name="connsiteY18" fmla="*/ 8446469 h 11458751"/>
              <a:gd name="connsiteX19" fmla="*/ 3040708 w 8014370"/>
              <a:gd name="connsiteY19" fmla="*/ 8201201 h 11458751"/>
              <a:gd name="connsiteX20" fmla="*/ 2838302 w 8014370"/>
              <a:gd name="connsiteY20" fmla="*/ 8446470 h 11458751"/>
              <a:gd name="connsiteX21" fmla="*/ 3690789 w 8014370"/>
              <a:gd name="connsiteY21" fmla="*/ 11249201 h 11458751"/>
              <a:gd name="connsiteX22" fmla="*/ 3533627 w 8014370"/>
              <a:gd name="connsiteY22" fmla="*/ 11458751 h 11458751"/>
              <a:gd name="connsiteX23" fmla="*/ 311795 w 8014370"/>
              <a:gd name="connsiteY23" fmla="*/ 4753151 h 11458751"/>
              <a:gd name="connsiteX24" fmla="*/ 616595 w 8014370"/>
              <a:gd name="connsiteY24" fmla="*/ 4724576 h 11458751"/>
              <a:gd name="connsiteX25" fmla="*/ 1297633 w 8014370"/>
              <a:gd name="connsiteY25" fmla="*/ 6286676 h 11458751"/>
              <a:gd name="connsiteX26" fmla="*/ 1426221 w 8014370"/>
              <a:gd name="connsiteY26" fmla="*/ 6119988 h 11458751"/>
              <a:gd name="connsiteX27" fmla="*/ 1111895 w 8014370"/>
              <a:gd name="connsiteY27" fmla="*/ 3124376 h 11458751"/>
              <a:gd name="connsiteX28" fmla="*/ 1516708 w 8014370"/>
              <a:gd name="connsiteY28" fmla="*/ 3267250 h 11458751"/>
              <a:gd name="connsiteX29" fmla="*/ 1816745 w 8014370"/>
              <a:gd name="connsiteY29" fmla="*/ 3953051 h 11458751"/>
              <a:gd name="connsiteX30" fmla="*/ 1957239 w 8014370"/>
              <a:gd name="connsiteY30" fmla="*/ 3926857 h 11458751"/>
              <a:gd name="connsiteX31" fmla="*/ 3412183 w 8014370"/>
              <a:gd name="connsiteY31" fmla="*/ 176 h 11458751"/>
              <a:gd name="connsiteX0" fmla="*/ 3412183 w 8016647"/>
              <a:gd name="connsiteY0" fmla="*/ 176 h 11458751"/>
              <a:gd name="connsiteX1" fmla="*/ 3591253 w 8016647"/>
              <a:gd name="connsiteY1" fmla="*/ 244016 h 11458751"/>
              <a:gd name="connsiteX2" fmla="*/ 6126808 w 8016647"/>
              <a:gd name="connsiteY2" fmla="*/ 5715176 h 11458751"/>
              <a:gd name="connsiteX3" fmla="*/ 6272064 w 8016647"/>
              <a:gd name="connsiteY3" fmla="*/ 5624688 h 11458751"/>
              <a:gd name="connsiteX4" fmla="*/ 5798195 w 8016647"/>
              <a:gd name="connsiteY4" fmla="*/ 4424538 h 11458751"/>
              <a:gd name="connsiteX5" fmla="*/ 6224441 w 8016647"/>
              <a:gd name="connsiteY5" fmla="*/ 3938763 h 11458751"/>
              <a:gd name="connsiteX6" fmla="*/ 7869883 w 8016647"/>
              <a:gd name="connsiteY6" fmla="*/ 6343826 h 11458751"/>
              <a:gd name="connsiteX7" fmla="*/ 6555433 w 8016647"/>
              <a:gd name="connsiteY7" fmla="*/ 10744376 h 11458751"/>
              <a:gd name="connsiteX8" fmla="*/ 6355408 w 8016647"/>
              <a:gd name="connsiteY8" fmla="*/ 10487201 h 11458751"/>
              <a:gd name="connsiteX9" fmla="*/ 6155383 w 8016647"/>
              <a:gd name="connsiteY9" fmla="*/ 7744001 h 11458751"/>
              <a:gd name="connsiteX10" fmla="*/ 6041083 w 8016647"/>
              <a:gd name="connsiteY10" fmla="*/ 8544101 h 11458751"/>
              <a:gd name="connsiteX11" fmla="*/ 5841058 w 8016647"/>
              <a:gd name="connsiteY11" fmla="*/ 8429801 h 11458751"/>
              <a:gd name="connsiteX12" fmla="*/ 5526733 w 8016647"/>
              <a:gd name="connsiteY12" fmla="*/ 7396338 h 11458751"/>
              <a:gd name="connsiteX13" fmla="*/ 5202883 w 8016647"/>
              <a:gd name="connsiteY13" fmla="*/ 7386813 h 11458751"/>
              <a:gd name="connsiteX14" fmla="*/ 4940945 w 8016647"/>
              <a:gd name="connsiteY14" fmla="*/ 7429676 h 11458751"/>
              <a:gd name="connsiteX15" fmla="*/ 3802707 w 8016647"/>
              <a:gd name="connsiteY15" fmla="*/ 5784232 h 11458751"/>
              <a:gd name="connsiteX16" fmla="*/ 3683645 w 8016647"/>
              <a:gd name="connsiteY16" fmla="*/ 5886627 h 11458751"/>
              <a:gd name="connsiteX17" fmla="*/ 3533627 w 8016647"/>
              <a:gd name="connsiteY17" fmla="*/ 9408495 h 11458751"/>
              <a:gd name="connsiteX18" fmla="*/ 2954982 w 8016647"/>
              <a:gd name="connsiteY18" fmla="*/ 8446469 h 11458751"/>
              <a:gd name="connsiteX19" fmla="*/ 3040708 w 8016647"/>
              <a:gd name="connsiteY19" fmla="*/ 8201201 h 11458751"/>
              <a:gd name="connsiteX20" fmla="*/ 2838302 w 8016647"/>
              <a:gd name="connsiteY20" fmla="*/ 8446470 h 11458751"/>
              <a:gd name="connsiteX21" fmla="*/ 3690789 w 8016647"/>
              <a:gd name="connsiteY21" fmla="*/ 11249201 h 11458751"/>
              <a:gd name="connsiteX22" fmla="*/ 3533627 w 8016647"/>
              <a:gd name="connsiteY22" fmla="*/ 11458751 h 11458751"/>
              <a:gd name="connsiteX23" fmla="*/ 311795 w 8016647"/>
              <a:gd name="connsiteY23" fmla="*/ 4753151 h 11458751"/>
              <a:gd name="connsiteX24" fmla="*/ 616595 w 8016647"/>
              <a:gd name="connsiteY24" fmla="*/ 4724576 h 11458751"/>
              <a:gd name="connsiteX25" fmla="*/ 1297633 w 8016647"/>
              <a:gd name="connsiteY25" fmla="*/ 6286676 h 11458751"/>
              <a:gd name="connsiteX26" fmla="*/ 1426221 w 8016647"/>
              <a:gd name="connsiteY26" fmla="*/ 6119988 h 11458751"/>
              <a:gd name="connsiteX27" fmla="*/ 1111895 w 8016647"/>
              <a:gd name="connsiteY27" fmla="*/ 3124376 h 11458751"/>
              <a:gd name="connsiteX28" fmla="*/ 1516708 w 8016647"/>
              <a:gd name="connsiteY28" fmla="*/ 3267250 h 11458751"/>
              <a:gd name="connsiteX29" fmla="*/ 1816745 w 8016647"/>
              <a:gd name="connsiteY29" fmla="*/ 3953051 h 11458751"/>
              <a:gd name="connsiteX30" fmla="*/ 1957239 w 8016647"/>
              <a:gd name="connsiteY30" fmla="*/ 3926857 h 11458751"/>
              <a:gd name="connsiteX31" fmla="*/ 3412183 w 8016647"/>
              <a:gd name="connsiteY31" fmla="*/ 176 h 11458751"/>
              <a:gd name="connsiteX0" fmla="*/ 3412183 w 8021706"/>
              <a:gd name="connsiteY0" fmla="*/ 176 h 11458751"/>
              <a:gd name="connsiteX1" fmla="*/ 3591253 w 8021706"/>
              <a:gd name="connsiteY1" fmla="*/ 244016 h 11458751"/>
              <a:gd name="connsiteX2" fmla="*/ 6126808 w 8021706"/>
              <a:gd name="connsiteY2" fmla="*/ 5715176 h 11458751"/>
              <a:gd name="connsiteX3" fmla="*/ 6272064 w 8021706"/>
              <a:gd name="connsiteY3" fmla="*/ 5624688 h 11458751"/>
              <a:gd name="connsiteX4" fmla="*/ 5798195 w 8021706"/>
              <a:gd name="connsiteY4" fmla="*/ 4424538 h 11458751"/>
              <a:gd name="connsiteX5" fmla="*/ 6224441 w 8021706"/>
              <a:gd name="connsiteY5" fmla="*/ 3938763 h 11458751"/>
              <a:gd name="connsiteX6" fmla="*/ 7869883 w 8021706"/>
              <a:gd name="connsiteY6" fmla="*/ 6343826 h 11458751"/>
              <a:gd name="connsiteX7" fmla="*/ 6555433 w 8021706"/>
              <a:gd name="connsiteY7" fmla="*/ 10744376 h 11458751"/>
              <a:gd name="connsiteX8" fmla="*/ 6355408 w 8021706"/>
              <a:gd name="connsiteY8" fmla="*/ 10487201 h 11458751"/>
              <a:gd name="connsiteX9" fmla="*/ 6155383 w 8021706"/>
              <a:gd name="connsiteY9" fmla="*/ 7744001 h 11458751"/>
              <a:gd name="connsiteX10" fmla="*/ 6041083 w 8021706"/>
              <a:gd name="connsiteY10" fmla="*/ 8544101 h 11458751"/>
              <a:gd name="connsiteX11" fmla="*/ 5841058 w 8021706"/>
              <a:gd name="connsiteY11" fmla="*/ 8429801 h 11458751"/>
              <a:gd name="connsiteX12" fmla="*/ 5526733 w 8021706"/>
              <a:gd name="connsiteY12" fmla="*/ 7396338 h 11458751"/>
              <a:gd name="connsiteX13" fmla="*/ 5202883 w 8021706"/>
              <a:gd name="connsiteY13" fmla="*/ 7386813 h 11458751"/>
              <a:gd name="connsiteX14" fmla="*/ 4940945 w 8021706"/>
              <a:gd name="connsiteY14" fmla="*/ 7429676 h 11458751"/>
              <a:gd name="connsiteX15" fmla="*/ 3802707 w 8021706"/>
              <a:gd name="connsiteY15" fmla="*/ 5784232 h 11458751"/>
              <a:gd name="connsiteX16" fmla="*/ 3683645 w 8021706"/>
              <a:gd name="connsiteY16" fmla="*/ 5886627 h 11458751"/>
              <a:gd name="connsiteX17" fmla="*/ 3533627 w 8021706"/>
              <a:gd name="connsiteY17" fmla="*/ 9408495 h 11458751"/>
              <a:gd name="connsiteX18" fmla="*/ 2954982 w 8021706"/>
              <a:gd name="connsiteY18" fmla="*/ 8446469 h 11458751"/>
              <a:gd name="connsiteX19" fmla="*/ 3040708 w 8021706"/>
              <a:gd name="connsiteY19" fmla="*/ 8201201 h 11458751"/>
              <a:gd name="connsiteX20" fmla="*/ 2838302 w 8021706"/>
              <a:gd name="connsiteY20" fmla="*/ 8446470 h 11458751"/>
              <a:gd name="connsiteX21" fmla="*/ 3690789 w 8021706"/>
              <a:gd name="connsiteY21" fmla="*/ 11249201 h 11458751"/>
              <a:gd name="connsiteX22" fmla="*/ 3533627 w 8021706"/>
              <a:gd name="connsiteY22" fmla="*/ 11458751 h 11458751"/>
              <a:gd name="connsiteX23" fmla="*/ 311795 w 8021706"/>
              <a:gd name="connsiteY23" fmla="*/ 4753151 h 11458751"/>
              <a:gd name="connsiteX24" fmla="*/ 616595 w 8021706"/>
              <a:gd name="connsiteY24" fmla="*/ 4724576 h 11458751"/>
              <a:gd name="connsiteX25" fmla="*/ 1297633 w 8021706"/>
              <a:gd name="connsiteY25" fmla="*/ 6286676 h 11458751"/>
              <a:gd name="connsiteX26" fmla="*/ 1426221 w 8021706"/>
              <a:gd name="connsiteY26" fmla="*/ 6119988 h 11458751"/>
              <a:gd name="connsiteX27" fmla="*/ 1111895 w 8021706"/>
              <a:gd name="connsiteY27" fmla="*/ 3124376 h 11458751"/>
              <a:gd name="connsiteX28" fmla="*/ 1516708 w 8021706"/>
              <a:gd name="connsiteY28" fmla="*/ 3267250 h 11458751"/>
              <a:gd name="connsiteX29" fmla="*/ 1816745 w 8021706"/>
              <a:gd name="connsiteY29" fmla="*/ 3953051 h 11458751"/>
              <a:gd name="connsiteX30" fmla="*/ 1957239 w 8021706"/>
              <a:gd name="connsiteY30" fmla="*/ 3926857 h 11458751"/>
              <a:gd name="connsiteX31" fmla="*/ 3412183 w 802170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8019776" h="11458751">
                <a:moveTo>
                  <a:pt x="3412183" y="176"/>
                </a:moveTo>
                <a:cubicBezTo>
                  <a:pt x="3492511" y="-6650"/>
                  <a:pt x="3598555" y="187977"/>
                  <a:pt x="3591253" y="244016"/>
                </a:cubicBezTo>
                <a:cubicBezTo>
                  <a:pt x="3330841" y="2242542"/>
                  <a:pt x="4325948" y="4215306"/>
                  <a:pt x="6126808" y="5715176"/>
                </a:cubicBezTo>
                <a:cubicBezTo>
                  <a:pt x="6272064" y="5846145"/>
                  <a:pt x="6272064" y="5703269"/>
                  <a:pt x="6272064" y="5624688"/>
                </a:cubicBezTo>
                <a:cubicBezTo>
                  <a:pt x="6304607" y="5150027"/>
                  <a:pt x="5960914" y="4823000"/>
                  <a:pt x="5798195" y="4424538"/>
                </a:cubicBezTo>
                <a:cubicBezTo>
                  <a:pt x="5593408" y="4010200"/>
                  <a:pt x="6076804" y="3812557"/>
                  <a:pt x="6224441" y="3938763"/>
                </a:cubicBezTo>
                <a:cubicBezTo>
                  <a:pt x="7178530" y="4743625"/>
                  <a:pt x="7432528" y="5343701"/>
                  <a:pt x="7869883" y="6343826"/>
                </a:cubicBezTo>
                <a:cubicBezTo>
                  <a:pt x="8374708" y="8248826"/>
                  <a:pt x="7520632" y="9749014"/>
                  <a:pt x="6555433" y="10744376"/>
                </a:cubicBezTo>
                <a:cubicBezTo>
                  <a:pt x="6418908" y="10671351"/>
                  <a:pt x="6390333" y="10630076"/>
                  <a:pt x="6355408" y="10487201"/>
                </a:cubicBezTo>
                <a:cubicBezTo>
                  <a:pt x="6657033" y="9331501"/>
                  <a:pt x="6603058" y="8683801"/>
                  <a:pt x="6155383" y="7744001"/>
                </a:cubicBezTo>
                <a:cubicBezTo>
                  <a:pt x="6015683" y="7902751"/>
                  <a:pt x="6149033" y="8302801"/>
                  <a:pt x="6041083" y="8544101"/>
                </a:cubicBezTo>
                <a:cubicBezTo>
                  <a:pt x="5887625" y="8639351"/>
                  <a:pt x="5848466" y="8620301"/>
                  <a:pt x="5695008" y="8448851"/>
                </a:cubicBezTo>
                <a:cubicBezTo>
                  <a:pt x="5626216" y="8059913"/>
                  <a:pt x="5582825" y="7747176"/>
                  <a:pt x="5526733" y="7396338"/>
                </a:cubicBezTo>
                <a:cubicBezTo>
                  <a:pt x="5288608" y="7236794"/>
                  <a:pt x="5287814" y="7139957"/>
                  <a:pt x="5202883" y="7386813"/>
                </a:cubicBezTo>
                <a:cubicBezTo>
                  <a:pt x="5105252" y="7392369"/>
                  <a:pt x="5156845" y="7685660"/>
                  <a:pt x="4940945" y="7429676"/>
                </a:cubicBezTo>
                <a:cubicBezTo>
                  <a:pt x="4618682" y="6804995"/>
                  <a:pt x="4186882" y="6166026"/>
                  <a:pt x="3802707" y="5784232"/>
                </a:cubicBezTo>
                <a:cubicBezTo>
                  <a:pt x="3687613" y="5610402"/>
                  <a:pt x="3590777" y="5595320"/>
                  <a:pt x="3683645" y="5886627"/>
                </a:cubicBezTo>
                <a:cubicBezTo>
                  <a:pt x="4562326" y="6970096"/>
                  <a:pt x="4093220" y="8379795"/>
                  <a:pt x="3533627" y="9408495"/>
                </a:cubicBezTo>
                <a:cubicBezTo>
                  <a:pt x="3250258" y="9879983"/>
                  <a:pt x="3014513" y="8717931"/>
                  <a:pt x="2954982" y="8446469"/>
                </a:cubicBezTo>
                <a:cubicBezTo>
                  <a:pt x="3045469" y="8394081"/>
                  <a:pt x="3045470" y="8298832"/>
                  <a:pt x="3040708" y="8201201"/>
                </a:cubicBezTo>
                <a:cubicBezTo>
                  <a:pt x="2978001" y="8209139"/>
                  <a:pt x="2865290" y="8283751"/>
                  <a:pt x="2838302" y="8446470"/>
                </a:cubicBezTo>
                <a:cubicBezTo>
                  <a:pt x="2881957" y="9354520"/>
                  <a:pt x="2346971" y="10055401"/>
                  <a:pt x="3690789" y="11249201"/>
                </a:cubicBezTo>
                <a:cubicBezTo>
                  <a:pt x="3682852" y="11334926"/>
                  <a:pt x="3639196" y="11399219"/>
                  <a:pt x="3533627" y="11458751"/>
                </a:cubicBezTo>
                <a:cubicBezTo>
                  <a:pt x="226072" y="10668176"/>
                  <a:pt x="-517674" y="6788326"/>
                  <a:pt x="311795" y="4753151"/>
                </a:cubicBezTo>
                <a:cubicBezTo>
                  <a:pt x="356245" y="4689651"/>
                  <a:pt x="508645" y="4651551"/>
                  <a:pt x="616595" y="4724576"/>
                </a:cubicBezTo>
                <a:cubicBezTo>
                  <a:pt x="805508" y="5250038"/>
                  <a:pt x="975370" y="5765976"/>
                  <a:pt x="1297633" y="6286676"/>
                </a:cubicBezTo>
                <a:cubicBezTo>
                  <a:pt x="1526233" y="6558139"/>
                  <a:pt x="1473846" y="6253337"/>
                  <a:pt x="1426221" y="6119988"/>
                </a:cubicBezTo>
                <a:cubicBezTo>
                  <a:pt x="992834" y="5219876"/>
                  <a:pt x="640408" y="4186413"/>
                  <a:pt x="1111895" y="3124376"/>
                </a:cubicBezTo>
                <a:cubicBezTo>
                  <a:pt x="1369071" y="2730676"/>
                  <a:pt x="1478608" y="3170413"/>
                  <a:pt x="1516708" y="3267250"/>
                </a:cubicBezTo>
                <a:cubicBezTo>
                  <a:pt x="1616720" y="3495850"/>
                  <a:pt x="1726258" y="3867327"/>
                  <a:pt x="1816745" y="3953051"/>
                </a:cubicBezTo>
                <a:cubicBezTo>
                  <a:pt x="2072332" y="4278488"/>
                  <a:pt x="2063601" y="3941939"/>
                  <a:pt x="1957239" y="3926857"/>
                </a:cubicBezTo>
                <a:cubicBezTo>
                  <a:pt x="1897707" y="2610026"/>
                  <a:pt x="2812108" y="781226"/>
                  <a:pt x="3412183" y="176"/>
                </a:cubicBezTo>
                <a:close/>
              </a:path>
            </a:pathLst>
          </a:custGeom>
          <a:solidFill>
            <a:srgbClr val="F760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32" name="Freeform 513"/>
          <p:cNvSpPr>
            <a:spLocks/>
          </p:cNvSpPr>
          <p:nvPr/>
        </p:nvSpPr>
        <p:spPr bwMode="auto">
          <a:xfrm>
            <a:off x="5305832" y="5314560"/>
            <a:ext cx="626635" cy="842266"/>
          </a:xfrm>
          <a:custGeom>
            <a:avLst/>
            <a:gdLst>
              <a:gd name="T0" fmla="*/ 0 w 433"/>
              <a:gd name="T1" fmla="*/ 582 h 582"/>
              <a:gd name="T2" fmla="*/ 218 w 433"/>
              <a:gd name="T3" fmla="*/ 0 h 582"/>
              <a:gd name="T4" fmla="*/ 433 w 433"/>
              <a:gd name="T5" fmla="*/ 582 h 582"/>
              <a:gd name="T6" fmla="*/ 0 w 433"/>
              <a:gd name="T7" fmla="*/ 582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582">
                <a:moveTo>
                  <a:pt x="0" y="582"/>
                </a:moveTo>
                <a:lnTo>
                  <a:pt x="218" y="0"/>
                </a:lnTo>
                <a:lnTo>
                  <a:pt x="433" y="582"/>
                </a:lnTo>
                <a:lnTo>
                  <a:pt x="0" y="582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4" name="Freeform 515"/>
          <p:cNvSpPr>
            <a:spLocks/>
          </p:cNvSpPr>
          <p:nvPr/>
        </p:nvSpPr>
        <p:spPr bwMode="auto">
          <a:xfrm>
            <a:off x="5621320" y="5314560"/>
            <a:ext cx="311147" cy="842266"/>
          </a:xfrm>
          <a:custGeom>
            <a:avLst/>
            <a:gdLst>
              <a:gd name="T0" fmla="*/ 215 w 215"/>
              <a:gd name="T1" fmla="*/ 582 h 582"/>
              <a:gd name="T2" fmla="*/ 0 w 215"/>
              <a:gd name="T3" fmla="*/ 0 h 582"/>
              <a:gd name="T4" fmla="*/ 0 w 215"/>
              <a:gd name="T5" fmla="*/ 582 h 582"/>
              <a:gd name="T6" fmla="*/ 215 w 215"/>
              <a:gd name="T7" fmla="*/ 582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5" h="582">
                <a:moveTo>
                  <a:pt x="215" y="582"/>
                </a:moveTo>
                <a:lnTo>
                  <a:pt x="0" y="0"/>
                </a:lnTo>
                <a:lnTo>
                  <a:pt x="0" y="582"/>
                </a:lnTo>
                <a:lnTo>
                  <a:pt x="215" y="582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Freeform 440"/>
          <p:cNvSpPr>
            <a:spLocks/>
          </p:cNvSpPr>
          <p:nvPr/>
        </p:nvSpPr>
        <p:spPr bwMode="auto">
          <a:xfrm>
            <a:off x="8177062" y="3891375"/>
            <a:ext cx="3845191" cy="2561530"/>
          </a:xfrm>
          <a:custGeom>
            <a:avLst/>
            <a:gdLst>
              <a:gd name="T0" fmla="*/ 0 w 2657"/>
              <a:gd name="T1" fmla="*/ 1770 h 1770"/>
              <a:gd name="T2" fmla="*/ 1328 w 2657"/>
              <a:gd name="T3" fmla="*/ 0 h 1770"/>
              <a:gd name="T4" fmla="*/ 2657 w 2657"/>
              <a:gd name="T5" fmla="*/ 1770 h 1770"/>
              <a:gd name="T6" fmla="*/ 0 w 2657"/>
              <a:gd name="T7" fmla="*/ 1770 h 1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57" h="1770">
                <a:moveTo>
                  <a:pt x="0" y="1770"/>
                </a:moveTo>
                <a:lnTo>
                  <a:pt x="1328" y="0"/>
                </a:lnTo>
                <a:lnTo>
                  <a:pt x="2657" y="1770"/>
                </a:lnTo>
                <a:lnTo>
                  <a:pt x="0" y="1770"/>
                </a:lnTo>
                <a:close/>
              </a:path>
            </a:pathLst>
          </a:custGeom>
          <a:solidFill>
            <a:srgbClr val="97A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1" name="Freeform 442"/>
          <p:cNvSpPr>
            <a:spLocks/>
          </p:cNvSpPr>
          <p:nvPr/>
        </p:nvSpPr>
        <p:spPr bwMode="auto">
          <a:xfrm>
            <a:off x="10098933" y="3891375"/>
            <a:ext cx="1923319" cy="2561530"/>
          </a:xfrm>
          <a:custGeom>
            <a:avLst/>
            <a:gdLst>
              <a:gd name="T0" fmla="*/ 1329 w 1329"/>
              <a:gd name="T1" fmla="*/ 1770 h 1770"/>
              <a:gd name="T2" fmla="*/ 0 w 1329"/>
              <a:gd name="T3" fmla="*/ 0 h 1770"/>
              <a:gd name="T4" fmla="*/ 0 w 1329"/>
              <a:gd name="T5" fmla="*/ 1770 h 1770"/>
              <a:gd name="T6" fmla="*/ 1329 w 1329"/>
              <a:gd name="T7" fmla="*/ 1770 h 1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9" h="1770">
                <a:moveTo>
                  <a:pt x="1329" y="1770"/>
                </a:moveTo>
                <a:lnTo>
                  <a:pt x="0" y="0"/>
                </a:lnTo>
                <a:lnTo>
                  <a:pt x="0" y="1770"/>
                </a:lnTo>
                <a:lnTo>
                  <a:pt x="1329" y="1770"/>
                </a:lnTo>
                <a:close/>
              </a:path>
            </a:pathLst>
          </a:custGeom>
          <a:solidFill>
            <a:srgbClr val="667D7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2" name="Freeform 443"/>
          <p:cNvSpPr>
            <a:spLocks/>
          </p:cNvSpPr>
          <p:nvPr/>
        </p:nvSpPr>
        <p:spPr bwMode="auto">
          <a:xfrm>
            <a:off x="9641620" y="3891375"/>
            <a:ext cx="936334" cy="687417"/>
          </a:xfrm>
          <a:custGeom>
            <a:avLst/>
            <a:gdLst>
              <a:gd name="T0" fmla="*/ 154 w 274"/>
              <a:gd name="T1" fmla="*/ 161 h 201"/>
              <a:gd name="T2" fmla="*/ 205 w 274"/>
              <a:gd name="T3" fmla="*/ 189 h 201"/>
              <a:gd name="T4" fmla="*/ 237 w 274"/>
              <a:gd name="T5" fmla="*/ 170 h 201"/>
              <a:gd name="T6" fmla="*/ 274 w 274"/>
              <a:gd name="T7" fmla="*/ 187 h 201"/>
              <a:gd name="T8" fmla="*/ 134 w 274"/>
              <a:gd name="T9" fmla="*/ 0 h 201"/>
              <a:gd name="T10" fmla="*/ 0 w 274"/>
              <a:gd name="T11" fmla="*/ 178 h 201"/>
              <a:gd name="T12" fmla="*/ 31 w 274"/>
              <a:gd name="T13" fmla="*/ 186 h 201"/>
              <a:gd name="T14" fmla="*/ 112 w 274"/>
              <a:gd name="T15" fmla="*/ 186 h 201"/>
              <a:gd name="T16" fmla="*/ 154 w 274"/>
              <a:gd name="T17" fmla="*/ 161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4" h="201">
                <a:moveTo>
                  <a:pt x="154" y="161"/>
                </a:moveTo>
                <a:cubicBezTo>
                  <a:pt x="165" y="174"/>
                  <a:pt x="192" y="199"/>
                  <a:pt x="205" y="189"/>
                </a:cubicBezTo>
                <a:cubicBezTo>
                  <a:pt x="218" y="180"/>
                  <a:pt x="216" y="163"/>
                  <a:pt x="237" y="170"/>
                </a:cubicBezTo>
                <a:cubicBezTo>
                  <a:pt x="250" y="174"/>
                  <a:pt x="262" y="185"/>
                  <a:pt x="274" y="187"/>
                </a:cubicBezTo>
                <a:cubicBezTo>
                  <a:pt x="134" y="0"/>
                  <a:pt x="134" y="0"/>
                  <a:pt x="134" y="0"/>
                </a:cubicBezTo>
                <a:cubicBezTo>
                  <a:pt x="0" y="178"/>
                  <a:pt x="0" y="178"/>
                  <a:pt x="0" y="178"/>
                </a:cubicBezTo>
                <a:cubicBezTo>
                  <a:pt x="12" y="179"/>
                  <a:pt x="22" y="182"/>
                  <a:pt x="31" y="186"/>
                </a:cubicBezTo>
                <a:cubicBezTo>
                  <a:pt x="62" y="201"/>
                  <a:pt x="90" y="195"/>
                  <a:pt x="112" y="186"/>
                </a:cubicBezTo>
                <a:cubicBezTo>
                  <a:pt x="134" y="178"/>
                  <a:pt x="142" y="147"/>
                  <a:pt x="154" y="16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3" name="Freeform 444"/>
          <p:cNvSpPr>
            <a:spLocks/>
          </p:cNvSpPr>
          <p:nvPr/>
        </p:nvSpPr>
        <p:spPr bwMode="auto">
          <a:xfrm>
            <a:off x="10098933" y="3891375"/>
            <a:ext cx="479021" cy="680180"/>
          </a:xfrm>
          <a:custGeom>
            <a:avLst/>
            <a:gdLst>
              <a:gd name="T0" fmla="*/ 71 w 140"/>
              <a:gd name="T1" fmla="*/ 189 h 199"/>
              <a:gd name="T2" fmla="*/ 103 w 140"/>
              <a:gd name="T3" fmla="*/ 170 h 199"/>
              <a:gd name="T4" fmla="*/ 140 w 140"/>
              <a:gd name="T5" fmla="*/ 187 h 199"/>
              <a:gd name="T6" fmla="*/ 0 w 140"/>
              <a:gd name="T7" fmla="*/ 0 h 199"/>
              <a:gd name="T8" fmla="*/ 0 w 140"/>
              <a:gd name="T9" fmla="*/ 169 h 199"/>
              <a:gd name="T10" fmla="*/ 20 w 140"/>
              <a:gd name="T11" fmla="*/ 161 h 199"/>
              <a:gd name="T12" fmla="*/ 71 w 140"/>
              <a:gd name="T13" fmla="*/ 18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199">
                <a:moveTo>
                  <a:pt x="71" y="189"/>
                </a:moveTo>
                <a:cubicBezTo>
                  <a:pt x="84" y="180"/>
                  <a:pt x="82" y="163"/>
                  <a:pt x="103" y="170"/>
                </a:cubicBezTo>
                <a:cubicBezTo>
                  <a:pt x="116" y="174"/>
                  <a:pt x="128" y="185"/>
                  <a:pt x="140" y="187"/>
                </a:cubicBezTo>
                <a:cubicBezTo>
                  <a:pt x="0" y="0"/>
                  <a:pt x="0" y="0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7" y="160"/>
                  <a:pt x="13" y="153"/>
                  <a:pt x="20" y="161"/>
                </a:cubicBezTo>
                <a:cubicBezTo>
                  <a:pt x="31" y="174"/>
                  <a:pt x="58" y="199"/>
                  <a:pt x="71" y="189"/>
                </a:cubicBezTo>
                <a:close/>
              </a:path>
            </a:pathLst>
          </a:custGeom>
          <a:solidFill>
            <a:srgbClr val="C7CF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5" name="任意多边形 734"/>
          <p:cNvSpPr/>
          <p:nvPr/>
        </p:nvSpPr>
        <p:spPr>
          <a:xfrm>
            <a:off x="7416363" y="5544086"/>
            <a:ext cx="2517688" cy="611297"/>
          </a:xfrm>
          <a:custGeom>
            <a:avLst/>
            <a:gdLst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257300 w 4991100"/>
              <a:gd name="connsiteY2" fmla="*/ 352425 h 1209675"/>
              <a:gd name="connsiteX3" fmla="*/ 3800475 w 4991100"/>
              <a:gd name="connsiteY3" fmla="*/ 29527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257300 w 4991100"/>
              <a:gd name="connsiteY2" fmla="*/ 352425 h 1209675"/>
              <a:gd name="connsiteX3" fmla="*/ 3787775 w 4991100"/>
              <a:gd name="connsiteY3" fmla="*/ 33337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376362 w 4991100"/>
              <a:gd name="connsiteY2" fmla="*/ 283368 h 1209675"/>
              <a:gd name="connsiteX3" fmla="*/ 3787775 w 4991100"/>
              <a:gd name="connsiteY3" fmla="*/ 33337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362074 w 4991100"/>
              <a:gd name="connsiteY2" fmla="*/ 290511 h 1209675"/>
              <a:gd name="connsiteX3" fmla="*/ 3787775 w 4991100"/>
              <a:gd name="connsiteY3" fmla="*/ 33337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362074 w 4991100"/>
              <a:gd name="connsiteY2" fmla="*/ 290511 h 1209675"/>
              <a:gd name="connsiteX3" fmla="*/ 3727450 w 4991100"/>
              <a:gd name="connsiteY3" fmla="*/ 28892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362074 w 4991100"/>
              <a:gd name="connsiteY2" fmla="*/ 290511 h 1209675"/>
              <a:gd name="connsiteX3" fmla="*/ 3721100 w 4991100"/>
              <a:gd name="connsiteY3" fmla="*/ 31432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362074 w 4991100"/>
              <a:gd name="connsiteY2" fmla="*/ 290511 h 1209675"/>
              <a:gd name="connsiteX3" fmla="*/ 3714750 w 4991100"/>
              <a:gd name="connsiteY3" fmla="*/ 298450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190625"/>
              <a:gd name="connsiteX1" fmla="*/ 923925 w 4991100"/>
              <a:gd name="connsiteY1" fmla="*/ 0 h 1190625"/>
              <a:gd name="connsiteX2" fmla="*/ 1362074 w 4991100"/>
              <a:gd name="connsiteY2" fmla="*/ 290511 h 1190625"/>
              <a:gd name="connsiteX3" fmla="*/ 3714750 w 4991100"/>
              <a:gd name="connsiteY3" fmla="*/ 298450 h 1190625"/>
              <a:gd name="connsiteX4" fmla="*/ 4133850 w 4991100"/>
              <a:gd name="connsiteY4" fmla="*/ 38100 h 1190625"/>
              <a:gd name="connsiteX5" fmla="*/ 4991100 w 4991100"/>
              <a:gd name="connsiteY5" fmla="*/ 38100 h 1190625"/>
              <a:gd name="connsiteX6" fmla="*/ 4140200 w 4991100"/>
              <a:gd name="connsiteY6" fmla="*/ 1190625 h 1190625"/>
              <a:gd name="connsiteX7" fmla="*/ 981075 w 4991100"/>
              <a:gd name="connsiteY7" fmla="*/ 1171575 h 1190625"/>
              <a:gd name="connsiteX8" fmla="*/ 0 w 4991100"/>
              <a:gd name="connsiteY8" fmla="*/ 9525 h 1190625"/>
              <a:gd name="connsiteX0" fmla="*/ 0 w 4991100"/>
              <a:gd name="connsiteY0" fmla="*/ 9525 h 1190625"/>
              <a:gd name="connsiteX1" fmla="*/ 923925 w 4991100"/>
              <a:gd name="connsiteY1" fmla="*/ 0 h 1190625"/>
              <a:gd name="connsiteX2" fmla="*/ 1362074 w 4991100"/>
              <a:gd name="connsiteY2" fmla="*/ 290511 h 1190625"/>
              <a:gd name="connsiteX3" fmla="*/ 3714750 w 4991100"/>
              <a:gd name="connsiteY3" fmla="*/ 298450 h 1190625"/>
              <a:gd name="connsiteX4" fmla="*/ 4133850 w 4991100"/>
              <a:gd name="connsiteY4" fmla="*/ 38100 h 1190625"/>
              <a:gd name="connsiteX5" fmla="*/ 4991100 w 4991100"/>
              <a:gd name="connsiteY5" fmla="*/ 38100 h 1190625"/>
              <a:gd name="connsiteX6" fmla="*/ 4140200 w 4991100"/>
              <a:gd name="connsiteY6" fmla="*/ 1190625 h 1190625"/>
              <a:gd name="connsiteX7" fmla="*/ 981075 w 4991100"/>
              <a:gd name="connsiteY7" fmla="*/ 1171575 h 1190625"/>
              <a:gd name="connsiteX8" fmla="*/ 0 w 4991100"/>
              <a:gd name="connsiteY8" fmla="*/ 9525 h 1190625"/>
              <a:gd name="connsiteX0" fmla="*/ 0 w 4993473"/>
              <a:gd name="connsiteY0" fmla="*/ 9525 h 1190625"/>
              <a:gd name="connsiteX1" fmla="*/ 923925 w 4993473"/>
              <a:gd name="connsiteY1" fmla="*/ 0 h 1190625"/>
              <a:gd name="connsiteX2" fmla="*/ 1362074 w 4993473"/>
              <a:gd name="connsiteY2" fmla="*/ 290511 h 1190625"/>
              <a:gd name="connsiteX3" fmla="*/ 3714750 w 4993473"/>
              <a:gd name="connsiteY3" fmla="*/ 298450 h 1190625"/>
              <a:gd name="connsiteX4" fmla="*/ 4133850 w 4993473"/>
              <a:gd name="connsiteY4" fmla="*/ 38100 h 1190625"/>
              <a:gd name="connsiteX5" fmla="*/ 4991100 w 4993473"/>
              <a:gd name="connsiteY5" fmla="*/ 38100 h 1190625"/>
              <a:gd name="connsiteX6" fmla="*/ 4140200 w 4993473"/>
              <a:gd name="connsiteY6" fmla="*/ 1190625 h 1190625"/>
              <a:gd name="connsiteX7" fmla="*/ 981075 w 4993473"/>
              <a:gd name="connsiteY7" fmla="*/ 1171575 h 1190625"/>
              <a:gd name="connsiteX8" fmla="*/ 0 w 4993473"/>
              <a:gd name="connsiteY8" fmla="*/ 9525 h 1190625"/>
              <a:gd name="connsiteX0" fmla="*/ 0 w 4993473"/>
              <a:gd name="connsiteY0" fmla="*/ 9525 h 1190625"/>
              <a:gd name="connsiteX1" fmla="*/ 923925 w 4993473"/>
              <a:gd name="connsiteY1" fmla="*/ 0 h 1190625"/>
              <a:gd name="connsiteX2" fmla="*/ 1362074 w 4993473"/>
              <a:gd name="connsiteY2" fmla="*/ 290511 h 1190625"/>
              <a:gd name="connsiteX3" fmla="*/ 3714750 w 4993473"/>
              <a:gd name="connsiteY3" fmla="*/ 298450 h 1190625"/>
              <a:gd name="connsiteX4" fmla="*/ 4095750 w 4993473"/>
              <a:gd name="connsiteY4" fmla="*/ 19050 h 1190625"/>
              <a:gd name="connsiteX5" fmla="*/ 4991100 w 4993473"/>
              <a:gd name="connsiteY5" fmla="*/ 38100 h 1190625"/>
              <a:gd name="connsiteX6" fmla="*/ 4140200 w 4993473"/>
              <a:gd name="connsiteY6" fmla="*/ 1190625 h 1190625"/>
              <a:gd name="connsiteX7" fmla="*/ 981075 w 4993473"/>
              <a:gd name="connsiteY7" fmla="*/ 1171575 h 1190625"/>
              <a:gd name="connsiteX8" fmla="*/ 0 w 4993473"/>
              <a:gd name="connsiteY8" fmla="*/ 9525 h 1190625"/>
              <a:gd name="connsiteX0" fmla="*/ 0 w 4993473"/>
              <a:gd name="connsiteY0" fmla="*/ 9525 h 1190625"/>
              <a:gd name="connsiteX1" fmla="*/ 923925 w 4993473"/>
              <a:gd name="connsiteY1" fmla="*/ 0 h 1190625"/>
              <a:gd name="connsiteX2" fmla="*/ 1362074 w 4993473"/>
              <a:gd name="connsiteY2" fmla="*/ 290511 h 1190625"/>
              <a:gd name="connsiteX3" fmla="*/ 3714750 w 4993473"/>
              <a:gd name="connsiteY3" fmla="*/ 298450 h 1190625"/>
              <a:gd name="connsiteX4" fmla="*/ 4095750 w 4993473"/>
              <a:gd name="connsiteY4" fmla="*/ 19050 h 1190625"/>
              <a:gd name="connsiteX5" fmla="*/ 4991100 w 4993473"/>
              <a:gd name="connsiteY5" fmla="*/ 38100 h 1190625"/>
              <a:gd name="connsiteX6" fmla="*/ 4140200 w 4993473"/>
              <a:gd name="connsiteY6" fmla="*/ 1190625 h 1190625"/>
              <a:gd name="connsiteX7" fmla="*/ 981075 w 4993473"/>
              <a:gd name="connsiteY7" fmla="*/ 1171575 h 1190625"/>
              <a:gd name="connsiteX8" fmla="*/ 0 w 4993473"/>
              <a:gd name="connsiteY8" fmla="*/ 9525 h 1190625"/>
              <a:gd name="connsiteX0" fmla="*/ 0 w 4993473"/>
              <a:gd name="connsiteY0" fmla="*/ 11906 h 1193006"/>
              <a:gd name="connsiteX1" fmla="*/ 923925 w 4993473"/>
              <a:gd name="connsiteY1" fmla="*/ 2381 h 1193006"/>
              <a:gd name="connsiteX2" fmla="*/ 1362074 w 4993473"/>
              <a:gd name="connsiteY2" fmla="*/ 292892 h 1193006"/>
              <a:gd name="connsiteX3" fmla="*/ 3714750 w 4993473"/>
              <a:gd name="connsiteY3" fmla="*/ 300831 h 1193006"/>
              <a:gd name="connsiteX4" fmla="*/ 4069556 w 4993473"/>
              <a:gd name="connsiteY4" fmla="*/ 0 h 1193006"/>
              <a:gd name="connsiteX5" fmla="*/ 4991100 w 4993473"/>
              <a:gd name="connsiteY5" fmla="*/ 40481 h 1193006"/>
              <a:gd name="connsiteX6" fmla="*/ 4140200 w 4993473"/>
              <a:gd name="connsiteY6" fmla="*/ 1193006 h 1193006"/>
              <a:gd name="connsiteX7" fmla="*/ 981075 w 4993473"/>
              <a:gd name="connsiteY7" fmla="*/ 1173956 h 1193006"/>
              <a:gd name="connsiteX8" fmla="*/ 0 w 4993473"/>
              <a:gd name="connsiteY8" fmla="*/ 11906 h 1193006"/>
              <a:gd name="connsiteX0" fmla="*/ 0 w 4993473"/>
              <a:gd name="connsiteY0" fmla="*/ 11906 h 1193006"/>
              <a:gd name="connsiteX1" fmla="*/ 923925 w 4993473"/>
              <a:gd name="connsiteY1" fmla="*/ 2381 h 1193006"/>
              <a:gd name="connsiteX2" fmla="*/ 1362074 w 4993473"/>
              <a:gd name="connsiteY2" fmla="*/ 292892 h 1193006"/>
              <a:gd name="connsiteX3" fmla="*/ 3714750 w 4993473"/>
              <a:gd name="connsiteY3" fmla="*/ 300831 h 1193006"/>
              <a:gd name="connsiteX4" fmla="*/ 4069556 w 4993473"/>
              <a:gd name="connsiteY4" fmla="*/ 0 h 1193006"/>
              <a:gd name="connsiteX5" fmla="*/ 4991100 w 4993473"/>
              <a:gd name="connsiteY5" fmla="*/ 40481 h 1193006"/>
              <a:gd name="connsiteX6" fmla="*/ 4140200 w 4993473"/>
              <a:gd name="connsiteY6" fmla="*/ 1193006 h 1193006"/>
              <a:gd name="connsiteX7" fmla="*/ 981075 w 4993473"/>
              <a:gd name="connsiteY7" fmla="*/ 1173956 h 1193006"/>
              <a:gd name="connsiteX8" fmla="*/ 0 w 4993473"/>
              <a:gd name="connsiteY8" fmla="*/ 11906 h 1193006"/>
              <a:gd name="connsiteX0" fmla="*/ 0 w 4993473"/>
              <a:gd name="connsiteY0" fmla="*/ 11906 h 1193006"/>
              <a:gd name="connsiteX1" fmla="*/ 923925 w 4993473"/>
              <a:gd name="connsiteY1" fmla="*/ 2381 h 1193006"/>
              <a:gd name="connsiteX2" fmla="*/ 1362074 w 4993473"/>
              <a:gd name="connsiteY2" fmla="*/ 292892 h 1193006"/>
              <a:gd name="connsiteX3" fmla="*/ 3714750 w 4993473"/>
              <a:gd name="connsiteY3" fmla="*/ 300831 h 1193006"/>
              <a:gd name="connsiteX4" fmla="*/ 4069556 w 4993473"/>
              <a:gd name="connsiteY4" fmla="*/ 0 h 1193006"/>
              <a:gd name="connsiteX5" fmla="*/ 4991100 w 4993473"/>
              <a:gd name="connsiteY5" fmla="*/ 40481 h 1193006"/>
              <a:gd name="connsiteX6" fmla="*/ 4140200 w 4993473"/>
              <a:gd name="connsiteY6" fmla="*/ 1193006 h 1193006"/>
              <a:gd name="connsiteX7" fmla="*/ 981075 w 4993473"/>
              <a:gd name="connsiteY7" fmla="*/ 1173956 h 1193006"/>
              <a:gd name="connsiteX8" fmla="*/ 0 w 4993473"/>
              <a:gd name="connsiteY8" fmla="*/ 11906 h 1193006"/>
              <a:gd name="connsiteX0" fmla="*/ 0 w 4993473"/>
              <a:gd name="connsiteY0" fmla="*/ 11906 h 1193006"/>
              <a:gd name="connsiteX1" fmla="*/ 923925 w 4993473"/>
              <a:gd name="connsiteY1" fmla="*/ 2381 h 1193006"/>
              <a:gd name="connsiteX2" fmla="*/ 1362074 w 4993473"/>
              <a:gd name="connsiteY2" fmla="*/ 292892 h 1193006"/>
              <a:gd name="connsiteX3" fmla="*/ 3714750 w 4993473"/>
              <a:gd name="connsiteY3" fmla="*/ 300831 h 1193006"/>
              <a:gd name="connsiteX4" fmla="*/ 4069556 w 4993473"/>
              <a:gd name="connsiteY4" fmla="*/ 0 h 1193006"/>
              <a:gd name="connsiteX5" fmla="*/ 4991100 w 4993473"/>
              <a:gd name="connsiteY5" fmla="*/ 40481 h 1193006"/>
              <a:gd name="connsiteX6" fmla="*/ 4140200 w 4993473"/>
              <a:gd name="connsiteY6" fmla="*/ 1193006 h 1193006"/>
              <a:gd name="connsiteX7" fmla="*/ 981075 w 4993473"/>
              <a:gd name="connsiteY7" fmla="*/ 1173956 h 1193006"/>
              <a:gd name="connsiteX8" fmla="*/ 0 w 4993473"/>
              <a:gd name="connsiteY8" fmla="*/ 11906 h 1193006"/>
              <a:gd name="connsiteX0" fmla="*/ 0 w 4993473"/>
              <a:gd name="connsiteY0" fmla="*/ 11906 h 1193006"/>
              <a:gd name="connsiteX1" fmla="*/ 923925 w 4993473"/>
              <a:gd name="connsiteY1" fmla="*/ 2381 h 1193006"/>
              <a:gd name="connsiteX2" fmla="*/ 1362074 w 4993473"/>
              <a:gd name="connsiteY2" fmla="*/ 292892 h 1193006"/>
              <a:gd name="connsiteX3" fmla="*/ 3714750 w 4993473"/>
              <a:gd name="connsiteY3" fmla="*/ 300831 h 1193006"/>
              <a:gd name="connsiteX4" fmla="*/ 4069556 w 4993473"/>
              <a:gd name="connsiteY4" fmla="*/ 0 h 1193006"/>
              <a:gd name="connsiteX5" fmla="*/ 4991100 w 4993473"/>
              <a:gd name="connsiteY5" fmla="*/ 40481 h 1193006"/>
              <a:gd name="connsiteX6" fmla="*/ 4140200 w 4993473"/>
              <a:gd name="connsiteY6" fmla="*/ 1193006 h 1193006"/>
              <a:gd name="connsiteX7" fmla="*/ 981075 w 4993473"/>
              <a:gd name="connsiteY7" fmla="*/ 1173956 h 1193006"/>
              <a:gd name="connsiteX8" fmla="*/ 0 w 4993473"/>
              <a:gd name="connsiteY8" fmla="*/ 11906 h 1193006"/>
              <a:gd name="connsiteX0" fmla="*/ 0 w 4993473"/>
              <a:gd name="connsiteY0" fmla="*/ 19049 h 1200149"/>
              <a:gd name="connsiteX1" fmla="*/ 923925 w 4993473"/>
              <a:gd name="connsiteY1" fmla="*/ 9524 h 1200149"/>
              <a:gd name="connsiteX2" fmla="*/ 1362074 w 4993473"/>
              <a:gd name="connsiteY2" fmla="*/ 300035 h 1200149"/>
              <a:gd name="connsiteX3" fmla="*/ 3714750 w 4993473"/>
              <a:gd name="connsiteY3" fmla="*/ 307974 h 1200149"/>
              <a:gd name="connsiteX4" fmla="*/ 4098131 w 4993473"/>
              <a:gd name="connsiteY4" fmla="*/ 0 h 1200149"/>
              <a:gd name="connsiteX5" fmla="*/ 4991100 w 4993473"/>
              <a:gd name="connsiteY5" fmla="*/ 47624 h 1200149"/>
              <a:gd name="connsiteX6" fmla="*/ 4140200 w 4993473"/>
              <a:gd name="connsiteY6" fmla="*/ 1200149 h 1200149"/>
              <a:gd name="connsiteX7" fmla="*/ 981075 w 4993473"/>
              <a:gd name="connsiteY7" fmla="*/ 1181099 h 1200149"/>
              <a:gd name="connsiteX8" fmla="*/ 0 w 4993473"/>
              <a:gd name="connsiteY8" fmla="*/ 19049 h 1200149"/>
              <a:gd name="connsiteX0" fmla="*/ 0 w 4993473"/>
              <a:gd name="connsiteY0" fmla="*/ 21430 h 1202530"/>
              <a:gd name="connsiteX1" fmla="*/ 923925 w 4993473"/>
              <a:gd name="connsiteY1" fmla="*/ 11905 h 1202530"/>
              <a:gd name="connsiteX2" fmla="*/ 1362074 w 4993473"/>
              <a:gd name="connsiteY2" fmla="*/ 302416 h 1202530"/>
              <a:gd name="connsiteX3" fmla="*/ 3714750 w 4993473"/>
              <a:gd name="connsiteY3" fmla="*/ 310355 h 1202530"/>
              <a:gd name="connsiteX4" fmla="*/ 4093369 w 4993473"/>
              <a:gd name="connsiteY4" fmla="*/ 0 h 1202530"/>
              <a:gd name="connsiteX5" fmla="*/ 4991100 w 4993473"/>
              <a:gd name="connsiteY5" fmla="*/ 50005 h 1202530"/>
              <a:gd name="connsiteX6" fmla="*/ 4140200 w 4993473"/>
              <a:gd name="connsiteY6" fmla="*/ 1202530 h 1202530"/>
              <a:gd name="connsiteX7" fmla="*/ 981075 w 4993473"/>
              <a:gd name="connsiteY7" fmla="*/ 1183480 h 1202530"/>
              <a:gd name="connsiteX8" fmla="*/ 0 w 4993473"/>
              <a:gd name="connsiteY8" fmla="*/ 21430 h 1202530"/>
              <a:gd name="connsiteX0" fmla="*/ 0 w 5014718"/>
              <a:gd name="connsiteY0" fmla="*/ 30956 h 1212056"/>
              <a:gd name="connsiteX1" fmla="*/ 923925 w 5014718"/>
              <a:gd name="connsiteY1" fmla="*/ 21431 h 1212056"/>
              <a:gd name="connsiteX2" fmla="*/ 1362074 w 5014718"/>
              <a:gd name="connsiteY2" fmla="*/ 311942 h 1212056"/>
              <a:gd name="connsiteX3" fmla="*/ 3714750 w 5014718"/>
              <a:gd name="connsiteY3" fmla="*/ 319881 h 1212056"/>
              <a:gd name="connsiteX4" fmla="*/ 4093369 w 5014718"/>
              <a:gd name="connsiteY4" fmla="*/ 9526 h 1212056"/>
              <a:gd name="connsiteX5" fmla="*/ 5012531 w 5014718"/>
              <a:gd name="connsiteY5" fmla="*/ 0 h 1212056"/>
              <a:gd name="connsiteX6" fmla="*/ 4140200 w 5014718"/>
              <a:gd name="connsiteY6" fmla="*/ 1212056 h 1212056"/>
              <a:gd name="connsiteX7" fmla="*/ 981075 w 5014718"/>
              <a:gd name="connsiteY7" fmla="*/ 1193006 h 1212056"/>
              <a:gd name="connsiteX8" fmla="*/ 0 w 5014718"/>
              <a:gd name="connsiteY8" fmla="*/ 30956 h 1212056"/>
              <a:gd name="connsiteX0" fmla="*/ 0 w 5017080"/>
              <a:gd name="connsiteY0" fmla="*/ 30956 h 1212056"/>
              <a:gd name="connsiteX1" fmla="*/ 923925 w 5017080"/>
              <a:gd name="connsiteY1" fmla="*/ 21431 h 1212056"/>
              <a:gd name="connsiteX2" fmla="*/ 1362074 w 5017080"/>
              <a:gd name="connsiteY2" fmla="*/ 311942 h 1212056"/>
              <a:gd name="connsiteX3" fmla="*/ 3714750 w 5017080"/>
              <a:gd name="connsiteY3" fmla="*/ 319881 h 1212056"/>
              <a:gd name="connsiteX4" fmla="*/ 4093369 w 5017080"/>
              <a:gd name="connsiteY4" fmla="*/ 9526 h 1212056"/>
              <a:gd name="connsiteX5" fmla="*/ 5014912 w 5017080"/>
              <a:gd name="connsiteY5" fmla="*/ 0 h 1212056"/>
              <a:gd name="connsiteX6" fmla="*/ 4140200 w 5017080"/>
              <a:gd name="connsiteY6" fmla="*/ 1212056 h 1212056"/>
              <a:gd name="connsiteX7" fmla="*/ 981075 w 5017080"/>
              <a:gd name="connsiteY7" fmla="*/ 1193006 h 1212056"/>
              <a:gd name="connsiteX8" fmla="*/ 0 w 5017080"/>
              <a:gd name="connsiteY8" fmla="*/ 30956 h 1212056"/>
              <a:gd name="connsiteX0" fmla="*/ 0 w 5026532"/>
              <a:gd name="connsiteY0" fmla="*/ 28575 h 1209675"/>
              <a:gd name="connsiteX1" fmla="*/ 923925 w 5026532"/>
              <a:gd name="connsiteY1" fmla="*/ 19050 h 1209675"/>
              <a:gd name="connsiteX2" fmla="*/ 1362074 w 5026532"/>
              <a:gd name="connsiteY2" fmla="*/ 309561 h 1209675"/>
              <a:gd name="connsiteX3" fmla="*/ 3714750 w 5026532"/>
              <a:gd name="connsiteY3" fmla="*/ 317500 h 1209675"/>
              <a:gd name="connsiteX4" fmla="*/ 4093369 w 5026532"/>
              <a:gd name="connsiteY4" fmla="*/ 7145 h 1209675"/>
              <a:gd name="connsiteX5" fmla="*/ 5024437 w 5026532"/>
              <a:gd name="connsiteY5" fmla="*/ 0 h 1209675"/>
              <a:gd name="connsiteX6" fmla="*/ 4140200 w 5026532"/>
              <a:gd name="connsiteY6" fmla="*/ 1209675 h 1209675"/>
              <a:gd name="connsiteX7" fmla="*/ 981075 w 5026532"/>
              <a:gd name="connsiteY7" fmla="*/ 1190625 h 1209675"/>
              <a:gd name="connsiteX8" fmla="*/ 0 w 5026532"/>
              <a:gd name="connsiteY8" fmla="*/ 28575 h 1209675"/>
              <a:gd name="connsiteX0" fmla="*/ 0 w 5021805"/>
              <a:gd name="connsiteY0" fmla="*/ 28575 h 1209675"/>
              <a:gd name="connsiteX1" fmla="*/ 923925 w 5021805"/>
              <a:gd name="connsiteY1" fmla="*/ 19050 h 1209675"/>
              <a:gd name="connsiteX2" fmla="*/ 1362074 w 5021805"/>
              <a:gd name="connsiteY2" fmla="*/ 309561 h 1209675"/>
              <a:gd name="connsiteX3" fmla="*/ 3714750 w 5021805"/>
              <a:gd name="connsiteY3" fmla="*/ 317500 h 1209675"/>
              <a:gd name="connsiteX4" fmla="*/ 4093369 w 5021805"/>
              <a:gd name="connsiteY4" fmla="*/ 7145 h 1209675"/>
              <a:gd name="connsiteX5" fmla="*/ 5019674 w 5021805"/>
              <a:gd name="connsiteY5" fmla="*/ 0 h 1209675"/>
              <a:gd name="connsiteX6" fmla="*/ 4140200 w 5021805"/>
              <a:gd name="connsiteY6" fmla="*/ 1209675 h 1209675"/>
              <a:gd name="connsiteX7" fmla="*/ 981075 w 5021805"/>
              <a:gd name="connsiteY7" fmla="*/ 1190625 h 1209675"/>
              <a:gd name="connsiteX8" fmla="*/ 0 w 5021805"/>
              <a:gd name="connsiteY8" fmla="*/ 28575 h 1209675"/>
              <a:gd name="connsiteX0" fmla="*/ 0 w 5021805"/>
              <a:gd name="connsiteY0" fmla="*/ 28575 h 1193006"/>
              <a:gd name="connsiteX1" fmla="*/ 923925 w 5021805"/>
              <a:gd name="connsiteY1" fmla="*/ 19050 h 1193006"/>
              <a:gd name="connsiteX2" fmla="*/ 1362074 w 5021805"/>
              <a:gd name="connsiteY2" fmla="*/ 309561 h 1193006"/>
              <a:gd name="connsiteX3" fmla="*/ 3714750 w 5021805"/>
              <a:gd name="connsiteY3" fmla="*/ 317500 h 1193006"/>
              <a:gd name="connsiteX4" fmla="*/ 4093369 w 5021805"/>
              <a:gd name="connsiteY4" fmla="*/ 7145 h 1193006"/>
              <a:gd name="connsiteX5" fmla="*/ 5019674 w 5021805"/>
              <a:gd name="connsiteY5" fmla="*/ 0 h 1193006"/>
              <a:gd name="connsiteX6" fmla="*/ 4140200 w 5021805"/>
              <a:gd name="connsiteY6" fmla="*/ 1193006 h 1193006"/>
              <a:gd name="connsiteX7" fmla="*/ 981075 w 5021805"/>
              <a:gd name="connsiteY7" fmla="*/ 1190625 h 1193006"/>
              <a:gd name="connsiteX8" fmla="*/ 0 w 5021805"/>
              <a:gd name="connsiteY8" fmla="*/ 28575 h 1193006"/>
              <a:gd name="connsiteX0" fmla="*/ 0 w 5022305"/>
              <a:gd name="connsiteY0" fmla="*/ 28575 h 1193006"/>
              <a:gd name="connsiteX1" fmla="*/ 923925 w 5022305"/>
              <a:gd name="connsiteY1" fmla="*/ 19050 h 1193006"/>
              <a:gd name="connsiteX2" fmla="*/ 1362074 w 5022305"/>
              <a:gd name="connsiteY2" fmla="*/ 309561 h 1193006"/>
              <a:gd name="connsiteX3" fmla="*/ 3714750 w 5022305"/>
              <a:gd name="connsiteY3" fmla="*/ 317500 h 1193006"/>
              <a:gd name="connsiteX4" fmla="*/ 4093369 w 5022305"/>
              <a:gd name="connsiteY4" fmla="*/ 7145 h 1193006"/>
              <a:gd name="connsiteX5" fmla="*/ 5019674 w 5022305"/>
              <a:gd name="connsiteY5" fmla="*/ 0 h 1193006"/>
              <a:gd name="connsiteX6" fmla="*/ 4140200 w 5022305"/>
              <a:gd name="connsiteY6" fmla="*/ 1193006 h 1193006"/>
              <a:gd name="connsiteX7" fmla="*/ 981075 w 5022305"/>
              <a:gd name="connsiteY7" fmla="*/ 1190625 h 1193006"/>
              <a:gd name="connsiteX8" fmla="*/ 0 w 5022305"/>
              <a:gd name="connsiteY8" fmla="*/ 28575 h 1193006"/>
              <a:gd name="connsiteX0" fmla="*/ 0 w 5021609"/>
              <a:gd name="connsiteY0" fmla="*/ 28575 h 1193006"/>
              <a:gd name="connsiteX1" fmla="*/ 923925 w 5021609"/>
              <a:gd name="connsiteY1" fmla="*/ 19050 h 1193006"/>
              <a:gd name="connsiteX2" fmla="*/ 1362074 w 5021609"/>
              <a:gd name="connsiteY2" fmla="*/ 309561 h 1193006"/>
              <a:gd name="connsiteX3" fmla="*/ 3714750 w 5021609"/>
              <a:gd name="connsiteY3" fmla="*/ 317500 h 1193006"/>
              <a:gd name="connsiteX4" fmla="*/ 4093369 w 5021609"/>
              <a:gd name="connsiteY4" fmla="*/ 7145 h 1193006"/>
              <a:gd name="connsiteX5" fmla="*/ 5019674 w 5021609"/>
              <a:gd name="connsiteY5" fmla="*/ 0 h 1193006"/>
              <a:gd name="connsiteX6" fmla="*/ 4140200 w 5021609"/>
              <a:gd name="connsiteY6" fmla="*/ 1193006 h 1193006"/>
              <a:gd name="connsiteX7" fmla="*/ 981075 w 5021609"/>
              <a:gd name="connsiteY7" fmla="*/ 1190625 h 1193006"/>
              <a:gd name="connsiteX8" fmla="*/ 0 w 5021609"/>
              <a:gd name="connsiteY8" fmla="*/ 28575 h 1193006"/>
              <a:gd name="connsiteX0" fmla="*/ 0 w 5021609"/>
              <a:gd name="connsiteY0" fmla="*/ 28575 h 1204912"/>
              <a:gd name="connsiteX1" fmla="*/ 923925 w 5021609"/>
              <a:gd name="connsiteY1" fmla="*/ 19050 h 1204912"/>
              <a:gd name="connsiteX2" fmla="*/ 1362074 w 5021609"/>
              <a:gd name="connsiteY2" fmla="*/ 309561 h 1204912"/>
              <a:gd name="connsiteX3" fmla="*/ 3714750 w 5021609"/>
              <a:gd name="connsiteY3" fmla="*/ 317500 h 1204912"/>
              <a:gd name="connsiteX4" fmla="*/ 4093369 w 5021609"/>
              <a:gd name="connsiteY4" fmla="*/ 7145 h 1204912"/>
              <a:gd name="connsiteX5" fmla="*/ 5019674 w 5021609"/>
              <a:gd name="connsiteY5" fmla="*/ 0 h 1204912"/>
              <a:gd name="connsiteX6" fmla="*/ 4140200 w 5021609"/>
              <a:gd name="connsiteY6" fmla="*/ 1193006 h 1204912"/>
              <a:gd name="connsiteX7" fmla="*/ 976313 w 5021609"/>
              <a:gd name="connsiteY7" fmla="*/ 1204912 h 1204912"/>
              <a:gd name="connsiteX8" fmla="*/ 0 w 5021609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1704" h="1204912">
                <a:moveTo>
                  <a:pt x="0" y="28575"/>
                </a:moveTo>
                <a:lnTo>
                  <a:pt x="923925" y="19050"/>
                </a:lnTo>
                <a:cubicBezTo>
                  <a:pt x="1015206" y="134937"/>
                  <a:pt x="1066005" y="293687"/>
                  <a:pt x="1362074" y="309561"/>
                </a:cubicBezTo>
                <a:lnTo>
                  <a:pt x="3714750" y="317500"/>
                </a:lnTo>
                <a:cubicBezTo>
                  <a:pt x="3832224" y="310092"/>
                  <a:pt x="4004469" y="193146"/>
                  <a:pt x="4093369" y="7145"/>
                </a:cubicBezTo>
                <a:lnTo>
                  <a:pt x="5019674" y="0"/>
                </a:lnTo>
                <a:cubicBezTo>
                  <a:pt x="5047191" y="314325"/>
                  <a:pt x="4796895" y="989012"/>
                  <a:pt x="4154488" y="1193006"/>
                </a:cubicBezTo>
                <a:lnTo>
                  <a:pt x="976313" y="1204912"/>
                </a:lnTo>
                <a:cubicBezTo>
                  <a:pt x="298450" y="1096168"/>
                  <a:pt x="58738" y="504031"/>
                  <a:pt x="0" y="28575"/>
                </a:cubicBezTo>
                <a:close/>
              </a:path>
            </a:pathLst>
          </a:custGeom>
          <a:solidFill>
            <a:srgbClr val="667D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9" name="任意多边形 728"/>
          <p:cNvSpPr/>
          <p:nvPr/>
        </p:nvSpPr>
        <p:spPr>
          <a:xfrm>
            <a:off x="3937940" y="2963546"/>
            <a:ext cx="3053379" cy="2489876"/>
          </a:xfrm>
          <a:custGeom>
            <a:avLst/>
            <a:gdLst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772228 w 6023428"/>
              <a:gd name="connsiteY2" fmla="*/ 4194628 h 4586514"/>
              <a:gd name="connsiteX3" fmla="*/ 3193143 w 6023428"/>
              <a:gd name="connsiteY3" fmla="*/ 4252685 h 4586514"/>
              <a:gd name="connsiteX4" fmla="*/ 4165600 w 6023428"/>
              <a:gd name="connsiteY4" fmla="*/ 304800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772228 w 6023428"/>
              <a:gd name="connsiteY2" fmla="*/ 41946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29378 w 6023428"/>
              <a:gd name="connsiteY2" fmla="*/ 41946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613275"/>
              <a:gd name="connsiteX1" fmla="*/ 1814285 w 6023428"/>
              <a:gd name="connsiteY1" fmla="*/ 0 h 4613275"/>
              <a:gd name="connsiteX2" fmla="*/ 2883353 w 6023428"/>
              <a:gd name="connsiteY2" fmla="*/ 4232728 h 4613275"/>
              <a:gd name="connsiteX3" fmla="*/ 3193143 w 6023428"/>
              <a:gd name="connsiteY3" fmla="*/ 4252685 h 4613275"/>
              <a:gd name="connsiteX4" fmla="*/ 4098925 w 6023428"/>
              <a:gd name="connsiteY4" fmla="*/ 314325 h 4613275"/>
              <a:gd name="connsiteX5" fmla="*/ 6023428 w 6023428"/>
              <a:gd name="connsiteY5" fmla="*/ 566057 h 4613275"/>
              <a:gd name="connsiteX6" fmla="*/ 6008914 w 6023428"/>
              <a:gd name="connsiteY6" fmla="*/ 4572000 h 4613275"/>
              <a:gd name="connsiteX7" fmla="*/ 5065485 w 6023428"/>
              <a:gd name="connsiteY7" fmla="*/ 4557485 h 4613275"/>
              <a:gd name="connsiteX8" fmla="*/ 5050971 w 6023428"/>
              <a:gd name="connsiteY8" fmla="*/ 885371 h 4613275"/>
              <a:gd name="connsiteX9" fmla="*/ 4804228 w 6023428"/>
              <a:gd name="connsiteY9" fmla="*/ 885371 h 4613275"/>
              <a:gd name="connsiteX10" fmla="*/ 4034971 w 6023428"/>
              <a:gd name="connsiteY10" fmla="*/ 4586514 h 4613275"/>
              <a:gd name="connsiteX11" fmla="*/ 1991632 w 6023428"/>
              <a:gd name="connsiteY11" fmla="*/ 4613275 h 4613275"/>
              <a:gd name="connsiteX12" fmla="*/ 1219200 w 6023428"/>
              <a:gd name="connsiteY12" fmla="*/ 1016000 h 4613275"/>
              <a:gd name="connsiteX13" fmla="*/ 943428 w 6023428"/>
              <a:gd name="connsiteY13" fmla="*/ 1030514 h 4613275"/>
              <a:gd name="connsiteX14" fmla="*/ 972457 w 6023428"/>
              <a:gd name="connsiteY14" fmla="*/ 4572000 h 4613275"/>
              <a:gd name="connsiteX15" fmla="*/ 0 w 6023428"/>
              <a:gd name="connsiteY15" fmla="*/ 4528457 h 4613275"/>
              <a:gd name="connsiteX16" fmla="*/ 29028 w 6023428"/>
              <a:gd name="connsiteY16" fmla="*/ 537028 h 4613275"/>
              <a:gd name="connsiteX0" fmla="*/ 29028 w 6023428"/>
              <a:gd name="connsiteY0" fmla="*/ 537028 h 4603750"/>
              <a:gd name="connsiteX1" fmla="*/ 1814285 w 6023428"/>
              <a:gd name="connsiteY1" fmla="*/ 0 h 4603750"/>
              <a:gd name="connsiteX2" fmla="*/ 2883353 w 6023428"/>
              <a:gd name="connsiteY2" fmla="*/ 4232728 h 4603750"/>
              <a:gd name="connsiteX3" fmla="*/ 3193143 w 6023428"/>
              <a:gd name="connsiteY3" fmla="*/ 4252685 h 4603750"/>
              <a:gd name="connsiteX4" fmla="*/ 4098925 w 6023428"/>
              <a:gd name="connsiteY4" fmla="*/ 314325 h 4603750"/>
              <a:gd name="connsiteX5" fmla="*/ 6023428 w 6023428"/>
              <a:gd name="connsiteY5" fmla="*/ 566057 h 4603750"/>
              <a:gd name="connsiteX6" fmla="*/ 6008914 w 6023428"/>
              <a:gd name="connsiteY6" fmla="*/ 4572000 h 4603750"/>
              <a:gd name="connsiteX7" fmla="*/ 5065485 w 6023428"/>
              <a:gd name="connsiteY7" fmla="*/ 4557485 h 4603750"/>
              <a:gd name="connsiteX8" fmla="*/ 5050971 w 6023428"/>
              <a:gd name="connsiteY8" fmla="*/ 885371 h 4603750"/>
              <a:gd name="connsiteX9" fmla="*/ 4804228 w 6023428"/>
              <a:gd name="connsiteY9" fmla="*/ 885371 h 4603750"/>
              <a:gd name="connsiteX10" fmla="*/ 4034971 w 6023428"/>
              <a:gd name="connsiteY10" fmla="*/ 4586514 h 4603750"/>
              <a:gd name="connsiteX11" fmla="*/ 1997982 w 6023428"/>
              <a:gd name="connsiteY11" fmla="*/ 4603750 h 4603750"/>
              <a:gd name="connsiteX12" fmla="*/ 1219200 w 6023428"/>
              <a:gd name="connsiteY12" fmla="*/ 1016000 h 4603750"/>
              <a:gd name="connsiteX13" fmla="*/ 943428 w 6023428"/>
              <a:gd name="connsiteY13" fmla="*/ 1030514 h 4603750"/>
              <a:gd name="connsiteX14" fmla="*/ 972457 w 6023428"/>
              <a:gd name="connsiteY14" fmla="*/ 4572000 h 4603750"/>
              <a:gd name="connsiteX15" fmla="*/ 0 w 6023428"/>
              <a:gd name="connsiteY15" fmla="*/ 4528457 h 4603750"/>
              <a:gd name="connsiteX16" fmla="*/ 29028 w 6023428"/>
              <a:gd name="connsiteY16" fmla="*/ 537028 h 4603750"/>
              <a:gd name="connsiteX0" fmla="*/ 29028 w 6023428"/>
              <a:gd name="connsiteY0" fmla="*/ 537028 h 4608739"/>
              <a:gd name="connsiteX1" fmla="*/ 1814285 w 6023428"/>
              <a:gd name="connsiteY1" fmla="*/ 0 h 4608739"/>
              <a:gd name="connsiteX2" fmla="*/ 2883353 w 6023428"/>
              <a:gd name="connsiteY2" fmla="*/ 4232728 h 4608739"/>
              <a:gd name="connsiteX3" fmla="*/ 3193143 w 6023428"/>
              <a:gd name="connsiteY3" fmla="*/ 4252685 h 4608739"/>
              <a:gd name="connsiteX4" fmla="*/ 4098925 w 6023428"/>
              <a:gd name="connsiteY4" fmla="*/ 314325 h 4608739"/>
              <a:gd name="connsiteX5" fmla="*/ 6023428 w 6023428"/>
              <a:gd name="connsiteY5" fmla="*/ 566057 h 4608739"/>
              <a:gd name="connsiteX6" fmla="*/ 6008914 w 6023428"/>
              <a:gd name="connsiteY6" fmla="*/ 4572000 h 4608739"/>
              <a:gd name="connsiteX7" fmla="*/ 5065485 w 6023428"/>
              <a:gd name="connsiteY7" fmla="*/ 4557485 h 4608739"/>
              <a:gd name="connsiteX8" fmla="*/ 5050971 w 6023428"/>
              <a:gd name="connsiteY8" fmla="*/ 885371 h 4608739"/>
              <a:gd name="connsiteX9" fmla="*/ 4804228 w 6023428"/>
              <a:gd name="connsiteY9" fmla="*/ 885371 h 4608739"/>
              <a:gd name="connsiteX10" fmla="*/ 4073071 w 6023428"/>
              <a:gd name="connsiteY10" fmla="*/ 4608739 h 4608739"/>
              <a:gd name="connsiteX11" fmla="*/ 1997982 w 6023428"/>
              <a:gd name="connsiteY11" fmla="*/ 4603750 h 4608739"/>
              <a:gd name="connsiteX12" fmla="*/ 1219200 w 6023428"/>
              <a:gd name="connsiteY12" fmla="*/ 1016000 h 4608739"/>
              <a:gd name="connsiteX13" fmla="*/ 943428 w 6023428"/>
              <a:gd name="connsiteY13" fmla="*/ 1030514 h 4608739"/>
              <a:gd name="connsiteX14" fmla="*/ 972457 w 6023428"/>
              <a:gd name="connsiteY14" fmla="*/ 4572000 h 4608739"/>
              <a:gd name="connsiteX15" fmla="*/ 0 w 6023428"/>
              <a:gd name="connsiteY15" fmla="*/ 4528457 h 4608739"/>
              <a:gd name="connsiteX16" fmla="*/ 29028 w 6023428"/>
              <a:gd name="connsiteY16" fmla="*/ 537028 h 4608739"/>
              <a:gd name="connsiteX0" fmla="*/ 29028 w 6023428"/>
              <a:gd name="connsiteY0" fmla="*/ 537028 h 4603750"/>
              <a:gd name="connsiteX1" fmla="*/ 1814285 w 6023428"/>
              <a:gd name="connsiteY1" fmla="*/ 0 h 4603750"/>
              <a:gd name="connsiteX2" fmla="*/ 2883353 w 6023428"/>
              <a:gd name="connsiteY2" fmla="*/ 4232728 h 4603750"/>
              <a:gd name="connsiteX3" fmla="*/ 3193143 w 6023428"/>
              <a:gd name="connsiteY3" fmla="*/ 4252685 h 4603750"/>
              <a:gd name="connsiteX4" fmla="*/ 4098925 w 6023428"/>
              <a:gd name="connsiteY4" fmla="*/ 314325 h 4603750"/>
              <a:gd name="connsiteX5" fmla="*/ 6023428 w 6023428"/>
              <a:gd name="connsiteY5" fmla="*/ 566057 h 4603750"/>
              <a:gd name="connsiteX6" fmla="*/ 6008914 w 6023428"/>
              <a:gd name="connsiteY6" fmla="*/ 4572000 h 4603750"/>
              <a:gd name="connsiteX7" fmla="*/ 5065485 w 6023428"/>
              <a:gd name="connsiteY7" fmla="*/ 4557485 h 4603750"/>
              <a:gd name="connsiteX8" fmla="*/ 5050971 w 6023428"/>
              <a:gd name="connsiteY8" fmla="*/ 885371 h 4603750"/>
              <a:gd name="connsiteX9" fmla="*/ 4804228 w 6023428"/>
              <a:gd name="connsiteY9" fmla="*/ 885371 h 4603750"/>
              <a:gd name="connsiteX10" fmla="*/ 4079421 w 6023428"/>
              <a:gd name="connsiteY10" fmla="*/ 4596039 h 4603750"/>
              <a:gd name="connsiteX11" fmla="*/ 1997982 w 6023428"/>
              <a:gd name="connsiteY11" fmla="*/ 4603750 h 4603750"/>
              <a:gd name="connsiteX12" fmla="*/ 1219200 w 6023428"/>
              <a:gd name="connsiteY12" fmla="*/ 1016000 h 4603750"/>
              <a:gd name="connsiteX13" fmla="*/ 943428 w 6023428"/>
              <a:gd name="connsiteY13" fmla="*/ 1030514 h 4603750"/>
              <a:gd name="connsiteX14" fmla="*/ 972457 w 6023428"/>
              <a:gd name="connsiteY14" fmla="*/ 4572000 h 4603750"/>
              <a:gd name="connsiteX15" fmla="*/ 0 w 6023428"/>
              <a:gd name="connsiteY15" fmla="*/ 4528457 h 4603750"/>
              <a:gd name="connsiteX16" fmla="*/ 29028 w 6023428"/>
              <a:gd name="connsiteY16" fmla="*/ 537028 h 4603750"/>
              <a:gd name="connsiteX0" fmla="*/ 29028 w 6023428"/>
              <a:gd name="connsiteY0" fmla="*/ 537028 h 4603750"/>
              <a:gd name="connsiteX1" fmla="*/ 1814285 w 6023428"/>
              <a:gd name="connsiteY1" fmla="*/ 0 h 4603750"/>
              <a:gd name="connsiteX2" fmla="*/ 2883353 w 6023428"/>
              <a:gd name="connsiteY2" fmla="*/ 4232728 h 4603750"/>
              <a:gd name="connsiteX3" fmla="*/ 3193143 w 6023428"/>
              <a:gd name="connsiteY3" fmla="*/ 4252685 h 4603750"/>
              <a:gd name="connsiteX4" fmla="*/ 4098925 w 6023428"/>
              <a:gd name="connsiteY4" fmla="*/ 314325 h 4603750"/>
              <a:gd name="connsiteX5" fmla="*/ 6023428 w 6023428"/>
              <a:gd name="connsiteY5" fmla="*/ 566057 h 4603750"/>
              <a:gd name="connsiteX6" fmla="*/ 6008914 w 6023428"/>
              <a:gd name="connsiteY6" fmla="*/ 4572000 h 4603750"/>
              <a:gd name="connsiteX7" fmla="*/ 5065485 w 6023428"/>
              <a:gd name="connsiteY7" fmla="*/ 4557485 h 4603750"/>
              <a:gd name="connsiteX8" fmla="*/ 5050971 w 6023428"/>
              <a:gd name="connsiteY8" fmla="*/ 885371 h 4603750"/>
              <a:gd name="connsiteX9" fmla="*/ 4804228 w 6023428"/>
              <a:gd name="connsiteY9" fmla="*/ 885371 h 4603750"/>
              <a:gd name="connsiteX10" fmla="*/ 4082596 w 6023428"/>
              <a:gd name="connsiteY10" fmla="*/ 4596039 h 4603750"/>
              <a:gd name="connsiteX11" fmla="*/ 1997982 w 6023428"/>
              <a:gd name="connsiteY11" fmla="*/ 4603750 h 4603750"/>
              <a:gd name="connsiteX12" fmla="*/ 1219200 w 6023428"/>
              <a:gd name="connsiteY12" fmla="*/ 1016000 h 4603750"/>
              <a:gd name="connsiteX13" fmla="*/ 943428 w 6023428"/>
              <a:gd name="connsiteY13" fmla="*/ 1030514 h 4603750"/>
              <a:gd name="connsiteX14" fmla="*/ 972457 w 6023428"/>
              <a:gd name="connsiteY14" fmla="*/ 4572000 h 4603750"/>
              <a:gd name="connsiteX15" fmla="*/ 0 w 6023428"/>
              <a:gd name="connsiteY15" fmla="*/ 4528457 h 4603750"/>
              <a:gd name="connsiteX16" fmla="*/ 29028 w 6023428"/>
              <a:gd name="connsiteY16" fmla="*/ 537028 h 4603750"/>
              <a:gd name="connsiteX0" fmla="*/ 29028 w 6023428"/>
              <a:gd name="connsiteY0" fmla="*/ 222703 h 4289425"/>
              <a:gd name="connsiteX1" fmla="*/ 1998435 w 6023428"/>
              <a:gd name="connsiteY1" fmla="*/ 41275 h 4289425"/>
              <a:gd name="connsiteX2" fmla="*/ 2883353 w 6023428"/>
              <a:gd name="connsiteY2" fmla="*/ 3918403 h 4289425"/>
              <a:gd name="connsiteX3" fmla="*/ 3193143 w 6023428"/>
              <a:gd name="connsiteY3" fmla="*/ 3938360 h 4289425"/>
              <a:gd name="connsiteX4" fmla="*/ 4098925 w 6023428"/>
              <a:gd name="connsiteY4" fmla="*/ 0 h 4289425"/>
              <a:gd name="connsiteX5" fmla="*/ 6023428 w 6023428"/>
              <a:gd name="connsiteY5" fmla="*/ 251732 h 4289425"/>
              <a:gd name="connsiteX6" fmla="*/ 6008914 w 6023428"/>
              <a:gd name="connsiteY6" fmla="*/ 4257675 h 4289425"/>
              <a:gd name="connsiteX7" fmla="*/ 5065485 w 6023428"/>
              <a:gd name="connsiteY7" fmla="*/ 4243160 h 4289425"/>
              <a:gd name="connsiteX8" fmla="*/ 5050971 w 6023428"/>
              <a:gd name="connsiteY8" fmla="*/ 571046 h 4289425"/>
              <a:gd name="connsiteX9" fmla="*/ 4804228 w 6023428"/>
              <a:gd name="connsiteY9" fmla="*/ 571046 h 4289425"/>
              <a:gd name="connsiteX10" fmla="*/ 4082596 w 6023428"/>
              <a:gd name="connsiteY10" fmla="*/ 4281714 h 4289425"/>
              <a:gd name="connsiteX11" fmla="*/ 1997982 w 6023428"/>
              <a:gd name="connsiteY11" fmla="*/ 4289425 h 4289425"/>
              <a:gd name="connsiteX12" fmla="*/ 1219200 w 6023428"/>
              <a:gd name="connsiteY12" fmla="*/ 701675 h 4289425"/>
              <a:gd name="connsiteX13" fmla="*/ 943428 w 6023428"/>
              <a:gd name="connsiteY13" fmla="*/ 716189 h 4289425"/>
              <a:gd name="connsiteX14" fmla="*/ 972457 w 6023428"/>
              <a:gd name="connsiteY14" fmla="*/ 4257675 h 4289425"/>
              <a:gd name="connsiteX15" fmla="*/ 0 w 6023428"/>
              <a:gd name="connsiteY15" fmla="*/ 4214132 h 4289425"/>
              <a:gd name="connsiteX16" fmla="*/ 29028 w 6023428"/>
              <a:gd name="connsiteY16" fmla="*/ 222703 h 4289425"/>
              <a:gd name="connsiteX0" fmla="*/ 29028 w 6023428"/>
              <a:gd name="connsiteY0" fmla="*/ 433773 h 4500495"/>
              <a:gd name="connsiteX1" fmla="*/ 1998435 w 6023428"/>
              <a:gd name="connsiteY1" fmla="*/ 252345 h 4500495"/>
              <a:gd name="connsiteX2" fmla="*/ 2883353 w 6023428"/>
              <a:gd name="connsiteY2" fmla="*/ 4129473 h 4500495"/>
              <a:gd name="connsiteX3" fmla="*/ 3193143 w 6023428"/>
              <a:gd name="connsiteY3" fmla="*/ 4149430 h 4500495"/>
              <a:gd name="connsiteX4" fmla="*/ 4098925 w 6023428"/>
              <a:gd name="connsiteY4" fmla="*/ 211070 h 4500495"/>
              <a:gd name="connsiteX5" fmla="*/ 6023428 w 6023428"/>
              <a:gd name="connsiteY5" fmla="*/ 462802 h 4500495"/>
              <a:gd name="connsiteX6" fmla="*/ 6008914 w 6023428"/>
              <a:gd name="connsiteY6" fmla="*/ 4468745 h 4500495"/>
              <a:gd name="connsiteX7" fmla="*/ 5065485 w 6023428"/>
              <a:gd name="connsiteY7" fmla="*/ 4454230 h 4500495"/>
              <a:gd name="connsiteX8" fmla="*/ 5050971 w 6023428"/>
              <a:gd name="connsiteY8" fmla="*/ 782116 h 4500495"/>
              <a:gd name="connsiteX9" fmla="*/ 4804228 w 6023428"/>
              <a:gd name="connsiteY9" fmla="*/ 782116 h 4500495"/>
              <a:gd name="connsiteX10" fmla="*/ 4082596 w 6023428"/>
              <a:gd name="connsiteY10" fmla="*/ 4492784 h 4500495"/>
              <a:gd name="connsiteX11" fmla="*/ 1997982 w 6023428"/>
              <a:gd name="connsiteY11" fmla="*/ 4500495 h 4500495"/>
              <a:gd name="connsiteX12" fmla="*/ 1219200 w 6023428"/>
              <a:gd name="connsiteY12" fmla="*/ 912745 h 4500495"/>
              <a:gd name="connsiteX13" fmla="*/ 943428 w 6023428"/>
              <a:gd name="connsiteY13" fmla="*/ 927259 h 4500495"/>
              <a:gd name="connsiteX14" fmla="*/ 972457 w 6023428"/>
              <a:gd name="connsiteY14" fmla="*/ 4468745 h 4500495"/>
              <a:gd name="connsiteX15" fmla="*/ 0 w 6023428"/>
              <a:gd name="connsiteY15" fmla="*/ 4425202 h 4500495"/>
              <a:gd name="connsiteX16" fmla="*/ 29028 w 6023428"/>
              <a:gd name="connsiteY16" fmla="*/ 433773 h 4500495"/>
              <a:gd name="connsiteX0" fmla="*/ 35378 w 6023428"/>
              <a:gd name="connsiteY0" fmla="*/ 433773 h 4500495"/>
              <a:gd name="connsiteX1" fmla="*/ 1998435 w 6023428"/>
              <a:gd name="connsiteY1" fmla="*/ 252345 h 4500495"/>
              <a:gd name="connsiteX2" fmla="*/ 2883353 w 6023428"/>
              <a:gd name="connsiteY2" fmla="*/ 4129473 h 4500495"/>
              <a:gd name="connsiteX3" fmla="*/ 3193143 w 6023428"/>
              <a:gd name="connsiteY3" fmla="*/ 4149430 h 4500495"/>
              <a:gd name="connsiteX4" fmla="*/ 4098925 w 6023428"/>
              <a:gd name="connsiteY4" fmla="*/ 211070 h 4500495"/>
              <a:gd name="connsiteX5" fmla="*/ 6023428 w 6023428"/>
              <a:gd name="connsiteY5" fmla="*/ 462802 h 4500495"/>
              <a:gd name="connsiteX6" fmla="*/ 6008914 w 6023428"/>
              <a:gd name="connsiteY6" fmla="*/ 4468745 h 4500495"/>
              <a:gd name="connsiteX7" fmla="*/ 5065485 w 6023428"/>
              <a:gd name="connsiteY7" fmla="*/ 4454230 h 4500495"/>
              <a:gd name="connsiteX8" fmla="*/ 5050971 w 6023428"/>
              <a:gd name="connsiteY8" fmla="*/ 782116 h 4500495"/>
              <a:gd name="connsiteX9" fmla="*/ 4804228 w 6023428"/>
              <a:gd name="connsiteY9" fmla="*/ 782116 h 4500495"/>
              <a:gd name="connsiteX10" fmla="*/ 4082596 w 6023428"/>
              <a:gd name="connsiteY10" fmla="*/ 4492784 h 4500495"/>
              <a:gd name="connsiteX11" fmla="*/ 1997982 w 6023428"/>
              <a:gd name="connsiteY11" fmla="*/ 4500495 h 4500495"/>
              <a:gd name="connsiteX12" fmla="*/ 1219200 w 6023428"/>
              <a:gd name="connsiteY12" fmla="*/ 912745 h 4500495"/>
              <a:gd name="connsiteX13" fmla="*/ 943428 w 6023428"/>
              <a:gd name="connsiteY13" fmla="*/ 927259 h 4500495"/>
              <a:gd name="connsiteX14" fmla="*/ 972457 w 6023428"/>
              <a:gd name="connsiteY14" fmla="*/ 4468745 h 4500495"/>
              <a:gd name="connsiteX15" fmla="*/ 0 w 6023428"/>
              <a:gd name="connsiteY15" fmla="*/ 4425202 h 4500495"/>
              <a:gd name="connsiteX16" fmla="*/ 35378 w 6023428"/>
              <a:gd name="connsiteY16" fmla="*/ 433773 h 4500495"/>
              <a:gd name="connsiteX0" fmla="*/ 35378 w 6023428"/>
              <a:gd name="connsiteY0" fmla="*/ 693209 h 4759931"/>
              <a:gd name="connsiteX1" fmla="*/ 1998435 w 6023428"/>
              <a:gd name="connsiteY1" fmla="*/ 511781 h 4759931"/>
              <a:gd name="connsiteX2" fmla="*/ 2883353 w 6023428"/>
              <a:gd name="connsiteY2" fmla="*/ 4388909 h 4759931"/>
              <a:gd name="connsiteX3" fmla="*/ 3193143 w 6023428"/>
              <a:gd name="connsiteY3" fmla="*/ 4408866 h 4759931"/>
              <a:gd name="connsiteX4" fmla="*/ 4098925 w 6023428"/>
              <a:gd name="connsiteY4" fmla="*/ 470506 h 4759931"/>
              <a:gd name="connsiteX5" fmla="*/ 6023428 w 6023428"/>
              <a:gd name="connsiteY5" fmla="*/ 722238 h 4759931"/>
              <a:gd name="connsiteX6" fmla="*/ 6008914 w 6023428"/>
              <a:gd name="connsiteY6" fmla="*/ 4728181 h 4759931"/>
              <a:gd name="connsiteX7" fmla="*/ 5065485 w 6023428"/>
              <a:gd name="connsiteY7" fmla="*/ 4713666 h 4759931"/>
              <a:gd name="connsiteX8" fmla="*/ 5050971 w 6023428"/>
              <a:gd name="connsiteY8" fmla="*/ 1041552 h 4759931"/>
              <a:gd name="connsiteX9" fmla="*/ 4804228 w 6023428"/>
              <a:gd name="connsiteY9" fmla="*/ 1041552 h 4759931"/>
              <a:gd name="connsiteX10" fmla="*/ 4082596 w 6023428"/>
              <a:gd name="connsiteY10" fmla="*/ 4752220 h 4759931"/>
              <a:gd name="connsiteX11" fmla="*/ 1997982 w 6023428"/>
              <a:gd name="connsiteY11" fmla="*/ 4759931 h 4759931"/>
              <a:gd name="connsiteX12" fmla="*/ 1219200 w 6023428"/>
              <a:gd name="connsiteY12" fmla="*/ 1172181 h 4759931"/>
              <a:gd name="connsiteX13" fmla="*/ 943428 w 6023428"/>
              <a:gd name="connsiteY13" fmla="*/ 1186695 h 4759931"/>
              <a:gd name="connsiteX14" fmla="*/ 972457 w 6023428"/>
              <a:gd name="connsiteY14" fmla="*/ 4728181 h 4759931"/>
              <a:gd name="connsiteX15" fmla="*/ 0 w 6023428"/>
              <a:gd name="connsiteY15" fmla="*/ 4684638 h 4759931"/>
              <a:gd name="connsiteX16" fmla="*/ 35378 w 6023428"/>
              <a:gd name="connsiteY16" fmla="*/ 693209 h 4759931"/>
              <a:gd name="connsiteX0" fmla="*/ 35378 w 6023428"/>
              <a:gd name="connsiteY0" fmla="*/ 815384 h 4882106"/>
              <a:gd name="connsiteX1" fmla="*/ 1998435 w 6023428"/>
              <a:gd name="connsiteY1" fmla="*/ 633956 h 4882106"/>
              <a:gd name="connsiteX2" fmla="*/ 2883353 w 6023428"/>
              <a:gd name="connsiteY2" fmla="*/ 4511084 h 4882106"/>
              <a:gd name="connsiteX3" fmla="*/ 3193143 w 6023428"/>
              <a:gd name="connsiteY3" fmla="*/ 4531041 h 4882106"/>
              <a:gd name="connsiteX4" fmla="*/ 4098925 w 6023428"/>
              <a:gd name="connsiteY4" fmla="*/ 592681 h 4882106"/>
              <a:gd name="connsiteX5" fmla="*/ 6023428 w 6023428"/>
              <a:gd name="connsiteY5" fmla="*/ 844413 h 4882106"/>
              <a:gd name="connsiteX6" fmla="*/ 6008914 w 6023428"/>
              <a:gd name="connsiteY6" fmla="*/ 4850356 h 4882106"/>
              <a:gd name="connsiteX7" fmla="*/ 5065485 w 6023428"/>
              <a:gd name="connsiteY7" fmla="*/ 4835841 h 4882106"/>
              <a:gd name="connsiteX8" fmla="*/ 5050971 w 6023428"/>
              <a:gd name="connsiteY8" fmla="*/ 1163727 h 4882106"/>
              <a:gd name="connsiteX9" fmla="*/ 4804228 w 6023428"/>
              <a:gd name="connsiteY9" fmla="*/ 1163727 h 4882106"/>
              <a:gd name="connsiteX10" fmla="*/ 4082596 w 6023428"/>
              <a:gd name="connsiteY10" fmla="*/ 4874395 h 4882106"/>
              <a:gd name="connsiteX11" fmla="*/ 1997982 w 6023428"/>
              <a:gd name="connsiteY11" fmla="*/ 4882106 h 4882106"/>
              <a:gd name="connsiteX12" fmla="*/ 1219200 w 6023428"/>
              <a:gd name="connsiteY12" fmla="*/ 1294356 h 4882106"/>
              <a:gd name="connsiteX13" fmla="*/ 943428 w 6023428"/>
              <a:gd name="connsiteY13" fmla="*/ 1308870 h 4882106"/>
              <a:gd name="connsiteX14" fmla="*/ 972457 w 6023428"/>
              <a:gd name="connsiteY14" fmla="*/ 4850356 h 4882106"/>
              <a:gd name="connsiteX15" fmla="*/ 0 w 6023428"/>
              <a:gd name="connsiteY15" fmla="*/ 4806813 h 4882106"/>
              <a:gd name="connsiteX16" fmla="*/ 35378 w 6023428"/>
              <a:gd name="connsiteY16" fmla="*/ 815384 h 4882106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43428 w 6023428"/>
              <a:gd name="connsiteY13" fmla="*/ 13295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43428 w 6023428"/>
              <a:gd name="connsiteY13" fmla="*/ 13295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1013732 w 6023428"/>
              <a:gd name="connsiteY14" fmla="*/ 489003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1001032 w 6023428"/>
              <a:gd name="connsiteY14" fmla="*/ 489003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25853 w 6013903"/>
              <a:gd name="connsiteY0" fmla="*/ 836017 h 4913171"/>
              <a:gd name="connsiteX1" fmla="*/ 1988910 w 6013903"/>
              <a:gd name="connsiteY1" fmla="*/ 654589 h 4913171"/>
              <a:gd name="connsiteX2" fmla="*/ 2873828 w 6013903"/>
              <a:gd name="connsiteY2" fmla="*/ 4531717 h 4913171"/>
              <a:gd name="connsiteX3" fmla="*/ 3183618 w 6013903"/>
              <a:gd name="connsiteY3" fmla="*/ 4551674 h 4913171"/>
              <a:gd name="connsiteX4" fmla="*/ 4089400 w 6013903"/>
              <a:gd name="connsiteY4" fmla="*/ 613314 h 4913171"/>
              <a:gd name="connsiteX5" fmla="*/ 6013903 w 6013903"/>
              <a:gd name="connsiteY5" fmla="*/ 865046 h 4913171"/>
              <a:gd name="connsiteX6" fmla="*/ 5999389 w 6013903"/>
              <a:gd name="connsiteY6" fmla="*/ 4870989 h 4913171"/>
              <a:gd name="connsiteX7" fmla="*/ 5055960 w 6013903"/>
              <a:gd name="connsiteY7" fmla="*/ 4856474 h 4913171"/>
              <a:gd name="connsiteX8" fmla="*/ 5041446 w 6013903"/>
              <a:gd name="connsiteY8" fmla="*/ 1184360 h 4913171"/>
              <a:gd name="connsiteX9" fmla="*/ 4794703 w 6013903"/>
              <a:gd name="connsiteY9" fmla="*/ 1184360 h 4913171"/>
              <a:gd name="connsiteX10" fmla="*/ 4073071 w 6013903"/>
              <a:gd name="connsiteY10" fmla="*/ 4895028 h 4913171"/>
              <a:gd name="connsiteX11" fmla="*/ 1988457 w 6013903"/>
              <a:gd name="connsiteY11" fmla="*/ 4902739 h 4913171"/>
              <a:gd name="connsiteX12" fmla="*/ 1209675 w 6013903"/>
              <a:gd name="connsiteY12" fmla="*/ 1314989 h 4913171"/>
              <a:gd name="connsiteX13" fmla="*/ 987878 w 6013903"/>
              <a:gd name="connsiteY13" fmla="*/ 1342203 h 4913171"/>
              <a:gd name="connsiteX14" fmla="*/ 991507 w 6013903"/>
              <a:gd name="connsiteY14" fmla="*/ 4890039 h 4913171"/>
              <a:gd name="connsiteX15" fmla="*/ 0 w 6013903"/>
              <a:gd name="connsiteY15" fmla="*/ 4913171 h 4913171"/>
              <a:gd name="connsiteX16" fmla="*/ 25853 w 6013903"/>
              <a:gd name="connsiteY16" fmla="*/ 836017 h 4913171"/>
              <a:gd name="connsiteX0" fmla="*/ 13153 w 6001203"/>
              <a:gd name="connsiteY0" fmla="*/ 836017 h 4902739"/>
              <a:gd name="connsiteX1" fmla="*/ 1976210 w 6001203"/>
              <a:gd name="connsiteY1" fmla="*/ 654589 h 4902739"/>
              <a:gd name="connsiteX2" fmla="*/ 2861128 w 6001203"/>
              <a:gd name="connsiteY2" fmla="*/ 4531717 h 4902739"/>
              <a:gd name="connsiteX3" fmla="*/ 3170918 w 6001203"/>
              <a:gd name="connsiteY3" fmla="*/ 4551674 h 4902739"/>
              <a:gd name="connsiteX4" fmla="*/ 4076700 w 6001203"/>
              <a:gd name="connsiteY4" fmla="*/ 613314 h 4902739"/>
              <a:gd name="connsiteX5" fmla="*/ 6001203 w 6001203"/>
              <a:gd name="connsiteY5" fmla="*/ 865046 h 4902739"/>
              <a:gd name="connsiteX6" fmla="*/ 5986689 w 6001203"/>
              <a:gd name="connsiteY6" fmla="*/ 4870989 h 4902739"/>
              <a:gd name="connsiteX7" fmla="*/ 5043260 w 6001203"/>
              <a:gd name="connsiteY7" fmla="*/ 4856474 h 4902739"/>
              <a:gd name="connsiteX8" fmla="*/ 5028746 w 6001203"/>
              <a:gd name="connsiteY8" fmla="*/ 1184360 h 4902739"/>
              <a:gd name="connsiteX9" fmla="*/ 4782003 w 6001203"/>
              <a:gd name="connsiteY9" fmla="*/ 1184360 h 4902739"/>
              <a:gd name="connsiteX10" fmla="*/ 4060371 w 6001203"/>
              <a:gd name="connsiteY10" fmla="*/ 4895028 h 4902739"/>
              <a:gd name="connsiteX11" fmla="*/ 1975757 w 6001203"/>
              <a:gd name="connsiteY11" fmla="*/ 4902739 h 4902739"/>
              <a:gd name="connsiteX12" fmla="*/ 1196975 w 6001203"/>
              <a:gd name="connsiteY12" fmla="*/ 1314989 h 4902739"/>
              <a:gd name="connsiteX13" fmla="*/ 975178 w 6001203"/>
              <a:gd name="connsiteY13" fmla="*/ 1342203 h 4902739"/>
              <a:gd name="connsiteX14" fmla="*/ 978807 w 6001203"/>
              <a:gd name="connsiteY14" fmla="*/ 4890039 h 4902739"/>
              <a:gd name="connsiteX15" fmla="*/ 0 w 6001203"/>
              <a:gd name="connsiteY15" fmla="*/ 4887771 h 4902739"/>
              <a:gd name="connsiteX16" fmla="*/ 13153 w 600120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3050 w 6007553"/>
              <a:gd name="connsiteY4" fmla="*/ 6133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3050 w 6007553"/>
              <a:gd name="connsiteY4" fmla="*/ 6133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8914"/>
              <a:gd name="connsiteY0" fmla="*/ 836017 h 4902739"/>
              <a:gd name="connsiteX1" fmla="*/ 1982560 w 6008914"/>
              <a:gd name="connsiteY1" fmla="*/ 654589 h 4902739"/>
              <a:gd name="connsiteX2" fmla="*/ 2867478 w 6008914"/>
              <a:gd name="connsiteY2" fmla="*/ 4531717 h 4902739"/>
              <a:gd name="connsiteX3" fmla="*/ 3177268 w 6008914"/>
              <a:gd name="connsiteY3" fmla="*/ 4551674 h 4902739"/>
              <a:gd name="connsiteX4" fmla="*/ 4089400 w 6008914"/>
              <a:gd name="connsiteY4" fmla="*/ 638714 h 4902739"/>
              <a:gd name="connsiteX5" fmla="*/ 6007553 w 6008914"/>
              <a:gd name="connsiteY5" fmla="*/ 865046 h 4902739"/>
              <a:gd name="connsiteX6" fmla="*/ 6008914 w 6008914"/>
              <a:gd name="connsiteY6" fmla="*/ 4886864 h 4902739"/>
              <a:gd name="connsiteX7" fmla="*/ 5049610 w 6008914"/>
              <a:gd name="connsiteY7" fmla="*/ 4856474 h 4902739"/>
              <a:gd name="connsiteX8" fmla="*/ 5035096 w 6008914"/>
              <a:gd name="connsiteY8" fmla="*/ 1184360 h 4902739"/>
              <a:gd name="connsiteX9" fmla="*/ 4788353 w 6008914"/>
              <a:gd name="connsiteY9" fmla="*/ 1184360 h 4902739"/>
              <a:gd name="connsiteX10" fmla="*/ 4066721 w 6008914"/>
              <a:gd name="connsiteY10" fmla="*/ 4895028 h 4902739"/>
              <a:gd name="connsiteX11" fmla="*/ 1982107 w 6008914"/>
              <a:gd name="connsiteY11" fmla="*/ 4902739 h 4902739"/>
              <a:gd name="connsiteX12" fmla="*/ 1203325 w 6008914"/>
              <a:gd name="connsiteY12" fmla="*/ 1314989 h 4902739"/>
              <a:gd name="connsiteX13" fmla="*/ 981528 w 6008914"/>
              <a:gd name="connsiteY13" fmla="*/ 1342203 h 4902739"/>
              <a:gd name="connsiteX14" fmla="*/ 985157 w 6008914"/>
              <a:gd name="connsiteY14" fmla="*/ 4890039 h 4902739"/>
              <a:gd name="connsiteX15" fmla="*/ 0 w 6008914"/>
              <a:gd name="connsiteY15" fmla="*/ 4887771 h 4902739"/>
              <a:gd name="connsiteX16" fmla="*/ 19503 w 6008914"/>
              <a:gd name="connsiteY16" fmla="*/ 836017 h 4902739"/>
              <a:gd name="connsiteX0" fmla="*/ 19503 w 6008914"/>
              <a:gd name="connsiteY0" fmla="*/ 836017 h 4902739"/>
              <a:gd name="connsiteX1" fmla="*/ 1982560 w 6008914"/>
              <a:gd name="connsiteY1" fmla="*/ 654589 h 4902739"/>
              <a:gd name="connsiteX2" fmla="*/ 2867478 w 6008914"/>
              <a:gd name="connsiteY2" fmla="*/ 4531717 h 4902739"/>
              <a:gd name="connsiteX3" fmla="*/ 3177268 w 6008914"/>
              <a:gd name="connsiteY3" fmla="*/ 4551674 h 4902739"/>
              <a:gd name="connsiteX4" fmla="*/ 4089400 w 6008914"/>
              <a:gd name="connsiteY4" fmla="*/ 638714 h 4902739"/>
              <a:gd name="connsiteX5" fmla="*/ 6007553 w 6008914"/>
              <a:gd name="connsiteY5" fmla="*/ 865046 h 4902739"/>
              <a:gd name="connsiteX6" fmla="*/ 6008914 w 6008914"/>
              <a:gd name="connsiteY6" fmla="*/ 4886864 h 4902739"/>
              <a:gd name="connsiteX7" fmla="*/ 5052785 w 6008914"/>
              <a:gd name="connsiteY7" fmla="*/ 4869174 h 4902739"/>
              <a:gd name="connsiteX8" fmla="*/ 5035096 w 6008914"/>
              <a:gd name="connsiteY8" fmla="*/ 1184360 h 4902739"/>
              <a:gd name="connsiteX9" fmla="*/ 4788353 w 6008914"/>
              <a:gd name="connsiteY9" fmla="*/ 1184360 h 4902739"/>
              <a:gd name="connsiteX10" fmla="*/ 4066721 w 6008914"/>
              <a:gd name="connsiteY10" fmla="*/ 4895028 h 4902739"/>
              <a:gd name="connsiteX11" fmla="*/ 1982107 w 6008914"/>
              <a:gd name="connsiteY11" fmla="*/ 4902739 h 4902739"/>
              <a:gd name="connsiteX12" fmla="*/ 1203325 w 6008914"/>
              <a:gd name="connsiteY12" fmla="*/ 1314989 h 4902739"/>
              <a:gd name="connsiteX13" fmla="*/ 981528 w 6008914"/>
              <a:gd name="connsiteY13" fmla="*/ 1342203 h 4902739"/>
              <a:gd name="connsiteX14" fmla="*/ 985157 w 6008914"/>
              <a:gd name="connsiteY14" fmla="*/ 4890039 h 4902739"/>
              <a:gd name="connsiteX15" fmla="*/ 0 w 6008914"/>
              <a:gd name="connsiteY15" fmla="*/ 4887771 h 4902739"/>
              <a:gd name="connsiteX16" fmla="*/ 19503 w 6008914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35096 w 6018439"/>
              <a:gd name="connsiteY8" fmla="*/ 1184360 h 4902739"/>
              <a:gd name="connsiteX9" fmla="*/ 4788353 w 6018439"/>
              <a:gd name="connsiteY9" fmla="*/ 11843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35096 w 6018439"/>
              <a:gd name="connsiteY8" fmla="*/ 1184360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31921 w 6018439"/>
              <a:gd name="connsiteY8" fmla="*/ 1324060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7728"/>
              <a:gd name="connsiteX1" fmla="*/ 1982560 w 6018439"/>
              <a:gd name="connsiteY1" fmla="*/ 654589 h 4907728"/>
              <a:gd name="connsiteX2" fmla="*/ 2867478 w 6018439"/>
              <a:gd name="connsiteY2" fmla="*/ 4531717 h 4907728"/>
              <a:gd name="connsiteX3" fmla="*/ 3177268 w 6018439"/>
              <a:gd name="connsiteY3" fmla="*/ 4551674 h 4907728"/>
              <a:gd name="connsiteX4" fmla="*/ 4089400 w 6018439"/>
              <a:gd name="connsiteY4" fmla="*/ 638714 h 4907728"/>
              <a:gd name="connsiteX5" fmla="*/ 6007553 w 6018439"/>
              <a:gd name="connsiteY5" fmla="*/ 865046 h 4907728"/>
              <a:gd name="connsiteX6" fmla="*/ 6018439 w 6018439"/>
              <a:gd name="connsiteY6" fmla="*/ 4877339 h 4907728"/>
              <a:gd name="connsiteX7" fmla="*/ 5052785 w 6018439"/>
              <a:gd name="connsiteY7" fmla="*/ 4869174 h 4907728"/>
              <a:gd name="connsiteX8" fmla="*/ 5047796 w 6018439"/>
              <a:gd name="connsiteY8" fmla="*/ 1327235 h 4907728"/>
              <a:gd name="connsiteX9" fmla="*/ 4826453 w 6018439"/>
              <a:gd name="connsiteY9" fmla="*/ 1324060 h 4907728"/>
              <a:gd name="connsiteX10" fmla="*/ 4057196 w 6018439"/>
              <a:gd name="connsiteY10" fmla="*/ 4907728 h 4907728"/>
              <a:gd name="connsiteX11" fmla="*/ 1982107 w 6018439"/>
              <a:gd name="connsiteY11" fmla="*/ 4902739 h 4907728"/>
              <a:gd name="connsiteX12" fmla="*/ 1203325 w 6018439"/>
              <a:gd name="connsiteY12" fmla="*/ 1314989 h 4907728"/>
              <a:gd name="connsiteX13" fmla="*/ 981528 w 6018439"/>
              <a:gd name="connsiteY13" fmla="*/ 1342203 h 4907728"/>
              <a:gd name="connsiteX14" fmla="*/ 985157 w 6018439"/>
              <a:gd name="connsiteY14" fmla="*/ 4890039 h 4907728"/>
              <a:gd name="connsiteX15" fmla="*/ 0 w 6018439"/>
              <a:gd name="connsiteY15" fmla="*/ 4887771 h 4907728"/>
              <a:gd name="connsiteX16" fmla="*/ 19503 w 6018439"/>
              <a:gd name="connsiteY16" fmla="*/ 836017 h 4907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6018439" h="4907728">
                <a:moveTo>
                  <a:pt x="19503" y="836017"/>
                </a:moveTo>
                <a:cubicBezTo>
                  <a:pt x="298147" y="-135684"/>
                  <a:pt x="1475316" y="-342210"/>
                  <a:pt x="1982560" y="654589"/>
                </a:cubicBezTo>
                <a:lnTo>
                  <a:pt x="2867478" y="4531717"/>
                </a:lnTo>
                <a:cubicBezTo>
                  <a:pt x="2938991" y="4747919"/>
                  <a:pt x="3102580" y="4713297"/>
                  <a:pt x="3177268" y="4551674"/>
                </a:cubicBezTo>
                <a:cubicBezTo>
                  <a:pt x="3481312" y="3247354"/>
                  <a:pt x="3737731" y="1850959"/>
                  <a:pt x="4089400" y="638714"/>
                </a:cubicBezTo>
                <a:cubicBezTo>
                  <a:pt x="4610251" y="-328300"/>
                  <a:pt x="5804202" y="-145965"/>
                  <a:pt x="6007553" y="865046"/>
                </a:cubicBezTo>
                <a:cubicBezTo>
                  <a:pt x="6008007" y="2205652"/>
                  <a:pt x="6017985" y="3536733"/>
                  <a:pt x="6018439" y="4877339"/>
                </a:cubicBezTo>
                <a:lnTo>
                  <a:pt x="5052785" y="4869174"/>
                </a:lnTo>
                <a:cubicBezTo>
                  <a:pt x="5046889" y="3640903"/>
                  <a:pt x="5053692" y="2555506"/>
                  <a:pt x="5047796" y="1327235"/>
                </a:cubicBezTo>
                <a:cubicBezTo>
                  <a:pt x="5043865" y="1091227"/>
                  <a:pt x="4839909" y="1147318"/>
                  <a:pt x="4826453" y="1324060"/>
                </a:cubicBezTo>
                <a:lnTo>
                  <a:pt x="4057196" y="4907728"/>
                </a:lnTo>
                <a:lnTo>
                  <a:pt x="1982107" y="4902739"/>
                </a:lnTo>
                <a:lnTo>
                  <a:pt x="1203325" y="1314989"/>
                </a:lnTo>
                <a:cubicBezTo>
                  <a:pt x="1151618" y="1165310"/>
                  <a:pt x="982435" y="1212482"/>
                  <a:pt x="981528" y="1342203"/>
                </a:cubicBezTo>
                <a:cubicBezTo>
                  <a:pt x="982738" y="2524815"/>
                  <a:pt x="983947" y="3707427"/>
                  <a:pt x="985157" y="4890039"/>
                </a:cubicBezTo>
                <a:lnTo>
                  <a:pt x="0" y="4887771"/>
                </a:lnTo>
                <a:cubicBezTo>
                  <a:pt x="4384" y="3537186"/>
                  <a:pt x="15119" y="2186602"/>
                  <a:pt x="19503" y="836017"/>
                </a:cubicBezTo>
                <a:close/>
              </a:path>
            </a:pathLst>
          </a:custGeom>
          <a:solidFill>
            <a:srgbClr val="667D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dirty="0"/>
              <a:t> </a:t>
            </a:r>
            <a:endParaRPr lang="zh-CN" altLang="en-US" dirty="0"/>
          </a:p>
        </p:txBody>
      </p:sp>
      <p:sp>
        <p:nvSpPr>
          <p:cNvPr id="733" name="任意多边形 732"/>
          <p:cNvSpPr/>
          <p:nvPr/>
        </p:nvSpPr>
        <p:spPr>
          <a:xfrm>
            <a:off x="4985554" y="5552785"/>
            <a:ext cx="973001" cy="346205"/>
          </a:xfrm>
          <a:custGeom>
            <a:avLst/>
            <a:gdLst>
              <a:gd name="connsiteX0" fmla="*/ 0 w 1882140"/>
              <a:gd name="connsiteY0" fmla="*/ 0 h 693420"/>
              <a:gd name="connsiteX1" fmla="*/ 807720 w 1882140"/>
              <a:gd name="connsiteY1" fmla="*/ 693420 h 693420"/>
              <a:gd name="connsiteX2" fmla="*/ 1882140 w 1882140"/>
              <a:gd name="connsiteY2" fmla="*/ 38100 h 693420"/>
              <a:gd name="connsiteX3" fmla="*/ 0 w 1882140"/>
              <a:gd name="connsiteY3" fmla="*/ 0 h 693420"/>
              <a:gd name="connsiteX0" fmla="*/ 0 w 1898808"/>
              <a:gd name="connsiteY0" fmla="*/ 0 h 693420"/>
              <a:gd name="connsiteX1" fmla="*/ 807720 w 1898808"/>
              <a:gd name="connsiteY1" fmla="*/ 693420 h 693420"/>
              <a:gd name="connsiteX2" fmla="*/ 1898808 w 1898808"/>
              <a:gd name="connsiteY2" fmla="*/ 9525 h 693420"/>
              <a:gd name="connsiteX3" fmla="*/ 0 w 1898808"/>
              <a:gd name="connsiteY3" fmla="*/ 0 h 693420"/>
              <a:gd name="connsiteX0" fmla="*/ 0 w 1898808"/>
              <a:gd name="connsiteY0" fmla="*/ 0 h 693420"/>
              <a:gd name="connsiteX1" fmla="*/ 807720 w 1898808"/>
              <a:gd name="connsiteY1" fmla="*/ 693420 h 693420"/>
              <a:gd name="connsiteX2" fmla="*/ 1898808 w 1898808"/>
              <a:gd name="connsiteY2" fmla="*/ 9525 h 693420"/>
              <a:gd name="connsiteX3" fmla="*/ 0 w 1898808"/>
              <a:gd name="connsiteY3" fmla="*/ 0 h 693420"/>
              <a:gd name="connsiteX0" fmla="*/ 0 w 1917858"/>
              <a:gd name="connsiteY0" fmla="*/ 0 h 693420"/>
              <a:gd name="connsiteX1" fmla="*/ 826770 w 1917858"/>
              <a:gd name="connsiteY1" fmla="*/ 693420 h 693420"/>
              <a:gd name="connsiteX2" fmla="*/ 1917858 w 1917858"/>
              <a:gd name="connsiteY2" fmla="*/ 9525 h 693420"/>
              <a:gd name="connsiteX3" fmla="*/ 0 w 1917858"/>
              <a:gd name="connsiteY3" fmla="*/ 0 h 693420"/>
              <a:gd name="connsiteX0" fmla="*/ 0 w 1917858"/>
              <a:gd name="connsiteY0" fmla="*/ 0 h 693420"/>
              <a:gd name="connsiteX1" fmla="*/ 826770 w 1917858"/>
              <a:gd name="connsiteY1" fmla="*/ 693420 h 693420"/>
              <a:gd name="connsiteX2" fmla="*/ 1917858 w 1917858"/>
              <a:gd name="connsiteY2" fmla="*/ 9525 h 693420"/>
              <a:gd name="connsiteX3" fmla="*/ 0 w 1917858"/>
              <a:gd name="connsiteY3" fmla="*/ 0 h 693420"/>
              <a:gd name="connsiteX0" fmla="*/ 0 w 1917858"/>
              <a:gd name="connsiteY0" fmla="*/ 0 h 693420"/>
              <a:gd name="connsiteX1" fmla="*/ 826770 w 1917858"/>
              <a:gd name="connsiteY1" fmla="*/ 693420 h 693420"/>
              <a:gd name="connsiteX2" fmla="*/ 1917858 w 1917858"/>
              <a:gd name="connsiteY2" fmla="*/ 9525 h 693420"/>
              <a:gd name="connsiteX3" fmla="*/ 0 w 1917858"/>
              <a:gd name="connsiteY3" fmla="*/ 0 h 693420"/>
              <a:gd name="connsiteX0" fmla="*/ 0 w 1917858"/>
              <a:gd name="connsiteY0" fmla="*/ 0 h 693420"/>
              <a:gd name="connsiteX1" fmla="*/ 826770 w 1917858"/>
              <a:gd name="connsiteY1" fmla="*/ 693420 h 693420"/>
              <a:gd name="connsiteX2" fmla="*/ 1917858 w 1917858"/>
              <a:gd name="connsiteY2" fmla="*/ 9525 h 693420"/>
              <a:gd name="connsiteX3" fmla="*/ 0 w 1917858"/>
              <a:gd name="connsiteY3" fmla="*/ 0 h 693420"/>
              <a:gd name="connsiteX0" fmla="*/ 0 w 1917858"/>
              <a:gd name="connsiteY0" fmla="*/ 0 h 695823"/>
              <a:gd name="connsiteX1" fmla="*/ 826770 w 1917858"/>
              <a:gd name="connsiteY1" fmla="*/ 693420 h 695823"/>
              <a:gd name="connsiteX2" fmla="*/ 1917858 w 1917858"/>
              <a:gd name="connsiteY2" fmla="*/ 9525 h 695823"/>
              <a:gd name="connsiteX3" fmla="*/ 0 w 1917858"/>
              <a:gd name="connsiteY3" fmla="*/ 0 h 695823"/>
              <a:gd name="connsiteX0" fmla="*/ 0 w 1917858"/>
              <a:gd name="connsiteY0" fmla="*/ 0 h 696107"/>
              <a:gd name="connsiteX1" fmla="*/ 826770 w 1917858"/>
              <a:gd name="connsiteY1" fmla="*/ 693420 h 696107"/>
              <a:gd name="connsiteX2" fmla="*/ 1917858 w 1917858"/>
              <a:gd name="connsiteY2" fmla="*/ 9525 h 696107"/>
              <a:gd name="connsiteX3" fmla="*/ 0 w 1917858"/>
              <a:gd name="connsiteY3" fmla="*/ 0 h 696107"/>
              <a:gd name="connsiteX0" fmla="*/ 0 w 1917858"/>
              <a:gd name="connsiteY0" fmla="*/ 0 h 695957"/>
              <a:gd name="connsiteX1" fmla="*/ 826770 w 1917858"/>
              <a:gd name="connsiteY1" fmla="*/ 693420 h 695957"/>
              <a:gd name="connsiteX2" fmla="*/ 1917858 w 1917858"/>
              <a:gd name="connsiteY2" fmla="*/ 9525 h 695957"/>
              <a:gd name="connsiteX3" fmla="*/ 0 w 1917858"/>
              <a:gd name="connsiteY3" fmla="*/ 0 h 695957"/>
              <a:gd name="connsiteX0" fmla="*/ 0 w 1917858"/>
              <a:gd name="connsiteY0" fmla="*/ 0 h 695888"/>
              <a:gd name="connsiteX1" fmla="*/ 826770 w 1917858"/>
              <a:gd name="connsiteY1" fmla="*/ 693420 h 695888"/>
              <a:gd name="connsiteX2" fmla="*/ 1917858 w 1917858"/>
              <a:gd name="connsiteY2" fmla="*/ 9525 h 695888"/>
              <a:gd name="connsiteX3" fmla="*/ 0 w 1917858"/>
              <a:gd name="connsiteY3" fmla="*/ 0 h 695888"/>
              <a:gd name="connsiteX0" fmla="*/ 0 w 1917858"/>
              <a:gd name="connsiteY0" fmla="*/ 0 h 697365"/>
              <a:gd name="connsiteX1" fmla="*/ 826770 w 1917858"/>
              <a:gd name="connsiteY1" fmla="*/ 693420 h 697365"/>
              <a:gd name="connsiteX2" fmla="*/ 1917858 w 1917858"/>
              <a:gd name="connsiteY2" fmla="*/ 9525 h 697365"/>
              <a:gd name="connsiteX3" fmla="*/ 0 w 1917858"/>
              <a:gd name="connsiteY3" fmla="*/ 0 h 697365"/>
              <a:gd name="connsiteX0" fmla="*/ 0 w 1917858"/>
              <a:gd name="connsiteY0" fmla="*/ 0 h 694926"/>
              <a:gd name="connsiteX1" fmla="*/ 826770 w 1917858"/>
              <a:gd name="connsiteY1" fmla="*/ 693420 h 694926"/>
              <a:gd name="connsiteX2" fmla="*/ 1917858 w 1917858"/>
              <a:gd name="connsiteY2" fmla="*/ 9525 h 694926"/>
              <a:gd name="connsiteX3" fmla="*/ 0 w 1917858"/>
              <a:gd name="connsiteY3" fmla="*/ 0 h 694926"/>
              <a:gd name="connsiteX0" fmla="*/ 0 w 1917858"/>
              <a:gd name="connsiteY0" fmla="*/ 0 h 671189"/>
              <a:gd name="connsiteX1" fmla="*/ 843439 w 1917858"/>
              <a:gd name="connsiteY1" fmla="*/ 669608 h 671189"/>
              <a:gd name="connsiteX2" fmla="*/ 1917858 w 1917858"/>
              <a:gd name="connsiteY2" fmla="*/ 9525 h 671189"/>
              <a:gd name="connsiteX3" fmla="*/ 0 w 1917858"/>
              <a:gd name="connsiteY3" fmla="*/ 0 h 671189"/>
              <a:gd name="connsiteX0" fmla="*/ 0 w 1917858"/>
              <a:gd name="connsiteY0" fmla="*/ 0 h 671189"/>
              <a:gd name="connsiteX1" fmla="*/ 843439 w 1917858"/>
              <a:gd name="connsiteY1" fmla="*/ 669608 h 671189"/>
              <a:gd name="connsiteX2" fmla="*/ 1917858 w 1917858"/>
              <a:gd name="connsiteY2" fmla="*/ 9525 h 671189"/>
              <a:gd name="connsiteX3" fmla="*/ 0 w 1917858"/>
              <a:gd name="connsiteY3" fmla="*/ 0 h 671189"/>
              <a:gd name="connsiteX0" fmla="*/ 0 w 1917858"/>
              <a:gd name="connsiteY0" fmla="*/ 0 h 671189"/>
              <a:gd name="connsiteX1" fmla="*/ 843439 w 1917858"/>
              <a:gd name="connsiteY1" fmla="*/ 669608 h 671189"/>
              <a:gd name="connsiteX2" fmla="*/ 1917858 w 1917858"/>
              <a:gd name="connsiteY2" fmla="*/ 9525 h 671189"/>
              <a:gd name="connsiteX3" fmla="*/ 0 w 1917858"/>
              <a:gd name="connsiteY3" fmla="*/ 0 h 671189"/>
              <a:gd name="connsiteX0" fmla="*/ 0 w 1917858"/>
              <a:gd name="connsiteY0" fmla="*/ 0 h 671189"/>
              <a:gd name="connsiteX1" fmla="*/ 843439 w 1917858"/>
              <a:gd name="connsiteY1" fmla="*/ 669608 h 671189"/>
              <a:gd name="connsiteX2" fmla="*/ 1917858 w 1917858"/>
              <a:gd name="connsiteY2" fmla="*/ 9525 h 671189"/>
              <a:gd name="connsiteX3" fmla="*/ 0 w 1917858"/>
              <a:gd name="connsiteY3" fmla="*/ 0 h 671189"/>
              <a:gd name="connsiteX0" fmla="*/ 0 w 1917858"/>
              <a:gd name="connsiteY0" fmla="*/ 0 h 671924"/>
              <a:gd name="connsiteX1" fmla="*/ 843439 w 1917858"/>
              <a:gd name="connsiteY1" fmla="*/ 669608 h 671924"/>
              <a:gd name="connsiteX2" fmla="*/ 1917858 w 1917858"/>
              <a:gd name="connsiteY2" fmla="*/ 9525 h 671924"/>
              <a:gd name="connsiteX3" fmla="*/ 0 w 1917858"/>
              <a:gd name="connsiteY3" fmla="*/ 0 h 671924"/>
              <a:gd name="connsiteX0" fmla="*/ 0 w 1917858"/>
              <a:gd name="connsiteY0" fmla="*/ 0 h 673571"/>
              <a:gd name="connsiteX1" fmla="*/ 843439 w 1917858"/>
              <a:gd name="connsiteY1" fmla="*/ 669608 h 673571"/>
              <a:gd name="connsiteX2" fmla="*/ 1917858 w 1917858"/>
              <a:gd name="connsiteY2" fmla="*/ 9525 h 673571"/>
              <a:gd name="connsiteX3" fmla="*/ 0 w 1917858"/>
              <a:gd name="connsiteY3" fmla="*/ 0 h 673571"/>
              <a:gd name="connsiteX0" fmla="*/ 0 w 1917858"/>
              <a:gd name="connsiteY0" fmla="*/ 0 h 677441"/>
              <a:gd name="connsiteX1" fmla="*/ 843439 w 1917858"/>
              <a:gd name="connsiteY1" fmla="*/ 669608 h 677441"/>
              <a:gd name="connsiteX2" fmla="*/ 1917858 w 1917858"/>
              <a:gd name="connsiteY2" fmla="*/ 9525 h 677441"/>
              <a:gd name="connsiteX3" fmla="*/ 0 w 1917858"/>
              <a:gd name="connsiteY3" fmla="*/ 0 h 677441"/>
              <a:gd name="connsiteX0" fmla="*/ 0 w 1917858"/>
              <a:gd name="connsiteY0" fmla="*/ 0 h 677441"/>
              <a:gd name="connsiteX1" fmla="*/ 843439 w 1917858"/>
              <a:gd name="connsiteY1" fmla="*/ 669608 h 677441"/>
              <a:gd name="connsiteX2" fmla="*/ 1917858 w 1917858"/>
              <a:gd name="connsiteY2" fmla="*/ 9525 h 677441"/>
              <a:gd name="connsiteX3" fmla="*/ 0 w 1917858"/>
              <a:gd name="connsiteY3" fmla="*/ 0 h 677441"/>
              <a:gd name="connsiteX0" fmla="*/ 0 w 1917858"/>
              <a:gd name="connsiteY0" fmla="*/ 0 h 689079"/>
              <a:gd name="connsiteX1" fmla="*/ 845820 w 1917858"/>
              <a:gd name="connsiteY1" fmla="*/ 681514 h 689079"/>
              <a:gd name="connsiteX2" fmla="*/ 1917858 w 1917858"/>
              <a:gd name="connsiteY2" fmla="*/ 9525 h 689079"/>
              <a:gd name="connsiteX3" fmla="*/ 0 w 1917858"/>
              <a:gd name="connsiteY3" fmla="*/ 0 h 689079"/>
              <a:gd name="connsiteX0" fmla="*/ 0 w 1917858"/>
              <a:gd name="connsiteY0" fmla="*/ 0 h 685793"/>
              <a:gd name="connsiteX1" fmla="*/ 845820 w 1917858"/>
              <a:gd name="connsiteY1" fmla="*/ 681514 h 685793"/>
              <a:gd name="connsiteX2" fmla="*/ 1917858 w 1917858"/>
              <a:gd name="connsiteY2" fmla="*/ 9525 h 685793"/>
              <a:gd name="connsiteX3" fmla="*/ 0 w 1917858"/>
              <a:gd name="connsiteY3" fmla="*/ 0 h 685793"/>
              <a:gd name="connsiteX0" fmla="*/ 0 w 1917858"/>
              <a:gd name="connsiteY0" fmla="*/ 0 h 682396"/>
              <a:gd name="connsiteX1" fmla="*/ 845820 w 1917858"/>
              <a:gd name="connsiteY1" fmla="*/ 681514 h 682396"/>
              <a:gd name="connsiteX2" fmla="*/ 1917858 w 1917858"/>
              <a:gd name="connsiteY2" fmla="*/ 9525 h 682396"/>
              <a:gd name="connsiteX3" fmla="*/ 0 w 1917858"/>
              <a:gd name="connsiteY3" fmla="*/ 0 h 682396"/>
              <a:gd name="connsiteX0" fmla="*/ 0 w 1917858"/>
              <a:gd name="connsiteY0" fmla="*/ 0 h 682396"/>
              <a:gd name="connsiteX1" fmla="*/ 845820 w 1917858"/>
              <a:gd name="connsiteY1" fmla="*/ 681514 h 682396"/>
              <a:gd name="connsiteX2" fmla="*/ 1917858 w 1917858"/>
              <a:gd name="connsiteY2" fmla="*/ 9525 h 682396"/>
              <a:gd name="connsiteX3" fmla="*/ 0 w 1917858"/>
              <a:gd name="connsiteY3" fmla="*/ 0 h 682396"/>
              <a:gd name="connsiteX0" fmla="*/ 0 w 1917858"/>
              <a:gd name="connsiteY0" fmla="*/ 0 h 682396"/>
              <a:gd name="connsiteX1" fmla="*/ 845820 w 1917858"/>
              <a:gd name="connsiteY1" fmla="*/ 681514 h 682396"/>
              <a:gd name="connsiteX2" fmla="*/ 1917858 w 1917858"/>
              <a:gd name="connsiteY2" fmla="*/ 9525 h 682396"/>
              <a:gd name="connsiteX3" fmla="*/ 0 w 1917858"/>
              <a:gd name="connsiteY3" fmla="*/ 0 h 682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17858" h="682396">
                <a:moveTo>
                  <a:pt x="0" y="0"/>
                </a:moveTo>
                <a:cubicBezTo>
                  <a:pt x="170815" y="409733"/>
                  <a:pt x="548800" y="662306"/>
                  <a:pt x="845820" y="681514"/>
                </a:cubicBezTo>
                <a:cubicBezTo>
                  <a:pt x="1230949" y="698817"/>
                  <a:pt x="1716086" y="461327"/>
                  <a:pt x="1917858" y="9525"/>
                </a:cubicBezTo>
                <a:lnTo>
                  <a:pt x="0" y="0"/>
                </a:lnTo>
                <a:close/>
              </a:path>
            </a:pathLst>
          </a:custGeom>
          <a:solidFill>
            <a:srgbClr val="97A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4" name="任意多边形 733"/>
          <p:cNvSpPr/>
          <p:nvPr/>
        </p:nvSpPr>
        <p:spPr>
          <a:xfrm>
            <a:off x="6485571" y="5556052"/>
            <a:ext cx="501835" cy="576204"/>
          </a:xfrm>
          <a:custGeom>
            <a:avLst/>
            <a:gdLst>
              <a:gd name="connsiteX0" fmla="*/ 43542 w 1001485"/>
              <a:gd name="connsiteY0" fmla="*/ 0 h 1161143"/>
              <a:gd name="connsiteX1" fmla="*/ 1001485 w 1001485"/>
              <a:gd name="connsiteY1" fmla="*/ 0 h 1161143"/>
              <a:gd name="connsiteX2" fmla="*/ 986971 w 1001485"/>
              <a:gd name="connsiteY2" fmla="*/ 1161143 h 1161143"/>
              <a:gd name="connsiteX3" fmla="*/ 0 w 1001485"/>
              <a:gd name="connsiteY3" fmla="*/ 1103085 h 1161143"/>
              <a:gd name="connsiteX4" fmla="*/ 43542 w 1001485"/>
              <a:gd name="connsiteY4" fmla="*/ 0 h 1161143"/>
              <a:gd name="connsiteX0" fmla="*/ 43542 w 1001485"/>
              <a:gd name="connsiteY0" fmla="*/ 0 h 1107168"/>
              <a:gd name="connsiteX1" fmla="*/ 1001485 w 1001485"/>
              <a:gd name="connsiteY1" fmla="*/ 0 h 1107168"/>
              <a:gd name="connsiteX2" fmla="*/ 980621 w 1001485"/>
              <a:gd name="connsiteY2" fmla="*/ 1107168 h 1107168"/>
              <a:gd name="connsiteX3" fmla="*/ 0 w 1001485"/>
              <a:gd name="connsiteY3" fmla="*/ 1103085 h 1107168"/>
              <a:gd name="connsiteX4" fmla="*/ 43542 w 1001485"/>
              <a:gd name="connsiteY4" fmla="*/ 0 h 1107168"/>
              <a:gd name="connsiteX0" fmla="*/ 14967 w 972910"/>
              <a:gd name="connsiteY0" fmla="*/ 0 h 1109435"/>
              <a:gd name="connsiteX1" fmla="*/ 972910 w 972910"/>
              <a:gd name="connsiteY1" fmla="*/ 0 h 1109435"/>
              <a:gd name="connsiteX2" fmla="*/ 952046 w 972910"/>
              <a:gd name="connsiteY2" fmla="*/ 1107168 h 1109435"/>
              <a:gd name="connsiteX3" fmla="*/ 0 w 972910"/>
              <a:gd name="connsiteY3" fmla="*/ 1109435 h 1109435"/>
              <a:gd name="connsiteX4" fmla="*/ 14967 w 972910"/>
              <a:gd name="connsiteY4" fmla="*/ 0 h 1109435"/>
              <a:gd name="connsiteX0" fmla="*/ 0 w 980168"/>
              <a:gd name="connsiteY0" fmla="*/ 0 h 1131660"/>
              <a:gd name="connsiteX1" fmla="*/ 980168 w 980168"/>
              <a:gd name="connsiteY1" fmla="*/ 22225 h 1131660"/>
              <a:gd name="connsiteX2" fmla="*/ 959304 w 980168"/>
              <a:gd name="connsiteY2" fmla="*/ 1129393 h 1131660"/>
              <a:gd name="connsiteX3" fmla="*/ 7258 w 980168"/>
              <a:gd name="connsiteY3" fmla="*/ 1131660 h 1131660"/>
              <a:gd name="connsiteX4" fmla="*/ 0 w 980168"/>
              <a:gd name="connsiteY4" fmla="*/ 0 h 1131660"/>
              <a:gd name="connsiteX0" fmla="*/ 0 w 986518"/>
              <a:gd name="connsiteY0" fmla="*/ 9525 h 1141185"/>
              <a:gd name="connsiteX1" fmla="*/ 986518 w 986518"/>
              <a:gd name="connsiteY1" fmla="*/ 0 h 1141185"/>
              <a:gd name="connsiteX2" fmla="*/ 959304 w 986518"/>
              <a:gd name="connsiteY2" fmla="*/ 1138918 h 1141185"/>
              <a:gd name="connsiteX3" fmla="*/ 7258 w 986518"/>
              <a:gd name="connsiteY3" fmla="*/ 1141185 h 1141185"/>
              <a:gd name="connsiteX4" fmla="*/ 0 w 986518"/>
              <a:gd name="connsiteY4" fmla="*/ 9525 h 1141185"/>
              <a:gd name="connsiteX0" fmla="*/ 0 w 992868"/>
              <a:gd name="connsiteY0" fmla="*/ 0 h 1131660"/>
              <a:gd name="connsiteX1" fmla="*/ 992868 w 992868"/>
              <a:gd name="connsiteY1" fmla="*/ 6350 h 1131660"/>
              <a:gd name="connsiteX2" fmla="*/ 959304 w 992868"/>
              <a:gd name="connsiteY2" fmla="*/ 1129393 h 1131660"/>
              <a:gd name="connsiteX3" fmla="*/ 7258 w 992868"/>
              <a:gd name="connsiteY3" fmla="*/ 1131660 h 1131660"/>
              <a:gd name="connsiteX4" fmla="*/ 0 w 992868"/>
              <a:gd name="connsiteY4" fmla="*/ 0 h 1131660"/>
              <a:gd name="connsiteX0" fmla="*/ 0 w 983343"/>
              <a:gd name="connsiteY0" fmla="*/ 0 h 1131660"/>
              <a:gd name="connsiteX1" fmla="*/ 983343 w 983343"/>
              <a:gd name="connsiteY1" fmla="*/ 3175 h 1131660"/>
              <a:gd name="connsiteX2" fmla="*/ 959304 w 983343"/>
              <a:gd name="connsiteY2" fmla="*/ 1129393 h 1131660"/>
              <a:gd name="connsiteX3" fmla="*/ 7258 w 983343"/>
              <a:gd name="connsiteY3" fmla="*/ 1131660 h 1131660"/>
              <a:gd name="connsiteX4" fmla="*/ 0 w 983343"/>
              <a:gd name="connsiteY4" fmla="*/ 0 h 1131660"/>
              <a:gd name="connsiteX0" fmla="*/ 5813 w 989156"/>
              <a:gd name="connsiteY0" fmla="*/ 0 h 1129393"/>
              <a:gd name="connsiteX1" fmla="*/ 989156 w 989156"/>
              <a:gd name="connsiteY1" fmla="*/ 3175 h 1129393"/>
              <a:gd name="connsiteX2" fmla="*/ 965117 w 989156"/>
              <a:gd name="connsiteY2" fmla="*/ 1129393 h 1129393"/>
              <a:gd name="connsiteX3" fmla="*/ 371 w 989156"/>
              <a:gd name="connsiteY3" fmla="*/ 1128485 h 1129393"/>
              <a:gd name="connsiteX4" fmla="*/ 5813 w 989156"/>
              <a:gd name="connsiteY4" fmla="*/ 0 h 1129393"/>
              <a:gd name="connsiteX0" fmla="*/ 5813 w 989156"/>
              <a:gd name="connsiteY0" fmla="*/ 0 h 1135743"/>
              <a:gd name="connsiteX1" fmla="*/ 989156 w 989156"/>
              <a:gd name="connsiteY1" fmla="*/ 3175 h 1135743"/>
              <a:gd name="connsiteX2" fmla="*/ 974642 w 989156"/>
              <a:gd name="connsiteY2" fmla="*/ 1135743 h 1135743"/>
              <a:gd name="connsiteX3" fmla="*/ 371 w 989156"/>
              <a:gd name="connsiteY3" fmla="*/ 1128485 h 1135743"/>
              <a:gd name="connsiteX4" fmla="*/ 5813 w 989156"/>
              <a:gd name="connsiteY4" fmla="*/ 0 h 1135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9156" h="1135743">
                <a:moveTo>
                  <a:pt x="5813" y="0"/>
                </a:moveTo>
                <a:lnTo>
                  <a:pt x="989156" y="3175"/>
                </a:lnTo>
                <a:lnTo>
                  <a:pt x="974642" y="1135743"/>
                </a:lnTo>
                <a:lnTo>
                  <a:pt x="371" y="1128485"/>
                </a:lnTo>
                <a:cubicBezTo>
                  <a:pt x="-2048" y="751265"/>
                  <a:pt x="8232" y="377220"/>
                  <a:pt x="5813" y="0"/>
                </a:cubicBezTo>
                <a:close/>
              </a:path>
            </a:pathLst>
          </a:custGeom>
          <a:solidFill>
            <a:srgbClr val="97A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6" name="任意多边形 735"/>
          <p:cNvSpPr/>
          <p:nvPr/>
        </p:nvSpPr>
        <p:spPr>
          <a:xfrm>
            <a:off x="3933533" y="5544086"/>
            <a:ext cx="501835" cy="576204"/>
          </a:xfrm>
          <a:custGeom>
            <a:avLst/>
            <a:gdLst>
              <a:gd name="connsiteX0" fmla="*/ 43542 w 1001485"/>
              <a:gd name="connsiteY0" fmla="*/ 0 h 1161143"/>
              <a:gd name="connsiteX1" fmla="*/ 1001485 w 1001485"/>
              <a:gd name="connsiteY1" fmla="*/ 0 h 1161143"/>
              <a:gd name="connsiteX2" fmla="*/ 986971 w 1001485"/>
              <a:gd name="connsiteY2" fmla="*/ 1161143 h 1161143"/>
              <a:gd name="connsiteX3" fmla="*/ 0 w 1001485"/>
              <a:gd name="connsiteY3" fmla="*/ 1103085 h 1161143"/>
              <a:gd name="connsiteX4" fmla="*/ 43542 w 1001485"/>
              <a:gd name="connsiteY4" fmla="*/ 0 h 1161143"/>
              <a:gd name="connsiteX0" fmla="*/ 43542 w 1001485"/>
              <a:gd name="connsiteY0" fmla="*/ 0 h 1107168"/>
              <a:gd name="connsiteX1" fmla="*/ 1001485 w 1001485"/>
              <a:gd name="connsiteY1" fmla="*/ 0 h 1107168"/>
              <a:gd name="connsiteX2" fmla="*/ 980621 w 1001485"/>
              <a:gd name="connsiteY2" fmla="*/ 1107168 h 1107168"/>
              <a:gd name="connsiteX3" fmla="*/ 0 w 1001485"/>
              <a:gd name="connsiteY3" fmla="*/ 1103085 h 1107168"/>
              <a:gd name="connsiteX4" fmla="*/ 43542 w 1001485"/>
              <a:gd name="connsiteY4" fmla="*/ 0 h 1107168"/>
              <a:gd name="connsiteX0" fmla="*/ 14967 w 972910"/>
              <a:gd name="connsiteY0" fmla="*/ 0 h 1109435"/>
              <a:gd name="connsiteX1" fmla="*/ 972910 w 972910"/>
              <a:gd name="connsiteY1" fmla="*/ 0 h 1109435"/>
              <a:gd name="connsiteX2" fmla="*/ 952046 w 972910"/>
              <a:gd name="connsiteY2" fmla="*/ 1107168 h 1109435"/>
              <a:gd name="connsiteX3" fmla="*/ 0 w 972910"/>
              <a:gd name="connsiteY3" fmla="*/ 1109435 h 1109435"/>
              <a:gd name="connsiteX4" fmla="*/ 14967 w 972910"/>
              <a:gd name="connsiteY4" fmla="*/ 0 h 1109435"/>
              <a:gd name="connsiteX0" fmla="*/ 0 w 980168"/>
              <a:gd name="connsiteY0" fmla="*/ 0 h 1131660"/>
              <a:gd name="connsiteX1" fmla="*/ 980168 w 980168"/>
              <a:gd name="connsiteY1" fmla="*/ 22225 h 1131660"/>
              <a:gd name="connsiteX2" fmla="*/ 959304 w 980168"/>
              <a:gd name="connsiteY2" fmla="*/ 1129393 h 1131660"/>
              <a:gd name="connsiteX3" fmla="*/ 7258 w 980168"/>
              <a:gd name="connsiteY3" fmla="*/ 1131660 h 1131660"/>
              <a:gd name="connsiteX4" fmla="*/ 0 w 980168"/>
              <a:gd name="connsiteY4" fmla="*/ 0 h 1131660"/>
              <a:gd name="connsiteX0" fmla="*/ 0 w 986518"/>
              <a:gd name="connsiteY0" fmla="*/ 9525 h 1141185"/>
              <a:gd name="connsiteX1" fmla="*/ 986518 w 986518"/>
              <a:gd name="connsiteY1" fmla="*/ 0 h 1141185"/>
              <a:gd name="connsiteX2" fmla="*/ 959304 w 986518"/>
              <a:gd name="connsiteY2" fmla="*/ 1138918 h 1141185"/>
              <a:gd name="connsiteX3" fmla="*/ 7258 w 986518"/>
              <a:gd name="connsiteY3" fmla="*/ 1141185 h 1141185"/>
              <a:gd name="connsiteX4" fmla="*/ 0 w 986518"/>
              <a:gd name="connsiteY4" fmla="*/ 9525 h 1141185"/>
              <a:gd name="connsiteX0" fmla="*/ 0 w 992868"/>
              <a:gd name="connsiteY0" fmla="*/ 0 h 1131660"/>
              <a:gd name="connsiteX1" fmla="*/ 992868 w 992868"/>
              <a:gd name="connsiteY1" fmla="*/ 6350 h 1131660"/>
              <a:gd name="connsiteX2" fmla="*/ 959304 w 992868"/>
              <a:gd name="connsiteY2" fmla="*/ 1129393 h 1131660"/>
              <a:gd name="connsiteX3" fmla="*/ 7258 w 992868"/>
              <a:gd name="connsiteY3" fmla="*/ 1131660 h 1131660"/>
              <a:gd name="connsiteX4" fmla="*/ 0 w 992868"/>
              <a:gd name="connsiteY4" fmla="*/ 0 h 1131660"/>
              <a:gd name="connsiteX0" fmla="*/ 0 w 983343"/>
              <a:gd name="connsiteY0" fmla="*/ 0 h 1131660"/>
              <a:gd name="connsiteX1" fmla="*/ 983343 w 983343"/>
              <a:gd name="connsiteY1" fmla="*/ 3175 h 1131660"/>
              <a:gd name="connsiteX2" fmla="*/ 959304 w 983343"/>
              <a:gd name="connsiteY2" fmla="*/ 1129393 h 1131660"/>
              <a:gd name="connsiteX3" fmla="*/ 7258 w 983343"/>
              <a:gd name="connsiteY3" fmla="*/ 1131660 h 1131660"/>
              <a:gd name="connsiteX4" fmla="*/ 0 w 983343"/>
              <a:gd name="connsiteY4" fmla="*/ 0 h 1131660"/>
              <a:gd name="connsiteX0" fmla="*/ 5813 w 989156"/>
              <a:gd name="connsiteY0" fmla="*/ 0 h 1129393"/>
              <a:gd name="connsiteX1" fmla="*/ 989156 w 989156"/>
              <a:gd name="connsiteY1" fmla="*/ 3175 h 1129393"/>
              <a:gd name="connsiteX2" fmla="*/ 965117 w 989156"/>
              <a:gd name="connsiteY2" fmla="*/ 1129393 h 1129393"/>
              <a:gd name="connsiteX3" fmla="*/ 371 w 989156"/>
              <a:gd name="connsiteY3" fmla="*/ 1128485 h 1129393"/>
              <a:gd name="connsiteX4" fmla="*/ 5813 w 989156"/>
              <a:gd name="connsiteY4" fmla="*/ 0 h 1129393"/>
              <a:gd name="connsiteX0" fmla="*/ 5813 w 989156"/>
              <a:gd name="connsiteY0" fmla="*/ 0 h 1135743"/>
              <a:gd name="connsiteX1" fmla="*/ 989156 w 989156"/>
              <a:gd name="connsiteY1" fmla="*/ 3175 h 1135743"/>
              <a:gd name="connsiteX2" fmla="*/ 974642 w 989156"/>
              <a:gd name="connsiteY2" fmla="*/ 1135743 h 1135743"/>
              <a:gd name="connsiteX3" fmla="*/ 371 w 989156"/>
              <a:gd name="connsiteY3" fmla="*/ 1128485 h 1135743"/>
              <a:gd name="connsiteX4" fmla="*/ 5813 w 989156"/>
              <a:gd name="connsiteY4" fmla="*/ 0 h 1135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9156" h="1135743">
                <a:moveTo>
                  <a:pt x="5813" y="0"/>
                </a:moveTo>
                <a:lnTo>
                  <a:pt x="989156" y="3175"/>
                </a:lnTo>
                <a:lnTo>
                  <a:pt x="974642" y="1135743"/>
                </a:lnTo>
                <a:lnTo>
                  <a:pt x="371" y="1128485"/>
                </a:lnTo>
                <a:cubicBezTo>
                  <a:pt x="-2048" y="751265"/>
                  <a:pt x="8232" y="377220"/>
                  <a:pt x="5813" y="0"/>
                </a:cubicBezTo>
                <a:close/>
              </a:path>
            </a:pathLst>
          </a:custGeom>
          <a:solidFill>
            <a:srgbClr val="97A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2" name="Rectangle 433"/>
          <p:cNvSpPr>
            <a:spLocks noChangeArrowheads="1"/>
          </p:cNvSpPr>
          <p:nvPr/>
        </p:nvSpPr>
        <p:spPr bwMode="auto">
          <a:xfrm>
            <a:off x="-746326" y="2003384"/>
            <a:ext cx="13684651" cy="68727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Freeform 434"/>
          <p:cNvSpPr>
            <a:spLocks/>
          </p:cNvSpPr>
          <p:nvPr/>
        </p:nvSpPr>
        <p:spPr bwMode="auto">
          <a:xfrm>
            <a:off x="6007721" y="4715422"/>
            <a:ext cx="3270655" cy="1704793"/>
          </a:xfrm>
          <a:custGeom>
            <a:avLst/>
            <a:gdLst>
              <a:gd name="T0" fmla="*/ 2260 w 2260"/>
              <a:gd name="T1" fmla="*/ 1178 h 1178"/>
              <a:gd name="T2" fmla="*/ 1130 w 2260"/>
              <a:gd name="T3" fmla="*/ 0 h 1178"/>
              <a:gd name="T4" fmla="*/ 0 w 2260"/>
              <a:gd name="T5" fmla="*/ 1178 h 1178"/>
              <a:gd name="T6" fmla="*/ 2260 w 2260"/>
              <a:gd name="T7" fmla="*/ 1178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60" h="1178">
                <a:moveTo>
                  <a:pt x="2260" y="1178"/>
                </a:moveTo>
                <a:lnTo>
                  <a:pt x="1130" y="0"/>
                </a:lnTo>
                <a:lnTo>
                  <a:pt x="0" y="1178"/>
                </a:lnTo>
                <a:lnTo>
                  <a:pt x="2260" y="1178"/>
                </a:lnTo>
                <a:close/>
              </a:path>
            </a:pathLst>
          </a:custGeom>
          <a:solidFill>
            <a:srgbClr val="97A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4" name="Freeform 435"/>
          <p:cNvSpPr>
            <a:spLocks/>
          </p:cNvSpPr>
          <p:nvPr/>
        </p:nvSpPr>
        <p:spPr bwMode="auto">
          <a:xfrm>
            <a:off x="6007721" y="4715422"/>
            <a:ext cx="3270655" cy="1704793"/>
          </a:xfrm>
          <a:custGeom>
            <a:avLst/>
            <a:gdLst>
              <a:gd name="T0" fmla="*/ 2260 w 2260"/>
              <a:gd name="T1" fmla="*/ 1178 h 1178"/>
              <a:gd name="T2" fmla="*/ 1130 w 2260"/>
              <a:gd name="T3" fmla="*/ 0 h 1178"/>
              <a:gd name="T4" fmla="*/ 0 w 2260"/>
              <a:gd name="T5" fmla="*/ 1178 h 1178"/>
              <a:gd name="T6" fmla="*/ 2260 w 2260"/>
              <a:gd name="T7" fmla="*/ 1178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60" h="1178">
                <a:moveTo>
                  <a:pt x="2260" y="1178"/>
                </a:moveTo>
                <a:lnTo>
                  <a:pt x="1130" y="0"/>
                </a:lnTo>
                <a:lnTo>
                  <a:pt x="0" y="1178"/>
                </a:lnTo>
                <a:lnTo>
                  <a:pt x="2260" y="11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5" name="Freeform 436"/>
          <p:cNvSpPr>
            <a:spLocks/>
          </p:cNvSpPr>
          <p:nvPr/>
        </p:nvSpPr>
        <p:spPr bwMode="auto">
          <a:xfrm>
            <a:off x="7643049" y="4715422"/>
            <a:ext cx="1635327" cy="1704793"/>
          </a:xfrm>
          <a:custGeom>
            <a:avLst/>
            <a:gdLst>
              <a:gd name="T0" fmla="*/ 1130 w 1130"/>
              <a:gd name="T1" fmla="*/ 1178 h 1178"/>
              <a:gd name="T2" fmla="*/ 0 w 1130"/>
              <a:gd name="T3" fmla="*/ 0 h 1178"/>
              <a:gd name="T4" fmla="*/ 0 w 1130"/>
              <a:gd name="T5" fmla="*/ 1178 h 1178"/>
              <a:gd name="T6" fmla="*/ 1130 w 1130"/>
              <a:gd name="T7" fmla="*/ 1178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30" h="1178">
                <a:moveTo>
                  <a:pt x="1130" y="1178"/>
                </a:moveTo>
                <a:lnTo>
                  <a:pt x="0" y="0"/>
                </a:lnTo>
                <a:lnTo>
                  <a:pt x="0" y="1178"/>
                </a:lnTo>
                <a:lnTo>
                  <a:pt x="1130" y="1178"/>
                </a:lnTo>
                <a:close/>
              </a:path>
            </a:pathLst>
          </a:custGeom>
          <a:solidFill>
            <a:srgbClr val="667D7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6" name="Freeform 437"/>
          <p:cNvSpPr>
            <a:spLocks/>
          </p:cNvSpPr>
          <p:nvPr/>
        </p:nvSpPr>
        <p:spPr bwMode="auto">
          <a:xfrm>
            <a:off x="7643049" y="4715422"/>
            <a:ext cx="1635327" cy="1704793"/>
          </a:xfrm>
          <a:custGeom>
            <a:avLst/>
            <a:gdLst>
              <a:gd name="T0" fmla="*/ 1130 w 1130"/>
              <a:gd name="T1" fmla="*/ 1178 h 1178"/>
              <a:gd name="T2" fmla="*/ 0 w 1130"/>
              <a:gd name="T3" fmla="*/ 0 h 1178"/>
              <a:gd name="T4" fmla="*/ 0 w 1130"/>
              <a:gd name="T5" fmla="*/ 1178 h 1178"/>
              <a:gd name="T6" fmla="*/ 1130 w 1130"/>
              <a:gd name="T7" fmla="*/ 1178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30" h="1178">
                <a:moveTo>
                  <a:pt x="1130" y="1178"/>
                </a:moveTo>
                <a:lnTo>
                  <a:pt x="0" y="0"/>
                </a:lnTo>
                <a:lnTo>
                  <a:pt x="0" y="1178"/>
                </a:lnTo>
                <a:lnTo>
                  <a:pt x="1130" y="11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7" name="Freeform 438"/>
          <p:cNvSpPr>
            <a:spLocks/>
          </p:cNvSpPr>
          <p:nvPr/>
        </p:nvSpPr>
        <p:spPr bwMode="auto">
          <a:xfrm>
            <a:off x="7252307" y="4715422"/>
            <a:ext cx="797403" cy="500729"/>
          </a:xfrm>
          <a:custGeom>
            <a:avLst/>
            <a:gdLst>
              <a:gd name="T0" fmla="*/ 61 w 233"/>
              <a:gd name="T1" fmla="*/ 122 h 146"/>
              <a:gd name="T2" fmla="*/ 150 w 233"/>
              <a:gd name="T3" fmla="*/ 131 h 146"/>
              <a:gd name="T4" fmla="*/ 206 w 233"/>
              <a:gd name="T5" fmla="*/ 123 h 146"/>
              <a:gd name="T6" fmla="*/ 233 w 233"/>
              <a:gd name="T7" fmla="*/ 124 h 146"/>
              <a:gd name="T8" fmla="*/ 114 w 233"/>
              <a:gd name="T9" fmla="*/ 0 h 146"/>
              <a:gd name="T10" fmla="*/ 0 w 233"/>
              <a:gd name="T11" fmla="*/ 119 h 146"/>
              <a:gd name="T12" fmla="*/ 26 w 233"/>
              <a:gd name="T13" fmla="*/ 123 h 146"/>
              <a:gd name="T14" fmla="*/ 61 w 233"/>
              <a:gd name="T15" fmla="*/ 12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3" h="146">
                <a:moveTo>
                  <a:pt x="61" y="122"/>
                </a:moveTo>
                <a:cubicBezTo>
                  <a:pt x="66" y="127"/>
                  <a:pt x="118" y="146"/>
                  <a:pt x="150" y="131"/>
                </a:cubicBezTo>
                <a:cubicBezTo>
                  <a:pt x="181" y="115"/>
                  <a:pt x="195" y="117"/>
                  <a:pt x="206" y="123"/>
                </a:cubicBezTo>
                <a:cubicBezTo>
                  <a:pt x="212" y="126"/>
                  <a:pt x="224" y="126"/>
                  <a:pt x="233" y="124"/>
                </a:cubicBezTo>
                <a:cubicBezTo>
                  <a:pt x="114" y="0"/>
                  <a:pt x="114" y="0"/>
                  <a:pt x="114" y="0"/>
                </a:cubicBezTo>
                <a:cubicBezTo>
                  <a:pt x="0" y="119"/>
                  <a:pt x="0" y="119"/>
                  <a:pt x="0" y="119"/>
                </a:cubicBezTo>
                <a:cubicBezTo>
                  <a:pt x="8" y="124"/>
                  <a:pt x="18" y="127"/>
                  <a:pt x="26" y="123"/>
                </a:cubicBezTo>
                <a:cubicBezTo>
                  <a:pt x="38" y="118"/>
                  <a:pt x="55" y="116"/>
                  <a:pt x="61" y="12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8" name="Freeform 439"/>
          <p:cNvSpPr>
            <a:spLocks/>
          </p:cNvSpPr>
          <p:nvPr/>
        </p:nvSpPr>
        <p:spPr bwMode="auto">
          <a:xfrm>
            <a:off x="7643049" y="4715422"/>
            <a:ext cx="406662" cy="468890"/>
          </a:xfrm>
          <a:custGeom>
            <a:avLst/>
            <a:gdLst>
              <a:gd name="T0" fmla="*/ 92 w 119"/>
              <a:gd name="T1" fmla="*/ 123 h 137"/>
              <a:gd name="T2" fmla="*/ 119 w 119"/>
              <a:gd name="T3" fmla="*/ 124 h 137"/>
              <a:gd name="T4" fmla="*/ 0 w 119"/>
              <a:gd name="T5" fmla="*/ 0 h 137"/>
              <a:gd name="T6" fmla="*/ 0 w 119"/>
              <a:gd name="T7" fmla="*/ 136 h 137"/>
              <a:gd name="T8" fmla="*/ 36 w 119"/>
              <a:gd name="T9" fmla="*/ 131 h 137"/>
              <a:gd name="T10" fmla="*/ 92 w 119"/>
              <a:gd name="T11" fmla="*/ 123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9" h="137">
                <a:moveTo>
                  <a:pt x="92" y="123"/>
                </a:moveTo>
                <a:cubicBezTo>
                  <a:pt x="98" y="126"/>
                  <a:pt x="110" y="126"/>
                  <a:pt x="119" y="124"/>
                </a:cubicBezTo>
                <a:cubicBezTo>
                  <a:pt x="0" y="0"/>
                  <a:pt x="0" y="0"/>
                  <a:pt x="0" y="0"/>
                </a:cubicBezTo>
                <a:cubicBezTo>
                  <a:pt x="0" y="136"/>
                  <a:pt x="0" y="136"/>
                  <a:pt x="0" y="136"/>
                </a:cubicBezTo>
                <a:cubicBezTo>
                  <a:pt x="13" y="137"/>
                  <a:pt x="25" y="136"/>
                  <a:pt x="36" y="131"/>
                </a:cubicBezTo>
                <a:cubicBezTo>
                  <a:pt x="67" y="115"/>
                  <a:pt x="81" y="117"/>
                  <a:pt x="92" y="123"/>
                </a:cubicBezTo>
                <a:close/>
              </a:path>
            </a:pathLst>
          </a:custGeom>
          <a:solidFill>
            <a:srgbClr val="C7CF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0" name="Freeform 441"/>
          <p:cNvSpPr>
            <a:spLocks/>
          </p:cNvSpPr>
          <p:nvPr/>
        </p:nvSpPr>
        <p:spPr bwMode="auto">
          <a:xfrm>
            <a:off x="7643049" y="3844213"/>
            <a:ext cx="3845191" cy="2561530"/>
          </a:xfrm>
          <a:custGeom>
            <a:avLst/>
            <a:gdLst>
              <a:gd name="T0" fmla="*/ 0 w 2657"/>
              <a:gd name="T1" fmla="*/ 1770 h 1770"/>
              <a:gd name="T2" fmla="*/ 1328 w 2657"/>
              <a:gd name="T3" fmla="*/ 0 h 1770"/>
              <a:gd name="T4" fmla="*/ 2657 w 2657"/>
              <a:gd name="T5" fmla="*/ 1770 h 1770"/>
              <a:gd name="T6" fmla="*/ 0 w 2657"/>
              <a:gd name="T7" fmla="*/ 1770 h 1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57" h="1770">
                <a:moveTo>
                  <a:pt x="0" y="1770"/>
                </a:moveTo>
                <a:lnTo>
                  <a:pt x="1328" y="0"/>
                </a:lnTo>
                <a:lnTo>
                  <a:pt x="2657" y="1770"/>
                </a:lnTo>
                <a:lnTo>
                  <a:pt x="0" y="17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5" name="Freeform 446"/>
          <p:cNvSpPr>
            <a:spLocks/>
          </p:cNvSpPr>
          <p:nvPr/>
        </p:nvSpPr>
        <p:spPr bwMode="auto">
          <a:xfrm>
            <a:off x="515626" y="4223377"/>
            <a:ext cx="3842296" cy="2182366"/>
          </a:xfrm>
          <a:custGeom>
            <a:avLst/>
            <a:gdLst>
              <a:gd name="T0" fmla="*/ 0 w 2655"/>
              <a:gd name="T1" fmla="*/ 1508 h 1508"/>
              <a:gd name="T2" fmla="*/ 1327 w 2655"/>
              <a:gd name="T3" fmla="*/ 0 h 1508"/>
              <a:gd name="T4" fmla="*/ 2655 w 2655"/>
              <a:gd name="T5" fmla="*/ 1508 h 1508"/>
              <a:gd name="T6" fmla="*/ 0 w 2655"/>
              <a:gd name="T7" fmla="*/ 1508 h 1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55" h="1508">
                <a:moveTo>
                  <a:pt x="0" y="1508"/>
                </a:moveTo>
                <a:lnTo>
                  <a:pt x="1327" y="0"/>
                </a:lnTo>
                <a:lnTo>
                  <a:pt x="2655" y="1508"/>
                </a:lnTo>
                <a:lnTo>
                  <a:pt x="0" y="15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7" name="Freeform 448"/>
          <p:cNvSpPr>
            <a:spLocks/>
          </p:cNvSpPr>
          <p:nvPr/>
        </p:nvSpPr>
        <p:spPr bwMode="auto">
          <a:xfrm>
            <a:off x="2436050" y="4223377"/>
            <a:ext cx="1921871" cy="2182366"/>
          </a:xfrm>
          <a:custGeom>
            <a:avLst/>
            <a:gdLst>
              <a:gd name="T0" fmla="*/ 1328 w 1328"/>
              <a:gd name="T1" fmla="*/ 1508 h 1508"/>
              <a:gd name="T2" fmla="*/ 0 w 1328"/>
              <a:gd name="T3" fmla="*/ 0 h 1508"/>
              <a:gd name="T4" fmla="*/ 0 w 1328"/>
              <a:gd name="T5" fmla="*/ 1508 h 1508"/>
              <a:gd name="T6" fmla="*/ 1328 w 1328"/>
              <a:gd name="T7" fmla="*/ 1508 h 1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8" h="1508">
                <a:moveTo>
                  <a:pt x="1328" y="1508"/>
                </a:moveTo>
                <a:lnTo>
                  <a:pt x="0" y="0"/>
                </a:lnTo>
                <a:lnTo>
                  <a:pt x="0" y="1508"/>
                </a:lnTo>
                <a:lnTo>
                  <a:pt x="1328" y="15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4" name="Rectangle 465"/>
          <p:cNvSpPr>
            <a:spLocks noChangeArrowheads="1"/>
          </p:cNvSpPr>
          <p:nvPr/>
        </p:nvSpPr>
        <p:spPr bwMode="auto">
          <a:xfrm>
            <a:off x="8337701" y="5663334"/>
            <a:ext cx="1138941" cy="54993"/>
          </a:xfrm>
          <a:prstGeom prst="rect">
            <a:avLst/>
          </a:prstGeom>
          <a:solidFill>
            <a:srgbClr val="78716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5" name="Rectangle 466"/>
          <p:cNvSpPr>
            <a:spLocks noChangeArrowheads="1"/>
          </p:cNvSpPr>
          <p:nvPr/>
        </p:nvSpPr>
        <p:spPr bwMode="auto">
          <a:xfrm>
            <a:off x="8337701" y="5663334"/>
            <a:ext cx="1138941" cy="549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6" name="Freeform 467"/>
          <p:cNvSpPr>
            <a:spLocks/>
          </p:cNvSpPr>
          <p:nvPr/>
        </p:nvSpPr>
        <p:spPr bwMode="auto">
          <a:xfrm>
            <a:off x="8292838" y="5452044"/>
            <a:ext cx="1231561" cy="211290"/>
          </a:xfrm>
          <a:custGeom>
            <a:avLst/>
            <a:gdLst>
              <a:gd name="T0" fmla="*/ 0 w 851"/>
              <a:gd name="T1" fmla="*/ 94 h 146"/>
              <a:gd name="T2" fmla="*/ 0 w 851"/>
              <a:gd name="T3" fmla="*/ 146 h 146"/>
              <a:gd name="T4" fmla="*/ 851 w 851"/>
              <a:gd name="T5" fmla="*/ 146 h 146"/>
              <a:gd name="T6" fmla="*/ 851 w 851"/>
              <a:gd name="T7" fmla="*/ 0 h 146"/>
              <a:gd name="T8" fmla="*/ 0 w 851"/>
              <a:gd name="T9" fmla="*/ 9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51" h="146">
                <a:moveTo>
                  <a:pt x="0" y="94"/>
                </a:moveTo>
                <a:lnTo>
                  <a:pt x="0" y="146"/>
                </a:lnTo>
                <a:lnTo>
                  <a:pt x="851" y="146"/>
                </a:lnTo>
                <a:lnTo>
                  <a:pt x="851" y="0"/>
                </a:lnTo>
                <a:lnTo>
                  <a:pt x="0" y="94"/>
                </a:lnTo>
                <a:close/>
              </a:path>
            </a:pathLst>
          </a:custGeom>
          <a:solidFill>
            <a:srgbClr val="F760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7" name="Rectangle 468"/>
          <p:cNvSpPr>
            <a:spLocks noChangeArrowheads="1"/>
          </p:cNvSpPr>
          <p:nvPr/>
        </p:nvSpPr>
        <p:spPr bwMode="auto">
          <a:xfrm>
            <a:off x="8292838" y="5906462"/>
            <a:ext cx="1224325" cy="363246"/>
          </a:xfrm>
          <a:prstGeom prst="rect">
            <a:avLst/>
          </a:prstGeom>
          <a:solidFill>
            <a:srgbClr val="FFD7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8" name="Rectangle 469"/>
          <p:cNvSpPr>
            <a:spLocks noChangeArrowheads="1"/>
          </p:cNvSpPr>
          <p:nvPr/>
        </p:nvSpPr>
        <p:spPr bwMode="auto">
          <a:xfrm>
            <a:off x="8292838" y="5906462"/>
            <a:ext cx="1224325" cy="3632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9" name="Rectangle 470"/>
          <p:cNvSpPr>
            <a:spLocks noChangeArrowheads="1"/>
          </p:cNvSpPr>
          <p:nvPr/>
        </p:nvSpPr>
        <p:spPr bwMode="auto">
          <a:xfrm>
            <a:off x="8292838" y="5718327"/>
            <a:ext cx="1224325" cy="188135"/>
          </a:xfrm>
          <a:prstGeom prst="rect">
            <a:avLst/>
          </a:prstGeom>
          <a:solidFill>
            <a:srgbClr val="FFD7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0" name="Rectangle 471"/>
          <p:cNvSpPr>
            <a:spLocks noChangeArrowheads="1"/>
          </p:cNvSpPr>
          <p:nvPr/>
        </p:nvSpPr>
        <p:spPr bwMode="auto">
          <a:xfrm>
            <a:off x="8292838" y="5718327"/>
            <a:ext cx="1224325" cy="188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1" name="Rectangle 472"/>
          <p:cNvSpPr>
            <a:spLocks noChangeArrowheads="1"/>
          </p:cNvSpPr>
          <p:nvPr/>
        </p:nvSpPr>
        <p:spPr bwMode="auto">
          <a:xfrm>
            <a:off x="8430321" y="5991846"/>
            <a:ext cx="642553" cy="192477"/>
          </a:xfrm>
          <a:prstGeom prst="rect">
            <a:avLst/>
          </a:pr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2" name="Rectangle 473"/>
          <p:cNvSpPr>
            <a:spLocks noChangeArrowheads="1"/>
          </p:cNvSpPr>
          <p:nvPr/>
        </p:nvSpPr>
        <p:spPr bwMode="auto">
          <a:xfrm>
            <a:off x="8430321" y="5991846"/>
            <a:ext cx="642553" cy="1924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3" name="Rectangle 474"/>
          <p:cNvSpPr>
            <a:spLocks noChangeArrowheads="1"/>
          </p:cNvSpPr>
          <p:nvPr/>
        </p:nvSpPr>
        <p:spPr bwMode="auto">
          <a:xfrm>
            <a:off x="9210357" y="5991846"/>
            <a:ext cx="204055" cy="192477"/>
          </a:xfrm>
          <a:prstGeom prst="rect">
            <a:avLst/>
          </a:pr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4" name="Rectangle 475"/>
          <p:cNvSpPr>
            <a:spLocks noChangeArrowheads="1"/>
          </p:cNvSpPr>
          <p:nvPr/>
        </p:nvSpPr>
        <p:spPr bwMode="auto">
          <a:xfrm>
            <a:off x="9210357" y="5991846"/>
            <a:ext cx="204055" cy="1924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5" name="Rectangle 476"/>
          <p:cNvSpPr>
            <a:spLocks noChangeArrowheads="1"/>
          </p:cNvSpPr>
          <p:nvPr/>
        </p:nvSpPr>
        <p:spPr bwMode="auto">
          <a:xfrm>
            <a:off x="9206016" y="5766084"/>
            <a:ext cx="205501" cy="92620"/>
          </a:xfrm>
          <a:prstGeom prst="rect">
            <a:avLst/>
          </a:prstGeom>
          <a:solidFill>
            <a:srgbClr val="3473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6" name="Rectangle 477"/>
          <p:cNvSpPr>
            <a:spLocks noChangeArrowheads="1"/>
          </p:cNvSpPr>
          <p:nvPr/>
        </p:nvSpPr>
        <p:spPr bwMode="auto">
          <a:xfrm>
            <a:off x="9206016" y="5766084"/>
            <a:ext cx="205501" cy="926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7" name="Rectangle 478"/>
          <p:cNvSpPr>
            <a:spLocks noChangeArrowheads="1"/>
          </p:cNvSpPr>
          <p:nvPr/>
        </p:nvSpPr>
        <p:spPr bwMode="auto">
          <a:xfrm>
            <a:off x="8734232" y="5766084"/>
            <a:ext cx="205501" cy="92620"/>
          </a:xfrm>
          <a:prstGeom prst="rect">
            <a:avLst/>
          </a:pr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8" name="Rectangle 479"/>
          <p:cNvSpPr>
            <a:spLocks noChangeArrowheads="1"/>
          </p:cNvSpPr>
          <p:nvPr/>
        </p:nvSpPr>
        <p:spPr bwMode="auto">
          <a:xfrm>
            <a:off x="8734232" y="5766084"/>
            <a:ext cx="205501" cy="926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9" name="Rectangle 480"/>
          <p:cNvSpPr>
            <a:spLocks noChangeArrowheads="1"/>
          </p:cNvSpPr>
          <p:nvPr/>
        </p:nvSpPr>
        <p:spPr bwMode="auto">
          <a:xfrm>
            <a:off x="8430321" y="5766084"/>
            <a:ext cx="204055" cy="92620"/>
          </a:xfrm>
          <a:prstGeom prst="rect">
            <a:avLst/>
          </a:pr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0" name="Freeform 481"/>
          <p:cNvSpPr>
            <a:spLocks/>
          </p:cNvSpPr>
          <p:nvPr/>
        </p:nvSpPr>
        <p:spPr bwMode="auto">
          <a:xfrm>
            <a:off x="8425979" y="5544664"/>
            <a:ext cx="1098419" cy="118670"/>
          </a:xfrm>
          <a:custGeom>
            <a:avLst/>
            <a:gdLst>
              <a:gd name="T0" fmla="*/ 759 w 759"/>
              <a:gd name="T1" fmla="*/ 82 h 82"/>
              <a:gd name="T2" fmla="*/ 759 w 759"/>
              <a:gd name="T3" fmla="*/ 0 h 82"/>
              <a:gd name="T4" fmla="*/ 0 w 759"/>
              <a:gd name="T5" fmla="*/ 82 h 82"/>
              <a:gd name="T6" fmla="*/ 759 w 759"/>
              <a:gd name="T7" fmla="*/ 8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59" h="82">
                <a:moveTo>
                  <a:pt x="759" y="82"/>
                </a:moveTo>
                <a:lnTo>
                  <a:pt x="759" y="0"/>
                </a:lnTo>
                <a:lnTo>
                  <a:pt x="0" y="82"/>
                </a:lnTo>
                <a:lnTo>
                  <a:pt x="759" y="82"/>
                </a:lnTo>
                <a:close/>
              </a:path>
            </a:pathLst>
          </a:custGeom>
          <a:solidFill>
            <a:srgbClr val="EE3D4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1" name="Rectangle 482"/>
          <p:cNvSpPr>
            <a:spLocks noChangeArrowheads="1"/>
          </p:cNvSpPr>
          <p:nvPr/>
        </p:nvSpPr>
        <p:spPr bwMode="auto">
          <a:xfrm>
            <a:off x="8832641" y="5718327"/>
            <a:ext cx="684522" cy="188135"/>
          </a:xfrm>
          <a:prstGeom prst="rect">
            <a:avLst/>
          </a:prstGeom>
          <a:solidFill>
            <a:srgbClr val="D9B7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2" name="Rectangle 483"/>
          <p:cNvSpPr>
            <a:spLocks noChangeArrowheads="1"/>
          </p:cNvSpPr>
          <p:nvPr/>
        </p:nvSpPr>
        <p:spPr bwMode="auto">
          <a:xfrm>
            <a:off x="9206016" y="5766084"/>
            <a:ext cx="205501" cy="92620"/>
          </a:xfrm>
          <a:prstGeom prst="rect">
            <a:avLst/>
          </a:prstGeom>
          <a:solidFill>
            <a:srgbClr val="2C62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3" name="Rectangle 484"/>
          <p:cNvSpPr>
            <a:spLocks noChangeArrowheads="1"/>
          </p:cNvSpPr>
          <p:nvPr/>
        </p:nvSpPr>
        <p:spPr bwMode="auto">
          <a:xfrm>
            <a:off x="9206016" y="5766084"/>
            <a:ext cx="205501" cy="926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4" name="Freeform 485"/>
          <p:cNvSpPr>
            <a:spLocks/>
          </p:cNvSpPr>
          <p:nvPr/>
        </p:nvSpPr>
        <p:spPr bwMode="auto">
          <a:xfrm>
            <a:off x="8881845" y="5800817"/>
            <a:ext cx="57888" cy="57888"/>
          </a:xfrm>
          <a:custGeom>
            <a:avLst/>
            <a:gdLst>
              <a:gd name="T0" fmla="*/ 40 w 40"/>
              <a:gd name="T1" fmla="*/ 0 h 40"/>
              <a:gd name="T2" fmla="*/ 0 w 40"/>
              <a:gd name="T3" fmla="*/ 40 h 40"/>
              <a:gd name="T4" fmla="*/ 40 w 40"/>
              <a:gd name="T5" fmla="*/ 40 h 40"/>
              <a:gd name="T6" fmla="*/ 40 w 40"/>
              <a:gd name="T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" h="40">
                <a:moveTo>
                  <a:pt x="40" y="0"/>
                </a:moveTo>
                <a:lnTo>
                  <a:pt x="0" y="40"/>
                </a:lnTo>
                <a:lnTo>
                  <a:pt x="40" y="40"/>
                </a:lnTo>
                <a:lnTo>
                  <a:pt x="40" y="0"/>
                </a:lnTo>
                <a:close/>
              </a:path>
            </a:pathLst>
          </a:custGeom>
          <a:solidFill>
            <a:srgbClr val="3A78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5" name="Freeform 486"/>
          <p:cNvSpPr>
            <a:spLocks/>
          </p:cNvSpPr>
          <p:nvPr/>
        </p:nvSpPr>
        <p:spPr bwMode="auto">
          <a:xfrm>
            <a:off x="8881845" y="5800817"/>
            <a:ext cx="57888" cy="57888"/>
          </a:xfrm>
          <a:custGeom>
            <a:avLst/>
            <a:gdLst>
              <a:gd name="T0" fmla="*/ 40 w 40"/>
              <a:gd name="T1" fmla="*/ 0 h 40"/>
              <a:gd name="T2" fmla="*/ 0 w 40"/>
              <a:gd name="T3" fmla="*/ 40 h 40"/>
              <a:gd name="T4" fmla="*/ 40 w 40"/>
              <a:gd name="T5" fmla="*/ 40 h 40"/>
              <a:gd name="T6" fmla="*/ 40 w 40"/>
              <a:gd name="T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" h="40">
                <a:moveTo>
                  <a:pt x="40" y="0"/>
                </a:moveTo>
                <a:lnTo>
                  <a:pt x="0" y="40"/>
                </a:lnTo>
                <a:lnTo>
                  <a:pt x="40" y="40"/>
                </a:lnTo>
                <a:lnTo>
                  <a:pt x="4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6" name="Freeform 487"/>
          <p:cNvSpPr>
            <a:spLocks noEditPoints="1"/>
          </p:cNvSpPr>
          <p:nvPr/>
        </p:nvSpPr>
        <p:spPr bwMode="auto">
          <a:xfrm>
            <a:off x="8741467" y="5906462"/>
            <a:ext cx="775695" cy="363246"/>
          </a:xfrm>
          <a:custGeom>
            <a:avLst/>
            <a:gdLst>
              <a:gd name="T0" fmla="*/ 324 w 536"/>
              <a:gd name="T1" fmla="*/ 192 h 251"/>
              <a:gd name="T2" fmla="*/ 324 w 536"/>
              <a:gd name="T3" fmla="*/ 59 h 251"/>
              <a:gd name="T4" fmla="*/ 465 w 536"/>
              <a:gd name="T5" fmla="*/ 59 h 251"/>
              <a:gd name="T6" fmla="*/ 465 w 536"/>
              <a:gd name="T7" fmla="*/ 192 h 251"/>
              <a:gd name="T8" fmla="*/ 324 w 536"/>
              <a:gd name="T9" fmla="*/ 192 h 251"/>
              <a:gd name="T10" fmla="*/ 536 w 536"/>
              <a:gd name="T11" fmla="*/ 0 h 251"/>
              <a:gd name="T12" fmla="*/ 248 w 536"/>
              <a:gd name="T13" fmla="*/ 0 h 251"/>
              <a:gd name="T14" fmla="*/ 189 w 536"/>
              <a:gd name="T15" fmla="*/ 59 h 251"/>
              <a:gd name="T16" fmla="*/ 229 w 536"/>
              <a:gd name="T17" fmla="*/ 59 h 251"/>
              <a:gd name="T18" fmla="*/ 229 w 536"/>
              <a:gd name="T19" fmla="*/ 192 h 251"/>
              <a:gd name="T20" fmla="*/ 59 w 536"/>
              <a:gd name="T21" fmla="*/ 192 h 251"/>
              <a:gd name="T22" fmla="*/ 0 w 536"/>
              <a:gd name="T23" fmla="*/ 251 h 251"/>
              <a:gd name="T24" fmla="*/ 536 w 536"/>
              <a:gd name="T25" fmla="*/ 251 h 251"/>
              <a:gd name="T26" fmla="*/ 536 w 536"/>
              <a:gd name="T27" fmla="*/ 0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36" h="251">
                <a:moveTo>
                  <a:pt x="324" y="192"/>
                </a:moveTo>
                <a:lnTo>
                  <a:pt x="324" y="59"/>
                </a:lnTo>
                <a:lnTo>
                  <a:pt x="465" y="59"/>
                </a:lnTo>
                <a:lnTo>
                  <a:pt x="465" y="192"/>
                </a:lnTo>
                <a:lnTo>
                  <a:pt x="324" y="192"/>
                </a:lnTo>
                <a:close/>
                <a:moveTo>
                  <a:pt x="536" y="0"/>
                </a:moveTo>
                <a:lnTo>
                  <a:pt x="248" y="0"/>
                </a:lnTo>
                <a:lnTo>
                  <a:pt x="189" y="59"/>
                </a:lnTo>
                <a:lnTo>
                  <a:pt x="229" y="59"/>
                </a:lnTo>
                <a:lnTo>
                  <a:pt x="229" y="192"/>
                </a:lnTo>
                <a:lnTo>
                  <a:pt x="59" y="192"/>
                </a:lnTo>
                <a:lnTo>
                  <a:pt x="0" y="251"/>
                </a:lnTo>
                <a:lnTo>
                  <a:pt x="536" y="251"/>
                </a:lnTo>
                <a:lnTo>
                  <a:pt x="536" y="0"/>
                </a:lnTo>
                <a:close/>
              </a:path>
            </a:pathLst>
          </a:custGeom>
          <a:solidFill>
            <a:srgbClr val="D9B7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7" name="Freeform 488"/>
          <p:cNvSpPr>
            <a:spLocks noEditPoints="1"/>
          </p:cNvSpPr>
          <p:nvPr/>
        </p:nvSpPr>
        <p:spPr bwMode="auto">
          <a:xfrm>
            <a:off x="8741467" y="5906462"/>
            <a:ext cx="775695" cy="363246"/>
          </a:xfrm>
          <a:custGeom>
            <a:avLst/>
            <a:gdLst>
              <a:gd name="T0" fmla="*/ 324 w 536"/>
              <a:gd name="T1" fmla="*/ 192 h 251"/>
              <a:gd name="T2" fmla="*/ 324 w 536"/>
              <a:gd name="T3" fmla="*/ 59 h 251"/>
              <a:gd name="T4" fmla="*/ 465 w 536"/>
              <a:gd name="T5" fmla="*/ 59 h 251"/>
              <a:gd name="T6" fmla="*/ 465 w 536"/>
              <a:gd name="T7" fmla="*/ 192 h 251"/>
              <a:gd name="T8" fmla="*/ 324 w 536"/>
              <a:gd name="T9" fmla="*/ 192 h 251"/>
              <a:gd name="T10" fmla="*/ 536 w 536"/>
              <a:gd name="T11" fmla="*/ 0 h 251"/>
              <a:gd name="T12" fmla="*/ 248 w 536"/>
              <a:gd name="T13" fmla="*/ 0 h 251"/>
              <a:gd name="T14" fmla="*/ 189 w 536"/>
              <a:gd name="T15" fmla="*/ 59 h 251"/>
              <a:gd name="T16" fmla="*/ 229 w 536"/>
              <a:gd name="T17" fmla="*/ 59 h 251"/>
              <a:gd name="T18" fmla="*/ 229 w 536"/>
              <a:gd name="T19" fmla="*/ 192 h 251"/>
              <a:gd name="T20" fmla="*/ 59 w 536"/>
              <a:gd name="T21" fmla="*/ 192 h 251"/>
              <a:gd name="T22" fmla="*/ 0 w 536"/>
              <a:gd name="T23" fmla="*/ 251 h 251"/>
              <a:gd name="T24" fmla="*/ 536 w 536"/>
              <a:gd name="T25" fmla="*/ 251 h 251"/>
              <a:gd name="T26" fmla="*/ 536 w 536"/>
              <a:gd name="T27" fmla="*/ 0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36" h="251">
                <a:moveTo>
                  <a:pt x="324" y="192"/>
                </a:moveTo>
                <a:lnTo>
                  <a:pt x="324" y="59"/>
                </a:lnTo>
                <a:lnTo>
                  <a:pt x="465" y="59"/>
                </a:lnTo>
                <a:lnTo>
                  <a:pt x="465" y="192"/>
                </a:lnTo>
                <a:lnTo>
                  <a:pt x="324" y="192"/>
                </a:lnTo>
                <a:moveTo>
                  <a:pt x="536" y="0"/>
                </a:moveTo>
                <a:lnTo>
                  <a:pt x="248" y="0"/>
                </a:lnTo>
                <a:lnTo>
                  <a:pt x="189" y="59"/>
                </a:lnTo>
                <a:lnTo>
                  <a:pt x="229" y="59"/>
                </a:lnTo>
                <a:lnTo>
                  <a:pt x="229" y="192"/>
                </a:lnTo>
                <a:lnTo>
                  <a:pt x="59" y="192"/>
                </a:lnTo>
                <a:lnTo>
                  <a:pt x="0" y="251"/>
                </a:lnTo>
                <a:lnTo>
                  <a:pt x="536" y="251"/>
                </a:lnTo>
                <a:lnTo>
                  <a:pt x="53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8" name="Freeform 489"/>
          <p:cNvSpPr>
            <a:spLocks/>
          </p:cNvSpPr>
          <p:nvPr/>
        </p:nvSpPr>
        <p:spPr bwMode="auto">
          <a:xfrm>
            <a:off x="8826852" y="5991846"/>
            <a:ext cx="246023" cy="192477"/>
          </a:xfrm>
          <a:custGeom>
            <a:avLst/>
            <a:gdLst>
              <a:gd name="T0" fmla="*/ 170 w 170"/>
              <a:gd name="T1" fmla="*/ 0 h 133"/>
              <a:gd name="T2" fmla="*/ 130 w 170"/>
              <a:gd name="T3" fmla="*/ 0 h 133"/>
              <a:gd name="T4" fmla="*/ 0 w 170"/>
              <a:gd name="T5" fmla="*/ 133 h 133"/>
              <a:gd name="T6" fmla="*/ 170 w 170"/>
              <a:gd name="T7" fmla="*/ 133 h 133"/>
              <a:gd name="T8" fmla="*/ 170 w 170"/>
              <a:gd name="T9" fmla="*/ 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0" h="133">
                <a:moveTo>
                  <a:pt x="170" y="0"/>
                </a:moveTo>
                <a:lnTo>
                  <a:pt x="130" y="0"/>
                </a:lnTo>
                <a:lnTo>
                  <a:pt x="0" y="133"/>
                </a:lnTo>
                <a:lnTo>
                  <a:pt x="170" y="133"/>
                </a:lnTo>
                <a:lnTo>
                  <a:pt x="170" y="0"/>
                </a:lnTo>
                <a:close/>
              </a:path>
            </a:pathLst>
          </a:custGeom>
          <a:solidFill>
            <a:srgbClr val="3A78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9" name="Freeform 490"/>
          <p:cNvSpPr>
            <a:spLocks/>
          </p:cNvSpPr>
          <p:nvPr/>
        </p:nvSpPr>
        <p:spPr bwMode="auto">
          <a:xfrm>
            <a:off x="8826852" y="5991846"/>
            <a:ext cx="246023" cy="192477"/>
          </a:xfrm>
          <a:custGeom>
            <a:avLst/>
            <a:gdLst>
              <a:gd name="T0" fmla="*/ 170 w 170"/>
              <a:gd name="T1" fmla="*/ 0 h 133"/>
              <a:gd name="T2" fmla="*/ 130 w 170"/>
              <a:gd name="T3" fmla="*/ 0 h 133"/>
              <a:gd name="T4" fmla="*/ 0 w 170"/>
              <a:gd name="T5" fmla="*/ 133 h 133"/>
              <a:gd name="T6" fmla="*/ 170 w 170"/>
              <a:gd name="T7" fmla="*/ 133 h 133"/>
              <a:gd name="T8" fmla="*/ 170 w 170"/>
              <a:gd name="T9" fmla="*/ 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0" h="133">
                <a:moveTo>
                  <a:pt x="170" y="0"/>
                </a:moveTo>
                <a:lnTo>
                  <a:pt x="130" y="0"/>
                </a:lnTo>
                <a:lnTo>
                  <a:pt x="0" y="133"/>
                </a:lnTo>
                <a:lnTo>
                  <a:pt x="170" y="133"/>
                </a:lnTo>
                <a:lnTo>
                  <a:pt x="17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0" name="Rectangle 491"/>
          <p:cNvSpPr>
            <a:spLocks noChangeArrowheads="1"/>
          </p:cNvSpPr>
          <p:nvPr/>
        </p:nvSpPr>
        <p:spPr bwMode="auto">
          <a:xfrm>
            <a:off x="9210357" y="5991846"/>
            <a:ext cx="204055" cy="192477"/>
          </a:xfrm>
          <a:prstGeom prst="rect">
            <a:avLst/>
          </a:prstGeom>
          <a:solidFill>
            <a:srgbClr val="3A78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1" name="Rectangle 492"/>
          <p:cNvSpPr>
            <a:spLocks noChangeArrowheads="1"/>
          </p:cNvSpPr>
          <p:nvPr/>
        </p:nvSpPr>
        <p:spPr bwMode="auto">
          <a:xfrm>
            <a:off x="9210357" y="5991846"/>
            <a:ext cx="204055" cy="1924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8" name="Freeform 499"/>
          <p:cNvSpPr>
            <a:spLocks/>
          </p:cNvSpPr>
          <p:nvPr/>
        </p:nvSpPr>
        <p:spPr bwMode="auto">
          <a:xfrm>
            <a:off x="9910799" y="5339163"/>
            <a:ext cx="373376" cy="803192"/>
          </a:xfrm>
          <a:custGeom>
            <a:avLst/>
            <a:gdLst>
              <a:gd name="T0" fmla="*/ 0 w 258"/>
              <a:gd name="T1" fmla="*/ 555 h 555"/>
              <a:gd name="T2" fmla="*/ 128 w 258"/>
              <a:gd name="T3" fmla="*/ 0 h 555"/>
              <a:gd name="T4" fmla="*/ 258 w 258"/>
              <a:gd name="T5" fmla="*/ 555 h 555"/>
              <a:gd name="T6" fmla="*/ 0 w 258"/>
              <a:gd name="T7" fmla="*/ 55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8" h="555">
                <a:moveTo>
                  <a:pt x="0" y="555"/>
                </a:moveTo>
                <a:lnTo>
                  <a:pt x="128" y="0"/>
                </a:lnTo>
                <a:lnTo>
                  <a:pt x="258" y="555"/>
                </a:lnTo>
                <a:lnTo>
                  <a:pt x="0" y="555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9" name="Freeform 500"/>
          <p:cNvSpPr>
            <a:spLocks/>
          </p:cNvSpPr>
          <p:nvPr/>
        </p:nvSpPr>
        <p:spPr bwMode="auto">
          <a:xfrm>
            <a:off x="10096039" y="5339163"/>
            <a:ext cx="188135" cy="803192"/>
          </a:xfrm>
          <a:custGeom>
            <a:avLst/>
            <a:gdLst>
              <a:gd name="T0" fmla="*/ 130 w 130"/>
              <a:gd name="T1" fmla="*/ 555 h 555"/>
              <a:gd name="T2" fmla="*/ 0 w 130"/>
              <a:gd name="T3" fmla="*/ 0 h 555"/>
              <a:gd name="T4" fmla="*/ 0 w 130"/>
              <a:gd name="T5" fmla="*/ 555 h 555"/>
              <a:gd name="T6" fmla="*/ 130 w 130"/>
              <a:gd name="T7" fmla="*/ 55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0" h="555">
                <a:moveTo>
                  <a:pt x="130" y="555"/>
                </a:moveTo>
                <a:lnTo>
                  <a:pt x="0" y="0"/>
                </a:lnTo>
                <a:lnTo>
                  <a:pt x="0" y="555"/>
                </a:lnTo>
                <a:lnTo>
                  <a:pt x="130" y="555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0" name="Freeform 501"/>
          <p:cNvSpPr>
            <a:spLocks/>
          </p:cNvSpPr>
          <p:nvPr/>
        </p:nvSpPr>
        <p:spPr bwMode="auto">
          <a:xfrm>
            <a:off x="6356494" y="6009212"/>
            <a:ext cx="40521" cy="105645"/>
          </a:xfrm>
          <a:custGeom>
            <a:avLst/>
            <a:gdLst>
              <a:gd name="T0" fmla="*/ 7 w 28"/>
              <a:gd name="T1" fmla="*/ 0 h 73"/>
              <a:gd name="T2" fmla="*/ 0 w 28"/>
              <a:gd name="T3" fmla="*/ 73 h 73"/>
              <a:gd name="T4" fmla="*/ 28 w 28"/>
              <a:gd name="T5" fmla="*/ 73 h 73"/>
              <a:gd name="T6" fmla="*/ 21 w 28"/>
              <a:gd name="T7" fmla="*/ 0 h 73"/>
              <a:gd name="T8" fmla="*/ 7 w 28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73">
                <a:moveTo>
                  <a:pt x="7" y="0"/>
                </a:moveTo>
                <a:lnTo>
                  <a:pt x="0" y="73"/>
                </a:lnTo>
                <a:lnTo>
                  <a:pt x="28" y="73"/>
                </a:lnTo>
                <a:lnTo>
                  <a:pt x="21" y="0"/>
                </a:lnTo>
                <a:lnTo>
                  <a:pt x="7" y="0"/>
                </a:lnTo>
                <a:close/>
              </a:path>
            </a:pathLst>
          </a:custGeom>
          <a:solidFill>
            <a:srgbClr val="8B63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1" name="Freeform 502"/>
          <p:cNvSpPr>
            <a:spLocks/>
          </p:cNvSpPr>
          <p:nvPr/>
        </p:nvSpPr>
        <p:spPr bwMode="auto">
          <a:xfrm>
            <a:off x="6376755" y="6009212"/>
            <a:ext cx="20261" cy="105645"/>
          </a:xfrm>
          <a:custGeom>
            <a:avLst/>
            <a:gdLst>
              <a:gd name="T0" fmla="*/ 0 w 14"/>
              <a:gd name="T1" fmla="*/ 0 h 73"/>
              <a:gd name="T2" fmla="*/ 0 w 14"/>
              <a:gd name="T3" fmla="*/ 73 h 73"/>
              <a:gd name="T4" fmla="*/ 14 w 14"/>
              <a:gd name="T5" fmla="*/ 73 h 73"/>
              <a:gd name="T6" fmla="*/ 7 w 14"/>
              <a:gd name="T7" fmla="*/ 0 h 73"/>
              <a:gd name="T8" fmla="*/ 0 w 14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73">
                <a:moveTo>
                  <a:pt x="0" y="0"/>
                </a:moveTo>
                <a:lnTo>
                  <a:pt x="0" y="73"/>
                </a:lnTo>
                <a:lnTo>
                  <a:pt x="14" y="73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solidFill>
            <a:srgbClr val="754B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2" name="Freeform 503"/>
          <p:cNvSpPr>
            <a:spLocks/>
          </p:cNvSpPr>
          <p:nvPr/>
        </p:nvSpPr>
        <p:spPr bwMode="auto">
          <a:xfrm>
            <a:off x="6266768" y="5582291"/>
            <a:ext cx="215632" cy="461655"/>
          </a:xfrm>
          <a:custGeom>
            <a:avLst/>
            <a:gdLst>
              <a:gd name="T0" fmla="*/ 0 w 149"/>
              <a:gd name="T1" fmla="*/ 319 h 319"/>
              <a:gd name="T2" fmla="*/ 76 w 149"/>
              <a:gd name="T3" fmla="*/ 0 h 319"/>
              <a:gd name="T4" fmla="*/ 149 w 149"/>
              <a:gd name="T5" fmla="*/ 319 h 319"/>
              <a:gd name="T6" fmla="*/ 0 w 149"/>
              <a:gd name="T7" fmla="*/ 31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9" h="319">
                <a:moveTo>
                  <a:pt x="0" y="319"/>
                </a:moveTo>
                <a:lnTo>
                  <a:pt x="76" y="0"/>
                </a:lnTo>
                <a:lnTo>
                  <a:pt x="149" y="319"/>
                </a:lnTo>
                <a:lnTo>
                  <a:pt x="0" y="319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3" name="Freeform 504"/>
          <p:cNvSpPr>
            <a:spLocks/>
          </p:cNvSpPr>
          <p:nvPr/>
        </p:nvSpPr>
        <p:spPr bwMode="auto">
          <a:xfrm>
            <a:off x="6376755" y="5582291"/>
            <a:ext cx="105645" cy="461655"/>
          </a:xfrm>
          <a:custGeom>
            <a:avLst/>
            <a:gdLst>
              <a:gd name="T0" fmla="*/ 73 w 73"/>
              <a:gd name="T1" fmla="*/ 319 h 319"/>
              <a:gd name="T2" fmla="*/ 0 w 73"/>
              <a:gd name="T3" fmla="*/ 0 h 319"/>
              <a:gd name="T4" fmla="*/ 0 w 73"/>
              <a:gd name="T5" fmla="*/ 319 h 319"/>
              <a:gd name="T6" fmla="*/ 73 w 73"/>
              <a:gd name="T7" fmla="*/ 31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319">
                <a:moveTo>
                  <a:pt x="73" y="319"/>
                </a:moveTo>
                <a:lnTo>
                  <a:pt x="0" y="0"/>
                </a:lnTo>
                <a:lnTo>
                  <a:pt x="0" y="319"/>
                </a:lnTo>
                <a:lnTo>
                  <a:pt x="73" y="319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4" name="Freeform 505"/>
          <p:cNvSpPr>
            <a:spLocks/>
          </p:cNvSpPr>
          <p:nvPr/>
        </p:nvSpPr>
        <p:spPr bwMode="auto">
          <a:xfrm>
            <a:off x="3640115" y="5946984"/>
            <a:ext cx="112881" cy="342985"/>
          </a:xfrm>
          <a:custGeom>
            <a:avLst/>
            <a:gdLst>
              <a:gd name="T0" fmla="*/ 16 w 78"/>
              <a:gd name="T1" fmla="*/ 0 h 237"/>
              <a:gd name="T2" fmla="*/ 0 w 78"/>
              <a:gd name="T3" fmla="*/ 237 h 237"/>
              <a:gd name="T4" fmla="*/ 78 w 78"/>
              <a:gd name="T5" fmla="*/ 237 h 237"/>
              <a:gd name="T6" fmla="*/ 61 w 78"/>
              <a:gd name="T7" fmla="*/ 0 h 237"/>
              <a:gd name="T8" fmla="*/ 16 w 78"/>
              <a:gd name="T9" fmla="*/ 0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" h="237">
                <a:moveTo>
                  <a:pt x="16" y="0"/>
                </a:moveTo>
                <a:lnTo>
                  <a:pt x="0" y="237"/>
                </a:lnTo>
                <a:lnTo>
                  <a:pt x="78" y="237"/>
                </a:lnTo>
                <a:lnTo>
                  <a:pt x="61" y="0"/>
                </a:lnTo>
                <a:lnTo>
                  <a:pt x="16" y="0"/>
                </a:lnTo>
                <a:close/>
              </a:path>
            </a:pathLst>
          </a:custGeom>
          <a:solidFill>
            <a:srgbClr val="8B63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5" name="Freeform 506"/>
          <p:cNvSpPr>
            <a:spLocks/>
          </p:cNvSpPr>
          <p:nvPr/>
        </p:nvSpPr>
        <p:spPr bwMode="auto">
          <a:xfrm>
            <a:off x="3695108" y="5946984"/>
            <a:ext cx="57888" cy="342985"/>
          </a:xfrm>
          <a:custGeom>
            <a:avLst/>
            <a:gdLst>
              <a:gd name="T0" fmla="*/ 0 w 40"/>
              <a:gd name="T1" fmla="*/ 0 h 237"/>
              <a:gd name="T2" fmla="*/ 0 w 40"/>
              <a:gd name="T3" fmla="*/ 237 h 237"/>
              <a:gd name="T4" fmla="*/ 40 w 40"/>
              <a:gd name="T5" fmla="*/ 237 h 237"/>
              <a:gd name="T6" fmla="*/ 23 w 40"/>
              <a:gd name="T7" fmla="*/ 0 h 237"/>
              <a:gd name="T8" fmla="*/ 0 w 40"/>
              <a:gd name="T9" fmla="*/ 0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237">
                <a:moveTo>
                  <a:pt x="0" y="0"/>
                </a:moveTo>
                <a:lnTo>
                  <a:pt x="0" y="237"/>
                </a:lnTo>
                <a:lnTo>
                  <a:pt x="40" y="237"/>
                </a:lnTo>
                <a:lnTo>
                  <a:pt x="23" y="0"/>
                </a:lnTo>
                <a:lnTo>
                  <a:pt x="0" y="0"/>
                </a:lnTo>
                <a:close/>
              </a:path>
            </a:pathLst>
          </a:custGeom>
          <a:solidFill>
            <a:srgbClr val="754B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6" name="Freeform 507"/>
          <p:cNvSpPr>
            <a:spLocks/>
          </p:cNvSpPr>
          <p:nvPr/>
        </p:nvSpPr>
        <p:spPr bwMode="auto">
          <a:xfrm>
            <a:off x="3382514" y="4569257"/>
            <a:ext cx="626635" cy="1487714"/>
          </a:xfrm>
          <a:custGeom>
            <a:avLst/>
            <a:gdLst>
              <a:gd name="T0" fmla="*/ 0 w 433"/>
              <a:gd name="T1" fmla="*/ 1028 h 1028"/>
              <a:gd name="T2" fmla="*/ 216 w 433"/>
              <a:gd name="T3" fmla="*/ 0 h 1028"/>
              <a:gd name="T4" fmla="*/ 433 w 433"/>
              <a:gd name="T5" fmla="*/ 1028 h 1028"/>
              <a:gd name="T6" fmla="*/ 0 w 433"/>
              <a:gd name="T7" fmla="*/ 1028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1028">
                <a:moveTo>
                  <a:pt x="0" y="1028"/>
                </a:moveTo>
                <a:lnTo>
                  <a:pt x="216" y="0"/>
                </a:lnTo>
                <a:lnTo>
                  <a:pt x="433" y="1028"/>
                </a:lnTo>
                <a:lnTo>
                  <a:pt x="0" y="1028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7" name="Freeform 508"/>
          <p:cNvSpPr>
            <a:spLocks/>
          </p:cNvSpPr>
          <p:nvPr/>
        </p:nvSpPr>
        <p:spPr bwMode="auto">
          <a:xfrm>
            <a:off x="3382514" y="4569257"/>
            <a:ext cx="626635" cy="1487714"/>
          </a:xfrm>
          <a:custGeom>
            <a:avLst/>
            <a:gdLst>
              <a:gd name="T0" fmla="*/ 0 w 433"/>
              <a:gd name="T1" fmla="*/ 1028 h 1028"/>
              <a:gd name="T2" fmla="*/ 216 w 433"/>
              <a:gd name="T3" fmla="*/ 0 h 1028"/>
              <a:gd name="T4" fmla="*/ 433 w 433"/>
              <a:gd name="T5" fmla="*/ 1028 h 1028"/>
              <a:gd name="T6" fmla="*/ 0 w 433"/>
              <a:gd name="T7" fmla="*/ 1028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1028">
                <a:moveTo>
                  <a:pt x="0" y="1028"/>
                </a:moveTo>
                <a:lnTo>
                  <a:pt x="216" y="0"/>
                </a:lnTo>
                <a:lnTo>
                  <a:pt x="433" y="1028"/>
                </a:lnTo>
                <a:lnTo>
                  <a:pt x="0" y="10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8" name="Freeform 509"/>
          <p:cNvSpPr>
            <a:spLocks/>
          </p:cNvSpPr>
          <p:nvPr/>
        </p:nvSpPr>
        <p:spPr bwMode="auto">
          <a:xfrm>
            <a:off x="3695108" y="4569257"/>
            <a:ext cx="314041" cy="1487714"/>
          </a:xfrm>
          <a:custGeom>
            <a:avLst/>
            <a:gdLst>
              <a:gd name="T0" fmla="*/ 217 w 217"/>
              <a:gd name="T1" fmla="*/ 1028 h 1028"/>
              <a:gd name="T2" fmla="*/ 0 w 217"/>
              <a:gd name="T3" fmla="*/ 0 h 1028"/>
              <a:gd name="T4" fmla="*/ 0 w 217"/>
              <a:gd name="T5" fmla="*/ 1028 h 1028"/>
              <a:gd name="T6" fmla="*/ 217 w 217"/>
              <a:gd name="T7" fmla="*/ 1028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7" h="1028">
                <a:moveTo>
                  <a:pt x="217" y="1028"/>
                </a:moveTo>
                <a:lnTo>
                  <a:pt x="0" y="0"/>
                </a:lnTo>
                <a:lnTo>
                  <a:pt x="0" y="1028"/>
                </a:lnTo>
                <a:lnTo>
                  <a:pt x="217" y="1028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9" name="Freeform 510"/>
          <p:cNvSpPr>
            <a:spLocks/>
          </p:cNvSpPr>
          <p:nvPr/>
        </p:nvSpPr>
        <p:spPr bwMode="auto">
          <a:xfrm>
            <a:off x="3695108" y="4569257"/>
            <a:ext cx="314041" cy="1487714"/>
          </a:xfrm>
          <a:custGeom>
            <a:avLst/>
            <a:gdLst>
              <a:gd name="T0" fmla="*/ 217 w 217"/>
              <a:gd name="T1" fmla="*/ 1028 h 1028"/>
              <a:gd name="T2" fmla="*/ 0 w 217"/>
              <a:gd name="T3" fmla="*/ 0 h 1028"/>
              <a:gd name="T4" fmla="*/ 0 w 217"/>
              <a:gd name="T5" fmla="*/ 1028 h 1028"/>
              <a:gd name="T6" fmla="*/ 217 w 217"/>
              <a:gd name="T7" fmla="*/ 1028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7" h="1028">
                <a:moveTo>
                  <a:pt x="217" y="1028"/>
                </a:moveTo>
                <a:lnTo>
                  <a:pt x="0" y="0"/>
                </a:lnTo>
                <a:lnTo>
                  <a:pt x="0" y="1028"/>
                </a:lnTo>
                <a:lnTo>
                  <a:pt x="217" y="10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3" name="Freeform 514"/>
          <p:cNvSpPr>
            <a:spLocks/>
          </p:cNvSpPr>
          <p:nvPr/>
        </p:nvSpPr>
        <p:spPr bwMode="auto">
          <a:xfrm>
            <a:off x="5305832" y="5314560"/>
            <a:ext cx="626635" cy="842266"/>
          </a:xfrm>
          <a:custGeom>
            <a:avLst/>
            <a:gdLst>
              <a:gd name="T0" fmla="*/ 0 w 433"/>
              <a:gd name="T1" fmla="*/ 582 h 582"/>
              <a:gd name="T2" fmla="*/ 218 w 433"/>
              <a:gd name="T3" fmla="*/ 0 h 582"/>
              <a:gd name="T4" fmla="*/ 433 w 433"/>
              <a:gd name="T5" fmla="*/ 582 h 582"/>
              <a:gd name="T6" fmla="*/ 0 w 433"/>
              <a:gd name="T7" fmla="*/ 582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582">
                <a:moveTo>
                  <a:pt x="0" y="582"/>
                </a:moveTo>
                <a:lnTo>
                  <a:pt x="218" y="0"/>
                </a:lnTo>
                <a:lnTo>
                  <a:pt x="433" y="582"/>
                </a:lnTo>
                <a:lnTo>
                  <a:pt x="0" y="58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5" name="Freeform 516"/>
          <p:cNvSpPr>
            <a:spLocks/>
          </p:cNvSpPr>
          <p:nvPr/>
        </p:nvSpPr>
        <p:spPr bwMode="auto">
          <a:xfrm>
            <a:off x="5621320" y="5314560"/>
            <a:ext cx="311147" cy="842266"/>
          </a:xfrm>
          <a:custGeom>
            <a:avLst/>
            <a:gdLst>
              <a:gd name="T0" fmla="*/ 215 w 215"/>
              <a:gd name="T1" fmla="*/ 582 h 582"/>
              <a:gd name="T2" fmla="*/ 0 w 215"/>
              <a:gd name="T3" fmla="*/ 0 h 582"/>
              <a:gd name="T4" fmla="*/ 0 w 215"/>
              <a:gd name="T5" fmla="*/ 582 h 582"/>
              <a:gd name="T6" fmla="*/ 215 w 215"/>
              <a:gd name="T7" fmla="*/ 582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5" h="582">
                <a:moveTo>
                  <a:pt x="215" y="582"/>
                </a:moveTo>
                <a:lnTo>
                  <a:pt x="0" y="0"/>
                </a:lnTo>
                <a:lnTo>
                  <a:pt x="0" y="582"/>
                </a:lnTo>
                <a:lnTo>
                  <a:pt x="215" y="58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6" name="Freeform 517"/>
          <p:cNvSpPr>
            <a:spLocks/>
          </p:cNvSpPr>
          <p:nvPr/>
        </p:nvSpPr>
        <p:spPr bwMode="auto">
          <a:xfrm>
            <a:off x="4615522" y="5971585"/>
            <a:ext cx="2729405" cy="438500"/>
          </a:xfrm>
          <a:custGeom>
            <a:avLst/>
            <a:gdLst>
              <a:gd name="T0" fmla="*/ 388 w 798"/>
              <a:gd name="T1" fmla="*/ 0 h 128"/>
              <a:gd name="T2" fmla="*/ 0 w 798"/>
              <a:gd name="T3" fmla="*/ 127 h 128"/>
              <a:gd name="T4" fmla="*/ 0 w 798"/>
              <a:gd name="T5" fmla="*/ 128 h 128"/>
              <a:gd name="T6" fmla="*/ 388 w 798"/>
              <a:gd name="T7" fmla="*/ 128 h 128"/>
              <a:gd name="T8" fmla="*/ 798 w 798"/>
              <a:gd name="T9" fmla="*/ 128 h 128"/>
              <a:gd name="T10" fmla="*/ 388 w 798"/>
              <a:gd name="T11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8" h="128">
                <a:moveTo>
                  <a:pt x="388" y="0"/>
                </a:moveTo>
                <a:cubicBezTo>
                  <a:pt x="232" y="0"/>
                  <a:pt x="238" y="121"/>
                  <a:pt x="0" y="127"/>
                </a:cubicBezTo>
                <a:cubicBezTo>
                  <a:pt x="0" y="128"/>
                  <a:pt x="0" y="128"/>
                  <a:pt x="0" y="128"/>
                </a:cubicBezTo>
                <a:cubicBezTo>
                  <a:pt x="388" y="128"/>
                  <a:pt x="388" y="128"/>
                  <a:pt x="388" y="128"/>
                </a:cubicBezTo>
                <a:cubicBezTo>
                  <a:pt x="798" y="128"/>
                  <a:pt x="798" y="128"/>
                  <a:pt x="798" y="128"/>
                </a:cubicBezTo>
                <a:cubicBezTo>
                  <a:pt x="538" y="128"/>
                  <a:pt x="549" y="0"/>
                  <a:pt x="388" y="0"/>
                </a:cubicBezTo>
              </a:path>
            </a:pathLst>
          </a:custGeom>
          <a:solidFill>
            <a:srgbClr val="BCE5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7" name="Freeform 518"/>
          <p:cNvSpPr>
            <a:spLocks/>
          </p:cNvSpPr>
          <p:nvPr/>
        </p:nvSpPr>
        <p:spPr bwMode="auto">
          <a:xfrm>
            <a:off x="5942597" y="5971585"/>
            <a:ext cx="1402330" cy="438500"/>
          </a:xfrm>
          <a:custGeom>
            <a:avLst/>
            <a:gdLst>
              <a:gd name="T0" fmla="*/ 410 w 410"/>
              <a:gd name="T1" fmla="*/ 128 h 128"/>
              <a:gd name="T2" fmla="*/ 0 w 410"/>
              <a:gd name="T3" fmla="*/ 0 h 128"/>
              <a:gd name="T4" fmla="*/ 0 w 410"/>
              <a:gd name="T5" fmla="*/ 128 h 128"/>
              <a:gd name="T6" fmla="*/ 410 w 410"/>
              <a:gd name="T7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0" h="128">
                <a:moveTo>
                  <a:pt x="410" y="128"/>
                </a:moveTo>
                <a:cubicBezTo>
                  <a:pt x="150" y="128"/>
                  <a:pt x="161" y="0"/>
                  <a:pt x="0" y="0"/>
                </a:cubicBezTo>
                <a:cubicBezTo>
                  <a:pt x="0" y="128"/>
                  <a:pt x="0" y="128"/>
                  <a:pt x="0" y="128"/>
                </a:cubicBezTo>
                <a:lnTo>
                  <a:pt x="410" y="128"/>
                </a:lnTo>
                <a:close/>
              </a:path>
            </a:pathLst>
          </a:custGeom>
          <a:solidFill>
            <a:srgbClr val="99BE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8" name="Rectangle 519"/>
          <p:cNvSpPr>
            <a:spLocks noChangeArrowheads="1"/>
          </p:cNvSpPr>
          <p:nvPr/>
        </p:nvSpPr>
        <p:spPr bwMode="auto">
          <a:xfrm>
            <a:off x="5110462" y="5431783"/>
            <a:ext cx="134589" cy="276414"/>
          </a:xfrm>
          <a:prstGeom prst="rect">
            <a:avLst/>
          </a:prstGeom>
          <a:solidFill>
            <a:srgbClr val="78716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9" name="Rectangle 520"/>
          <p:cNvSpPr>
            <a:spLocks noChangeArrowheads="1"/>
          </p:cNvSpPr>
          <p:nvPr/>
        </p:nvSpPr>
        <p:spPr bwMode="auto">
          <a:xfrm>
            <a:off x="5110462" y="5431783"/>
            <a:ext cx="134589" cy="2764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0" name="Freeform 521"/>
          <p:cNvSpPr>
            <a:spLocks/>
          </p:cNvSpPr>
          <p:nvPr/>
        </p:nvSpPr>
        <p:spPr bwMode="auto">
          <a:xfrm>
            <a:off x="3339099" y="5143791"/>
            <a:ext cx="2422600" cy="916073"/>
          </a:xfrm>
          <a:custGeom>
            <a:avLst/>
            <a:gdLst>
              <a:gd name="T0" fmla="*/ 1674 w 1674"/>
              <a:gd name="T1" fmla="*/ 633 h 633"/>
              <a:gd name="T2" fmla="*/ 841 w 1674"/>
              <a:gd name="T3" fmla="*/ 0 h 633"/>
              <a:gd name="T4" fmla="*/ 0 w 1674"/>
              <a:gd name="T5" fmla="*/ 633 h 633"/>
              <a:gd name="T6" fmla="*/ 1674 w 1674"/>
              <a:gd name="T7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74" h="633">
                <a:moveTo>
                  <a:pt x="1674" y="633"/>
                </a:moveTo>
                <a:lnTo>
                  <a:pt x="841" y="0"/>
                </a:lnTo>
                <a:lnTo>
                  <a:pt x="0" y="633"/>
                </a:lnTo>
                <a:lnTo>
                  <a:pt x="1674" y="633"/>
                </a:lnTo>
                <a:close/>
              </a:path>
            </a:pathLst>
          </a:custGeom>
          <a:solidFill>
            <a:srgbClr val="F760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1" name="Freeform 522"/>
          <p:cNvSpPr>
            <a:spLocks/>
          </p:cNvSpPr>
          <p:nvPr/>
        </p:nvSpPr>
        <p:spPr bwMode="auto">
          <a:xfrm>
            <a:off x="3339099" y="5143791"/>
            <a:ext cx="2422600" cy="916073"/>
          </a:xfrm>
          <a:custGeom>
            <a:avLst/>
            <a:gdLst>
              <a:gd name="T0" fmla="*/ 1674 w 1674"/>
              <a:gd name="T1" fmla="*/ 633 h 633"/>
              <a:gd name="T2" fmla="*/ 841 w 1674"/>
              <a:gd name="T3" fmla="*/ 0 h 633"/>
              <a:gd name="T4" fmla="*/ 0 w 1674"/>
              <a:gd name="T5" fmla="*/ 633 h 633"/>
              <a:gd name="T6" fmla="*/ 1674 w 1674"/>
              <a:gd name="T7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74" h="633">
                <a:moveTo>
                  <a:pt x="1674" y="633"/>
                </a:moveTo>
                <a:lnTo>
                  <a:pt x="841" y="0"/>
                </a:lnTo>
                <a:lnTo>
                  <a:pt x="0" y="633"/>
                </a:lnTo>
                <a:lnTo>
                  <a:pt x="1674" y="63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2" name="Freeform 523"/>
          <p:cNvSpPr>
            <a:spLocks/>
          </p:cNvSpPr>
          <p:nvPr/>
        </p:nvSpPr>
        <p:spPr bwMode="auto">
          <a:xfrm>
            <a:off x="4556187" y="5143791"/>
            <a:ext cx="1205512" cy="916073"/>
          </a:xfrm>
          <a:custGeom>
            <a:avLst/>
            <a:gdLst>
              <a:gd name="T0" fmla="*/ 833 w 833"/>
              <a:gd name="T1" fmla="*/ 633 h 633"/>
              <a:gd name="T2" fmla="*/ 0 w 833"/>
              <a:gd name="T3" fmla="*/ 0 h 633"/>
              <a:gd name="T4" fmla="*/ 0 w 833"/>
              <a:gd name="T5" fmla="*/ 633 h 633"/>
              <a:gd name="T6" fmla="*/ 833 w 833"/>
              <a:gd name="T7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3" h="633">
                <a:moveTo>
                  <a:pt x="833" y="633"/>
                </a:moveTo>
                <a:lnTo>
                  <a:pt x="0" y="0"/>
                </a:lnTo>
                <a:lnTo>
                  <a:pt x="0" y="633"/>
                </a:lnTo>
                <a:lnTo>
                  <a:pt x="833" y="633"/>
                </a:lnTo>
                <a:close/>
              </a:path>
            </a:pathLst>
          </a:custGeom>
          <a:solidFill>
            <a:srgbClr val="EE3D4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3" name="Freeform 524"/>
          <p:cNvSpPr>
            <a:spLocks/>
          </p:cNvSpPr>
          <p:nvPr/>
        </p:nvSpPr>
        <p:spPr bwMode="auto">
          <a:xfrm>
            <a:off x="4556187" y="5143791"/>
            <a:ext cx="1205512" cy="916073"/>
          </a:xfrm>
          <a:custGeom>
            <a:avLst/>
            <a:gdLst>
              <a:gd name="T0" fmla="*/ 833 w 833"/>
              <a:gd name="T1" fmla="*/ 633 h 633"/>
              <a:gd name="T2" fmla="*/ 0 w 833"/>
              <a:gd name="T3" fmla="*/ 0 h 633"/>
              <a:gd name="T4" fmla="*/ 0 w 833"/>
              <a:gd name="T5" fmla="*/ 633 h 633"/>
              <a:gd name="T6" fmla="*/ 833 w 833"/>
              <a:gd name="T7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3" h="633">
                <a:moveTo>
                  <a:pt x="833" y="633"/>
                </a:moveTo>
                <a:lnTo>
                  <a:pt x="0" y="0"/>
                </a:lnTo>
                <a:lnTo>
                  <a:pt x="0" y="633"/>
                </a:lnTo>
                <a:lnTo>
                  <a:pt x="833" y="63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4" name="Freeform 525"/>
          <p:cNvSpPr>
            <a:spLocks/>
          </p:cNvSpPr>
          <p:nvPr/>
        </p:nvSpPr>
        <p:spPr bwMode="auto">
          <a:xfrm>
            <a:off x="3482370" y="5249437"/>
            <a:ext cx="2138950" cy="810428"/>
          </a:xfrm>
          <a:custGeom>
            <a:avLst/>
            <a:gdLst>
              <a:gd name="T0" fmla="*/ 0 w 1478"/>
              <a:gd name="T1" fmla="*/ 560 h 560"/>
              <a:gd name="T2" fmla="*/ 1478 w 1478"/>
              <a:gd name="T3" fmla="*/ 560 h 560"/>
              <a:gd name="T4" fmla="*/ 742 w 1478"/>
              <a:gd name="T5" fmla="*/ 0 h 560"/>
              <a:gd name="T6" fmla="*/ 0 w 1478"/>
              <a:gd name="T7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78" h="560">
                <a:moveTo>
                  <a:pt x="0" y="560"/>
                </a:moveTo>
                <a:lnTo>
                  <a:pt x="1478" y="560"/>
                </a:lnTo>
                <a:lnTo>
                  <a:pt x="742" y="0"/>
                </a:lnTo>
                <a:lnTo>
                  <a:pt x="0" y="560"/>
                </a:lnTo>
                <a:close/>
              </a:path>
            </a:pathLst>
          </a:custGeom>
          <a:solidFill>
            <a:srgbClr val="FFD7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5" name="Freeform 526"/>
          <p:cNvSpPr>
            <a:spLocks/>
          </p:cNvSpPr>
          <p:nvPr/>
        </p:nvSpPr>
        <p:spPr bwMode="auto">
          <a:xfrm>
            <a:off x="3482370" y="5249437"/>
            <a:ext cx="2138950" cy="810428"/>
          </a:xfrm>
          <a:custGeom>
            <a:avLst/>
            <a:gdLst>
              <a:gd name="T0" fmla="*/ 0 w 1478"/>
              <a:gd name="T1" fmla="*/ 560 h 560"/>
              <a:gd name="T2" fmla="*/ 1478 w 1478"/>
              <a:gd name="T3" fmla="*/ 560 h 560"/>
              <a:gd name="T4" fmla="*/ 742 w 1478"/>
              <a:gd name="T5" fmla="*/ 0 h 560"/>
              <a:gd name="T6" fmla="*/ 0 w 1478"/>
              <a:gd name="T7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78" h="560">
                <a:moveTo>
                  <a:pt x="0" y="560"/>
                </a:moveTo>
                <a:lnTo>
                  <a:pt x="1478" y="560"/>
                </a:lnTo>
                <a:lnTo>
                  <a:pt x="742" y="0"/>
                </a:lnTo>
                <a:lnTo>
                  <a:pt x="0" y="56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6" name="Freeform 527"/>
          <p:cNvSpPr>
            <a:spLocks/>
          </p:cNvSpPr>
          <p:nvPr/>
        </p:nvSpPr>
        <p:spPr bwMode="auto">
          <a:xfrm>
            <a:off x="4556187" y="5249437"/>
            <a:ext cx="1065134" cy="810428"/>
          </a:xfrm>
          <a:custGeom>
            <a:avLst/>
            <a:gdLst>
              <a:gd name="T0" fmla="*/ 0 w 736"/>
              <a:gd name="T1" fmla="*/ 0 h 560"/>
              <a:gd name="T2" fmla="*/ 0 w 736"/>
              <a:gd name="T3" fmla="*/ 560 h 560"/>
              <a:gd name="T4" fmla="*/ 544 w 736"/>
              <a:gd name="T5" fmla="*/ 560 h 560"/>
              <a:gd name="T6" fmla="*/ 736 w 736"/>
              <a:gd name="T7" fmla="*/ 560 h 560"/>
              <a:gd name="T8" fmla="*/ 0 w 736"/>
              <a:gd name="T9" fmla="*/ 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6" h="560">
                <a:moveTo>
                  <a:pt x="0" y="0"/>
                </a:moveTo>
                <a:lnTo>
                  <a:pt x="0" y="560"/>
                </a:lnTo>
                <a:lnTo>
                  <a:pt x="544" y="560"/>
                </a:lnTo>
                <a:lnTo>
                  <a:pt x="736" y="560"/>
                </a:lnTo>
                <a:lnTo>
                  <a:pt x="0" y="0"/>
                </a:lnTo>
                <a:close/>
              </a:path>
            </a:pathLst>
          </a:custGeom>
          <a:solidFill>
            <a:srgbClr val="D9B7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7" name="Freeform 528"/>
          <p:cNvSpPr>
            <a:spLocks/>
          </p:cNvSpPr>
          <p:nvPr/>
        </p:nvSpPr>
        <p:spPr bwMode="auto">
          <a:xfrm>
            <a:off x="4556187" y="5249437"/>
            <a:ext cx="1065134" cy="810428"/>
          </a:xfrm>
          <a:custGeom>
            <a:avLst/>
            <a:gdLst>
              <a:gd name="T0" fmla="*/ 0 w 736"/>
              <a:gd name="T1" fmla="*/ 0 h 560"/>
              <a:gd name="T2" fmla="*/ 0 w 736"/>
              <a:gd name="T3" fmla="*/ 560 h 560"/>
              <a:gd name="T4" fmla="*/ 544 w 736"/>
              <a:gd name="T5" fmla="*/ 560 h 560"/>
              <a:gd name="T6" fmla="*/ 736 w 736"/>
              <a:gd name="T7" fmla="*/ 560 h 560"/>
              <a:gd name="T8" fmla="*/ 0 w 736"/>
              <a:gd name="T9" fmla="*/ 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6" h="560">
                <a:moveTo>
                  <a:pt x="0" y="0"/>
                </a:moveTo>
                <a:lnTo>
                  <a:pt x="0" y="560"/>
                </a:lnTo>
                <a:lnTo>
                  <a:pt x="544" y="560"/>
                </a:lnTo>
                <a:lnTo>
                  <a:pt x="736" y="56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8" name="Rectangle 529"/>
          <p:cNvSpPr>
            <a:spLocks noChangeArrowheads="1"/>
          </p:cNvSpPr>
          <p:nvPr/>
        </p:nvSpPr>
        <p:spPr bwMode="auto">
          <a:xfrm>
            <a:off x="4433176" y="5527298"/>
            <a:ext cx="240234" cy="376270"/>
          </a:xfrm>
          <a:prstGeom prst="rect">
            <a:avLst/>
          </a:pr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9" name="Freeform 530"/>
          <p:cNvSpPr>
            <a:spLocks/>
          </p:cNvSpPr>
          <p:nvPr/>
        </p:nvSpPr>
        <p:spPr bwMode="auto">
          <a:xfrm>
            <a:off x="4124923" y="5527298"/>
            <a:ext cx="240234" cy="376270"/>
          </a:xfrm>
          <a:custGeom>
            <a:avLst/>
            <a:gdLst>
              <a:gd name="T0" fmla="*/ 0 w 166"/>
              <a:gd name="T1" fmla="*/ 260 h 260"/>
              <a:gd name="T2" fmla="*/ 166 w 166"/>
              <a:gd name="T3" fmla="*/ 260 h 260"/>
              <a:gd name="T4" fmla="*/ 166 w 166"/>
              <a:gd name="T5" fmla="*/ 0 h 260"/>
              <a:gd name="T6" fmla="*/ 0 w 166"/>
              <a:gd name="T7" fmla="*/ 125 h 260"/>
              <a:gd name="T8" fmla="*/ 0 w 166"/>
              <a:gd name="T9" fmla="*/ 26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6" h="260">
                <a:moveTo>
                  <a:pt x="0" y="260"/>
                </a:moveTo>
                <a:lnTo>
                  <a:pt x="166" y="260"/>
                </a:lnTo>
                <a:lnTo>
                  <a:pt x="166" y="0"/>
                </a:lnTo>
                <a:lnTo>
                  <a:pt x="0" y="125"/>
                </a:lnTo>
                <a:lnTo>
                  <a:pt x="0" y="260"/>
                </a:lnTo>
                <a:close/>
              </a:path>
            </a:pathLst>
          </a:cu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0" name="Freeform 531"/>
          <p:cNvSpPr>
            <a:spLocks/>
          </p:cNvSpPr>
          <p:nvPr/>
        </p:nvSpPr>
        <p:spPr bwMode="auto">
          <a:xfrm>
            <a:off x="4741427" y="5527298"/>
            <a:ext cx="243128" cy="376270"/>
          </a:xfrm>
          <a:custGeom>
            <a:avLst/>
            <a:gdLst>
              <a:gd name="T0" fmla="*/ 168 w 168"/>
              <a:gd name="T1" fmla="*/ 260 h 260"/>
              <a:gd name="T2" fmla="*/ 0 w 168"/>
              <a:gd name="T3" fmla="*/ 260 h 260"/>
              <a:gd name="T4" fmla="*/ 0 w 168"/>
              <a:gd name="T5" fmla="*/ 0 h 260"/>
              <a:gd name="T6" fmla="*/ 168 w 168"/>
              <a:gd name="T7" fmla="*/ 125 h 260"/>
              <a:gd name="T8" fmla="*/ 168 w 168"/>
              <a:gd name="T9" fmla="*/ 26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8" h="260">
                <a:moveTo>
                  <a:pt x="168" y="260"/>
                </a:moveTo>
                <a:lnTo>
                  <a:pt x="0" y="260"/>
                </a:lnTo>
                <a:lnTo>
                  <a:pt x="0" y="0"/>
                </a:lnTo>
                <a:lnTo>
                  <a:pt x="168" y="125"/>
                </a:lnTo>
                <a:lnTo>
                  <a:pt x="168" y="260"/>
                </a:lnTo>
                <a:close/>
              </a:path>
            </a:pathLst>
          </a:custGeom>
          <a:solidFill>
            <a:srgbClr val="3473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1" name="Rectangle 532"/>
          <p:cNvSpPr>
            <a:spLocks noChangeArrowheads="1"/>
          </p:cNvSpPr>
          <p:nvPr/>
        </p:nvSpPr>
        <p:spPr bwMode="auto">
          <a:xfrm>
            <a:off x="4556187" y="5527298"/>
            <a:ext cx="117223" cy="376270"/>
          </a:xfrm>
          <a:prstGeom prst="rect">
            <a:avLst/>
          </a:prstGeom>
          <a:solidFill>
            <a:srgbClr val="3473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0" name="Freeform 551"/>
          <p:cNvSpPr>
            <a:spLocks/>
          </p:cNvSpPr>
          <p:nvPr/>
        </p:nvSpPr>
        <p:spPr bwMode="auto">
          <a:xfrm>
            <a:off x="6441879" y="5653203"/>
            <a:ext cx="235893" cy="503623"/>
          </a:xfrm>
          <a:custGeom>
            <a:avLst/>
            <a:gdLst>
              <a:gd name="T0" fmla="*/ 0 w 163"/>
              <a:gd name="T1" fmla="*/ 348 h 348"/>
              <a:gd name="T2" fmla="*/ 83 w 163"/>
              <a:gd name="T3" fmla="*/ 0 h 348"/>
              <a:gd name="T4" fmla="*/ 163 w 163"/>
              <a:gd name="T5" fmla="*/ 348 h 348"/>
              <a:gd name="T6" fmla="*/ 0 w 163"/>
              <a:gd name="T7" fmla="*/ 3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3" h="348">
                <a:moveTo>
                  <a:pt x="0" y="348"/>
                </a:moveTo>
                <a:lnTo>
                  <a:pt x="83" y="0"/>
                </a:lnTo>
                <a:lnTo>
                  <a:pt x="163" y="348"/>
                </a:lnTo>
                <a:lnTo>
                  <a:pt x="0" y="348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1" name="Freeform 552"/>
          <p:cNvSpPr>
            <a:spLocks/>
          </p:cNvSpPr>
          <p:nvPr/>
        </p:nvSpPr>
        <p:spPr bwMode="auto">
          <a:xfrm>
            <a:off x="6561995" y="5653203"/>
            <a:ext cx="115775" cy="503623"/>
          </a:xfrm>
          <a:custGeom>
            <a:avLst/>
            <a:gdLst>
              <a:gd name="T0" fmla="*/ 80 w 80"/>
              <a:gd name="T1" fmla="*/ 348 h 348"/>
              <a:gd name="T2" fmla="*/ 0 w 80"/>
              <a:gd name="T3" fmla="*/ 0 h 348"/>
              <a:gd name="T4" fmla="*/ 0 w 80"/>
              <a:gd name="T5" fmla="*/ 348 h 348"/>
              <a:gd name="T6" fmla="*/ 80 w 80"/>
              <a:gd name="T7" fmla="*/ 3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348">
                <a:moveTo>
                  <a:pt x="80" y="348"/>
                </a:moveTo>
                <a:lnTo>
                  <a:pt x="0" y="0"/>
                </a:lnTo>
                <a:lnTo>
                  <a:pt x="0" y="348"/>
                </a:lnTo>
                <a:lnTo>
                  <a:pt x="80" y="348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2" name="Freeform 553"/>
          <p:cNvSpPr>
            <a:spLocks/>
          </p:cNvSpPr>
          <p:nvPr/>
        </p:nvSpPr>
        <p:spPr bwMode="auto">
          <a:xfrm>
            <a:off x="2689309" y="5954219"/>
            <a:ext cx="37627" cy="105645"/>
          </a:xfrm>
          <a:custGeom>
            <a:avLst/>
            <a:gdLst>
              <a:gd name="T0" fmla="*/ 7 w 26"/>
              <a:gd name="T1" fmla="*/ 0 h 73"/>
              <a:gd name="T2" fmla="*/ 0 w 26"/>
              <a:gd name="T3" fmla="*/ 73 h 73"/>
              <a:gd name="T4" fmla="*/ 26 w 26"/>
              <a:gd name="T5" fmla="*/ 73 h 73"/>
              <a:gd name="T6" fmla="*/ 21 w 26"/>
              <a:gd name="T7" fmla="*/ 0 h 73"/>
              <a:gd name="T8" fmla="*/ 7 w 26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" h="73">
                <a:moveTo>
                  <a:pt x="7" y="0"/>
                </a:moveTo>
                <a:lnTo>
                  <a:pt x="0" y="73"/>
                </a:lnTo>
                <a:lnTo>
                  <a:pt x="26" y="73"/>
                </a:lnTo>
                <a:lnTo>
                  <a:pt x="21" y="0"/>
                </a:lnTo>
                <a:lnTo>
                  <a:pt x="7" y="0"/>
                </a:lnTo>
                <a:close/>
              </a:path>
            </a:pathLst>
          </a:custGeom>
          <a:solidFill>
            <a:srgbClr val="8B63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3" name="Freeform 554"/>
          <p:cNvSpPr>
            <a:spLocks/>
          </p:cNvSpPr>
          <p:nvPr/>
        </p:nvSpPr>
        <p:spPr bwMode="auto">
          <a:xfrm>
            <a:off x="2709569" y="5954219"/>
            <a:ext cx="17366" cy="105645"/>
          </a:xfrm>
          <a:custGeom>
            <a:avLst/>
            <a:gdLst>
              <a:gd name="T0" fmla="*/ 0 w 12"/>
              <a:gd name="T1" fmla="*/ 0 h 73"/>
              <a:gd name="T2" fmla="*/ 0 w 12"/>
              <a:gd name="T3" fmla="*/ 73 h 73"/>
              <a:gd name="T4" fmla="*/ 12 w 12"/>
              <a:gd name="T5" fmla="*/ 73 h 73"/>
              <a:gd name="T6" fmla="*/ 7 w 12"/>
              <a:gd name="T7" fmla="*/ 0 h 73"/>
              <a:gd name="T8" fmla="*/ 0 w 12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73">
                <a:moveTo>
                  <a:pt x="0" y="0"/>
                </a:moveTo>
                <a:lnTo>
                  <a:pt x="0" y="73"/>
                </a:lnTo>
                <a:lnTo>
                  <a:pt x="12" y="73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solidFill>
            <a:srgbClr val="754B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4" name="Freeform 555"/>
          <p:cNvSpPr>
            <a:spLocks/>
          </p:cNvSpPr>
          <p:nvPr/>
        </p:nvSpPr>
        <p:spPr bwMode="auto">
          <a:xfrm>
            <a:off x="2599583" y="5527298"/>
            <a:ext cx="215632" cy="461655"/>
          </a:xfrm>
          <a:custGeom>
            <a:avLst/>
            <a:gdLst>
              <a:gd name="T0" fmla="*/ 0 w 149"/>
              <a:gd name="T1" fmla="*/ 319 h 319"/>
              <a:gd name="T2" fmla="*/ 76 w 149"/>
              <a:gd name="T3" fmla="*/ 0 h 319"/>
              <a:gd name="T4" fmla="*/ 149 w 149"/>
              <a:gd name="T5" fmla="*/ 319 h 319"/>
              <a:gd name="T6" fmla="*/ 0 w 149"/>
              <a:gd name="T7" fmla="*/ 31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9" h="319">
                <a:moveTo>
                  <a:pt x="0" y="319"/>
                </a:moveTo>
                <a:lnTo>
                  <a:pt x="76" y="0"/>
                </a:lnTo>
                <a:lnTo>
                  <a:pt x="149" y="319"/>
                </a:lnTo>
                <a:lnTo>
                  <a:pt x="0" y="319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5" name="Freeform 556"/>
          <p:cNvSpPr>
            <a:spLocks/>
          </p:cNvSpPr>
          <p:nvPr/>
        </p:nvSpPr>
        <p:spPr bwMode="auto">
          <a:xfrm>
            <a:off x="2709569" y="5527298"/>
            <a:ext cx="105645" cy="461655"/>
          </a:xfrm>
          <a:custGeom>
            <a:avLst/>
            <a:gdLst>
              <a:gd name="T0" fmla="*/ 73 w 73"/>
              <a:gd name="T1" fmla="*/ 319 h 319"/>
              <a:gd name="T2" fmla="*/ 0 w 73"/>
              <a:gd name="T3" fmla="*/ 0 h 319"/>
              <a:gd name="T4" fmla="*/ 0 w 73"/>
              <a:gd name="T5" fmla="*/ 319 h 319"/>
              <a:gd name="T6" fmla="*/ 73 w 73"/>
              <a:gd name="T7" fmla="*/ 31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319">
                <a:moveTo>
                  <a:pt x="73" y="319"/>
                </a:moveTo>
                <a:lnTo>
                  <a:pt x="0" y="0"/>
                </a:lnTo>
                <a:lnTo>
                  <a:pt x="0" y="319"/>
                </a:lnTo>
                <a:lnTo>
                  <a:pt x="73" y="319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6" name="Freeform 557"/>
          <p:cNvSpPr>
            <a:spLocks/>
          </p:cNvSpPr>
          <p:nvPr/>
        </p:nvSpPr>
        <p:spPr bwMode="auto">
          <a:xfrm>
            <a:off x="2890469" y="5913698"/>
            <a:ext cx="40521" cy="115775"/>
          </a:xfrm>
          <a:custGeom>
            <a:avLst/>
            <a:gdLst>
              <a:gd name="T0" fmla="*/ 7 w 28"/>
              <a:gd name="T1" fmla="*/ 0 h 80"/>
              <a:gd name="T2" fmla="*/ 0 w 28"/>
              <a:gd name="T3" fmla="*/ 80 h 80"/>
              <a:gd name="T4" fmla="*/ 28 w 28"/>
              <a:gd name="T5" fmla="*/ 80 h 80"/>
              <a:gd name="T6" fmla="*/ 24 w 28"/>
              <a:gd name="T7" fmla="*/ 0 h 80"/>
              <a:gd name="T8" fmla="*/ 7 w 28"/>
              <a:gd name="T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80">
                <a:moveTo>
                  <a:pt x="7" y="0"/>
                </a:moveTo>
                <a:lnTo>
                  <a:pt x="0" y="80"/>
                </a:lnTo>
                <a:lnTo>
                  <a:pt x="28" y="80"/>
                </a:lnTo>
                <a:lnTo>
                  <a:pt x="24" y="0"/>
                </a:lnTo>
                <a:lnTo>
                  <a:pt x="7" y="0"/>
                </a:lnTo>
                <a:close/>
              </a:path>
            </a:pathLst>
          </a:custGeom>
          <a:solidFill>
            <a:srgbClr val="8B63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7" name="Freeform 558"/>
          <p:cNvSpPr>
            <a:spLocks/>
          </p:cNvSpPr>
          <p:nvPr/>
        </p:nvSpPr>
        <p:spPr bwMode="auto">
          <a:xfrm>
            <a:off x="2910730" y="5913698"/>
            <a:ext cx="20261" cy="115775"/>
          </a:xfrm>
          <a:custGeom>
            <a:avLst/>
            <a:gdLst>
              <a:gd name="T0" fmla="*/ 0 w 14"/>
              <a:gd name="T1" fmla="*/ 0 h 80"/>
              <a:gd name="T2" fmla="*/ 0 w 14"/>
              <a:gd name="T3" fmla="*/ 80 h 80"/>
              <a:gd name="T4" fmla="*/ 14 w 14"/>
              <a:gd name="T5" fmla="*/ 80 h 80"/>
              <a:gd name="T6" fmla="*/ 10 w 14"/>
              <a:gd name="T7" fmla="*/ 0 h 80"/>
              <a:gd name="T8" fmla="*/ 0 w 14"/>
              <a:gd name="T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80">
                <a:moveTo>
                  <a:pt x="0" y="0"/>
                </a:moveTo>
                <a:lnTo>
                  <a:pt x="0" y="80"/>
                </a:lnTo>
                <a:lnTo>
                  <a:pt x="14" y="80"/>
                </a:lnTo>
                <a:lnTo>
                  <a:pt x="10" y="0"/>
                </a:lnTo>
                <a:lnTo>
                  <a:pt x="0" y="0"/>
                </a:lnTo>
                <a:close/>
              </a:path>
            </a:pathLst>
          </a:custGeom>
          <a:solidFill>
            <a:srgbClr val="754B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8" name="Freeform 559"/>
          <p:cNvSpPr>
            <a:spLocks/>
          </p:cNvSpPr>
          <p:nvPr/>
        </p:nvSpPr>
        <p:spPr bwMode="auto">
          <a:xfrm>
            <a:off x="2794954" y="5444807"/>
            <a:ext cx="235893" cy="506517"/>
          </a:xfrm>
          <a:custGeom>
            <a:avLst/>
            <a:gdLst>
              <a:gd name="T0" fmla="*/ 0 w 163"/>
              <a:gd name="T1" fmla="*/ 350 h 350"/>
              <a:gd name="T2" fmla="*/ 80 w 163"/>
              <a:gd name="T3" fmla="*/ 0 h 350"/>
              <a:gd name="T4" fmla="*/ 163 w 163"/>
              <a:gd name="T5" fmla="*/ 350 h 350"/>
              <a:gd name="T6" fmla="*/ 0 w 163"/>
              <a:gd name="T7" fmla="*/ 350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3" h="350">
                <a:moveTo>
                  <a:pt x="0" y="350"/>
                </a:moveTo>
                <a:lnTo>
                  <a:pt x="80" y="0"/>
                </a:lnTo>
                <a:lnTo>
                  <a:pt x="163" y="350"/>
                </a:lnTo>
                <a:lnTo>
                  <a:pt x="0" y="350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9" name="Freeform 560"/>
          <p:cNvSpPr>
            <a:spLocks/>
          </p:cNvSpPr>
          <p:nvPr/>
        </p:nvSpPr>
        <p:spPr bwMode="auto">
          <a:xfrm>
            <a:off x="2910730" y="5444807"/>
            <a:ext cx="120117" cy="506517"/>
          </a:xfrm>
          <a:custGeom>
            <a:avLst/>
            <a:gdLst>
              <a:gd name="T0" fmla="*/ 83 w 83"/>
              <a:gd name="T1" fmla="*/ 350 h 350"/>
              <a:gd name="T2" fmla="*/ 0 w 83"/>
              <a:gd name="T3" fmla="*/ 0 h 350"/>
              <a:gd name="T4" fmla="*/ 0 w 83"/>
              <a:gd name="T5" fmla="*/ 350 h 350"/>
              <a:gd name="T6" fmla="*/ 83 w 83"/>
              <a:gd name="T7" fmla="*/ 350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" h="350">
                <a:moveTo>
                  <a:pt x="83" y="350"/>
                </a:moveTo>
                <a:lnTo>
                  <a:pt x="0" y="0"/>
                </a:lnTo>
                <a:lnTo>
                  <a:pt x="0" y="350"/>
                </a:lnTo>
                <a:lnTo>
                  <a:pt x="83" y="350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2" name="Freeform 563"/>
          <p:cNvSpPr>
            <a:spLocks/>
          </p:cNvSpPr>
          <p:nvPr/>
        </p:nvSpPr>
        <p:spPr bwMode="auto">
          <a:xfrm>
            <a:off x="2161084" y="5715433"/>
            <a:ext cx="237340" cy="506517"/>
          </a:xfrm>
          <a:custGeom>
            <a:avLst/>
            <a:gdLst>
              <a:gd name="T0" fmla="*/ 0 w 164"/>
              <a:gd name="T1" fmla="*/ 350 h 350"/>
              <a:gd name="T2" fmla="*/ 81 w 164"/>
              <a:gd name="T3" fmla="*/ 0 h 350"/>
              <a:gd name="T4" fmla="*/ 164 w 164"/>
              <a:gd name="T5" fmla="*/ 350 h 350"/>
              <a:gd name="T6" fmla="*/ 0 w 164"/>
              <a:gd name="T7" fmla="*/ 350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4" h="350">
                <a:moveTo>
                  <a:pt x="0" y="350"/>
                </a:moveTo>
                <a:lnTo>
                  <a:pt x="81" y="0"/>
                </a:lnTo>
                <a:lnTo>
                  <a:pt x="164" y="350"/>
                </a:lnTo>
                <a:lnTo>
                  <a:pt x="0" y="350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3" name="Freeform 564"/>
          <p:cNvSpPr>
            <a:spLocks/>
          </p:cNvSpPr>
          <p:nvPr/>
        </p:nvSpPr>
        <p:spPr bwMode="auto">
          <a:xfrm>
            <a:off x="2278306" y="5715433"/>
            <a:ext cx="120117" cy="506517"/>
          </a:xfrm>
          <a:custGeom>
            <a:avLst/>
            <a:gdLst>
              <a:gd name="T0" fmla="*/ 83 w 83"/>
              <a:gd name="T1" fmla="*/ 350 h 350"/>
              <a:gd name="T2" fmla="*/ 0 w 83"/>
              <a:gd name="T3" fmla="*/ 0 h 350"/>
              <a:gd name="T4" fmla="*/ 0 w 83"/>
              <a:gd name="T5" fmla="*/ 350 h 350"/>
              <a:gd name="T6" fmla="*/ 83 w 83"/>
              <a:gd name="T7" fmla="*/ 350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" h="350">
                <a:moveTo>
                  <a:pt x="83" y="350"/>
                </a:moveTo>
                <a:lnTo>
                  <a:pt x="0" y="0"/>
                </a:lnTo>
                <a:lnTo>
                  <a:pt x="0" y="350"/>
                </a:lnTo>
                <a:lnTo>
                  <a:pt x="83" y="350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4" name="Freeform 565"/>
          <p:cNvSpPr>
            <a:spLocks/>
          </p:cNvSpPr>
          <p:nvPr/>
        </p:nvSpPr>
        <p:spPr bwMode="auto">
          <a:xfrm>
            <a:off x="1689299" y="5971585"/>
            <a:ext cx="2730852" cy="438500"/>
          </a:xfrm>
          <a:custGeom>
            <a:avLst/>
            <a:gdLst>
              <a:gd name="T0" fmla="*/ 388 w 798"/>
              <a:gd name="T1" fmla="*/ 0 h 128"/>
              <a:gd name="T2" fmla="*/ 0 w 798"/>
              <a:gd name="T3" fmla="*/ 127 h 128"/>
              <a:gd name="T4" fmla="*/ 0 w 798"/>
              <a:gd name="T5" fmla="*/ 128 h 128"/>
              <a:gd name="T6" fmla="*/ 388 w 798"/>
              <a:gd name="T7" fmla="*/ 128 h 128"/>
              <a:gd name="T8" fmla="*/ 798 w 798"/>
              <a:gd name="T9" fmla="*/ 128 h 128"/>
              <a:gd name="T10" fmla="*/ 388 w 798"/>
              <a:gd name="T11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8" h="128">
                <a:moveTo>
                  <a:pt x="388" y="0"/>
                </a:moveTo>
                <a:cubicBezTo>
                  <a:pt x="232" y="0"/>
                  <a:pt x="238" y="121"/>
                  <a:pt x="0" y="127"/>
                </a:cubicBezTo>
                <a:cubicBezTo>
                  <a:pt x="0" y="128"/>
                  <a:pt x="0" y="128"/>
                  <a:pt x="0" y="128"/>
                </a:cubicBezTo>
                <a:cubicBezTo>
                  <a:pt x="388" y="128"/>
                  <a:pt x="388" y="128"/>
                  <a:pt x="388" y="128"/>
                </a:cubicBezTo>
                <a:cubicBezTo>
                  <a:pt x="798" y="128"/>
                  <a:pt x="798" y="128"/>
                  <a:pt x="798" y="128"/>
                </a:cubicBezTo>
                <a:cubicBezTo>
                  <a:pt x="538" y="128"/>
                  <a:pt x="549" y="0"/>
                  <a:pt x="388" y="0"/>
                </a:cubicBezTo>
                <a:close/>
              </a:path>
            </a:pathLst>
          </a:custGeom>
          <a:solidFill>
            <a:srgbClr val="BCE5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5" name="Freeform 566"/>
          <p:cNvSpPr>
            <a:spLocks/>
          </p:cNvSpPr>
          <p:nvPr/>
        </p:nvSpPr>
        <p:spPr bwMode="auto">
          <a:xfrm>
            <a:off x="3017822" y="5971585"/>
            <a:ext cx="1402330" cy="438500"/>
          </a:xfrm>
          <a:custGeom>
            <a:avLst/>
            <a:gdLst>
              <a:gd name="T0" fmla="*/ 410 w 410"/>
              <a:gd name="T1" fmla="*/ 128 h 128"/>
              <a:gd name="T2" fmla="*/ 0 w 410"/>
              <a:gd name="T3" fmla="*/ 0 h 128"/>
              <a:gd name="T4" fmla="*/ 0 w 410"/>
              <a:gd name="T5" fmla="*/ 128 h 128"/>
              <a:gd name="T6" fmla="*/ 410 w 410"/>
              <a:gd name="T7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0" h="128">
                <a:moveTo>
                  <a:pt x="410" y="128"/>
                </a:moveTo>
                <a:cubicBezTo>
                  <a:pt x="150" y="128"/>
                  <a:pt x="161" y="0"/>
                  <a:pt x="0" y="0"/>
                </a:cubicBezTo>
                <a:cubicBezTo>
                  <a:pt x="0" y="128"/>
                  <a:pt x="0" y="128"/>
                  <a:pt x="0" y="128"/>
                </a:cubicBezTo>
                <a:lnTo>
                  <a:pt x="410" y="128"/>
                </a:lnTo>
                <a:close/>
              </a:path>
            </a:pathLst>
          </a:custGeom>
          <a:solidFill>
            <a:srgbClr val="99BE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3" name="Freeform 574"/>
          <p:cNvSpPr>
            <a:spLocks/>
          </p:cNvSpPr>
          <p:nvPr/>
        </p:nvSpPr>
        <p:spPr bwMode="auto">
          <a:xfrm>
            <a:off x="10249442" y="5311666"/>
            <a:ext cx="445735" cy="950806"/>
          </a:xfrm>
          <a:custGeom>
            <a:avLst/>
            <a:gdLst>
              <a:gd name="T0" fmla="*/ 0 w 308"/>
              <a:gd name="T1" fmla="*/ 657 h 657"/>
              <a:gd name="T2" fmla="*/ 154 w 308"/>
              <a:gd name="T3" fmla="*/ 0 h 657"/>
              <a:gd name="T4" fmla="*/ 308 w 308"/>
              <a:gd name="T5" fmla="*/ 657 h 657"/>
              <a:gd name="T6" fmla="*/ 0 w 308"/>
              <a:gd name="T7" fmla="*/ 657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08" h="657">
                <a:moveTo>
                  <a:pt x="0" y="657"/>
                </a:moveTo>
                <a:lnTo>
                  <a:pt x="154" y="0"/>
                </a:lnTo>
                <a:lnTo>
                  <a:pt x="308" y="657"/>
                </a:lnTo>
                <a:lnTo>
                  <a:pt x="0" y="657"/>
                </a:lnTo>
                <a:close/>
              </a:path>
            </a:pathLst>
          </a:custGeom>
          <a:solidFill>
            <a:srgbClr val="84A2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4" name="Freeform 575"/>
          <p:cNvSpPr>
            <a:spLocks/>
          </p:cNvSpPr>
          <p:nvPr/>
        </p:nvSpPr>
        <p:spPr bwMode="auto">
          <a:xfrm>
            <a:off x="10472309" y="5311666"/>
            <a:ext cx="222868" cy="950806"/>
          </a:xfrm>
          <a:custGeom>
            <a:avLst/>
            <a:gdLst>
              <a:gd name="T0" fmla="*/ 154 w 154"/>
              <a:gd name="T1" fmla="*/ 657 h 657"/>
              <a:gd name="T2" fmla="*/ 0 w 154"/>
              <a:gd name="T3" fmla="*/ 0 h 657"/>
              <a:gd name="T4" fmla="*/ 0 w 154"/>
              <a:gd name="T5" fmla="*/ 657 h 657"/>
              <a:gd name="T6" fmla="*/ 154 w 154"/>
              <a:gd name="T7" fmla="*/ 657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4" h="657">
                <a:moveTo>
                  <a:pt x="154" y="657"/>
                </a:moveTo>
                <a:lnTo>
                  <a:pt x="0" y="0"/>
                </a:lnTo>
                <a:lnTo>
                  <a:pt x="0" y="657"/>
                </a:lnTo>
                <a:lnTo>
                  <a:pt x="154" y="657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7" name="Freeform 578"/>
          <p:cNvSpPr>
            <a:spLocks/>
          </p:cNvSpPr>
          <p:nvPr/>
        </p:nvSpPr>
        <p:spPr bwMode="auto">
          <a:xfrm>
            <a:off x="773226" y="5307325"/>
            <a:ext cx="444289" cy="952253"/>
          </a:xfrm>
          <a:custGeom>
            <a:avLst/>
            <a:gdLst>
              <a:gd name="T0" fmla="*/ 0 w 307"/>
              <a:gd name="T1" fmla="*/ 658 h 658"/>
              <a:gd name="T2" fmla="*/ 153 w 307"/>
              <a:gd name="T3" fmla="*/ 0 h 658"/>
              <a:gd name="T4" fmla="*/ 307 w 307"/>
              <a:gd name="T5" fmla="*/ 658 h 658"/>
              <a:gd name="T6" fmla="*/ 0 w 307"/>
              <a:gd name="T7" fmla="*/ 658 h 6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07" h="658">
                <a:moveTo>
                  <a:pt x="0" y="658"/>
                </a:moveTo>
                <a:lnTo>
                  <a:pt x="153" y="0"/>
                </a:lnTo>
                <a:lnTo>
                  <a:pt x="307" y="658"/>
                </a:lnTo>
                <a:lnTo>
                  <a:pt x="0" y="658"/>
                </a:lnTo>
                <a:close/>
              </a:path>
            </a:pathLst>
          </a:custGeom>
          <a:solidFill>
            <a:srgbClr val="84A2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8" name="Freeform 579"/>
          <p:cNvSpPr>
            <a:spLocks/>
          </p:cNvSpPr>
          <p:nvPr/>
        </p:nvSpPr>
        <p:spPr bwMode="auto">
          <a:xfrm>
            <a:off x="994647" y="5307325"/>
            <a:ext cx="222868" cy="952253"/>
          </a:xfrm>
          <a:custGeom>
            <a:avLst/>
            <a:gdLst>
              <a:gd name="T0" fmla="*/ 154 w 154"/>
              <a:gd name="T1" fmla="*/ 658 h 658"/>
              <a:gd name="T2" fmla="*/ 0 w 154"/>
              <a:gd name="T3" fmla="*/ 0 h 658"/>
              <a:gd name="T4" fmla="*/ 0 w 154"/>
              <a:gd name="T5" fmla="*/ 658 h 658"/>
              <a:gd name="T6" fmla="*/ 154 w 154"/>
              <a:gd name="T7" fmla="*/ 658 h 6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4" h="658">
                <a:moveTo>
                  <a:pt x="154" y="658"/>
                </a:moveTo>
                <a:lnTo>
                  <a:pt x="0" y="0"/>
                </a:lnTo>
                <a:lnTo>
                  <a:pt x="0" y="658"/>
                </a:lnTo>
                <a:lnTo>
                  <a:pt x="154" y="658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1" name="Freeform 582"/>
          <p:cNvSpPr>
            <a:spLocks/>
          </p:cNvSpPr>
          <p:nvPr/>
        </p:nvSpPr>
        <p:spPr bwMode="auto">
          <a:xfrm>
            <a:off x="1104633" y="5068537"/>
            <a:ext cx="541250" cy="1156307"/>
          </a:xfrm>
          <a:custGeom>
            <a:avLst/>
            <a:gdLst>
              <a:gd name="T0" fmla="*/ 0 w 374"/>
              <a:gd name="T1" fmla="*/ 799 h 799"/>
              <a:gd name="T2" fmla="*/ 187 w 374"/>
              <a:gd name="T3" fmla="*/ 0 h 799"/>
              <a:gd name="T4" fmla="*/ 374 w 374"/>
              <a:gd name="T5" fmla="*/ 799 h 799"/>
              <a:gd name="T6" fmla="*/ 0 w 374"/>
              <a:gd name="T7" fmla="*/ 799 h 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74" h="799">
                <a:moveTo>
                  <a:pt x="0" y="799"/>
                </a:moveTo>
                <a:lnTo>
                  <a:pt x="187" y="0"/>
                </a:lnTo>
                <a:lnTo>
                  <a:pt x="374" y="799"/>
                </a:lnTo>
                <a:lnTo>
                  <a:pt x="0" y="799"/>
                </a:lnTo>
                <a:close/>
              </a:path>
            </a:pathLst>
          </a:custGeom>
          <a:solidFill>
            <a:srgbClr val="84A2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2" name="Freeform 583"/>
          <p:cNvSpPr>
            <a:spLocks/>
          </p:cNvSpPr>
          <p:nvPr/>
        </p:nvSpPr>
        <p:spPr bwMode="auto">
          <a:xfrm>
            <a:off x="1375258" y="5068537"/>
            <a:ext cx="270625" cy="1156307"/>
          </a:xfrm>
          <a:custGeom>
            <a:avLst/>
            <a:gdLst>
              <a:gd name="T0" fmla="*/ 187 w 187"/>
              <a:gd name="T1" fmla="*/ 799 h 799"/>
              <a:gd name="T2" fmla="*/ 0 w 187"/>
              <a:gd name="T3" fmla="*/ 0 h 799"/>
              <a:gd name="T4" fmla="*/ 0 w 187"/>
              <a:gd name="T5" fmla="*/ 799 h 799"/>
              <a:gd name="T6" fmla="*/ 187 w 187"/>
              <a:gd name="T7" fmla="*/ 799 h 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7" h="799">
                <a:moveTo>
                  <a:pt x="187" y="799"/>
                </a:moveTo>
                <a:lnTo>
                  <a:pt x="0" y="0"/>
                </a:lnTo>
                <a:lnTo>
                  <a:pt x="0" y="799"/>
                </a:lnTo>
                <a:lnTo>
                  <a:pt x="187" y="799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3" name="Freeform 584"/>
          <p:cNvSpPr>
            <a:spLocks/>
          </p:cNvSpPr>
          <p:nvPr/>
        </p:nvSpPr>
        <p:spPr bwMode="auto">
          <a:xfrm>
            <a:off x="5207423" y="5687936"/>
            <a:ext cx="4477613" cy="717807"/>
          </a:xfrm>
          <a:custGeom>
            <a:avLst/>
            <a:gdLst>
              <a:gd name="T0" fmla="*/ 637 w 1309"/>
              <a:gd name="T1" fmla="*/ 0 h 210"/>
              <a:gd name="T2" fmla="*/ 0 w 1309"/>
              <a:gd name="T3" fmla="*/ 210 h 210"/>
              <a:gd name="T4" fmla="*/ 0 w 1309"/>
              <a:gd name="T5" fmla="*/ 210 h 210"/>
              <a:gd name="T6" fmla="*/ 637 w 1309"/>
              <a:gd name="T7" fmla="*/ 210 h 210"/>
              <a:gd name="T8" fmla="*/ 1309 w 1309"/>
              <a:gd name="T9" fmla="*/ 210 h 210"/>
              <a:gd name="T10" fmla="*/ 637 w 1309"/>
              <a:gd name="T11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09" h="210">
                <a:moveTo>
                  <a:pt x="637" y="0"/>
                </a:moveTo>
                <a:cubicBezTo>
                  <a:pt x="381" y="0"/>
                  <a:pt x="391" y="199"/>
                  <a:pt x="0" y="210"/>
                </a:cubicBezTo>
                <a:cubicBezTo>
                  <a:pt x="0" y="210"/>
                  <a:pt x="0" y="210"/>
                  <a:pt x="0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1309" y="210"/>
                  <a:pt x="1309" y="210"/>
                  <a:pt x="1309" y="210"/>
                </a:cubicBezTo>
                <a:cubicBezTo>
                  <a:pt x="883" y="210"/>
                  <a:pt x="901" y="0"/>
                  <a:pt x="637" y="0"/>
                </a:cubicBezTo>
                <a:close/>
              </a:path>
            </a:pathLst>
          </a:custGeom>
          <a:solidFill>
            <a:srgbClr val="BCE5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4" name="Freeform 585"/>
          <p:cNvSpPr>
            <a:spLocks/>
          </p:cNvSpPr>
          <p:nvPr/>
        </p:nvSpPr>
        <p:spPr bwMode="auto">
          <a:xfrm>
            <a:off x="7385448" y="5687936"/>
            <a:ext cx="2299589" cy="717807"/>
          </a:xfrm>
          <a:custGeom>
            <a:avLst/>
            <a:gdLst>
              <a:gd name="T0" fmla="*/ 672 w 672"/>
              <a:gd name="T1" fmla="*/ 210 h 210"/>
              <a:gd name="T2" fmla="*/ 0 w 672"/>
              <a:gd name="T3" fmla="*/ 0 h 210"/>
              <a:gd name="T4" fmla="*/ 0 w 672"/>
              <a:gd name="T5" fmla="*/ 210 h 210"/>
              <a:gd name="T6" fmla="*/ 672 w 672"/>
              <a:gd name="T7" fmla="*/ 21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72" h="210">
                <a:moveTo>
                  <a:pt x="672" y="210"/>
                </a:moveTo>
                <a:cubicBezTo>
                  <a:pt x="246" y="210"/>
                  <a:pt x="264" y="0"/>
                  <a:pt x="0" y="0"/>
                </a:cubicBezTo>
                <a:cubicBezTo>
                  <a:pt x="0" y="210"/>
                  <a:pt x="0" y="210"/>
                  <a:pt x="0" y="210"/>
                </a:cubicBezTo>
                <a:lnTo>
                  <a:pt x="672" y="210"/>
                </a:lnTo>
                <a:close/>
              </a:path>
            </a:pathLst>
          </a:custGeom>
          <a:solidFill>
            <a:srgbClr val="99BE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5" name="Freeform 586"/>
          <p:cNvSpPr>
            <a:spLocks/>
          </p:cNvSpPr>
          <p:nvPr/>
        </p:nvSpPr>
        <p:spPr bwMode="auto">
          <a:xfrm>
            <a:off x="9108" y="6405743"/>
            <a:ext cx="12173782" cy="277861"/>
          </a:xfrm>
          <a:custGeom>
            <a:avLst/>
            <a:gdLst>
              <a:gd name="T0" fmla="*/ 3558 w 3558"/>
              <a:gd name="T1" fmla="*/ 41 h 81"/>
              <a:gd name="T2" fmla="*/ 3511 w 3558"/>
              <a:gd name="T3" fmla="*/ 81 h 81"/>
              <a:gd name="T4" fmla="*/ 47 w 3558"/>
              <a:gd name="T5" fmla="*/ 81 h 81"/>
              <a:gd name="T6" fmla="*/ 0 w 3558"/>
              <a:gd name="T7" fmla="*/ 41 h 81"/>
              <a:gd name="T8" fmla="*/ 47 w 3558"/>
              <a:gd name="T9" fmla="*/ 0 h 81"/>
              <a:gd name="T10" fmla="*/ 3511 w 3558"/>
              <a:gd name="T11" fmla="*/ 0 h 81"/>
              <a:gd name="T12" fmla="*/ 3558 w 3558"/>
              <a:gd name="T13" fmla="*/ 4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58" h="81">
                <a:moveTo>
                  <a:pt x="3558" y="41"/>
                </a:moveTo>
                <a:cubicBezTo>
                  <a:pt x="3558" y="63"/>
                  <a:pt x="3537" y="81"/>
                  <a:pt x="3511" y="81"/>
                </a:cubicBezTo>
                <a:cubicBezTo>
                  <a:pt x="47" y="81"/>
                  <a:pt x="47" y="81"/>
                  <a:pt x="47" y="81"/>
                </a:cubicBezTo>
                <a:cubicBezTo>
                  <a:pt x="21" y="81"/>
                  <a:pt x="0" y="63"/>
                  <a:pt x="0" y="41"/>
                </a:cubicBezTo>
                <a:cubicBezTo>
                  <a:pt x="0" y="18"/>
                  <a:pt x="21" y="0"/>
                  <a:pt x="47" y="0"/>
                </a:cubicBezTo>
                <a:cubicBezTo>
                  <a:pt x="3511" y="0"/>
                  <a:pt x="3511" y="0"/>
                  <a:pt x="3511" y="0"/>
                </a:cubicBezTo>
                <a:cubicBezTo>
                  <a:pt x="3537" y="0"/>
                  <a:pt x="3558" y="18"/>
                  <a:pt x="3558" y="41"/>
                </a:cubicBezTo>
                <a:close/>
              </a:path>
            </a:pathLst>
          </a:custGeom>
          <a:solidFill>
            <a:srgbClr val="D3F74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6" name="Freeform 587"/>
          <p:cNvSpPr>
            <a:spLocks/>
          </p:cNvSpPr>
          <p:nvPr/>
        </p:nvSpPr>
        <p:spPr bwMode="auto">
          <a:xfrm>
            <a:off x="9108" y="6546121"/>
            <a:ext cx="12173782" cy="137484"/>
          </a:xfrm>
          <a:custGeom>
            <a:avLst/>
            <a:gdLst>
              <a:gd name="T0" fmla="*/ 47 w 3558"/>
              <a:gd name="T1" fmla="*/ 40 h 40"/>
              <a:gd name="T2" fmla="*/ 3511 w 3558"/>
              <a:gd name="T3" fmla="*/ 40 h 40"/>
              <a:gd name="T4" fmla="*/ 3558 w 3558"/>
              <a:gd name="T5" fmla="*/ 0 h 40"/>
              <a:gd name="T6" fmla="*/ 0 w 3558"/>
              <a:gd name="T7" fmla="*/ 0 h 40"/>
              <a:gd name="T8" fmla="*/ 47 w 3558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58" h="40">
                <a:moveTo>
                  <a:pt x="47" y="40"/>
                </a:moveTo>
                <a:cubicBezTo>
                  <a:pt x="3511" y="40"/>
                  <a:pt x="3511" y="40"/>
                  <a:pt x="3511" y="40"/>
                </a:cubicBezTo>
                <a:cubicBezTo>
                  <a:pt x="3537" y="40"/>
                  <a:pt x="3558" y="22"/>
                  <a:pt x="355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2"/>
                  <a:pt x="21" y="40"/>
                  <a:pt x="47" y="40"/>
                </a:cubicBezTo>
                <a:close/>
              </a:path>
            </a:pathLst>
          </a:custGeom>
          <a:solidFill>
            <a:srgbClr val="99BE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9" name="Freeform 590"/>
          <p:cNvSpPr>
            <a:spLocks/>
          </p:cNvSpPr>
          <p:nvPr/>
        </p:nvSpPr>
        <p:spPr bwMode="auto">
          <a:xfrm>
            <a:off x="10735698" y="5570714"/>
            <a:ext cx="400873" cy="712019"/>
          </a:xfrm>
          <a:custGeom>
            <a:avLst/>
            <a:gdLst>
              <a:gd name="T0" fmla="*/ 117 w 117"/>
              <a:gd name="T1" fmla="*/ 149 h 208"/>
              <a:gd name="T2" fmla="*/ 59 w 117"/>
              <a:gd name="T3" fmla="*/ 208 h 208"/>
              <a:gd name="T4" fmla="*/ 0 w 117"/>
              <a:gd name="T5" fmla="*/ 149 h 208"/>
              <a:gd name="T6" fmla="*/ 59 w 117"/>
              <a:gd name="T7" fmla="*/ 0 h 208"/>
              <a:gd name="T8" fmla="*/ 117 w 117"/>
              <a:gd name="T9" fmla="*/ 14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7" h="208">
                <a:moveTo>
                  <a:pt x="117" y="149"/>
                </a:moveTo>
                <a:cubicBezTo>
                  <a:pt x="117" y="182"/>
                  <a:pt x="91" y="208"/>
                  <a:pt x="59" y="208"/>
                </a:cubicBezTo>
                <a:cubicBezTo>
                  <a:pt x="26" y="208"/>
                  <a:pt x="0" y="182"/>
                  <a:pt x="0" y="149"/>
                </a:cubicBezTo>
                <a:cubicBezTo>
                  <a:pt x="0" y="104"/>
                  <a:pt x="26" y="0"/>
                  <a:pt x="59" y="0"/>
                </a:cubicBezTo>
                <a:cubicBezTo>
                  <a:pt x="91" y="0"/>
                  <a:pt x="117" y="117"/>
                  <a:pt x="117" y="149"/>
                </a:cubicBez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0" name="Freeform 591"/>
          <p:cNvSpPr>
            <a:spLocks/>
          </p:cNvSpPr>
          <p:nvPr/>
        </p:nvSpPr>
        <p:spPr bwMode="auto">
          <a:xfrm>
            <a:off x="10936858" y="5570714"/>
            <a:ext cx="199713" cy="712019"/>
          </a:xfrm>
          <a:custGeom>
            <a:avLst/>
            <a:gdLst>
              <a:gd name="T0" fmla="*/ 58 w 58"/>
              <a:gd name="T1" fmla="*/ 149 h 208"/>
              <a:gd name="T2" fmla="*/ 0 w 58"/>
              <a:gd name="T3" fmla="*/ 0 h 208"/>
              <a:gd name="T4" fmla="*/ 0 w 58"/>
              <a:gd name="T5" fmla="*/ 208 h 208"/>
              <a:gd name="T6" fmla="*/ 58 w 58"/>
              <a:gd name="T7" fmla="*/ 14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8" h="208">
                <a:moveTo>
                  <a:pt x="58" y="149"/>
                </a:moveTo>
                <a:cubicBezTo>
                  <a:pt x="58" y="108"/>
                  <a:pt x="32" y="0"/>
                  <a:pt x="0" y="0"/>
                </a:cubicBezTo>
                <a:cubicBezTo>
                  <a:pt x="0" y="208"/>
                  <a:pt x="0" y="208"/>
                  <a:pt x="0" y="208"/>
                </a:cubicBezTo>
                <a:cubicBezTo>
                  <a:pt x="32" y="208"/>
                  <a:pt x="58" y="182"/>
                  <a:pt x="58" y="149"/>
                </a:cubicBezTo>
                <a:close/>
              </a:path>
            </a:pathLst>
          </a:custGeom>
          <a:solidFill>
            <a:srgbClr val="84A2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3" name="Oval 594"/>
          <p:cNvSpPr>
            <a:spLocks noChangeArrowheads="1"/>
          </p:cNvSpPr>
          <p:nvPr/>
        </p:nvSpPr>
        <p:spPr bwMode="auto">
          <a:xfrm>
            <a:off x="10996193" y="5909357"/>
            <a:ext cx="303910" cy="403767"/>
          </a:xfrm>
          <a:prstGeom prst="ellipse">
            <a:avLst/>
          </a:pr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4" name="Freeform 595"/>
          <p:cNvSpPr>
            <a:spLocks/>
          </p:cNvSpPr>
          <p:nvPr/>
        </p:nvSpPr>
        <p:spPr bwMode="auto">
          <a:xfrm>
            <a:off x="11149595" y="5909357"/>
            <a:ext cx="150508" cy="403767"/>
          </a:xfrm>
          <a:custGeom>
            <a:avLst/>
            <a:gdLst>
              <a:gd name="T0" fmla="*/ 44 w 44"/>
              <a:gd name="T1" fmla="*/ 59 h 118"/>
              <a:gd name="T2" fmla="*/ 0 w 44"/>
              <a:gd name="T3" fmla="*/ 0 h 118"/>
              <a:gd name="T4" fmla="*/ 0 w 44"/>
              <a:gd name="T5" fmla="*/ 118 h 118"/>
              <a:gd name="T6" fmla="*/ 44 w 44"/>
              <a:gd name="T7" fmla="*/ 59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" h="118">
                <a:moveTo>
                  <a:pt x="44" y="59"/>
                </a:moveTo>
                <a:cubicBezTo>
                  <a:pt x="44" y="26"/>
                  <a:pt x="24" y="0"/>
                  <a:pt x="0" y="0"/>
                </a:cubicBezTo>
                <a:cubicBezTo>
                  <a:pt x="0" y="118"/>
                  <a:pt x="0" y="118"/>
                  <a:pt x="0" y="118"/>
                </a:cubicBezTo>
                <a:cubicBezTo>
                  <a:pt x="24" y="118"/>
                  <a:pt x="44" y="92"/>
                  <a:pt x="44" y="59"/>
                </a:cubicBezTo>
                <a:close/>
              </a:path>
            </a:pathLst>
          </a:custGeom>
          <a:solidFill>
            <a:srgbClr val="84A2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7291437" y="5467284"/>
            <a:ext cx="389295" cy="306805"/>
            <a:chOff x="7520037" y="5452044"/>
            <a:chExt cx="389295" cy="306805"/>
          </a:xfrm>
        </p:grpSpPr>
        <p:sp>
          <p:nvSpPr>
            <p:cNvPr id="11" name="Freeform 608"/>
            <p:cNvSpPr>
              <a:spLocks/>
            </p:cNvSpPr>
            <p:nvPr/>
          </p:nvSpPr>
          <p:spPr bwMode="auto">
            <a:xfrm>
              <a:off x="7796451" y="5673464"/>
              <a:ext cx="37627" cy="85385"/>
            </a:xfrm>
            <a:custGeom>
              <a:avLst/>
              <a:gdLst>
                <a:gd name="T0" fmla="*/ 12 w 26"/>
                <a:gd name="T1" fmla="*/ 59 h 59"/>
                <a:gd name="T2" fmla="*/ 0 w 26"/>
                <a:gd name="T3" fmla="*/ 57 h 59"/>
                <a:gd name="T4" fmla="*/ 12 w 26"/>
                <a:gd name="T5" fmla="*/ 0 h 59"/>
                <a:gd name="T6" fmla="*/ 26 w 26"/>
                <a:gd name="T7" fmla="*/ 3 h 59"/>
                <a:gd name="T8" fmla="*/ 12 w 26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59">
                  <a:moveTo>
                    <a:pt x="12" y="59"/>
                  </a:moveTo>
                  <a:lnTo>
                    <a:pt x="0" y="57"/>
                  </a:lnTo>
                  <a:lnTo>
                    <a:pt x="12" y="0"/>
                  </a:lnTo>
                  <a:lnTo>
                    <a:pt x="26" y="3"/>
                  </a:lnTo>
                  <a:lnTo>
                    <a:pt x="12" y="59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609"/>
            <p:cNvSpPr>
              <a:spLocks/>
            </p:cNvSpPr>
            <p:nvPr/>
          </p:nvSpPr>
          <p:spPr bwMode="auto">
            <a:xfrm>
              <a:off x="7748693" y="5663334"/>
              <a:ext cx="40521" cy="85385"/>
            </a:xfrm>
            <a:custGeom>
              <a:avLst/>
              <a:gdLst>
                <a:gd name="T0" fmla="*/ 14 w 28"/>
                <a:gd name="T1" fmla="*/ 59 h 59"/>
                <a:gd name="T2" fmla="*/ 0 w 28"/>
                <a:gd name="T3" fmla="*/ 55 h 59"/>
                <a:gd name="T4" fmla="*/ 14 w 28"/>
                <a:gd name="T5" fmla="*/ 0 h 59"/>
                <a:gd name="T6" fmla="*/ 28 w 28"/>
                <a:gd name="T7" fmla="*/ 3 h 59"/>
                <a:gd name="T8" fmla="*/ 14 w 28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9">
                  <a:moveTo>
                    <a:pt x="14" y="59"/>
                  </a:moveTo>
                  <a:lnTo>
                    <a:pt x="0" y="55"/>
                  </a:lnTo>
                  <a:lnTo>
                    <a:pt x="14" y="0"/>
                  </a:lnTo>
                  <a:lnTo>
                    <a:pt x="28" y="3"/>
                  </a:lnTo>
                  <a:lnTo>
                    <a:pt x="14" y="59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610"/>
            <p:cNvSpPr>
              <a:spLocks/>
            </p:cNvSpPr>
            <p:nvPr/>
          </p:nvSpPr>
          <p:spPr bwMode="auto">
            <a:xfrm>
              <a:off x="7645943" y="5635837"/>
              <a:ext cx="37627" cy="85385"/>
            </a:xfrm>
            <a:custGeom>
              <a:avLst/>
              <a:gdLst>
                <a:gd name="T0" fmla="*/ 12 w 26"/>
                <a:gd name="T1" fmla="*/ 59 h 59"/>
                <a:gd name="T2" fmla="*/ 0 w 26"/>
                <a:gd name="T3" fmla="*/ 57 h 59"/>
                <a:gd name="T4" fmla="*/ 12 w 26"/>
                <a:gd name="T5" fmla="*/ 0 h 59"/>
                <a:gd name="T6" fmla="*/ 26 w 26"/>
                <a:gd name="T7" fmla="*/ 5 h 59"/>
                <a:gd name="T8" fmla="*/ 12 w 26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59">
                  <a:moveTo>
                    <a:pt x="12" y="59"/>
                  </a:moveTo>
                  <a:lnTo>
                    <a:pt x="0" y="57"/>
                  </a:lnTo>
                  <a:lnTo>
                    <a:pt x="12" y="0"/>
                  </a:lnTo>
                  <a:lnTo>
                    <a:pt x="26" y="5"/>
                  </a:lnTo>
                  <a:lnTo>
                    <a:pt x="12" y="59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611"/>
            <p:cNvSpPr>
              <a:spLocks/>
            </p:cNvSpPr>
            <p:nvPr/>
          </p:nvSpPr>
          <p:spPr bwMode="auto">
            <a:xfrm>
              <a:off x="7598185" y="5625707"/>
              <a:ext cx="40521" cy="85385"/>
            </a:xfrm>
            <a:custGeom>
              <a:avLst/>
              <a:gdLst>
                <a:gd name="T0" fmla="*/ 14 w 28"/>
                <a:gd name="T1" fmla="*/ 59 h 59"/>
                <a:gd name="T2" fmla="*/ 0 w 28"/>
                <a:gd name="T3" fmla="*/ 57 h 59"/>
                <a:gd name="T4" fmla="*/ 14 w 28"/>
                <a:gd name="T5" fmla="*/ 0 h 59"/>
                <a:gd name="T6" fmla="*/ 28 w 28"/>
                <a:gd name="T7" fmla="*/ 3 h 59"/>
                <a:gd name="T8" fmla="*/ 14 w 28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9">
                  <a:moveTo>
                    <a:pt x="14" y="59"/>
                  </a:moveTo>
                  <a:lnTo>
                    <a:pt x="0" y="57"/>
                  </a:lnTo>
                  <a:lnTo>
                    <a:pt x="14" y="0"/>
                  </a:lnTo>
                  <a:lnTo>
                    <a:pt x="28" y="3"/>
                  </a:lnTo>
                  <a:lnTo>
                    <a:pt x="14" y="59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12"/>
            <p:cNvSpPr>
              <a:spLocks/>
            </p:cNvSpPr>
            <p:nvPr/>
          </p:nvSpPr>
          <p:spPr bwMode="auto">
            <a:xfrm>
              <a:off x="7796451" y="5748718"/>
              <a:ext cx="17366" cy="10131"/>
            </a:xfrm>
            <a:custGeom>
              <a:avLst/>
              <a:gdLst>
                <a:gd name="T0" fmla="*/ 0 w 12"/>
                <a:gd name="T1" fmla="*/ 0 h 7"/>
                <a:gd name="T2" fmla="*/ 0 w 12"/>
                <a:gd name="T3" fmla="*/ 5 h 7"/>
                <a:gd name="T4" fmla="*/ 12 w 12"/>
                <a:gd name="T5" fmla="*/ 7 h 7"/>
                <a:gd name="T6" fmla="*/ 12 w 12"/>
                <a:gd name="T7" fmla="*/ 3 h 7"/>
                <a:gd name="T8" fmla="*/ 0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lnTo>
                    <a:pt x="0" y="5"/>
                  </a:lnTo>
                  <a:lnTo>
                    <a:pt x="12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13"/>
            <p:cNvSpPr>
              <a:spLocks/>
            </p:cNvSpPr>
            <p:nvPr/>
          </p:nvSpPr>
          <p:spPr bwMode="auto">
            <a:xfrm>
              <a:off x="7748693" y="5735694"/>
              <a:ext cx="20261" cy="13025"/>
            </a:xfrm>
            <a:custGeom>
              <a:avLst/>
              <a:gdLst>
                <a:gd name="T0" fmla="*/ 2 w 14"/>
                <a:gd name="T1" fmla="*/ 0 h 9"/>
                <a:gd name="T2" fmla="*/ 0 w 14"/>
                <a:gd name="T3" fmla="*/ 5 h 9"/>
                <a:gd name="T4" fmla="*/ 14 w 14"/>
                <a:gd name="T5" fmla="*/ 9 h 9"/>
                <a:gd name="T6" fmla="*/ 14 w 14"/>
                <a:gd name="T7" fmla="*/ 5 h 9"/>
                <a:gd name="T8" fmla="*/ 2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2" y="0"/>
                  </a:moveTo>
                  <a:lnTo>
                    <a:pt x="0" y="5"/>
                  </a:lnTo>
                  <a:lnTo>
                    <a:pt x="14" y="9"/>
                  </a:lnTo>
                  <a:lnTo>
                    <a:pt x="14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14"/>
            <p:cNvSpPr>
              <a:spLocks/>
            </p:cNvSpPr>
            <p:nvPr/>
          </p:nvSpPr>
          <p:spPr bwMode="auto">
            <a:xfrm>
              <a:off x="7645943" y="5711091"/>
              <a:ext cx="20261" cy="10131"/>
            </a:xfrm>
            <a:custGeom>
              <a:avLst/>
              <a:gdLst>
                <a:gd name="T0" fmla="*/ 0 w 14"/>
                <a:gd name="T1" fmla="*/ 0 h 7"/>
                <a:gd name="T2" fmla="*/ 0 w 14"/>
                <a:gd name="T3" fmla="*/ 5 h 7"/>
                <a:gd name="T4" fmla="*/ 12 w 14"/>
                <a:gd name="T5" fmla="*/ 7 h 7"/>
                <a:gd name="T6" fmla="*/ 14 w 14"/>
                <a:gd name="T7" fmla="*/ 3 h 7"/>
                <a:gd name="T8" fmla="*/ 0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lnTo>
                    <a:pt x="0" y="5"/>
                  </a:lnTo>
                  <a:lnTo>
                    <a:pt x="12" y="7"/>
                  </a:lnTo>
                  <a:lnTo>
                    <a:pt x="1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615"/>
            <p:cNvSpPr>
              <a:spLocks/>
            </p:cNvSpPr>
            <p:nvPr/>
          </p:nvSpPr>
          <p:spPr bwMode="auto">
            <a:xfrm>
              <a:off x="7598185" y="5700961"/>
              <a:ext cx="20261" cy="10131"/>
            </a:xfrm>
            <a:custGeom>
              <a:avLst/>
              <a:gdLst>
                <a:gd name="T0" fmla="*/ 2 w 14"/>
                <a:gd name="T1" fmla="*/ 0 h 7"/>
                <a:gd name="T2" fmla="*/ 0 w 14"/>
                <a:gd name="T3" fmla="*/ 5 h 7"/>
                <a:gd name="T4" fmla="*/ 14 w 14"/>
                <a:gd name="T5" fmla="*/ 7 h 7"/>
                <a:gd name="T6" fmla="*/ 14 w 14"/>
                <a:gd name="T7" fmla="*/ 3 h 7"/>
                <a:gd name="T8" fmla="*/ 2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2" y="0"/>
                  </a:moveTo>
                  <a:lnTo>
                    <a:pt x="0" y="5"/>
                  </a:lnTo>
                  <a:lnTo>
                    <a:pt x="14" y="7"/>
                  </a:lnTo>
                  <a:lnTo>
                    <a:pt x="14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616"/>
            <p:cNvSpPr>
              <a:spLocks/>
            </p:cNvSpPr>
            <p:nvPr/>
          </p:nvSpPr>
          <p:spPr bwMode="auto">
            <a:xfrm>
              <a:off x="7731327" y="5663334"/>
              <a:ext cx="65124" cy="47758"/>
            </a:xfrm>
            <a:custGeom>
              <a:avLst/>
              <a:gdLst>
                <a:gd name="T0" fmla="*/ 18 w 19"/>
                <a:gd name="T1" fmla="*/ 9 h 14"/>
                <a:gd name="T2" fmla="*/ 8 w 19"/>
                <a:gd name="T3" fmla="*/ 13 h 14"/>
                <a:gd name="T4" fmla="*/ 1 w 19"/>
                <a:gd name="T5" fmla="*/ 5 h 14"/>
                <a:gd name="T6" fmla="*/ 11 w 19"/>
                <a:gd name="T7" fmla="*/ 1 h 14"/>
                <a:gd name="T8" fmla="*/ 18 w 19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4">
                  <a:moveTo>
                    <a:pt x="18" y="9"/>
                  </a:moveTo>
                  <a:cubicBezTo>
                    <a:pt x="17" y="12"/>
                    <a:pt x="13" y="14"/>
                    <a:pt x="8" y="13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1" y="2"/>
                    <a:pt x="6" y="0"/>
                    <a:pt x="11" y="1"/>
                  </a:cubicBezTo>
                  <a:cubicBezTo>
                    <a:pt x="15" y="2"/>
                    <a:pt x="19" y="6"/>
                    <a:pt x="18" y="9"/>
                  </a:cubicBez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617"/>
            <p:cNvSpPr>
              <a:spLocks/>
            </p:cNvSpPr>
            <p:nvPr/>
          </p:nvSpPr>
          <p:spPr bwMode="auto">
            <a:xfrm>
              <a:off x="7608316" y="5492565"/>
              <a:ext cx="270625" cy="212738"/>
            </a:xfrm>
            <a:custGeom>
              <a:avLst/>
              <a:gdLst>
                <a:gd name="T0" fmla="*/ 71 w 79"/>
                <a:gd name="T1" fmla="*/ 52 h 62"/>
                <a:gd name="T2" fmla="*/ 58 w 79"/>
                <a:gd name="T3" fmla="*/ 60 h 62"/>
                <a:gd name="T4" fmla="*/ 9 w 79"/>
                <a:gd name="T5" fmla="*/ 48 h 62"/>
                <a:gd name="T6" fmla="*/ 1 w 79"/>
                <a:gd name="T7" fmla="*/ 35 h 62"/>
                <a:gd name="T8" fmla="*/ 7 w 79"/>
                <a:gd name="T9" fmla="*/ 9 h 62"/>
                <a:gd name="T10" fmla="*/ 20 w 79"/>
                <a:gd name="T11" fmla="*/ 1 h 62"/>
                <a:gd name="T12" fmla="*/ 70 w 79"/>
                <a:gd name="T13" fmla="*/ 13 h 62"/>
                <a:gd name="T14" fmla="*/ 77 w 79"/>
                <a:gd name="T15" fmla="*/ 26 h 62"/>
                <a:gd name="T16" fmla="*/ 71 w 79"/>
                <a:gd name="T17" fmla="*/ 5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62">
                  <a:moveTo>
                    <a:pt x="71" y="52"/>
                  </a:moveTo>
                  <a:cubicBezTo>
                    <a:pt x="70" y="58"/>
                    <a:pt x="64" y="62"/>
                    <a:pt x="58" y="60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3" y="47"/>
                    <a:pt x="0" y="41"/>
                    <a:pt x="1" y="35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3"/>
                    <a:pt x="15" y="0"/>
                    <a:pt x="20" y="1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5" y="14"/>
                    <a:pt x="79" y="20"/>
                    <a:pt x="77" y="26"/>
                  </a:cubicBezTo>
                  <a:lnTo>
                    <a:pt x="71" y="52"/>
                  </a:ln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618"/>
            <p:cNvSpPr>
              <a:spLocks/>
            </p:cNvSpPr>
            <p:nvPr/>
          </p:nvSpPr>
          <p:spPr bwMode="auto">
            <a:xfrm>
              <a:off x="7525826" y="5512826"/>
              <a:ext cx="82490" cy="52099"/>
            </a:xfrm>
            <a:custGeom>
              <a:avLst/>
              <a:gdLst>
                <a:gd name="T0" fmla="*/ 24 w 24"/>
                <a:gd name="T1" fmla="*/ 3 h 15"/>
                <a:gd name="T2" fmla="*/ 11 w 24"/>
                <a:gd name="T3" fmla="*/ 13 h 15"/>
                <a:gd name="T4" fmla="*/ 0 w 24"/>
                <a:gd name="T5" fmla="*/ 11 h 15"/>
                <a:gd name="T6" fmla="*/ 12 w 24"/>
                <a:gd name="T7" fmla="*/ 1 h 15"/>
                <a:gd name="T8" fmla="*/ 24 w 24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5">
                  <a:moveTo>
                    <a:pt x="24" y="3"/>
                  </a:moveTo>
                  <a:cubicBezTo>
                    <a:pt x="21" y="8"/>
                    <a:pt x="16" y="11"/>
                    <a:pt x="11" y="13"/>
                  </a:cubicBezTo>
                  <a:cubicBezTo>
                    <a:pt x="6" y="15"/>
                    <a:pt x="2" y="14"/>
                    <a:pt x="0" y="11"/>
                  </a:cubicBezTo>
                  <a:cubicBezTo>
                    <a:pt x="3" y="7"/>
                    <a:pt x="7" y="3"/>
                    <a:pt x="12" y="1"/>
                  </a:cubicBezTo>
                  <a:cubicBezTo>
                    <a:pt x="17" y="0"/>
                    <a:pt x="21" y="1"/>
                    <a:pt x="24" y="3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619"/>
            <p:cNvSpPr>
              <a:spLocks/>
            </p:cNvSpPr>
            <p:nvPr/>
          </p:nvSpPr>
          <p:spPr bwMode="auto">
            <a:xfrm>
              <a:off x="7525826" y="5522956"/>
              <a:ext cx="82490" cy="41969"/>
            </a:xfrm>
            <a:custGeom>
              <a:avLst/>
              <a:gdLst>
                <a:gd name="T0" fmla="*/ 11 w 24"/>
                <a:gd name="T1" fmla="*/ 10 h 12"/>
                <a:gd name="T2" fmla="*/ 24 w 24"/>
                <a:gd name="T3" fmla="*/ 0 h 12"/>
                <a:gd name="T4" fmla="*/ 0 w 24"/>
                <a:gd name="T5" fmla="*/ 8 h 12"/>
                <a:gd name="T6" fmla="*/ 11 w 24"/>
                <a:gd name="T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11" y="10"/>
                  </a:moveTo>
                  <a:cubicBezTo>
                    <a:pt x="16" y="8"/>
                    <a:pt x="21" y="5"/>
                    <a:pt x="24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11"/>
                    <a:pt x="6" y="12"/>
                    <a:pt x="11" y="10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620"/>
            <p:cNvSpPr>
              <a:spLocks/>
            </p:cNvSpPr>
            <p:nvPr/>
          </p:nvSpPr>
          <p:spPr bwMode="auto">
            <a:xfrm>
              <a:off x="7656073" y="5533087"/>
              <a:ext cx="62230" cy="69465"/>
            </a:xfrm>
            <a:custGeom>
              <a:avLst/>
              <a:gdLst>
                <a:gd name="T0" fmla="*/ 0 w 18"/>
                <a:gd name="T1" fmla="*/ 1 h 20"/>
                <a:gd name="T2" fmla="*/ 7 w 18"/>
                <a:gd name="T3" fmla="*/ 15 h 20"/>
                <a:gd name="T4" fmla="*/ 18 w 18"/>
                <a:gd name="T5" fmla="*/ 19 h 20"/>
                <a:gd name="T6" fmla="*/ 11 w 18"/>
                <a:gd name="T7" fmla="*/ 4 h 20"/>
                <a:gd name="T8" fmla="*/ 0 w 18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0">
                  <a:moveTo>
                    <a:pt x="0" y="1"/>
                  </a:moveTo>
                  <a:cubicBezTo>
                    <a:pt x="1" y="6"/>
                    <a:pt x="3" y="11"/>
                    <a:pt x="7" y="15"/>
                  </a:cubicBezTo>
                  <a:cubicBezTo>
                    <a:pt x="11" y="19"/>
                    <a:pt x="15" y="20"/>
                    <a:pt x="18" y="19"/>
                  </a:cubicBezTo>
                  <a:cubicBezTo>
                    <a:pt x="17" y="13"/>
                    <a:pt x="15" y="8"/>
                    <a:pt x="11" y="4"/>
                  </a:cubicBezTo>
                  <a:cubicBezTo>
                    <a:pt x="8" y="1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621"/>
            <p:cNvSpPr>
              <a:spLocks/>
            </p:cNvSpPr>
            <p:nvPr/>
          </p:nvSpPr>
          <p:spPr bwMode="auto">
            <a:xfrm>
              <a:off x="7656073" y="5537428"/>
              <a:ext cx="62230" cy="65124"/>
            </a:xfrm>
            <a:custGeom>
              <a:avLst/>
              <a:gdLst>
                <a:gd name="T0" fmla="*/ 7 w 18"/>
                <a:gd name="T1" fmla="*/ 14 h 19"/>
                <a:gd name="T2" fmla="*/ 0 w 18"/>
                <a:gd name="T3" fmla="*/ 0 h 19"/>
                <a:gd name="T4" fmla="*/ 18 w 18"/>
                <a:gd name="T5" fmla="*/ 18 h 19"/>
                <a:gd name="T6" fmla="*/ 7 w 18"/>
                <a:gd name="T7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9">
                  <a:moveTo>
                    <a:pt x="7" y="14"/>
                  </a:moveTo>
                  <a:cubicBezTo>
                    <a:pt x="3" y="10"/>
                    <a:pt x="1" y="5"/>
                    <a:pt x="0" y="0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5" y="19"/>
                    <a:pt x="11" y="18"/>
                    <a:pt x="7" y="14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622"/>
            <p:cNvSpPr>
              <a:spLocks/>
            </p:cNvSpPr>
            <p:nvPr/>
          </p:nvSpPr>
          <p:spPr bwMode="auto">
            <a:xfrm>
              <a:off x="7520037" y="5452044"/>
              <a:ext cx="102751" cy="92620"/>
            </a:xfrm>
            <a:custGeom>
              <a:avLst/>
              <a:gdLst>
                <a:gd name="T0" fmla="*/ 9 w 30"/>
                <a:gd name="T1" fmla="*/ 0 h 27"/>
                <a:gd name="T2" fmla="*/ 22 w 30"/>
                <a:gd name="T3" fmla="*/ 16 h 27"/>
                <a:gd name="T4" fmla="*/ 20 w 30"/>
                <a:gd name="T5" fmla="*/ 27 h 27"/>
                <a:gd name="T6" fmla="*/ 9 w 30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7">
                  <a:moveTo>
                    <a:pt x="9" y="0"/>
                  </a:moveTo>
                  <a:cubicBezTo>
                    <a:pt x="9" y="0"/>
                    <a:pt x="15" y="13"/>
                    <a:pt x="22" y="16"/>
                  </a:cubicBezTo>
                  <a:cubicBezTo>
                    <a:pt x="30" y="18"/>
                    <a:pt x="20" y="27"/>
                    <a:pt x="20" y="27"/>
                  </a:cubicBezTo>
                  <a:cubicBezTo>
                    <a:pt x="20" y="27"/>
                    <a:pt x="0" y="1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623"/>
            <p:cNvSpPr>
              <a:spLocks/>
            </p:cNvSpPr>
            <p:nvPr/>
          </p:nvSpPr>
          <p:spPr bwMode="auto">
            <a:xfrm>
              <a:off x="7653178" y="5499801"/>
              <a:ext cx="92620" cy="65124"/>
            </a:xfrm>
            <a:custGeom>
              <a:avLst/>
              <a:gdLst>
                <a:gd name="T0" fmla="*/ 27 w 27"/>
                <a:gd name="T1" fmla="*/ 0 h 19"/>
                <a:gd name="T2" fmla="*/ 8 w 27"/>
                <a:gd name="T3" fmla="*/ 7 h 19"/>
                <a:gd name="T4" fmla="*/ 5 w 27"/>
                <a:gd name="T5" fmla="*/ 19 h 19"/>
                <a:gd name="T6" fmla="*/ 27 w 27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cubicBezTo>
                    <a:pt x="27" y="0"/>
                    <a:pt x="16" y="9"/>
                    <a:pt x="8" y="7"/>
                  </a:cubicBezTo>
                  <a:cubicBezTo>
                    <a:pt x="0" y="6"/>
                    <a:pt x="5" y="19"/>
                    <a:pt x="5" y="19"/>
                  </a:cubicBezTo>
                  <a:cubicBezTo>
                    <a:pt x="5" y="19"/>
                    <a:pt x="27" y="19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624"/>
            <p:cNvSpPr>
              <a:spLocks/>
            </p:cNvSpPr>
            <p:nvPr/>
          </p:nvSpPr>
          <p:spPr bwMode="auto">
            <a:xfrm>
              <a:off x="7557664" y="5485329"/>
              <a:ext cx="136036" cy="154850"/>
            </a:xfrm>
            <a:custGeom>
              <a:avLst/>
              <a:gdLst>
                <a:gd name="T0" fmla="*/ 33 w 40"/>
                <a:gd name="T1" fmla="*/ 36 h 45"/>
                <a:gd name="T2" fmla="*/ 21 w 40"/>
                <a:gd name="T3" fmla="*/ 44 h 45"/>
                <a:gd name="T4" fmla="*/ 9 w 40"/>
                <a:gd name="T5" fmla="*/ 41 h 45"/>
                <a:gd name="T6" fmla="*/ 2 w 40"/>
                <a:gd name="T7" fmla="*/ 28 h 45"/>
                <a:gd name="T8" fmla="*/ 6 w 40"/>
                <a:gd name="T9" fmla="*/ 9 h 45"/>
                <a:gd name="T10" fmla="*/ 19 w 40"/>
                <a:gd name="T11" fmla="*/ 1 h 45"/>
                <a:gd name="T12" fmla="*/ 30 w 40"/>
                <a:gd name="T13" fmla="*/ 4 h 45"/>
                <a:gd name="T14" fmla="*/ 38 w 40"/>
                <a:gd name="T15" fmla="*/ 16 h 45"/>
                <a:gd name="T16" fmla="*/ 33 w 40"/>
                <a:gd name="T17" fmla="*/ 3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45">
                  <a:moveTo>
                    <a:pt x="33" y="36"/>
                  </a:moveTo>
                  <a:cubicBezTo>
                    <a:pt x="32" y="42"/>
                    <a:pt x="26" y="45"/>
                    <a:pt x="21" y="44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4" y="40"/>
                    <a:pt x="0" y="34"/>
                    <a:pt x="2" y="2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3"/>
                    <a:pt x="13" y="0"/>
                    <a:pt x="19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6" y="5"/>
                    <a:pt x="40" y="11"/>
                    <a:pt x="38" y="16"/>
                  </a:cubicBezTo>
                  <a:lnTo>
                    <a:pt x="33" y="36"/>
                  </a:ln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625"/>
            <p:cNvSpPr>
              <a:spLocks/>
            </p:cNvSpPr>
            <p:nvPr/>
          </p:nvSpPr>
          <p:spPr bwMode="auto">
            <a:xfrm>
              <a:off x="7608316" y="5492565"/>
              <a:ext cx="85385" cy="147614"/>
            </a:xfrm>
            <a:custGeom>
              <a:avLst/>
              <a:gdLst>
                <a:gd name="T0" fmla="*/ 15 w 25"/>
                <a:gd name="T1" fmla="*/ 2 h 43"/>
                <a:gd name="T2" fmla="*/ 9 w 25"/>
                <a:gd name="T3" fmla="*/ 0 h 43"/>
                <a:gd name="T4" fmla="*/ 0 w 25"/>
                <a:gd name="T5" fmla="*/ 40 h 43"/>
                <a:gd name="T6" fmla="*/ 6 w 25"/>
                <a:gd name="T7" fmla="*/ 42 h 43"/>
                <a:gd name="T8" fmla="*/ 18 w 25"/>
                <a:gd name="T9" fmla="*/ 34 h 43"/>
                <a:gd name="T10" fmla="*/ 23 w 25"/>
                <a:gd name="T11" fmla="*/ 14 h 43"/>
                <a:gd name="T12" fmla="*/ 15 w 25"/>
                <a:gd name="T13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43">
                  <a:moveTo>
                    <a:pt x="15" y="2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1" y="43"/>
                    <a:pt x="17" y="40"/>
                    <a:pt x="18" y="3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5" y="9"/>
                    <a:pt x="21" y="3"/>
                    <a:pt x="15" y="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626"/>
            <p:cNvSpPr>
              <a:spLocks/>
            </p:cNvSpPr>
            <p:nvPr/>
          </p:nvSpPr>
          <p:spPr bwMode="auto">
            <a:xfrm>
              <a:off x="7530168" y="5577949"/>
              <a:ext cx="157744" cy="109987"/>
            </a:xfrm>
            <a:custGeom>
              <a:avLst/>
              <a:gdLst>
                <a:gd name="T0" fmla="*/ 44 w 46"/>
                <a:gd name="T1" fmla="*/ 23 h 32"/>
                <a:gd name="T2" fmla="*/ 31 w 46"/>
                <a:gd name="T3" fmla="*/ 31 h 32"/>
                <a:gd name="T4" fmla="*/ 9 w 46"/>
                <a:gd name="T5" fmla="*/ 25 h 32"/>
                <a:gd name="T6" fmla="*/ 1 w 46"/>
                <a:gd name="T7" fmla="*/ 13 h 32"/>
                <a:gd name="T8" fmla="*/ 2 w 46"/>
                <a:gd name="T9" fmla="*/ 10 h 32"/>
                <a:gd name="T10" fmla="*/ 14 w 46"/>
                <a:gd name="T11" fmla="*/ 2 h 32"/>
                <a:gd name="T12" fmla="*/ 36 w 46"/>
                <a:gd name="T13" fmla="*/ 7 h 32"/>
                <a:gd name="T14" fmla="*/ 44 w 46"/>
                <a:gd name="T15" fmla="*/ 20 h 32"/>
                <a:gd name="T16" fmla="*/ 44 w 46"/>
                <a:gd name="T17" fmla="*/ 2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32">
                  <a:moveTo>
                    <a:pt x="44" y="23"/>
                  </a:moveTo>
                  <a:cubicBezTo>
                    <a:pt x="42" y="28"/>
                    <a:pt x="36" y="32"/>
                    <a:pt x="31" y="3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3" y="24"/>
                    <a:pt x="0" y="18"/>
                    <a:pt x="1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4"/>
                    <a:pt x="9" y="0"/>
                    <a:pt x="14" y="2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42" y="8"/>
                    <a:pt x="46" y="14"/>
                    <a:pt x="44" y="20"/>
                  </a:cubicBezTo>
                  <a:lnTo>
                    <a:pt x="44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627"/>
            <p:cNvSpPr>
              <a:spLocks/>
            </p:cNvSpPr>
            <p:nvPr/>
          </p:nvSpPr>
          <p:spPr bwMode="auto">
            <a:xfrm>
              <a:off x="7550428" y="5615576"/>
              <a:ext cx="30391" cy="27497"/>
            </a:xfrm>
            <a:custGeom>
              <a:avLst/>
              <a:gdLst>
                <a:gd name="T0" fmla="*/ 8 w 9"/>
                <a:gd name="T1" fmla="*/ 5 h 8"/>
                <a:gd name="T2" fmla="*/ 3 w 9"/>
                <a:gd name="T3" fmla="*/ 8 h 8"/>
                <a:gd name="T4" fmla="*/ 0 w 9"/>
                <a:gd name="T5" fmla="*/ 3 h 8"/>
                <a:gd name="T6" fmla="*/ 5 w 9"/>
                <a:gd name="T7" fmla="*/ 0 h 8"/>
                <a:gd name="T8" fmla="*/ 8 w 9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8" y="5"/>
                  </a:moveTo>
                  <a:cubicBezTo>
                    <a:pt x="8" y="7"/>
                    <a:pt x="6" y="8"/>
                    <a:pt x="3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7" y="1"/>
                    <a:pt x="9" y="3"/>
                    <a:pt x="8" y="5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628"/>
            <p:cNvSpPr>
              <a:spLocks/>
            </p:cNvSpPr>
            <p:nvPr/>
          </p:nvSpPr>
          <p:spPr bwMode="auto">
            <a:xfrm>
              <a:off x="7628577" y="5632942"/>
              <a:ext cx="31838" cy="30391"/>
            </a:xfrm>
            <a:custGeom>
              <a:avLst/>
              <a:gdLst>
                <a:gd name="T0" fmla="*/ 8 w 9"/>
                <a:gd name="T1" fmla="*/ 5 h 9"/>
                <a:gd name="T2" fmla="*/ 3 w 9"/>
                <a:gd name="T3" fmla="*/ 8 h 9"/>
                <a:gd name="T4" fmla="*/ 0 w 9"/>
                <a:gd name="T5" fmla="*/ 4 h 9"/>
                <a:gd name="T6" fmla="*/ 5 w 9"/>
                <a:gd name="T7" fmla="*/ 1 h 9"/>
                <a:gd name="T8" fmla="*/ 8 w 9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8" y="5"/>
                  </a:moveTo>
                  <a:cubicBezTo>
                    <a:pt x="8" y="8"/>
                    <a:pt x="6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9" y="3"/>
                    <a:pt x="8" y="5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629"/>
            <p:cNvSpPr>
              <a:spLocks/>
            </p:cNvSpPr>
            <p:nvPr/>
          </p:nvSpPr>
          <p:spPr bwMode="auto">
            <a:xfrm>
              <a:off x="7601080" y="5540322"/>
              <a:ext cx="17366" cy="17366"/>
            </a:xfrm>
            <a:custGeom>
              <a:avLst/>
              <a:gdLst>
                <a:gd name="T0" fmla="*/ 4 w 5"/>
                <a:gd name="T1" fmla="*/ 3 h 5"/>
                <a:gd name="T2" fmla="*/ 2 w 5"/>
                <a:gd name="T3" fmla="*/ 4 h 5"/>
                <a:gd name="T4" fmla="*/ 0 w 5"/>
                <a:gd name="T5" fmla="*/ 2 h 5"/>
                <a:gd name="T6" fmla="*/ 3 w 5"/>
                <a:gd name="T7" fmla="*/ 0 h 5"/>
                <a:gd name="T8" fmla="*/ 4 w 5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4" y="3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630"/>
            <p:cNvSpPr>
              <a:spLocks/>
            </p:cNvSpPr>
            <p:nvPr/>
          </p:nvSpPr>
          <p:spPr bwMode="auto">
            <a:xfrm>
              <a:off x="7635812" y="5547559"/>
              <a:ext cx="17366" cy="17366"/>
            </a:xfrm>
            <a:custGeom>
              <a:avLst/>
              <a:gdLst>
                <a:gd name="T0" fmla="*/ 5 w 5"/>
                <a:gd name="T1" fmla="*/ 3 h 5"/>
                <a:gd name="T2" fmla="*/ 2 w 5"/>
                <a:gd name="T3" fmla="*/ 5 h 5"/>
                <a:gd name="T4" fmla="*/ 0 w 5"/>
                <a:gd name="T5" fmla="*/ 2 h 5"/>
                <a:gd name="T6" fmla="*/ 3 w 5"/>
                <a:gd name="T7" fmla="*/ 1 h 5"/>
                <a:gd name="T8" fmla="*/ 5 w 5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631"/>
            <p:cNvSpPr>
              <a:spLocks/>
            </p:cNvSpPr>
            <p:nvPr/>
          </p:nvSpPr>
          <p:spPr bwMode="auto">
            <a:xfrm>
              <a:off x="7751588" y="5700961"/>
              <a:ext cx="11578" cy="17366"/>
            </a:xfrm>
            <a:custGeom>
              <a:avLst/>
              <a:gdLst>
                <a:gd name="T0" fmla="*/ 2 w 3"/>
                <a:gd name="T1" fmla="*/ 4 h 5"/>
                <a:gd name="T2" fmla="*/ 1 w 3"/>
                <a:gd name="T3" fmla="*/ 5 h 5"/>
                <a:gd name="T4" fmla="*/ 0 w 3"/>
                <a:gd name="T5" fmla="*/ 4 h 5"/>
                <a:gd name="T6" fmla="*/ 1 w 3"/>
                <a:gd name="T7" fmla="*/ 1 h 5"/>
                <a:gd name="T8" fmla="*/ 2 w 3"/>
                <a:gd name="T9" fmla="*/ 0 h 5"/>
                <a:gd name="T10" fmla="*/ 3 w 3"/>
                <a:gd name="T11" fmla="*/ 1 h 5"/>
                <a:gd name="T12" fmla="*/ 2 w 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5"/>
                    <a:pt x="2" y="5"/>
                    <a:pt x="1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632"/>
            <p:cNvSpPr>
              <a:spLocks/>
            </p:cNvSpPr>
            <p:nvPr/>
          </p:nvSpPr>
          <p:spPr bwMode="auto">
            <a:xfrm>
              <a:off x="7738563" y="5695172"/>
              <a:ext cx="10131" cy="15920"/>
            </a:xfrm>
            <a:custGeom>
              <a:avLst/>
              <a:gdLst>
                <a:gd name="T0" fmla="*/ 2 w 3"/>
                <a:gd name="T1" fmla="*/ 4 h 5"/>
                <a:gd name="T2" fmla="*/ 1 w 3"/>
                <a:gd name="T3" fmla="*/ 5 h 5"/>
                <a:gd name="T4" fmla="*/ 0 w 3"/>
                <a:gd name="T5" fmla="*/ 3 h 5"/>
                <a:gd name="T6" fmla="*/ 1 w 3"/>
                <a:gd name="T7" fmla="*/ 1 h 5"/>
                <a:gd name="T8" fmla="*/ 2 w 3"/>
                <a:gd name="T9" fmla="*/ 0 h 5"/>
                <a:gd name="T10" fmla="*/ 3 w 3"/>
                <a:gd name="T11" fmla="*/ 1 h 5"/>
                <a:gd name="T12" fmla="*/ 2 w 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4"/>
                    <a:pt x="1" y="5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633"/>
            <p:cNvSpPr>
              <a:spLocks/>
            </p:cNvSpPr>
            <p:nvPr/>
          </p:nvSpPr>
          <p:spPr bwMode="auto">
            <a:xfrm>
              <a:off x="7768954" y="5700961"/>
              <a:ext cx="10131" cy="17366"/>
            </a:xfrm>
            <a:custGeom>
              <a:avLst/>
              <a:gdLst>
                <a:gd name="T0" fmla="*/ 2 w 3"/>
                <a:gd name="T1" fmla="*/ 4 h 5"/>
                <a:gd name="T2" fmla="*/ 1 w 3"/>
                <a:gd name="T3" fmla="*/ 5 h 5"/>
                <a:gd name="T4" fmla="*/ 0 w 3"/>
                <a:gd name="T5" fmla="*/ 3 h 5"/>
                <a:gd name="T6" fmla="*/ 1 w 3"/>
                <a:gd name="T7" fmla="*/ 1 h 5"/>
                <a:gd name="T8" fmla="*/ 2 w 3"/>
                <a:gd name="T9" fmla="*/ 0 h 5"/>
                <a:gd name="T10" fmla="*/ 3 w 3"/>
                <a:gd name="T11" fmla="*/ 1 h 5"/>
                <a:gd name="T12" fmla="*/ 2 w 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5"/>
                    <a:pt x="1" y="5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634"/>
            <p:cNvSpPr>
              <a:spLocks/>
            </p:cNvSpPr>
            <p:nvPr/>
          </p:nvSpPr>
          <p:spPr bwMode="auto">
            <a:xfrm>
              <a:off x="7864469" y="5544664"/>
              <a:ext cx="41969" cy="40521"/>
            </a:xfrm>
            <a:custGeom>
              <a:avLst/>
              <a:gdLst>
                <a:gd name="T0" fmla="*/ 0 w 12"/>
                <a:gd name="T1" fmla="*/ 11 h 12"/>
                <a:gd name="T2" fmla="*/ 1 w 12"/>
                <a:gd name="T3" fmla="*/ 10 h 12"/>
                <a:gd name="T4" fmla="*/ 7 w 12"/>
                <a:gd name="T5" fmla="*/ 9 h 12"/>
                <a:gd name="T6" fmla="*/ 9 w 12"/>
                <a:gd name="T7" fmla="*/ 0 h 12"/>
                <a:gd name="T8" fmla="*/ 11 w 12"/>
                <a:gd name="T9" fmla="*/ 0 h 12"/>
                <a:gd name="T10" fmla="*/ 8 w 12"/>
                <a:gd name="T11" fmla="*/ 10 h 12"/>
                <a:gd name="T12" fmla="*/ 0 w 12"/>
                <a:gd name="T1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3" y="10"/>
                    <a:pt x="5" y="10"/>
                    <a:pt x="7" y="9"/>
                  </a:cubicBezTo>
                  <a:cubicBezTo>
                    <a:pt x="10" y="6"/>
                    <a:pt x="9" y="0"/>
                    <a:pt x="9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2" y="7"/>
                    <a:pt x="8" y="10"/>
                  </a:cubicBezTo>
                  <a:cubicBezTo>
                    <a:pt x="6" y="12"/>
                    <a:pt x="4" y="12"/>
                    <a:pt x="0" y="11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635"/>
            <p:cNvSpPr>
              <a:spLocks/>
            </p:cNvSpPr>
            <p:nvPr/>
          </p:nvSpPr>
          <p:spPr bwMode="auto">
            <a:xfrm>
              <a:off x="7886177" y="5522956"/>
              <a:ext cx="23155" cy="24603"/>
            </a:xfrm>
            <a:custGeom>
              <a:avLst/>
              <a:gdLst>
                <a:gd name="T0" fmla="*/ 3 w 7"/>
                <a:gd name="T1" fmla="*/ 7 h 7"/>
                <a:gd name="T2" fmla="*/ 5 w 7"/>
                <a:gd name="T3" fmla="*/ 6 h 7"/>
                <a:gd name="T4" fmla="*/ 7 w 7"/>
                <a:gd name="T5" fmla="*/ 2 h 7"/>
                <a:gd name="T6" fmla="*/ 0 w 7"/>
                <a:gd name="T7" fmla="*/ 3 h 7"/>
                <a:gd name="T8" fmla="*/ 3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7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4" y="0"/>
                    <a:pt x="0" y="3"/>
                  </a:cubicBezTo>
                  <a:lnTo>
                    <a:pt x="3" y="7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636"/>
            <p:cNvSpPr>
              <a:spLocks/>
            </p:cNvSpPr>
            <p:nvPr/>
          </p:nvSpPr>
          <p:spPr bwMode="auto">
            <a:xfrm>
              <a:off x="7731327" y="5595315"/>
              <a:ext cx="109987" cy="72360"/>
            </a:xfrm>
            <a:custGeom>
              <a:avLst/>
              <a:gdLst>
                <a:gd name="T0" fmla="*/ 6 w 32"/>
                <a:gd name="T1" fmla="*/ 6 h 21"/>
                <a:gd name="T2" fmla="*/ 22 w 32"/>
                <a:gd name="T3" fmla="*/ 2 h 21"/>
                <a:gd name="T4" fmla="*/ 32 w 32"/>
                <a:gd name="T5" fmla="*/ 9 h 21"/>
                <a:gd name="T6" fmla="*/ 18 w 32"/>
                <a:gd name="T7" fmla="*/ 21 h 21"/>
                <a:gd name="T8" fmla="*/ 6 w 32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6" y="6"/>
                  </a:moveTo>
                  <a:cubicBezTo>
                    <a:pt x="11" y="0"/>
                    <a:pt x="18" y="4"/>
                    <a:pt x="22" y="2"/>
                  </a:cubicBezTo>
                  <a:cubicBezTo>
                    <a:pt x="27" y="0"/>
                    <a:pt x="31" y="5"/>
                    <a:pt x="32" y="9"/>
                  </a:cubicBezTo>
                  <a:cubicBezTo>
                    <a:pt x="32" y="13"/>
                    <a:pt x="28" y="20"/>
                    <a:pt x="18" y="21"/>
                  </a:cubicBezTo>
                  <a:cubicBezTo>
                    <a:pt x="8" y="21"/>
                    <a:pt x="0" y="12"/>
                    <a:pt x="6" y="6"/>
                  </a:cubicBezTo>
                  <a:close/>
                </a:path>
              </a:pathLst>
            </a:custGeom>
            <a:solidFill>
              <a:srgbClr val="8C6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637"/>
            <p:cNvSpPr>
              <a:spLocks/>
            </p:cNvSpPr>
            <p:nvPr/>
          </p:nvSpPr>
          <p:spPr bwMode="auto">
            <a:xfrm>
              <a:off x="7731327" y="5512826"/>
              <a:ext cx="85385" cy="65124"/>
            </a:xfrm>
            <a:custGeom>
              <a:avLst/>
              <a:gdLst>
                <a:gd name="T0" fmla="*/ 5 w 25"/>
                <a:gd name="T1" fmla="*/ 6 h 19"/>
                <a:gd name="T2" fmla="*/ 5 w 25"/>
                <a:gd name="T3" fmla="*/ 15 h 19"/>
                <a:gd name="T4" fmla="*/ 21 w 25"/>
                <a:gd name="T5" fmla="*/ 16 h 19"/>
                <a:gd name="T6" fmla="*/ 25 w 25"/>
                <a:gd name="T7" fmla="*/ 5 h 19"/>
                <a:gd name="T8" fmla="*/ 7 w 25"/>
                <a:gd name="T9" fmla="*/ 0 h 19"/>
                <a:gd name="T10" fmla="*/ 5 w 25"/>
                <a:gd name="T11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9">
                  <a:moveTo>
                    <a:pt x="5" y="6"/>
                  </a:moveTo>
                  <a:cubicBezTo>
                    <a:pt x="3" y="8"/>
                    <a:pt x="0" y="10"/>
                    <a:pt x="5" y="15"/>
                  </a:cubicBezTo>
                  <a:cubicBezTo>
                    <a:pt x="10" y="19"/>
                    <a:pt x="16" y="18"/>
                    <a:pt x="21" y="16"/>
                  </a:cubicBezTo>
                  <a:cubicBezTo>
                    <a:pt x="23" y="14"/>
                    <a:pt x="25" y="9"/>
                    <a:pt x="25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2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8C6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8375555" y="5868924"/>
            <a:ext cx="615058" cy="571641"/>
            <a:chOff x="6561995" y="5838444"/>
            <a:chExt cx="615058" cy="571641"/>
          </a:xfrm>
        </p:grpSpPr>
        <p:sp>
          <p:nvSpPr>
            <p:cNvPr id="269" name="Freeform 550"/>
            <p:cNvSpPr>
              <a:spLocks/>
            </p:cNvSpPr>
            <p:nvPr/>
          </p:nvSpPr>
          <p:spPr bwMode="auto">
            <a:xfrm>
              <a:off x="6561995" y="6122093"/>
              <a:ext cx="20261" cy="115775"/>
            </a:xfrm>
            <a:custGeom>
              <a:avLst/>
              <a:gdLst>
                <a:gd name="T0" fmla="*/ 0 w 14"/>
                <a:gd name="T1" fmla="*/ 0 h 80"/>
                <a:gd name="T2" fmla="*/ 0 w 14"/>
                <a:gd name="T3" fmla="*/ 80 h 80"/>
                <a:gd name="T4" fmla="*/ 14 w 14"/>
                <a:gd name="T5" fmla="*/ 80 h 80"/>
                <a:gd name="T6" fmla="*/ 7 w 14"/>
                <a:gd name="T7" fmla="*/ 0 h 80"/>
                <a:gd name="T8" fmla="*/ 0 w 14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80">
                  <a:moveTo>
                    <a:pt x="0" y="0"/>
                  </a:moveTo>
                  <a:lnTo>
                    <a:pt x="0" y="80"/>
                  </a:lnTo>
                  <a:lnTo>
                    <a:pt x="14" y="8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Rectangle 660"/>
            <p:cNvSpPr>
              <a:spLocks noChangeArrowheads="1"/>
            </p:cNvSpPr>
            <p:nvPr/>
          </p:nvSpPr>
          <p:spPr bwMode="auto">
            <a:xfrm>
              <a:off x="6896297" y="6324700"/>
              <a:ext cx="27497" cy="85385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Rectangle 661"/>
            <p:cNvSpPr>
              <a:spLocks noChangeArrowheads="1"/>
            </p:cNvSpPr>
            <p:nvPr/>
          </p:nvSpPr>
          <p:spPr bwMode="auto">
            <a:xfrm>
              <a:off x="6896297" y="6392719"/>
              <a:ext cx="27497" cy="17366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Rectangle 662"/>
            <p:cNvSpPr>
              <a:spLocks noChangeArrowheads="1"/>
            </p:cNvSpPr>
            <p:nvPr/>
          </p:nvSpPr>
          <p:spPr bwMode="auto">
            <a:xfrm>
              <a:off x="6971551" y="6307334"/>
              <a:ext cx="27497" cy="10275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Rectangle 663"/>
            <p:cNvSpPr>
              <a:spLocks noChangeArrowheads="1"/>
            </p:cNvSpPr>
            <p:nvPr/>
          </p:nvSpPr>
          <p:spPr bwMode="auto">
            <a:xfrm>
              <a:off x="6971551" y="6395613"/>
              <a:ext cx="27497" cy="14472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Rectangle 664"/>
            <p:cNvSpPr>
              <a:spLocks noChangeArrowheads="1"/>
            </p:cNvSpPr>
            <p:nvPr/>
          </p:nvSpPr>
          <p:spPr bwMode="auto">
            <a:xfrm>
              <a:off x="6657510" y="6227739"/>
              <a:ext cx="27497" cy="178005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Rectangle 665"/>
            <p:cNvSpPr>
              <a:spLocks noChangeArrowheads="1"/>
            </p:cNvSpPr>
            <p:nvPr/>
          </p:nvSpPr>
          <p:spPr bwMode="auto">
            <a:xfrm>
              <a:off x="6657510" y="6392719"/>
              <a:ext cx="27497" cy="13025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666"/>
            <p:cNvSpPr>
              <a:spLocks/>
            </p:cNvSpPr>
            <p:nvPr/>
          </p:nvSpPr>
          <p:spPr bwMode="auto">
            <a:xfrm>
              <a:off x="6722634" y="6227739"/>
              <a:ext cx="27497" cy="182346"/>
            </a:xfrm>
            <a:custGeom>
              <a:avLst/>
              <a:gdLst>
                <a:gd name="T0" fmla="*/ 0 w 19"/>
                <a:gd name="T1" fmla="*/ 123 h 126"/>
                <a:gd name="T2" fmla="*/ 19 w 19"/>
                <a:gd name="T3" fmla="*/ 126 h 126"/>
                <a:gd name="T4" fmla="*/ 19 w 19"/>
                <a:gd name="T5" fmla="*/ 0 h 126"/>
                <a:gd name="T6" fmla="*/ 0 w 19"/>
                <a:gd name="T7" fmla="*/ 0 h 126"/>
                <a:gd name="T8" fmla="*/ 0 w 19"/>
                <a:gd name="T9" fmla="*/ 12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6">
                  <a:moveTo>
                    <a:pt x="0" y="123"/>
                  </a:moveTo>
                  <a:lnTo>
                    <a:pt x="19" y="126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667"/>
            <p:cNvSpPr>
              <a:spLocks/>
            </p:cNvSpPr>
            <p:nvPr/>
          </p:nvSpPr>
          <p:spPr bwMode="auto">
            <a:xfrm>
              <a:off x="6722634" y="6392719"/>
              <a:ext cx="27497" cy="17366"/>
            </a:xfrm>
            <a:custGeom>
              <a:avLst/>
              <a:gdLst>
                <a:gd name="T0" fmla="*/ 19 w 19"/>
                <a:gd name="T1" fmla="*/ 0 h 12"/>
                <a:gd name="T2" fmla="*/ 19 w 19"/>
                <a:gd name="T3" fmla="*/ 12 h 12"/>
                <a:gd name="T4" fmla="*/ 0 w 19"/>
                <a:gd name="T5" fmla="*/ 9 h 12"/>
                <a:gd name="T6" fmla="*/ 0 w 19"/>
                <a:gd name="T7" fmla="*/ 0 h 12"/>
                <a:gd name="T8" fmla="*/ 19 w 1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lnTo>
                    <a:pt x="19" y="12"/>
                  </a:lnTo>
                  <a:lnTo>
                    <a:pt x="0" y="9"/>
                  </a:lnTo>
                  <a:lnTo>
                    <a:pt x="0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668"/>
            <p:cNvSpPr>
              <a:spLocks/>
            </p:cNvSpPr>
            <p:nvPr/>
          </p:nvSpPr>
          <p:spPr bwMode="auto">
            <a:xfrm>
              <a:off x="6572126" y="5889096"/>
              <a:ext cx="492045" cy="461655"/>
            </a:xfrm>
            <a:custGeom>
              <a:avLst/>
              <a:gdLst>
                <a:gd name="T0" fmla="*/ 0 w 144"/>
                <a:gd name="T1" fmla="*/ 62 h 135"/>
                <a:gd name="T2" fmla="*/ 8 w 144"/>
                <a:gd name="T3" fmla="*/ 76 h 135"/>
                <a:gd name="T4" fmla="*/ 3 w 144"/>
                <a:gd name="T5" fmla="*/ 90 h 135"/>
                <a:gd name="T6" fmla="*/ 26 w 144"/>
                <a:gd name="T7" fmla="*/ 114 h 135"/>
                <a:gd name="T8" fmla="*/ 34 w 144"/>
                <a:gd name="T9" fmla="*/ 113 h 135"/>
                <a:gd name="T10" fmla="*/ 63 w 144"/>
                <a:gd name="T11" fmla="*/ 135 h 135"/>
                <a:gd name="T12" fmla="*/ 80 w 144"/>
                <a:gd name="T13" fmla="*/ 129 h 135"/>
                <a:gd name="T14" fmla="*/ 100 w 144"/>
                <a:gd name="T15" fmla="*/ 135 h 135"/>
                <a:gd name="T16" fmla="*/ 144 w 144"/>
                <a:gd name="T17" fmla="*/ 91 h 135"/>
                <a:gd name="T18" fmla="*/ 113 w 144"/>
                <a:gd name="T19" fmla="*/ 49 h 135"/>
                <a:gd name="T20" fmla="*/ 113 w 144"/>
                <a:gd name="T21" fmla="*/ 49 h 135"/>
                <a:gd name="T22" fmla="*/ 131 w 144"/>
                <a:gd name="T23" fmla="*/ 27 h 135"/>
                <a:gd name="T24" fmla="*/ 108 w 144"/>
                <a:gd name="T25" fmla="*/ 4 h 135"/>
                <a:gd name="T26" fmla="*/ 92 w 144"/>
                <a:gd name="T27" fmla="*/ 10 h 135"/>
                <a:gd name="T28" fmla="*/ 76 w 144"/>
                <a:gd name="T29" fmla="*/ 0 h 135"/>
                <a:gd name="T30" fmla="*/ 58 w 144"/>
                <a:gd name="T31" fmla="*/ 16 h 135"/>
                <a:gd name="T32" fmla="*/ 42 w 144"/>
                <a:gd name="T33" fmla="*/ 11 h 135"/>
                <a:gd name="T34" fmla="*/ 13 w 144"/>
                <a:gd name="T35" fmla="*/ 40 h 135"/>
                <a:gd name="T36" fmla="*/ 13 w 144"/>
                <a:gd name="T37" fmla="*/ 46 h 135"/>
                <a:gd name="T38" fmla="*/ 0 w 144"/>
                <a:gd name="T39" fmla="*/ 6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4" h="135">
                  <a:moveTo>
                    <a:pt x="0" y="62"/>
                  </a:moveTo>
                  <a:cubicBezTo>
                    <a:pt x="0" y="68"/>
                    <a:pt x="3" y="73"/>
                    <a:pt x="8" y="76"/>
                  </a:cubicBezTo>
                  <a:cubicBezTo>
                    <a:pt x="5" y="80"/>
                    <a:pt x="3" y="85"/>
                    <a:pt x="3" y="90"/>
                  </a:cubicBezTo>
                  <a:cubicBezTo>
                    <a:pt x="3" y="103"/>
                    <a:pt x="13" y="114"/>
                    <a:pt x="26" y="114"/>
                  </a:cubicBezTo>
                  <a:cubicBezTo>
                    <a:pt x="29" y="114"/>
                    <a:pt x="32" y="114"/>
                    <a:pt x="34" y="113"/>
                  </a:cubicBezTo>
                  <a:cubicBezTo>
                    <a:pt x="38" y="125"/>
                    <a:pt x="50" y="134"/>
                    <a:pt x="63" y="135"/>
                  </a:cubicBezTo>
                  <a:cubicBezTo>
                    <a:pt x="69" y="135"/>
                    <a:pt x="75" y="133"/>
                    <a:pt x="80" y="129"/>
                  </a:cubicBezTo>
                  <a:cubicBezTo>
                    <a:pt x="86" y="133"/>
                    <a:pt x="93" y="135"/>
                    <a:pt x="100" y="135"/>
                  </a:cubicBezTo>
                  <a:cubicBezTo>
                    <a:pt x="124" y="135"/>
                    <a:pt x="144" y="115"/>
                    <a:pt x="144" y="91"/>
                  </a:cubicBezTo>
                  <a:cubicBezTo>
                    <a:pt x="144" y="71"/>
                    <a:pt x="131" y="55"/>
                    <a:pt x="113" y="49"/>
                  </a:cubicBezTo>
                  <a:cubicBezTo>
                    <a:pt x="113" y="49"/>
                    <a:pt x="113" y="49"/>
                    <a:pt x="113" y="49"/>
                  </a:cubicBezTo>
                  <a:cubicBezTo>
                    <a:pt x="123" y="47"/>
                    <a:pt x="131" y="38"/>
                    <a:pt x="131" y="27"/>
                  </a:cubicBezTo>
                  <a:cubicBezTo>
                    <a:pt x="131" y="14"/>
                    <a:pt x="121" y="4"/>
                    <a:pt x="108" y="4"/>
                  </a:cubicBezTo>
                  <a:cubicBezTo>
                    <a:pt x="102" y="4"/>
                    <a:pt x="96" y="6"/>
                    <a:pt x="92" y="10"/>
                  </a:cubicBezTo>
                  <a:cubicBezTo>
                    <a:pt x="89" y="4"/>
                    <a:pt x="83" y="1"/>
                    <a:pt x="76" y="0"/>
                  </a:cubicBezTo>
                  <a:cubicBezTo>
                    <a:pt x="67" y="0"/>
                    <a:pt x="60" y="7"/>
                    <a:pt x="58" y="16"/>
                  </a:cubicBezTo>
                  <a:cubicBezTo>
                    <a:pt x="54" y="13"/>
                    <a:pt x="48" y="11"/>
                    <a:pt x="42" y="11"/>
                  </a:cubicBezTo>
                  <a:cubicBezTo>
                    <a:pt x="26" y="11"/>
                    <a:pt x="13" y="24"/>
                    <a:pt x="13" y="40"/>
                  </a:cubicBezTo>
                  <a:cubicBezTo>
                    <a:pt x="13" y="42"/>
                    <a:pt x="13" y="44"/>
                    <a:pt x="13" y="46"/>
                  </a:cubicBezTo>
                  <a:cubicBezTo>
                    <a:pt x="6" y="47"/>
                    <a:pt x="0" y="54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669"/>
            <p:cNvSpPr>
              <a:spLocks/>
            </p:cNvSpPr>
            <p:nvPr/>
          </p:nvSpPr>
          <p:spPr bwMode="auto">
            <a:xfrm>
              <a:off x="6965763" y="5838444"/>
              <a:ext cx="118670" cy="173663"/>
            </a:xfrm>
            <a:custGeom>
              <a:avLst/>
              <a:gdLst>
                <a:gd name="T0" fmla="*/ 33 w 35"/>
                <a:gd name="T1" fmla="*/ 51 h 51"/>
                <a:gd name="T2" fmla="*/ 28 w 35"/>
                <a:gd name="T3" fmla="*/ 16 h 51"/>
                <a:gd name="T4" fmla="*/ 0 w 35"/>
                <a:gd name="T5" fmla="*/ 0 h 51"/>
                <a:gd name="T6" fmla="*/ 21 w 35"/>
                <a:gd name="T7" fmla="*/ 22 h 51"/>
                <a:gd name="T8" fmla="*/ 22 w 35"/>
                <a:gd name="T9" fmla="*/ 51 h 51"/>
                <a:gd name="T10" fmla="*/ 33 w 35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51">
                  <a:moveTo>
                    <a:pt x="33" y="51"/>
                  </a:moveTo>
                  <a:cubicBezTo>
                    <a:pt x="33" y="51"/>
                    <a:pt x="35" y="27"/>
                    <a:pt x="28" y="16"/>
                  </a:cubicBezTo>
                  <a:cubicBezTo>
                    <a:pt x="18" y="1"/>
                    <a:pt x="0" y="0"/>
                    <a:pt x="0" y="0"/>
                  </a:cubicBezTo>
                  <a:cubicBezTo>
                    <a:pt x="0" y="0"/>
                    <a:pt x="18" y="9"/>
                    <a:pt x="21" y="22"/>
                  </a:cubicBezTo>
                  <a:cubicBezTo>
                    <a:pt x="25" y="34"/>
                    <a:pt x="22" y="51"/>
                    <a:pt x="22" y="51"/>
                  </a:cubicBezTo>
                  <a:lnTo>
                    <a:pt x="33" y="51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670"/>
            <p:cNvSpPr>
              <a:spLocks/>
            </p:cNvSpPr>
            <p:nvPr/>
          </p:nvSpPr>
          <p:spPr bwMode="auto">
            <a:xfrm>
              <a:off x="6890509" y="5838444"/>
              <a:ext cx="115775" cy="173663"/>
            </a:xfrm>
            <a:custGeom>
              <a:avLst/>
              <a:gdLst>
                <a:gd name="T0" fmla="*/ 32 w 34"/>
                <a:gd name="T1" fmla="*/ 51 h 51"/>
                <a:gd name="T2" fmla="*/ 27 w 34"/>
                <a:gd name="T3" fmla="*/ 16 h 51"/>
                <a:gd name="T4" fmla="*/ 0 w 34"/>
                <a:gd name="T5" fmla="*/ 0 h 51"/>
                <a:gd name="T6" fmla="*/ 21 w 34"/>
                <a:gd name="T7" fmla="*/ 22 h 51"/>
                <a:gd name="T8" fmla="*/ 21 w 34"/>
                <a:gd name="T9" fmla="*/ 51 h 51"/>
                <a:gd name="T10" fmla="*/ 32 w 3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1">
                  <a:moveTo>
                    <a:pt x="32" y="51"/>
                  </a:moveTo>
                  <a:cubicBezTo>
                    <a:pt x="32" y="51"/>
                    <a:pt x="34" y="26"/>
                    <a:pt x="27" y="16"/>
                  </a:cubicBezTo>
                  <a:cubicBezTo>
                    <a:pt x="17" y="1"/>
                    <a:pt x="0" y="0"/>
                    <a:pt x="0" y="0"/>
                  </a:cubicBezTo>
                  <a:cubicBezTo>
                    <a:pt x="0" y="0"/>
                    <a:pt x="17" y="9"/>
                    <a:pt x="21" y="22"/>
                  </a:cubicBezTo>
                  <a:cubicBezTo>
                    <a:pt x="24" y="34"/>
                    <a:pt x="21" y="51"/>
                    <a:pt x="21" y="51"/>
                  </a:cubicBezTo>
                  <a:lnTo>
                    <a:pt x="32" y="51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671"/>
            <p:cNvSpPr>
              <a:spLocks/>
            </p:cNvSpPr>
            <p:nvPr/>
          </p:nvSpPr>
          <p:spPr bwMode="auto">
            <a:xfrm>
              <a:off x="7058383" y="6046839"/>
              <a:ext cx="118670" cy="92620"/>
            </a:xfrm>
            <a:custGeom>
              <a:avLst/>
              <a:gdLst>
                <a:gd name="T0" fmla="*/ 0 w 35"/>
                <a:gd name="T1" fmla="*/ 3 h 27"/>
                <a:gd name="T2" fmla="*/ 17 w 35"/>
                <a:gd name="T3" fmla="*/ 23 h 27"/>
                <a:gd name="T4" fmla="*/ 35 w 35"/>
                <a:gd name="T5" fmla="*/ 24 h 27"/>
                <a:gd name="T6" fmla="*/ 19 w 35"/>
                <a:gd name="T7" fmla="*/ 4 h 27"/>
                <a:gd name="T8" fmla="*/ 0 w 35"/>
                <a:gd name="T9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7">
                  <a:moveTo>
                    <a:pt x="0" y="3"/>
                  </a:moveTo>
                  <a:cubicBezTo>
                    <a:pt x="4" y="11"/>
                    <a:pt x="9" y="18"/>
                    <a:pt x="17" y="23"/>
                  </a:cubicBezTo>
                  <a:cubicBezTo>
                    <a:pt x="24" y="27"/>
                    <a:pt x="31" y="27"/>
                    <a:pt x="35" y="24"/>
                  </a:cubicBezTo>
                  <a:cubicBezTo>
                    <a:pt x="32" y="16"/>
                    <a:pt x="27" y="9"/>
                    <a:pt x="19" y="4"/>
                  </a:cubicBezTo>
                  <a:cubicBezTo>
                    <a:pt x="12" y="0"/>
                    <a:pt x="5" y="0"/>
                    <a:pt x="0" y="3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672"/>
            <p:cNvSpPr>
              <a:spLocks/>
            </p:cNvSpPr>
            <p:nvPr/>
          </p:nvSpPr>
          <p:spPr bwMode="auto">
            <a:xfrm>
              <a:off x="7058383" y="6056970"/>
              <a:ext cx="118670" cy="82490"/>
            </a:xfrm>
            <a:custGeom>
              <a:avLst/>
              <a:gdLst>
                <a:gd name="T0" fmla="*/ 17 w 35"/>
                <a:gd name="T1" fmla="*/ 20 h 24"/>
                <a:gd name="T2" fmla="*/ 0 w 35"/>
                <a:gd name="T3" fmla="*/ 0 h 24"/>
                <a:gd name="T4" fmla="*/ 35 w 35"/>
                <a:gd name="T5" fmla="*/ 21 h 24"/>
                <a:gd name="T6" fmla="*/ 17 w 35"/>
                <a:gd name="T7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24">
                  <a:moveTo>
                    <a:pt x="17" y="20"/>
                  </a:moveTo>
                  <a:cubicBezTo>
                    <a:pt x="9" y="15"/>
                    <a:pt x="4" y="8"/>
                    <a:pt x="0" y="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1" y="24"/>
                    <a:pt x="24" y="24"/>
                    <a:pt x="17" y="20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673"/>
            <p:cNvSpPr>
              <a:spLocks/>
            </p:cNvSpPr>
            <p:nvPr/>
          </p:nvSpPr>
          <p:spPr bwMode="auto">
            <a:xfrm>
              <a:off x="6855776" y="6043945"/>
              <a:ext cx="120117" cy="95515"/>
            </a:xfrm>
            <a:custGeom>
              <a:avLst/>
              <a:gdLst>
                <a:gd name="T0" fmla="*/ 35 w 35"/>
                <a:gd name="T1" fmla="*/ 4 h 28"/>
                <a:gd name="T2" fmla="*/ 19 w 35"/>
                <a:gd name="T3" fmla="*/ 23 h 28"/>
                <a:gd name="T4" fmla="*/ 0 w 35"/>
                <a:gd name="T5" fmla="*/ 25 h 28"/>
                <a:gd name="T6" fmla="*/ 16 w 35"/>
                <a:gd name="T7" fmla="*/ 5 h 28"/>
                <a:gd name="T8" fmla="*/ 35 w 35"/>
                <a:gd name="T9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8">
                  <a:moveTo>
                    <a:pt x="35" y="4"/>
                  </a:moveTo>
                  <a:cubicBezTo>
                    <a:pt x="32" y="12"/>
                    <a:pt x="26" y="19"/>
                    <a:pt x="19" y="23"/>
                  </a:cubicBezTo>
                  <a:cubicBezTo>
                    <a:pt x="12" y="28"/>
                    <a:pt x="5" y="28"/>
                    <a:pt x="0" y="25"/>
                  </a:cubicBezTo>
                  <a:cubicBezTo>
                    <a:pt x="3" y="17"/>
                    <a:pt x="9" y="9"/>
                    <a:pt x="16" y="5"/>
                  </a:cubicBezTo>
                  <a:cubicBezTo>
                    <a:pt x="23" y="1"/>
                    <a:pt x="30" y="0"/>
                    <a:pt x="35" y="4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674"/>
            <p:cNvSpPr>
              <a:spLocks/>
            </p:cNvSpPr>
            <p:nvPr/>
          </p:nvSpPr>
          <p:spPr bwMode="auto">
            <a:xfrm>
              <a:off x="6855776" y="6056970"/>
              <a:ext cx="120117" cy="82490"/>
            </a:xfrm>
            <a:custGeom>
              <a:avLst/>
              <a:gdLst>
                <a:gd name="T0" fmla="*/ 19 w 35"/>
                <a:gd name="T1" fmla="*/ 19 h 24"/>
                <a:gd name="T2" fmla="*/ 35 w 35"/>
                <a:gd name="T3" fmla="*/ 0 h 24"/>
                <a:gd name="T4" fmla="*/ 0 w 35"/>
                <a:gd name="T5" fmla="*/ 21 h 24"/>
                <a:gd name="T6" fmla="*/ 19 w 35"/>
                <a:gd name="T7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24">
                  <a:moveTo>
                    <a:pt x="19" y="19"/>
                  </a:moveTo>
                  <a:cubicBezTo>
                    <a:pt x="26" y="15"/>
                    <a:pt x="32" y="8"/>
                    <a:pt x="35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4"/>
                    <a:pt x="12" y="24"/>
                    <a:pt x="19" y="19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675"/>
            <p:cNvSpPr>
              <a:spLocks/>
            </p:cNvSpPr>
            <p:nvPr/>
          </p:nvSpPr>
          <p:spPr bwMode="auto">
            <a:xfrm>
              <a:off x="7016414" y="5988952"/>
              <a:ext cx="112881" cy="290886"/>
            </a:xfrm>
            <a:custGeom>
              <a:avLst/>
              <a:gdLst>
                <a:gd name="T0" fmla="*/ 0 w 33"/>
                <a:gd name="T1" fmla="*/ 0 h 85"/>
                <a:gd name="T2" fmla="*/ 11 w 33"/>
                <a:gd name="T3" fmla="*/ 0 h 85"/>
                <a:gd name="T4" fmla="*/ 33 w 33"/>
                <a:gd name="T5" fmla="*/ 23 h 85"/>
                <a:gd name="T6" fmla="*/ 25 w 33"/>
                <a:gd name="T7" fmla="*/ 63 h 85"/>
                <a:gd name="T8" fmla="*/ 2 w 33"/>
                <a:gd name="T9" fmla="*/ 85 h 85"/>
                <a:gd name="T10" fmla="*/ 0 w 33"/>
                <a:gd name="T11" fmla="*/ 85 h 85"/>
                <a:gd name="T12" fmla="*/ 0 w 33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85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23" y="0"/>
                    <a:pt x="33" y="11"/>
                    <a:pt x="33" y="2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2" y="77"/>
                    <a:pt x="15" y="85"/>
                    <a:pt x="2" y="85"/>
                  </a:cubicBezTo>
                  <a:cubicBezTo>
                    <a:pt x="0" y="85"/>
                    <a:pt x="0" y="85"/>
                    <a:pt x="0" y="8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676"/>
            <p:cNvSpPr>
              <a:spLocks/>
            </p:cNvSpPr>
            <p:nvPr/>
          </p:nvSpPr>
          <p:spPr bwMode="auto">
            <a:xfrm>
              <a:off x="6903533" y="5988952"/>
              <a:ext cx="112881" cy="290886"/>
            </a:xfrm>
            <a:custGeom>
              <a:avLst/>
              <a:gdLst>
                <a:gd name="T0" fmla="*/ 33 w 33"/>
                <a:gd name="T1" fmla="*/ 0 h 85"/>
                <a:gd name="T2" fmla="*/ 23 w 33"/>
                <a:gd name="T3" fmla="*/ 0 h 85"/>
                <a:gd name="T4" fmla="*/ 0 w 33"/>
                <a:gd name="T5" fmla="*/ 23 h 85"/>
                <a:gd name="T6" fmla="*/ 8 w 33"/>
                <a:gd name="T7" fmla="*/ 63 h 85"/>
                <a:gd name="T8" fmla="*/ 31 w 33"/>
                <a:gd name="T9" fmla="*/ 85 h 85"/>
                <a:gd name="T10" fmla="*/ 33 w 33"/>
                <a:gd name="T11" fmla="*/ 85 h 85"/>
                <a:gd name="T12" fmla="*/ 33 w 33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85">
                  <a:moveTo>
                    <a:pt x="3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1" y="0"/>
                    <a:pt x="0" y="10"/>
                    <a:pt x="0" y="2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11" y="77"/>
                    <a:pt x="18" y="85"/>
                    <a:pt x="31" y="85"/>
                  </a:cubicBezTo>
                  <a:cubicBezTo>
                    <a:pt x="33" y="85"/>
                    <a:pt x="33" y="85"/>
                    <a:pt x="33" y="8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Oval 677"/>
            <p:cNvSpPr>
              <a:spLocks noChangeArrowheads="1"/>
            </p:cNvSpPr>
            <p:nvPr/>
          </p:nvSpPr>
          <p:spPr bwMode="auto">
            <a:xfrm>
              <a:off x="7041017" y="6091703"/>
              <a:ext cx="30391" cy="33286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Oval 678"/>
            <p:cNvSpPr>
              <a:spLocks noChangeArrowheads="1"/>
            </p:cNvSpPr>
            <p:nvPr/>
          </p:nvSpPr>
          <p:spPr bwMode="auto">
            <a:xfrm>
              <a:off x="6961421" y="6091703"/>
              <a:ext cx="34733" cy="33286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82" name="Freeform 679"/>
          <p:cNvSpPr>
            <a:spLocks/>
          </p:cNvSpPr>
          <p:nvPr/>
        </p:nvSpPr>
        <p:spPr bwMode="auto">
          <a:xfrm>
            <a:off x="2818109" y="5958561"/>
            <a:ext cx="21708" cy="37627"/>
          </a:xfrm>
          <a:custGeom>
            <a:avLst/>
            <a:gdLst>
              <a:gd name="T0" fmla="*/ 15 w 15"/>
              <a:gd name="T1" fmla="*/ 23 h 26"/>
              <a:gd name="T2" fmla="*/ 5 w 15"/>
              <a:gd name="T3" fmla="*/ 26 h 26"/>
              <a:gd name="T4" fmla="*/ 0 w 15"/>
              <a:gd name="T5" fmla="*/ 0 h 26"/>
              <a:gd name="T6" fmla="*/ 10 w 15"/>
              <a:gd name="T7" fmla="*/ 0 h 26"/>
              <a:gd name="T8" fmla="*/ 15 w 15"/>
              <a:gd name="T9" fmla="*/ 2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6">
                <a:moveTo>
                  <a:pt x="15" y="23"/>
                </a:moveTo>
                <a:lnTo>
                  <a:pt x="5" y="26"/>
                </a:lnTo>
                <a:lnTo>
                  <a:pt x="0" y="0"/>
                </a:lnTo>
                <a:lnTo>
                  <a:pt x="10" y="0"/>
                </a:lnTo>
                <a:lnTo>
                  <a:pt x="15" y="23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680"/>
          <p:cNvSpPr>
            <a:spLocks/>
          </p:cNvSpPr>
          <p:nvPr/>
        </p:nvSpPr>
        <p:spPr bwMode="auto">
          <a:xfrm>
            <a:off x="2825345" y="5984611"/>
            <a:ext cx="14472" cy="11578"/>
          </a:xfrm>
          <a:custGeom>
            <a:avLst/>
            <a:gdLst>
              <a:gd name="T0" fmla="*/ 0 w 10"/>
              <a:gd name="T1" fmla="*/ 3 h 8"/>
              <a:gd name="T2" fmla="*/ 0 w 10"/>
              <a:gd name="T3" fmla="*/ 8 h 8"/>
              <a:gd name="T4" fmla="*/ 10 w 10"/>
              <a:gd name="T5" fmla="*/ 5 h 8"/>
              <a:gd name="T6" fmla="*/ 7 w 10"/>
              <a:gd name="T7" fmla="*/ 0 h 8"/>
              <a:gd name="T8" fmla="*/ 0 w 10"/>
              <a:gd name="T9" fmla="*/ 3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8">
                <a:moveTo>
                  <a:pt x="0" y="3"/>
                </a:moveTo>
                <a:lnTo>
                  <a:pt x="0" y="8"/>
                </a:lnTo>
                <a:lnTo>
                  <a:pt x="10" y="5"/>
                </a:lnTo>
                <a:lnTo>
                  <a:pt x="7" y="0"/>
                </a:lnTo>
                <a:lnTo>
                  <a:pt x="0" y="3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681"/>
          <p:cNvSpPr>
            <a:spLocks/>
          </p:cNvSpPr>
          <p:nvPr/>
        </p:nvSpPr>
        <p:spPr bwMode="auto">
          <a:xfrm>
            <a:off x="2787718" y="5954219"/>
            <a:ext cx="17366" cy="47758"/>
          </a:xfrm>
          <a:custGeom>
            <a:avLst/>
            <a:gdLst>
              <a:gd name="T0" fmla="*/ 12 w 12"/>
              <a:gd name="T1" fmla="*/ 31 h 33"/>
              <a:gd name="T2" fmla="*/ 5 w 12"/>
              <a:gd name="T3" fmla="*/ 33 h 33"/>
              <a:gd name="T4" fmla="*/ 0 w 12"/>
              <a:gd name="T5" fmla="*/ 3 h 33"/>
              <a:gd name="T6" fmla="*/ 7 w 12"/>
              <a:gd name="T7" fmla="*/ 0 h 33"/>
              <a:gd name="T8" fmla="*/ 12 w 12"/>
              <a:gd name="T9" fmla="*/ 3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33">
                <a:moveTo>
                  <a:pt x="12" y="31"/>
                </a:moveTo>
                <a:lnTo>
                  <a:pt x="5" y="33"/>
                </a:lnTo>
                <a:lnTo>
                  <a:pt x="0" y="3"/>
                </a:lnTo>
                <a:lnTo>
                  <a:pt x="7" y="0"/>
                </a:lnTo>
                <a:lnTo>
                  <a:pt x="12" y="31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682"/>
          <p:cNvSpPr>
            <a:spLocks/>
          </p:cNvSpPr>
          <p:nvPr/>
        </p:nvSpPr>
        <p:spPr bwMode="auto">
          <a:xfrm>
            <a:off x="2794954" y="5991846"/>
            <a:ext cx="10131" cy="10131"/>
          </a:xfrm>
          <a:custGeom>
            <a:avLst/>
            <a:gdLst>
              <a:gd name="T0" fmla="*/ 0 w 7"/>
              <a:gd name="T1" fmla="*/ 3 h 7"/>
              <a:gd name="T2" fmla="*/ 0 w 7"/>
              <a:gd name="T3" fmla="*/ 7 h 7"/>
              <a:gd name="T4" fmla="*/ 7 w 7"/>
              <a:gd name="T5" fmla="*/ 5 h 7"/>
              <a:gd name="T6" fmla="*/ 7 w 7"/>
              <a:gd name="T7" fmla="*/ 0 h 7"/>
              <a:gd name="T8" fmla="*/ 0 w 7"/>
              <a:gd name="T9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7">
                <a:moveTo>
                  <a:pt x="0" y="3"/>
                </a:moveTo>
                <a:lnTo>
                  <a:pt x="0" y="7"/>
                </a:lnTo>
                <a:lnTo>
                  <a:pt x="7" y="5"/>
                </a:lnTo>
                <a:lnTo>
                  <a:pt x="7" y="0"/>
                </a:lnTo>
                <a:lnTo>
                  <a:pt x="0" y="3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683"/>
          <p:cNvSpPr>
            <a:spLocks/>
          </p:cNvSpPr>
          <p:nvPr/>
        </p:nvSpPr>
        <p:spPr bwMode="auto">
          <a:xfrm>
            <a:off x="2915071" y="5899226"/>
            <a:ext cx="27497" cy="75254"/>
          </a:xfrm>
          <a:custGeom>
            <a:avLst/>
            <a:gdLst>
              <a:gd name="T0" fmla="*/ 19 w 19"/>
              <a:gd name="T1" fmla="*/ 52 h 52"/>
              <a:gd name="T2" fmla="*/ 9 w 19"/>
              <a:gd name="T3" fmla="*/ 52 h 52"/>
              <a:gd name="T4" fmla="*/ 0 w 19"/>
              <a:gd name="T5" fmla="*/ 0 h 52"/>
              <a:gd name="T6" fmla="*/ 9 w 19"/>
              <a:gd name="T7" fmla="*/ 0 h 52"/>
              <a:gd name="T8" fmla="*/ 19 w 19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52">
                <a:moveTo>
                  <a:pt x="19" y="52"/>
                </a:moveTo>
                <a:lnTo>
                  <a:pt x="9" y="52"/>
                </a:lnTo>
                <a:lnTo>
                  <a:pt x="0" y="0"/>
                </a:lnTo>
                <a:lnTo>
                  <a:pt x="9" y="0"/>
                </a:lnTo>
                <a:lnTo>
                  <a:pt x="19" y="52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684"/>
          <p:cNvSpPr>
            <a:spLocks/>
          </p:cNvSpPr>
          <p:nvPr/>
        </p:nvSpPr>
        <p:spPr bwMode="auto">
          <a:xfrm>
            <a:off x="2928096" y="5968691"/>
            <a:ext cx="14472" cy="5789"/>
          </a:xfrm>
          <a:custGeom>
            <a:avLst/>
            <a:gdLst>
              <a:gd name="T0" fmla="*/ 0 w 10"/>
              <a:gd name="T1" fmla="*/ 2 h 4"/>
              <a:gd name="T2" fmla="*/ 0 w 10"/>
              <a:gd name="T3" fmla="*/ 4 h 4"/>
              <a:gd name="T4" fmla="*/ 10 w 10"/>
              <a:gd name="T5" fmla="*/ 4 h 4"/>
              <a:gd name="T6" fmla="*/ 7 w 10"/>
              <a:gd name="T7" fmla="*/ 0 h 4"/>
              <a:gd name="T8" fmla="*/ 0 w 10"/>
              <a:gd name="T9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4">
                <a:moveTo>
                  <a:pt x="0" y="2"/>
                </a:moveTo>
                <a:lnTo>
                  <a:pt x="0" y="4"/>
                </a:lnTo>
                <a:lnTo>
                  <a:pt x="10" y="4"/>
                </a:lnTo>
                <a:lnTo>
                  <a:pt x="7" y="0"/>
                </a:lnTo>
                <a:lnTo>
                  <a:pt x="0" y="2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685"/>
          <p:cNvSpPr>
            <a:spLocks/>
          </p:cNvSpPr>
          <p:nvPr/>
        </p:nvSpPr>
        <p:spPr bwMode="auto">
          <a:xfrm>
            <a:off x="2887574" y="5903568"/>
            <a:ext cx="27497" cy="78148"/>
          </a:xfrm>
          <a:custGeom>
            <a:avLst/>
            <a:gdLst>
              <a:gd name="T0" fmla="*/ 19 w 19"/>
              <a:gd name="T1" fmla="*/ 52 h 54"/>
              <a:gd name="T2" fmla="*/ 9 w 19"/>
              <a:gd name="T3" fmla="*/ 54 h 54"/>
              <a:gd name="T4" fmla="*/ 0 w 19"/>
              <a:gd name="T5" fmla="*/ 2 h 54"/>
              <a:gd name="T6" fmla="*/ 9 w 19"/>
              <a:gd name="T7" fmla="*/ 0 h 54"/>
              <a:gd name="T8" fmla="*/ 19 w 19"/>
              <a:gd name="T9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54">
                <a:moveTo>
                  <a:pt x="19" y="52"/>
                </a:moveTo>
                <a:lnTo>
                  <a:pt x="9" y="54"/>
                </a:lnTo>
                <a:lnTo>
                  <a:pt x="0" y="2"/>
                </a:lnTo>
                <a:lnTo>
                  <a:pt x="9" y="0"/>
                </a:lnTo>
                <a:lnTo>
                  <a:pt x="19" y="52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686"/>
          <p:cNvSpPr>
            <a:spLocks/>
          </p:cNvSpPr>
          <p:nvPr/>
        </p:nvSpPr>
        <p:spPr bwMode="auto">
          <a:xfrm>
            <a:off x="2900599" y="5971585"/>
            <a:ext cx="14472" cy="10131"/>
          </a:xfrm>
          <a:custGeom>
            <a:avLst/>
            <a:gdLst>
              <a:gd name="T0" fmla="*/ 0 w 10"/>
              <a:gd name="T1" fmla="*/ 2 h 7"/>
              <a:gd name="T2" fmla="*/ 0 w 10"/>
              <a:gd name="T3" fmla="*/ 7 h 7"/>
              <a:gd name="T4" fmla="*/ 10 w 10"/>
              <a:gd name="T5" fmla="*/ 5 h 7"/>
              <a:gd name="T6" fmla="*/ 7 w 10"/>
              <a:gd name="T7" fmla="*/ 0 h 7"/>
              <a:gd name="T8" fmla="*/ 0 w 10"/>
              <a:gd name="T9" fmla="*/ 2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7">
                <a:moveTo>
                  <a:pt x="0" y="2"/>
                </a:moveTo>
                <a:lnTo>
                  <a:pt x="0" y="7"/>
                </a:lnTo>
                <a:lnTo>
                  <a:pt x="10" y="5"/>
                </a:lnTo>
                <a:lnTo>
                  <a:pt x="7" y="0"/>
                </a:lnTo>
                <a:lnTo>
                  <a:pt x="0" y="2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687"/>
          <p:cNvSpPr>
            <a:spLocks/>
          </p:cNvSpPr>
          <p:nvPr/>
        </p:nvSpPr>
        <p:spPr bwMode="auto">
          <a:xfrm>
            <a:off x="2732724" y="5758849"/>
            <a:ext cx="225762" cy="212738"/>
          </a:xfrm>
          <a:custGeom>
            <a:avLst/>
            <a:gdLst>
              <a:gd name="T0" fmla="*/ 66 w 66"/>
              <a:gd name="T1" fmla="*/ 27 h 62"/>
              <a:gd name="T2" fmla="*/ 61 w 66"/>
              <a:gd name="T3" fmla="*/ 22 h 62"/>
              <a:gd name="T4" fmla="*/ 62 w 66"/>
              <a:gd name="T5" fmla="*/ 15 h 62"/>
              <a:gd name="T6" fmla="*/ 50 w 66"/>
              <a:gd name="T7" fmla="*/ 7 h 62"/>
              <a:gd name="T8" fmla="*/ 47 w 66"/>
              <a:gd name="T9" fmla="*/ 8 h 62"/>
              <a:gd name="T10" fmla="*/ 33 w 66"/>
              <a:gd name="T11" fmla="*/ 1 h 62"/>
              <a:gd name="T12" fmla="*/ 26 w 66"/>
              <a:gd name="T13" fmla="*/ 5 h 62"/>
              <a:gd name="T14" fmla="*/ 17 w 66"/>
              <a:gd name="T15" fmla="*/ 4 h 62"/>
              <a:gd name="T16" fmla="*/ 2 w 66"/>
              <a:gd name="T17" fmla="*/ 26 h 62"/>
              <a:gd name="T18" fmla="*/ 18 w 66"/>
              <a:gd name="T19" fmla="*/ 41 h 62"/>
              <a:gd name="T20" fmla="*/ 18 w 66"/>
              <a:gd name="T21" fmla="*/ 42 h 62"/>
              <a:gd name="T22" fmla="*/ 12 w 66"/>
              <a:gd name="T23" fmla="*/ 53 h 62"/>
              <a:gd name="T24" fmla="*/ 24 w 66"/>
              <a:gd name="T25" fmla="*/ 61 h 62"/>
              <a:gd name="T26" fmla="*/ 30 w 66"/>
              <a:gd name="T27" fmla="*/ 57 h 62"/>
              <a:gd name="T28" fmla="*/ 38 w 66"/>
              <a:gd name="T29" fmla="*/ 59 h 62"/>
              <a:gd name="T30" fmla="*/ 44 w 66"/>
              <a:gd name="T31" fmla="*/ 51 h 62"/>
              <a:gd name="T32" fmla="*/ 51 w 66"/>
              <a:gd name="T33" fmla="*/ 52 h 62"/>
              <a:gd name="T34" fmla="*/ 62 w 66"/>
              <a:gd name="T35" fmla="*/ 37 h 62"/>
              <a:gd name="T36" fmla="*/ 61 w 66"/>
              <a:gd name="T37" fmla="*/ 35 h 62"/>
              <a:gd name="T38" fmla="*/ 66 w 66"/>
              <a:gd name="T39" fmla="*/ 27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6" h="62">
                <a:moveTo>
                  <a:pt x="66" y="27"/>
                </a:moveTo>
                <a:cubicBezTo>
                  <a:pt x="65" y="25"/>
                  <a:pt x="63" y="23"/>
                  <a:pt x="61" y="22"/>
                </a:cubicBezTo>
                <a:cubicBezTo>
                  <a:pt x="62" y="20"/>
                  <a:pt x="62" y="17"/>
                  <a:pt x="62" y="15"/>
                </a:cubicBezTo>
                <a:cubicBezTo>
                  <a:pt x="61" y="10"/>
                  <a:pt x="56" y="6"/>
                  <a:pt x="50" y="7"/>
                </a:cubicBezTo>
                <a:cubicBezTo>
                  <a:pt x="49" y="7"/>
                  <a:pt x="48" y="7"/>
                  <a:pt x="47" y="8"/>
                </a:cubicBezTo>
                <a:cubicBezTo>
                  <a:pt x="44" y="3"/>
                  <a:pt x="39" y="0"/>
                  <a:pt x="33" y="1"/>
                </a:cubicBezTo>
                <a:cubicBezTo>
                  <a:pt x="30" y="1"/>
                  <a:pt x="28" y="3"/>
                  <a:pt x="26" y="5"/>
                </a:cubicBezTo>
                <a:cubicBezTo>
                  <a:pt x="23" y="4"/>
                  <a:pt x="20" y="3"/>
                  <a:pt x="17" y="4"/>
                </a:cubicBezTo>
                <a:cubicBezTo>
                  <a:pt x="7" y="6"/>
                  <a:pt x="0" y="16"/>
                  <a:pt x="2" y="26"/>
                </a:cubicBezTo>
                <a:cubicBezTo>
                  <a:pt x="3" y="34"/>
                  <a:pt x="10" y="41"/>
                  <a:pt x="18" y="41"/>
                </a:cubicBezTo>
                <a:cubicBezTo>
                  <a:pt x="18" y="42"/>
                  <a:pt x="18" y="42"/>
                  <a:pt x="18" y="42"/>
                </a:cubicBezTo>
                <a:cubicBezTo>
                  <a:pt x="14" y="43"/>
                  <a:pt x="11" y="48"/>
                  <a:pt x="12" y="53"/>
                </a:cubicBezTo>
                <a:cubicBezTo>
                  <a:pt x="13" y="58"/>
                  <a:pt x="18" y="62"/>
                  <a:pt x="24" y="61"/>
                </a:cubicBezTo>
                <a:cubicBezTo>
                  <a:pt x="26" y="60"/>
                  <a:pt x="29" y="59"/>
                  <a:pt x="30" y="57"/>
                </a:cubicBezTo>
                <a:cubicBezTo>
                  <a:pt x="32" y="59"/>
                  <a:pt x="35" y="60"/>
                  <a:pt x="38" y="59"/>
                </a:cubicBezTo>
                <a:cubicBezTo>
                  <a:pt x="42" y="59"/>
                  <a:pt x="44" y="55"/>
                  <a:pt x="44" y="51"/>
                </a:cubicBezTo>
                <a:cubicBezTo>
                  <a:pt x="46" y="52"/>
                  <a:pt x="49" y="53"/>
                  <a:pt x="51" y="52"/>
                </a:cubicBezTo>
                <a:cubicBezTo>
                  <a:pt x="58" y="51"/>
                  <a:pt x="63" y="44"/>
                  <a:pt x="62" y="37"/>
                </a:cubicBezTo>
                <a:cubicBezTo>
                  <a:pt x="62" y="37"/>
                  <a:pt x="61" y="36"/>
                  <a:pt x="61" y="35"/>
                </a:cubicBezTo>
                <a:cubicBezTo>
                  <a:pt x="64" y="34"/>
                  <a:pt x="66" y="31"/>
                  <a:pt x="66" y="2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688"/>
          <p:cNvSpPr>
            <a:spLocks/>
          </p:cNvSpPr>
          <p:nvPr/>
        </p:nvSpPr>
        <p:spPr bwMode="auto">
          <a:xfrm>
            <a:off x="2692203" y="5845680"/>
            <a:ext cx="60782" cy="60782"/>
          </a:xfrm>
          <a:custGeom>
            <a:avLst/>
            <a:gdLst>
              <a:gd name="T0" fmla="*/ 18 w 18"/>
              <a:gd name="T1" fmla="*/ 1 h 18"/>
              <a:gd name="T2" fmla="*/ 11 w 18"/>
              <a:gd name="T3" fmla="*/ 14 h 18"/>
              <a:gd name="T4" fmla="*/ 0 w 18"/>
              <a:gd name="T5" fmla="*/ 16 h 18"/>
              <a:gd name="T6" fmla="*/ 7 w 18"/>
              <a:gd name="T7" fmla="*/ 3 h 18"/>
              <a:gd name="T8" fmla="*/ 18 w 18"/>
              <a:gd name="T9" fmla="*/ 1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18">
                <a:moveTo>
                  <a:pt x="18" y="1"/>
                </a:moveTo>
                <a:cubicBezTo>
                  <a:pt x="17" y="6"/>
                  <a:pt x="14" y="10"/>
                  <a:pt x="11" y="14"/>
                </a:cubicBezTo>
                <a:cubicBezTo>
                  <a:pt x="7" y="17"/>
                  <a:pt x="3" y="18"/>
                  <a:pt x="0" y="16"/>
                </a:cubicBezTo>
                <a:cubicBezTo>
                  <a:pt x="1" y="11"/>
                  <a:pt x="4" y="7"/>
                  <a:pt x="7" y="3"/>
                </a:cubicBezTo>
                <a:cubicBezTo>
                  <a:pt x="11" y="0"/>
                  <a:pt x="15" y="0"/>
                  <a:pt x="18" y="1"/>
                </a:cubicBezTo>
                <a:close/>
              </a:path>
            </a:pathLst>
          </a:custGeom>
          <a:solidFill>
            <a:srgbClr val="F7DFB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689"/>
          <p:cNvSpPr>
            <a:spLocks/>
          </p:cNvSpPr>
          <p:nvPr/>
        </p:nvSpPr>
        <p:spPr bwMode="auto">
          <a:xfrm>
            <a:off x="2692203" y="5848575"/>
            <a:ext cx="60782" cy="57888"/>
          </a:xfrm>
          <a:custGeom>
            <a:avLst/>
            <a:gdLst>
              <a:gd name="T0" fmla="*/ 11 w 18"/>
              <a:gd name="T1" fmla="*/ 13 h 17"/>
              <a:gd name="T2" fmla="*/ 18 w 18"/>
              <a:gd name="T3" fmla="*/ 0 h 17"/>
              <a:gd name="T4" fmla="*/ 0 w 18"/>
              <a:gd name="T5" fmla="*/ 15 h 17"/>
              <a:gd name="T6" fmla="*/ 11 w 18"/>
              <a:gd name="T7" fmla="*/ 1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17">
                <a:moveTo>
                  <a:pt x="11" y="13"/>
                </a:moveTo>
                <a:cubicBezTo>
                  <a:pt x="14" y="9"/>
                  <a:pt x="17" y="5"/>
                  <a:pt x="18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3" y="17"/>
                  <a:pt x="7" y="16"/>
                  <a:pt x="11" y="13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690"/>
          <p:cNvSpPr>
            <a:spLocks/>
          </p:cNvSpPr>
          <p:nvPr/>
        </p:nvSpPr>
        <p:spPr bwMode="auto">
          <a:xfrm>
            <a:off x="2797849" y="5831208"/>
            <a:ext cx="75254" cy="47758"/>
          </a:xfrm>
          <a:custGeom>
            <a:avLst/>
            <a:gdLst>
              <a:gd name="T0" fmla="*/ 0 w 22"/>
              <a:gd name="T1" fmla="*/ 2 h 14"/>
              <a:gd name="T2" fmla="*/ 11 w 22"/>
              <a:gd name="T3" fmla="*/ 12 h 14"/>
              <a:gd name="T4" fmla="*/ 22 w 22"/>
              <a:gd name="T5" fmla="*/ 11 h 14"/>
              <a:gd name="T6" fmla="*/ 11 w 22"/>
              <a:gd name="T7" fmla="*/ 1 h 14"/>
              <a:gd name="T8" fmla="*/ 0 w 22"/>
              <a:gd name="T9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14">
                <a:moveTo>
                  <a:pt x="0" y="2"/>
                </a:moveTo>
                <a:cubicBezTo>
                  <a:pt x="3" y="7"/>
                  <a:pt x="7" y="10"/>
                  <a:pt x="11" y="12"/>
                </a:cubicBezTo>
                <a:cubicBezTo>
                  <a:pt x="16" y="14"/>
                  <a:pt x="20" y="13"/>
                  <a:pt x="22" y="11"/>
                </a:cubicBezTo>
                <a:cubicBezTo>
                  <a:pt x="20" y="7"/>
                  <a:pt x="16" y="3"/>
                  <a:pt x="11" y="1"/>
                </a:cubicBezTo>
                <a:cubicBezTo>
                  <a:pt x="7" y="0"/>
                  <a:pt x="3" y="0"/>
                  <a:pt x="0" y="2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691"/>
          <p:cNvSpPr>
            <a:spLocks/>
          </p:cNvSpPr>
          <p:nvPr/>
        </p:nvSpPr>
        <p:spPr bwMode="auto">
          <a:xfrm>
            <a:off x="2797849" y="5838444"/>
            <a:ext cx="75254" cy="40521"/>
          </a:xfrm>
          <a:custGeom>
            <a:avLst/>
            <a:gdLst>
              <a:gd name="T0" fmla="*/ 11 w 22"/>
              <a:gd name="T1" fmla="*/ 10 h 12"/>
              <a:gd name="T2" fmla="*/ 0 w 22"/>
              <a:gd name="T3" fmla="*/ 0 h 12"/>
              <a:gd name="T4" fmla="*/ 22 w 22"/>
              <a:gd name="T5" fmla="*/ 9 h 12"/>
              <a:gd name="T6" fmla="*/ 11 w 22"/>
              <a:gd name="T7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" h="12">
                <a:moveTo>
                  <a:pt x="11" y="10"/>
                </a:moveTo>
                <a:cubicBezTo>
                  <a:pt x="7" y="8"/>
                  <a:pt x="3" y="5"/>
                  <a:pt x="0" y="0"/>
                </a:cubicBezTo>
                <a:cubicBezTo>
                  <a:pt x="22" y="9"/>
                  <a:pt x="22" y="9"/>
                  <a:pt x="22" y="9"/>
                </a:cubicBezTo>
                <a:cubicBezTo>
                  <a:pt x="20" y="11"/>
                  <a:pt x="16" y="12"/>
                  <a:pt x="11" y="10"/>
                </a:cubicBezTo>
                <a:close/>
              </a:path>
            </a:pathLst>
          </a:custGeom>
          <a:solidFill>
            <a:srgbClr val="AD84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692"/>
          <p:cNvSpPr>
            <a:spLocks/>
          </p:cNvSpPr>
          <p:nvPr/>
        </p:nvSpPr>
        <p:spPr bwMode="auto">
          <a:xfrm>
            <a:off x="2719700" y="5808053"/>
            <a:ext cx="125906" cy="143273"/>
          </a:xfrm>
          <a:custGeom>
            <a:avLst/>
            <a:gdLst>
              <a:gd name="T0" fmla="*/ 35 w 37"/>
              <a:gd name="T1" fmla="*/ 18 h 42"/>
              <a:gd name="T2" fmla="*/ 22 w 37"/>
              <a:gd name="T3" fmla="*/ 41 h 42"/>
              <a:gd name="T4" fmla="*/ 2 w 37"/>
              <a:gd name="T5" fmla="*/ 24 h 42"/>
              <a:gd name="T6" fmla="*/ 15 w 37"/>
              <a:gd name="T7" fmla="*/ 2 h 42"/>
              <a:gd name="T8" fmla="*/ 35 w 37"/>
              <a:gd name="T9" fmla="*/ 1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42">
                <a:moveTo>
                  <a:pt x="35" y="18"/>
                </a:moveTo>
                <a:cubicBezTo>
                  <a:pt x="37" y="29"/>
                  <a:pt x="31" y="39"/>
                  <a:pt x="22" y="41"/>
                </a:cubicBezTo>
                <a:cubicBezTo>
                  <a:pt x="13" y="42"/>
                  <a:pt x="4" y="35"/>
                  <a:pt x="2" y="24"/>
                </a:cubicBezTo>
                <a:cubicBezTo>
                  <a:pt x="0" y="13"/>
                  <a:pt x="6" y="3"/>
                  <a:pt x="15" y="2"/>
                </a:cubicBezTo>
                <a:cubicBezTo>
                  <a:pt x="24" y="0"/>
                  <a:pt x="33" y="8"/>
                  <a:pt x="35" y="18"/>
                </a:cubicBezTo>
                <a:close/>
              </a:path>
            </a:pathLst>
          </a:custGeom>
          <a:solidFill>
            <a:srgbClr val="F7DFB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693"/>
          <p:cNvSpPr>
            <a:spLocks/>
          </p:cNvSpPr>
          <p:nvPr/>
        </p:nvSpPr>
        <p:spPr bwMode="auto">
          <a:xfrm>
            <a:off x="2770351" y="5808053"/>
            <a:ext cx="75254" cy="138930"/>
          </a:xfrm>
          <a:custGeom>
            <a:avLst/>
            <a:gdLst>
              <a:gd name="T0" fmla="*/ 20 w 22"/>
              <a:gd name="T1" fmla="*/ 18 h 41"/>
              <a:gd name="T2" fmla="*/ 0 w 22"/>
              <a:gd name="T3" fmla="*/ 2 h 41"/>
              <a:gd name="T4" fmla="*/ 7 w 22"/>
              <a:gd name="T5" fmla="*/ 41 h 41"/>
              <a:gd name="T6" fmla="*/ 20 w 22"/>
              <a:gd name="T7" fmla="*/ 1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" h="41">
                <a:moveTo>
                  <a:pt x="20" y="18"/>
                </a:moveTo>
                <a:cubicBezTo>
                  <a:pt x="18" y="8"/>
                  <a:pt x="9" y="0"/>
                  <a:pt x="0" y="2"/>
                </a:cubicBezTo>
                <a:cubicBezTo>
                  <a:pt x="7" y="41"/>
                  <a:pt x="7" y="41"/>
                  <a:pt x="7" y="41"/>
                </a:cubicBezTo>
                <a:cubicBezTo>
                  <a:pt x="16" y="39"/>
                  <a:pt x="22" y="29"/>
                  <a:pt x="20" y="18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694"/>
          <p:cNvSpPr>
            <a:spLocks/>
          </p:cNvSpPr>
          <p:nvPr/>
        </p:nvSpPr>
        <p:spPr bwMode="auto">
          <a:xfrm>
            <a:off x="2760222" y="5889096"/>
            <a:ext cx="17366" cy="14472"/>
          </a:xfrm>
          <a:custGeom>
            <a:avLst/>
            <a:gdLst>
              <a:gd name="T0" fmla="*/ 4 w 5"/>
              <a:gd name="T1" fmla="*/ 2 h 4"/>
              <a:gd name="T2" fmla="*/ 3 w 5"/>
              <a:gd name="T3" fmla="*/ 4 h 4"/>
              <a:gd name="T4" fmla="*/ 0 w 5"/>
              <a:gd name="T5" fmla="*/ 3 h 4"/>
              <a:gd name="T6" fmla="*/ 2 w 5"/>
              <a:gd name="T7" fmla="*/ 0 h 4"/>
              <a:gd name="T8" fmla="*/ 4 w 5"/>
              <a:gd name="T9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4">
                <a:moveTo>
                  <a:pt x="4" y="2"/>
                </a:moveTo>
                <a:cubicBezTo>
                  <a:pt x="5" y="3"/>
                  <a:pt x="4" y="4"/>
                  <a:pt x="3" y="4"/>
                </a:cubicBezTo>
                <a:cubicBezTo>
                  <a:pt x="2" y="4"/>
                  <a:pt x="1" y="4"/>
                  <a:pt x="0" y="3"/>
                </a:cubicBezTo>
                <a:cubicBezTo>
                  <a:pt x="0" y="1"/>
                  <a:pt x="1" y="0"/>
                  <a:pt x="2" y="0"/>
                </a:cubicBezTo>
                <a:cubicBezTo>
                  <a:pt x="3" y="0"/>
                  <a:pt x="4" y="1"/>
                  <a:pt x="4" y="2"/>
                </a:cubicBezTo>
                <a:close/>
              </a:path>
            </a:pathLst>
          </a:custGeom>
          <a:solidFill>
            <a:srgbClr val="5859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695"/>
          <p:cNvSpPr>
            <a:spLocks/>
          </p:cNvSpPr>
          <p:nvPr/>
        </p:nvSpPr>
        <p:spPr bwMode="auto">
          <a:xfrm>
            <a:off x="2794954" y="5883307"/>
            <a:ext cx="13025" cy="15920"/>
          </a:xfrm>
          <a:custGeom>
            <a:avLst/>
            <a:gdLst>
              <a:gd name="T0" fmla="*/ 4 w 4"/>
              <a:gd name="T1" fmla="*/ 2 h 5"/>
              <a:gd name="T2" fmla="*/ 2 w 4"/>
              <a:gd name="T3" fmla="*/ 5 h 5"/>
              <a:gd name="T4" fmla="*/ 0 w 4"/>
              <a:gd name="T5" fmla="*/ 3 h 5"/>
              <a:gd name="T6" fmla="*/ 2 w 4"/>
              <a:gd name="T7" fmla="*/ 0 h 5"/>
              <a:gd name="T8" fmla="*/ 4 w 4"/>
              <a:gd name="T9" fmla="*/ 2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5">
                <a:moveTo>
                  <a:pt x="4" y="2"/>
                </a:moveTo>
                <a:cubicBezTo>
                  <a:pt x="4" y="3"/>
                  <a:pt x="3" y="4"/>
                  <a:pt x="2" y="5"/>
                </a:cubicBezTo>
                <a:cubicBezTo>
                  <a:pt x="1" y="5"/>
                  <a:pt x="0" y="4"/>
                  <a:pt x="0" y="3"/>
                </a:cubicBezTo>
                <a:cubicBezTo>
                  <a:pt x="0" y="2"/>
                  <a:pt x="0" y="1"/>
                  <a:pt x="2" y="0"/>
                </a:cubicBezTo>
                <a:cubicBezTo>
                  <a:pt x="3" y="0"/>
                  <a:pt x="4" y="1"/>
                  <a:pt x="4" y="2"/>
                </a:cubicBezTo>
                <a:close/>
              </a:path>
            </a:pathLst>
          </a:custGeom>
          <a:solidFill>
            <a:srgbClr val="5859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696"/>
          <p:cNvSpPr>
            <a:spLocks/>
          </p:cNvSpPr>
          <p:nvPr/>
        </p:nvSpPr>
        <p:spPr bwMode="auto">
          <a:xfrm>
            <a:off x="3126361" y="5946984"/>
            <a:ext cx="14472" cy="31838"/>
          </a:xfrm>
          <a:custGeom>
            <a:avLst/>
            <a:gdLst>
              <a:gd name="T0" fmla="*/ 7 w 10"/>
              <a:gd name="T1" fmla="*/ 22 h 22"/>
              <a:gd name="T2" fmla="*/ 0 w 10"/>
              <a:gd name="T3" fmla="*/ 19 h 22"/>
              <a:gd name="T4" fmla="*/ 5 w 10"/>
              <a:gd name="T5" fmla="*/ 0 h 22"/>
              <a:gd name="T6" fmla="*/ 10 w 10"/>
              <a:gd name="T7" fmla="*/ 3 h 22"/>
              <a:gd name="T8" fmla="*/ 7 w 10"/>
              <a:gd name="T9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22">
                <a:moveTo>
                  <a:pt x="7" y="22"/>
                </a:moveTo>
                <a:lnTo>
                  <a:pt x="0" y="19"/>
                </a:lnTo>
                <a:lnTo>
                  <a:pt x="5" y="0"/>
                </a:lnTo>
                <a:lnTo>
                  <a:pt x="10" y="3"/>
                </a:lnTo>
                <a:lnTo>
                  <a:pt x="7" y="22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697"/>
          <p:cNvSpPr>
            <a:spLocks/>
          </p:cNvSpPr>
          <p:nvPr/>
        </p:nvSpPr>
        <p:spPr bwMode="auto">
          <a:xfrm>
            <a:off x="3126361" y="5971585"/>
            <a:ext cx="10131" cy="7236"/>
          </a:xfrm>
          <a:custGeom>
            <a:avLst/>
            <a:gdLst>
              <a:gd name="T0" fmla="*/ 3 w 7"/>
              <a:gd name="T1" fmla="*/ 0 h 5"/>
              <a:gd name="T2" fmla="*/ 0 w 7"/>
              <a:gd name="T3" fmla="*/ 2 h 5"/>
              <a:gd name="T4" fmla="*/ 7 w 7"/>
              <a:gd name="T5" fmla="*/ 5 h 5"/>
              <a:gd name="T6" fmla="*/ 7 w 7"/>
              <a:gd name="T7" fmla="*/ 0 h 5"/>
              <a:gd name="T8" fmla="*/ 3 w 7"/>
              <a:gd name="T9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5">
                <a:moveTo>
                  <a:pt x="3" y="0"/>
                </a:moveTo>
                <a:lnTo>
                  <a:pt x="0" y="2"/>
                </a:lnTo>
                <a:lnTo>
                  <a:pt x="7" y="5"/>
                </a:lnTo>
                <a:lnTo>
                  <a:pt x="7" y="0"/>
                </a:lnTo>
                <a:lnTo>
                  <a:pt x="3" y="0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698"/>
          <p:cNvSpPr>
            <a:spLocks/>
          </p:cNvSpPr>
          <p:nvPr/>
        </p:nvSpPr>
        <p:spPr bwMode="auto">
          <a:xfrm>
            <a:off x="3103206" y="5936853"/>
            <a:ext cx="15920" cy="34733"/>
          </a:xfrm>
          <a:custGeom>
            <a:avLst/>
            <a:gdLst>
              <a:gd name="T0" fmla="*/ 7 w 11"/>
              <a:gd name="T1" fmla="*/ 24 h 24"/>
              <a:gd name="T2" fmla="*/ 0 w 11"/>
              <a:gd name="T3" fmla="*/ 24 h 24"/>
              <a:gd name="T4" fmla="*/ 4 w 11"/>
              <a:gd name="T5" fmla="*/ 0 h 24"/>
              <a:gd name="T6" fmla="*/ 11 w 11"/>
              <a:gd name="T7" fmla="*/ 3 h 24"/>
              <a:gd name="T8" fmla="*/ 7 w 11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24">
                <a:moveTo>
                  <a:pt x="7" y="24"/>
                </a:moveTo>
                <a:lnTo>
                  <a:pt x="0" y="24"/>
                </a:lnTo>
                <a:lnTo>
                  <a:pt x="4" y="0"/>
                </a:lnTo>
                <a:lnTo>
                  <a:pt x="11" y="3"/>
                </a:lnTo>
                <a:lnTo>
                  <a:pt x="7" y="24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Rectangle 699"/>
          <p:cNvSpPr>
            <a:spLocks noChangeArrowheads="1"/>
          </p:cNvSpPr>
          <p:nvPr/>
        </p:nvSpPr>
        <p:spPr bwMode="auto">
          <a:xfrm>
            <a:off x="3103206" y="5968691"/>
            <a:ext cx="10131" cy="2894"/>
          </a:xfrm>
          <a:prstGeom prst="rect">
            <a:avLst/>
          </a:pr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700"/>
          <p:cNvSpPr>
            <a:spLocks/>
          </p:cNvSpPr>
          <p:nvPr/>
        </p:nvSpPr>
        <p:spPr bwMode="auto">
          <a:xfrm>
            <a:off x="3205957" y="5931064"/>
            <a:ext cx="20261" cy="60782"/>
          </a:xfrm>
          <a:custGeom>
            <a:avLst/>
            <a:gdLst>
              <a:gd name="T0" fmla="*/ 7 w 14"/>
              <a:gd name="T1" fmla="*/ 42 h 42"/>
              <a:gd name="T2" fmla="*/ 0 w 14"/>
              <a:gd name="T3" fmla="*/ 42 h 42"/>
              <a:gd name="T4" fmla="*/ 9 w 14"/>
              <a:gd name="T5" fmla="*/ 0 h 42"/>
              <a:gd name="T6" fmla="*/ 14 w 14"/>
              <a:gd name="T7" fmla="*/ 2 h 42"/>
              <a:gd name="T8" fmla="*/ 7 w 14"/>
              <a:gd name="T9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42">
                <a:moveTo>
                  <a:pt x="7" y="42"/>
                </a:moveTo>
                <a:lnTo>
                  <a:pt x="0" y="42"/>
                </a:lnTo>
                <a:lnTo>
                  <a:pt x="9" y="0"/>
                </a:lnTo>
                <a:lnTo>
                  <a:pt x="14" y="2"/>
                </a:lnTo>
                <a:lnTo>
                  <a:pt x="7" y="42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701"/>
          <p:cNvSpPr>
            <a:spLocks/>
          </p:cNvSpPr>
          <p:nvPr/>
        </p:nvSpPr>
        <p:spPr bwMode="auto">
          <a:xfrm>
            <a:off x="3205957" y="5984611"/>
            <a:ext cx="10131" cy="7236"/>
          </a:xfrm>
          <a:custGeom>
            <a:avLst/>
            <a:gdLst>
              <a:gd name="T0" fmla="*/ 2 w 7"/>
              <a:gd name="T1" fmla="*/ 0 h 5"/>
              <a:gd name="T2" fmla="*/ 0 w 7"/>
              <a:gd name="T3" fmla="*/ 5 h 5"/>
              <a:gd name="T4" fmla="*/ 7 w 7"/>
              <a:gd name="T5" fmla="*/ 5 h 5"/>
              <a:gd name="T6" fmla="*/ 7 w 7"/>
              <a:gd name="T7" fmla="*/ 3 h 5"/>
              <a:gd name="T8" fmla="*/ 2 w 7"/>
              <a:gd name="T9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5">
                <a:moveTo>
                  <a:pt x="2" y="0"/>
                </a:moveTo>
                <a:lnTo>
                  <a:pt x="0" y="5"/>
                </a:lnTo>
                <a:lnTo>
                  <a:pt x="7" y="5"/>
                </a:lnTo>
                <a:lnTo>
                  <a:pt x="7" y="3"/>
                </a:lnTo>
                <a:lnTo>
                  <a:pt x="2" y="0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702"/>
          <p:cNvSpPr>
            <a:spLocks/>
          </p:cNvSpPr>
          <p:nvPr/>
        </p:nvSpPr>
        <p:spPr bwMode="auto">
          <a:xfrm>
            <a:off x="3184248" y="5926723"/>
            <a:ext cx="21708" cy="62230"/>
          </a:xfrm>
          <a:custGeom>
            <a:avLst/>
            <a:gdLst>
              <a:gd name="T0" fmla="*/ 7 w 15"/>
              <a:gd name="T1" fmla="*/ 43 h 43"/>
              <a:gd name="T2" fmla="*/ 0 w 15"/>
              <a:gd name="T3" fmla="*/ 43 h 43"/>
              <a:gd name="T4" fmla="*/ 10 w 15"/>
              <a:gd name="T5" fmla="*/ 0 h 43"/>
              <a:gd name="T6" fmla="*/ 15 w 15"/>
              <a:gd name="T7" fmla="*/ 3 h 43"/>
              <a:gd name="T8" fmla="*/ 7 w 15"/>
              <a:gd name="T9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43">
                <a:moveTo>
                  <a:pt x="7" y="43"/>
                </a:moveTo>
                <a:lnTo>
                  <a:pt x="0" y="43"/>
                </a:lnTo>
                <a:lnTo>
                  <a:pt x="10" y="0"/>
                </a:lnTo>
                <a:lnTo>
                  <a:pt x="15" y="3"/>
                </a:lnTo>
                <a:lnTo>
                  <a:pt x="7" y="43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703"/>
          <p:cNvSpPr>
            <a:spLocks/>
          </p:cNvSpPr>
          <p:nvPr/>
        </p:nvSpPr>
        <p:spPr bwMode="auto">
          <a:xfrm>
            <a:off x="3184248" y="5981716"/>
            <a:ext cx="10131" cy="7236"/>
          </a:xfrm>
          <a:custGeom>
            <a:avLst/>
            <a:gdLst>
              <a:gd name="T0" fmla="*/ 3 w 7"/>
              <a:gd name="T1" fmla="*/ 0 h 5"/>
              <a:gd name="T2" fmla="*/ 0 w 7"/>
              <a:gd name="T3" fmla="*/ 5 h 5"/>
              <a:gd name="T4" fmla="*/ 7 w 7"/>
              <a:gd name="T5" fmla="*/ 5 h 5"/>
              <a:gd name="T6" fmla="*/ 7 w 7"/>
              <a:gd name="T7" fmla="*/ 2 h 5"/>
              <a:gd name="T8" fmla="*/ 3 w 7"/>
              <a:gd name="T9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5">
                <a:moveTo>
                  <a:pt x="3" y="0"/>
                </a:moveTo>
                <a:lnTo>
                  <a:pt x="0" y="5"/>
                </a:lnTo>
                <a:lnTo>
                  <a:pt x="7" y="5"/>
                </a:lnTo>
                <a:lnTo>
                  <a:pt x="7" y="2"/>
                </a:lnTo>
                <a:lnTo>
                  <a:pt x="3" y="0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704"/>
          <p:cNvSpPr>
            <a:spLocks/>
          </p:cNvSpPr>
          <p:nvPr/>
        </p:nvSpPr>
        <p:spPr bwMode="auto">
          <a:xfrm>
            <a:off x="3098865" y="5800817"/>
            <a:ext cx="167874" cy="163533"/>
          </a:xfrm>
          <a:custGeom>
            <a:avLst/>
            <a:gdLst>
              <a:gd name="T0" fmla="*/ 47 w 49"/>
              <a:gd name="T1" fmla="*/ 32 h 48"/>
              <a:gd name="T2" fmla="*/ 46 w 49"/>
              <a:gd name="T3" fmla="*/ 27 h 48"/>
              <a:gd name="T4" fmla="*/ 48 w 49"/>
              <a:gd name="T5" fmla="*/ 22 h 48"/>
              <a:gd name="T6" fmla="*/ 42 w 49"/>
              <a:gd name="T7" fmla="*/ 13 h 48"/>
              <a:gd name="T8" fmla="*/ 39 w 49"/>
              <a:gd name="T9" fmla="*/ 13 h 48"/>
              <a:gd name="T10" fmla="*/ 31 w 49"/>
              <a:gd name="T11" fmla="*/ 4 h 48"/>
              <a:gd name="T12" fmla="*/ 25 w 49"/>
              <a:gd name="T13" fmla="*/ 4 h 48"/>
              <a:gd name="T14" fmla="*/ 19 w 49"/>
              <a:gd name="T15" fmla="*/ 2 h 48"/>
              <a:gd name="T16" fmla="*/ 2 w 49"/>
              <a:gd name="T17" fmla="*/ 13 h 48"/>
              <a:gd name="T18" fmla="*/ 9 w 49"/>
              <a:gd name="T19" fmla="*/ 29 h 48"/>
              <a:gd name="T20" fmla="*/ 9 w 49"/>
              <a:gd name="T21" fmla="*/ 29 h 48"/>
              <a:gd name="T22" fmla="*/ 2 w 49"/>
              <a:gd name="T23" fmla="*/ 35 h 48"/>
              <a:gd name="T24" fmla="*/ 8 w 49"/>
              <a:gd name="T25" fmla="*/ 44 h 48"/>
              <a:gd name="T26" fmla="*/ 14 w 49"/>
              <a:gd name="T27" fmla="*/ 43 h 48"/>
              <a:gd name="T28" fmla="*/ 18 w 49"/>
              <a:gd name="T29" fmla="*/ 47 h 48"/>
              <a:gd name="T30" fmla="*/ 25 w 49"/>
              <a:gd name="T31" fmla="*/ 43 h 48"/>
              <a:gd name="T32" fmla="*/ 30 w 49"/>
              <a:gd name="T33" fmla="*/ 46 h 48"/>
              <a:gd name="T34" fmla="*/ 42 w 49"/>
              <a:gd name="T35" fmla="*/ 38 h 48"/>
              <a:gd name="T36" fmla="*/ 42 w 49"/>
              <a:gd name="T37" fmla="*/ 36 h 48"/>
              <a:gd name="T38" fmla="*/ 47 w 49"/>
              <a:gd name="T39" fmla="*/ 32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" h="48">
                <a:moveTo>
                  <a:pt x="47" y="32"/>
                </a:moveTo>
                <a:cubicBezTo>
                  <a:pt x="48" y="30"/>
                  <a:pt x="47" y="28"/>
                  <a:pt x="46" y="27"/>
                </a:cubicBezTo>
                <a:cubicBezTo>
                  <a:pt x="47" y="25"/>
                  <a:pt x="48" y="24"/>
                  <a:pt x="48" y="22"/>
                </a:cubicBezTo>
                <a:cubicBezTo>
                  <a:pt x="49" y="18"/>
                  <a:pt x="46" y="14"/>
                  <a:pt x="42" y="13"/>
                </a:cubicBezTo>
                <a:cubicBezTo>
                  <a:pt x="41" y="13"/>
                  <a:pt x="40" y="13"/>
                  <a:pt x="39" y="13"/>
                </a:cubicBezTo>
                <a:cubicBezTo>
                  <a:pt x="39" y="8"/>
                  <a:pt x="35" y="5"/>
                  <a:pt x="31" y="4"/>
                </a:cubicBezTo>
                <a:cubicBezTo>
                  <a:pt x="29" y="3"/>
                  <a:pt x="27" y="4"/>
                  <a:pt x="25" y="4"/>
                </a:cubicBezTo>
                <a:cubicBezTo>
                  <a:pt x="23" y="3"/>
                  <a:pt x="21" y="2"/>
                  <a:pt x="19" y="2"/>
                </a:cubicBezTo>
                <a:cubicBezTo>
                  <a:pt x="11" y="0"/>
                  <a:pt x="3" y="5"/>
                  <a:pt x="2" y="13"/>
                </a:cubicBezTo>
                <a:cubicBezTo>
                  <a:pt x="0" y="20"/>
                  <a:pt x="4" y="26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6" y="29"/>
                  <a:pt x="3" y="32"/>
                  <a:pt x="2" y="35"/>
                </a:cubicBezTo>
                <a:cubicBezTo>
                  <a:pt x="1" y="40"/>
                  <a:pt x="4" y="44"/>
                  <a:pt x="8" y="44"/>
                </a:cubicBezTo>
                <a:cubicBezTo>
                  <a:pt x="10" y="45"/>
                  <a:pt x="12" y="44"/>
                  <a:pt x="14" y="43"/>
                </a:cubicBezTo>
                <a:cubicBezTo>
                  <a:pt x="14" y="45"/>
                  <a:pt x="16" y="47"/>
                  <a:pt x="18" y="47"/>
                </a:cubicBezTo>
                <a:cubicBezTo>
                  <a:pt x="22" y="48"/>
                  <a:pt x="24" y="46"/>
                  <a:pt x="25" y="43"/>
                </a:cubicBezTo>
                <a:cubicBezTo>
                  <a:pt x="27" y="45"/>
                  <a:pt x="28" y="46"/>
                  <a:pt x="30" y="46"/>
                </a:cubicBezTo>
                <a:cubicBezTo>
                  <a:pt x="36" y="47"/>
                  <a:pt x="41" y="43"/>
                  <a:pt x="42" y="38"/>
                </a:cubicBezTo>
                <a:cubicBezTo>
                  <a:pt x="42" y="37"/>
                  <a:pt x="42" y="37"/>
                  <a:pt x="42" y="36"/>
                </a:cubicBezTo>
                <a:cubicBezTo>
                  <a:pt x="45" y="36"/>
                  <a:pt x="47" y="34"/>
                  <a:pt x="47" y="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705"/>
          <p:cNvSpPr>
            <a:spLocks/>
          </p:cNvSpPr>
          <p:nvPr/>
        </p:nvSpPr>
        <p:spPr bwMode="auto">
          <a:xfrm>
            <a:off x="3058343" y="5841338"/>
            <a:ext cx="57888" cy="37627"/>
          </a:xfrm>
          <a:custGeom>
            <a:avLst/>
            <a:gdLst>
              <a:gd name="T0" fmla="*/ 17 w 17"/>
              <a:gd name="T1" fmla="*/ 2 h 11"/>
              <a:gd name="T2" fmla="*/ 8 w 17"/>
              <a:gd name="T3" fmla="*/ 10 h 11"/>
              <a:gd name="T4" fmla="*/ 0 w 17"/>
              <a:gd name="T5" fmla="*/ 9 h 11"/>
              <a:gd name="T6" fmla="*/ 8 w 17"/>
              <a:gd name="T7" fmla="*/ 1 h 11"/>
              <a:gd name="T8" fmla="*/ 17 w 17"/>
              <a:gd name="T9" fmla="*/ 2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1">
                <a:moveTo>
                  <a:pt x="17" y="2"/>
                </a:moveTo>
                <a:cubicBezTo>
                  <a:pt x="15" y="6"/>
                  <a:pt x="11" y="8"/>
                  <a:pt x="8" y="10"/>
                </a:cubicBezTo>
                <a:cubicBezTo>
                  <a:pt x="5" y="11"/>
                  <a:pt x="2" y="10"/>
                  <a:pt x="0" y="9"/>
                </a:cubicBezTo>
                <a:cubicBezTo>
                  <a:pt x="2" y="6"/>
                  <a:pt x="5" y="3"/>
                  <a:pt x="8" y="1"/>
                </a:cubicBezTo>
                <a:cubicBezTo>
                  <a:pt x="12" y="0"/>
                  <a:pt x="15" y="1"/>
                  <a:pt x="17" y="2"/>
                </a:cubicBezTo>
                <a:close/>
              </a:path>
            </a:pathLst>
          </a:custGeom>
          <a:solidFill>
            <a:srgbClr val="F7DFB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706"/>
          <p:cNvSpPr>
            <a:spLocks/>
          </p:cNvSpPr>
          <p:nvPr/>
        </p:nvSpPr>
        <p:spPr bwMode="auto">
          <a:xfrm>
            <a:off x="3058343" y="5848575"/>
            <a:ext cx="57888" cy="30391"/>
          </a:xfrm>
          <a:custGeom>
            <a:avLst/>
            <a:gdLst>
              <a:gd name="T0" fmla="*/ 8 w 17"/>
              <a:gd name="T1" fmla="*/ 8 h 9"/>
              <a:gd name="T2" fmla="*/ 17 w 17"/>
              <a:gd name="T3" fmla="*/ 0 h 9"/>
              <a:gd name="T4" fmla="*/ 0 w 17"/>
              <a:gd name="T5" fmla="*/ 7 h 9"/>
              <a:gd name="T6" fmla="*/ 8 w 17"/>
              <a:gd name="T7" fmla="*/ 8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" h="9">
                <a:moveTo>
                  <a:pt x="8" y="8"/>
                </a:moveTo>
                <a:cubicBezTo>
                  <a:pt x="11" y="6"/>
                  <a:pt x="15" y="4"/>
                  <a:pt x="17" y="0"/>
                </a:cubicBezTo>
                <a:cubicBezTo>
                  <a:pt x="0" y="7"/>
                  <a:pt x="0" y="7"/>
                  <a:pt x="0" y="7"/>
                </a:cubicBezTo>
                <a:cubicBezTo>
                  <a:pt x="2" y="8"/>
                  <a:pt x="5" y="9"/>
                  <a:pt x="8" y="8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707"/>
          <p:cNvSpPr>
            <a:spLocks/>
          </p:cNvSpPr>
          <p:nvPr/>
        </p:nvSpPr>
        <p:spPr bwMode="auto">
          <a:xfrm>
            <a:off x="3150963" y="5851469"/>
            <a:ext cx="43416" cy="47758"/>
          </a:xfrm>
          <a:custGeom>
            <a:avLst/>
            <a:gdLst>
              <a:gd name="T0" fmla="*/ 0 w 13"/>
              <a:gd name="T1" fmla="*/ 1 h 14"/>
              <a:gd name="T2" fmla="*/ 5 w 13"/>
              <a:gd name="T3" fmla="*/ 11 h 14"/>
              <a:gd name="T4" fmla="*/ 13 w 13"/>
              <a:gd name="T5" fmla="*/ 13 h 14"/>
              <a:gd name="T6" fmla="*/ 8 w 13"/>
              <a:gd name="T7" fmla="*/ 3 h 14"/>
              <a:gd name="T8" fmla="*/ 0 w 13"/>
              <a:gd name="T9" fmla="*/ 1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4">
                <a:moveTo>
                  <a:pt x="0" y="1"/>
                </a:moveTo>
                <a:cubicBezTo>
                  <a:pt x="1" y="5"/>
                  <a:pt x="3" y="9"/>
                  <a:pt x="5" y="11"/>
                </a:cubicBezTo>
                <a:cubicBezTo>
                  <a:pt x="8" y="14"/>
                  <a:pt x="11" y="14"/>
                  <a:pt x="13" y="13"/>
                </a:cubicBezTo>
                <a:cubicBezTo>
                  <a:pt x="13" y="10"/>
                  <a:pt x="11" y="6"/>
                  <a:pt x="8" y="3"/>
                </a:cubicBezTo>
                <a:cubicBezTo>
                  <a:pt x="5" y="1"/>
                  <a:pt x="2" y="0"/>
                  <a:pt x="0" y="1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708"/>
          <p:cNvSpPr>
            <a:spLocks/>
          </p:cNvSpPr>
          <p:nvPr/>
        </p:nvSpPr>
        <p:spPr bwMode="auto">
          <a:xfrm>
            <a:off x="3150963" y="5855810"/>
            <a:ext cx="43416" cy="43416"/>
          </a:xfrm>
          <a:custGeom>
            <a:avLst/>
            <a:gdLst>
              <a:gd name="T0" fmla="*/ 5 w 13"/>
              <a:gd name="T1" fmla="*/ 10 h 13"/>
              <a:gd name="T2" fmla="*/ 0 w 13"/>
              <a:gd name="T3" fmla="*/ 0 h 13"/>
              <a:gd name="T4" fmla="*/ 13 w 13"/>
              <a:gd name="T5" fmla="*/ 12 h 13"/>
              <a:gd name="T6" fmla="*/ 5 w 13"/>
              <a:gd name="T7" fmla="*/ 1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3">
                <a:moveTo>
                  <a:pt x="5" y="10"/>
                </a:moveTo>
                <a:cubicBezTo>
                  <a:pt x="3" y="8"/>
                  <a:pt x="1" y="4"/>
                  <a:pt x="0" y="0"/>
                </a:cubicBezTo>
                <a:cubicBezTo>
                  <a:pt x="13" y="12"/>
                  <a:pt x="13" y="12"/>
                  <a:pt x="13" y="12"/>
                </a:cubicBezTo>
                <a:cubicBezTo>
                  <a:pt x="11" y="13"/>
                  <a:pt x="8" y="13"/>
                  <a:pt x="5" y="10"/>
                </a:cubicBezTo>
                <a:close/>
              </a:path>
            </a:pathLst>
          </a:custGeom>
          <a:solidFill>
            <a:srgbClr val="AD84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709"/>
          <p:cNvSpPr>
            <a:spLocks/>
          </p:cNvSpPr>
          <p:nvPr/>
        </p:nvSpPr>
        <p:spPr bwMode="auto">
          <a:xfrm>
            <a:off x="3078604" y="5823972"/>
            <a:ext cx="99857" cy="112881"/>
          </a:xfrm>
          <a:custGeom>
            <a:avLst/>
            <a:gdLst>
              <a:gd name="T0" fmla="*/ 27 w 29"/>
              <a:gd name="T1" fmla="*/ 19 h 33"/>
              <a:gd name="T2" fmla="*/ 11 w 29"/>
              <a:gd name="T3" fmla="*/ 32 h 33"/>
              <a:gd name="T4" fmla="*/ 1 w 29"/>
              <a:gd name="T5" fmla="*/ 14 h 33"/>
              <a:gd name="T6" fmla="*/ 17 w 29"/>
              <a:gd name="T7" fmla="*/ 2 h 33"/>
              <a:gd name="T8" fmla="*/ 27 w 29"/>
              <a:gd name="T9" fmla="*/ 19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33">
                <a:moveTo>
                  <a:pt x="27" y="19"/>
                </a:moveTo>
                <a:cubicBezTo>
                  <a:pt x="26" y="27"/>
                  <a:pt x="19" y="33"/>
                  <a:pt x="11" y="32"/>
                </a:cubicBezTo>
                <a:cubicBezTo>
                  <a:pt x="4" y="30"/>
                  <a:pt x="0" y="22"/>
                  <a:pt x="1" y="14"/>
                </a:cubicBezTo>
                <a:cubicBezTo>
                  <a:pt x="3" y="6"/>
                  <a:pt x="10" y="0"/>
                  <a:pt x="17" y="2"/>
                </a:cubicBezTo>
                <a:cubicBezTo>
                  <a:pt x="24" y="3"/>
                  <a:pt x="29" y="11"/>
                  <a:pt x="27" y="19"/>
                </a:cubicBezTo>
                <a:close/>
              </a:path>
            </a:pathLst>
          </a:custGeom>
          <a:solidFill>
            <a:srgbClr val="F7DFB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710"/>
          <p:cNvSpPr>
            <a:spLocks/>
          </p:cNvSpPr>
          <p:nvPr/>
        </p:nvSpPr>
        <p:spPr bwMode="auto">
          <a:xfrm>
            <a:off x="3116231" y="5831208"/>
            <a:ext cx="62230" cy="105645"/>
          </a:xfrm>
          <a:custGeom>
            <a:avLst/>
            <a:gdLst>
              <a:gd name="T0" fmla="*/ 16 w 18"/>
              <a:gd name="T1" fmla="*/ 17 h 31"/>
              <a:gd name="T2" fmla="*/ 6 w 18"/>
              <a:gd name="T3" fmla="*/ 0 h 31"/>
              <a:gd name="T4" fmla="*/ 0 w 18"/>
              <a:gd name="T5" fmla="*/ 30 h 31"/>
              <a:gd name="T6" fmla="*/ 16 w 18"/>
              <a:gd name="T7" fmla="*/ 1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31">
                <a:moveTo>
                  <a:pt x="16" y="17"/>
                </a:moveTo>
                <a:cubicBezTo>
                  <a:pt x="18" y="9"/>
                  <a:pt x="13" y="1"/>
                  <a:pt x="6" y="0"/>
                </a:cubicBezTo>
                <a:cubicBezTo>
                  <a:pt x="0" y="30"/>
                  <a:pt x="0" y="30"/>
                  <a:pt x="0" y="30"/>
                </a:cubicBezTo>
                <a:cubicBezTo>
                  <a:pt x="8" y="31"/>
                  <a:pt x="15" y="25"/>
                  <a:pt x="16" y="17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711"/>
          <p:cNvSpPr>
            <a:spLocks/>
          </p:cNvSpPr>
          <p:nvPr/>
        </p:nvSpPr>
        <p:spPr bwMode="auto">
          <a:xfrm>
            <a:off x="3106100" y="5883307"/>
            <a:ext cx="13025" cy="13025"/>
          </a:xfrm>
          <a:custGeom>
            <a:avLst/>
            <a:gdLst>
              <a:gd name="T0" fmla="*/ 4 w 4"/>
              <a:gd name="T1" fmla="*/ 2 h 4"/>
              <a:gd name="T2" fmla="*/ 2 w 4"/>
              <a:gd name="T3" fmla="*/ 4 h 4"/>
              <a:gd name="T4" fmla="*/ 0 w 4"/>
              <a:gd name="T5" fmla="*/ 2 h 4"/>
              <a:gd name="T6" fmla="*/ 2 w 4"/>
              <a:gd name="T7" fmla="*/ 0 h 4"/>
              <a:gd name="T8" fmla="*/ 4 w 4"/>
              <a:gd name="T9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4" y="2"/>
                </a:moveTo>
                <a:cubicBezTo>
                  <a:pt x="3" y="3"/>
                  <a:pt x="3" y="4"/>
                  <a:pt x="2" y="4"/>
                </a:cubicBezTo>
                <a:cubicBezTo>
                  <a:pt x="1" y="3"/>
                  <a:pt x="0" y="3"/>
                  <a:pt x="0" y="2"/>
                </a:cubicBezTo>
                <a:cubicBezTo>
                  <a:pt x="1" y="1"/>
                  <a:pt x="1" y="0"/>
                  <a:pt x="2" y="0"/>
                </a:cubicBezTo>
                <a:cubicBezTo>
                  <a:pt x="3" y="1"/>
                  <a:pt x="4" y="1"/>
                  <a:pt x="4" y="2"/>
                </a:cubicBezTo>
                <a:close/>
              </a:path>
            </a:pathLst>
          </a:custGeom>
          <a:solidFill>
            <a:srgbClr val="5859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712"/>
          <p:cNvSpPr>
            <a:spLocks/>
          </p:cNvSpPr>
          <p:nvPr/>
        </p:nvSpPr>
        <p:spPr bwMode="auto">
          <a:xfrm>
            <a:off x="3133597" y="5889096"/>
            <a:ext cx="10131" cy="10131"/>
          </a:xfrm>
          <a:custGeom>
            <a:avLst/>
            <a:gdLst>
              <a:gd name="T0" fmla="*/ 3 w 3"/>
              <a:gd name="T1" fmla="*/ 2 h 3"/>
              <a:gd name="T2" fmla="*/ 1 w 3"/>
              <a:gd name="T3" fmla="*/ 3 h 3"/>
              <a:gd name="T4" fmla="*/ 0 w 3"/>
              <a:gd name="T5" fmla="*/ 1 h 3"/>
              <a:gd name="T6" fmla="*/ 2 w 3"/>
              <a:gd name="T7" fmla="*/ 0 h 3"/>
              <a:gd name="T8" fmla="*/ 3 w 3"/>
              <a:gd name="T9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3">
                <a:moveTo>
                  <a:pt x="3" y="2"/>
                </a:moveTo>
                <a:cubicBezTo>
                  <a:pt x="3" y="3"/>
                  <a:pt x="2" y="3"/>
                  <a:pt x="1" y="3"/>
                </a:cubicBezTo>
                <a:cubicBezTo>
                  <a:pt x="0" y="3"/>
                  <a:pt x="0" y="2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3" y="0"/>
                  <a:pt x="3" y="1"/>
                  <a:pt x="3" y="2"/>
                </a:cubicBezTo>
                <a:close/>
              </a:path>
            </a:pathLst>
          </a:custGeom>
          <a:solidFill>
            <a:srgbClr val="5859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6" name="组合 5"/>
          <p:cNvGrpSpPr/>
          <p:nvPr/>
        </p:nvGrpSpPr>
        <p:grpSpPr>
          <a:xfrm>
            <a:off x="10555522" y="354019"/>
            <a:ext cx="962384" cy="962382"/>
            <a:chOff x="10555522" y="354019"/>
            <a:chExt cx="962384" cy="962382"/>
          </a:xfrm>
        </p:grpSpPr>
        <p:sp>
          <p:nvSpPr>
            <p:cNvPr id="116" name="Freeform 713"/>
            <p:cNvSpPr>
              <a:spLocks/>
            </p:cNvSpPr>
            <p:nvPr/>
          </p:nvSpPr>
          <p:spPr bwMode="auto">
            <a:xfrm>
              <a:off x="10994022" y="354019"/>
              <a:ext cx="85385" cy="123012"/>
            </a:xfrm>
            <a:custGeom>
              <a:avLst/>
              <a:gdLst>
                <a:gd name="T0" fmla="*/ 13 w 25"/>
                <a:gd name="T1" fmla="*/ 0 h 36"/>
                <a:gd name="T2" fmla="*/ 0 w 25"/>
                <a:gd name="T3" fmla="*/ 12 h 36"/>
                <a:gd name="T4" fmla="*/ 0 w 25"/>
                <a:gd name="T5" fmla="*/ 24 h 36"/>
                <a:gd name="T6" fmla="*/ 13 w 25"/>
                <a:gd name="T7" fmla="*/ 36 h 36"/>
                <a:gd name="T8" fmla="*/ 25 w 25"/>
                <a:gd name="T9" fmla="*/ 24 h 36"/>
                <a:gd name="T10" fmla="*/ 25 w 25"/>
                <a:gd name="T11" fmla="*/ 12 h 36"/>
                <a:gd name="T12" fmla="*/ 13 w 25"/>
                <a:gd name="T1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6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6" y="36"/>
                    <a:pt x="13" y="36"/>
                  </a:cubicBezTo>
                  <a:cubicBezTo>
                    <a:pt x="19" y="36"/>
                    <a:pt x="25" y="31"/>
                    <a:pt x="25" y="24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5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714"/>
            <p:cNvSpPr>
              <a:spLocks/>
            </p:cNvSpPr>
            <p:nvPr/>
          </p:nvSpPr>
          <p:spPr bwMode="auto">
            <a:xfrm>
              <a:off x="10994022" y="1189048"/>
              <a:ext cx="85385" cy="127353"/>
            </a:xfrm>
            <a:custGeom>
              <a:avLst/>
              <a:gdLst>
                <a:gd name="T0" fmla="*/ 13 w 25"/>
                <a:gd name="T1" fmla="*/ 0 h 37"/>
                <a:gd name="T2" fmla="*/ 0 w 25"/>
                <a:gd name="T3" fmla="*/ 12 h 37"/>
                <a:gd name="T4" fmla="*/ 0 w 25"/>
                <a:gd name="T5" fmla="*/ 24 h 37"/>
                <a:gd name="T6" fmla="*/ 13 w 25"/>
                <a:gd name="T7" fmla="*/ 37 h 37"/>
                <a:gd name="T8" fmla="*/ 25 w 25"/>
                <a:gd name="T9" fmla="*/ 24 h 37"/>
                <a:gd name="T10" fmla="*/ 25 w 25"/>
                <a:gd name="T11" fmla="*/ 12 h 37"/>
                <a:gd name="T12" fmla="*/ 13 w 25"/>
                <a:gd name="T1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7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6" y="37"/>
                    <a:pt x="13" y="37"/>
                  </a:cubicBezTo>
                  <a:cubicBezTo>
                    <a:pt x="19" y="37"/>
                    <a:pt x="25" y="31"/>
                    <a:pt x="25" y="24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5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715"/>
            <p:cNvSpPr>
              <a:spLocks/>
            </p:cNvSpPr>
            <p:nvPr/>
          </p:nvSpPr>
          <p:spPr bwMode="auto">
            <a:xfrm>
              <a:off x="10555522" y="792517"/>
              <a:ext cx="127353" cy="82490"/>
            </a:xfrm>
            <a:custGeom>
              <a:avLst/>
              <a:gdLst>
                <a:gd name="T0" fmla="*/ 24 w 37"/>
                <a:gd name="T1" fmla="*/ 0 h 24"/>
                <a:gd name="T2" fmla="*/ 13 w 37"/>
                <a:gd name="T3" fmla="*/ 0 h 24"/>
                <a:gd name="T4" fmla="*/ 0 w 37"/>
                <a:gd name="T5" fmla="*/ 12 h 24"/>
                <a:gd name="T6" fmla="*/ 13 w 37"/>
                <a:gd name="T7" fmla="*/ 24 h 24"/>
                <a:gd name="T8" fmla="*/ 24 w 37"/>
                <a:gd name="T9" fmla="*/ 24 h 24"/>
                <a:gd name="T10" fmla="*/ 37 w 37"/>
                <a:gd name="T11" fmla="*/ 12 h 24"/>
                <a:gd name="T12" fmla="*/ 24 w 37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24">
                  <a:moveTo>
                    <a:pt x="2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3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1" y="24"/>
                    <a:pt x="37" y="19"/>
                    <a:pt x="37" y="12"/>
                  </a:cubicBezTo>
                  <a:cubicBezTo>
                    <a:pt x="37" y="5"/>
                    <a:pt x="31" y="0"/>
                    <a:pt x="24" y="0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716"/>
            <p:cNvSpPr>
              <a:spLocks/>
            </p:cNvSpPr>
            <p:nvPr/>
          </p:nvSpPr>
          <p:spPr bwMode="auto">
            <a:xfrm>
              <a:off x="11390553" y="792517"/>
              <a:ext cx="127353" cy="82490"/>
            </a:xfrm>
            <a:custGeom>
              <a:avLst/>
              <a:gdLst>
                <a:gd name="T0" fmla="*/ 25 w 37"/>
                <a:gd name="T1" fmla="*/ 0 h 24"/>
                <a:gd name="T2" fmla="*/ 13 w 37"/>
                <a:gd name="T3" fmla="*/ 0 h 24"/>
                <a:gd name="T4" fmla="*/ 0 w 37"/>
                <a:gd name="T5" fmla="*/ 12 h 24"/>
                <a:gd name="T6" fmla="*/ 13 w 37"/>
                <a:gd name="T7" fmla="*/ 24 h 24"/>
                <a:gd name="T8" fmla="*/ 25 w 37"/>
                <a:gd name="T9" fmla="*/ 24 h 24"/>
                <a:gd name="T10" fmla="*/ 37 w 37"/>
                <a:gd name="T11" fmla="*/ 12 h 24"/>
                <a:gd name="T12" fmla="*/ 25 w 37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24">
                  <a:moveTo>
                    <a:pt x="25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3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32" y="24"/>
                    <a:pt x="37" y="19"/>
                    <a:pt x="37" y="12"/>
                  </a:cubicBezTo>
                  <a:cubicBezTo>
                    <a:pt x="37" y="5"/>
                    <a:pt x="32" y="0"/>
                    <a:pt x="25" y="0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717"/>
            <p:cNvSpPr>
              <a:spLocks/>
            </p:cNvSpPr>
            <p:nvPr/>
          </p:nvSpPr>
          <p:spPr bwMode="auto">
            <a:xfrm>
              <a:off x="10678534" y="477029"/>
              <a:ext cx="124459" cy="120117"/>
            </a:xfrm>
            <a:custGeom>
              <a:avLst/>
              <a:gdLst>
                <a:gd name="T0" fmla="*/ 23 w 36"/>
                <a:gd name="T1" fmla="*/ 5 h 35"/>
                <a:gd name="T2" fmla="*/ 5 w 36"/>
                <a:gd name="T3" fmla="*/ 5 h 35"/>
                <a:gd name="T4" fmla="*/ 5 w 36"/>
                <a:gd name="T5" fmla="*/ 22 h 35"/>
                <a:gd name="T6" fmla="*/ 14 w 36"/>
                <a:gd name="T7" fmla="*/ 31 h 35"/>
                <a:gd name="T8" fmla="*/ 31 w 36"/>
                <a:gd name="T9" fmla="*/ 31 h 35"/>
                <a:gd name="T10" fmla="*/ 31 w 36"/>
                <a:gd name="T11" fmla="*/ 13 h 35"/>
                <a:gd name="T12" fmla="*/ 23 w 36"/>
                <a:gd name="T13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5">
                  <a:moveTo>
                    <a:pt x="23" y="5"/>
                  </a:moveTo>
                  <a:cubicBezTo>
                    <a:pt x="18" y="0"/>
                    <a:pt x="10" y="0"/>
                    <a:pt x="5" y="5"/>
                  </a:cubicBezTo>
                  <a:cubicBezTo>
                    <a:pt x="0" y="10"/>
                    <a:pt x="0" y="17"/>
                    <a:pt x="5" y="22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9" y="35"/>
                    <a:pt x="26" y="35"/>
                    <a:pt x="31" y="31"/>
                  </a:cubicBezTo>
                  <a:cubicBezTo>
                    <a:pt x="36" y="26"/>
                    <a:pt x="36" y="18"/>
                    <a:pt x="31" y="13"/>
                  </a:cubicBezTo>
                  <a:lnTo>
                    <a:pt x="23" y="5"/>
                  </a:ln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718"/>
            <p:cNvSpPr>
              <a:spLocks/>
            </p:cNvSpPr>
            <p:nvPr/>
          </p:nvSpPr>
          <p:spPr bwMode="auto">
            <a:xfrm>
              <a:off x="11270435" y="1068932"/>
              <a:ext cx="124459" cy="120117"/>
            </a:xfrm>
            <a:custGeom>
              <a:avLst/>
              <a:gdLst>
                <a:gd name="T0" fmla="*/ 23 w 36"/>
                <a:gd name="T1" fmla="*/ 4 h 35"/>
                <a:gd name="T2" fmla="*/ 5 w 36"/>
                <a:gd name="T3" fmla="*/ 4 h 35"/>
                <a:gd name="T4" fmla="*/ 5 w 36"/>
                <a:gd name="T5" fmla="*/ 22 h 35"/>
                <a:gd name="T6" fmla="*/ 13 w 36"/>
                <a:gd name="T7" fmla="*/ 30 h 35"/>
                <a:gd name="T8" fmla="*/ 31 w 36"/>
                <a:gd name="T9" fmla="*/ 30 h 35"/>
                <a:gd name="T10" fmla="*/ 31 w 36"/>
                <a:gd name="T11" fmla="*/ 13 h 35"/>
                <a:gd name="T12" fmla="*/ 23 w 36"/>
                <a:gd name="T13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5">
                  <a:moveTo>
                    <a:pt x="23" y="4"/>
                  </a:moveTo>
                  <a:cubicBezTo>
                    <a:pt x="18" y="0"/>
                    <a:pt x="10" y="0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8" y="35"/>
                    <a:pt x="26" y="35"/>
                    <a:pt x="31" y="30"/>
                  </a:cubicBezTo>
                  <a:cubicBezTo>
                    <a:pt x="36" y="26"/>
                    <a:pt x="36" y="18"/>
                    <a:pt x="31" y="13"/>
                  </a:cubicBezTo>
                  <a:lnTo>
                    <a:pt x="23" y="4"/>
                  </a:ln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719"/>
            <p:cNvSpPr>
              <a:spLocks/>
            </p:cNvSpPr>
            <p:nvPr/>
          </p:nvSpPr>
          <p:spPr bwMode="auto">
            <a:xfrm>
              <a:off x="11270435" y="477029"/>
              <a:ext cx="124459" cy="120117"/>
            </a:xfrm>
            <a:custGeom>
              <a:avLst/>
              <a:gdLst>
                <a:gd name="T0" fmla="*/ 13 w 36"/>
                <a:gd name="T1" fmla="*/ 5 h 35"/>
                <a:gd name="T2" fmla="*/ 5 w 36"/>
                <a:gd name="T3" fmla="*/ 13 h 35"/>
                <a:gd name="T4" fmla="*/ 5 w 36"/>
                <a:gd name="T5" fmla="*/ 31 h 35"/>
                <a:gd name="T6" fmla="*/ 23 w 36"/>
                <a:gd name="T7" fmla="*/ 31 h 35"/>
                <a:gd name="T8" fmla="*/ 31 w 36"/>
                <a:gd name="T9" fmla="*/ 22 h 35"/>
                <a:gd name="T10" fmla="*/ 31 w 36"/>
                <a:gd name="T11" fmla="*/ 5 h 35"/>
                <a:gd name="T12" fmla="*/ 13 w 36"/>
                <a:gd name="T13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5">
                  <a:moveTo>
                    <a:pt x="13" y="5"/>
                  </a:moveTo>
                  <a:cubicBezTo>
                    <a:pt x="5" y="13"/>
                    <a:pt x="5" y="13"/>
                    <a:pt x="5" y="13"/>
                  </a:cubicBezTo>
                  <a:cubicBezTo>
                    <a:pt x="0" y="18"/>
                    <a:pt x="0" y="26"/>
                    <a:pt x="5" y="31"/>
                  </a:cubicBezTo>
                  <a:cubicBezTo>
                    <a:pt x="10" y="35"/>
                    <a:pt x="18" y="35"/>
                    <a:pt x="23" y="31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6" y="17"/>
                    <a:pt x="36" y="10"/>
                    <a:pt x="31" y="5"/>
                  </a:cubicBezTo>
                  <a:cubicBezTo>
                    <a:pt x="26" y="0"/>
                    <a:pt x="18" y="0"/>
                    <a:pt x="13" y="5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720"/>
            <p:cNvSpPr>
              <a:spLocks/>
            </p:cNvSpPr>
            <p:nvPr/>
          </p:nvSpPr>
          <p:spPr bwMode="auto">
            <a:xfrm>
              <a:off x="10678534" y="1068932"/>
              <a:ext cx="124459" cy="120117"/>
            </a:xfrm>
            <a:custGeom>
              <a:avLst/>
              <a:gdLst>
                <a:gd name="T0" fmla="*/ 14 w 36"/>
                <a:gd name="T1" fmla="*/ 4 h 35"/>
                <a:gd name="T2" fmla="*/ 5 w 36"/>
                <a:gd name="T3" fmla="*/ 13 h 35"/>
                <a:gd name="T4" fmla="*/ 5 w 36"/>
                <a:gd name="T5" fmla="*/ 30 h 35"/>
                <a:gd name="T6" fmla="*/ 23 w 36"/>
                <a:gd name="T7" fmla="*/ 30 h 35"/>
                <a:gd name="T8" fmla="*/ 31 w 36"/>
                <a:gd name="T9" fmla="*/ 22 h 35"/>
                <a:gd name="T10" fmla="*/ 31 w 36"/>
                <a:gd name="T11" fmla="*/ 4 h 35"/>
                <a:gd name="T12" fmla="*/ 14 w 36"/>
                <a:gd name="T13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5">
                  <a:moveTo>
                    <a:pt x="14" y="4"/>
                  </a:moveTo>
                  <a:cubicBezTo>
                    <a:pt x="5" y="13"/>
                    <a:pt x="5" y="13"/>
                    <a:pt x="5" y="13"/>
                  </a:cubicBezTo>
                  <a:cubicBezTo>
                    <a:pt x="0" y="18"/>
                    <a:pt x="0" y="26"/>
                    <a:pt x="5" y="30"/>
                  </a:cubicBezTo>
                  <a:cubicBezTo>
                    <a:pt x="10" y="35"/>
                    <a:pt x="18" y="35"/>
                    <a:pt x="23" y="30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6" y="17"/>
                    <a:pt x="36" y="9"/>
                    <a:pt x="31" y="4"/>
                  </a:cubicBezTo>
                  <a:cubicBezTo>
                    <a:pt x="26" y="0"/>
                    <a:pt x="19" y="0"/>
                    <a:pt x="14" y="4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5" name="组合 4"/>
            <p:cNvGrpSpPr/>
            <p:nvPr/>
          </p:nvGrpSpPr>
          <p:grpSpPr>
            <a:xfrm>
              <a:off x="10727739" y="521893"/>
              <a:ext cx="617950" cy="622293"/>
              <a:chOff x="10727739" y="521893"/>
              <a:chExt cx="617950" cy="622293"/>
            </a:xfrm>
          </p:grpSpPr>
          <p:sp>
            <p:nvSpPr>
              <p:cNvPr id="124" name="Freeform 721"/>
              <p:cNvSpPr>
                <a:spLocks/>
              </p:cNvSpPr>
              <p:nvPr/>
            </p:nvSpPr>
            <p:spPr bwMode="auto">
              <a:xfrm>
                <a:off x="11038884" y="521893"/>
                <a:ext cx="306805" cy="622293"/>
              </a:xfrm>
              <a:custGeom>
                <a:avLst/>
                <a:gdLst>
                  <a:gd name="T0" fmla="*/ 0 w 90"/>
                  <a:gd name="T1" fmla="*/ 0 h 182"/>
                  <a:gd name="T2" fmla="*/ 0 w 90"/>
                  <a:gd name="T3" fmla="*/ 182 h 182"/>
                  <a:gd name="T4" fmla="*/ 90 w 90"/>
                  <a:gd name="T5" fmla="*/ 91 h 182"/>
                  <a:gd name="T6" fmla="*/ 0 w 90"/>
                  <a:gd name="T7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182">
                    <a:moveTo>
                      <a:pt x="0" y="0"/>
                    </a:moveTo>
                    <a:cubicBezTo>
                      <a:pt x="0" y="182"/>
                      <a:pt x="0" y="182"/>
                      <a:pt x="0" y="182"/>
                    </a:cubicBezTo>
                    <a:cubicBezTo>
                      <a:pt x="50" y="182"/>
                      <a:pt x="90" y="141"/>
                      <a:pt x="90" y="91"/>
                    </a:cubicBezTo>
                    <a:cubicBezTo>
                      <a:pt x="90" y="41"/>
                      <a:pt x="50" y="0"/>
                      <a:pt x="0" y="0"/>
                    </a:cubicBezTo>
                    <a:close/>
                  </a:path>
                </a:pathLst>
              </a:custGeom>
              <a:solidFill>
                <a:srgbClr val="F8D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" name="Freeform 722"/>
              <p:cNvSpPr>
                <a:spLocks/>
              </p:cNvSpPr>
              <p:nvPr/>
            </p:nvSpPr>
            <p:spPr bwMode="auto">
              <a:xfrm>
                <a:off x="10727739" y="521893"/>
                <a:ext cx="311147" cy="622293"/>
              </a:xfrm>
              <a:custGeom>
                <a:avLst/>
                <a:gdLst>
                  <a:gd name="T0" fmla="*/ 0 w 91"/>
                  <a:gd name="T1" fmla="*/ 91 h 182"/>
                  <a:gd name="T2" fmla="*/ 91 w 91"/>
                  <a:gd name="T3" fmla="*/ 182 h 182"/>
                  <a:gd name="T4" fmla="*/ 91 w 91"/>
                  <a:gd name="T5" fmla="*/ 0 h 182"/>
                  <a:gd name="T6" fmla="*/ 0 w 91"/>
                  <a:gd name="T7" fmla="*/ 91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182">
                    <a:moveTo>
                      <a:pt x="0" y="91"/>
                    </a:moveTo>
                    <a:cubicBezTo>
                      <a:pt x="0" y="141"/>
                      <a:pt x="40" y="182"/>
                      <a:pt x="91" y="182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40" y="0"/>
                      <a:pt x="0" y="41"/>
                      <a:pt x="0" y="91"/>
                    </a:cubicBezTo>
                    <a:close/>
                  </a:path>
                </a:pathLst>
              </a:custGeom>
              <a:solidFill>
                <a:srgbClr val="FFF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772" name="组合 771"/>
          <p:cNvGrpSpPr/>
          <p:nvPr/>
        </p:nvGrpSpPr>
        <p:grpSpPr>
          <a:xfrm>
            <a:off x="-358640" y="135157"/>
            <a:ext cx="1892928" cy="211290"/>
            <a:chOff x="5825375" y="6899236"/>
            <a:chExt cx="1892928" cy="211290"/>
          </a:xfrm>
          <a:solidFill>
            <a:srgbClr val="FFFFFF"/>
          </a:solidFill>
        </p:grpSpPr>
        <p:sp>
          <p:nvSpPr>
            <p:cNvPr id="773" name="Freeform 604"/>
            <p:cNvSpPr>
              <a:spLocks/>
            </p:cNvSpPr>
            <p:nvPr/>
          </p:nvSpPr>
          <p:spPr bwMode="auto">
            <a:xfrm>
              <a:off x="6434643" y="6899236"/>
              <a:ext cx="1283660" cy="211290"/>
            </a:xfrm>
            <a:custGeom>
              <a:avLst/>
              <a:gdLst>
                <a:gd name="T0" fmla="*/ 0 w 375"/>
                <a:gd name="T1" fmla="*/ 31 h 62"/>
                <a:gd name="T2" fmla="*/ 31 w 375"/>
                <a:gd name="T3" fmla="*/ 62 h 62"/>
                <a:gd name="T4" fmla="*/ 344 w 375"/>
                <a:gd name="T5" fmla="*/ 62 h 62"/>
                <a:gd name="T6" fmla="*/ 375 w 375"/>
                <a:gd name="T7" fmla="*/ 31 h 62"/>
                <a:gd name="T8" fmla="*/ 344 w 375"/>
                <a:gd name="T9" fmla="*/ 0 h 62"/>
                <a:gd name="T10" fmla="*/ 31 w 375"/>
                <a:gd name="T11" fmla="*/ 0 h 62"/>
                <a:gd name="T12" fmla="*/ 0 w 375"/>
                <a:gd name="T13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5" h="62">
                  <a:moveTo>
                    <a:pt x="0" y="31"/>
                  </a:moveTo>
                  <a:cubicBezTo>
                    <a:pt x="0" y="48"/>
                    <a:pt x="14" y="62"/>
                    <a:pt x="31" y="62"/>
                  </a:cubicBezTo>
                  <a:cubicBezTo>
                    <a:pt x="344" y="62"/>
                    <a:pt x="344" y="62"/>
                    <a:pt x="344" y="62"/>
                  </a:cubicBezTo>
                  <a:cubicBezTo>
                    <a:pt x="361" y="62"/>
                    <a:pt x="375" y="48"/>
                    <a:pt x="375" y="31"/>
                  </a:cubicBezTo>
                  <a:cubicBezTo>
                    <a:pt x="375" y="14"/>
                    <a:pt x="361" y="0"/>
                    <a:pt x="34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4" name="Oval 605"/>
            <p:cNvSpPr>
              <a:spLocks noChangeArrowheads="1"/>
            </p:cNvSpPr>
            <p:nvPr/>
          </p:nvSpPr>
          <p:spPr bwMode="auto">
            <a:xfrm>
              <a:off x="6130732" y="6899236"/>
              <a:ext cx="211290" cy="21129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5" name="Oval 606"/>
            <p:cNvSpPr>
              <a:spLocks noChangeArrowheads="1"/>
            </p:cNvSpPr>
            <p:nvPr/>
          </p:nvSpPr>
          <p:spPr bwMode="auto">
            <a:xfrm>
              <a:off x="5825375" y="6899236"/>
              <a:ext cx="209843" cy="21129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824" name="组合 823"/>
          <p:cNvGrpSpPr/>
          <p:nvPr/>
        </p:nvGrpSpPr>
        <p:grpSpPr>
          <a:xfrm>
            <a:off x="7681226" y="3763427"/>
            <a:ext cx="778936" cy="402438"/>
            <a:chOff x="8200390" y="3676559"/>
            <a:chExt cx="615589" cy="324496"/>
          </a:xfrm>
        </p:grpSpPr>
        <p:sp>
          <p:nvSpPr>
            <p:cNvPr id="172" name="Freeform 453"/>
            <p:cNvSpPr>
              <a:spLocks/>
            </p:cNvSpPr>
            <p:nvPr/>
          </p:nvSpPr>
          <p:spPr bwMode="auto">
            <a:xfrm>
              <a:off x="8200390" y="3676559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454"/>
            <p:cNvSpPr>
              <a:spLocks/>
            </p:cNvSpPr>
            <p:nvPr/>
          </p:nvSpPr>
          <p:spPr bwMode="auto">
            <a:xfrm>
              <a:off x="8493869" y="3676559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811" name="组合 810"/>
          <p:cNvGrpSpPr/>
          <p:nvPr/>
        </p:nvGrpSpPr>
        <p:grpSpPr>
          <a:xfrm flipH="1">
            <a:off x="4582399" y="3027298"/>
            <a:ext cx="804311" cy="423977"/>
            <a:chOff x="7218489" y="3410966"/>
            <a:chExt cx="615589" cy="324496"/>
          </a:xfrm>
        </p:grpSpPr>
        <p:sp>
          <p:nvSpPr>
            <p:cNvPr id="809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0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812" name="组合 811"/>
          <p:cNvGrpSpPr/>
          <p:nvPr/>
        </p:nvGrpSpPr>
        <p:grpSpPr>
          <a:xfrm>
            <a:off x="10693765" y="4646977"/>
            <a:ext cx="792507" cy="417755"/>
            <a:chOff x="7218489" y="3410966"/>
            <a:chExt cx="615589" cy="324496"/>
          </a:xfrm>
        </p:grpSpPr>
        <p:sp>
          <p:nvSpPr>
            <p:cNvPr id="813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4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63" name="文本框 762"/>
          <p:cNvSpPr txBox="1"/>
          <p:nvPr/>
        </p:nvSpPr>
        <p:spPr>
          <a:xfrm>
            <a:off x="3291568" y="928050"/>
            <a:ext cx="6340197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0" dirty="0">
                <a:solidFill>
                  <a:schemeClr val="bg1"/>
                </a:solidFill>
                <a:latin typeface="汉真广标" panose="02010609000101010101" pitchFamily="49" charset="-122"/>
                <a:ea typeface="汉真广标" panose="02010609000101010101" pitchFamily="49" charset="-122"/>
              </a:rPr>
              <a:t>创设意象是什么？</a:t>
            </a:r>
          </a:p>
        </p:txBody>
      </p:sp>
      <p:sp>
        <p:nvSpPr>
          <p:cNvPr id="732" name="任意多边形 731"/>
          <p:cNvSpPr/>
          <p:nvPr/>
        </p:nvSpPr>
        <p:spPr>
          <a:xfrm>
            <a:off x="8384643" y="4284042"/>
            <a:ext cx="1568528" cy="1153734"/>
          </a:xfrm>
          <a:custGeom>
            <a:avLst/>
            <a:gdLst>
              <a:gd name="connsiteX0" fmla="*/ 0 w 3098800"/>
              <a:gd name="connsiteY0" fmla="*/ 0 h 2311400"/>
              <a:gd name="connsiteX1" fmla="*/ 0 w 3098800"/>
              <a:gd name="connsiteY1" fmla="*/ 908050 h 2311400"/>
              <a:gd name="connsiteX2" fmla="*/ 1879600 w 3098800"/>
              <a:gd name="connsiteY2" fmla="*/ 863600 h 2311400"/>
              <a:gd name="connsiteX3" fmla="*/ 2203450 w 3098800"/>
              <a:gd name="connsiteY3" fmla="*/ 1168400 h 2311400"/>
              <a:gd name="connsiteX4" fmla="*/ 2190750 w 3098800"/>
              <a:gd name="connsiteY4" fmla="*/ 2311400 h 2311400"/>
              <a:gd name="connsiteX5" fmla="*/ 3098800 w 3098800"/>
              <a:gd name="connsiteY5" fmla="*/ 2247900 h 2311400"/>
              <a:gd name="connsiteX6" fmla="*/ 3092450 w 3098800"/>
              <a:gd name="connsiteY6" fmla="*/ 965200 h 2311400"/>
              <a:gd name="connsiteX7" fmla="*/ 2000250 w 3098800"/>
              <a:gd name="connsiteY7" fmla="*/ 0 h 2311400"/>
              <a:gd name="connsiteX8" fmla="*/ 0 w 3098800"/>
              <a:gd name="connsiteY8" fmla="*/ 0 h 2311400"/>
              <a:gd name="connsiteX0" fmla="*/ 11906 w 3098800"/>
              <a:gd name="connsiteY0" fmla="*/ 0 h 2320925"/>
              <a:gd name="connsiteX1" fmla="*/ 0 w 3098800"/>
              <a:gd name="connsiteY1" fmla="*/ 917575 h 2320925"/>
              <a:gd name="connsiteX2" fmla="*/ 1879600 w 3098800"/>
              <a:gd name="connsiteY2" fmla="*/ 873125 h 2320925"/>
              <a:gd name="connsiteX3" fmla="*/ 2203450 w 3098800"/>
              <a:gd name="connsiteY3" fmla="*/ 1177925 h 2320925"/>
              <a:gd name="connsiteX4" fmla="*/ 2190750 w 3098800"/>
              <a:gd name="connsiteY4" fmla="*/ 2320925 h 2320925"/>
              <a:gd name="connsiteX5" fmla="*/ 3098800 w 3098800"/>
              <a:gd name="connsiteY5" fmla="*/ 2257425 h 2320925"/>
              <a:gd name="connsiteX6" fmla="*/ 3092450 w 3098800"/>
              <a:gd name="connsiteY6" fmla="*/ 974725 h 2320925"/>
              <a:gd name="connsiteX7" fmla="*/ 2000250 w 3098800"/>
              <a:gd name="connsiteY7" fmla="*/ 9525 h 2320925"/>
              <a:gd name="connsiteX8" fmla="*/ 11906 w 3098800"/>
              <a:gd name="connsiteY8" fmla="*/ 0 h 2320925"/>
              <a:gd name="connsiteX0" fmla="*/ 0 w 3086894"/>
              <a:gd name="connsiteY0" fmla="*/ 0 h 2320925"/>
              <a:gd name="connsiteX1" fmla="*/ 2381 w 3086894"/>
              <a:gd name="connsiteY1" fmla="*/ 891381 h 2320925"/>
              <a:gd name="connsiteX2" fmla="*/ 1867694 w 3086894"/>
              <a:gd name="connsiteY2" fmla="*/ 873125 h 2320925"/>
              <a:gd name="connsiteX3" fmla="*/ 2191544 w 3086894"/>
              <a:gd name="connsiteY3" fmla="*/ 1177925 h 2320925"/>
              <a:gd name="connsiteX4" fmla="*/ 2178844 w 3086894"/>
              <a:gd name="connsiteY4" fmla="*/ 2320925 h 2320925"/>
              <a:gd name="connsiteX5" fmla="*/ 3086894 w 3086894"/>
              <a:gd name="connsiteY5" fmla="*/ 2257425 h 2320925"/>
              <a:gd name="connsiteX6" fmla="*/ 3080544 w 3086894"/>
              <a:gd name="connsiteY6" fmla="*/ 974725 h 2320925"/>
              <a:gd name="connsiteX7" fmla="*/ 1988344 w 3086894"/>
              <a:gd name="connsiteY7" fmla="*/ 9525 h 2320925"/>
              <a:gd name="connsiteX8" fmla="*/ 0 w 3086894"/>
              <a:gd name="connsiteY8" fmla="*/ 0 h 2320925"/>
              <a:gd name="connsiteX0" fmla="*/ 9565 w 3096459"/>
              <a:gd name="connsiteY0" fmla="*/ 0 h 2320925"/>
              <a:gd name="connsiteX1" fmla="*/ 40 w 3096459"/>
              <a:gd name="connsiteY1" fmla="*/ 891381 h 2320925"/>
              <a:gd name="connsiteX2" fmla="*/ 1877259 w 3096459"/>
              <a:gd name="connsiteY2" fmla="*/ 873125 h 2320925"/>
              <a:gd name="connsiteX3" fmla="*/ 2201109 w 3096459"/>
              <a:gd name="connsiteY3" fmla="*/ 1177925 h 2320925"/>
              <a:gd name="connsiteX4" fmla="*/ 2188409 w 3096459"/>
              <a:gd name="connsiteY4" fmla="*/ 2320925 h 2320925"/>
              <a:gd name="connsiteX5" fmla="*/ 3096459 w 3096459"/>
              <a:gd name="connsiteY5" fmla="*/ 2257425 h 2320925"/>
              <a:gd name="connsiteX6" fmla="*/ 3090109 w 3096459"/>
              <a:gd name="connsiteY6" fmla="*/ 974725 h 2320925"/>
              <a:gd name="connsiteX7" fmla="*/ 1997909 w 3096459"/>
              <a:gd name="connsiteY7" fmla="*/ 9525 h 2320925"/>
              <a:gd name="connsiteX8" fmla="*/ 9565 w 3096459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70181 w 3089381"/>
              <a:gd name="connsiteY2" fmla="*/ 873125 h 2320925"/>
              <a:gd name="connsiteX3" fmla="*/ 2194031 w 3089381"/>
              <a:gd name="connsiteY3" fmla="*/ 1177925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70181 w 3089381"/>
              <a:gd name="connsiteY2" fmla="*/ 873125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63074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63074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63074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63074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63074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266157"/>
              <a:gd name="connsiteX1" fmla="*/ 106 w 3089381"/>
              <a:gd name="connsiteY1" fmla="*/ 891381 h 2266157"/>
              <a:gd name="connsiteX2" fmla="*/ 1886849 w 3089381"/>
              <a:gd name="connsiteY2" fmla="*/ 885031 h 2266157"/>
              <a:gd name="connsiteX3" fmla="*/ 2163074 w 3089381"/>
              <a:gd name="connsiteY3" fmla="*/ 1185069 h 2266157"/>
              <a:gd name="connsiteX4" fmla="*/ 2155138 w 3089381"/>
              <a:gd name="connsiteY4" fmla="*/ 2266157 h 2266157"/>
              <a:gd name="connsiteX5" fmla="*/ 3089381 w 3089381"/>
              <a:gd name="connsiteY5" fmla="*/ 2257425 h 2266157"/>
              <a:gd name="connsiteX6" fmla="*/ 3083031 w 3089381"/>
              <a:gd name="connsiteY6" fmla="*/ 974725 h 2266157"/>
              <a:gd name="connsiteX7" fmla="*/ 1990831 w 3089381"/>
              <a:gd name="connsiteY7" fmla="*/ 9525 h 2266157"/>
              <a:gd name="connsiteX8" fmla="*/ 2487 w 3089381"/>
              <a:gd name="connsiteY8" fmla="*/ 0 h 2266157"/>
              <a:gd name="connsiteX0" fmla="*/ 2487 w 3089381"/>
              <a:gd name="connsiteY0" fmla="*/ 0 h 2266157"/>
              <a:gd name="connsiteX1" fmla="*/ 106 w 3089381"/>
              <a:gd name="connsiteY1" fmla="*/ 891381 h 2266157"/>
              <a:gd name="connsiteX2" fmla="*/ 1886849 w 3089381"/>
              <a:gd name="connsiteY2" fmla="*/ 885031 h 2266157"/>
              <a:gd name="connsiteX3" fmla="*/ 2163074 w 3089381"/>
              <a:gd name="connsiteY3" fmla="*/ 1185069 h 2266157"/>
              <a:gd name="connsiteX4" fmla="*/ 2167044 w 3089381"/>
              <a:gd name="connsiteY4" fmla="*/ 2266157 h 2266157"/>
              <a:gd name="connsiteX5" fmla="*/ 3089381 w 3089381"/>
              <a:gd name="connsiteY5" fmla="*/ 2257425 h 2266157"/>
              <a:gd name="connsiteX6" fmla="*/ 3083031 w 3089381"/>
              <a:gd name="connsiteY6" fmla="*/ 974725 h 2266157"/>
              <a:gd name="connsiteX7" fmla="*/ 1990831 w 3089381"/>
              <a:gd name="connsiteY7" fmla="*/ 9525 h 2266157"/>
              <a:gd name="connsiteX8" fmla="*/ 2487 w 3089381"/>
              <a:gd name="connsiteY8" fmla="*/ 0 h 2266157"/>
              <a:gd name="connsiteX0" fmla="*/ 2487 w 3087000"/>
              <a:gd name="connsiteY0" fmla="*/ 0 h 2269331"/>
              <a:gd name="connsiteX1" fmla="*/ 106 w 3087000"/>
              <a:gd name="connsiteY1" fmla="*/ 891381 h 2269331"/>
              <a:gd name="connsiteX2" fmla="*/ 1886849 w 3087000"/>
              <a:gd name="connsiteY2" fmla="*/ 885031 h 2269331"/>
              <a:gd name="connsiteX3" fmla="*/ 2163074 w 3087000"/>
              <a:gd name="connsiteY3" fmla="*/ 1185069 h 2269331"/>
              <a:gd name="connsiteX4" fmla="*/ 2167044 w 3087000"/>
              <a:gd name="connsiteY4" fmla="*/ 2266157 h 2269331"/>
              <a:gd name="connsiteX5" fmla="*/ 3087000 w 3087000"/>
              <a:gd name="connsiteY5" fmla="*/ 2269331 h 2269331"/>
              <a:gd name="connsiteX6" fmla="*/ 3083031 w 3087000"/>
              <a:gd name="connsiteY6" fmla="*/ 974725 h 2269331"/>
              <a:gd name="connsiteX7" fmla="*/ 1990831 w 3087000"/>
              <a:gd name="connsiteY7" fmla="*/ 9525 h 2269331"/>
              <a:gd name="connsiteX8" fmla="*/ 2487 w 3087000"/>
              <a:gd name="connsiteY8" fmla="*/ 0 h 2269331"/>
              <a:gd name="connsiteX0" fmla="*/ 2487 w 3083563"/>
              <a:gd name="connsiteY0" fmla="*/ 0 h 2271713"/>
              <a:gd name="connsiteX1" fmla="*/ 106 w 3083563"/>
              <a:gd name="connsiteY1" fmla="*/ 891381 h 2271713"/>
              <a:gd name="connsiteX2" fmla="*/ 1886849 w 3083563"/>
              <a:gd name="connsiteY2" fmla="*/ 885031 h 2271713"/>
              <a:gd name="connsiteX3" fmla="*/ 2163074 w 3083563"/>
              <a:gd name="connsiteY3" fmla="*/ 1185069 h 2271713"/>
              <a:gd name="connsiteX4" fmla="*/ 2167044 w 3083563"/>
              <a:gd name="connsiteY4" fmla="*/ 2266157 h 2271713"/>
              <a:gd name="connsiteX5" fmla="*/ 3082237 w 3083563"/>
              <a:gd name="connsiteY5" fmla="*/ 2271713 h 2271713"/>
              <a:gd name="connsiteX6" fmla="*/ 3083031 w 3083563"/>
              <a:gd name="connsiteY6" fmla="*/ 974725 h 2271713"/>
              <a:gd name="connsiteX7" fmla="*/ 1990831 w 3083563"/>
              <a:gd name="connsiteY7" fmla="*/ 9525 h 2271713"/>
              <a:gd name="connsiteX8" fmla="*/ 2487 w 3083563"/>
              <a:gd name="connsiteY8" fmla="*/ 0 h 2271713"/>
              <a:gd name="connsiteX0" fmla="*/ 2487 w 3083415"/>
              <a:gd name="connsiteY0" fmla="*/ 0 h 2266157"/>
              <a:gd name="connsiteX1" fmla="*/ 106 w 3083415"/>
              <a:gd name="connsiteY1" fmla="*/ 891381 h 2266157"/>
              <a:gd name="connsiteX2" fmla="*/ 1886849 w 3083415"/>
              <a:gd name="connsiteY2" fmla="*/ 885031 h 2266157"/>
              <a:gd name="connsiteX3" fmla="*/ 2163074 w 3083415"/>
              <a:gd name="connsiteY3" fmla="*/ 1185069 h 2266157"/>
              <a:gd name="connsiteX4" fmla="*/ 2167044 w 3083415"/>
              <a:gd name="connsiteY4" fmla="*/ 2266157 h 2266157"/>
              <a:gd name="connsiteX5" fmla="*/ 3079856 w 3083415"/>
              <a:gd name="connsiteY5" fmla="*/ 2259806 h 2266157"/>
              <a:gd name="connsiteX6" fmla="*/ 3083031 w 3083415"/>
              <a:gd name="connsiteY6" fmla="*/ 974725 h 2266157"/>
              <a:gd name="connsiteX7" fmla="*/ 1990831 w 3083415"/>
              <a:gd name="connsiteY7" fmla="*/ 9525 h 2266157"/>
              <a:gd name="connsiteX8" fmla="*/ 2487 w 3083415"/>
              <a:gd name="connsiteY8" fmla="*/ 0 h 2266157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14316 w 3083486"/>
              <a:gd name="connsiteY0" fmla="*/ 2381 h 2257425"/>
              <a:gd name="connsiteX1" fmla="*/ 29 w 3083486"/>
              <a:gd name="connsiteY1" fmla="*/ 881856 h 2257425"/>
              <a:gd name="connsiteX2" fmla="*/ 1886772 w 3083486"/>
              <a:gd name="connsiteY2" fmla="*/ 875506 h 2257425"/>
              <a:gd name="connsiteX3" fmla="*/ 2162997 w 3083486"/>
              <a:gd name="connsiteY3" fmla="*/ 1175544 h 2257425"/>
              <a:gd name="connsiteX4" fmla="*/ 2166967 w 3083486"/>
              <a:gd name="connsiteY4" fmla="*/ 2256632 h 2257425"/>
              <a:gd name="connsiteX5" fmla="*/ 3082160 w 3083486"/>
              <a:gd name="connsiteY5" fmla="*/ 2257425 h 2257425"/>
              <a:gd name="connsiteX6" fmla="*/ 3082954 w 3083486"/>
              <a:gd name="connsiteY6" fmla="*/ 965200 h 2257425"/>
              <a:gd name="connsiteX7" fmla="*/ 1990754 w 3083486"/>
              <a:gd name="connsiteY7" fmla="*/ 0 h 2257425"/>
              <a:gd name="connsiteX8" fmla="*/ 14316 w 3083486"/>
              <a:gd name="connsiteY8" fmla="*/ 2381 h 2257425"/>
              <a:gd name="connsiteX0" fmla="*/ 14316 w 3083486"/>
              <a:gd name="connsiteY0" fmla="*/ 0 h 2271713"/>
              <a:gd name="connsiteX1" fmla="*/ 29 w 3083486"/>
              <a:gd name="connsiteY1" fmla="*/ 896144 h 2271713"/>
              <a:gd name="connsiteX2" fmla="*/ 1886772 w 3083486"/>
              <a:gd name="connsiteY2" fmla="*/ 889794 h 2271713"/>
              <a:gd name="connsiteX3" fmla="*/ 2162997 w 3083486"/>
              <a:gd name="connsiteY3" fmla="*/ 1189832 h 2271713"/>
              <a:gd name="connsiteX4" fmla="*/ 2166967 w 3083486"/>
              <a:gd name="connsiteY4" fmla="*/ 2270920 h 2271713"/>
              <a:gd name="connsiteX5" fmla="*/ 3082160 w 3083486"/>
              <a:gd name="connsiteY5" fmla="*/ 2271713 h 2271713"/>
              <a:gd name="connsiteX6" fmla="*/ 3082954 w 3083486"/>
              <a:gd name="connsiteY6" fmla="*/ 979488 h 2271713"/>
              <a:gd name="connsiteX7" fmla="*/ 1990754 w 3083486"/>
              <a:gd name="connsiteY7" fmla="*/ 14288 h 2271713"/>
              <a:gd name="connsiteX8" fmla="*/ 14316 w 3083486"/>
              <a:gd name="connsiteY8" fmla="*/ 0 h 2271713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91685"/>
              <a:gd name="connsiteY0" fmla="*/ 2381 h 2274094"/>
              <a:gd name="connsiteX1" fmla="*/ 29 w 3091685"/>
              <a:gd name="connsiteY1" fmla="*/ 898525 h 2274094"/>
              <a:gd name="connsiteX2" fmla="*/ 1886772 w 3091685"/>
              <a:gd name="connsiteY2" fmla="*/ 892175 h 2274094"/>
              <a:gd name="connsiteX3" fmla="*/ 2162997 w 3091685"/>
              <a:gd name="connsiteY3" fmla="*/ 1192213 h 2274094"/>
              <a:gd name="connsiteX4" fmla="*/ 2166967 w 3091685"/>
              <a:gd name="connsiteY4" fmla="*/ 2273301 h 2274094"/>
              <a:gd name="connsiteX5" fmla="*/ 3091685 w 3091685"/>
              <a:gd name="connsiteY5" fmla="*/ 2274094 h 2274094"/>
              <a:gd name="connsiteX6" fmla="*/ 3082954 w 3091685"/>
              <a:gd name="connsiteY6" fmla="*/ 981869 h 2274094"/>
              <a:gd name="connsiteX7" fmla="*/ 1993135 w 3091685"/>
              <a:gd name="connsiteY7" fmla="*/ 0 h 2274094"/>
              <a:gd name="connsiteX8" fmla="*/ 14316 w 3091685"/>
              <a:gd name="connsiteY8" fmla="*/ 2381 h 2274094"/>
              <a:gd name="connsiteX0" fmla="*/ 14316 w 3091685"/>
              <a:gd name="connsiteY0" fmla="*/ 2381 h 2274094"/>
              <a:gd name="connsiteX1" fmla="*/ 29 w 3091685"/>
              <a:gd name="connsiteY1" fmla="*/ 898525 h 2274094"/>
              <a:gd name="connsiteX2" fmla="*/ 1886772 w 3091685"/>
              <a:gd name="connsiteY2" fmla="*/ 892175 h 2274094"/>
              <a:gd name="connsiteX3" fmla="*/ 2162997 w 3091685"/>
              <a:gd name="connsiteY3" fmla="*/ 1192213 h 2274094"/>
              <a:gd name="connsiteX4" fmla="*/ 2166967 w 3091685"/>
              <a:gd name="connsiteY4" fmla="*/ 2273301 h 2274094"/>
              <a:gd name="connsiteX5" fmla="*/ 3091685 w 3091685"/>
              <a:gd name="connsiteY5" fmla="*/ 2274094 h 2274094"/>
              <a:gd name="connsiteX6" fmla="*/ 3082954 w 3091685"/>
              <a:gd name="connsiteY6" fmla="*/ 981869 h 2274094"/>
              <a:gd name="connsiteX7" fmla="*/ 1993135 w 3091685"/>
              <a:gd name="connsiteY7" fmla="*/ 0 h 2274094"/>
              <a:gd name="connsiteX8" fmla="*/ 14316 w 3091685"/>
              <a:gd name="connsiteY8" fmla="*/ 2381 h 2274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91685" h="2274094">
                <a:moveTo>
                  <a:pt x="14316" y="2381"/>
                </a:moveTo>
                <a:cubicBezTo>
                  <a:pt x="15110" y="299508"/>
                  <a:pt x="-765" y="601398"/>
                  <a:pt x="29" y="898525"/>
                </a:cubicBezTo>
                <a:lnTo>
                  <a:pt x="1886772" y="892175"/>
                </a:lnTo>
                <a:cubicBezTo>
                  <a:pt x="2029646" y="904082"/>
                  <a:pt x="2153472" y="1051718"/>
                  <a:pt x="2162997" y="1192213"/>
                </a:cubicBezTo>
                <a:cubicBezTo>
                  <a:pt x="2163526" y="1570832"/>
                  <a:pt x="2166438" y="1894682"/>
                  <a:pt x="2166967" y="2273301"/>
                </a:cubicBezTo>
                <a:lnTo>
                  <a:pt x="3091685" y="2274094"/>
                </a:lnTo>
                <a:cubicBezTo>
                  <a:pt x="3089568" y="1846527"/>
                  <a:pt x="3085071" y="1409436"/>
                  <a:pt x="3082954" y="981869"/>
                </a:cubicBezTo>
                <a:cubicBezTo>
                  <a:pt x="2947487" y="293424"/>
                  <a:pt x="2347677" y="16934"/>
                  <a:pt x="1993135" y="0"/>
                </a:cubicBezTo>
                <a:lnTo>
                  <a:pt x="14316" y="2381"/>
                </a:lnTo>
                <a:close/>
              </a:path>
            </a:pathLst>
          </a:custGeom>
          <a:solidFill>
            <a:srgbClr val="667D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2" name="Freeform 493"/>
          <p:cNvSpPr>
            <a:spLocks/>
          </p:cNvSpPr>
          <p:nvPr/>
        </p:nvSpPr>
        <p:spPr bwMode="auto">
          <a:xfrm>
            <a:off x="9812389" y="6039604"/>
            <a:ext cx="81043" cy="230104"/>
          </a:xfrm>
          <a:custGeom>
            <a:avLst/>
            <a:gdLst>
              <a:gd name="T0" fmla="*/ 11 w 56"/>
              <a:gd name="T1" fmla="*/ 0 h 159"/>
              <a:gd name="T2" fmla="*/ 0 w 56"/>
              <a:gd name="T3" fmla="*/ 159 h 159"/>
              <a:gd name="T4" fmla="*/ 56 w 56"/>
              <a:gd name="T5" fmla="*/ 159 h 159"/>
              <a:gd name="T6" fmla="*/ 45 w 56"/>
              <a:gd name="T7" fmla="*/ 0 h 159"/>
              <a:gd name="T8" fmla="*/ 11 w 56"/>
              <a:gd name="T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159">
                <a:moveTo>
                  <a:pt x="11" y="0"/>
                </a:moveTo>
                <a:lnTo>
                  <a:pt x="0" y="159"/>
                </a:lnTo>
                <a:lnTo>
                  <a:pt x="56" y="159"/>
                </a:lnTo>
                <a:lnTo>
                  <a:pt x="45" y="0"/>
                </a:lnTo>
                <a:lnTo>
                  <a:pt x="11" y="0"/>
                </a:lnTo>
                <a:close/>
              </a:path>
            </a:pathLst>
          </a:custGeom>
          <a:solidFill>
            <a:srgbClr val="8B63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3" name="Freeform 494"/>
          <p:cNvSpPr>
            <a:spLocks/>
          </p:cNvSpPr>
          <p:nvPr/>
        </p:nvSpPr>
        <p:spPr bwMode="auto">
          <a:xfrm>
            <a:off x="9852911" y="6039604"/>
            <a:ext cx="40521" cy="230104"/>
          </a:xfrm>
          <a:custGeom>
            <a:avLst/>
            <a:gdLst>
              <a:gd name="T0" fmla="*/ 0 w 28"/>
              <a:gd name="T1" fmla="*/ 0 h 159"/>
              <a:gd name="T2" fmla="*/ 0 w 28"/>
              <a:gd name="T3" fmla="*/ 159 h 159"/>
              <a:gd name="T4" fmla="*/ 28 w 28"/>
              <a:gd name="T5" fmla="*/ 159 h 159"/>
              <a:gd name="T6" fmla="*/ 17 w 28"/>
              <a:gd name="T7" fmla="*/ 0 h 159"/>
              <a:gd name="T8" fmla="*/ 0 w 28"/>
              <a:gd name="T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159">
                <a:moveTo>
                  <a:pt x="0" y="0"/>
                </a:moveTo>
                <a:lnTo>
                  <a:pt x="0" y="159"/>
                </a:lnTo>
                <a:lnTo>
                  <a:pt x="28" y="159"/>
                </a:lnTo>
                <a:lnTo>
                  <a:pt x="17" y="0"/>
                </a:lnTo>
                <a:lnTo>
                  <a:pt x="0" y="0"/>
                </a:lnTo>
                <a:close/>
              </a:path>
            </a:pathLst>
          </a:custGeom>
          <a:solidFill>
            <a:srgbClr val="754B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4" name="Freeform 495"/>
          <p:cNvSpPr>
            <a:spLocks/>
          </p:cNvSpPr>
          <p:nvPr/>
        </p:nvSpPr>
        <p:spPr bwMode="auto">
          <a:xfrm>
            <a:off x="9619913" y="5119190"/>
            <a:ext cx="461655" cy="995668"/>
          </a:xfrm>
          <a:custGeom>
            <a:avLst/>
            <a:gdLst>
              <a:gd name="T0" fmla="*/ 0 w 319"/>
              <a:gd name="T1" fmla="*/ 688 h 688"/>
              <a:gd name="T2" fmla="*/ 161 w 319"/>
              <a:gd name="T3" fmla="*/ 0 h 688"/>
              <a:gd name="T4" fmla="*/ 319 w 319"/>
              <a:gd name="T5" fmla="*/ 688 h 688"/>
              <a:gd name="T6" fmla="*/ 0 w 319"/>
              <a:gd name="T7" fmla="*/ 68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9" h="688">
                <a:moveTo>
                  <a:pt x="0" y="688"/>
                </a:moveTo>
                <a:lnTo>
                  <a:pt x="161" y="0"/>
                </a:lnTo>
                <a:lnTo>
                  <a:pt x="319" y="688"/>
                </a:lnTo>
                <a:lnTo>
                  <a:pt x="0" y="688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5" name="Freeform 496"/>
          <p:cNvSpPr>
            <a:spLocks/>
          </p:cNvSpPr>
          <p:nvPr/>
        </p:nvSpPr>
        <p:spPr bwMode="auto">
          <a:xfrm>
            <a:off x="9852911" y="5119190"/>
            <a:ext cx="228656" cy="995668"/>
          </a:xfrm>
          <a:custGeom>
            <a:avLst/>
            <a:gdLst>
              <a:gd name="T0" fmla="*/ 158 w 158"/>
              <a:gd name="T1" fmla="*/ 688 h 688"/>
              <a:gd name="T2" fmla="*/ 0 w 158"/>
              <a:gd name="T3" fmla="*/ 0 h 688"/>
              <a:gd name="T4" fmla="*/ 0 w 158"/>
              <a:gd name="T5" fmla="*/ 688 h 688"/>
              <a:gd name="T6" fmla="*/ 158 w 158"/>
              <a:gd name="T7" fmla="*/ 68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8" h="688">
                <a:moveTo>
                  <a:pt x="158" y="688"/>
                </a:moveTo>
                <a:lnTo>
                  <a:pt x="0" y="0"/>
                </a:lnTo>
                <a:lnTo>
                  <a:pt x="0" y="688"/>
                </a:lnTo>
                <a:lnTo>
                  <a:pt x="158" y="688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8" name="矩形 32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34849E"/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文本框 6"/>
          <p:cNvSpPr txBox="1"/>
          <p:nvPr/>
        </p:nvSpPr>
        <p:spPr>
          <a:xfrm>
            <a:off x="701119" y="2110436"/>
            <a:ext cx="11346930" cy="29142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欢迎进入角色扮演策略挑战！</a:t>
            </a:r>
            <a:endParaRPr lang="en-US" altLang="zh-CN" sz="2400" b="1" dirty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>
              <a:lnSpc>
                <a:spcPct val="200000"/>
              </a:lnSpc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你们将被分成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4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组：一组担任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政府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的掌舵者，另外三组为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企业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的决策者</a:t>
            </a:r>
            <a:endParaRPr lang="en-US" altLang="zh-CN" sz="2400" b="1" dirty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>
              <a:lnSpc>
                <a:spcPct val="200000"/>
              </a:lnSpc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通过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集体讨论和投票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，每组将做出至关重要的决策</a:t>
            </a:r>
            <a:endParaRPr lang="en-US" altLang="zh-CN" sz="2400" b="1" dirty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>
              <a:lnSpc>
                <a:spcPct val="200000"/>
              </a:lnSpc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注意！每次事件的讨论时间仅为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【60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秒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，时间紧迫，务必快速做出明智的选择！</a:t>
            </a:r>
          </a:p>
        </p:txBody>
      </p:sp>
      <p:grpSp>
        <p:nvGrpSpPr>
          <p:cNvPr id="8" name="组合 7"/>
          <p:cNvGrpSpPr/>
          <p:nvPr/>
        </p:nvGrpSpPr>
        <p:grpSpPr>
          <a:xfrm>
            <a:off x="1054704" y="6501345"/>
            <a:ext cx="10215731" cy="1857718"/>
            <a:chOff x="954125" y="6059865"/>
            <a:chExt cx="10215731" cy="1857718"/>
          </a:xfrm>
        </p:grpSpPr>
        <p:sp>
          <p:nvSpPr>
            <p:cNvPr id="182" name="Freeform 463"/>
            <p:cNvSpPr>
              <a:spLocks/>
            </p:cNvSpPr>
            <p:nvPr/>
          </p:nvSpPr>
          <p:spPr bwMode="auto">
            <a:xfrm>
              <a:off x="7984586" y="6269707"/>
              <a:ext cx="2344452" cy="263389"/>
            </a:xfrm>
            <a:custGeom>
              <a:avLst/>
              <a:gdLst>
                <a:gd name="T0" fmla="*/ 685 w 685"/>
                <a:gd name="T1" fmla="*/ 39 h 77"/>
                <a:gd name="T2" fmla="*/ 640 w 685"/>
                <a:gd name="T3" fmla="*/ 77 h 77"/>
                <a:gd name="T4" fmla="*/ 44 w 685"/>
                <a:gd name="T5" fmla="*/ 77 h 77"/>
                <a:gd name="T6" fmla="*/ 0 w 685"/>
                <a:gd name="T7" fmla="*/ 39 h 77"/>
                <a:gd name="T8" fmla="*/ 44 w 685"/>
                <a:gd name="T9" fmla="*/ 0 h 77"/>
                <a:gd name="T10" fmla="*/ 640 w 685"/>
                <a:gd name="T11" fmla="*/ 0 h 77"/>
                <a:gd name="T12" fmla="*/ 685 w 685"/>
                <a:gd name="T13" fmla="*/ 3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5" h="77">
                  <a:moveTo>
                    <a:pt x="685" y="39"/>
                  </a:moveTo>
                  <a:cubicBezTo>
                    <a:pt x="685" y="60"/>
                    <a:pt x="665" y="77"/>
                    <a:pt x="640" y="77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20" y="77"/>
                    <a:pt x="0" y="60"/>
                    <a:pt x="0" y="39"/>
                  </a:cubicBezTo>
                  <a:cubicBezTo>
                    <a:pt x="0" y="18"/>
                    <a:pt x="20" y="0"/>
                    <a:pt x="44" y="0"/>
                  </a:cubicBezTo>
                  <a:cubicBezTo>
                    <a:pt x="640" y="0"/>
                    <a:pt x="640" y="0"/>
                    <a:pt x="640" y="0"/>
                  </a:cubicBezTo>
                  <a:cubicBezTo>
                    <a:pt x="665" y="0"/>
                    <a:pt x="685" y="18"/>
                    <a:pt x="685" y="39"/>
                  </a:cubicBezTo>
                  <a:close/>
                </a:path>
              </a:pathLst>
            </a:custGeom>
            <a:solidFill>
              <a:srgbClr val="D3F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464"/>
            <p:cNvSpPr>
              <a:spLocks/>
            </p:cNvSpPr>
            <p:nvPr/>
          </p:nvSpPr>
          <p:spPr bwMode="auto">
            <a:xfrm>
              <a:off x="9155364" y="6269707"/>
              <a:ext cx="1173673" cy="263389"/>
            </a:xfrm>
            <a:custGeom>
              <a:avLst/>
              <a:gdLst>
                <a:gd name="T0" fmla="*/ 298 w 343"/>
                <a:gd name="T1" fmla="*/ 0 h 77"/>
                <a:gd name="T2" fmla="*/ 0 w 343"/>
                <a:gd name="T3" fmla="*/ 0 h 77"/>
                <a:gd name="T4" fmla="*/ 0 w 343"/>
                <a:gd name="T5" fmla="*/ 77 h 77"/>
                <a:gd name="T6" fmla="*/ 298 w 343"/>
                <a:gd name="T7" fmla="*/ 77 h 77"/>
                <a:gd name="T8" fmla="*/ 343 w 343"/>
                <a:gd name="T9" fmla="*/ 39 h 77"/>
                <a:gd name="T10" fmla="*/ 298 w 343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3" h="77">
                  <a:moveTo>
                    <a:pt x="29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98" y="77"/>
                    <a:pt x="298" y="77"/>
                    <a:pt x="298" y="77"/>
                  </a:cubicBezTo>
                  <a:cubicBezTo>
                    <a:pt x="323" y="77"/>
                    <a:pt x="343" y="60"/>
                    <a:pt x="343" y="39"/>
                  </a:cubicBezTo>
                  <a:cubicBezTo>
                    <a:pt x="343" y="18"/>
                    <a:pt x="323" y="0"/>
                    <a:pt x="298" y="0"/>
                  </a:cubicBezTo>
                  <a:close/>
                </a:path>
              </a:pathLst>
            </a:custGeom>
            <a:solidFill>
              <a:srgbClr val="A9C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497"/>
            <p:cNvSpPr>
              <a:spLocks/>
            </p:cNvSpPr>
            <p:nvPr/>
          </p:nvSpPr>
          <p:spPr bwMode="auto">
            <a:xfrm>
              <a:off x="10061307" y="6084466"/>
              <a:ext cx="68018" cy="185241"/>
            </a:xfrm>
            <a:custGeom>
              <a:avLst/>
              <a:gdLst>
                <a:gd name="T0" fmla="*/ 12 w 47"/>
                <a:gd name="T1" fmla="*/ 0 h 128"/>
                <a:gd name="T2" fmla="*/ 0 w 47"/>
                <a:gd name="T3" fmla="*/ 128 h 128"/>
                <a:gd name="T4" fmla="*/ 47 w 47"/>
                <a:gd name="T5" fmla="*/ 128 h 128"/>
                <a:gd name="T6" fmla="*/ 38 w 47"/>
                <a:gd name="T7" fmla="*/ 0 h 128"/>
                <a:gd name="T8" fmla="*/ 12 w 47"/>
                <a:gd name="T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128">
                  <a:moveTo>
                    <a:pt x="12" y="0"/>
                  </a:moveTo>
                  <a:lnTo>
                    <a:pt x="0" y="128"/>
                  </a:lnTo>
                  <a:lnTo>
                    <a:pt x="47" y="128"/>
                  </a:lnTo>
                  <a:lnTo>
                    <a:pt x="3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498"/>
            <p:cNvSpPr>
              <a:spLocks/>
            </p:cNvSpPr>
            <p:nvPr/>
          </p:nvSpPr>
          <p:spPr bwMode="auto">
            <a:xfrm>
              <a:off x="10096039" y="6084466"/>
              <a:ext cx="33286" cy="185241"/>
            </a:xfrm>
            <a:custGeom>
              <a:avLst/>
              <a:gdLst>
                <a:gd name="T0" fmla="*/ 0 w 23"/>
                <a:gd name="T1" fmla="*/ 0 h 128"/>
                <a:gd name="T2" fmla="*/ 0 w 23"/>
                <a:gd name="T3" fmla="*/ 128 h 128"/>
                <a:gd name="T4" fmla="*/ 23 w 23"/>
                <a:gd name="T5" fmla="*/ 128 h 128"/>
                <a:gd name="T6" fmla="*/ 14 w 23"/>
                <a:gd name="T7" fmla="*/ 0 h 128"/>
                <a:gd name="T8" fmla="*/ 0 w 23"/>
                <a:gd name="T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28">
                  <a:moveTo>
                    <a:pt x="0" y="0"/>
                  </a:moveTo>
                  <a:lnTo>
                    <a:pt x="0" y="128"/>
                  </a:lnTo>
                  <a:lnTo>
                    <a:pt x="23" y="128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511"/>
            <p:cNvSpPr>
              <a:spLocks/>
            </p:cNvSpPr>
            <p:nvPr/>
          </p:nvSpPr>
          <p:spPr bwMode="auto">
            <a:xfrm>
              <a:off x="5561986" y="6094597"/>
              <a:ext cx="112881" cy="195371"/>
            </a:xfrm>
            <a:custGeom>
              <a:avLst/>
              <a:gdLst>
                <a:gd name="T0" fmla="*/ 17 w 78"/>
                <a:gd name="T1" fmla="*/ 0 h 135"/>
                <a:gd name="T2" fmla="*/ 0 w 78"/>
                <a:gd name="T3" fmla="*/ 135 h 135"/>
                <a:gd name="T4" fmla="*/ 78 w 78"/>
                <a:gd name="T5" fmla="*/ 135 h 135"/>
                <a:gd name="T6" fmla="*/ 62 w 78"/>
                <a:gd name="T7" fmla="*/ 0 h 135"/>
                <a:gd name="T8" fmla="*/ 17 w 78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135">
                  <a:moveTo>
                    <a:pt x="17" y="0"/>
                  </a:moveTo>
                  <a:lnTo>
                    <a:pt x="0" y="135"/>
                  </a:lnTo>
                  <a:lnTo>
                    <a:pt x="78" y="135"/>
                  </a:lnTo>
                  <a:lnTo>
                    <a:pt x="62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Freeform 512"/>
            <p:cNvSpPr>
              <a:spLocks/>
            </p:cNvSpPr>
            <p:nvPr/>
          </p:nvSpPr>
          <p:spPr bwMode="auto">
            <a:xfrm>
              <a:off x="5621320" y="6094597"/>
              <a:ext cx="53547" cy="195371"/>
            </a:xfrm>
            <a:custGeom>
              <a:avLst/>
              <a:gdLst>
                <a:gd name="T0" fmla="*/ 0 w 37"/>
                <a:gd name="T1" fmla="*/ 0 h 135"/>
                <a:gd name="T2" fmla="*/ 0 w 37"/>
                <a:gd name="T3" fmla="*/ 135 h 135"/>
                <a:gd name="T4" fmla="*/ 37 w 37"/>
                <a:gd name="T5" fmla="*/ 135 h 135"/>
                <a:gd name="T6" fmla="*/ 21 w 37"/>
                <a:gd name="T7" fmla="*/ 0 h 135"/>
                <a:gd name="T8" fmla="*/ 0 w 3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35">
                  <a:moveTo>
                    <a:pt x="0" y="0"/>
                  </a:moveTo>
                  <a:lnTo>
                    <a:pt x="0" y="135"/>
                  </a:lnTo>
                  <a:lnTo>
                    <a:pt x="37" y="135"/>
                  </a:ln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Rectangle 533"/>
            <p:cNvSpPr>
              <a:spLocks noChangeArrowheads="1"/>
            </p:cNvSpPr>
            <p:nvPr/>
          </p:nvSpPr>
          <p:spPr bwMode="auto">
            <a:xfrm>
              <a:off x="3766020" y="6059865"/>
              <a:ext cx="1577440" cy="350221"/>
            </a:xfrm>
            <a:prstGeom prst="rect">
              <a:avLst/>
            </a:prstGeom>
            <a:solidFill>
              <a:srgbClr val="FFD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Rectangle 534"/>
            <p:cNvSpPr>
              <a:spLocks noChangeArrowheads="1"/>
            </p:cNvSpPr>
            <p:nvPr/>
          </p:nvSpPr>
          <p:spPr bwMode="auto">
            <a:xfrm>
              <a:off x="3766020" y="6059865"/>
              <a:ext cx="1577440" cy="350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Rectangle 535"/>
            <p:cNvSpPr>
              <a:spLocks noChangeArrowheads="1"/>
            </p:cNvSpPr>
            <p:nvPr/>
          </p:nvSpPr>
          <p:spPr bwMode="auto">
            <a:xfrm>
              <a:off x="4741427" y="6101833"/>
              <a:ext cx="243128" cy="308252"/>
            </a:xfrm>
            <a:prstGeom prst="rect">
              <a:avLst/>
            </a:prstGeom>
            <a:solidFill>
              <a:srgbClr val="787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Rectangle 536"/>
            <p:cNvSpPr>
              <a:spLocks noChangeArrowheads="1"/>
            </p:cNvSpPr>
            <p:nvPr/>
          </p:nvSpPr>
          <p:spPr bwMode="auto">
            <a:xfrm>
              <a:off x="4741427" y="6101833"/>
              <a:ext cx="243128" cy="308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Rectangle 537"/>
            <p:cNvSpPr>
              <a:spLocks noChangeArrowheads="1"/>
            </p:cNvSpPr>
            <p:nvPr/>
          </p:nvSpPr>
          <p:spPr bwMode="auto">
            <a:xfrm>
              <a:off x="4124923" y="6122093"/>
              <a:ext cx="240234" cy="222868"/>
            </a:xfrm>
            <a:prstGeom prst="rect">
              <a:avLst/>
            </a:prstGeom>
            <a:solidFill>
              <a:srgbClr val="44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Rectangle 538"/>
            <p:cNvSpPr>
              <a:spLocks noChangeArrowheads="1"/>
            </p:cNvSpPr>
            <p:nvPr/>
          </p:nvSpPr>
          <p:spPr bwMode="auto">
            <a:xfrm>
              <a:off x="4124923" y="6122093"/>
              <a:ext cx="240234" cy="222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Rectangle 539"/>
            <p:cNvSpPr>
              <a:spLocks noChangeArrowheads="1"/>
            </p:cNvSpPr>
            <p:nvPr/>
          </p:nvSpPr>
          <p:spPr bwMode="auto">
            <a:xfrm>
              <a:off x="4433176" y="6122093"/>
              <a:ext cx="240234" cy="222868"/>
            </a:xfrm>
            <a:prstGeom prst="rect">
              <a:avLst/>
            </a:prstGeom>
            <a:solidFill>
              <a:srgbClr val="44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Rectangle 540"/>
            <p:cNvSpPr>
              <a:spLocks noChangeArrowheads="1"/>
            </p:cNvSpPr>
            <p:nvPr/>
          </p:nvSpPr>
          <p:spPr bwMode="auto">
            <a:xfrm>
              <a:off x="4433176" y="6122093"/>
              <a:ext cx="240234" cy="222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541"/>
            <p:cNvSpPr>
              <a:spLocks/>
            </p:cNvSpPr>
            <p:nvPr/>
          </p:nvSpPr>
          <p:spPr bwMode="auto">
            <a:xfrm>
              <a:off x="3766020" y="6059865"/>
              <a:ext cx="1577440" cy="175111"/>
            </a:xfrm>
            <a:custGeom>
              <a:avLst/>
              <a:gdLst>
                <a:gd name="T0" fmla="*/ 1090 w 1090"/>
                <a:gd name="T1" fmla="*/ 0 h 121"/>
                <a:gd name="T2" fmla="*/ 0 w 1090"/>
                <a:gd name="T3" fmla="*/ 0 h 121"/>
                <a:gd name="T4" fmla="*/ 0 w 1090"/>
                <a:gd name="T5" fmla="*/ 121 h 121"/>
                <a:gd name="T6" fmla="*/ 248 w 1090"/>
                <a:gd name="T7" fmla="*/ 121 h 121"/>
                <a:gd name="T8" fmla="*/ 248 w 1090"/>
                <a:gd name="T9" fmla="*/ 43 h 121"/>
                <a:gd name="T10" fmla="*/ 414 w 1090"/>
                <a:gd name="T11" fmla="*/ 43 h 121"/>
                <a:gd name="T12" fmla="*/ 414 w 1090"/>
                <a:gd name="T13" fmla="*/ 121 h 121"/>
                <a:gd name="T14" fmla="*/ 461 w 1090"/>
                <a:gd name="T15" fmla="*/ 121 h 121"/>
                <a:gd name="T16" fmla="*/ 461 w 1090"/>
                <a:gd name="T17" fmla="*/ 43 h 121"/>
                <a:gd name="T18" fmla="*/ 627 w 1090"/>
                <a:gd name="T19" fmla="*/ 43 h 121"/>
                <a:gd name="T20" fmla="*/ 627 w 1090"/>
                <a:gd name="T21" fmla="*/ 121 h 121"/>
                <a:gd name="T22" fmla="*/ 674 w 1090"/>
                <a:gd name="T23" fmla="*/ 121 h 121"/>
                <a:gd name="T24" fmla="*/ 674 w 1090"/>
                <a:gd name="T25" fmla="*/ 29 h 121"/>
                <a:gd name="T26" fmla="*/ 842 w 1090"/>
                <a:gd name="T27" fmla="*/ 29 h 121"/>
                <a:gd name="T28" fmla="*/ 842 w 1090"/>
                <a:gd name="T29" fmla="*/ 121 h 121"/>
                <a:gd name="T30" fmla="*/ 1090 w 1090"/>
                <a:gd name="T31" fmla="*/ 121 h 121"/>
                <a:gd name="T32" fmla="*/ 1090 w 1090"/>
                <a:gd name="T33" fmla="*/ 102 h 121"/>
                <a:gd name="T34" fmla="*/ 1090 w 1090"/>
                <a:gd name="T35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90" h="121">
                  <a:moveTo>
                    <a:pt x="1090" y="0"/>
                  </a:moveTo>
                  <a:lnTo>
                    <a:pt x="0" y="0"/>
                  </a:lnTo>
                  <a:lnTo>
                    <a:pt x="0" y="121"/>
                  </a:lnTo>
                  <a:lnTo>
                    <a:pt x="248" y="121"/>
                  </a:lnTo>
                  <a:lnTo>
                    <a:pt x="248" y="43"/>
                  </a:lnTo>
                  <a:lnTo>
                    <a:pt x="414" y="43"/>
                  </a:lnTo>
                  <a:lnTo>
                    <a:pt x="414" y="121"/>
                  </a:lnTo>
                  <a:lnTo>
                    <a:pt x="461" y="121"/>
                  </a:lnTo>
                  <a:lnTo>
                    <a:pt x="461" y="43"/>
                  </a:lnTo>
                  <a:lnTo>
                    <a:pt x="627" y="43"/>
                  </a:lnTo>
                  <a:lnTo>
                    <a:pt x="627" y="121"/>
                  </a:lnTo>
                  <a:lnTo>
                    <a:pt x="674" y="121"/>
                  </a:lnTo>
                  <a:lnTo>
                    <a:pt x="674" y="29"/>
                  </a:lnTo>
                  <a:lnTo>
                    <a:pt x="842" y="29"/>
                  </a:lnTo>
                  <a:lnTo>
                    <a:pt x="842" y="121"/>
                  </a:lnTo>
                  <a:lnTo>
                    <a:pt x="1090" y="121"/>
                  </a:lnTo>
                  <a:lnTo>
                    <a:pt x="1090" y="102"/>
                  </a:lnTo>
                  <a:lnTo>
                    <a:pt x="1090" y="0"/>
                  </a:lnTo>
                  <a:close/>
                </a:path>
              </a:pathLst>
            </a:custGeom>
            <a:solidFill>
              <a:srgbClr val="D9B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542"/>
            <p:cNvSpPr>
              <a:spLocks/>
            </p:cNvSpPr>
            <p:nvPr/>
          </p:nvSpPr>
          <p:spPr bwMode="auto">
            <a:xfrm>
              <a:off x="3766020" y="6059865"/>
              <a:ext cx="1577440" cy="175111"/>
            </a:xfrm>
            <a:custGeom>
              <a:avLst/>
              <a:gdLst>
                <a:gd name="T0" fmla="*/ 1090 w 1090"/>
                <a:gd name="T1" fmla="*/ 0 h 121"/>
                <a:gd name="T2" fmla="*/ 0 w 1090"/>
                <a:gd name="T3" fmla="*/ 0 h 121"/>
                <a:gd name="T4" fmla="*/ 0 w 1090"/>
                <a:gd name="T5" fmla="*/ 121 h 121"/>
                <a:gd name="T6" fmla="*/ 248 w 1090"/>
                <a:gd name="T7" fmla="*/ 121 h 121"/>
                <a:gd name="T8" fmla="*/ 248 w 1090"/>
                <a:gd name="T9" fmla="*/ 43 h 121"/>
                <a:gd name="T10" fmla="*/ 414 w 1090"/>
                <a:gd name="T11" fmla="*/ 43 h 121"/>
                <a:gd name="T12" fmla="*/ 414 w 1090"/>
                <a:gd name="T13" fmla="*/ 121 h 121"/>
                <a:gd name="T14" fmla="*/ 461 w 1090"/>
                <a:gd name="T15" fmla="*/ 121 h 121"/>
                <a:gd name="T16" fmla="*/ 461 w 1090"/>
                <a:gd name="T17" fmla="*/ 43 h 121"/>
                <a:gd name="T18" fmla="*/ 627 w 1090"/>
                <a:gd name="T19" fmla="*/ 43 h 121"/>
                <a:gd name="T20" fmla="*/ 627 w 1090"/>
                <a:gd name="T21" fmla="*/ 121 h 121"/>
                <a:gd name="T22" fmla="*/ 674 w 1090"/>
                <a:gd name="T23" fmla="*/ 121 h 121"/>
                <a:gd name="T24" fmla="*/ 674 w 1090"/>
                <a:gd name="T25" fmla="*/ 29 h 121"/>
                <a:gd name="T26" fmla="*/ 842 w 1090"/>
                <a:gd name="T27" fmla="*/ 29 h 121"/>
                <a:gd name="T28" fmla="*/ 842 w 1090"/>
                <a:gd name="T29" fmla="*/ 121 h 121"/>
                <a:gd name="T30" fmla="*/ 1090 w 1090"/>
                <a:gd name="T31" fmla="*/ 121 h 121"/>
                <a:gd name="T32" fmla="*/ 1090 w 1090"/>
                <a:gd name="T33" fmla="*/ 102 h 121"/>
                <a:gd name="T34" fmla="*/ 1090 w 1090"/>
                <a:gd name="T35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90" h="121">
                  <a:moveTo>
                    <a:pt x="1090" y="0"/>
                  </a:moveTo>
                  <a:lnTo>
                    <a:pt x="0" y="0"/>
                  </a:lnTo>
                  <a:lnTo>
                    <a:pt x="0" y="121"/>
                  </a:lnTo>
                  <a:lnTo>
                    <a:pt x="248" y="121"/>
                  </a:lnTo>
                  <a:lnTo>
                    <a:pt x="248" y="43"/>
                  </a:lnTo>
                  <a:lnTo>
                    <a:pt x="414" y="43"/>
                  </a:lnTo>
                  <a:lnTo>
                    <a:pt x="414" y="121"/>
                  </a:lnTo>
                  <a:lnTo>
                    <a:pt x="461" y="121"/>
                  </a:lnTo>
                  <a:lnTo>
                    <a:pt x="461" y="43"/>
                  </a:lnTo>
                  <a:lnTo>
                    <a:pt x="627" y="43"/>
                  </a:lnTo>
                  <a:lnTo>
                    <a:pt x="627" y="121"/>
                  </a:lnTo>
                  <a:lnTo>
                    <a:pt x="674" y="121"/>
                  </a:lnTo>
                  <a:lnTo>
                    <a:pt x="674" y="29"/>
                  </a:lnTo>
                  <a:lnTo>
                    <a:pt x="842" y="29"/>
                  </a:lnTo>
                  <a:lnTo>
                    <a:pt x="842" y="121"/>
                  </a:lnTo>
                  <a:lnTo>
                    <a:pt x="1090" y="121"/>
                  </a:lnTo>
                  <a:lnTo>
                    <a:pt x="1090" y="102"/>
                  </a:lnTo>
                  <a:lnTo>
                    <a:pt x="10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Rectangle 543"/>
            <p:cNvSpPr>
              <a:spLocks noChangeArrowheads="1"/>
            </p:cNvSpPr>
            <p:nvPr/>
          </p:nvSpPr>
          <p:spPr bwMode="auto">
            <a:xfrm>
              <a:off x="4741427" y="6101833"/>
              <a:ext cx="243128" cy="133142"/>
            </a:xfrm>
            <a:prstGeom prst="rect">
              <a:avLst/>
            </a:prstGeom>
            <a:solidFill>
              <a:srgbClr val="666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Rectangle 544"/>
            <p:cNvSpPr>
              <a:spLocks noChangeArrowheads="1"/>
            </p:cNvSpPr>
            <p:nvPr/>
          </p:nvSpPr>
          <p:spPr bwMode="auto">
            <a:xfrm>
              <a:off x="4741427" y="6101833"/>
              <a:ext cx="243128" cy="133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Rectangle 545"/>
            <p:cNvSpPr>
              <a:spLocks noChangeArrowheads="1"/>
            </p:cNvSpPr>
            <p:nvPr/>
          </p:nvSpPr>
          <p:spPr bwMode="auto">
            <a:xfrm>
              <a:off x="4124923" y="6122093"/>
              <a:ext cx="240234" cy="112881"/>
            </a:xfrm>
            <a:prstGeom prst="rect">
              <a:avLst/>
            </a:prstGeom>
            <a:solidFill>
              <a:srgbClr val="3A78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Rectangle 546"/>
            <p:cNvSpPr>
              <a:spLocks noChangeArrowheads="1"/>
            </p:cNvSpPr>
            <p:nvPr/>
          </p:nvSpPr>
          <p:spPr bwMode="auto">
            <a:xfrm>
              <a:off x="4124923" y="6122093"/>
              <a:ext cx="240234" cy="1128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Rectangle 547"/>
            <p:cNvSpPr>
              <a:spLocks noChangeArrowheads="1"/>
            </p:cNvSpPr>
            <p:nvPr/>
          </p:nvSpPr>
          <p:spPr bwMode="auto">
            <a:xfrm>
              <a:off x="4433176" y="6122093"/>
              <a:ext cx="240234" cy="112881"/>
            </a:xfrm>
            <a:prstGeom prst="rect">
              <a:avLst/>
            </a:prstGeom>
            <a:solidFill>
              <a:srgbClr val="3A78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Rectangle 548"/>
            <p:cNvSpPr>
              <a:spLocks noChangeArrowheads="1"/>
            </p:cNvSpPr>
            <p:nvPr/>
          </p:nvSpPr>
          <p:spPr bwMode="auto">
            <a:xfrm>
              <a:off x="4433176" y="6122093"/>
              <a:ext cx="240234" cy="1128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549"/>
            <p:cNvSpPr>
              <a:spLocks/>
            </p:cNvSpPr>
            <p:nvPr/>
          </p:nvSpPr>
          <p:spPr bwMode="auto">
            <a:xfrm>
              <a:off x="6537394" y="6122093"/>
              <a:ext cx="44863" cy="115775"/>
            </a:xfrm>
            <a:custGeom>
              <a:avLst/>
              <a:gdLst>
                <a:gd name="T0" fmla="*/ 7 w 31"/>
                <a:gd name="T1" fmla="*/ 0 h 80"/>
                <a:gd name="T2" fmla="*/ 0 w 31"/>
                <a:gd name="T3" fmla="*/ 80 h 80"/>
                <a:gd name="T4" fmla="*/ 31 w 31"/>
                <a:gd name="T5" fmla="*/ 80 h 80"/>
                <a:gd name="T6" fmla="*/ 24 w 31"/>
                <a:gd name="T7" fmla="*/ 0 h 80"/>
                <a:gd name="T8" fmla="*/ 7 w 31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80">
                  <a:moveTo>
                    <a:pt x="7" y="0"/>
                  </a:moveTo>
                  <a:lnTo>
                    <a:pt x="0" y="80"/>
                  </a:lnTo>
                  <a:lnTo>
                    <a:pt x="31" y="80"/>
                  </a:lnTo>
                  <a:lnTo>
                    <a:pt x="2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561"/>
            <p:cNvSpPr>
              <a:spLocks/>
            </p:cNvSpPr>
            <p:nvPr/>
          </p:nvSpPr>
          <p:spPr bwMode="auto">
            <a:xfrm>
              <a:off x="2258045" y="6184323"/>
              <a:ext cx="43416" cy="115775"/>
            </a:xfrm>
            <a:custGeom>
              <a:avLst/>
              <a:gdLst>
                <a:gd name="T0" fmla="*/ 7 w 30"/>
                <a:gd name="T1" fmla="*/ 0 h 80"/>
                <a:gd name="T2" fmla="*/ 0 w 30"/>
                <a:gd name="T3" fmla="*/ 80 h 80"/>
                <a:gd name="T4" fmla="*/ 30 w 30"/>
                <a:gd name="T5" fmla="*/ 80 h 80"/>
                <a:gd name="T6" fmla="*/ 23 w 30"/>
                <a:gd name="T7" fmla="*/ 0 h 80"/>
                <a:gd name="T8" fmla="*/ 7 w 3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80">
                  <a:moveTo>
                    <a:pt x="7" y="0"/>
                  </a:moveTo>
                  <a:lnTo>
                    <a:pt x="0" y="80"/>
                  </a:lnTo>
                  <a:lnTo>
                    <a:pt x="30" y="80"/>
                  </a:lnTo>
                  <a:lnTo>
                    <a:pt x="2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562"/>
            <p:cNvSpPr>
              <a:spLocks/>
            </p:cNvSpPr>
            <p:nvPr/>
          </p:nvSpPr>
          <p:spPr bwMode="auto">
            <a:xfrm>
              <a:off x="2278306" y="6184323"/>
              <a:ext cx="23155" cy="115775"/>
            </a:xfrm>
            <a:custGeom>
              <a:avLst/>
              <a:gdLst>
                <a:gd name="T0" fmla="*/ 0 w 16"/>
                <a:gd name="T1" fmla="*/ 0 h 80"/>
                <a:gd name="T2" fmla="*/ 0 w 16"/>
                <a:gd name="T3" fmla="*/ 80 h 80"/>
                <a:gd name="T4" fmla="*/ 16 w 16"/>
                <a:gd name="T5" fmla="*/ 80 h 80"/>
                <a:gd name="T6" fmla="*/ 9 w 16"/>
                <a:gd name="T7" fmla="*/ 0 h 80"/>
                <a:gd name="T8" fmla="*/ 0 w 16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0">
                  <a:moveTo>
                    <a:pt x="0" y="0"/>
                  </a:moveTo>
                  <a:lnTo>
                    <a:pt x="0" y="80"/>
                  </a:lnTo>
                  <a:lnTo>
                    <a:pt x="16" y="8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567"/>
            <p:cNvSpPr>
              <a:spLocks/>
            </p:cNvSpPr>
            <p:nvPr/>
          </p:nvSpPr>
          <p:spPr bwMode="auto">
            <a:xfrm>
              <a:off x="3605382" y="6227739"/>
              <a:ext cx="358904" cy="182346"/>
            </a:xfrm>
            <a:custGeom>
              <a:avLst/>
              <a:gdLst>
                <a:gd name="T0" fmla="*/ 52 w 105"/>
                <a:gd name="T1" fmla="*/ 0 h 53"/>
                <a:gd name="T2" fmla="*/ 0 w 105"/>
                <a:gd name="T3" fmla="*/ 53 h 53"/>
                <a:gd name="T4" fmla="*/ 105 w 105"/>
                <a:gd name="T5" fmla="*/ 53 h 53"/>
                <a:gd name="T6" fmla="*/ 52 w 105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53">
                  <a:moveTo>
                    <a:pt x="52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105" y="24"/>
                    <a:pt x="81" y="0"/>
                    <a:pt x="52" y="0"/>
                  </a:cubicBezTo>
                  <a:close/>
                </a:path>
              </a:pathLst>
            </a:custGeom>
            <a:solidFill>
              <a:srgbClr val="E5E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568"/>
            <p:cNvSpPr>
              <a:spLocks/>
            </p:cNvSpPr>
            <p:nvPr/>
          </p:nvSpPr>
          <p:spPr bwMode="auto">
            <a:xfrm>
              <a:off x="5466471" y="6259577"/>
              <a:ext cx="298122" cy="150508"/>
            </a:xfrm>
            <a:custGeom>
              <a:avLst/>
              <a:gdLst>
                <a:gd name="T0" fmla="*/ 44 w 87"/>
                <a:gd name="T1" fmla="*/ 0 h 44"/>
                <a:gd name="T2" fmla="*/ 0 w 87"/>
                <a:gd name="T3" fmla="*/ 44 h 44"/>
                <a:gd name="T4" fmla="*/ 87 w 87"/>
                <a:gd name="T5" fmla="*/ 44 h 44"/>
                <a:gd name="T6" fmla="*/ 44 w 87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44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7" y="20"/>
                    <a:pt x="68" y="0"/>
                    <a:pt x="44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569"/>
            <p:cNvSpPr>
              <a:spLocks/>
            </p:cNvSpPr>
            <p:nvPr/>
          </p:nvSpPr>
          <p:spPr bwMode="auto">
            <a:xfrm>
              <a:off x="3876006" y="6302993"/>
              <a:ext cx="208396" cy="107092"/>
            </a:xfrm>
            <a:custGeom>
              <a:avLst/>
              <a:gdLst>
                <a:gd name="T0" fmla="*/ 30 w 61"/>
                <a:gd name="T1" fmla="*/ 0 h 31"/>
                <a:gd name="T2" fmla="*/ 0 w 61"/>
                <a:gd name="T3" fmla="*/ 31 h 31"/>
                <a:gd name="T4" fmla="*/ 61 w 61"/>
                <a:gd name="T5" fmla="*/ 31 h 31"/>
                <a:gd name="T6" fmla="*/ 30 w 61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31">
                  <a:moveTo>
                    <a:pt x="30" y="0"/>
                  </a:moveTo>
                  <a:cubicBezTo>
                    <a:pt x="13" y="0"/>
                    <a:pt x="0" y="14"/>
                    <a:pt x="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14"/>
                    <a:pt x="47" y="0"/>
                    <a:pt x="30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Freeform 570"/>
            <p:cNvSpPr>
              <a:spLocks/>
            </p:cNvSpPr>
            <p:nvPr/>
          </p:nvSpPr>
          <p:spPr bwMode="auto">
            <a:xfrm>
              <a:off x="6291371" y="6302993"/>
              <a:ext cx="208396" cy="107092"/>
            </a:xfrm>
            <a:custGeom>
              <a:avLst/>
              <a:gdLst>
                <a:gd name="T0" fmla="*/ 31 w 61"/>
                <a:gd name="T1" fmla="*/ 0 h 31"/>
                <a:gd name="T2" fmla="*/ 0 w 61"/>
                <a:gd name="T3" fmla="*/ 31 h 31"/>
                <a:gd name="T4" fmla="*/ 61 w 61"/>
                <a:gd name="T5" fmla="*/ 31 h 31"/>
                <a:gd name="T6" fmla="*/ 31 w 61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31">
                  <a:moveTo>
                    <a:pt x="31" y="0"/>
                  </a:moveTo>
                  <a:cubicBezTo>
                    <a:pt x="14" y="0"/>
                    <a:pt x="0" y="14"/>
                    <a:pt x="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14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571"/>
            <p:cNvSpPr>
              <a:spLocks/>
            </p:cNvSpPr>
            <p:nvPr/>
          </p:nvSpPr>
          <p:spPr bwMode="auto">
            <a:xfrm>
              <a:off x="2360796" y="6302993"/>
              <a:ext cx="211290" cy="107092"/>
            </a:xfrm>
            <a:custGeom>
              <a:avLst/>
              <a:gdLst>
                <a:gd name="T0" fmla="*/ 31 w 62"/>
                <a:gd name="T1" fmla="*/ 0 h 31"/>
                <a:gd name="T2" fmla="*/ 0 w 62"/>
                <a:gd name="T3" fmla="*/ 31 h 31"/>
                <a:gd name="T4" fmla="*/ 62 w 62"/>
                <a:gd name="T5" fmla="*/ 31 h 31"/>
                <a:gd name="T6" fmla="*/ 31 w 6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31">
                  <a:moveTo>
                    <a:pt x="31" y="0"/>
                  </a:moveTo>
                  <a:cubicBezTo>
                    <a:pt x="14" y="0"/>
                    <a:pt x="0" y="14"/>
                    <a:pt x="0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14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572"/>
            <p:cNvSpPr>
              <a:spLocks/>
            </p:cNvSpPr>
            <p:nvPr/>
          </p:nvSpPr>
          <p:spPr bwMode="auto">
            <a:xfrm>
              <a:off x="10431788" y="6190112"/>
              <a:ext cx="81043" cy="219973"/>
            </a:xfrm>
            <a:custGeom>
              <a:avLst/>
              <a:gdLst>
                <a:gd name="T0" fmla="*/ 11 w 56"/>
                <a:gd name="T1" fmla="*/ 0 h 152"/>
                <a:gd name="T2" fmla="*/ 0 w 56"/>
                <a:gd name="T3" fmla="*/ 152 h 152"/>
                <a:gd name="T4" fmla="*/ 56 w 56"/>
                <a:gd name="T5" fmla="*/ 152 h 152"/>
                <a:gd name="T6" fmla="*/ 44 w 56"/>
                <a:gd name="T7" fmla="*/ 0 h 152"/>
                <a:gd name="T8" fmla="*/ 11 w 56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52">
                  <a:moveTo>
                    <a:pt x="11" y="0"/>
                  </a:moveTo>
                  <a:lnTo>
                    <a:pt x="0" y="152"/>
                  </a:lnTo>
                  <a:lnTo>
                    <a:pt x="56" y="152"/>
                  </a:lnTo>
                  <a:lnTo>
                    <a:pt x="44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Freeform 573"/>
            <p:cNvSpPr>
              <a:spLocks/>
            </p:cNvSpPr>
            <p:nvPr/>
          </p:nvSpPr>
          <p:spPr bwMode="auto">
            <a:xfrm>
              <a:off x="10472309" y="6190112"/>
              <a:ext cx="40521" cy="219973"/>
            </a:xfrm>
            <a:custGeom>
              <a:avLst/>
              <a:gdLst>
                <a:gd name="T0" fmla="*/ 0 w 28"/>
                <a:gd name="T1" fmla="*/ 0 h 152"/>
                <a:gd name="T2" fmla="*/ 0 w 28"/>
                <a:gd name="T3" fmla="*/ 152 h 152"/>
                <a:gd name="T4" fmla="*/ 28 w 28"/>
                <a:gd name="T5" fmla="*/ 152 h 152"/>
                <a:gd name="T6" fmla="*/ 16 w 28"/>
                <a:gd name="T7" fmla="*/ 0 h 152"/>
                <a:gd name="T8" fmla="*/ 0 w 28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52">
                  <a:moveTo>
                    <a:pt x="0" y="0"/>
                  </a:moveTo>
                  <a:lnTo>
                    <a:pt x="0" y="152"/>
                  </a:lnTo>
                  <a:lnTo>
                    <a:pt x="28" y="152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Freeform 576"/>
            <p:cNvSpPr>
              <a:spLocks/>
            </p:cNvSpPr>
            <p:nvPr/>
          </p:nvSpPr>
          <p:spPr bwMode="auto">
            <a:xfrm>
              <a:off x="954125" y="6190112"/>
              <a:ext cx="78148" cy="215632"/>
            </a:xfrm>
            <a:custGeom>
              <a:avLst/>
              <a:gdLst>
                <a:gd name="T0" fmla="*/ 12 w 54"/>
                <a:gd name="T1" fmla="*/ 0 h 149"/>
                <a:gd name="T2" fmla="*/ 0 w 54"/>
                <a:gd name="T3" fmla="*/ 149 h 149"/>
                <a:gd name="T4" fmla="*/ 54 w 54"/>
                <a:gd name="T5" fmla="*/ 149 h 149"/>
                <a:gd name="T6" fmla="*/ 43 w 54"/>
                <a:gd name="T7" fmla="*/ 0 h 149"/>
                <a:gd name="T8" fmla="*/ 12 w 54"/>
                <a:gd name="T9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49">
                  <a:moveTo>
                    <a:pt x="12" y="0"/>
                  </a:moveTo>
                  <a:lnTo>
                    <a:pt x="0" y="149"/>
                  </a:lnTo>
                  <a:lnTo>
                    <a:pt x="54" y="149"/>
                  </a:lnTo>
                  <a:lnTo>
                    <a:pt x="43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Freeform 577"/>
            <p:cNvSpPr>
              <a:spLocks/>
            </p:cNvSpPr>
            <p:nvPr/>
          </p:nvSpPr>
          <p:spPr bwMode="auto">
            <a:xfrm>
              <a:off x="994647" y="6190112"/>
              <a:ext cx="37627" cy="215632"/>
            </a:xfrm>
            <a:custGeom>
              <a:avLst/>
              <a:gdLst>
                <a:gd name="T0" fmla="*/ 0 w 26"/>
                <a:gd name="T1" fmla="*/ 0 h 149"/>
                <a:gd name="T2" fmla="*/ 0 w 26"/>
                <a:gd name="T3" fmla="*/ 149 h 149"/>
                <a:gd name="T4" fmla="*/ 26 w 26"/>
                <a:gd name="T5" fmla="*/ 149 h 149"/>
                <a:gd name="T6" fmla="*/ 15 w 26"/>
                <a:gd name="T7" fmla="*/ 0 h 149"/>
                <a:gd name="T8" fmla="*/ 0 w 26"/>
                <a:gd name="T9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9">
                  <a:moveTo>
                    <a:pt x="0" y="0"/>
                  </a:moveTo>
                  <a:lnTo>
                    <a:pt x="0" y="149"/>
                  </a:lnTo>
                  <a:lnTo>
                    <a:pt x="26" y="149"/>
                  </a:ln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580"/>
            <p:cNvSpPr>
              <a:spLocks/>
            </p:cNvSpPr>
            <p:nvPr/>
          </p:nvSpPr>
          <p:spPr bwMode="auto">
            <a:xfrm>
              <a:off x="1327501" y="6142354"/>
              <a:ext cx="95515" cy="263389"/>
            </a:xfrm>
            <a:custGeom>
              <a:avLst/>
              <a:gdLst>
                <a:gd name="T0" fmla="*/ 14 w 66"/>
                <a:gd name="T1" fmla="*/ 0 h 182"/>
                <a:gd name="T2" fmla="*/ 0 w 66"/>
                <a:gd name="T3" fmla="*/ 182 h 182"/>
                <a:gd name="T4" fmla="*/ 66 w 66"/>
                <a:gd name="T5" fmla="*/ 182 h 182"/>
                <a:gd name="T6" fmla="*/ 52 w 66"/>
                <a:gd name="T7" fmla="*/ 0 h 182"/>
                <a:gd name="T8" fmla="*/ 14 w 66"/>
                <a:gd name="T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182">
                  <a:moveTo>
                    <a:pt x="14" y="0"/>
                  </a:moveTo>
                  <a:lnTo>
                    <a:pt x="0" y="182"/>
                  </a:lnTo>
                  <a:lnTo>
                    <a:pt x="66" y="182"/>
                  </a:lnTo>
                  <a:lnTo>
                    <a:pt x="52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581"/>
            <p:cNvSpPr>
              <a:spLocks/>
            </p:cNvSpPr>
            <p:nvPr/>
          </p:nvSpPr>
          <p:spPr bwMode="auto">
            <a:xfrm>
              <a:off x="1375258" y="6142354"/>
              <a:ext cx="47758" cy="263389"/>
            </a:xfrm>
            <a:custGeom>
              <a:avLst/>
              <a:gdLst>
                <a:gd name="T0" fmla="*/ 0 w 33"/>
                <a:gd name="T1" fmla="*/ 0 h 182"/>
                <a:gd name="T2" fmla="*/ 0 w 33"/>
                <a:gd name="T3" fmla="*/ 182 h 182"/>
                <a:gd name="T4" fmla="*/ 33 w 33"/>
                <a:gd name="T5" fmla="*/ 182 h 182"/>
                <a:gd name="T6" fmla="*/ 19 w 33"/>
                <a:gd name="T7" fmla="*/ 0 h 182"/>
                <a:gd name="T8" fmla="*/ 0 w 33"/>
                <a:gd name="T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82">
                  <a:moveTo>
                    <a:pt x="0" y="0"/>
                  </a:moveTo>
                  <a:lnTo>
                    <a:pt x="0" y="182"/>
                  </a:lnTo>
                  <a:lnTo>
                    <a:pt x="33" y="182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588"/>
            <p:cNvSpPr>
              <a:spLocks/>
            </p:cNvSpPr>
            <p:nvPr/>
          </p:nvSpPr>
          <p:spPr bwMode="auto">
            <a:xfrm>
              <a:off x="994647" y="6139460"/>
              <a:ext cx="1602042" cy="266283"/>
            </a:xfrm>
            <a:custGeom>
              <a:avLst/>
              <a:gdLst>
                <a:gd name="T0" fmla="*/ 228 w 468"/>
                <a:gd name="T1" fmla="*/ 0 h 78"/>
                <a:gd name="T2" fmla="*/ 0 w 468"/>
                <a:gd name="T3" fmla="*/ 78 h 78"/>
                <a:gd name="T4" fmla="*/ 0 w 468"/>
                <a:gd name="T5" fmla="*/ 78 h 78"/>
                <a:gd name="T6" fmla="*/ 228 w 468"/>
                <a:gd name="T7" fmla="*/ 78 h 78"/>
                <a:gd name="T8" fmla="*/ 468 w 468"/>
                <a:gd name="T9" fmla="*/ 78 h 78"/>
                <a:gd name="T10" fmla="*/ 228 w 468"/>
                <a:gd name="T1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8" h="78">
                  <a:moveTo>
                    <a:pt x="228" y="0"/>
                  </a:moveTo>
                  <a:cubicBezTo>
                    <a:pt x="136" y="0"/>
                    <a:pt x="140" y="74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468" y="78"/>
                    <a:pt x="468" y="78"/>
                    <a:pt x="468" y="78"/>
                  </a:cubicBezTo>
                  <a:cubicBezTo>
                    <a:pt x="316" y="78"/>
                    <a:pt x="322" y="0"/>
                    <a:pt x="228" y="0"/>
                  </a:cubicBezTo>
                  <a:close/>
                </a:path>
              </a:pathLst>
            </a:custGeom>
            <a:solidFill>
              <a:srgbClr val="BCE5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589"/>
            <p:cNvSpPr>
              <a:spLocks/>
            </p:cNvSpPr>
            <p:nvPr/>
          </p:nvSpPr>
          <p:spPr bwMode="auto">
            <a:xfrm>
              <a:off x="1774683" y="6139460"/>
              <a:ext cx="822005" cy="266283"/>
            </a:xfrm>
            <a:custGeom>
              <a:avLst/>
              <a:gdLst>
                <a:gd name="T0" fmla="*/ 240 w 240"/>
                <a:gd name="T1" fmla="*/ 78 h 78"/>
                <a:gd name="T2" fmla="*/ 0 w 240"/>
                <a:gd name="T3" fmla="*/ 0 h 78"/>
                <a:gd name="T4" fmla="*/ 0 w 240"/>
                <a:gd name="T5" fmla="*/ 78 h 78"/>
                <a:gd name="T6" fmla="*/ 240 w 240"/>
                <a:gd name="T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78">
                  <a:moveTo>
                    <a:pt x="240" y="78"/>
                  </a:moveTo>
                  <a:cubicBezTo>
                    <a:pt x="88" y="78"/>
                    <a:pt x="94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lnTo>
                    <a:pt x="240" y="78"/>
                  </a:lnTo>
                  <a:close/>
                </a:path>
              </a:pathLst>
            </a:custGeom>
            <a:solidFill>
              <a:srgbClr val="99B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592"/>
            <p:cNvSpPr>
              <a:spLocks/>
            </p:cNvSpPr>
            <p:nvPr/>
          </p:nvSpPr>
          <p:spPr bwMode="auto">
            <a:xfrm>
              <a:off x="10906467" y="6081572"/>
              <a:ext cx="57888" cy="324171"/>
            </a:xfrm>
            <a:custGeom>
              <a:avLst/>
              <a:gdLst>
                <a:gd name="T0" fmla="*/ 10 w 40"/>
                <a:gd name="T1" fmla="*/ 0 h 224"/>
                <a:gd name="T2" fmla="*/ 0 w 40"/>
                <a:gd name="T3" fmla="*/ 224 h 224"/>
                <a:gd name="T4" fmla="*/ 40 w 40"/>
                <a:gd name="T5" fmla="*/ 224 h 224"/>
                <a:gd name="T6" fmla="*/ 33 w 40"/>
                <a:gd name="T7" fmla="*/ 0 h 224"/>
                <a:gd name="T8" fmla="*/ 10 w 40"/>
                <a:gd name="T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24">
                  <a:moveTo>
                    <a:pt x="10" y="0"/>
                  </a:moveTo>
                  <a:lnTo>
                    <a:pt x="0" y="224"/>
                  </a:lnTo>
                  <a:lnTo>
                    <a:pt x="40" y="224"/>
                  </a:lnTo>
                  <a:lnTo>
                    <a:pt x="33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593"/>
            <p:cNvSpPr>
              <a:spLocks/>
            </p:cNvSpPr>
            <p:nvPr/>
          </p:nvSpPr>
          <p:spPr bwMode="auto">
            <a:xfrm>
              <a:off x="10936858" y="6081572"/>
              <a:ext cx="27497" cy="324171"/>
            </a:xfrm>
            <a:custGeom>
              <a:avLst/>
              <a:gdLst>
                <a:gd name="T0" fmla="*/ 0 w 19"/>
                <a:gd name="T1" fmla="*/ 0 h 224"/>
                <a:gd name="T2" fmla="*/ 0 w 19"/>
                <a:gd name="T3" fmla="*/ 224 h 224"/>
                <a:gd name="T4" fmla="*/ 19 w 19"/>
                <a:gd name="T5" fmla="*/ 224 h 224"/>
                <a:gd name="T6" fmla="*/ 12 w 19"/>
                <a:gd name="T7" fmla="*/ 0 h 224"/>
                <a:gd name="T8" fmla="*/ 0 w 19"/>
                <a:gd name="T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4">
                  <a:moveTo>
                    <a:pt x="0" y="0"/>
                  </a:moveTo>
                  <a:lnTo>
                    <a:pt x="0" y="224"/>
                  </a:lnTo>
                  <a:lnTo>
                    <a:pt x="19" y="224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596"/>
            <p:cNvSpPr>
              <a:spLocks/>
            </p:cNvSpPr>
            <p:nvPr/>
          </p:nvSpPr>
          <p:spPr bwMode="auto">
            <a:xfrm>
              <a:off x="11124993" y="6162615"/>
              <a:ext cx="44863" cy="243128"/>
            </a:xfrm>
            <a:custGeom>
              <a:avLst/>
              <a:gdLst>
                <a:gd name="T0" fmla="*/ 8 w 31"/>
                <a:gd name="T1" fmla="*/ 0 h 168"/>
                <a:gd name="T2" fmla="*/ 0 w 31"/>
                <a:gd name="T3" fmla="*/ 168 h 168"/>
                <a:gd name="T4" fmla="*/ 31 w 31"/>
                <a:gd name="T5" fmla="*/ 168 h 168"/>
                <a:gd name="T6" fmla="*/ 24 w 31"/>
                <a:gd name="T7" fmla="*/ 0 h 168"/>
                <a:gd name="T8" fmla="*/ 8 w 31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68">
                  <a:moveTo>
                    <a:pt x="8" y="0"/>
                  </a:moveTo>
                  <a:lnTo>
                    <a:pt x="0" y="168"/>
                  </a:lnTo>
                  <a:lnTo>
                    <a:pt x="31" y="168"/>
                  </a:lnTo>
                  <a:lnTo>
                    <a:pt x="24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597"/>
            <p:cNvSpPr>
              <a:spLocks/>
            </p:cNvSpPr>
            <p:nvPr/>
          </p:nvSpPr>
          <p:spPr bwMode="auto">
            <a:xfrm>
              <a:off x="11149595" y="6162615"/>
              <a:ext cx="20261" cy="243128"/>
            </a:xfrm>
            <a:custGeom>
              <a:avLst/>
              <a:gdLst>
                <a:gd name="T0" fmla="*/ 0 w 14"/>
                <a:gd name="T1" fmla="*/ 0 h 168"/>
                <a:gd name="T2" fmla="*/ 0 w 14"/>
                <a:gd name="T3" fmla="*/ 168 h 168"/>
                <a:gd name="T4" fmla="*/ 14 w 14"/>
                <a:gd name="T5" fmla="*/ 168 h 168"/>
                <a:gd name="T6" fmla="*/ 7 w 14"/>
                <a:gd name="T7" fmla="*/ 0 h 168"/>
                <a:gd name="T8" fmla="*/ 0 w 14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8">
                  <a:moveTo>
                    <a:pt x="0" y="0"/>
                  </a:moveTo>
                  <a:lnTo>
                    <a:pt x="0" y="168"/>
                  </a:lnTo>
                  <a:lnTo>
                    <a:pt x="14" y="168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Oval 598"/>
            <p:cNvSpPr>
              <a:spLocks noChangeArrowheads="1"/>
            </p:cNvSpPr>
            <p:nvPr/>
          </p:nvSpPr>
          <p:spPr bwMode="auto">
            <a:xfrm>
              <a:off x="4625652" y="7531659"/>
              <a:ext cx="215632" cy="212738"/>
            </a:xfrm>
            <a:prstGeom prst="ellipse">
              <a:avLst/>
            </a:pr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Oval 599"/>
            <p:cNvSpPr>
              <a:spLocks noChangeArrowheads="1"/>
            </p:cNvSpPr>
            <p:nvPr/>
          </p:nvSpPr>
          <p:spPr bwMode="auto">
            <a:xfrm>
              <a:off x="4932457" y="7531659"/>
              <a:ext cx="215632" cy="212738"/>
            </a:xfrm>
            <a:prstGeom prst="ellipse">
              <a:avLst/>
            </a:pr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Oval 600"/>
            <p:cNvSpPr>
              <a:spLocks noChangeArrowheads="1"/>
            </p:cNvSpPr>
            <p:nvPr/>
          </p:nvSpPr>
          <p:spPr bwMode="auto">
            <a:xfrm>
              <a:off x="8107597" y="7531659"/>
              <a:ext cx="215632" cy="212738"/>
            </a:xfrm>
            <a:prstGeom prst="ellipse">
              <a:avLst/>
            </a:pr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Oval 601"/>
            <p:cNvSpPr>
              <a:spLocks noChangeArrowheads="1"/>
            </p:cNvSpPr>
            <p:nvPr/>
          </p:nvSpPr>
          <p:spPr bwMode="auto">
            <a:xfrm>
              <a:off x="8415849" y="7531659"/>
              <a:ext cx="215632" cy="212738"/>
            </a:xfrm>
            <a:prstGeom prst="ellipse">
              <a:avLst/>
            </a:pr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Oval 602"/>
            <p:cNvSpPr>
              <a:spLocks noChangeArrowheads="1"/>
            </p:cNvSpPr>
            <p:nvPr/>
          </p:nvSpPr>
          <p:spPr bwMode="auto">
            <a:xfrm>
              <a:off x="6745789" y="7531659"/>
              <a:ext cx="215632" cy="212738"/>
            </a:xfrm>
            <a:prstGeom prst="ellipse">
              <a:avLst/>
            </a:pr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771" name="组合 770"/>
            <p:cNvGrpSpPr/>
            <p:nvPr/>
          </p:nvGrpSpPr>
          <p:grpSpPr>
            <a:xfrm>
              <a:off x="5825375" y="6899236"/>
              <a:ext cx="1892928" cy="211290"/>
              <a:chOff x="5825375" y="6899236"/>
              <a:chExt cx="1892928" cy="211290"/>
            </a:xfrm>
          </p:grpSpPr>
          <p:sp>
            <p:nvSpPr>
              <p:cNvPr id="323" name="Freeform 604"/>
              <p:cNvSpPr>
                <a:spLocks/>
              </p:cNvSpPr>
              <p:nvPr/>
            </p:nvSpPr>
            <p:spPr bwMode="auto">
              <a:xfrm>
                <a:off x="6434643" y="6899236"/>
                <a:ext cx="1283660" cy="211290"/>
              </a:xfrm>
              <a:custGeom>
                <a:avLst/>
                <a:gdLst>
                  <a:gd name="T0" fmla="*/ 0 w 375"/>
                  <a:gd name="T1" fmla="*/ 31 h 62"/>
                  <a:gd name="T2" fmla="*/ 31 w 375"/>
                  <a:gd name="T3" fmla="*/ 62 h 62"/>
                  <a:gd name="T4" fmla="*/ 344 w 375"/>
                  <a:gd name="T5" fmla="*/ 62 h 62"/>
                  <a:gd name="T6" fmla="*/ 375 w 375"/>
                  <a:gd name="T7" fmla="*/ 31 h 62"/>
                  <a:gd name="T8" fmla="*/ 344 w 375"/>
                  <a:gd name="T9" fmla="*/ 0 h 62"/>
                  <a:gd name="T10" fmla="*/ 31 w 375"/>
                  <a:gd name="T11" fmla="*/ 0 h 62"/>
                  <a:gd name="T12" fmla="*/ 0 w 375"/>
                  <a:gd name="T13" fmla="*/ 3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5" h="62">
                    <a:moveTo>
                      <a:pt x="0" y="31"/>
                    </a:moveTo>
                    <a:cubicBezTo>
                      <a:pt x="0" y="48"/>
                      <a:pt x="14" y="62"/>
                      <a:pt x="31" y="62"/>
                    </a:cubicBezTo>
                    <a:cubicBezTo>
                      <a:pt x="344" y="62"/>
                      <a:pt x="344" y="62"/>
                      <a:pt x="344" y="62"/>
                    </a:cubicBezTo>
                    <a:cubicBezTo>
                      <a:pt x="361" y="62"/>
                      <a:pt x="375" y="48"/>
                      <a:pt x="375" y="31"/>
                    </a:cubicBezTo>
                    <a:cubicBezTo>
                      <a:pt x="375" y="14"/>
                      <a:pt x="361" y="0"/>
                      <a:pt x="344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14" y="0"/>
                      <a:pt x="0" y="14"/>
                      <a:pt x="0" y="31"/>
                    </a:cubicBezTo>
                    <a:close/>
                  </a:path>
                </a:pathLst>
              </a:custGeom>
              <a:solidFill>
                <a:srgbClr val="4CC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Oval 605"/>
              <p:cNvSpPr>
                <a:spLocks noChangeArrowheads="1"/>
              </p:cNvSpPr>
              <p:nvPr/>
            </p:nvSpPr>
            <p:spPr bwMode="auto">
              <a:xfrm>
                <a:off x="6130732" y="6899236"/>
                <a:ext cx="211290" cy="211290"/>
              </a:xfrm>
              <a:prstGeom prst="ellipse">
                <a:avLst/>
              </a:prstGeom>
              <a:solidFill>
                <a:srgbClr val="4CC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Oval 606"/>
              <p:cNvSpPr>
                <a:spLocks noChangeArrowheads="1"/>
              </p:cNvSpPr>
              <p:nvPr/>
            </p:nvSpPr>
            <p:spPr bwMode="auto">
              <a:xfrm>
                <a:off x="5825375" y="6899236"/>
                <a:ext cx="209843" cy="211290"/>
              </a:xfrm>
              <a:prstGeom prst="ellipse">
                <a:avLst/>
              </a:prstGeom>
              <a:solidFill>
                <a:srgbClr val="4CC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" name="组合 1"/>
            <p:cNvGrpSpPr/>
            <p:nvPr/>
          </p:nvGrpSpPr>
          <p:grpSpPr>
            <a:xfrm>
              <a:off x="5630727" y="6106793"/>
              <a:ext cx="366140" cy="351667"/>
              <a:chOff x="7961431" y="6054076"/>
              <a:chExt cx="366140" cy="351667"/>
            </a:xfrm>
          </p:grpSpPr>
          <p:sp>
            <p:nvSpPr>
              <p:cNvPr id="41" name="Freeform 638"/>
              <p:cNvSpPr>
                <a:spLocks/>
              </p:cNvSpPr>
              <p:nvPr/>
            </p:nvSpPr>
            <p:spPr bwMode="auto">
              <a:xfrm>
                <a:off x="8262447" y="6124988"/>
                <a:ext cx="65124" cy="112881"/>
              </a:xfrm>
              <a:custGeom>
                <a:avLst/>
                <a:gdLst>
                  <a:gd name="T0" fmla="*/ 2 w 19"/>
                  <a:gd name="T1" fmla="*/ 19 h 33"/>
                  <a:gd name="T2" fmla="*/ 13 w 19"/>
                  <a:gd name="T3" fmla="*/ 0 h 33"/>
                  <a:gd name="T4" fmla="*/ 10 w 19"/>
                  <a:gd name="T5" fmla="*/ 23 h 33"/>
                  <a:gd name="T6" fmla="*/ 2 w 19"/>
                  <a:gd name="T7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3">
                    <a:moveTo>
                      <a:pt x="2" y="19"/>
                    </a:moveTo>
                    <a:cubicBezTo>
                      <a:pt x="13" y="17"/>
                      <a:pt x="13" y="0"/>
                      <a:pt x="13" y="0"/>
                    </a:cubicBezTo>
                    <a:cubicBezTo>
                      <a:pt x="13" y="0"/>
                      <a:pt x="19" y="13"/>
                      <a:pt x="10" y="23"/>
                    </a:cubicBezTo>
                    <a:cubicBezTo>
                      <a:pt x="0" y="33"/>
                      <a:pt x="2" y="19"/>
                      <a:pt x="2" y="19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639"/>
              <p:cNvSpPr>
                <a:spLocks/>
              </p:cNvSpPr>
              <p:nvPr/>
            </p:nvSpPr>
            <p:spPr bwMode="auto">
              <a:xfrm>
                <a:off x="8014977" y="6385482"/>
                <a:ext cx="49205" cy="20261"/>
              </a:xfrm>
              <a:custGeom>
                <a:avLst/>
                <a:gdLst>
                  <a:gd name="T0" fmla="*/ 0 w 14"/>
                  <a:gd name="T1" fmla="*/ 3 h 6"/>
                  <a:gd name="T2" fmla="*/ 3 w 14"/>
                  <a:gd name="T3" fmla="*/ 0 h 6"/>
                  <a:gd name="T4" fmla="*/ 11 w 14"/>
                  <a:gd name="T5" fmla="*/ 0 h 6"/>
                  <a:gd name="T6" fmla="*/ 14 w 14"/>
                  <a:gd name="T7" fmla="*/ 3 h 6"/>
                  <a:gd name="T8" fmla="*/ 11 w 14"/>
                  <a:gd name="T9" fmla="*/ 6 h 6"/>
                  <a:gd name="T10" fmla="*/ 3 w 14"/>
                  <a:gd name="T11" fmla="*/ 6 h 6"/>
                  <a:gd name="T12" fmla="*/ 0 w 1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3" y="0"/>
                      <a:pt x="14" y="1"/>
                      <a:pt x="14" y="3"/>
                    </a:cubicBezTo>
                    <a:cubicBezTo>
                      <a:pt x="14" y="5"/>
                      <a:pt x="13" y="6"/>
                      <a:pt x="11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Rectangle 640"/>
              <p:cNvSpPr>
                <a:spLocks noChangeArrowheads="1"/>
              </p:cNvSpPr>
              <p:nvPr/>
            </p:nvSpPr>
            <p:spPr bwMode="auto">
              <a:xfrm>
                <a:off x="8036685" y="6324700"/>
                <a:ext cx="27497" cy="75254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641"/>
              <p:cNvSpPr>
                <a:spLocks/>
              </p:cNvSpPr>
              <p:nvPr/>
            </p:nvSpPr>
            <p:spPr bwMode="auto">
              <a:xfrm>
                <a:off x="8074312" y="6385482"/>
                <a:ext cx="43416" cy="20261"/>
              </a:xfrm>
              <a:custGeom>
                <a:avLst/>
                <a:gdLst>
                  <a:gd name="T0" fmla="*/ 0 w 13"/>
                  <a:gd name="T1" fmla="*/ 3 h 6"/>
                  <a:gd name="T2" fmla="*/ 2 w 13"/>
                  <a:gd name="T3" fmla="*/ 0 h 6"/>
                  <a:gd name="T4" fmla="*/ 11 w 13"/>
                  <a:gd name="T5" fmla="*/ 0 h 6"/>
                  <a:gd name="T6" fmla="*/ 13 w 13"/>
                  <a:gd name="T7" fmla="*/ 3 h 6"/>
                  <a:gd name="T8" fmla="*/ 11 w 13"/>
                  <a:gd name="T9" fmla="*/ 6 h 6"/>
                  <a:gd name="T10" fmla="*/ 2 w 13"/>
                  <a:gd name="T11" fmla="*/ 6 h 6"/>
                  <a:gd name="T12" fmla="*/ 0 w 13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3" y="1"/>
                      <a:pt x="13" y="3"/>
                    </a:cubicBezTo>
                    <a:cubicBezTo>
                      <a:pt x="13" y="5"/>
                      <a:pt x="12" y="6"/>
                      <a:pt x="1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Rectangle 642"/>
              <p:cNvSpPr>
                <a:spLocks noChangeArrowheads="1"/>
              </p:cNvSpPr>
              <p:nvPr/>
            </p:nvSpPr>
            <p:spPr bwMode="auto">
              <a:xfrm>
                <a:off x="8094573" y="6324700"/>
                <a:ext cx="23155" cy="75254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643"/>
              <p:cNvSpPr>
                <a:spLocks/>
              </p:cNvSpPr>
              <p:nvPr/>
            </p:nvSpPr>
            <p:spPr bwMode="auto">
              <a:xfrm>
                <a:off x="8179957" y="6385482"/>
                <a:ext cx="47758" cy="20261"/>
              </a:xfrm>
              <a:custGeom>
                <a:avLst/>
                <a:gdLst>
                  <a:gd name="T0" fmla="*/ 0 w 14"/>
                  <a:gd name="T1" fmla="*/ 3 h 6"/>
                  <a:gd name="T2" fmla="*/ 2 w 14"/>
                  <a:gd name="T3" fmla="*/ 0 h 6"/>
                  <a:gd name="T4" fmla="*/ 11 w 14"/>
                  <a:gd name="T5" fmla="*/ 0 h 6"/>
                  <a:gd name="T6" fmla="*/ 14 w 14"/>
                  <a:gd name="T7" fmla="*/ 3 h 6"/>
                  <a:gd name="T8" fmla="*/ 11 w 14"/>
                  <a:gd name="T9" fmla="*/ 6 h 6"/>
                  <a:gd name="T10" fmla="*/ 2 w 14"/>
                  <a:gd name="T11" fmla="*/ 6 h 6"/>
                  <a:gd name="T12" fmla="*/ 0 w 1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4" y="1"/>
                      <a:pt x="14" y="3"/>
                    </a:cubicBezTo>
                    <a:cubicBezTo>
                      <a:pt x="14" y="5"/>
                      <a:pt x="12" y="6"/>
                      <a:pt x="1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Rectangle 644"/>
              <p:cNvSpPr>
                <a:spLocks noChangeArrowheads="1"/>
              </p:cNvSpPr>
              <p:nvPr/>
            </p:nvSpPr>
            <p:spPr bwMode="auto">
              <a:xfrm>
                <a:off x="8200217" y="6324700"/>
                <a:ext cx="24603" cy="75254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645"/>
              <p:cNvSpPr>
                <a:spLocks/>
              </p:cNvSpPr>
              <p:nvPr/>
            </p:nvSpPr>
            <p:spPr bwMode="auto">
              <a:xfrm>
                <a:off x="8234950" y="6385482"/>
                <a:ext cx="47758" cy="20261"/>
              </a:xfrm>
              <a:custGeom>
                <a:avLst/>
                <a:gdLst>
                  <a:gd name="T0" fmla="*/ 0 w 14"/>
                  <a:gd name="T1" fmla="*/ 3 h 6"/>
                  <a:gd name="T2" fmla="*/ 3 w 14"/>
                  <a:gd name="T3" fmla="*/ 0 h 6"/>
                  <a:gd name="T4" fmla="*/ 12 w 14"/>
                  <a:gd name="T5" fmla="*/ 0 h 6"/>
                  <a:gd name="T6" fmla="*/ 14 w 14"/>
                  <a:gd name="T7" fmla="*/ 3 h 6"/>
                  <a:gd name="T8" fmla="*/ 12 w 14"/>
                  <a:gd name="T9" fmla="*/ 6 h 6"/>
                  <a:gd name="T10" fmla="*/ 3 w 14"/>
                  <a:gd name="T11" fmla="*/ 6 h 6"/>
                  <a:gd name="T12" fmla="*/ 0 w 1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0"/>
                      <a:pt x="14" y="1"/>
                      <a:pt x="14" y="3"/>
                    </a:cubicBezTo>
                    <a:cubicBezTo>
                      <a:pt x="14" y="5"/>
                      <a:pt x="13" y="6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Rectangle 646"/>
              <p:cNvSpPr>
                <a:spLocks noChangeArrowheads="1"/>
              </p:cNvSpPr>
              <p:nvPr/>
            </p:nvSpPr>
            <p:spPr bwMode="auto">
              <a:xfrm>
                <a:off x="8255211" y="6252341"/>
                <a:ext cx="27497" cy="147614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Oval 647"/>
              <p:cNvSpPr>
                <a:spLocks noChangeArrowheads="1"/>
              </p:cNvSpPr>
              <p:nvPr/>
            </p:nvSpPr>
            <p:spPr bwMode="auto">
              <a:xfrm>
                <a:off x="7999058" y="6114858"/>
                <a:ext cx="290886" cy="260495"/>
              </a:xfrm>
              <a:prstGeom prst="ellipse">
                <a:avLst/>
              </a:pr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Rectangle 648"/>
              <p:cNvSpPr>
                <a:spLocks noChangeArrowheads="1"/>
              </p:cNvSpPr>
              <p:nvPr/>
            </p:nvSpPr>
            <p:spPr bwMode="auto">
              <a:xfrm>
                <a:off x="8004847" y="6054076"/>
                <a:ext cx="21708" cy="88279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649"/>
              <p:cNvSpPr>
                <a:spLocks/>
              </p:cNvSpPr>
              <p:nvPr/>
            </p:nvSpPr>
            <p:spPr bwMode="auto">
              <a:xfrm>
                <a:off x="7961431" y="6054076"/>
                <a:ext cx="65124" cy="20261"/>
              </a:xfrm>
              <a:custGeom>
                <a:avLst/>
                <a:gdLst>
                  <a:gd name="T0" fmla="*/ 0 w 19"/>
                  <a:gd name="T1" fmla="*/ 3 h 6"/>
                  <a:gd name="T2" fmla="*/ 4 w 19"/>
                  <a:gd name="T3" fmla="*/ 6 h 6"/>
                  <a:gd name="T4" fmla="*/ 15 w 19"/>
                  <a:gd name="T5" fmla="*/ 6 h 6"/>
                  <a:gd name="T6" fmla="*/ 19 w 19"/>
                  <a:gd name="T7" fmla="*/ 3 h 6"/>
                  <a:gd name="T8" fmla="*/ 15 w 19"/>
                  <a:gd name="T9" fmla="*/ 0 h 6"/>
                  <a:gd name="T10" fmla="*/ 4 w 19"/>
                  <a:gd name="T11" fmla="*/ 0 h 6"/>
                  <a:gd name="T12" fmla="*/ 0 w 19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0" y="5"/>
                      <a:pt x="2" y="6"/>
                      <a:pt x="4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7" y="6"/>
                      <a:pt x="19" y="5"/>
                      <a:pt x="19" y="3"/>
                    </a:cubicBezTo>
                    <a:cubicBezTo>
                      <a:pt x="19" y="1"/>
                      <a:pt x="17" y="0"/>
                      <a:pt x="1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650"/>
              <p:cNvSpPr>
                <a:spLocks/>
              </p:cNvSpPr>
              <p:nvPr/>
            </p:nvSpPr>
            <p:spPr bwMode="auto">
              <a:xfrm>
                <a:off x="7974455" y="6097492"/>
                <a:ext cx="191029" cy="189583"/>
              </a:xfrm>
              <a:custGeom>
                <a:avLst/>
                <a:gdLst>
                  <a:gd name="T0" fmla="*/ 56 w 56"/>
                  <a:gd name="T1" fmla="*/ 37 h 55"/>
                  <a:gd name="T2" fmla="*/ 38 w 56"/>
                  <a:gd name="T3" fmla="*/ 55 h 55"/>
                  <a:gd name="T4" fmla="*/ 18 w 56"/>
                  <a:gd name="T5" fmla="*/ 55 h 55"/>
                  <a:gd name="T6" fmla="*/ 0 w 56"/>
                  <a:gd name="T7" fmla="*/ 37 h 55"/>
                  <a:gd name="T8" fmla="*/ 0 w 56"/>
                  <a:gd name="T9" fmla="*/ 18 h 55"/>
                  <a:gd name="T10" fmla="*/ 18 w 56"/>
                  <a:gd name="T11" fmla="*/ 0 h 55"/>
                  <a:gd name="T12" fmla="*/ 38 w 56"/>
                  <a:gd name="T13" fmla="*/ 0 h 55"/>
                  <a:gd name="T14" fmla="*/ 56 w 56"/>
                  <a:gd name="T15" fmla="*/ 18 h 55"/>
                  <a:gd name="T16" fmla="*/ 56 w 56"/>
                  <a:gd name="T17" fmla="*/ 3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55">
                    <a:moveTo>
                      <a:pt x="56" y="37"/>
                    </a:moveTo>
                    <a:cubicBezTo>
                      <a:pt x="56" y="47"/>
                      <a:pt x="48" y="55"/>
                      <a:pt x="3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8" y="55"/>
                      <a:pt x="0" y="47"/>
                      <a:pt x="0" y="3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8" y="0"/>
                      <a:pt x="56" y="8"/>
                      <a:pt x="56" y="18"/>
                    </a:cubicBezTo>
                    <a:lnTo>
                      <a:pt x="56" y="37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651"/>
              <p:cNvSpPr>
                <a:spLocks/>
              </p:cNvSpPr>
              <p:nvPr/>
            </p:nvSpPr>
            <p:spPr bwMode="auto">
              <a:xfrm>
                <a:off x="8069970" y="6097492"/>
                <a:ext cx="95515" cy="189583"/>
              </a:xfrm>
              <a:custGeom>
                <a:avLst/>
                <a:gdLst>
                  <a:gd name="T0" fmla="*/ 10 w 28"/>
                  <a:gd name="T1" fmla="*/ 0 h 55"/>
                  <a:gd name="T2" fmla="*/ 0 w 28"/>
                  <a:gd name="T3" fmla="*/ 0 h 55"/>
                  <a:gd name="T4" fmla="*/ 0 w 28"/>
                  <a:gd name="T5" fmla="*/ 55 h 55"/>
                  <a:gd name="T6" fmla="*/ 10 w 28"/>
                  <a:gd name="T7" fmla="*/ 55 h 55"/>
                  <a:gd name="T8" fmla="*/ 28 w 28"/>
                  <a:gd name="T9" fmla="*/ 37 h 55"/>
                  <a:gd name="T10" fmla="*/ 28 w 28"/>
                  <a:gd name="T11" fmla="*/ 18 h 55"/>
                  <a:gd name="T12" fmla="*/ 10 w 28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55"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20" y="55"/>
                      <a:pt x="28" y="47"/>
                      <a:pt x="28" y="3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8"/>
                      <a:pt x="20" y="0"/>
                      <a:pt x="10" y="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Rectangle 652"/>
              <p:cNvSpPr>
                <a:spLocks noChangeArrowheads="1"/>
              </p:cNvSpPr>
              <p:nvPr/>
            </p:nvSpPr>
            <p:spPr bwMode="auto">
              <a:xfrm>
                <a:off x="8114833" y="6054076"/>
                <a:ext cx="20261" cy="88279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653"/>
              <p:cNvSpPr>
                <a:spLocks/>
              </p:cNvSpPr>
              <p:nvPr/>
            </p:nvSpPr>
            <p:spPr bwMode="auto">
              <a:xfrm>
                <a:off x="8114833" y="6054076"/>
                <a:ext cx="65124" cy="20261"/>
              </a:xfrm>
              <a:custGeom>
                <a:avLst/>
                <a:gdLst>
                  <a:gd name="T0" fmla="*/ 19 w 19"/>
                  <a:gd name="T1" fmla="*/ 3 h 6"/>
                  <a:gd name="T2" fmla="*/ 16 w 19"/>
                  <a:gd name="T3" fmla="*/ 6 h 6"/>
                  <a:gd name="T4" fmla="*/ 4 w 19"/>
                  <a:gd name="T5" fmla="*/ 6 h 6"/>
                  <a:gd name="T6" fmla="*/ 0 w 19"/>
                  <a:gd name="T7" fmla="*/ 3 h 6"/>
                  <a:gd name="T8" fmla="*/ 4 w 19"/>
                  <a:gd name="T9" fmla="*/ 0 h 6"/>
                  <a:gd name="T10" fmla="*/ 16 w 19"/>
                  <a:gd name="T11" fmla="*/ 0 h 6"/>
                  <a:gd name="T12" fmla="*/ 19 w 19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19" y="3"/>
                    </a:moveTo>
                    <a:cubicBezTo>
                      <a:pt x="19" y="5"/>
                      <a:pt x="17" y="6"/>
                      <a:pt x="16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9" y="1"/>
                      <a:pt x="19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654"/>
              <p:cNvSpPr>
                <a:spLocks/>
              </p:cNvSpPr>
              <p:nvPr/>
            </p:nvSpPr>
            <p:spPr bwMode="auto">
              <a:xfrm>
                <a:off x="7974455" y="6177087"/>
                <a:ext cx="191029" cy="109987"/>
              </a:xfrm>
              <a:custGeom>
                <a:avLst/>
                <a:gdLst>
                  <a:gd name="T0" fmla="*/ 56 w 56"/>
                  <a:gd name="T1" fmla="*/ 13 h 32"/>
                  <a:gd name="T2" fmla="*/ 28 w 56"/>
                  <a:gd name="T3" fmla="*/ 0 h 32"/>
                  <a:gd name="T4" fmla="*/ 0 w 56"/>
                  <a:gd name="T5" fmla="*/ 13 h 32"/>
                  <a:gd name="T6" fmla="*/ 0 w 56"/>
                  <a:gd name="T7" fmla="*/ 14 h 32"/>
                  <a:gd name="T8" fmla="*/ 18 w 56"/>
                  <a:gd name="T9" fmla="*/ 32 h 32"/>
                  <a:gd name="T10" fmla="*/ 38 w 56"/>
                  <a:gd name="T11" fmla="*/ 32 h 32"/>
                  <a:gd name="T12" fmla="*/ 56 w 56"/>
                  <a:gd name="T13" fmla="*/ 14 h 32"/>
                  <a:gd name="T14" fmla="*/ 56 w 56"/>
                  <a:gd name="T1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32">
                    <a:moveTo>
                      <a:pt x="56" y="13"/>
                    </a:moveTo>
                    <a:cubicBezTo>
                      <a:pt x="51" y="5"/>
                      <a:pt x="40" y="0"/>
                      <a:pt x="28" y="0"/>
                    </a:cubicBezTo>
                    <a:cubicBezTo>
                      <a:pt x="16" y="0"/>
                      <a:pt x="5" y="5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24"/>
                      <a:pt x="8" y="32"/>
                      <a:pt x="1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48" y="32"/>
                      <a:pt x="56" y="24"/>
                      <a:pt x="56" y="14"/>
                    </a:cubicBezTo>
                    <a:lnTo>
                      <a:pt x="56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655"/>
              <p:cNvSpPr>
                <a:spLocks/>
              </p:cNvSpPr>
              <p:nvPr/>
            </p:nvSpPr>
            <p:spPr bwMode="auto">
              <a:xfrm>
                <a:off x="8069970" y="6177087"/>
                <a:ext cx="95515" cy="109987"/>
              </a:xfrm>
              <a:custGeom>
                <a:avLst/>
                <a:gdLst>
                  <a:gd name="T0" fmla="*/ 0 w 28"/>
                  <a:gd name="T1" fmla="*/ 0 h 32"/>
                  <a:gd name="T2" fmla="*/ 0 w 28"/>
                  <a:gd name="T3" fmla="*/ 0 h 32"/>
                  <a:gd name="T4" fmla="*/ 0 w 28"/>
                  <a:gd name="T5" fmla="*/ 32 h 32"/>
                  <a:gd name="T6" fmla="*/ 10 w 28"/>
                  <a:gd name="T7" fmla="*/ 32 h 32"/>
                  <a:gd name="T8" fmla="*/ 28 w 28"/>
                  <a:gd name="T9" fmla="*/ 14 h 32"/>
                  <a:gd name="T10" fmla="*/ 28 w 28"/>
                  <a:gd name="T11" fmla="*/ 13 h 32"/>
                  <a:gd name="T12" fmla="*/ 0 w 28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20" y="32"/>
                      <a:pt x="28" y="24"/>
                      <a:pt x="28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3" y="5"/>
                      <a:pt x="12" y="0"/>
                      <a:pt x="0" y="0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Oval 656"/>
              <p:cNvSpPr>
                <a:spLocks noChangeArrowheads="1"/>
              </p:cNvSpPr>
              <p:nvPr/>
            </p:nvSpPr>
            <p:spPr bwMode="auto">
              <a:xfrm>
                <a:off x="8026554" y="6132224"/>
                <a:ext cx="26049" cy="27497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Oval 657"/>
              <p:cNvSpPr>
                <a:spLocks noChangeArrowheads="1"/>
              </p:cNvSpPr>
              <p:nvPr/>
            </p:nvSpPr>
            <p:spPr bwMode="auto">
              <a:xfrm>
                <a:off x="8087336" y="6132224"/>
                <a:ext cx="27497" cy="27497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Oval 658"/>
              <p:cNvSpPr>
                <a:spLocks noChangeArrowheads="1"/>
              </p:cNvSpPr>
              <p:nvPr/>
            </p:nvSpPr>
            <p:spPr bwMode="auto">
              <a:xfrm>
                <a:off x="8049709" y="6187218"/>
                <a:ext cx="40521" cy="30391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659"/>
              <p:cNvSpPr>
                <a:spLocks/>
              </p:cNvSpPr>
              <p:nvPr/>
            </p:nvSpPr>
            <p:spPr bwMode="auto">
              <a:xfrm>
                <a:off x="8046815" y="6245105"/>
                <a:ext cx="47758" cy="17366"/>
              </a:xfrm>
              <a:custGeom>
                <a:avLst/>
                <a:gdLst>
                  <a:gd name="T0" fmla="*/ 7 w 14"/>
                  <a:gd name="T1" fmla="*/ 5 h 5"/>
                  <a:gd name="T2" fmla="*/ 0 w 14"/>
                  <a:gd name="T3" fmla="*/ 0 h 5"/>
                  <a:gd name="T4" fmla="*/ 2 w 14"/>
                  <a:gd name="T5" fmla="*/ 0 h 5"/>
                  <a:gd name="T6" fmla="*/ 7 w 14"/>
                  <a:gd name="T7" fmla="*/ 3 h 5"/>
                  <a:gd name="T8" fmla="*/ 13 w 14"/>
                  <a:gd name="T9" fmla="*/ 0 h 5"/>
                  <a:gd name="T10" fmla="*/ 14 w 14"/>
                  <a:gd name="T11" fmla="*/ 0 h 5"/>
                  <a:gd name="T12" fmla="*/ 7 w 1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7" y="5"/>
                    </a:moveTo>
                    <a:cubicBezTo>
                      <a:pt x="3" y="5"/>
                      <a:pt x="0" y="2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4" y="3"/>
                      <a:pt x="7" y="3"/>
                    </a:cubicBezTo>
                    <a:cubicBezTo>
                      <a:pt x="10" y="3"/>
                      <a:pt x="13" y="2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1" y="5"/>
                      <a:pt x="7" y="5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322" name="Freeform 603"/>
            <p:cNvSpPr>
              <a:spLocks/>
            </p:cNvSpPr>
            <p:nvPr/>
          </p:nvSpPr>
          <p:spPr bwMode="auto">
            <a:xfrm>
              <a:off x="1524076" y="6856791"/>
              <a:ext cx="9565942" cy="1060792"/>
            </a:xfrm>
            <a:custGeom>
              <a:avLst/>
              <a:gdLst>
                <a:gd name="T0" fmla="*/ 36 w 2796"/>
                <a:gd name="T1" fmla="*/ 0 h 310"/>
                <a:gd name="T2" fmla="*/ 2759 w 2796"/>
                <a:gd name="T3" fmla="*/ 0 h 310"/>
                <a:gd name="T4" fmla="*/ 2796 w 2796"/>
                <a:gd name="T5" fmla="*/ 32 h 310"/>
                <a:gd name="T6" fmla="*/ 2759 w 2796"/>
                <a:gd name="T7" fmla="*/ 63 h 310"/>
                <a:gd name="T8" fmla="*/ 1981 w 2796"/>
                <a:gd name="T9" fmla="*/ 63 h 310"/>
                <a:gd name="T10" fmla="*/ 1950 w 2796"/>
                <a:gd name="T11" fmla="*/ 94 h 310"/>
                <a:gd name="T12" fmla="*/ 1977 w 2796"/>
                <a:gd name="T13" fmla="*/ 125 h 310"/>
                <a:gd name="T14" fmla="*/ 2551 w 2796"/>
                <a:gd name="T15" fmla="*/ 125 h 310"/>
                <a:gd name="T16" fmla="*/ 2588 w 2796"/>
                <a:gd name="T17" fmla="*/ 157 h 310"/>
                <a:gd name="T18" fmla="*/ 2551 w 2796"/>
                <a:gd name="T19" fmla="*/ 189 h 310"/>
                <a:gd name="T20" fmla="*/ 1875 w 2796"/>
                <a:gd name="T21" fmla="*/ 189 h 310"/>
                <a:gd name="T22" fmla="*/ 1844 w 2796"/>
                <a:gd name="T23" fmla="*/ 218 h 310"/>
                <a:gd name="T24" fmla="*/ 1875 w 2796"/>
                <a:gd name="T25" fmla="*/ 248 h 310"/>
                <a:gd name="T26" fmla="*/ 1913 w 2796"/>
                <a:gd name="T27" fmla="*/ 248 h 310"/>
                <a:gd name="T28" fmla="*/ 1944 w 2796"/>
                <a:gd name="T29" fmla="*/ 279 h 310"/>
                <a:gd name="T30" fmla="*/ 1913 w 2796"/>
                <a:gd name="T31" fmla="*/ 310 h 310"/>
                <a:gd name="T32" fmla="*/ 1718 w 2796"/>
                <a:gd name="T33" fmla="*/ 310 h 310"/>
                <a:gd name="T34" fmla="*/ 1687 w 2796"/>
                <a:gd name="T35" fmla="*/ 279 h 310"/>
                <a:gd name="T36" fmla="*/ 1718 w 2796"/>
                <a:gd name="T37" fmla="*/ 248 h 310"/>
                <a:gd name="T38" fmla="*/ 1763 w 2796"/>
                <a:gd name="T39" fmla="*/ 248 h 310"/>
                <a:gd name="T40" fmla="*/ 1794 w 2796"/>
                <a:gd name="T41" fmla="*/ 218 h 310"/>
                <a:gd name="T42" fmla="*/ 1763 w 2796"/>
                <a:gd name="T43" fmla="*/ 189 h 310"/>
                <a:gd name="T44" fmla="*/ 807 w 2796"/>
                <a:gd name="T45" fmla="*/ 189 h 310"/>
                <a:gd name="T46" fmla="*/ 775 w 2796"/>
                <a:gd name="T47" fmla="*/ 218 h 310"/>
                <a:gd name="T48" fmla="*/ 807 w 2796"/>
                <a:gd name="T49" fmla="*/ 248 h 310"/>
                <a:gd name="T50" fmla="*/ 908 w 2796"/>
                <a:gd name="T51" fmla="*/ 248 h 310"/>
                <a:gd name="T52" fmla="*/ 939 w 2796"/>
                <a:gd name="T53" fmla="*/ 279 h 310"/>
                <a:gd name="T54" fmla="*/ 908 w 2796"/>
                <a:gd name="T55" fmla="*/ 310 h 310"/>
                <a:gd name="T56" fmla="*/ 592 w 2796"/>
                <a:gd name="T57" fmla="*/ 310 h 310"/>
                <a:gd name="T58" fmla="*/ 561 w 2796"/>
                <a:gd name="T59" fmla="*/ 279 h 310"/>
                <a:gd name="T60" fmla="*/ 592 w 2796"/>
                <a:gd name="T61" fmla="*/ 248 h 310"/>
                <a:gd name="T62" fmla="*/ 694 w 2796"/>
                <a:gd name="T63" fmla="*/ 248 h 310"/>
                <a:gd name="T64" fmla="*/ 725 w 2796"/>
                <a:gd name="T65" fmla="*/ 218 h 310"/>
                <a:gd name="T66" fmla="*/ 694 w 2796"/>
                <a:gd name="T67" fmla="*/ 189 h 310"/>
                <a:gd name="T68" fmla="*/ 240 w 2796"/>
                <a:gd name="T69" fmla="*/ 189 h 310"/>
                <a:gd name="T70" fmla="*/ 203 w 2796"/>
                <a:gd name="T71" fmla="*/ 157 h 310"/>
                <a:gd name="T72" fmla="*/ 240 w 2796"/>
                <a:gd name="T73" fmla="*/ 125 h 310"/>
                <a:gd name="T74" fmla="*/ 814 w 2796"/>
                <a:gd name="T75" fmla="*/ 125 h 310"/>
                <a:gd name="T76" fmla="*/ 841 w 2796"/>
                <a:gd name="T77" fmla="*/ 94 h 310"/>
                <a:gd name="T78" fmla="*/ 810 w 2796"/>
                <a:gd name="T79" fmla="*/ 63 h 310"/>
                <a:gd name="T80" fmla="*/ 36 w 2796"/>
                <a:gd name="T81" fmla="*/ 63 h 310"/>
                <a:gd name="T82" fmla="*/ 0 w 2796"/>
                <a:gd name="T83" fmla="*/ 32 h 310"/>
                <a:gd name="T84" fmla="*/ 36 w 2796"/>
                <a:gd name="T8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96" h="310">
                  <a:moveTo>
                    <a:pt x="36" y="0"/>
                  </a:moveTo>
                  <a:cubicBezTo>
                    <a:pt x="2759" y="0"/>
                    <a:pt x="2759" y="0"/>
                    <a:pt x="2759" y="0"/>
                  </a:cubicBezTo>
                  <a:cubicBezTo>
                    <a:pt x="2779" y="0"/>
                    <a:pt x="2796" y="14"/>
                    <a:pt x="2796" y="32"/>
                  </a:cubicBezTo>
                  <a:cubicBezTo>
                    <a:pt x="2796" y="49"/>
                    <a:pt x="2779" y="63"/>
                    <a:pt x="2759" y="63"/>
                  </a:cubicBezTo>
                  <a:cubicBezTo>
                    <a:pt x="1981" y="63"/>
                    <a:pt x="1981" y="63"/>
                    <a:pt x="1981" y="63"/>
                  </a:cubicBezTo>
                  <a:cubicBezTo>
                    <a:pt x="1964" y="63"/>
                    <a:pt x="1950" y="77"/>
                    <a:pt x="1950" y="94"/>
                  </a:cubicBezTo>
                  <a:cubicBezTo>
                    <a:pt x="1950" y="110"/>
                    <a:pt x="1962" y="123"/>
                    <a:pt x="1977" y="125"/>
                  </a:cubicBezTo>
                  <a:cubicBezTo>
                    <a:pt x="2551" y="125"/>
                    <a:pt x="2551" y="125"/>
                    <a:pt x="2551" y="125"/>
                  </a:cubicBezTo>
                  <a:cubicBezTo>
                    <a:pt x="2571" y="125"/>
                    <a:pt x="2588" y="140"/>
                    <a:pt x="2588" y="157"/>
                  </a:cubicBezTo>
                  <a:cubicBezTo>
                    <a:pt x="2588" y="175"/>
                    <a:pt x="2571" y="189"/>
                    <a:pt x="2551" y="189"/>
                  </a:cubicBezTo>
                  <a:cubicBezTo>
                    <a:pt x="1875" y="189"/>
                    <a:pt x="1875" y="189"/>
                    <a:pt x="1875" y="189"/>
                  </a:cubicBezTo>
                  <a:cubicBezTo>
                    <a:pt x="1858" y="189"/>
                    <a:pt x="1844" y="202"/>
                    <a:pt x="1844" y="218"/>
                  </a:cubicBezTo>
                  <a:cubicBezTo>
                    <a:pt x="1844" y="234"/>
                    <a:pt x="1858" y="248"/>
                    <a:pt x="1875" y="248"/>
                  </a:cubicBezTo>
                  <a:cubicBezTo>
                    <a:pt x="1913" y="248"/>
                    <a:pt x="1913" y="248"/>
                    <a:pt x="1913" y="248"/>
                  </a:cubicBezTo>
                  <a:cubicBezTo>
                    <a:pt x="1930" y="248"/>
                    <a:pt x="1944" y="262"/>
                    <a:pt x="1944" y="279"/>
                  </a:cubicBezTo>
                  <a:cubicBezTo>
                    <a:pt x="1944" y="296"/>
                    <a:pt x="1930" y="310"/>
                    <a:pt x="1913" y="310"/>
                  </a:cubicBezTo>
                  <a:cubicBezTo>
                    <a:pt x="1718" y="310"/>
                    <a:pt x="1718" y="310"/>
                    <a:pt x="1718" y="310"/>
                  </a:cubicBezTo>
                  <a:cubicBezTo>
                    <a:pt x="1701" y="310"/>
                    <a:pt x="1687" y="296"/>
                    <a:pt x="1687" y="279"/>
                  </a:cubicBezTo>
                  <a:cubicBezTo>
                    <a:pt x="1687" y="262"/>
                    <a:pt x="1701" y="248"/>
                    <a:pt x="1718" y="248"/>
                  </a:cubicBezTo>
                  <a:cubicBezTo>
                    <a:pt x="1763" y="248"/>
                    <a:pt x="1763" y="248"/>
                    <a:pt x="1763" y="248"/>
                  </a:cubicBezTo>
                  <a:cubicBezTo>
                    <a:pt x="1780" y="248"/>
                    <a:pt x="1794" y="234"/>
                    <a:pt x="1794" y="218"/>
                  </a:cubicBezTo>
                  <a:cubicBezTo>
                    <a:pt x="1794" y="202"/>
                    <a:pt x="1780" y="189"/>
                    <a:pt x="1763" y="189"/>
                  </a:cubicBezTo>
                  <a:cubicBezTo>
                    <a:pt x="807" y="189"/>
                    <a:pt x="807" y="189"/>
                    <a:pt x="807" y="189"/>
                  </a:cubicBezTo>
                  <a:cubicBezTo>
                    <a:pt x="789" y="189"/>
                    <a:pt x="775" y="202"/>
                    <a:pt x="775" y="218"/>
                  </a:cubicBezTo>
                  <a:cubicBezTo>
                    <a:pt x="775" y="234"/>
                    <a:pt x="789" y="248"/>
                    <a:pt x="807" y="248"/>
                  </a:cubicBezTo>
                  <a:cubicBezTo>
                    <a:pt x="908" y="248"/>
                    <a:pt x="908" y="248"/>
                    <a:pt x="908" y="248"/>
                  </a:cubicBezTo>
                  <a:cubicBezTo>
                    <a:pt x="925" y="248"/>
                    <a:pt x="939" y="262"/>
                    <a:pt x="939" y="279"/>
                  </a:cubicBezTo>
                  <a:cubicBezTo>
                    <a:pt x="939" y="296"/>
                    <a:pt x="925" y="310"/>
                    <a:pt x="908" y="310"/>
                  </a:cubicBezTo>
                  <a:cubicBezTo>
                    <a:pt x="592" y="310"/>
                    <a:pt x="592" y="310"/>
                    <a:pt x="592" y="310"/>
                  </a:cubicBezTo>
                  <a:cubicBezTo>
                    <a:pt x="575" y="310"/>
                    <a:pt x="561" y="296"/>
                    <a:pt x="561" y="279"/>
                  </a:cubicBezTo>
                  <a:cubicBezTo>
                    <a:pt x="561" y="262"/>
                    <a:pt x="575" y="248"/>
                    <a:pt x="592" y="248"/>
                  </a:cubicBezTo>
                  <a:cubicBezTo>
                    <a:pt x="694" y="248"/>
                    <a:pt x="694" y="248"/>
                    <a:pt x="694" y="248"/>
                  </a:cubicBezTo>
                  <a:cubicBezTo>
                    <a:pt x="711" y="248"/>
                    <a:pt x="725" y="234"/>
                    <a:pt x="725" y="218"/>
                  </a:cubicBezTo>
                  <a:cubicBezTo>
                    <a:pt x="725" y="202"/>
                    <a:pt x="711" y="189"/>
                    <a:pt x="694" y="189"/>
                  </a:cubicBezTo>
                  <a:cubicBezTo>
                    <a:pt x="240" y="189"/>
                    <a:pt x="240" y="189"/>
                    <a:pt x="240" y="189"/>
                  </a:cubicBezTo>
                  <a:cubicBezTo>
                    <a:pt x="220" y="189"/>
                    <a:pt x="203" y="175"/>
                    <a:pt x="203" y="157"/>
                  </a:cubicBezTo>
                  <a:cubicBezTo>
                    <a:pt x="203" y="140"/>
                    <a:pt x="220" y="125"/>
                    <a:pt x="240" y="125"/>
                  </a:cubicBezTo>
                  <a:cubicBezTo>
                    <a:pt x="814" y="125"/>
                    <a:pt x="814" y="125"/>
                    <a:pt x="814" y="125"/>
                  </a:cubicBezTo>
                  <a:cubicBezTo>
                    <a:pt x="829" y="123"/>
                    <a:pt x="841" y="110"/>
                    <a:pt x="841" y="94"/>
                  </a:cubicBezTo>
                  <a:cubicBezTo>
                    <a:pt x="841" y="77"/>
                    <a:pt x="827" y="63"/>
                    <a:pt x="810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16" y="63"/>
                    <a:pt x="0" y="49"/>
                    <a:pt x="0" y="32"/>
                  </a:cubicBezTo>
                  <a:cubicBezTo>
                    <a:pt x="0" y="14"/>
                    <a:pt x="16" y="0"/>
                    <a:pt x="36" y="0"/>
                  </a:cubicBezTo>
                  <a:close/>
                </a:path>
              </a:pathLst>
            </a:cu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26" name="文本框 325"/>
          <p:cNvSpPr txBox="1"/>
          <p:nvPr/>
        </p:nvSpPr>
        <p:spPr>
          <a:xfrm>
            <a:off x="4009149" y="214218"/>
            <a:ext cx="4484977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8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游戏规则</a:t>
            </a:r>
          </a:p>
        </p:txBody>
      </p:sp>
    </p:spTree>
    <p:extLst>
      <p:ext uri="{BB962C8B-B14F-4D97-AF65-F5344CB8AC3E}">
        <p14:creationId xmlns:p14="http://schemas.microsoft.com/office/powerpoint/2010/main" val="246949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 advClick="0" advTm="6000">
        <p:blinds dir="vert"/>
      </p:transition>
    </mc:Choice>
    <mc:Fallback xmlns="">
      <p:transition spd="slow" advClick="0" advTm="6000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8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8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8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26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152A62"/>
            </a:gs>
            <a:gs pos="37000">
              <a:srgbClr val="2F275A"/>
            </a:gs>
            <a:gs pos="70000">
              <a:srgbClr val="452554"/>
            </a:gs>
            <a:gs pos="100000">
              <a:srgbClr val="522450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Freeform 41"/>
          <p:cNvSpPr>
            <a:spLocks/>
          </p:cNvSpPr>
          <p:nvPr/>
        </p:nvSpPr>
        <p:spPr bwMode="auto">
          <a:xfrm>
            <a:off x="8807882" y="121554"/>
            <a:ext cx="98524" cy="88026"/>
          </a:xfrm>
          <a:custGeom>
            <a:avLst/>
            <a:gdLst>
              <a:gd name="T0" fmla="*/ 49 w 52"/>
              <a:gd name="T1" fmla="*/ 17 h 46"/>
              <a:gd name="T2" fmla="*/ 34 w 52"/>
              <a:gd name="T3" fmla="*/ 15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5 h 46"/>
              <a:gd name="T12" fmla="*/ 3 w 52"/>
              <a:gd name="T13" fmla="*/ 17 h 46"/>
              <a:gd name="T14" fmla="*/ 3 w 52"/>
              <a:gd name="T15" fmla="*/ 20 h 46"/>
              <a:gd name="T16" fmla="*/ 13 w 52"/>
              <a:gd name="T17" fmla="*/ 30 h 46"/>
              <a:gd name="T18" fmla="*/ 10 w 52"/>
              <a:gd name="T19" fmla="*/ 44 h 46"/>
              <a:gd name="T20" fmla="*/ 13 w 52"/>
              <a:gd name="T21" fmla="*/ 46 h 46"/>
              <a:gd name="T22" fmla="*/ 25 w 52"/>
              <a:gd name="T23" fmla="*/ 39 h 46"/>
              <a:gd name="T24" fmla="*/ 26 w 52"/>
              <a:gd name="T25" fmla="*/ 38 h 46"/>
              <a:gd name="T26" fmla="*/ 27 w 52"/>
              <a:gd name="T27" fmla="*/ 39 h 46"/>
              <a:gd name="T28" fmla="*/ 40 w 52"/>
              <a:gd name="T29" fmla="*/ 46 h 46"/>
              <a:gd name="T30" fmla="*/ 42 w 52"/>
              <a:gd name="T31" fmla="*/ 44 h 46"/>
              <a:gd name="T32" fmla="*/ 39 w 52"/>
              <a:gd name="T33" fmla="*/ 30 h 46"/>
              <a:gd name="T34" fmla="*/ 49 w 52"/>
              <a:gd name="T35" fmla="*/ 20 h 46"/>
              <a:gd name="T36" fmla="*/ 49 w 52"/>
              <a:gd name="T37" fmla="*/ 1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7"/>
                </a:moveTo>
                <a:cubicBezTo>
                  <a:pt x="45" y="16"/>
                  <a:pt x="34" y="15"/>
                  <a:pt x="34" y="15"/>
                </a:cubicBezTo>
                <a:cubicBezTo>
                  <a:pt x="34" y="15"/>
                  <a:pt x="28" y="4"/>
                  <a:pt x="27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5"/>
                </a:cubicBezTo>
                <a:cubicBezTo>
                  <a:pt x="18" y="15"/>
                  <a:pt x="7" y="16"/>
                  <a:pt x="3" y="17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30"/>
                  <a:pt x="13" y="30"/>
                </a:cubicBezTo>
                <a:cubicBezTo>
                  <a:pt x="13" y="30"/>
                  <a:pt x="11" y="42"/>
                  <a:pt x="10" y="44"/>
                </a:cubicBezTo>
                <a:cubicBezTo>
                  <a:pt x="10" y="46"/>
                  <a:pt x="11" y="46"/>
                  <a:pt x="13" y="46"/>
                </a:cubicBezTo>
                <a:cubicBezTo>
                  <a:pt x="14" y="45"/>
                  <a:pt x="25" y="39"/>
                  <a:pt x="25" y="39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38" y="45"/>
                  <a:pt x="40" y="46"/>
                </a:cubicBezTo>
                <a:cubicBezTo>
                  <a:pt x="41" y="46"/>
                  <a:pt x="42" y="46"/>
                  <a:pt x="42" y="44"/>
                </a:cubicBezTo>
                <a:cubicBezTo>
                  <a:pt x="41" y="42"/>
                  <a:pt x="39" y="30"/>
                  <a:pt x="39" y="30"/>
                </a:cubicBezTo>
                <a:cubicBezTo>
                  <a:pt x="39" y="30"/>
                  <a:pt x="48" y="21"/>
                  <a:pt x="49" y="20"/>
                </a:cubicBezTo>
                <a:cubicBezTo>
                  <a:pt x="51" y="19"/>
                  <a:pt x="52" y="17"/>
                  <a:pt x="49" y="17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9" name="Freeform 42"/>
          <p:cNvSpPr>
            <a:spLocks/>
          </p:cNvSpPr>
          <p:nvPr/>
        </p:nvSpPr>
        <p:spPr bwMode="auto">
          <a:xfrm>
            <a:off x="5102656" y="1155017"/>
            <a:ext cx="100947" cy="88026"/>
          </a:xfrm>
          <a:custGeom>
            <a:avLst/>
            <a:gdLst>
              <a:gd name="T0" fmla="*/ 26 w 53"/>
              <a:gd name="T1" fmla="*/ 0 h 46"/>
              <a:gd name="T2" fmla="*/ 26 w 53"/>
              <a:gd name="T3" fmla="*/ 0 h 46"/>
              <a:gd name="T4" fmla="*/ 25 w 53"/>
              <a:gd name="T5" fmla="*/ 2 h 46"/>
              <a:gd name="T6" fmla="*/ 18 w 53"/>
              <a:gd name="T7" fmla="*/ 14 h 46"/>
              <a:gd name="T8" fmla="*/ 3 w 53"/>
              <a:gd name="T9" fmla="*/ 16 h 46"/>
              <a:gd name="T10" fmla="*/ 3 w 53"/>
              <a:gd name="T11" fmla="*/ 20 h 46"/>
              <a:gd name="T12" fmla="*/ 13 w 53"/>
              <a:gd name="T13" fmla="*/ 29 h 46"/>
              <a:gd name="T14" fmla="*/ 11 w 53"/>
              <a:gd name="T15" fmla="*/ 44 h 46"/>
              <a:gd name="T16" fmla="*/ 12 w 53"/>
              <a:gd name="T17" fmla="*/ 46 h 46"/>
              <a:gd name="T18" fmla="*/ 13 w 53"/>
              <a:gd name="T19" fmla="*/ 46 h 46"/>
              <a:gd name="T20" fmla="*/ 25 w 53"/>
              <a:gd name="T21" fmla="*/ 38 h 46"/>
              <a:gd name="T22" fmla="*/ 26 w 53"/>
              <a:gd name="T23" fmla="*/ 38 h 46"/>
              <a:gd name="T24" fmla="*/ 27 w 53"/>
              <a:gd name="T25" fmla="*/ 38 h 46"/>
              <a:gd name="T26" fmla="*/ 40 w 53"/>
              <a:gd name="T27" fmla="*/ 46 h 46"/>
              <a:gd name="T28" fmla="*/ 41 w 53"/>
              <a:gd name="T29" fmla="*/ 46 h 46"/>
              <a:gd name="T30" fmla="*/ 42 w 53"/>
              <a:gd name="T31" fmla="*/ 44 h 46"/>
              <a:gd name="T32" fmla="*/ 39 w 53"/>
              <a:gd name="T33" fmla="*/ 29 h 46"/>
              <a:gd name="T34" fmla="*/ 49 w 53"/>
              <a:gd name="T35" fmla="*/ 20 h 46"/>
              <a:gd name="T36" fmla="*/ 49 w 53"/>
              <a:gd name="T37" fmla="*/ 16 h 46"/>
              <a:gd name="T38" fmla="*/ 34 w 53"/>
              <a:gd name="T39" fmla="*/ 14 h 46"/>
              <a:gd name="T40" fmla="*/ 28 w 53"/>
              <a:gd name="T41" fmla="*/ 2 h 46"/>
              <a:gd name="T42" fmla="*/ 26 w 53"/>
              <a:gd name="T43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6"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1" y="44"/>
                </a:cubicBezTo>
                <a:cubicBezTo>
                  <a:pt x="10" y="45"/>
                  <a:pt x="11" y="46"/>
                  <a:pt x="12" y="46"/>
                </a:cubicBezTo>
                <a:cubicBezTo>
                  <a:pt x="12" y="46"/>
                  <a:pt x="12" y="46"/>
                  <a:pt x="13" y="46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40" y="46"/>
                </a:cubicBezTo>
                <a:cubicBezTo>
                  <a:pt x="40" y="46"/>
                  <a:pt x="41" y="46"/>
                  <a:pt x="41" y="46"/>
                </a:cubicBezTo>
                <a:cubicBezTo>
                  <a:pt x="42" y="46"/>
                  <a:pt x="42" y="45"/>
                  <a:pt x="42" y="44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20"/>
                </a:cubicBezTo>
                <a:cubicBezTo>
                  <a:pt x="51" y="19"/>
                  <a:pt x="53" y="17"/>
                  <a:pt x="49" y="16"/>
                </a:cubicBez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8" y="2"/>
                </a:cubicBezTo>
                <a:cubicBezTo>
                  <a:pt x="27" y="1"/>
                  <a:pt x="27" y="0"/>
                  <a:pt x="26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0" name="Freeform 43"/>
          <p:cNvSpPr>
            <a:spLocks/>
          </p:cNvSpPr>
          <p:nvPr/>
        </p:nvSpPr>
        <p:spPr bwMode="auto">
          <a:xfrm>
            <a:off x="9955644" y="457352"/>
            <a:ext cx="100947" cy="85603"/>
          </a:xfrm>
          <a:custGeom>
            <a:avLst/>
            <a:gdLst>
              <a:gd name="T0" fmla="*/ 26 w 53"/>
              <a:gd name="T1" fmla="*/ 0 h 45"/>
              <a:gd name="T2" fmla="*/ 26 w 53"/>
              <a:gd name="T3" fmla="*/ 0 h 45"/>
              <a:gd name="T4" fmla="*/ 25 w 53"/>
              <a:gd name="T5" fmla="*/ 1 h 45"/>
              <a:gd name="T6" fmla="*/ 18 w 53"/>
              <a:gd name="T7" fmla="*/ 14 h 45"/>
              <a:gd name="T8" fmla="*/ 4 w 53"/>
              <a:gd name="T9" fmla="*/ 16 h 45"/>
              <a:gd name="T10" fmla="*/ 3 w 53"/>
              <a:gd name="T11" fmla="*/ 19 h 45"/>
              <a:gd name="T12" fmla="*/ 13 w 53"/>
              <a:gd name="T13" fmla="*/ 29 h 45"/>
              <a:gd name="T14" fmla="*/ 11 w 53"/>
              <a:gd name="T15" fmla="*/ 43 h 45"/>
              <a:gd name="T16" fmla="*/ 12 w 53"/>
              <a:gd name="T17" fmla="*/ 45 h 45"/>
              <a:gd name="T18" fmla="*/ 13 w 53"/>
              <a:gd name="T19" fmla="*/ 45 h 45"/>
              <a:gd name="T20" fmla="*/ 26 w 53"/>
              <a:gd name="T21" fmla="*/ 38 h 45"/>
              <a:gd name="T22" fmla="*/ 27 w 53"/>
              <a:gd name="T23" fmla="*/ 37 h 45"/>
              <a:gd name="T24" fmla="*/ 27 w 53"/>
              <a:gd name="T25" fmla="*/ 38 h 45"/>
              <a:gd name="T26" fmla="*/ 40 w 53"/>
              <a:gd name="T27" fmla="*/ 45 h 45"/>
              <a:gd name="T28" fmla="*/ 41 w 53"/>
              <a:gd name="T29" fmla="*/ 45 h 45"/>
              <a:gd name="T30" fmla="*/ 42 w 53"/>
              <a:gd name="T31" fmla="*/ 43 h 45"/>
              <a:gd name="T32" fmla="*/ 40 w 53"/>
              <a:gd name="T33" fmla="*/ 29 h 45"/>
              <a:gd name="T34" fmla="*/ 50 w 53"/>
              <a:gd name="T35" fmla="*/ 19 h 45"/>
              <a:gd name="T36" fmla="*/ 49 w 53"/>
              <a:gd name="T37" fmla="*/ 16 h 45"/>
              <a:gd name="T38" fmla="*/ 35 w 53"/>
              <a:gd name="T39" fmla="*/ 14 h 45"/>
              <a:gd name="T40" fmla="*/ 28 w 53"/>
              <a:gd name="T41" fmla="*/ 1 h 45"/>
              <a:gd name="T42" fmla="*/ 26 w 53"/>
              <a:gd name="T43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5"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5" y="0"/>
                  <a:pt x="25" y="1"/>
                </a:cubicBezTo>
                <a:cubicBezTo>
                  <a:pt x="24" y="3"/>
                  <a:pt x="20" y="10"/>
                  <a:pt x="18" y="14"/>
                </a:cubicBezTo>
                <a:cubicBezTo>
                  <a:pt x="18" y="14"/>
                  <a:pt x="7" y="15"/>
                  <a:pt x="4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4" y="20"/>
                  <a:pt x="13" y="29"/>
                  <a:pt x="13" y="29"/>
                </a:cubicBezTo>
                <a:cubicBezTo>
                  <a:pt x="13" y="29"/>
                  <a:pt x="11" y="41"/>
                  <a:pt x="11" y="43"/>
                </a:cubicBezTo>
                <a:cubicBezTo>
                  <a:pt x="11" y="45"/>
                  <a:pt x="11" y="45"/>
                  <a:pt x="12" y="45"/>
                </a:cubicBezTo>
                <a:cubicBezTo>
                  <a:pt x="12" y="45"/>
                  <a:pt x="13" y="45"/>
                  <a:pt x="13" y="45"/>
                </a:cubicBezTo>
                <a:cubicBezTo>
                  <a:pt x="15" y="44"/>
                  <a:pt x="26" y="38"/>
                  <a:pt x="26" y="38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9" y="44"/>
                  <a:pt x="40" y="45"/>
                </a:cubicBezTo>
                <a:cubicBezTo>
                  <a:pt x="40" y="45"/>
                  <a:pt x="41" y="45"/>
                  <a:pt x="41" y="45"/>
                </a:cubicBezTo>
                <a:cubicBezTo>
                  <a:pt x="42" y="45"/>
                  <a:pt x="43" y="45"/>
                  <a:pt x="42" y="43"/>
                </a:cubicBezTo>
                <a:cubicBezTo>
                  <a:pt x="42" y="41"/>
                  <a:pt x="40" y="29"/>
                  <a:pt x="40" y="29"/>
                </a:cubicBezTo>
                <a:cubicBezTo>
                  <a:pt x="40" y="29"/>
                  <a:pt x="49" y="20"/>
                  <a:pt x="50" y="19"/>
                </a:cubicBezTo>
                <a:cubicBezTo>
                  <a:pt x="51" y="18"/>
                  <a:pt x="53" y="16"/>
                  <a:pt x="49" y="16"/>
                </a:cubicBezTo>
                <a:cubicBezTo>
                  <a:pt x="46" y="15"/>
                  <a:pt x="35" y="14"/>
                  <a:pt x="35" y="14"/>
                </a:cubicBezTo>
                <a:cubicBezTo>
                  <a:pt x="35" y="14"/>
                  <a:pt x="29" y="3"/>
                  <a:pt x="28" y="1"/>
                </a:cubicBezTo>
                <a:cubicBezTo>
                  <a:pt x="27" y="1"/>
                  <a:pt x="27" y="0"/>
                  <a:pt x="26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2" name="Freeform 44"/>
          <p:cNvSpPr>
            <a:spLocks/>
          </p:cNvSpPr>
          <p:nvPr/>
        </p:nvSpPr>
        <p:spPr bwMode="auto">
          <a:xfrm>
            <a:off x="10563656" y="2680604"/>
            <a:ext cx="100947" cy="88026"/>
          </a:xfrm>
          <a:custGeom>
            <a:avLst/>
            <a:gdLst>
              <a:gd name="T0" fmla="*/ 27 w 53"/>
              <a:gd name="T1" fmla="*/ 0 h 46"/>
              <a:gd name="T2" fmla="*/ 26 w 53"/>
              <a:gd name="T3" fmla="*/ 0 h 46"/>
              <a:gd name="T4" fmla="*/ 25 w 53"/>
              <a:gd name="T5" fmla="*/ 2 h 46"/>
              <a:gd name="T6" fmla="*/ 18 w 53"/>
              <a:gd name="T7" fmla="*/ 15 h 46"/>
              <a:gd name="T8" fmla="*/ 4 w 53"/>
              <a:gd name="T9" fmla="*/ 17 h 46"/>
              <a:gd name="T10" fmla="*/ 3 w 53"/>
              <a:gd name="T11" fmla="*/ 20 h 46"/>
              <a:gd name="T12" fmla="*/ 13 w 53"/>
              <a:gd name="T13" fmla="*/ 29 h 46"/>
              <a:gd name="T14" fmla="*/ 11 w 53"/>
              <a:gd name="T15" fmla="*/ 44 h 46"/>
              <a:gd name="T16" fmla="*/ 12 w 53"/>
              <a:gd name="T17" fmla="*/ 46 h 46"/>
              <a:gd name="T18" fmla="*/ 13 w 53"/>
              <a:gd name="T19" fmla="*/ 46 h 46"/>
              <a:gd name="T20" fmla="*/ 26 w 53"/>
              <a:gd name="T21" fmla="*/ 39 h 46"/>
              <a:gd name="T22" fmla="*/ 27 w 53"/>
              <a:gd name="T23" fmla="*/ 38 h 46"/>
              <a:gd name="T24" fmla="*/ 27 w 53"/>
              <a:gd name="T25" fmla="*/ 39 h 46"/>
              <a:gd name="T26" fmla="*/ 40 w 53"/>
              <a:gd name="T27" fmla="*/ 46 h 46"/>
              <a:gd name="T28" fmla="*/ 41 w 53"/>
              <a:gd name="T29" fmla="*/ 46 h 46"/>
              <a:gd name="T30" fmla="*/ 42 w 53"/>
              <a:gd name="T31" fmla="*/ 44 h 46"/>
              <a:gd name="T32" fmla="*/ 40 w 53"/>
              <a:gd name="T33" fmla="*/ 29 h 46"/>
              <a:gd name="T34" fmla="*/ 50 w 53"/>
              <a:gd name="T35" fmla="*/ 20 h 46"/>
              <a:gd name="T36" fmla="*/ 49 w 53"/>
              <a:gd name="T37" fmla="*/ 17 h 46"/>
              <a:gd name="T38" fmla="*/ 35 w 53"/>
              <a:gd name="T39" fmla="*/ 15 h 46"/>
              <a:gd name="T40" fmla="*/ 28 w 53"/>
              <a:gd name="T41" fmla="*/ 2 h 46"/>
              <a:gd name="T42" fmla="*/ 27 w 53"/>
              <a:gd name="T43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6">
                <a:moveTo>
                  <a:pt x="27" y="0"/>
                </a:moveTo>
                <a:cubicBezTo>
                  <a:pt x="27" y="0"/>
                  <a:pt x="26" y="0"/>
                  <a:pt x="26" y="0"/>
                </a:cubicBezTo>
                <a:cubicBezTo>
                  <a:pt x="26" y="0"/>
                  <a:pt x="26" y="1"/>
                  <a:pt x="25" y="2"/>
                </a:cubicBezTo>
                <a:cubicBezTo>
                  <a:pt x="24" y="4"/>
                  <a:pt x="20" y="11"/>
                  <a:pt x="18" y="15"/>
                </a:cubicBezTo>
                <a:cubicBezTo>
                  <a:pt x="18" y="15"/>
                  <a:pt x="7" y="16"/>
                  <a:pt x="4" y="17"/>
                </a:cubicBezTo>
                <a:cubicBezTo>
                  <a:pt x="0" y="17"/>
                  <a:pt x="2" y="19"/>
                  <a:pt x="3" y="20"/>
                </a:cubicBezTo>
                <a:cubicBezTo>
                  <a:pt x="5" y="21"/>
                  <a:pt x="13" y="29"/>
                  <a:pt x="13" y="29"/>
                </a:cubicBezTo>
                <a:cubicBezTo>
                  <a:pt x="13" y="29"/>
                  <a:pt x="11" y="42"/>
                  <a:pt x="11" y="44"/>
                </a:cubicBezTo>
                <a:cubicBezTo>
                  <a:pt x="11" y="45"/>
                  <a:pt x="11" y="46"/>
                  <a:pt x="12" y="46"/>
                </a:cubicBezTo>
                <a:cubicBezTo>
                  <a:pt x="12" y="46"/>
                  <a:pt x="13" y="46"/>
                  <a:pt x="13" y="46"/>
                </a:cubicBezTo>
                <a:cubicBezTo>
                  <a:pt x="15" y="45"/>
                  <a:pt x="26" y="39"/>
                  <a:pt x="26" y="39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39" y="45"/>
                  <a:pt x="40" y="46"/>
                </a:cubicBezTo>
                <a:cubicBezTo>
                  <a:pt x="41" y="46"/>
                  <a:pt x="41" y="46"/>
                  <a:pt x="41" y="46"/>
                </a:cubicBezTo>
                <a:cubicBezTo>
                  <a:pt x="42" y="46"/>
                  <a:pt x="43" y="45"/>
                  <a:pt x="42" y="44"/>
                </a:cubicBezTo>
                <a:cubicBezTo>
                  <a:pt x="42" y="42"/>
                  <a:pt x="40" y="29"/>
                  <a:pt x="40" y="29"/>
                </a:cubicBezTo>
                <a:cubicBezTo>
                  <a:pt x="40" y="29"/>
                  <a:pt x="49" y="21"/>
                  <a:pt x="50" y="20"/>
                </a:cubicBezTo>
                <a:cubicBezTo>
                  <a:pt x="51" y="19"/>
                  <a:pt x="53" y="17"/>
                  <a:pt x="49" y="17"/>
                </a:cubicBezTo>
                <a:cubicBezTo>
                  <a:pt x="46" y="16"/>
                  <a:pt x="35" y="15"/>
                  <a:pt x="35" y="15"/>
                </a:cubicBezTo>
                <a:cubicBezTo>
                  <a:pt x="35" y="15"/>
                  <a:pt x="29" y="4"/>
                  <a:pt x="28" y="2"/>
                </a:cubicBezTo>
                <a:cubicBezTo>
                  <a:pt x="28" y="1"/>
                  <a:pt x="27" y="0"/>
                  <a:pt x="27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3" name="Freeform 45"/>
          <p:cNvSpPr>
            <a:spLocks/>
          </p:cNvSpPr>
          <p:nvPr/>
        </p:nvSpPr>
        <p:spPr bwMode="auto">
          <a:xfrm>
            <a:off x="8169706" y="2766329"/>
            <a:ext cx="100947" cy="88026"/>
          </a:xfrm>
          <a:custGeom>
            <a:avLst/>
            <a:gdLst>
              <a:gd name="T0" fmla="*/ 26 w 53"/>
              <a:gd name="T1" fmla="*/ 0 h 46"/>
              <a:gd name="T2" fmla="*/ 26 w 53"/>
              <a:gd name="T3" fmla="*/ 0 h 46"/>
              <a:gd name="T4" fmla="*/ 25 w 53"/>
              <a:gd name="T5" fmla="*/ 2 h 46"/>
              <a:gd name="T6" fmla="*/ 18 w 53"/>
              <a:gd name="T7" fmla="*/ 14 h 46"/>
              <a:gd name="T8" fmla="*/ 4 w 53"/>
              <a:gd name="T9" fmla="*/ 16 h 46"/>
              <a:gd name="T10" fmla="*/ 3 w 53"/>
              <a:gd name="T11" fmla="*/ 20 h 46"/>
              <a:gd name="T12" fmla="*/ 13 w 53"/>
              <a:gd name="T13" fmla="*/ 29 h 46"/>
              <a:gd name="T14" fmla="*/ 11 w 53"/>
              <a:gd name="T15" fmla="*/ 44 h 46"/>
              <a:gd name="T16" fmla="*/ 12 w 53"/>
              <a:gd name="T17" fmla="*/ 46 h 46"/>
              <a:gd name="T18" fmla="*/ 13 w 53"/>
              <a:gd name="T19" fmla="*/ 46 h 46"/>
              <a:gd name="T20" fmla="*/ 26 w 53"/>
              <a:gd name="T21" fmla="*/ 38 h 46"/>
              <a:gd name="T22" fmla="*/ 26 w 53"/>
              <a:gd name="T23" fmla="*/ 38 h 46"/>
              <a:gd name="T24" fmla="*/ 27 w 53"/>
              <a:gd name="T25" fmla="*/ 38 h 46"/>
              <a:gd name="T26" fmla="*/ 40 w 53"/>
              <a:gd name="T27" fmla="*/ 46 h 46"/>
              <a:gd name="T28" fmla="*/ 41 w 53"/>
              <a:gd name="T29" fmla="*/ 46 h 46"/>
              <a:gd name="T30" fmla="*/ 42 w 53"/>
              <a:gd name="T31" fmla="*/ 44 h 46"/>
              <a:gd name="T32" fmla="*/ 40 w 53"/>
              <a:gd name="T33" fmla="*/ 29 h 46"/>
              <a:gd name="T34" fmla="*/ 50 w 53"/>
              <a:gd name="T35" fmla="*/ 20 h 46"/>
              <a:gd name="T36" fmla="*/ 49 w 53"/>
              <a:gd name="T37" fmla="*/ 16 h 46"/>
              <a:gd name="T38" fmla="*/ 35 w 53"/>
              <a:gd name="T39" fmla="*/ 14 h 46"/>
              <a:gd name="T40" fmla="*/ 28 w 53"/>
              <a:gd name="T41" fmla="*/ 2 h 46"/>
              <a:gd name="T42" fmla="*/ 26 w 53"/>
              <a:gd name="T43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6"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5" y="1"/>
                  <a:pt x="25" y="2"/>
                </a:cubicBezTo>
                <a:cubicBezTo>
                  <a:pt x="24" y="4"/>
                  <a:pt x="20" y="11"/>
                  <a:pt x="18" y="14"/>
                </a:cubicBezTo>
                <a:cubicBezTo>
                  <a:pt x="18" y="14"/>
                  <a:pt x="7" y="16"/>
                  <a:pt x="4" y="16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2"/>
                  <a:pt x="11" y="44"/>
                </a:cubicBezTo>
                <a:cubicBezTo>
                  <a:pt x="10" y="45"/>
                  <a:pt x="11" y="46"/>
                  <a:pt x="12" y="46"/>
                </a:cubicBezTo>
                <a:cubicBezTo>
                  <a:pt x="12" y="46"/>
                  <a:pt x="13" y="46"/>
                  <a:pt x="13" y="46"/>
                </a:cubicBezTo>
                <a:cubicBezTo>
                  <a:pt x="14" y="45"/>
                  <a:pt x="26" y="38"/>
                  <a:pt x="26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40" y="46"/>
                </a:cubicBezTo>
                <a:cubicBezTo>
                  <a:pt x="40" y="46"/>
                  <a:pt x="41" y="46"/>
                  <a:pt x="41" y="46"/>
                </a:cubicBezTo>
                <a:cubicBezTo>
                  <a:pt x="42" y="46"/>
                  <a:pt x="42" y="45"/>
                  <a:pt x="42" y="44"/>
                </a:cubicBezTo>
                <a:cubicBezTo>
                  <a:pt x="42" y="42"/>
                  <a:pt x="40" y="29"/>
                  <a:pt x="40" y="29"/>
                </a:cubicBezTo>
                <a:cubicBezTo>
                  <a:pt x="40" y="29"/>
                  <a:pt x="48" y="21"/>
                  <a:pt x="50" y="20"/>
                </a:cubicBezTo>
                <a:cubicBezTo>
                  <a:pt x="51" y="19"/>
                  <a:pt x="53" y="17"/>
                  <a:pt x="49" y="16"/>
                </a:cubicBezTo>
                <a:cubicBezTo>
                  <a:pt x="46" y="16"/>
                  <a:pt x="35" y="14"/>
                  <a:pt x="35" y="14"/>
                </a:cubicBezTo>
                <a:cubicBezTo>
                  <a:pt x="35" y="14"/>
                  <a:pt x="28" y="3"/>
                  <a:pt x="28" y="2"/>
                </a:cubicBezTo>
                <a:cubicBezTo>
                  <a:pt x="27" y="1"/>
                  <a:pt x="27" y="0"/>
                  <a:pt x="26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4" name="Freeform 46"/>
          <p:cNvSpPr>
            <a:spLocks/>
          </p:cNvSpPr>
          <p:nvPr/>
        </p:nvSpPr>
        <p:spPr bwMode="auto">
          <a:xfrm>
            <a:off x="11554256" y="237442"/>
            <a:ext cx="100947" cy="88026"/>
          </a:xfrm>
          <a:custGeom>
            <a:avLst/>
            <a:gdLst>
              <a:gd name="T0" fmla="*/ 49 w 53"/>
              <a:gd name="T1" fmla="*/ 16 h 46"/>
              <a:gd name="T2" fmla="*/ 34 w 53"/>
              <a:gd name="T3" fmla="*/ 15 h 46"/>
              <a:gd name="T4" fmla="*/ 28 w 53"/>
              <a:gd name="T5" fmla="*/ 2 h 46"/>
              <a:gd name="T6" fmla="*/ 26 w 53"/>
              <a:gd name="T7" fmla="*/ 0 h 46"/>
              <a:gd name="T8" fmla="*/ 25 w 53"/>
              <a:gd name="T9" fmla="*/ 2 h 46"/>
              <a:gd name="T10" fmla="*/ 18 w 53"/>
              <a:gd name="T11" fmla="*/ 14 h 46"/>
              <a:gd name="T12" fmla="*/ 4 w 53"/>
              <a:gd name="T13" fmla="*/ 16 h 46"/>
              <a:gd name="T14" fmla="*/ 3 w 53"/>
              <a:gd name="T15" fmla="*/ 19 h 46"/>
              <a:gd name="T16" fmla="*/ 13 w 53"/>
              <a:gd name="T17" fmla="*/ 29 h 46"/>
              <a:gd name="T18" fmla="*/ 11 w 53"/>
              <a:gd name="T19" fmla="*/ 43 h 46"/>
              <a:gd name="T20" fmla="*/ 13 w 53"/>
              <a:gd name="T21" fmla="*/ 45 h 46"/>
              <a:gd name="T22" fmla="*/ 26 w 53"/>
              <a:gd name="T23" fmla="*/ 38 h 46"/>
              <a:gd name="T24" fmla="*/ 27 w 53"/>
              <a:gd name="T25" fmla="*/ 38 h 46"/>
              <a:gd name="T26" fmla="*/ 27 w 53"/>
              <a:gd name="T27" fmla="*/ 38 h 46"/>
              <a:gd name="T28" fmla="*/ 40 w 53"/>
              <a:gd name="T29" fmla="*/ 45 h 46"/>
              <a:gd name="T30" fmla="*/ 42 w 53"/>
              <a:gd name="T31" fmla="*/ 43 h 46"/>
              <a:gd name="T32" fmla="*/ 40 w 53"/>
              <a:gd name="T33" fmla="*/ 29 h 46"/>
              <a:gd name="T34" fmla="*/ 50 w 53"/>
              <a:gd name="T35" fmla="*/ 19 h 46"/>
              <a:gd name="T36" fmla="*/ 49 w 53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3" h="46">
                <a:moveTo>
                  <a:pt x="49" y="16"/>
                </a:moveTo>
                <a:cubicBezTo>
                  <a:pt x="46" y="16"/>
                  <a:pt x="34" y="15"/>
                  <a:pt x="34" y="15"/>
                </a:cubicBezTo>
                <a:cubicBezTo>
                  <a:pt x="34" y="15"/>
                  <a:pt x="29" y="3"/>
                  <a:pt x="28" y="2"/>
                </a:cubicBezTo>
                <a:cubicBezTo>
                  <a:pt x="28" y="1"/>
                  <a:pt x="27" y="0"/>
                  <a:pt x="26" y="0"/>
                </a:cubicBezTo>
                <a:cubicBezTo>
                  <a:pt x="26" y="0"/>
                  <a:pt x="25" y="1"/>
                  <a:pt x="25" y="2"/>
                </a:cubicBezTo>
                <a:cubicBezTo>
                  <a:pt x="24" y="4"/>
                  <a:pt x="20" y="11"/>
                  <a:pt x="18" y="14"/>
                </a:cubicBezTo>
                <a:cubicBezTo>
                  <a:pt x="18" y="14"/>
                  <a:pt x="7" y="16"/>
                  <a:pt x="4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5" y="20"/>
                  <a:pt x="13" y="29"/>
                  <a:pt x="13" y="29"/>
                </a:cubicBezTo>
                <a:cubicBezTo>
                  <a:pt x="13" y="29"/>
                  <a:pt x="11" y="41"/>
                  <a:pt x="11" y="43"/>
                </a:cubicBezTo>
                <a:cubicBezTo>
                  <a:pt x="10" y="46"/>
                  <a:pt x="12" y="46"/>
                  <a:pt x="13" y="45"/>
                </a:cubicBezTo>
                <a:cubicBezTo>
                  <a:pt x="15" y="45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9" y="45"/>
                  <a:pt x="40" y="45"/>
                </a:cubicBezTo>
                <a:cubicBezTo>
                  <a:pt x="42" y="46"/>
                  <a:pt x="43" y="46"/>
                  <a:pt x="42" y="43"/>
                </a:cubicBezTo>
                <a:cubicBezTo>
                  <a:pt x="42" y="41"/>
                  <a:pt x="40" y="29"/>
                  <a:pt x="40" y="29"/>
                </a:cubicBezTo>
                <a:cubicBezTo>
                  <a:pt x="40" y="29"/>
                  <a:pt x="49" y="20"/>
                  <a:pt x="50" y="19"/>
                </a:cubicBezTo>
                <a:cubicBezTo>
                  <a:pt x="51" y="18"/>
                  <a:pt x="53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5" name="Freeform 47"/>
          <p:cNvSpPr>
            <a:spLocks/>
          </p:cNvSpPr>
          <p:nvPr/>
        </p:nvSpPr>
        <p:spPr bwMode="auto">
          <a:xfrm>
            <a:off x="12349595" y="1688417"/>
            <a:ext cx="99332" cy="88026"/>
          </a:xfrm>
          <a:custGeom>
            <a:avLst/>
            <a:gdLst>
              <a:gd name="T0" fmla="*/ 49 w 52"/>
              <a:gd name="T1" fmla="*/ 16 h 46"/>
              <a:gd name="T2" fmla="*/ 34 w 52"/>
              <a:gd name="T3" fmla="*/ 14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4 h 46"/>
              <a:gd name="T12" fmla="*/ 3 w 52"/>
              <a:gd name="T13" fmla="*/ 16 h 46"/>
              <a:gd name="T14" fmla="*/ 3 w 52"/>
              <a:gd name="T15" fmla="*/ 19 h 46"/>
              <a:gd name="T16" fmla="*/ 13 w 52"/>
              <a:gd name="T17" fmla="*/ 29 h 46"/>
              <a:gd name="T18" fmla="*/ 10 w 52"/>
              <a:gd name="T19" fmla="*/ 43 h 46"/>
              <a:gd name="T20" fmla="*/ 12 w 52"/>
              <a:gd name="T21" fmla="*/ 45 h 46"/>
              <a:gd name="T22" fmla="*/ 25 w 52"/>
              <a:gd name="T23" fmla="*/ 38 h 46"/>
              <a:gd name="T24" fmla="*/ 26 w 52"/>
              <a:gd name="T25" fmla="*/ 38 h 46"/>
              <a:gd name="T26" fmla="*/ 27 w 52"/>
              <a:gd name="T27" fmla="*/ 38 h 46"/>
              <a:gd name="T28" fmla="*/ 39 w 52"/>
              <a:gd name="T29" fmla="*/ 45 h 46"/>
              <a:gd name="T30" fmla="*/ 42 w 52"/>
              <a:gd name="T31" fmla="*/ 43 h 46"/>
              <a:gd name="T32" fmla="*/ 39 w 52"/>
              <a:gd name="T33" fmla="*/ 29 h 46"/>
              <a:gd name="T34" fmla="*/ 49 w 52"/>
              <a:gd name="T35" fmla="*/ 19 h 46"/>
              <a:gd name="T36" fmla="*/ 49 w 52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6"/>
                </a:move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7" y="2"/>
                </a:cubicBezTo>
                <a:cubicBezTo>
                  <a:pt x="27" y="1"/>
                  <a:pt x="26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6"/>
                  <a:pt x="1" y="18"/>
                  <a:pt x="3" y="19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0" y="43"/>
                </a:cubicBezTo>
                <a:cubicBezTo>
                  <a:pt x="10" y="46"/>
                  <a:pt x="11" y="46"/>
                  <a:pt x="12" y="45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39" y="45"/>
                </a:cubicBezTo>
                <a:cubicBezTo>
                  <a:pt x="41" y="46"/>
                  <a:pt x="42" y="46"/>
                  <a:pt x="42" y="43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19"/>
                </a:cubicBezTo>
                <a:cubicBezTo>
                  <a:pt x="50" y="18"/>
                  <a:pt x="52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6" name="Freeform 48"/>
          <p:cNvSpPr>
            <a:spLocks/>
          </p:cNvSpPr>
          <p:nvPr/>
        </p:nvSpPr>
        <p:spPr bwMode="auto">
          <a:xfrm>
            <a:off x="6656820" y="83454"/>
            <a:ext cx="99332" cy="88026"/>
          </a:xfrm>
          <a:custGeom>
            <a:avLst/>
            <a:gdLst>
              <a:gd name="T0" fmla="*/ 49 w 52"/>
              <a:gd name="T1" fmla="*/ 16 h 46"/>
              <a:gd name="T2" fmla="*/ 34 w 52"/>
              <a:gd name="T3" fmla="*/ 14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4 h 46"/>
              <a:gd name="T12" fmla="*/ 3 w 52"/>
              <a:gd name="T13" fmla="*/ 16 h 46"/>
              <a:gd name="T14" fmla="*/ 3 w 52"/>
              <a:gd name="T15" fmla="*/ 19 h 46"/>
              <a:gd name="T16" fmla="*/ 13 w 52"/>
              <a:gd name="T17" fmla="*/ 29 h 46"/>
              <a:gd name="T18" fmla="*/ 10 w 52"/>
              <a:gd name="T19" fmla="*/ 43 h 46"/>
              <a:gd name="T20" fmla="*/ 13 w 52"/>
              <a:gd name="T21" fmla="*/ 45 h 46"/>
              <a:gd name="T22" fmla="*/ 25 w 52"/>
              <a:gd name="T23" fmla="*/ 38 h 46"/>
              <a:gd name="T24" fmla="*/ 26 w 52"/>
              <a:gd name="T25" fmla="*/ 38 h 46"/>
              <a:gd name="T26" fmla="*/ 27 w 52"/>
              <a:gd name="T27" fmla="*/ 38 h 46"/>
              <a:gd name="T28" fmla="*/ 39 w 52"/>
              <a:gd name="T29" fmla="*/ 45 h 46"/>
              <a:gd name="T30" fmla="*/ 42 w 52"/>
              <a:gd name="T31" fmla="*/ 43 h 46"/>
              <a:gd name="T32" fmla="*/ 39 w 52"/>
              <a:gd name="T33" fmla="*/ 29 h 46"/>
              <a:gd name="T34" fmla="*/ 49 w 52"/>
              <a:gd name="T35" fmla="*/ 19 h 46"/>
              <a:gd name="T36" fmla="*/ 49 w 52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6"/>
                </a:move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7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0" y="43"/>
                </a:cubicBezTo>
                <a:cubicBezTo>
                  <a:pt x="10" y="46"/>
                  <a:pt x="11" y="46"/>
                  <a:pt x="13" y="45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39" y="45"/>
                </a:cubicBezTo>
                <a:cubicBezTo>
                  <a:pt x="41" y="46"/>
                  <a:pt x="42" y="46"/>
                  <a:pt x="42" y="43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19"/>
                </a:cubicBezTo>
                <a:cubicBezTo>
                  <a:pt x="50" y="18"/>
                  <a:pt x="52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7" name="Freeform 49"/>
          <p:cNvSpPr>
            <a:spLocks/>
          </p:cNvSpPr>
          <p:nvPr/>
        </p:nvSpPr>
        <p:spPr bwMode="auto">
          <a:xfrm>
            <a:off x="6574269" y="1883679"/>
            <a:ext cx="100947" cy="88026"/>
          </a:xfrm>
          <a:custGeom>
            <a:avLst/>
            <a:gdLst>
              <a:gd name="T0" fmla="*/ 49 w 53"/>
              <a:gd name="T1" fmla="*/ 16 h 46"/>
              <a:gd name="T2" fmla="*/ 34 w 53"/>
              <a:gd name="T3" fmla="*/ 15 h 46"/>
              <a:gd name="T4" fmla="*/ 28 w 53"/>
              <a:gd name="T5" fmla="*/ 2 h 46"/>
              <a:gd name="T6" fmla="*/ 26 w 53"/>
              <a:gd name="T7" fmla="*/ 0 h 46"/>
              <a:gd name="T8" fmla="*/ 25 w 53"/>
              <a:gd name="T9" fmla="*/ 2 h 46"/>
              <a:gd name="T10" fmla="*/ 18 w 53"/>
              <a:gd name="T11" fmla="*/ 15 h 46"/>
              <a:gd name="T12" fmla="*/ 3 w 53"/>
              <a:gd name="T13" fmla="*/ 16 h 46"/>
              <a:gd name="T14" fmla="*/ 3 w 53"/>
              <a:gd name="T15" fmla="*/ 20 h 46"/>
              <a:gd name="T16" fmla="*/ 13 w 53"/>
              <a:gd name="T17" fmla="*/ 29 h 46"/>
              <a:gd name="T18" fmla="*/ 11 w 53"/>
              <a:gd name="T19" fmla="*/ 44 h 46"/>
              <a:gd name="T20" fmla="*/ 13 w 53"/>
              <a:gd name="T21" fmla="*/ 46 h 46"/>
              <a:gd name="T22" fmla="*/ 26 w 53"/>
              <a:gd name="T23" fmla="*/ 38 h 46"/>
              <a:gd name="T24" fmla="*/ 26 w 53"/>
              <a:gd name="T25" fmla="*/ 38 h 46"/>
              <a:gd name="T26" fmla="*/ 27 w 53"/>
              <a:gd name="T27" fmla="*/ 38 h 46"/>
              <a:gd name="T28" fmla="*/ 40 w 53"/>
              <a:gd name="T29" fmla="*/ 46 h 46"/>
              <a:gd name="T30" fmla="*/ 42 w 53"/>
              <a:gd name="T31" fmla="*/ 44 h 46"/>
              <a:gd name="T32" fmla="*/ 40 w 53"/>
              <a:gd name="T33" fmla="*/ 29 h 46"/>
              <a:gd name="T34" fmla="*/ 50 w 53"/>
              <a:gd name="T35" fmla="*/ 20 h 46"/>
              <a:gd name="T36" fmla="*/ 49 w 53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3" h="46">
                <a:moveTo>
                  <a:pt x="49" y="16"/>
                </a:moveTo>
                <a:cubicBezTo>
                  <a:pt x="45" y="16"/>
                  <a:pt x="34" y="15"/>
                  <a:pt x="34" y="15"/>
                </a:cubicBezTo>
                <a:cubicBezTo>
                  <a:pt x="34" y="15"/>
                  <a:pt x="28" y="3"/>
                  <a:pt x="28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4" y="4"/>
                  <a:pt x="20" y="11"/>
                  <a:pt x="18" y="15"/>
                </a:cubicBezTo>
                <a:cubicBezTo>
                  <a:pt x="18" y="15"/>
                  <a:pt x="7" y="16"/>
                  <a:pt x="3" y="16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2"/>
                  <a:pt x="11" y="44"/>
                </a:cubicBezTo>
                <a:cubicBezTo>
                  <a:pt x="10" y="46"/>
                  <a:pt x="11" y="46"/>
                  <a:pt x="13" y="46"/>
                </a:cubicBezTo>
                <a:cubicBezTo>
                  <a:pt x="14" y="45"/>
                  <a:pt x="26" y="38"/>
                  <a:pt x="26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40" y="46"/>
                </a:cubicBezTo>
                <a:cubicBezTo>
                  <a:pt x="41" y="46"/>
                  <a:pt x="42" y="46"/>
                  <a:pt x="42" y="44"/>
                </a:cubicBezTo>
                <a:cubicBezTo>
                  <a:pt x="41" y="42"/>
                  <a:pt x="40" y="29"/>
                  <a:pt x="40" y="29"/>
                </a:cubicBezTo>
                <a:cubicBezTo>
                  <a:pt x="40" y="29"/>
                  <a:pt x="48" y="21"/>
                  <a:pt x="50" y="20"/>
                </a:cubicBezTo>
                <a:cubicBezTo>
                  <a:pt x="51" y="19"/>
                  <a:pt x="53" y="17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8" name="Freeform 50"/>
          <p:cNvSpPr>
            <a:spLocks/>
          </p:cNvSpPr>
          <p:nvPr/>
        </p:nvSpPr>
        <p:spPr bwMode="auto">
          <a:xfrm>
            <a:off x="11366932" y="1763361"/>
            <a:ext cx="79950" cy="68644"/>
          </a:xfrm>
          <a:custGeom>
            <a:avLst/>
            <a:gdLst>
              <a:gd name="T0" fmla="*/ 39 w 42"/>
              <a:gd name="T1" fmla="*/ 12 h 36"/>
              <a:gd name="T2" fmla="*/ 28 w 42"/>
              <a:gd name="T3" fmla="*/ 11 h 36"/>
              <a:gd name="T4" fmla="*/ 22 w 42"/>
              <a:gd name="T5" fmla="*/ 1 h 36"/>
              <a:gd name="T6" fmla="*/ 21 w 42"/>
              <a:gd name="T7" fmla="*/ 0 h 36"/>
              <a:gd name="T8" fmla="*/ 20 w 42"/>
              <a:gd name="T9" fmla="*/ 1 h 36"/>
              <a:gd name="T10" fmla="*/ 15 w 42"/>
              <a:gd name="T11" fmla="*/ 11 h 36"/>
              <a:gd name="T12" fmla="*/ 3 w 42"/>
              <a:gd name="T13" fmla="*/ 12 h 36"/>
              <a:gd name="T14" fmla="*/ 3 w 42"/>
              <a:gd name="T15" fmla="*/ 15 h 36"/>
              <a:gd name="T16" fmla="*/ 11 w 42"/>
              <a:gd name="T17" fmla="*/ 23 h 36"/>
              <a:gd name="T18" fmla="*/ 9 w 42"/>
              <a:gd name="T19" fmla="*/ 34 h 36"/>
              <a:gd name="T20" fmla="*/ 11 w 42"/>
              <a:gd name="T21" fmla="*/ 36 h 36"/>
              <a:gd name="T22" fmla="*/ 21 w 42"/>
              <a:gd name="T23" fmla="*/ 30 h 36"/>
              <a:gd name="T24" fmla="*/ 21 w 42"/>
              <a:gd name="T25" fmla="*/ 30 h 36"/>
              <a:gd name="T26" fmla="*/ 22 w 42"/>
              <a:gd name="T27" fmla="*/ 30 h 36"/>
              <a:gd name="T28" fmla="*/ 32 w 42"/>
              <a:gd name="T29" fmla="*/ 36 h 36"/>
              <a:gd name="T30" fmla="*/ 34 w 42"/>
              <a:gd name="T31" fmla="*/ 34 h 36"/>
              <a:gd name="T32" fmla="*/ 32 w 42"/>
              <a:gd name="T33" fmla="*/ 23 h 36"/>
              <a:gd name="T34" fmla="*/ 40 w 42"/>
              <a:gd name="T35" fmla="*/ 15 h 36"/>
              <a:gd name="T36" fmla="*/ 39 w 42"/>
              <a:gd name="T3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2" h="36">
                <a:moveTo>
                  <a:pt x="39" y="12"/>
                </a:moveTo>
                <a:cubicBezTo>
                  <a:pt x="36" y="12"/>
                  <a:pt x="28" y="11"/>
                  <a:pt x="28" y="11"/>
                </a:cubicBezTo>
                <a:cubicBezTo>
                  <a:pt x="28" y="11"/>
                  <a:pt x="23" y="2"/>
                  <a:pt x="22" y="1"/>
                </a:cubicBezTo>
                <a:cubicBezTo>
                  <a:pt x="22" y="1"/>
                  <a:pt x="22" y="0"/>
                  <a:pt x="21" y="0"/>
                </a:cubicBezTo>
                <a:cubicBezTo>
                  <a:pt x="21" y="0"/>
                  <a:pt x="20" y="0"/>
                  <a:pt x="20" y="1"/>
                </a:cubicBezTo>
                <a:cubicBezTo>
                  <a:pt x="19" y="3"/>
                  <a:pt x="16" y="8"/>
                  <a:pt x="15" y="11"/>
                </a:cubicBezTo>
                <a:cubicBezTo>
                  <a:pt x="15" y="11"/>
                  <a:pt x="6" y="12"/>
                  <a:pt x="3" y="12"/>
                </a:cubicBezTo>
                <a:cubicBezTo>
                  <a:pt x="0" y="13"/>
                  <a:pt x="2" y="14"/>
                  <a:pt x="3" y="15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2"/>
                  <a:pt x="9" y="34"/>
                </a:cubicBezTo>
                <a:cubicBezTo>
                  <a:pt x="8" y="36"/>
                  <a:pt x="9" y="36"/>
                  <a:pt x="11" y="36"/>
                </a:cubicBezTo>
                <a:cubicBezTo>
                  <a:pt x="12" y="35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1" y="35"/>
                  <a:pt x="32" y="36"/>
                </a:cubicBezTo>
                <a:cubicBezTo>
                  <a:pt x="33" y="36"/>
                  <a:pt x="34" y="36"/>
                  <a:pt x="34" y="34"/>
                </a:cubicBezTo>
                <a:cubicBezTo>
                  <a:pt x="33" y="32"/>
                  <a:pt x="32" y="23"/>
                  <a:pt x="32" y="23"/>
                </a:cubicBezTo>
                <a:cubicBezTo>
                  <a:pt x="32" y="23"/>
                  <a:pt x="39" y="16"/>
                  <a:pt x="40" y="15"/>
                </a:cubicBezTo>
                <a:cubicBezTo>
                  <a:pt x="40" y="14"/>
                  <a:pt x="42" y="13"/>
                  <a:pt x="39" y="12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9" name="Freeform 51"/>
          <p:cNvSpPr>
            <a:spLocks/>
          </p:cNvSpPr>
          <p:nvPr/>
        </p:nvSpPr>
        <p:spPr bwMode="auto">
          <a:xfrm>
            <a:off x="9977869" y="1831624"/>
            <a:ext cx="78335" cy="68644"/>
          </a:xfrm>
          <a:custGeom>
            <a:avLst/>
            <a:gdLst>
              <a:gd name="T0" fmla="*/ 39 w 41"/>
              <a:gd name="T1" fmla="*/ 13 h 36"/>
              <a:gd name="T2" fmla="*/ 27 w 41"/>
              <a:gd name="T3" fmla="*/ 11 h 36"/>
              <a:gd name="T4" fmla="*/ 22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3 w 41"/>
              <a:gd name="T13" fmla="*/ 13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6 h 36"/>
              <a:gd name="T22" fmla="*/ 20 w 41"/>
              <a:gd name="T23" fmla="*/ 30 h 36"/>
              <a:gd name="T24" fmla="*/ 21 w 41"/>
              <a:gd name="T25" fmla="*/ 30 h 36"/>
              <a:gd name="T26" fmla="*/ 21 w 41"/>
              <a:gd name="T27" fmla="*/ 30 h 36"/>
              <a:gd name="T28" fmla="*/ 31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9 w 41"/>
              <a:gd name="T37" fmla="*/ 1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9" y="13"/>
                </a:move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2" y="2"/>
                  <a:pt x="22" y="1"/>
                </a:cubicBezTo>
                <a:cubicBezTo>
                  <a:pt x="21" y="1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6" y="8"/>
                  <a:pt x="14" y="11"/>
                </a:cubicBezTo>
                <a:cubicBezTo>
                  <a:pt x="14" y="11"/>
                  <a:pt x="5" y="12"/>
                  <a:pt x="3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9" y="32"/>
                  <a:pt x="8" y="34"/>
                </a:cubicBezTo>
                <a:cubicBezTo>
                  <a:pt x="8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9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0" name="Freeform 52"/>
          <p:cNvSpPr>
            <a:spLocks/>
          </p:cNvSpPr>
          <p:nvPr/>
        </p:nvSpPr>
        <p:spPr bwMode="auto">
          <a:xfrm>
            <a:off x="7504545" y="2233261"/>
            <a:ext cx="79950" cy="68644"/>
          </a:xfrm>
          <a:custGeom>
            <a:avLst/>
            <a:gdLst>
              <a:gd name="T0" fmla="*/ 21 w 42"/>
              <a:gd name="T1" fmla="*/ 0 h 36"/>
              <a:gd name="T2" fmla="*/ 21 w 42"/>
              <a:gd name="T3" fmla="*/ 0 h 36"/>
              <a:gd name="T4" fmla="*/ 20 w 42"/>
              <a:gd name="T5" fmla="*/ 1 h 36"/>
              <a:gd name="T6" fmla="*/ 15 w 42"/>
              <a:gd name="T7" fmla="*/ 11 h 36"/>
              <a:gd name="T8" fmla="*/ 3 w 42"/>
              <a:gd name="T9" fmla="*/ 13 h 36"/>
              <a:gd name="T10" fmla="*/ 3 w 42"/>
              <a:gd name="T11" fmla="*/ 16 h 36"/>
              <a:gd name="T12" fmla="*/ 11 w 42"/>
              <a:gd name="T13" fmla="*/ 23 h 36"/>
              <a:gd name="T14" fmla="*/ 9 w 42"/>
              <a:gd name="T15" fmla="*/ 34 h 36"/>
              <a:gd name="T16" fmla="*/ 10 w 42"/>
              <a:gd name="T17" fmla="*/ 36 h 36"/>
              <a:gd name="T18" fmla="*/ 11 w 42"/>
              <a:gd name="T19" fmla="*/ 36 h 36"/>
              <a:gd name="T20" fmla="*/ 21 w 42"/>
              <a:gd name="T21" fmla="*/ 30 h 36"/>
              <a:gd name="T22" fmla="*/ 21 w 42"/>
              <a:gd name="T23" fmla="*/ 30 h 36"/>
              <a:gd name="T24" fmla="*/ 22 w 42"/>
              <a:gd name="T25" fmla="*/ 30 h 36"/>
              <a:gd name="T26" fmla="*/ 32 w 42"/>
              <a:gd name="T27" fmla="*/ 36 h 36"/>
              <a:gd name="T28" fmla="*/ 33 w 42"/>
              <a:gd name="T29" fmla="*/ 36 h 36"/>
              <a:gd name="T30" fmla="*/ 33 w 42"/>
              <a:gd name="T31" fmla="*/ 34 h 36"/>
              <a:gd name="T32" fmla="*/ 32 w 42"/>
              <a:gd name="T33" fmla="*/ 23 h 36"/>
              <a:gd name="T34" fmla="*/ 39 w 42"/>
              <a:gd name="T35" fmla="*/ 16 h 36"/>
              <a:gd name="T36" fmla="*/ 39 w 42"/>
              <a:gd name="T37" fmla="*/ 13 h 36"/>
              <a:gd name="T38" fmla="*/ 28 w 42"/>
              <a:gd name="T39" fmla="*/ 11 h 36"/>
              <a:gd name="T40" fmla="*/ 22 w 42"/>
              <a:gd name="T41" fmla="*/ 2 h 36"/>
              <a:gd name="T42" fmla="*/ 21 w 42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36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1"/>
                  <a:pt x="20" y="1"/>
                </a:cubicBezTo>
                <a:cubicBezTo>
                  <a:pt x="19" y="3"/>
                  <a:pt x="16" y="9"/>
                  <a:pt x="15" y="11"/>
                </a:cubicBezTo>
                <a:cubicBezTo>
                  <a:pt x="15" y="11"/>
                  <a:pt x="6" y="13"/>
                  <a:pt x="3" y="13"/>
                </a:cubicBezTo>
                <a:cubicBezTo>
                  <a:pt x="0" y="13"/>
                  <a:pt x="2" y="15"/>
                  <a:pt x="3" y="16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3"/>
                  <a:pt x="9" y="34"/>
                </a:cubicBezTo>
                <a:cubicBezTo>
                  <a:pt x="9" y="36"/>
                  <a:pt x="9" y="36"/>
                  <a:pt x="10" y="36"/>
                </a:cubicBezTo>
                <a:cubicBezTo>
                  <a:pt x="10" y="36"/>
                  <a:pt x="10" y="36"/>
                  <a:pt x="11" y="36"/>
                </a:cubicBezTo>
                <a:cubicBezTo>
                  <a:pt x="12" y="35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1" y="35"/>
                  <a:pt x="32" y="36"/>
                </a:cubicBezTo>
                <a:cubicBezTo>
                  <a:pt x="32" y="36"/>
                  <a:pt x="32" y="36"/>
                  <a:pt x="33" y="36"/>
                </a:cubicBezTo>
                <a:cubicBezTo>
                  <a:pt x="33" y="36"/>
                  <a:pt x="34" y="36"/>
                  <a:pt x="33" y="34"/>
                </a:cubicBezTo>
                <a:cubicBezTo>
                  <a:pt x="33" y="33"/>
                  <a:pt x="32" y="23"/>
                  <a:pt x="32" y="23"/>
                </a:cubicBezTo>
                <a:cubicBezTo>
                  <a:pt x="32" y="23"/>
                  <a:pt x="39" y="16"/>
                  <a:pt x="39" y="16"/>
                </a:cubicBezTo>
                <a:cubicBezTo>
                  <a:pt x="40" y="15"/>
                  <a:pt x="42" y="13"/>
                  <a:pt x="39" y="13"/>
                </a:cubicBezTo>
                <a:cubicBezTo>
                  <a:pt x="36" y="13"/>
                  <a:pt x="28" y="11"/>
                  <a:pt x="28" y="11"/>
                </a:cubicBezTo>
                <a:cubicBezTo>
                  <a:pt x="28" y="11"/>
                  <a:pt x="23" y="3"/>
                  <a:pt x="22" y="2"/>
                </a:cubicBezTo>
                <a:cubicBezTo>
                  <a:pt x="22" y="1"/>
                  <a:pt x="22" y="0"/>
                  <a:pt x="21" y="0"/>
                </a:cubicBezTo>
              </a:path>
            </a:pathLst>
          </a:custGeom>
          <a:solidFill>
            <a:srgbClr val="FFFDF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1" name="Freeform 53"/>
          <p:cNvSpPr>
            <a:spLocks/>
          </p:cNvSpPr>
          <p:nvPr/>
        </p:nvSpPr>
        <p:spPr bwMode="auto">
          <a:xfrm>
            <a:off x="9141257" y="2956326"/>
            <a:ext cx="79950" cy="71066"/>
          </a:xfrm>
          <a:custGeom>
            <a:avLst/>
            <a:gdLst>
              <a:gd name="T0" fmla="*/ 39 w 42"/>
              <a:gd name="T1" fmla="*/ 13 h 37"/>
              <a:gd name="T2" fmla="*/ 28 w 42"/>
              <a:gd name="T3" fmla="*/ 12 h 37"/>
              <a:gd name="T4" fmla="*/ 22 w 42"/>
              <a:gd name="T5" fmla="*/ 2 h 37"/>
              <a:gd name="T6" fmla="*/ 21 w 42"/>
              <a:gd name="T7" fmla="*/ 1 h 37"/>
              <a:gd name="T8" fmla="*/ 20 w 42"/>
              <a:gd name="T9" fmla="*/ 2 h 37"/>
              <a:gd name="T10" fmla="*/ 15 w 42"/>
              <a:gd name="T11" fmla="*/ 12 h 37"/>
              <a:gd name="T12" fmla="*/ 3 w 42"/>
              <a:gd name="T13" fmla="*/ 13 h 37"/>
              <a:gd name="T14" fmla="*/ 3 w 42"/>
              <a:gd name="T15" fmla="*/ 16 h 37"/>
              <a:gd name="T16" fmla="*/ 11 w 42"/>
              <a:gd name="T17" fmla="*/ 23 h 37"/>
              <a:gd name="T18" fmla="*/ 9 w 42"/>
              <a:gd name="T19" fmla="*/ 35 h 37"/>
              <a:gd name="T20" fmla="*/ 11 w 42"/>
              <a:gd name="T21" fmla="*/ 36 h 37"/>
              <a:gd name="T22" fmla="*/ 21 w 42"/>
              <a:gd name="T23" fmla="*/ 31 h 37"/>
              <a:gd name="T24" fmla="*/ 21 w 42"/>
              <a:gd name="T25" fmla="*/ 30 h 37"/>
              <a:gd name="T26" fmla="*/ 22 w 42"/>
              <a:gd name="T27" fmla="*/ 31 h 37"/>
              <a:gd name="T28" fmla="*/ 32 w 42"/>
              <a:gd name="T29" fmla="*/ 36 h 37"/>
              <a:gd name="T30" fmla="*/ 34 w 42"/>
              <a:gd name="T31" fmla="*/ 35 h 37"/>
              <a:gd name="T32" fmla="*/ 32 w 42"/>
              <a:gd name="T33" fmla="*/ 23 h 37"/>
              <a:gd name="T34" fmla="*/ 40 w 42"/>
              <a:gd name="T35" fmla="*/ 16 h 37"/>
              <a:gd name="T36" fmla="*/ 39 w 42"/>
              <a:gd name="T37" fmla="*/ 13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2" h="37">
                <a:moveTo>
                  <a:pt x="39" y="13"/>
                </a:moveTo>
                <a:cubicBezTo>
                  <a:pt x="36" y="13"/>
                  <a:pt x="28" y="12"/>
                  <a:pt x="28" y="12"/>
                </a:cubicBezTo>
                <a:cubicBezTo>
                  <a:pt x="28" y="12"/>
                  <a:pt x="23" y="3"/>
                  <a:pt x="22" y="2"/>
                </a:cubicBezTo>
                <a:cubicBezTo>
                  <a:pt x="22" y="1"/>
                  <a:pt x="22" y="0"/>
                  <a:pt x="21" y="1"/>
                </a:cubicBezTo>
                <a:cubicBezTo>
                  <a:pt x="21" y="1"/>
                  <a:pt x="20" y="1"/>
                  <a:pt x="20" y="2"/>
                </a:cubicBezTo>
                <a:cubicBezTo>
                  <a:pt x="19" y="4"/>
                  <a:pt x="16" y="9"/>
                  <a:pt x="15" y="12"/>
                </a:cubicBezTo>
                <a:cubicBezTo>
                  <a:pt x="15" y="12"/>
                  <a:pt x="6" y="13"/>
                  <a:pt x="3" y="13"/>
                </a:cubicBezTo>
                <a:cubicBezTo>
                  <a:pt x="0" y="14"/>
                  <a:pt x="2" y="15"/>
                  <a:pt x="3" y="16"/>
                </a:cubicBezTo>
                <a:cubicBezTo>
                  <a:pt x="4" y="17"/>
                  <a:pt x="11" y="23"/>
                  <a:pt x="11" y="23"/>
                </a:cubicBezTo>
                <a:cubicBezTo>
                  <a:pt x="11" y="23"/>
                  <a:pt x="9" y="33"/>
                  <a:pt x="9" y="35"/>
                </a:cubicBezTo>
                <a:cubicBezTo>
                  <a:pt x="8" y="37"/>
                  <a:pt x="9" y="37"/>
                  <a:pt x="11" y="36"/>
                </a:cubicBezTo>
                <a:cubicBezTo>
                  <a:pt x="12" y="36"/>
                  <a:pt x="21" y="31"/>
                  <a:pt x="21" y="31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31" y="36"/>
                  <a:pt x="32" y="36"/>
                </a:cubicBezTo>
                <a:cubicBezTo>
                  <a:pt x="33" y="37"/>
                  <a:pt x="34" y="37"/>
                  <a:pt x="34" y="35"/>
                </a:cubicBezTo>
                <a:cubicBezTo>
                  <a:pt x="33" y="33"/>
                  <a:pt x="32" y="23"/>
                  <a:pt x="32" y="23"/>
                </a:cubicBezTo>
                <a:cubicBezTo>
                  <a:pt x="32" y="23"/>
                  <a:pt x="39" y="17"/>
                  <a:pt x="40" y="16"/>
                </a:cubicBezTo>
                <a:cubicBezTo>
                  <a:pt x="40" y="15"/>
                  <a:pt x="42" y="14"/>
                  <a:pt x="39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2" name="Freeform 54"/>
          <p:cNvSpPr>
            <a:spLocks/>
          </p:cNvSpPr>
          <p:nvPr/>
        </p:nvSpPr>
        <p:spPr bwMode="auto">
          <a:xfrm>
            <a:off x="14511769" y="1489503"/>
            <a:ext cx="80758" cy="69452"/>
          </a:xfrm>
          <a:custGeom>
            <a:avLst/>
            <a:gdLst>
              <a:gd name="T0" fmla="*/ 21 w 42"/>
              <a:gd name="T1" fmla="*/ 0 h 36"/>
              <a:gd name="T2" fmla="*/ 21 w 42"/>
              <a:gd name="T3" fmla="*/ 0 h 36"/>
              <a:gd name="T4" fmla="*/ 20 w 42"/>
              <a:gd name="T5" fmla="*/ 1 h 36"/>
              <a:gd name="T6" fmla="*/ 15 w 42"/>
              <a:gd name="T7" fmla="*/ 11 h 36"/>
              <a:gd name="T8" fmla="*/ 3 w 42"/>
              <a:gd name="T9" fmla="*/ 12 h 36"/>
              <a:gd name="T10" fmla="*/ 3 w 42"/>
              <a:gd name="T11" fmla="*/ 15 h 36"/>
              <a:gd name="T12" fmla="*/ 11 w 42"/>
              <a:gd name="T13" fmla="*/ 23 h 36"/>
              <a:gd name="T14" fmla="*/ 9 w 42"/>
              <a:gd name="T15" fmla="*/ 34 h 36"/>
              <a:gd name="T16" fmla="*/ 9 w 42"/>
              <a:gd name="T17" fmla="*/ 36 h 36"/>
              <a:gd name="T18" fmla="*/ 10 w 42"/>
              <a:gd name="T19" fmla="*/ 35 h 36"/>
              <a:gd name="T20" fmla="*/ 20 w 42"/>
              <a:gd name="T21" fmla="*/ 30 h 36"/>
              <a:gd name="T22" fmla="*/ 21 w 42"/>
              <a:gd name="T23" fmla="*/ 30 h 36"/>
              <a:gd name="T24" fmla="*/ 22 w 42"/>
              <a:gd name="T25" fmla="*/ 30 h 36"/>
              <a:gd name="T26" fmla="*/ 32 w 42"/>
              <a:gd name="T27" fmla="*/ 35 h 36"/>
              <a:gd name="T28" fmla="*/ 33 w 42"/>
              <a:gd name="T29" fmla="*/ 36 h 36"/>
              <a:gd name="T30" fmla="*/ 33 w 42"/>
              <a:gd name="T31" fmla="*/ 34 h 36"/>
              <a:gd name="T32" fmla="*/ 31 w 42"/>
              <a:gd name="T33" fmla="*/ 23 h 36"/>
              <a:gd name="T34" fmla="*/ 39 w 42"/>
              <a:gd name="T35" fmla="*/ 15 h 36"/>
              <a:gd name="T36" fmla="*/ 39 w 42"/>
              <a:gd name="T37" fmla="*/ 12 h 36"/>
              <a:gd name="T38" fmla="*/ 27 w 42"/>
              <a:gd name="T39" fmla="*/ 11 h 36"/>
              <a:gd name="T40" fmla="*/ 22 w 42"/>
              <a:gd name="T41" fmla="*/ 1 h 36"/>
              <a:gd name="T42" fmla="*/ 21 w 42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36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20" y="1"/>
                </a:cubicBezTo>
                <a:cubicBezTo>
                  <a:pt x="19" y="3"/>
                  <a:pt x="16" y="8"/>
                  <a:pt x="15" y="11"/>
                </a:cubicBezTo>
                <a:cubicBezTo>
                  <a:pt x="15" y="11"/>
                  <a:pt x="6" y="12"/>
                  <a:pt x="3" y="12"/>
                </a:cubicBezTo>
                <a:cubicBezTo>
                  <a:pt x="0" y="13"/>
                  <a:pt x="2" y="14"/>
                  <a:pt x="3" y="15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2"/>
                  <a:pt x="9" y="34"/>
                </a:cubicBezTo>
                <a:cubicBezTo>
                  <a:pt x="8" y="35"/>
                  <a:pt x="9" y="36"/>
                  <a:pt x="9" y="36"/>
                </a:cubicBezTo>
                <a:cubicBezTo>
                  <a:pt x="10" y="36"/>
                  <a:pt x="10" y="36"/>
                  <a:pt x="10" y="35"/>
                </a:cubicBezTo>
                <a:cubicBezTo>
                  <a:pt x="12" y="35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0" y="35"/>
                  <a:pt x="32" y="35"/>
                </a:cubicBezTo>
                <a:cubicBezTo>
                  <a:pt x="32" y="36"/>
                  <a:pt x="32" y="36"/>
                  <a:pt x="33" y="36"/>
                </a:cubicBezTo>
                <a:cubicBezTo>
                  <a:pt x="33" y="36"/>
                  <a:pt x="34" y="35"/>
                  <a:pt x="33" y="34"/>
                </a:cubicBezTo>
                <a:cubicBezTo>
                  <a:pt x="33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2" y="13"/>
                  <a:pt x="39" y="12"/>
                </a:cubicBez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3" y="2"/>
                  <a:pt x="22" y="1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3" name="Freeform 55"/>
          <p:cNvSpPr>
            <a:spLocks/>
          </p:cNvSpPr>
          <p:nvPr/>
        </p:nvSpPr>
        <p:spPr bwMode="auto">
          <a:xfrm>
            <a:off x="13908519" y="152049"/>
            <a:ext cx="78335" cy="68644"/>
          </a:xfrm>
          <a:custGeom>
            <a:avLst/>
            <a:gdLst>
              <a:gd name="T0" fmla="*/ 38 w 41"/>
              <a:gd name="T1" fmla="*/ 13 h 36"/>
              <a:gd name="T2" fmla="*/ 27 w 41"/>
              <a:gd name="T3" fmla="*/ 11 h 36"/>
              <a:gd name="T4" fmla="*/ 21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2 w 41"/>
              <a:gd name="T13" fmla="*/ 13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6 h 36"/>
              <a:gd name="T22" fmla="*/ 20 w 41"/>
              <a:gd name="T23" fmla="*/ 30 h 36"/>
              <a:gd name="T24" fmla="*/ 20 w 41"/>
              <a:gd name="T25" fmla="*/ 30 h 36"/>
              <a:gd name="T26" fmla="*/ 21 w 41"/>
              <a:gd name="T27" fmla="*/ 30 h 36"/>
              <a:gd name="T28" fmla="*/ 31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8" y="13"/>
                </a:moveTo>
                <a:cubicBezTo>
                  <a:pt x="35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1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4" name="Freeform 56"/>
          <p:cNvSpPr>
            <a:spLocks/>
          </p:cNvSpPr>
          <p:nvPr/>
        </p:nvSpPr>
        <p:spPr bwMode="auto">
          <a:xfrm>
            <a:off x="12857594" y="941036"/>
            <a:ext cx="78335" cy="68644"/>
          </a:xfrm>
          <a:custGeom>
            <a:avLst/>
            <a:gdLst>
              <a:gd name="T0" fmla="*/ 20 w 41"/>
              <a:gd name="T1" fmla="*/ 0 h 36"/>
              <a:gd name="T2" fmla="*/ 20 w 41"/>
              <a:gd name="T3" fmla="*/ 0 h 36"/>
              <a:gd name="T4" fmla="*/ 19 w 41"/>
              <a:gd name="T5" fmla="*/ 1 h 36"/>
              <a:gd name="T6" fmla="*/ 14 w 41"/>
              <a:gd name="T7" fmla="*/ 11 h 36"/>
              <a:gd name="T8" fmla="*/ 2 w 41"/>
              <a:gd name="T9" fmla="*/ 12 h 36"/>
              <a:gd name="T10" fmla="*/ 2 w 41"/>
              <a:gd name="T11" fmla="*/ 15 h 36"/>
              <a:gd name="T12" fmla="*/ 10 w 41"/>
              <a:gd name="T13" fmla="*/ 23 h 36"/>
              <a:gd name="T14" fmla="*/ 8 w 41"/>
              <a:gd name="T15" fmla="*/ 34 h 36"/>
              <a:gd name="T16" fmla="*/ 9 w 41"/>
              <a:gd name="T17" fmla="*/ 36 h 36"/>
              <a:gd name="T18" fmla="*/ 10 w 41"/>
              <a:gd name="T19" fmla="*/ 35 h 36"/>
              <a:gd name="T20" fmla="*/ 20 w 41"/>
              <a:gd name="T21" fmla="*/ 30 h 36"/>
              <a:gd name="T22" fmla="*/ 20 w 41"/>
              <a:gd name="T23" fmla="*/ 29 h 36"/>
              <a:gd name="T24" fmla="*/ 21 w 41"/>
              <a:gd name="T25" fmla="*/ 30 h 36"/>
              <a:gd name="T26" fmla="*/ 31 w 41"/>
              <a:gd name="T27" fmla="*/ 35 h 36"/>
              <a:gd name="T28" fmla="*/ 32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2 h 36"/>
              <a:gd name="T38" fmla="*/ 27 w 41"/>
              <a:gd name="T39" fmla="*/ 11 h 36"/>
              <a:gd name="T40" fmla="*/ 21 w 41"/>
              <a:gd name="T41" fmla="*/ 1 h 36"/>
              <a:gd name="T42" fmla="*/ 20 w 41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36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2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5"/>
                  <a:pt x="8" y="36"/>
                  <a:pt x="9" y="36"/>
                </a:cubicBezTo>
                <a:cubicBezTo>
                  <a:pt x="9" y="36"/>
                  <a:pt x="9" y="36"/>
                  <a:pt x="10" y="35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29"/>
                  <a:pt x="20" y="29"/>
                  <a:pt x="20" y="29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5"/>
                </a:cubicBezTo>
                <a:cubicBezTo>
                  <a:pt x="31" y="36"/>
                  <a:pt x="32" y="36"/>
                  <a:pt x="32" y="36"/>
                </a:cubicBezTo>
                <a:cubicBezTo>
                  <a:pt x="33" y="36"/>
                  <a:pt x="33" y="35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2"/>
                </a:cubicBez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5" name="Freeform 57"/>
          <p:cNvSpPr>
            <a:spLocks/>
          </p:cNvSpPr>
          <p:nvPr/>
        </p:nvSpPr>
        <p:spPr bwMode="auto">
          <a:xfrm>
            <a:off x="7121956" y="699736"/>
            <a:ext cx="78335" cy="68644"/>
          </a:xfrm>
          <a:custGeom>
            <a:avLst/>
            <a:gdLst>
              <a:gd name="T0" fmla="*/ 20 w 41"/>
              <a:gd name="T1" fmla="*/ 0 h 36"/>
              <a:gd name="T2" fmla="*/ 20 w 41"/>
              <a:gd name="T3" fmla="*/ 0 h 36"/>
              <a:gd name="T4" fmla="*/ 19 w 41"/>
              <a:gd name="T5" fmla="*/ 1 h 36"/>
              <a:gd name="T6" fmla="*/ 14 w 41"/>
              <a:gd name="T7" fmla="*/ 11 h 36"/>
              <a:gd name="T8" fmla="*/ 2 w 41"/>
              <a:gd name="T9" fmla="*/ 13 h 36"/>
              <a:gd name="T10" fmla="*/ 2 w 41"/>
              <a:gd name="T11" fmla="*/ 15 h 36"/>
              <a:gd name="T12" fmla="*/ 10 w 41"/>
              <a:gd name="T13" fmla="*/ 23 h 36"/>
              <a:gd name="T14" fmla="*/ 8 w 41"/>
              <a:gd name="T15" fmla="*/ 34 h 36"/>
              <a:gd name="T16" fmla="*/ 9 w 41"/>
              <a:gd name="T17" fmla="*/ 36 h 36"/>
              <a:gd name="T18" fmla="*/ 10 w 41"/>
              <a:gd name="T19" fmla="*/ 36 h 36"/>
              <a:gd name="T20" fmla="*/ 20 w 41"/>
              <a:gd name="T21" fmla="*/ 30 h 36"/>
              <a:gd name="T22" fmla="*/ 20 w 41"/>
              <a:gd name="T23" fmla="*/ 30 h 36"/>
              <a:gd name="T24" fmla="*/ 21 w 41"/>
              <a:gd name="T25" fmla="*/ 30 h 36"/>
              <a:gd name="T26" fmla="*/ 31 w 41"/>
              <a:gd name="T27" fmla="*/ 36 h 36"/>
              <a:gd name="T28" fmla="*/ 32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3 h 36"/>
              <a:gd name="T38" fmla="*/ 27 w 41"/>
              <a:gd name="T39" fmla="*/ 11 h 36"/>
              <a:gd name="T40" fmla="*/ 21 w 41"/>
              <a:gd name="T41" fmla="*/ 1 h 36"/>
              <a:gd name="T42" fmla="*/ 20 w 41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36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5"/>
                  <a:pt x="8" y="36"/>
                  <a:pt x="9" y="36"/>
                </a:cubicBezTo>
                <a:cubicBezTo>
                  <a:pt x="9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1" y="36"/>
                  <a:pt x="32" y="36"/>
                  <a:pt x="32" y="36"/>
                </a:cubicBezTo>
                <a:cubicBezTo>
                  <a:pt x="32" y="36"/>
                  <a:pt x="33" y="35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3"/>
                </a:cubicBezTo>
                <a:cubicBezTo>
                  <a:pt x="35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1"/>
                  <a:pt x="21" y="0"/>
                  <a:pt x="20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6" name="Freeform 58"/>
          <p:cNvSpPr>
            <a:spLocks/>
          </p:cNvSpPr>
          <p:nvPr/>
        </p:nvSpPr>
        <p:spPr bwMode="auto">
          <a:xfrm>
            <a:off x="4420031" y="1436336"/>
            <a:ext cx="78335" cy="68644"/>
          </a:xfrm>
          <a:custGeom>
            <a:avLst/>
            <a:gdLst>
              <a:gd name="T0" fmla="*/ 39 w 41"/>
              <a:gd name="T1" fmla="*/ 12 h 36"/>
              <a:gd name="T2" fmla="*/ 27 w 41"/>
              <a:gd name="T3" fmla="*/ 11 h 36"/>
              <a:gd name="T4" fmla="*/ 22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2 w 41"/>
              <a:gd name="T13" fmla="*/ 12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5 h 36"/>
              <a:gd name="T22" fmla="*/ 20 w 41"/>
              <a:gd name="T23" fmla="*/ 30 h 36"/>
              <a:gd name="T24" fmla="*/ 20 w 41"/>
              <a:gd name="T25" fmla="*/ 29 h 36"/>
              <a:gd name="T26" fmla="*/ 21 w 41"/>
              <a:gd name="T27" fmla="*/ 30 h 36"/>
              <a:gd name="T28" fmla="*/ 31 w 41"/>
              <a:gd name="T29" fmla="*/ 35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9 w 41"/>
              <a:gd name="T3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9" y="12"/>
                </a:move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2" y="2"/>
                  <a:pt x="22" y="1"/>
                </a:cubicBezTo>
                <a:cubicBezTo>
                  <a:pt x="21" y="0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2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9" y="32"/>
                  <a:pt x="8" y="34"/>
                </a:cubicBezTo>
                <a:cubicBezTo>
                  <a:pt x="8" y="36"/>
                  <a:pt x="9" y="36"/>
                  <a:pt x="10" y="35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29"/>
                  <a:pt x="20" y="29"/>
                  <a:pt x="20" y="29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5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9" y="12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7" name="Freeform 59"/>
          <p:cNvSpPr>
            <a:spLocks/>
          </p:cNvSpPr>
          <p:nvPr/>
        </p:nvSpPr>
        <p:spPr bwMode="auto">
          <a:xfrm>
            <a:off x="7763306" y="1436334"/>
            <a:ext cx="80758" cy="68645"/>
          </a:xfrm>
          <a:custGeom>
            <a:avLst/>
            <a:gdLst>
              <a:gd name="T0" fmla="*/ 39 w 42"/>
              <a:gd name="T1" fmla="*/ 12 h 36"/>
              <a:gd name="T2" fmla="*/ 28 w 42"/>
              <a:gd name="T3" fmla="*/ 11 h 36"/>
              <a:gd name="T4" fmla="*/ 22 w 42"/>
              <a:gd name="T5" fmla="*/ 1 h 36"/>
              <a:gd name="T6" fmla="*/ 21 w 42"/>
              <a:gd name="T7" fmla="*/ 0 h 36"/>
              <a:gd name="T8" fmla="*/ 20 w 42"/>
              <a:gd name="T9" fmla="*/ 1 h 36"/>
              <a:gd name="T10" fmla="*/ 15 w 42"/>
              <a:gd name="T11" fmla="*/ 11 h 36"/>
              <a:gd name="T12" fmla="*/ 3 w 42"/>
              <a:gd name="T13" fmla="*/ 12 h 36"/>
              <a:gd name="T14" fmla="*/ 3 w 42"/>
              <a:gd name="T15" fmla="*/ 15 h 36"/>
              <a:gd name="T16" fmla="*/ 11 w 42"/>
              <a:gd name="T17" fmla="*/ 23 h 36"/>
              <a:gd name="T18" fmla="*/ 9 w 42"/>
              <a:gd name="T19" fmla="*/ 34 h 36"/>
              <a:gd name="T20" fmla="*/ 11 w 42"/>
              <a:gd name="T21" fmla="*/ 35 h 36"/>
              <a:gd name="T22" fmla="*/ 21 w 42"/>
              <a:gd name="T23" fmla="*/ 30 h 36"/>
              <a:gd name="T24" fmla="*/ 21 w 42"/>
              <a:gd name="T25" fmla="*/ 29 h 36"/>
              <a:gd name="T26" fmla="*/ 22 w 42"/>
              <a:gd name="T27" fmla="*/ 30 h 36"/>
              <a:gd name="T28" fmla="*/ 32 w 42"/>
              <a:gd name="T29" fmla="*/ 35 h 36"/>
              <a:gd name="T30" fmla="*/ 34 w 42"/>
              <a:gd name="T31" fmla="*/ 34 h 36"/>
              <a:gd name="T32" fmla="*/ 32 w 42"/>
              <a:gd name="T33" fmla="*/ 23 h 36"/>
              <a:gd name="T34" fmla="*/ 40 w 42"/>
              <a:gd name="T35" fmla="*/ 15 h 36"/>
              <a:gd name="T36" fmla="*/ 39 w 42"/>
              <a:gd name="T3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2" h="36">
                <a:moveTo>
                  <a:pt x="39" y="12"/>
                </a:moveTo>
                <a:cubicBezTo>
                  <a:pt x="36" y="12"/>
                  <a:pt x="28" y="11"/>
                  <a:pt x="28" y="11"/>
                </a:cubicBezTo>
                <a:cubicBezTo>
                  <a:pt x="28" y="11"/>
                  <a:pt x="23" y="2"/>
                  <a:pt x="22" y="1"/>
                </a:cubicBezTo>
                <a:cubicBezTo>
                  <a:pt x="22" y="0"/>
                  <a:pt x="22" y="0"/>
                  <a:pt x="21" y="0"/>
                </a:cubicBezTo>
                <a:cubicBezTo>
                  <a:pt x="21" y="0"/>
                  <a:pt x="20" y="0"/>
                  <a:pt x="20" y="1"/>
                </a:cubicBezTo>
                <a:cubicBezTo>
                  <a:pt x="19" y="3"/>
                  <a:pt x="16" y="8"/>
                  <a:pt x="15" y="11"/>
                </a:cubicBezTo>
                <a:cubicBezTo>
                  <a:pt x="15" y="11"/>
                  <a:pt x="6" y="12"/>
                  <a:pt x="3" y="12"/>
                </a:cubicBezTo>
                <a:cubicBezTo>
                  <a:pt x="0" y="13"/>
                  <a:pt x="2" y="14"/>
                  <a:pt x="3" y="15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2"/>
                  <a:pt x="9" y="34"/>
                </a:cubicBezTo>
                <a:cubicBezTo>
                  <a:pt x="8" y="36"/>
                  <a:pt x="9" y="36"/>
                  <a:pt x="11" y="35"/>
                </a:cubicBezTo>
                <a:cubicBezTo>
                  <a:pt x="12" y="35"/>
                  <a:pt x="21" y="30"/>
                  <a:pt x="21" y="30"/>
                </a:cubicBezTo>
                <a:cubicBezTo>
                  <a:pt x="21" y="29"/>
                  <a:pt x="21" y="29"/>
                  <a:pt x="21" y="29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1" y="35"/>
                  <a:pt x="32" y="35"/>
                </a:cubicBezTo>
                <a:cubicBezTo>
                  <a:pt x="33" y="36"/>
                  <a:pt x="34" y="36"/>
                  <a:pt x="34" y="34"/>
                </a:cubicBezTo>
                <a:cubicBezTo>
                  <a:pt x="33" y="32"/>
                  <a:pt x="32" y="23"/>
                  <a:pt x="32" y="23"/>
                </a:cubicBezTo>
                <a:cubicBezTo>
                  <a:pt x="32" y="23"/>
                  <a:pt x="39" y="16"/>
                  <a:pt x="40" y="15"/>
                </a:cubicBezTo>
                <a:cubicBezTo>
                  <a:pt x="40" y="14"/>
                  <a:pt x="42" y="13"/>
                  <a:pt x="39" y="12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237" name="组合 236" hidden="1"/>
          <p:cNvGrpSpPr/>
          <p:nvPr/>
        </p:nvGrpSpPr>
        <p:grpSpPr>
          <a:xfrm>
            <a:off x="-581025" y="-610041"/>
            <a:ext cx="13487399" cy="5368925"/>
            <a:chOff x="-581025" y="841375"/>
            <a:chExt cx="13487399" cy="5368925"/>
          </a:xfrm>
        </p:grpSpPr>
        <p:sp>
          <p:nvSpPr>
            <p:cNvPr id="238" name="AutoShape 3"/>
            <p:cNvSpPr>
              <a:spLocks noChangeAspect="1" noChangeArrowheads="1" noTextEdit="1"/>
            </p:cNvSpPr>
            <p:nvPr/>
          </p:nvSpPr>
          <p:spPr bwMode="auto">
            <a:xfrm>
              <a:off x="-581025" y="841375"/>
              <a:ext cx="13354050" cy="536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" name="Freeform 5"/>
            <p:cNvSpPr>
              <a:spLocks/>
            </p:cNvSpPr>
            <p:nvPr/>
          </p:nvSpPr>
          <p:spPr bwMode="auto">
            <a:xfrm>
              <a:off x="8220075" y="2249488"/>
              <a:ext cx="3752850" cy="2517775"/>
            </a:xfrm>
            <a:custGeom>
              <a:avLst/>
              <a:gdLst>
                <a:gd name="T0" fmla="*/ 2045 w 2364"/>
                <a:gd name="T1" fmla="*/ 1586 h 1586"/>
                <a:gd name="T2" fmla="*/ 0 w 2364"/>
                <a:gd name="T3" fmla="*/ 1586 h 1586"/>
                <a:gd name="T4" fmla="*/ 1185 w 2364"/>
                <a:gd name="T5" fmla="*/ 0 h 1586"/>
                <a:gd name="T6" fmla="*/ 2364 w 2364"/>
                <a:gd name="T7" fmla="*/ 1586 h 1586"/>
                <a:gd name="T8" fmla="*/ 2045 w 2364"/>
                <a:gd name="T9" fmla="*/ 1586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4" h="1586">
                  <a:moveTo>
                    <a:pt x="2045" y="1586"/>
                  </a:moveTo>
                  <a:lnTo>
                    <a:pt x="0" y="1586"/>
                  </a:lnTo>
                  <a:lnTo>
                    <a:pt x="1185" y="0"/>
                  </a:lnTo>
                  <a:lnTo>
                    <a:pt x="2364" y="1586"/>
                  </a:lnTo>
                  <a:lnTo>
                    <a:pt x="2045" y="1586"/>
                  </a:ln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" name="Freeform 6"/>
            <p:cNvSpPr>
              <a:spLocks/>
            </p:cNvSpPr>
            <p:nvPr/>
          </p:nvSpPr>
          <p:spPr bwMode="auto">
            <a:xfrm>
              <a:off x="10101263" y="2249488"/>
              <a:ext cx="1871663" cy="2517775"/>
            </a:xfrm>
            <a:custGeom>
              <a:avLst/>
              <a:gdLst>
                <a:gd name="T0" fmla="*/ 1179 w 1179"/>
                <a:gd name="T1" fmla="*/ 1586 h 1586"/>
                <a:gd name="T2" fmla="*/ 860 w 1179"/>
                <a:gd name="T3" fmla="*/ 1586 h 1586"/>
                <a:gd name="T4" fmla="*/ 395 w 1179"/>
                <a:gd name="T5" fmla="*/ 1586 h 1586"/>
                <a:gd name="T6" fmla="*/ 0 w 1179"/>
                <a:gd name="T7" fmla="*/ 0 h 1586"/>
                <a:gd name="T8" fmla="*/ 1179 w 1179"/>
                <a:gd name="T9" fmla="*/ 1586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9" h="1586">
                  <a:moveTo>
                    <a:pt x="1179" y="1586"/>
                  </a:moveTo>
                  <a:lnTo>
                    <a:pt x="860" y="1586"/>
                  </a:lnTo>
                  <a:lnTo>
                    <a:pt x="395" y="1586"/>
                  </a:lnTo>
                  <a:lnTo>
                    <a:pt x="0" y="0"/>
                  </a:lnTo>
                  <a:lnTo>
                    <a:pt x="1179" y="1586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" name="Freeform 7"/>
            <p:cNvSpPr>
              <a:spLocks/>
            </p:cNvSpPr>
            <p:nvPr/>
          </p:nvSpPr>
          <p:spPr bwMode="auto">
            <a:xfrm>
              <a:off x="9523413" y="2249488"/>
              <a:ext cx="1204913" cy="2517775"/>
            </a:xfrm>
            <a:custGeom>
              <a:avLst/>
              <a:gdLst>
                <a:gd name="T0" fmla="*/ 364 w 759"/>
                <a:gd name="T1" fmla="*/ 0 h 1586"/>
                <a:gd name="T2" fmla="*/ 0 w 759"/>
                <a:gd name="T3" fmla="*/ 1586 h 1586"/>
                <a:gd name="T4" fmla="*/ 759 w 759"/>
                <a:gd name="T5" fmla="*/ 1586 h 1586"/>
                <a:gd name="T6" fmla="*/ 364 w 759"/>
                <a:gd name="T7" fmla="*/ 0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9" h="1586">
                  <a:moveTo>
                    <a:pt x="364" y="0"/>
                  </a:moveTo>
                  <a:lnTo>
                    <a:pt x="0" y="1586"/>
                  </a:lnTo>
                  <a:lnTo>
                    <a:pt x="759" y="1586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1B3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" name="Freeform 8"/>
            <p:cNvSpPr>
              <a:spLocks/>
            </p:cNvSpPr>
            <p:nvPr/>
          </p:nvSpPr>
          <p:spPr bwMode="auto">
            <a:xfrm>
              <a:off x="10101263" y="2249488"/>
              <a:ext cx="558800" cy="895350"/>
            </a:xfrm>
            <a:custGeom>
              <a:avLst/>
              <a:gdLst>
                <a:gd name="T0" fmla="*/ 0 w 149"/>
                <a:gd name="T1" fmla="*/ 0 h 238"/>
                <a:gd name="T2" fmla="*/ 149 w 149"/>
                <a:gd name="T3" fmla="*/ 200 h 238"/>
                <a:gd name="T4" fmla="*/ 141 w 149"/>
                <a:gd name="T5" fmla="*/ 196 h 238"/>
                <a:gd name="T6" fmla="*/ 105 w 149"/>
                <a:gd name="T7" fmla="*/ 195 h 238"/>
                <a:gd name="T8" fmla="*/ 104 w 149"/>
                <a:gd name="T9" fmla="*/ 238 h 238"/>
                <a:gd name="T10" fmla="*/ 55 w 149"/>
                <a:gd name="T11" fmla="*/ 220 h 238"/>
                <a:gd name="T12" fmla="*/ 0 w 149"/>
                <a:gd name="T13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238">
                  <a:moveTo>
                    <a:pt x="0" y="0"/>
                  </a:moveTo>
                  <a:cubicBezTo>
                    <a:pt x="149" y="200"/>
                    <a:pt x="149" y="200"/>
                    <a:pt x="149" y="200"/>
                  </a:cubicBezTo>
                  <a:cubicBezTo>
                    <a:pt x="141" y="196"/>
                    <a:pt x="141" y="196"/>
                    <a:pt x="141" y="196"/>
                  </a:cubicBezTo>
                  <a:cubicBezTo>
                    <a:pt x="127" y="191"/>
                    <a:pt x="107" y="179"/>
                    <a:pt x="105" y="195"/>
                  </a:cubicBezTo>
                  <a:cubicBezTo>
                    <a:pt x="104" y="238"/>
                    <a:pt x="104" y="238"/>
                    <a:pt x="104" y="238"/>
                  </a:cubicBezTo>
                  <a:cubicBezTo>
                    <a:pt x="55" y="220"/>
                    <a:pt x="55" y="220"/>
                    <a:pt x="55" y="22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" name="Freeform 9"/>
            <p:cNvSpPr>
              <a:spLocks/>
            </p:cNvSpPr>
            <p:nvPr/>
          </p:nvSpPr>
          <p:spPr bwMode="auto">
            <a:xfrm>
              <a:off x="9920288" y="2249488"/>
              <a:ext cx="387350" cy="1104900"/>
            </a:xfrm>
            <a:custGeom>
              <a:avLst/>
              <a:gdLst>
                <a:gd name="T0" fmla="*/ 0 w 103"/>
                <a:gd name="T1" fmla="*/ 209 h 294"/>
                <a:gd name="T2" fmla="*/ 8 w 103"/>
                <a:gd name="T3" fmla="*/ 289 h 294"/>
                <a:gd name="T4" fmla="*/ 43 w 103"/>
                <a:gd name="T5" fmla="*/ 238 h 294"/>
                <a:gd name="T6" fmla="*/ 60 w 103"/>
                <a:gd name="T7" fmla="*/ 238 h 294"/>
                <a:gd name="T8" fmla="*/ 97 w 103"/>
                <a:gd name="T9" fmla="*/ 294 h 294"/>
                <a:gd name="T10" fmla="*/ 103 w 103"/>
                <a:gd name="T11" fmla="*/ 220 h 294"/>
                <a:gd name="T12" fmla="*/ 48 w 103"/>
                <a:gd name="T13" fmla="*/ 0 h 294"/>
                <a:gd name="T14" fmla="*/ 0 w 103"/>
                <a:gd name="T15" fmla="*/ 20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294">
                  <a:moveTo>
                    <a:pt x="0" y="209"/>
                  </a:moveTo>
                  <a:cubicBezTo>
                    <a:pt x="8" y="289"/>
                    <a:pt x="8" y="289"/>
                    <a:pt x="8" y="289"/>
                  </a:cubicBezTo>
                  <a:cubicBezTo>
                    <a:pt x="43" y="238"/>
                    <a:pt x="43" y="238"/>
                    <a:pt x="43" y="238"/>
                  </a:cubicBezTo>
                  <a:cubicBezTo>
                    <a:pt x="47" y="232"/>
                    <a:pt x="56" y="232"/>
                    <a:pt x="60" y="238"/>
                  </a:cubicBezTo>
                  <a:cubicBezTo>
                    <a:pt x="97" y="294"/>
                    <a:pt x="97" y="294"/>
                    <a:pt x="97" y="294"/>
                  </a:cubicBezTo>
                  <a:cubicBezTo>
                    <a:pt x="103" y="220"/>
                    <a:pt x="103" y="220"/>
                    <a:pt x="103" y="22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209"/>
                  </a:lnTo>
                  <a:close/>
                </a:path>
              </a:pathLst>
            </a:custGeom>
            <a:solidFill>
              <a:srgbClr val="F6D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" name="Freeform 10"/>
            <p:cNvSpPr>
              <a:spLocks/>
            </p:cNvSpPr>
            <p:nvPr/>
          </p:nvSpPr>
          <p:spPr bwMode="auto">
            <a:xfrm>
              <a:off x="9469438" y="2249488"/>
              <a:ext cx="631825" cy="958850"/>
            </a:xfrm>
            <a:custGeom>
              <a:avLst/>
              <a:gdLst>
                <a:gd name="T0" fmla="*/ 168 w 168"/>
                <a:gd name="T1" fmla="*/ 0 h 255"/>
                <a:gd name="T2" fmla="*/ 0 w 168"/>
                <a:gd name="T3" fmla="*/ 225 h 255"/>
                <a:gd name="T4" fmla="*/ 50 w 168"/>
                <a:gd name="T5" fmla="*/ 197 h 255"/>
                <a:gd name="T6" fmla="*/ 68 w 168"/>
                <a:gd name="T7" fmla="*/ 206 h 255"/>
                <a:gd name="T8" fmla="*/ 68 w 168"/>
                <a:gd name="T9" fmla="*/ 255 h 255"/>
                <a:gd name="T10" fmla="*/ 120 w 168"/>
                <a:gd name="T11" fmla="*/ 209 h 255"/>
                <a:gd name="T12" fmla="*/ 168 w 168"/>
                <a:gd name="T13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255">
                  <a:moveTo>
                    <a:pt x="168" y="0"/>
                  </a:moveTo>
                  <a:cubicBezTo>
                    <a:pt x="0" y="225"/>
                    <a:pt x="0" y="225"/>
                    <a:pt x="0" y="225"/>
                  </a:cubicBezTo>
                  <a:cubicBezTo>
                    <a:pt x="50" y="197"/>
                    <a:pt x="50" y="197"/>
                    <a:pt x="50" y="197"/>
                  </a:cubicBezTo>
                  <a:cubicBezTo>
                    <a:pt x="57" y="192"/>
                    <a:pt x="67" y="197"/>
                    <a:pt x="68" y="206"/>
                  </a:cubicBezTo>
                  <a:cubicBezTo>
                    <a:pt x="68" y="255"/>
                    <a:pt x="68" y="255"/>
                    <a:pt x="68" y="255"/>
                  </a:cubicBezTo>
                  <a:cubicBezTo>
                    <a:pt x="120" y="209"/>
                    <a:pt x="120" y="209"/>
                    <a:pt x="120" y="209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rgbClr val="FAF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Freeform 11"/>
            <p:cNvSpPr>
              <a:spLocks/>
            </p:cNvSpPr>
            <p:nvPr/>
          </p:nvSpPr>
          <p:spPr bwMode="auto">
            <a:xfrm>
              <a:off x="8167688" y="4632325"/>
              <a:ext cx="3929063" cy="112713"/>
            </a:xfrm>
            <a:custGeom>
              <a:avLst/>
              <a:gdLst>
                <a:gd name="T0" fmla="*/ 1047 w 1047"/>
                <a:gd name="T1" fmla="*/ 30 h 30"/>
                <a:gd name="T2" fmla="*/ 1018 w 1047"/>
                <a:gd name="T3" fmla="*/ 0 h 30"/>
                <a:gd name="T4" fmla="*/ 30 w 1047"/>
                <a:gd name="T5" fmla="*/ 0 h 30"/>
                <a:gd name="T6" fmla="*/ 0 w 1047"/>
                <a:gd name="T7" fmla="*/ 30 h 30"/>
                <a:gd name="T8" fmla="*/ 1047 w 1047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7" h="30">
                  <a:moveTo>
                    <a:pt x="1047" y="30"/>
                  </a:moveTo>
                  <a:cubicBezTo>
                    <a:pt x="1047" y="14"/>
                    <a:pt x="1034" y="0"/>
                    <a:pt x="101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0"/>
                  </a:cubicBezTo>
                  <a:lnTo>
                    <a:pt x="1047" y="30"/>
                  </a:lnTo>
                  <a:close/>
                </a:path>
              </a:pathLst>
            </a:custGeom>
            <a:solidFill>
              <a:srgbClr val="824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12"/>
            <p:cNvSpPr>
              <a:spLocks/>
            </p:cNvSpPr>
            <p:nvPr/>
          </p:nvSpPr>
          <p:spPr bwMode="auto">
            <a:xfrm>
              <a:off x="5922963" y="3662363"/>
              <a:ext cx="1647825" cy="1104900"/>
            </a:xfrm>
            <a:custGeom>
              <a:avLst/>
              <a:gdLst>
                <a:gd name="T0" fmla="*/ 518 w 1038"/>
                <a:gd name="T1" fmla="*/ 0 h 696"/>
                <a:gd name="T2" fmla="*/ 0 w 1038"/>
                <a:gd name="T3" fmla="*/ 696 h 696"/>
                <a:gd name="T4" fmla="*/ 140 w 1038"/>
                <a:gd name="T5" fmla="*/ 696 h 696"/>
                <a:gd name="T6" fmla="*/ 345 w 1038"/>
                <a:gd name="T7" fmla="*/ 696 h 696"/>
                <a:gd name="T8" fmla="*/ 1038 w 1038"/>
                <a:gd name="T9" fmla="*/ 696 h 696"/>
                <a:gd name="T10" fmla="*/ 518 w 1038"/>
                <a:gd name="T11" fmla="*/ 0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8" h="696">
                  <a:moveTo>
                    <a:pt x="518" y="0"/>
                  </a:moveTo>
                  <a:lnTo>
                    <a:pt x="0" y="696"/>
                  </a:lnTo>
                  <a:lnTo>
                    <a:pt x="140" y="696"/>
                  </a:lnTo>
                  <a:lnTo>
                    <a:pt x="345" y="696"/>
                  </a:lnTo>
                  <a:lnTo>
                    <a:pt x="1038" y="696"/>
                  </a:lnTo>
                  <a:lnTo>
                    <a:pt x="518" y="0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Oval 13"/>
            <p:cNvSpPr>
              <a:spLocks noChangeArrowheads="1"/>
            </p:cNvSpPr>
            <p:nvPr/>
          </p:nvSpPr>
          <p:spPr bwMode="auto">
            <a:xfrm>
              <a:off x="4899025" y="2084388"/>
              <a:ext cx="1384300" cy="1387475"/>
            </a:xfrm>
            <a:prstGeom prst="ellipse">
              <a:avLst/>
            </a:prstGeom>
            <a:solidFill>
              <a:srgbClr val="39376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Freeform 14"/>
            <p:cNvSpPr>
              <a:spLocks/>
            </p:cNvSpPr>
            <p:nvPr/>
          </p:nvSpPr>
          <p:spPr bwMode="auto">
            <a:xfrm>
              <a:off x="6291263" y="4076700"/>
              <a:ext cx="2398713" cy="638175"/>
            </a:xfrm>
            <a:custGeom>
              <a:avLst/>
              <a:gdLst>
                <a:gd name="T0" fmla="*/ 0 w 639"/>
                <a:gd name="T1" fmla="*/ 170 h 170"/>
                <a:gd name="T2" fmla="*/ 319 w 639"/>
                <a:gd name="T3" fmla="*/ 0 h 170"/>
                <a:gd name="T4" fmla="*/ 639 w 639"/>
                <a:gd name="T5" fmla="*/ 170 h 170"/>
                <a:gd name="T6" fmla="*/ 0 w 639"/>
                <a:gd name="T7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9" h="170">
                  <a:moveTo>
                    <a:pt x="0" y="170"/>
                  </a:moveTo>
                  <a:cubicBezTo>
                    <a:pt x="45" y="69"/>
                    <a:pt x="174" y="0"/>
                    <a:pt x="319" y="0"/>
                  </a:cubicBezTo>
                  <a:cubicBezTo>
                    <a:pt x="465" y="0"/>
                    <a:pt x="593" y="69"/>
                    <a:pt x="639" y="170"/>
                  </a:cubicBezTo>
                  <a:lnTo>
                    <a:pt x="0" y="170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Freeform 15"/>
            <p:cNvSpPr>
              <a:spLocks/>
            </p:cNvSpPr>
            <p:nvPr/>
          </p:nvSpPr>
          <p:spPr bwMode="auto">
            <a:xfrm>
              <a:off x="4365625" y="4294188"/>
              <a:ext cx="2743200" cy="454025"/>
            </a:xfrm>
            <a:custGeom>
              <a:avLst/>
              <a:gdLst>
                <a:gd name="T0" fmla="*/ 0 w 731"/>
                <a:gd name="T1" fmla="*/ 121 h 121"/>
                <a:gd name="T2" fmla="*/ 365 w 731"/>
                <a:gd name="T3" fmla="*/ 0 h 121"/>
                <a:gd name="T4" fmla="*/ 731 w 731"/>
                <a:gd name="T5" fmla="*/ 121 h 121"/>
                <a:gd name="T6" fmla="*/ 0 w 73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1" h="121">
                  <a:moveTo>
                    <a:pt x="0" y="121"/>
                  </a:moveTo>
                  <a:cubicBezTo>
                    <a:pt x="72" y="47"/>
                    <a:pt x="213" y="0"/>
                    <a:pt x="365" y="0"/>
                  </a:cubicBezTo>
                  <a:cubicBezTo>
                    <a:pt x="518" y="0"/>
                    <a:pt x="658" y="47"/>
                    <a:pt x="731" y="121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Freeform 16"/>
            <p:cNvSpPr>
              <a:spLocks/>
            </p:cNvSpPr>
            <p:nvPr/>
          </p:nvSpPr>
          <p:spPr bwMode="auto">
            <a:xfrm>
              <a:off x="7256463" y="3144838"/>
              <a:ext cx="2432050" cy="1622425"/>
            </a:xfrm>
            <a:custGeom>
              <a:avLst/>
              <a:gdLst>
                <a:gd name="T0" fmla="*/ 0 w 1532"/>
                <a:gd name="T1" fmla="*/ 1022 h 1022"/>
                <a:gd name="T2" fmla="*/ 768 w 1532"/>
                <a:gd name="T3" fmla="*/ 0 h 1022"/>
                <a:gd name="T4" fmla="*/ 1532 w 1532"/>
                <a:gd name="T5" fmla="*/ 1022 h 1022"/>
                <a:gd name="T6" fmla="*/ 1324 w 1532"/>
                <a:gd name="T7" fmla="*/ 1022 h 1022"/>
                <a:gd name="T8" fmla="*/ 281 w 1532"/>
                <a:gd name="T9" fmla="*/ 1022 h 1022"/>
                <a:gd name="T10" fmla="*/ 0 w 1532"/>
                <a:gd name="T11" fmla="*/ 1022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32" h="1022">
                  <a:moveTo>
                    <a:pt x="0" y="1022"/>
                  </a:moveTo>
                  <a:lnTo>
                    <a:pt x="768" y="0"/>
                  </a:lnTo>
                  <a:lnTo>
                    <a:pt x="1532" y="1022"/>
                  </a:lnTo>
                  <a:lnTo>
                    <a:pt x="1324" y="1022"/>
                  </a:lnTo>
                  <a:lnTo>
                    <a:pt x="281" y="1022"/>
                  </a:lnTo>
                  <a:lnTo>
                    <a:pt x="0" y="1022"/>
                  </a:ln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Freeform 17"/>
            <p:cNvSpPr>
              <a:spLocks/>
            </p:cNvSpPr>
            <p:nvPr/>
          </p:nvSpPr>
          <p:spPr bwMode="auto">
            <a:xfrm>
              <a:off x="8475663" y="3144838"/>
              <a:ext cx="1212850" cy="1622425"/>
            </a:xfrm>
            <a:custGeom>
              <a:avLst/>
              <a:gdLst>
                <a:gd name="T0" fmla="*/ 764 w 764"/>
                <a:gd name="T1" fmla="*/ 1022 h 1022"/>
                <a:gd name="T2" fmla="*/ 556 w 764"/>
                <a:gd name="T3" fmla="*/ 1022 h 1022"/>
                <a:gd name="T4" fmla="*/ 253 w 764"/>
                <a:gd name="T5" fmla="*/ 1022 h 1022"/>
                <a:gd name="T6" fmla="*/ 0 w 764"/>
                <a:gd name="T7" fmla="*/ 0 h 1022"/>
                <a:gd name="T8" fmla="*/ 764 w 764"/>
                <a:gd name="T9" fmla="*/ 1022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4" h="1022">
                  <a:moveTo>
                    <a:pt x="764" y="1022"/>
                  </a:moveTo>
                  <a:lnTo>
                    <a:pt x="556" y="1022"/>
                  </a:lnTo>
                  <a:lnTo>
                    <a:pt x="253" y="1022"/>
                  </a:lnTo>
                  <a:lnTo>
                    <a:pt x="0" y="0"/>
                  </a:lnTo>
                  <a:lnTo>
                    <a:pt x="764" y="1022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Freeform 18"/>
            <p:cNvSpPr>
              <a:spLocks/>
            </p:cNvSpPr>
            <p:nvPr/>
          </p:nvSpPr>
          <p:spPr bwMode="auto">
            <a:xfrm>
              <a:off x="8101013" y="3144838"/>
              <a:ext cx="776288" cy="1622425"/>
            </a:xfrm>
            <a:custGeom>
              <a:avLst/>
              <a:gdLst>
                <a:gd name="T0" fmla="*/ 236 w 489"/>
                <a:gd name="T1" fmla="*/ 0 h 1022"/>
                <a:gd name="T2" fmla="*/ 0 w 489"/>
                <a:gd name="T3" fmla="*/ 1022 h 1022"/>
                <a:gd name="T4" fmla="*/ 489 w 489"/>
                <a:gd name="T5" fmla="*/ 1022 h 1022"/>
                <a:gd name="T6" fmla="*/ 236 w 489"/>
                <a:gd name="T7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9" h="1022">
                  <a:moveTo>
                    <a:pt x="236" y="0"/>
                  </a:moveTo>
                  <a:lnTo>
                    <a:pt x="0" y="1022"/>
                  </a:lnTo>
                  <a:lnTo>
                    <a:pt x="489" y="1022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1B3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Freeform 19"/>
            <p:cNvSpPr>
              <a:spLocks/>
            </p:cNvSpPr>
            <p:nvPr/>
          </p:nvSpPr>
          <p:spPr bwMode="auto">
            <a:xfrm>
              <a:off x="8475663" y="3144838"/>
              <a:ext cx="360363" cy="577850"/>
            </a:xfrm>
            <a:custGeom>
              <a:avLst/>
              <a:gdLst>
                <a:gd name="T0" fmla="*/ 0 w 96"/>
                <a:gd name="T1" fmla="*/ 0 h 154"/>
                <a:gd name="T2" fmla="*/ 96 w 96"/>
                <a:gd name="T3" fmla="*/ 129 h 154"/>
                <a:gd name="T4" fmla="*/ 91 w 96"/>
                <a:gd name="T5" fmla="*/ 126 h 154"/>
                <a:gd name="T6" fmla="*/ 70 w 96"/>
                <a:gd name="T7" fmla="*/ 140 h 154"/>
                <a:gd name="T8" fmla="*/ 69 w 96"/>
                <a:gd name="T9" fmla="*/ 154 h 154"/>
                <a:gd name="T10" fmla="*/ 35 w 96"/>
                <a:gd name="T11" fmla="*/ 141 h 154"/>
                <a:gd name="T12" fmla="*/ 0 w 96"/>
                <a:gd name="T1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54">
                  <a:moveTo>
                    <a:pt x="0" y="0"/>
                  </a:moveTo>
                  <a:cubicBezTo>
                    <a:pt x="96" y="129"/>
                    <a:pt x="96" y="129"/>
                    <a:pt x="96" y="129"/>
                  </a:cubicBezTo>
                  <a:cubicBezTo>
                    <a:pt x="91" y="126"/>
                    <a:pt x="91" y="126"/>
                    <a:pt x="91" y="126"/>
                  </a:cubicBezTo>
                  <a:cubicBezTo>
                    <a:pt x="81" y="122"/>
                    <a:pt x="70" y="129"/>
                    <a:pt x="70" y="140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35" y="141"/>
                    <a:pt x="35" y="141"/>
                    <a:pt x="35" y="14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Freeform 20"/>
            <p:cNvSpPr>
              <a:spLocks/>
            </p:cNvSpPr>
            <p:nvPr/>
          </p:nvSpPr>
          <p:spPr bwMode="auto">
            <a:xfrm>
              <a:off x="8359775" y="3144838"/>
              <a:ext cx="247650" cy="660400"/>
            </a:xfrm>
            <a:custGeom>
              <a:avLst/>
              <a:gdLst>
                <a:gd name="T0" fmla="*/ 0 w 66"/>
                <a:gd name="T1" fmla="*/ 135 h 176"/>
                <a:gd name="T2" fmla="*/ 12 w 66"/>
                <a:gd name="T3" fmla="*/ 154 h 176"/>
                <a:gd name="T4" fmla="*/ 19 w 66"/>
                <a:gd name="T5" fmla="*/ 145 h 176"/>
                <a:gd name="T6" fmla="*/ 40 w 66"/>
                <a:gd name="T7" fmla="*/ 150 h 176"/>
                <a:gd name="T8" fmla="*/ 56 w 66"/>
                <a:gd name="T9" fmla="*/ 176 h 176"/>
                <a:gd name="T10" fmla="*/ 66 w 66"/>
                <a:gd name="T11" fmla="*/ 141 h 176"/>
                <a:gd name="T12" fmla="*/ 31 w 66"/>
                <a:gd name="T13" fmla="*/ 0 h 176"/>
                <a:gd name="T14" fmla="*/ 0 w 66"/>
                <a:gd name="T15" fmla="*/ 13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76">
                  <a:moveTo>
                    <a:pt x="0" y="135"/>
                  </a:moveTo>
                  <a:cubicBezTo>
                    <a:pt x="12" y="154"/>
                    <a:pt x="12" y="154"/>
                    <a:pt x="12" y="154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25" y="136"/>
                    <a:pt x="36" y="142"/>
                    <a:pt x="40" y="150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66" y="141"/>
                    <a:pt x="66" y="141"/>
                    <a:pt x="66" y="14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0" y="135"/>
                  </a:lnTo>
                  <a:close/>
                </a:path>
              </a:pathLst>
            </a:custGeom>
            <a:solidFill>
              <a:srgbClr val="F6D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21"/>
            <p:cNvSpPr>
              <a:spLocks/>
            </p:cNvSpPr>
            <p:nvPr/>
          </p:nvSpPr>
          <p:spPr bwMode="auto">
            <a:xfrm>
              <a:off x="8062913" y="3144838"/>
              <a:ext cx="412750" cy="544513"/>
            </a:xfrm>
            <a:custGeom>
              <a:avLst/>
              <a:gdLst>
                <a:gd name="T0" fmla="*/ 110 w 110"/>
                <a:gd name="T1" fmla="*/ 0 h 145"/>
                <a:gd name="T2" fmla="*/ 0 w 110"/>
                <a:gd name="T3" fmla="*/ 145 h 145"/>
                <a:gd name="T4" fmla="*/ 28 w 110"/>
                <a:gd name="T5" fmla="*/ 124 h 145"/>
                <a:gd name="T6" fmla="*/ 55 w 110"/>
                <a:gd name="T7" fmla="*/ 135 h 145"/>
                <a:gd name="T8" fmla="*/ 56 w 110"/>
                <a:gd name="T9" fmla="*/ 143 h 145"/>
                <a:gd name="T10" fmla="*/ 79 w 110"/>
                <a:gd name="T11" fmla="*/ 135 h 145"/>
                <a:gd name="T12" fmla="*/ 110 w 110"/>
                <a:gd name="T13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145">
                  <a:moveTo>
                    <a:pt x="110" y="0"/>
                  </a:moveTo>
                  <a:cubicBezTo>
                    <a:pt x="0" y="145"/>
                    <a:pt x="0" y="145"/>
                    <a:pt x="0" y="145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8" y="116"/>
                    <a:pt x="53" y="122"/>
                    <a:pt x="55" y="135"/>
                  </a:cubicBezTo>
                  <a:cubicBezTo>
                    <a:pt x="56" y="143"/>
                    <a:pt x="56" y="143"/>
                    <a:pt x="56" y="143"/>
                  </a:cubicBezTo>
                  <a:cubicBezTo>
                    <a:pt x="79" y="135"/>
                    <a:pt x="79" y="135"/>
                    <a:pt x="79" y="135"/>
                  </a:cubicBezTo>
                  <a:lnTo>
                    <a:pt x="110" y="0"/>
                  </a:lnTo>
                  <a:close/>
                </a:path>
              </a:pathLst>
            </a:custGeom>
            <a:solidFill>
              <a:srgbClr val="FAF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Freeform 22"/>
            <p:cNvSpPr>
              <a:spLocks/>
            </p:cNvSpPr>
            <p:nvPr/>
          </p:nvSpPr>
          <p:spPr bwMode="auto">
            <a:xfrm>
              <a:off x="2703513" y="3343275"/>
              <a:ext cx="2124075" cy="1423988"/>
            </a:xfrm>
            <a:custGeom>
              <a:avLst/>
              <a:gdLst>
                <a:gd name="T0" fmla="*/ 669 w 1338"/>
                <a:gd name="T1" fmla="*/ 0 h 897"/>
                <a:gd name="T2" fmla="*/ 0 w 1338"/>
                <a:gd name="T3" fmla="*/ 897 h 897"/>
                <a:gd name="T4" fmla="*/ 182 w 1338"/>
                <a:gd name="T5" fmla="*/ 897 h 897"/>
                <a:gd name="T6" fmla="*/ 444 w 1338"/>
                <a:gd name="T7" fmla="*/ 897 h 897"/>
                <a:gd name="T8" fmla="*/ 1338 w 1338"/>
                <a:gd name="T9" fmla="*/ 897 h 897"/>
                <a:gd name="T10" fmla="*/ 669 w 1338"/>
                <a:gd name="T1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8" h="897">
                  <a:moveTo>
                    <a:pt x="669" y="0"/>
                  </a:moveTo>
                  <a:lnTo>
                    <a:pt x="0" y="897"/>
                  </a:lnTo>
                  <a:lnTo>
                    <a:pt x="182" y="897"/>
                  </a:lnTo>
                  <a:lnTo>
                    <a:pt x="444" y="897"/>
                  </a:lnTo>
                  <a:lnTo>
                    <a:pt x="1338" y="897"/>
                  </a:lnTo>
                  <a:lnTo>
                    <a:pt x="669" y="0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Freeform 23"/>
            <p:cNvSpPr>
              <a:spLocks/>
            </p:cNvSpPr>
            <p:nvPr/>
          </p:nvSpPr>
          <p:spPr bwMode="auto">
            <a:xfrm>
              <a:off x="2703513" y="3343275"/>
              <a:ext cx="2124075" cy="1423988"/>
            </a:xfrm>
            <a:custGeom>
              <a:avLst/>
              <a:gdLst>
                <a:gd name="T0" fmla="*/ 669 w 1338"/>
                <a:gd name="T1" fmla="*/ 0 h 897"/>
                <a:gd name="T2" fmla="*/ 0 w 1338"/>
                <a:gd name="T3" fmla="*/ 897 h 897"/>
                <a:gd name="T4" fmla="*/ 182 w 1338"/>
                <a:gd name="T5" fmla="*/ 897 h 897"/>
                <a:gd name="T6" fmla="*/ 444 w 1338"/>
                <a:gd name="T7" fmla="*/ 897 h 897"/>
                <a:gd name="T8" fmla="*/ 1338 w 1338"/>
                <a:gd name="T9" fmla="*/ 897 h 897"/>
                <a:gd name="T10" fmla="*/ 669 w 1338"/>
                <a:gd name="T1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8" h="897">
                  <a:moveTo>
                    <a:pt x="669" y="0"/>
                  </a:moveTo>
                  <a:lnTo>
                    <a:pt x="0" y="897"/>
                  </a:lnTo>
                  <a:lnTo>
                    <a:pt x="182" y="897"/>
                  </a:lnTo>
                  <a:lnTo>
                    <a:pt x="444" y="897"/>
                  </a:lnTo>
                  <a:lnTo>
                    <a:pt x="1338" y="897"/>
                  </a:lnTo>
                  <a:lnTo>
                    <a:pt x="6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Freeform 24"/>
            <p:cNvSpPr>
              <a:spLocks/>
            </p:cNvSpPr>
            <p:nvPr/>
          </p:nvSpPr>
          <p:spPr bwMode="auto">
            <a:xfrm>
              <a:off x="620713" y="2535238"/>
              <a:ext cx="3332163" cy="2232025"/>
            </a:xfrm>
            <a:custGeom>
              <a:avLst/>
              <a:gdLst>
                <a:gd name="T0" fmla="*/ 286 w 2099"/>
                <a:gd name="T1" fmla="*/ 1406 h 1406"/>
                <a:gd name="T2" fmla="*/ 2099 w 2099"/>
                <a:gd name="T3" fmla="*/ 1406 h 1406"/>
                <a:gd name="T4" fmla="*/ 1049 w 2099"/>
                <a:gd name="T5" fmla="*/ 0 h 1406"/>
                <a:gd name="T6" fmla="*/ 0 w 2099"/>
                <a:gd name="T7" fmla="*/ 1406 h 1406"/>
                <a:gd name="T8" fmla="*/ 286 w 2099"/>
                <a:gd name="T9" fmla="*/ 140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9" h="1406">
                  <a:moveTo>
                    <a:pt x="286" y="1406"/>
                  </a:moveTo>
                  <a:lnTo>
                    <a:pt x="2099" y="1406"/>
                  </a:lnTo>
                  <a:lnTo>
                    <a:pt x="1049" y="0"/>
                  </a:lnTo>
                  <a:lnTo>
                    <a:pt x="0" y="1406"/>
                  </a:lnTo>
                  <a:lnTo>
                    <a:pt x="286" y="1406"/>
                  </a:ln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Freeform 25"/>
            <p:cNvSpPr>
              <a:spLocks/>
            </p:cNvSpPr>
            <p:nvPr/>
          </p:nvSpPr>
          <p:spPr bwMode="auto">
            <a:xfrm>
              <a:off x="620713" y="2535238"/>
              <a:ext cx="3332163" cy="2232025"/>
            </a:xfrm>
            <a:custGeom>
              <a:avLst/>
              <a:gdLst>
                <a:gd name="T0" fmla="*/ 286 w 2099"/>
                <a:gd name="T1" fmla="*/ 1406 h 1406"/>
                <a:gd name="T2" fmla="*/ 2099 w 2099"/>
                <a:gd name="T3" fmla="*/ 1406 h 1406"/>
                <a:gd name="T4" fmla="*/ 1049 w 2099"/>
                <a:gd name="T5" fmla="*/ 0 h 1406"/>
                <a:gd name="T6" fmla="*/ 0 w 2099"/>
                <a:gd name="T7" fmla="*/ 1406 h 1406"/>
                <a:gd name="T8" fmla="*/ 286 w 2099"/>
                <a:gd name="T9" fmla="*/ 140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9" h="1406">
                  <a:moveTo>
                    <a:pt x="286" y="1406"/>
                  </a:moveTo>
                  <a:lnTo>
                    <a:pt x="2099" y="1406"/>
                  </a:lnTo>
                  <a:lnTo>
                    <a:pt x="1049" y="0"/>
                  </a:lnTo>
                  <a:lnTo>
                    <a:pt x="0" y="1406"/>
                  </a:lnTo>
                  <a:lnTo>
                    <a:pt x="286" y="14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26"/>
            <p:cNvSpPr>
              <a:spLocks/>
            </p:cNvSpPr>
            <p:nvPr/>
          </p:nvSpPr>
          <p:spPr bwMode="auto">
            <a:xfrm>
              <a:off x="620713" y="2535238"/>
              <a:ext cx="1665288" cy="2232025"/>
            </a:xfrm>
            <a:custGeom>
              <a:avLst/>
              <a:gdLst>
                <a:gd name="T0" fmla="*/ 0 w 1049"/>
                <a:gd name="T1" fmla="*/ 1406 h 1406"/>
                <a:gd name="T2" fmla="*/ 286 w 1049"/>
                <a:gd name="T3" fmla="*/ 1406 h 1406"/>
                <a:gd name="T4" fmla="*/ 699 w 1049"/>
                <a:gd name="T5" fmla="*/ 1406 h 1406"/>
                <a:gd name="T6" fmla="*/ 1049 w 1049"/>
                <a:gd name="T7" fmla="*/ 0 h 1406"/>
                <a:gd name="T8" fmla="*/ 0 w 1049"/>
                <a:gd name="T9" fmla="*/ 140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9" h="1406">
                  <a:moveTo>
                    <a:pt x="0" y="1406"/>
                  </a:moveTo>
                  <a:lnTo>
                    <a:pt x="286" y="1406"/>
                  </a:lnTo>
                  <a:lnTo>
                    <a:pt x="699" y="1406"/>
                  </a:lnTo>
                  <a:lnTo>
                    <a:pt x="1049" y="0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27"/>
            <p:cNvSpPr>
              <a:spLocks/>
            </p:cNvSpPr>
            <p:nvPr/>
          </p:nvSpPr>
          <p:spPr bwMode="auto">
            <a:xfrm>
              <a:off x="1730375" y="2535238"/>
              <a:ext cx="1066800" cy="2232025"/>
            </a:xfrm>
            <a:custGeom>
              <a:avLst/>
              <a:gdLst>
                <a:gd name="T0" fmla="*/ 350 w 672"/>
                <a:gd name="T1" fmla="*/ 0 h 1406"/>
                <a:gd name="T2" fmla="*/ 672 w 672"/>
                <a:gd name="T3" fmla="*/ 1406 h 1406"/>
                <a:gd name="T4" fmla="*/ 0 w 672"/>
                <a:gd name="T5" fmla="*/ 1406 h 1406"/>
                <a:gd name="T6" fmla="*/ 350 w 672"/>
                <a:gd name="T7" fmla="*/ 0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2" h="1406">
                  <a:moveTo>
                    <a:pt x="350" y="0"/>
                  </a:moveTo>
                  <a:lnTo>
                    <a:pt x="672" y="1406"/>
                  </a:lnTo>
                  <a:lnTo>
                    <a:pt x="0" y="1406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1B3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28"/>
            <p:cNvSpPr>
              <a:spLocks/>
            </p:cNvSpPr>
            <p:nvPr/>
          </p:nvSpPr>
          <p:spPr bwMode="auto">
            <a:xfrm>
              <a:off x="1790700" y="2535238"/>
              <a:ext cx="495300" cy="1090613"/>
            </a:xfrm>
            <a:custGeom>
              <a:avLst/>
              <a:gdLst>
                <a:gd name="T0" fmla="*/ 132 w 132"/>
                <a:gd name="T1" fmla="*/ 0 h 290"/>
                <a:gd name="T2" fmla="*/ 0 w 132"/>
                <a:gd name="T3" fmla="*/ 177 h 290"/>
                <a:gd name="T4" fmla="*/ 7 w 132"/>
                <a:gd name="T5" fmla="*/ 173 h 290"/>
                <a:gd name="T6" fmla="*/ 28 w 132"/>
                <a:gd name="T7" fmla="*/ 192 h 290"/>
                <a:gd name="T8" fmla="*/ 5 w 132"/>
                <a:gd name="T9" fmla="*/ 290 h 290"/>
                <a:gd name="T10" fmla="*/ 83 w 132"/>
                <a:gd name="T11" fmla="*/ 195 h 290"/>
                <a:gd name="T12" fmla="*/ 132 w 132"/>
                <a:gd name="T13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290">
                  <a:moveTo>
                    <a:pt x="132" y="0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19" y="169"/>
                    <a:pt x="31" y="179"/>
                    <a:pt x="28" y="192"/>
                  </a:cubicBezTo>
                  <a:cubicBezTo>
                    <a:pt x="5" y="290"/>
                    <a:pt x="5" y="290"/>
                    <a:pt x="5" y="290"/>
                  </a:cubicBezTo>
                  <a:cubicBezTo>
                    <a:pt x="83" y="195"/>
                    <a:pt x="83" y="195"/>
                    <a:pt x="83" y="195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29"/>
            <p:cNvSpPr>
              <a:spLocks/>
            </p:cNvSpPr>
            <p:nvPr/>
          </p:nvSpPr>
          <p:spPr bwMode="auto">
            <a:xfrm>
              <a:off x="2101850" y="2535238"/>
              <a:ext cx="342900" cy="977900"/>
            </a:xfrm>
            <a:custGeom>
              <a:avLst/>
              <a:gdLst>
                <a:gd name="T0" fmla="*/ 91 w 91"/>
                <a:gd name="T1" fmla="*/ 185 h 260"/>
                <a:gd name="T2" fmla="*/ 84 w 91"/>
                <a:gd name="T3" fmla="*/ 256 h 260"/>
                <a:gd name="T4" fmla="*/ 53 w 91"/>
                <a:gd name="T5" fmla="*/ 211 h 260"/>
                <a:gd name="T6" fmla="*/ 38 w 91"/>
                <a:gd name="T7" fmla="*/ 211 h 260"/>
                <a:gd name="T8" fmla="*/ 5 w 91"/>
                <a:gd name="T9" fmla="*/ 260 h 260"/>
                <a:gd name="T10" fmla="*/ 0 w 91"/>
                <a:gd name="T11" fmla="*/ 195 h 260"/>
                <a:gd name="T12" fmla="*/ 49 w 91"/>
                <a:gd name="T13" fmla="*/ 0 h 260"/>
                <a:gd name="T14" fmla="*/ 91 w 91"/>
                <a:gd name="T15" fmla="*/ 185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260">
                  <a:moveTo>
                    <a:pt x="91" y="185"/>
                  </a:moveTo>
                  <a:cubicBezTo>
                    <a:pt x="84" y="256"/>
                    <a:pt x="84" y="256"/>
                    <a:pt x="84" y="256"/>
                  </a:cubicBezTo>
                  <a:cubicBezTo>
                    <a:pt x="53" y="211"/>
                    <a:pt x="53" y="211"/>
                    <a:pt x="53" y="211"/>
                  </a:cubicBezTo>
                  <a:cubicBezTo>
                    <a:pt x="49" y="205"/>
                    <a:pt x="41" y="205"/>
                    <a:pt x="38" y="211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91" y="185"/>
                  </a:lnTo>
                  <a:close/>
                </a:path>
              </a:pathLst>
            </a:custGeom>
            <a:solidFill>
              <a:srgbClr val="F6D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30"/>
            <p:cNvSpPr>
              <a:spLocks/>
            </p:cNvSpPr>
            <p:nvPr/>
          </p:nvSpPr>
          <p:spPr bwMode="auto">
            <a:xfrm>
              <a:off x="2286000" y="2535238"/>
              <a:ext cx="560388" cy="782638"/>
            </a:xfrm>
            <a:custGeom>
              <a:avLst/>
              <a:gdLst>
                <a:gd name="T0" fmla="*/ 0 w 149"/>
                <a:gd name="T1" fmla="*/ 0 h 208"/>
                <a:gd name="T2" fmla="*/ 149 w 149"/>
                <a:gd name="T3" fmla="*/ 199 h 208"/>
                <a:gd name="T4" fmla="*/ 105 w 149"/>
                <a:gd name="T5" fmla="*/ 174 h 208"/>
                <a:gd name="T6" fmla="*/ 88 w 149"/>
                <a:gd name="T7" fmla="*/ 182 h 208"/>
                <a:gd name="T8" fmla="*/ 85 w 149"/>
                <a:gd name="T9" fmla="*/ 208 h 208"/>
                <a:gd name="T10" fmla="*/ 42 w 149"/>
                <a:gd name="T11" fmla="*/ 185 h 208"/>
                <a:gd name="T12" fmla="*/ 0 w 149"/>
                <a:gd name="T1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208">
                  <a:moveTo>
                    <a:pt x="0" y="0"/>
                  </a:moveTo>
                  <a:cubicBezTo>
                    <a:pt x="149" y="199"/>
                    <a:pt x="149" y="199"/>
                    <a:pt x="149" y="199"/>
                  </a:cubicBezTo>
                  <a:cubicBezTo>
                    <a:pt x="105" y="174"/>
                    <a:pt x="105" y="174"/>
                    <a:pt x="105" y="174"/>
                  </a:cubicBezTo>
                  <a:cubicBezTo>
                    <a:pt x="98" y="170"/>
                    <a:pt x="89" y="175"/>
                    <a:pt x="88" y="182"/>
                  </a:cubicBezTo>
                  <a:cubicBezTo>
                    <a:pt x="85" y="208"/>
                    <a:pt x="85" y="208"/>
                    <a:pt x="85" y="208"/>
                  </a:cubicBezTo>
                  <a:cubicBezTo>
                    <a:pt x="42" y="185"/>
                    <a:pt x="42" y="185"/>
                    <a:pt x="42" y="18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AF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31"/>
            <p:cNvSpPr>
              <a:spLocks/>
            </p:cNvSpPr>
            <p:nvPr/>
          </p:nvSpPr>
          <p:spPr bwMode="auto">
            <a:xfrm>
              <a:off x="2894013" y="2084388"/>
              <a:ext cx="885825" cy="230188"/>
            </a:xfrm>
            <a:custGeom>
              <a:avLst/>
              <a:gdLst>
                <a:gd name="T0" fmla="*/ 236 w 236"/>
                <a:gd name="T1" fmla="*/ 31 h 61"/>
                <a:gd name="T2" fmla="*/ 206 w 236"/>
                <a:gd name="T3" fmla="*/ 61 h 61"/>
                <a:gd name="T4" fmla="*/ 30 w 236"/>
                <a:gd name="T5" fmla="*/ 61 h 61"/>
                <a:gd name="T6" fmla="*/ 0 w 236"/>
                <a:gd name="T7" fmla="*/ 31 h 61"/>
                <a:gd name="T8" fmla="*/ 30 w 236"/>
                <a:gd name="T9" fmla="*/ 0 h 61"/>
                <a:gd name="T10" fmla="*/ 206 w 236"/>
                <a:gd name="T11" fmla="*/ 0 h 61"/>
                <a:gd name="T12" fmla="*/ 236 w 236"/>
                <a:gd name="T13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6" h="61">
                  <a:moveTo>
                    <a:pt x="236" y="31"/>
                  </a:moveTo>
                  <a:cubicBezTo>
                    <a:pt x="236" y="48"/>
                    <a:pt x="223" y="61"/>
                    <a:pt x="206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14" y="61"/>
                    <a:pt x="0" y="48"/>
                    <a:pt x="0" y="31"/>
                  </a:cubicBezTo>
                  <a:cubicBezTo>
                    <a:pt x="0" y="14"/>
                    <a:pt x="14" y="0"/>
                    <a:pt x="30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23" y="0"/>
                    <a:pt x="236" y="14"/>
                    <a:pt x="236" y="31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Freeform 32"/>
            <p:cNvSpPr>
              <a:spLocks/>
            </p:cNvSpPr>
            <p:nvPr/>
          </p:nvSpPr>
          <p:spPr bwMode="auto">
            <a:xfrm>
              <a:off x="8637588" y="1116013"/>
              <a:ext cx="1350963" cy="206375"/>
            </a:xfrm>
            <a:custGeom>
              <a:avLst/>
              <a:gdLst>
                <a:gd name="T0" fmla="*/ 0 w 360"/>
                <a:gd name="T1" fmla="*/ 28 h 55"/>
                <a:gd name="T2" fmla="*/ 28 w 360"/>
                <a:gd name="T3" fmla="*/ 0 h 55"/>
                <a:gd name="T4" fmla="*/ 332 w 360"/>
                <a:gd name="T5" fmla="*/ 0 h 55"/>
                <a:gd name="T6" fmla="*/ 360 w 360"/>
                <a:gd name="T7" fmla="*/ 28 h 55"/>
                <a:gd name="T8" fmla="*/ 332 w 360"/>
                <a:gd name="T9" fmla="*/ 55 h 55"/>
                <a:gd name="T10" fmla="*/ 28 w 360"/>
                <a:gd name="T11" fmla="*/ 55 h 55"/>
                <a:gd name="T12" fmla="*/ 0 w 360"/>
                <a:gd name="T13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0" h="55">
                  <a:moveTo>
                    <a:pt x="0" y="28"/>
                  </a:moveTo>
                  <a:cubicBezTo>
                    <a:pt x="0" y="12"/>
                    <a:pt x="13" y="0"/>
                    <a:pt x="28" y="0"/>
                  </a:cubicBezTo>
                  <a:cubicBezTo>
                    <a:pt x="332" y="0"/>
                    <a:pt x="332" y="0"/>
                    <a:pt x="332" y="0"/>
                  </a:cubicBezTo>
                  <a:cubicBezTo>
                    <a:pt x="347" y="0"/>
                    <a:pt x="360" y="12"/>
                    <a:pt x="360" y="28"/>
                  </a:cubicBezTo>
                  <a:cubicBezTo>
                    <a:pt x="360" y="43"/>
                    <a:pt x="347" y="55"/>
                    <a:pt x="332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13" y="55"/>
                    <a:pt x="0" y="43"/>
                    <a:pt x="0" y="28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Freeform 33"/>
            <p:cNvSpPr>
              <a:spLocks noEditPoints="1"/>
            </p:cNvSpPr>
            <p:nvPr/>
          </p:nvSpPr>
          <p:spPr bwMode="auto">
            <a:xfrm>
              <a:off x="10179050" y="1539875"/>
              <a:ext cx="1397000" cy="206375"/>
            </a:xfrm>
            <a:custGeom>
              <a:avLst/>
              <a:gdLst>
                <a:gd name="T0" fmla="*/ 158 w 372"/>
                <a:gd name="T1" fmla="*/ 27 h 55"/>
                <a:gd name="T2" fmla="*/ 186 w 372"/>
                <a:gd name="T3" fmla="*/ 0 h 55"/>
                <a:gd name="T4" fmla="*/ 344 w 372"/>
                <a:gd name="T5" fmla="*/ 0 h 55"/>
                <a:gd name="T6" fmla="*/ 372 w 372"/>
                <a:gd name="T7" fmla="*/ 27 h 55"/>
                <a:gd name="T8" fmla="*/ 344 w 372"/>
                <a:gd name="T9" fmla="*/ 55 h 55"/>
                <a:gd name="T10" fmla="*/ 186 w 372"/>
                <a:gd name="T11" fmla="*/ 55 h 55"/>
                <a:gd name="T12" fmla="*/ 158 w 372"/>
                <a:gd name="T13" fmla="*/ 27 h 55"/>
                <a:gd name="T14" fmla="*/ 107 w 372"/>
                <a:gd name="T15" fmla="*/ 55 h 55"/>
                <a:gd name="T16" fmla="*/ 134 w 372"/>
                <a:gd name="T17" fmla="*/ 27 h 55"/>
                <a:gd name="T18" fmla="*/ 107 w 372"/>
                <a:gd name="T19" fmla="*/ 0 h 55"/>
                <a:gd name="T20" fmla="*/ 79 w 372"/>
                <a:gd name="T21" fmla="*/ 27 h 55"/>
                <a:gd name="T22" fmla="*/ 107 w 372"/>
                <a:gd name="T23" fmla="*/ 55 h 55"/>
                <a:gd name="T24" fmla="*/ 28 w 372"/>
                <a:gd name="T25" fmla="*/ 55 h 55"/>
                <a:gd name="T26" fmla="*/ 55 w 372"/>
                <a:gd name="T27" fmla="*/ 27 h 55"/>
                <a:gd name="T28" fmla="*/ 28 w 372"/>
                <a:gd name="T29" fmla="*/ 0 h 55"/>
                <a:gd name="T30" fmla="*/ 0 w 372"/>
                <a:gd name="T31" fmla="*/ 27 h 55"/>
                <a:gd name="T32" fmla="*/ 28 w 372"/>
                <a:gd name="T3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2" h="55">
                  <a:moveTo>
                    <a:pt x="158" y="27"/>
                  </a:moveTo>
                  <a:cubicBezTo>
                    <a:pt x="158" y="12"/>
                    <a:pt x="171" y="0"/>
                    <a:pt x="186" y="0"/>
                  </a:cubicBezTo>
                  <a:cubicBezTo>
                    <a:pt x="344" y="0"/>
                    <a:pt x="344" y="0"/>
                    <a:pt x="344" y="0"/>
                  </a:cubicBezTo>
                  <a:cubicBezTo>
                    <a:pt x="359" y="0"/>
                    <a:pt x="372" y="12"/>
                    <a:pt x="372" y="27"/>
                  </a:cubicBezTo>
                  <a:cubicBezTo>
                    <a:pt x="372" y="42"/>
                    <a:pt x="359" y="55"/>
                    <a:pt x="344" y="55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71" y="55"/>
                    <a:pt x="158" y="42"/>
                    <a:pt x="158" y="27"/>
                  </a:cubicBezTo>
                  <a:close/>
                  <a:moveTo>
                    <a:pt x="107" y="55"/>
                  </a:moveTo>
                  <a:cubicBezTo>
                    <a:pt x="122" y="55"/>
                    <a:pt x="134" y="42"/>
                    <a:pt x="134" y="27"/>
                  </a:cubicBezTo>
                  <a:cubicBezTo>
                    <a:pt x="134" y="12"/>
                    <a:pt x="122" y="0"/>
                    <a:pt x="107" y="0"/>
                  </a:cubicBezTo>
                  <a:cubicBezTo>
                    <a:pt x="92" y="0"/>
                    <a:pt x="79" y="12"/>
                    <a:pt x="79" y="27"/>
                  </a:cubicBezTo>
                  <a:cubicBezTo>
                    <a:pt x="79" y="42"/>
                    <a:pt x="92" y="55"/>
                    <a:pt x="107" y="55"/>
                  </a:cubicBezTo>
                  <a:close/>
                  <a:moveTo>
                    <a:pt x="28" y="55"/>
                  </a:moveTo>
                  <a:cubicBezTo>
                    <a:pt x="43" y="55"/>
                    <a:pt x="55" y="42"/>
                    <a:pt x="55" y="27"/>
                  </a:cubicBezTo>
                  <a:cubicBezTo>
                    <a:pt x="55" y="12"/>
                    <a:pt x="43" y="0"/>
                    <a:pt x="28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5"/>
                    <a:pt x="28" y="55"/>
                  </a:cubicBez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34"/>
            <p:cNvSpPr>
              <a:spLocks noEditPoints="1"/>
            </p:cNvSpPr>
            <p:nvPr/>
          </p:nvSpPr>
          <p:spPr bwMode="auto">
            <a:xfrm>
              <a:off x="11174413" y="2851150"/>
              <a:ext cx="1095375" cy="206375"/>
            </a:xfrm>
            <a:custGeom>
              <a:avLst/>
              <a:gdLst>
                <a:gd name="T0" fmla="*/ 79 w 292"/>
                <a:gd name="T1" fmla="*/ 27 h 55"/>
                <a:gd name="T2" fmla="*/ 106 w 292"/>
                <a:gd name="T3" fmla="*/ 0 h 55"/>
                <a:gd name="T4" fmla="*/ 265 w 292"/>
                <a:gd name="T5" fmla="*/ 0 h 55"/>
                <a:gd name="T6" fmla="*/ 292 w 292"/>
                <a:gd name="T7" fmla="*/ 27 h 55"/>
                <a:gd name="T8" fmla="*/ 265 w 292"/>
                <a:gd name="T9" fmla="*/ 55 h 55"/>
                <a:gd name="T10" fmla="*/ 106 w 292"/>
                <a:gd name="T11" fmla="*/ 55 h 55"/>
                <a:gd name="T12" fmla="*/ 79 w 292"/>
                <a:gd name="T13" fmla="*/ 27 h 55"/>
                <a:gd name="T14" fmla="*/ 27 w 292"/>
                <a:gd name="T15" fmla="*/ 55 h 55"/>
                <a:gd name="T16" fmla="*/ 55 w 292"/>
                <a:gd name="T17" fmla="*/ 27 h 55"/>
                <a:gd name="T18" fmla="*/ 27 w 292"/>
                <a:gd name="T19" fmla="*/ 0 h 55"/>
                <a:gd name="T20" fmla="*/ 0 w 292"/>
                <a:gd name="T21" fmla="*/ 27 h 55"/>
                <a:gd name="T22" fmla="*/ 27 w 292"/>
                <a:gd name="T2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2" h="55">
                  <a:moveTo>
                    <a:pt x="79" y="27"/>
                  </a:moveTo>
                  <a:cubicBezTo>
                    <a:pt x="79" y="12"/>
                    <a:pt x="91" y="0"/>
                    <a:pt x="10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280" y="0"/>
                    <a:pt x="292" y="12"/>
                    <a:pt x="292" y="27"/>
                  </a:cubicBezTo>
                  <a:cubicBezTo>
                    <a:pt x="292" y="43"/>
                    <a:pt x="280" y="55"/>
                    <a:pt x="265" y="55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91" y="55"/>
                    <a:pt x="79" y="43"/>
                    <a:pt x="79" y="27"/>
                  </a:cubicBezTo>
                  <a:close/>
                  <a:moveTo>
                    <a:pt x="27" y="55"/>
                  </a:moveTo>
                  <a:cubicBezTo>
                    <a:pt x="43" y="55"/>
                    <a:pt x="55" y="43"/>
                    <a:pt x="55" y="27"/>
                  </a:cubicBezTo>
                  <a:cubicBezTo>
                    <a:pt x="55" y="12"/>
                    <a:pt x="43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3"/>
                    <a:pt x="12" y="55"/>
                    <a:pt x="27" y="55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Freeform 35"/>
            <p:cNvSpPr>
              <a:spLocks noEditPoints="1"/>
            </p:cNvSpPr>
            <p:nvPr/>
          </p:nvSpPr>
          <p:spPr bwMode="auto">
            <a:xfrm>
              <a:off x="315913" y="2724150"/>
              <a:ext cx="1095375" cy="206375"/>
            </a:xfrm>
            <a:custGeom>
              <a:avLst/>
              <a:gdLst>
                <a:gd name="T0" fmla="*/ 213 w 292"/>
                <a:gd name="T1" fmla="*/ 27 h 55"/>
                <a:gd name="T2" fmla="*/ 186 w 292"/>
                <a:gd name="T3" fmla="*/ 55 h 55"/>
                <a:gd name="T4" fmla="*/ 27 w 292"/>
                <a:gd name="T5" fmla="*/ 55 h 55"/>
                <a:gd name="T6" fmla="*/ 0 w 292"/>
                <a:gd name="T7" fmla="*/ 27 h 55"/>
                <a:gd name="T8" fmla="*/ 27 w 292"/>
                <a:gd name="T9" fmla="*/ 0 h 55"/>
                <a:gd name="T10" fmla="*/ 186 w 292"/>
                <a:gd name="T11" fmla="*/ 0 h 55"/>
                <a:gd name="T12" fmla="*/ 213 w 292"/>
                <a:gd name="T13" fmla="*/ 27 h 55"/>
                <a:gd name="T14" fmla="*/ 265 w 292"/>
                <a:gd name="T15" fmla="*/ 0 h 55"/>
                <a:gd name="T16" fmla="*/ 237 w 292"/>
                <a:gd name="T17" fmla="*/ 27 h 55"/>
                <a:gd name="T18" fmla="*/ 265 w 292"/>
                <a:gd name="T19" fmla="*/ 55 h 55"/>
                <a:gd name="T20" fmla="*/ 292 w 292"/>
                <a:gd name="T21" fmla="*/ 27 h 55"/>
                <a:gd name="T22" fmla="*/ 265 w 292"/>
                <a:gd name="T2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2" h="55">
                  <a:moveTo>
                    <a:pt x="213" y="27"/>
                  </a:moveTo>
                  <a:cubicBezTo>
                    <a:pt x="213" y="42"/>
                    <a:pt x="201" y="55"/>
                    <a:pt x="186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12" y="55"/>
                    <a:pt x="0" y="42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201" y="0"/>
                    <a:pt x="213" y="12"/>
                    <a:pt x="213" y="27"/>
                  </a:cubicBezTo>
                  <a:close/>
                  <a:moveTo>
                    <a:pt x="265" y="0"/>
                  </a:moveTo>
                  <a:cubicBezTo>
                    <a:pt x="250" y="0"/>
                    <a:pt x="237" y="12"/>
                    <a:pt x="237" y="27"/>
                  </a:cubicBezTo>
                  <a:cubicBezTo>
                    <a:pt x="237" y="42"/>
                    <a:pt x="250" y="55"/>
                    <a:pt x="265" y="55"/>
                  </a:cubicBezTo>
                  <a:cubicBezTo>
                    <a:pt x="280" y="55"/>
                    <a:pt x="292" y="42"/>
                    <a:pt x="292" y="27"/>
                  </a:cubicBezTo>
                  <a:cubicBezTo>
                    <a:pt x="292" y="12"/>
                    <a:pt x="280" y="0"/>
                    <a:pt x="265" y="0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36"/>
            <p:cNvSpPr>
              <a:spLocks noEditPoints="1"/>
            </p:cNvSpPr>
            <p:nvPr/>
          </p:nvSpPr>
          <p:spPr bwMode="auto">
            <a:xfrm>
              <a:off x="6846888" y="2881313"/>
              <a:ext cx="1395413" cy="203200"/>
            </a:xfrm>
            <a:custGeom>
              <a:avLst/>
              <a:gdLst>
                <a:gd name="T0" fmla="*/ 158 w 372"/>
                <a:gd name="T1" fmla="*/ 27 h 54"/>
                <a:gd name="T2" fmla="*/ 186 w 372"/>
                <a:gd name="T3" fmla="*/ 0 h 54"/>
                <a:gd name="T4" fmla="*/ 344 w 372"/>
                <a:gd name="T5" fmla="*/ 0 h 54"/>
                <a:gd name="T6" fmla="*/ 372 w 372"/>
                <a:gd name="T7" fmla="*/ 27 h 54"/>
                <a:gd name="T8" fmla="*/ 344 w 372"/>
                <a:gd name="T9" fmla="*/ 54 h 54"/>
                <a:gd name="T10" fmla="*/ 186 w 372"/>
                <a:gd name="T11" fmla="*/ 54 h 54"/>
                <a:gd name="T12" fmla="*/ 158 w 372"/>
                <a:gd name="T13" fmla="*/ 27 h 54"/>
                <a:gd name="T14" fmla="*/ 107 w 372"/>
                <a:gd name="T15" fmla="*/ 54 h 54"/>
                <a:gd name="T16" fmla="*/ 134 w 372"/>
                <a:gd name="T17" fmla="*/ 27 h 54"/>
                <a:gd name="T18" fmla="*/ 107 w 372"/>
                <a:gd name="T19" fmla="*/ 0 h 54"/>
                <a:gd name="T20" fmla="*/ 79 w 372"/>
                <a:gd name="T21" fmla="*/ 27 h 54"/>
                <a:gd name="T22" fmla="*/ 107 w 372"/>
                <a:gd name="T23" fmla="*/ 54 h 54"/>
                <a:gd name="T24" fmla="*/ 27 w 372"/>
                <a:gd name="T25" fmla="*/ 54 h 54"/>
                <a:gd name="T26" fmla="*/ 55 w 372"/>
                <a:gd name="T27" fmla="*/ 27 h 54"/>
                <a:gd name="T28" fmla="*/ 27 w 372"/>
                <a:gd name="T29" fmla="*/ 0 h 54"/>
                <a:gd name="T30" fmla="*/ 0 w 372"/>
                <a:gd name="T31" fmla="*/ 27 h 54"/>
                <a:gd name="T32" fmla="*/ 27 w 372"/>
                <a:gd name="T3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2" h="54">
                  <a:moveTo>
                    <a:pt x="158" y="27"/>
                  </a:moveTo>
                  <a:cubicBezTo>
                    <a:pt x="158" y="12"/>
                    <a:pt x="171" y="0"/>
                    <a:pt x="186" y="0"/>
                  </a:cubicBezTo>
                  <a:cubicBezTo>
                    <a:pt x="344" y="0"/>
                    <a:pt x="344" y="0"/>
                    <a:pt x="344" y="0"/>
                  </a:cubicBezTo>
                  <a:cubicBezTo>
                    <a:pt x="359" y="0"/>
                    <a:pt x="372" y="12"/>
                    <a:pt x="372" y="27"/>
                  </a:cubicBezTo>
                  <a:cubicBezTo>
                    <a:pt x="372" y="42"/>
                    <a:pt x="359" y="54"/>
                    <a:pt x="344" y="54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71" y="54"/>
                    <a:pt x="158" y="42"/>
                    <a:pt x="158" y="27"/>
                  </a:cubicBezTo>
                  <a:close/>
                  <a:moveTo>
                    <a:pt x="107" y="54"/>
                  </a:moveTo>
                  <a:cubicBezTo>
                    <a:pt x="122" y="54"/>
                    <a:pt x="134" y="42"/>
                    <a:pt x="134" y="27"/>
                  </a:cubicBezTo>
                  <a:cubicBezTo>
                    <a:pt x="134" y="12"/>
                    <a:pt x="122" y="0"/>
                    <a:pt x="107" y="0"/>
                  </a:cubicBezTo>
                  <a:cubicBezTo>
                    <a:pt x="92" y="0"/>
                    <a:pt x="79" y="12"/>
                    <a:pt x="79" y="27"/>
                  </a:cubicBezTo>
                  <a:cubicBezTo>
                    <a:pt x="79" y="42"/>
                    <a:pt x="92" y="54"/>
                    <a:pt x="107" y="54"/>
                  </a:cubicBezTo>
                  <a:close/>
                  <a:moveTo>
                    <a:pt x="27" y="54"/>
                  </a:moveTo>
                  <a:cubicBezTo>
                    <a:pt x="43" y="54"/>
                    <a:pt x="55" y="42"/>
                    <a:pt x="55" y="27"/>
                  </a:cubicBezTo>
                  <a:cubicBezTo>
                    <a:pt x="55" y="12"/>
                    <a:pt x="43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</a:path>
              </a:pathLst>
            </a:custGeom>
            <a:gradFill>
              <a:gsLst>
                <a:gs pos="21000">
                  <a:srgbClr val="9C938C"/>
                </a:gs>
                <a:gs pos="100000">
                  <a:srgbClr val="23518A"/>
                </a:gs>
              </a:gsLst>
              <a:lin ang="21594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37"/>
            <p:cNvSpPr>
              <a:spLocks noEditPoints="1"/>
            </p:cNvSpPr>
            <p:nvPr/>
          </p:nvSpPr>
          <p:spPr bwMode="auto">
            <a:xfrm>
              <a:off x="1119188" y="1443038"/>
              <a:ext cx="1884363" cy="206375"/>
            </a:xfrm>
            <a:custGeom>
              <a:avLst/>
              <a:gdLst>
                <a:gd name="T0" fmla="*/ 344 w 502"/>
                <a:gd name="T1" fmla="*/ 28 h 55"/>
                <a:gd name="T2" fmla="*/ 317 w 502"/>
                <a:gd name="T3" fmla="*/ 55 h 55"/>
                <a:gd name="T4" fmla="*/ 28 w 502"/>
                <a:gd name="T5" fmla="*/ 55 h 55"/>
                <a:gd name="T6" fmla="*/ 0 w 502"/>
                <a:gd name="T7" fmla="*/ 28 h 55"/>
                <a:gd name="T8" fmla="*/ 28 w 502"/>
                <a:gd name="T9" fmla="*/ 0 h 55"/>
                <a:gd name="T10" fmla="*/ 317 w 502"/>
                <a:gd name="T11" fmla="*/ 0 h 55"/>
                <a:gd name="T12" fmla="*/ 344 w 502"/>
                <a:gd name="T13" fmla="*/ 28 h 55"/>
                <a:gd name="T14" fmla="*/ 396 w 502"/>
                <a:gd name="T15" fmla="*/ 0 h 55"/>
                <a:gd name="T16" fmla="*/ 368 w 502"/>
                <a:gd name="T17" fmla="*/ 28 h 55"/>
                <a:gd name="T18" fmla="*/ 396 w 502"/>
                <a:gd name="T19" fmla="*/ 55 h 55"/>
                <a:gd name="T20" fmla="*/ 423 w 502"/>
                <a:gd name="T21" fmla="*/ 28 h 55"/>
                <a:gd name="T22" fmla="*/ 396 w 502"/>
                <a:gd name="T23" fmla="*/ 0 h 55"/>
                <a:gd name="T24" fmla="*/ 475 w 502"/>
                <a:gd name="T25" fmla="*/ 0 h 55"/>
                <a:gd name="T26" fmla="*/ 448 w 502"/>
                <a:gd name="T27" fmla="*/ 28 h 55"/>
                <a:gd name="T28" fmla="*/ 475 w 502"/>
                <a:gd name="T29" fmla="*/ 55 h 55"/>
                <a:gd name="T30" fmla="*/ 502 w 502"/>
                <a:gd name="T31" fmla="*/ 28 h 55"/>
                <a:gd name="T32" fmla="*/ 475 w 502"/>
                <a:gd name="T3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02" h="55">
                  <a:moveTo>
                    <a:pt x="344" y="28"/>
                  </a:moveTo>
                  <a:cubicBezTo>
                    <a:pt x="344" y="43"/>
                    <a:pt x="332" y="55"/>
                    <a:pt x="317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12" y="55"/>
                    <a:pt x="0" y="43"/>
                    <a:pt x="0" y="28"/>
                  </a:cubicBezTo>
                  <a:cubicBezTo>
                    <a:pt x="0" y="13"/>
                    <a:pt x="12" y="0"/>
                    <a:pt x="28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332" y="0"/>
                    <a:pt x="344" y="13"/>
                    <a:pt x="344" y="28"/>
                  </a:cubicBezTo>
                  <a:close/>
                  <a:moveTo>
                    <a:pt x="396" y="0"/>
                  </a:moveTo>
                  <a:cubicBezTo>
                    <a:pt x="381" y="0"/>
                    <a:pt x="368" y="13"/>
                    <a:pt x="368" y="28"/>
                  </a:cubicBezTo>
                  <a:cubicBezTo>
                    <a:pt x="368" y="43"/>
                    <a:pt x="381" y="55"/>
                    <a:pt x="396" y="55"/>
                  </a:cubicBezTo>
                  <a:cubicBezTo>
                    <a:pt x="411" y="55"/>
                    <a:pt x="423" y="43"/>
                    <a:pt x="423" y="28"/>
                  </a:cubicBezTo>
                  <a:cubicBezTo>
                    <a:pt x="423" y="13"/>
                    <a:pt x="411" y="0"/>
                    <a:pt x="396" y="0"/>
                  </a:cubicBezTo>
                  <a:close/>
                  <a:moveTo>
                    <a:pt x="475" y="0"/>
                  </a:moveTo>
                  <a:cubicBezTo>
                    <a:pt x="460" y="0"/>
                    <a:pt x="448" y="13"/>
                    <a:pt x="448" y="28"/>
                  </a:cubicBezTo>
                  <a:cubicBezTo>
                    <a:pt x="448" y="43"/>
                    <a:pt x="460" y="55"/>
                    <a:pt x="475" y="55"/>
                  </a:cubicBezTo>
                  <a:cubicBezTo>
                    <a:pt x="490" y="55"/>
                    <a:pt x="502" y="43"/>
                    <a:pt x="502" y="28"/>
                  </a:cubicBezTo>
                  <a:cubicBezTo>
                    <a:pt x="502" y="13"/>
                    <a:pt x="490" y="0"/>
                    <a:pt x="475" y="0"/>
                  </a:cubicBez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38"/>
            <p:cNvSpPr>
              <a:spLocks/>
            </p:cNvSpPr>
            <p:nvPr/>
          </p:nvSpPr>
          <p:spPr bwMode="auto">
            <a:xfrm>
              <a:off x="4252913" y="1325563"/>
              <a:ext cx="1763713" cy="508000"/>
            </a:xfrm>
            <a:custGeom>
              <a:avLst/>
              <a:gdLst>
                <a:gd name="T0" fmla="*/ 444 w 470"/>
                <a:gd name="T1" fmla="*/ 84 h 135"/>
                <a:gd name="T2" fmla="*/ 389 w 470"/>
                <a:gd name="T3" fmla="*/ 84 h 135"/>
                <a:gd name="T4" fmla="*/ 372 w 470"/>
                <a:gd name="T5" fmla="*/ 67 h 135"/>
                <a:gd name="T6" fmla="*/ 389 w 470"/>
                <a:gd name="T7" fmla="*/ 50 h 135"/>
                <a:gd name="T8" fmla="*/ 428 w 470"/>
                <a:gd name="T9" fmla="*/ 50 h 135"/>
                <a:gd name="T10" fmla="*/ 453 w 470"/>
                <a:gd name="T11" fmla="*/ 25 h 135"/>
                <a:gd name="T12" fmla="*/ 428 w 470"/>
                <a:gd name="T13" fmla="*/ 0 h 135"/>
                <a:gd name="T14" fmla="*/ 131 w 470"/>
                <a:gd name="T15" fmla="*/ 0 h 135"/>
                <a:gd name="T16" fmla="*/ 105 w 470"/>
                <a:gd name="T17" fmla="*/ 25 h 135"/>
                <a:gd name="T18" fmla="*/ 131 w 470"/>
                <a:gd name="T19" fmla="*/ 50 h 135"/>
                <a:gd name="T20" fmla="*/ 327 w 470"/>
                <a:gd name="T21" fmla="*/ 50 h 135"/>
                <a:gd name="T22" fmla="*/ 344 w 470"/>
                <a:gd name="T23" fmla="*/ 67 h 135"/>
                <a:gd name="T24" fmla="*/ 327 w 470"/>
                <a:gd name="T25" fmla="*/ 84 h 135"/>
                <a:gd name="T26" fmla="*/ 25 w 470"/>
                <a:gd name="T27" fmla="*/ 84 h 135"/>
                <a:gd name="T28" fmla="*/ 0 w 470"/>
                <a:gd name="T29" fmla="*/ 110 h 135"/>
                <a:gd name="T30" fmla="*/ 25 w 470"/>
                <a:gd name="T31" fmla="*/ 135 h 135"/>
                <a:gd name="T32" fmla="*/ 444 w 470"/>
                <a:gd name="T33" fmla="*/ 135 h 135"/>
                <a:gd name="T34" fmla="*/ 470 w 470"/>
                <a:gd name="T35" fmla="*/ 110 h 135"/>
                <a:gd name="T36" fmla="*/ 444 w 470"/>
                <a:gd name="T37" fmla="*/ 8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0" h="135">
                  <a:moveTo>
                    <a:pt x="444" y="84"/>
                  </a:moveTo>
                  <a:cubicBezTo>
                    <a:pt x="389" y="84"/>
                    <a:pt x="389" y="84"/>
                    <a:pt x="389" y="84"/>
                  </a:cubicBezTo>
                  <a:cubicBezTo>
                    <a:pt x="380" y="84"/>
                    <a:pt x="372" y="77"/>
                    <a:pt x="372" y="67"/>
                  </a:cubicBezTo>
                  <a:cubicBezTo>
                    <a:pt x="372" y="58"/>
                    <a:pt x="380" y="50"/>
                    <a:pt x="389" y="50"/>
                  </a:cubicBezTo>
                  <a:cubicBezTo>
                    <a:pt x="428" y="50"/>
                    <a:pt x="428" y="50"/>
                    <a:pt x="428" y="50"/>
                  </a:cubicBezTo>
                  <a:cubicBezTo>
                    <a:pt x="442" y="50"/>
                    <a:pt x="453" y="39"/>
                    <a:pt x="453" y="25"/>
                  </a:cubicBezTo>
                  <a:cubicBezTo>
                    <a:pt x="453" y="11"/>
                    <a:pt x="442" y="0"/>
                    <a:pt x="428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17" y="0"/>
                    <a:pt x="105" y="11"/>
                    <a:pt x="105" y="25"/>
                  </a:cubicBezTo>
                  <a:cubicBezTo>
                    <a:pt x="105" y="39"/>
                    <a:pt x="117" y="50"/>
                    <a:pt x="131" y="50"/>
                  </a:cubicBezTo>
                  <a:cubicBezTo>
                    <a:pt x="327" y="50"/>
                    <a:pt x="327" y="50"/>
                    <a:pt x="327" y="50"/>
                  </a:cubicBezTo>
                  <a:cubicBezTo>
                    <a:pt x="337" y="50"/>
                    <a:pt x="344" y="58"/>
                    <a:pt x="344" y="67"/>
                  </a:cubicBezTo>
                  <a:cubicBezTo>
                    <a:pt x="344" y="77"/>
                    <a:pt x="337" y="84"/>
                    <a:pt x="327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12" y="84"/>
                    <a:pt x="0" y="96"/>
                    <a:pt x="0" y="110"/>
                  </a:cubicBezTo>
                  <a:cubicBezTo>
                    <a:pt x="0" y="124"/>
                    <a:pt x="12" y="135"/>
                    <a:pt x="25" y="135"/>
                  </a:cubicBezTo>
                  <a:cubicBezTo>
                    <a:pt x="444" y="135"/>
                    <a:pt x="444" y="135"/>
                    <a:pt x="444" y="135"/>
                  </a:cubicBezTo>
                  <a:cubicBezTo>
                    <a:pt x="458" y="135"/>
                    <a:pt x="470" y="124"/>
                    <a:pt x="470" y="110"/>
                  </a:cubicBezTo>
                  <a:cubicBezTo>
                    <a:pt x="470" y="96"/>
                    <a:pt x="458" y="84"/>
                    <a:pt x="444" y="84"/>
                  </a:cubicBezTo>
                  <a:close/>
                </a:path>
              </a:pathLst>
            </a:custGeom>
            <a:gradFill>
              <a:gsLst>
                <a:gs pos="0">
                  <a:srgbClr val="60728B"/>
                </a:gs>
                <a:gs pos="84000">
                  <a:srgbClr val="23518A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Freeform 39"/>
            <p:cNvSpPr>
              <a:spLocks/>
            </p:cNvSpPr>
            <p:nvPr/>
          </p:nvSpPr>
          <p:spPr bwMode="auto">
            <a:xfrm>
              <a:off x="6745288" y="1787525"/>
              <a:ext cx="2286000" cy="598488"/>
            </a:xfrm>
            <a:custGeom>
              <a:avLst/>
              <a:gdLst>
                <a:gd name="T0" fmla="*/ 580 w 609"/>
                <a:gd name="T1" fmla="*/ 0 h 159"/>
                <a:gd name="T2" fmla="*/ 138 w 609"/>
                <a:gd name="T3" fmla="*/ 0 h 159"/>
                <a:gd name="T4" fmla="*/ 109 w 609"/>
                <a:gd name="T5" fmla="*/ 28 h 159"/>
                <a:gd name="T6" fmla="*/ 138 w 609"/>
                <a:gd name="T7" fmla="*/ 57 h 159"/>
                <a:gd name="T8" fmla="*/ 142 w 609"/>
                <a:gd name="T9" fmla="*/ 57 h 159"/>
                <a:gd name="T10" fmla="*/ 164 w 609"/>
                <a:gd name="T11" fmla="*/ 79 h 159"/>
                <a:gd name="T12" fmla="*/ 142 w 609"/>
                <a:gd name="T13" fmla="*/ 101 h 159"/>
                <a:gd name="T14" fmla="*/ 29 w 609"/>
                <a:gd name="T15" fmla="*/ 101 h 159"/>
                <a:gd name="T16" fmla="*/ 0 w 609"/>
                <a:gd name="T17" fmla="*/ 130 h 159"/>
                <a:gd name="T18" fmla="*/ 29 w 609"/>
                <a:gd name="T19" fmla="*/ 159 h 159"/>
                <a:gd name="T20" fmla="*/ 262 w 609"/>
                <a:gd name="T21" fmla="*/ 159 h 159"/>
                <a:gd name="T22" fmla="*/ 290 w 609"/>
                <a:gd name="T23" fmla="*/ 130 h 159"/>
                <a:gd name="T24" fmla="*/ 262 w 609"/>
                <a:gd name="T25" fmla="*/ 101 h 159"/>
                <a:gd name="T26" fmla="*/ 221 w 609"/>
                <a:gd name="T27" fmla="*/ 101 h 159"/>
                <a:gd name="T28" fmla="*/ 199 w 609"/>
                <a:gd name="T29" fmla="*/ 79 h 159"/>
                <a:gd name="T30" fmla="*/ 221 w 609"/>
                <a:gd name="T31" fmla="*/ 57 h 159"/>
                <a:gd name="T32" fmla="*/ 580 w 609"/>
                <a:gd name="T33" fmla="*/ 57 h 159"/>
                <a:gd name="T34" fmla="*/ 609 w 609"/>
                <a:gd name="T35" fmla="*/ 28 h 159"/>
                <a:gd name="T36" fmla="*/ 580 w 609"/>
                <a:gd name="T3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9" h="159">
                  <a:moveTo>
                    <a:pt x="580" y="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22" y="0"/>
                    <a:pt x="109" y="12"/>
                    <a:pt x="109" y="28"/>
                  </a:cubicBezTo>
                  <a:cubicBezTo>
                    <a:pt x="109" y="44"/>
                    <a:pt x="122" y="57"/>
                    <a:pt x="138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54" y="57"/>
                    <a:pt x="164" y="67"/>
                    <a:pt x="164" y="79"/>
                  </a:cubicBezTo>
                  <a:cubicBezTo>
                    <a:pt x="164" y="91"/>
                    <a:pt x="154" y="101"/>
                    <a:pt x="142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13" y="101"/>
                    <a:pt x="0" y="114"/>
                    <a:pt x="0" y="130"/>
                  </a:cubicBezTo>
                  <a:cubicBezTo>
                    <a:pt x="0" y="146"/>
                    <a:pt x="13" y="159"/>
                    <a:pt x="29" y="159"/>
                  </a:cubicBezTo>
                  <a:cubicBezTo>
                    <a:pt x="262" y="159"/>
                    <a:pt x="262" y="159"/>
                    <a:pt x="262" y="159"/>
                  </a:cubicBezTo>
                  <a:cubicBezTo>
                    <a:pt x="277" y="159"/>
                    <a:pt x="290" y="146"/>
                    <a:pt x="290" y="130"/>
                  </a:cubicBezTo>
                  <a:cubicBezTo>
                    <a:pt x="290" y="114"/>
                    <a:pt x="277" y="101"/>
                    <a:pt x="262" y="10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09" y="101"/>
                    <a:pt x="199" y="91"/>
                    <a:pt x="199" y="79"/>
                  </a:cubicBezTo>
                  <a:cubicBezTo>
                    <a:pt x="199" y="67"/>
                    <a:pt x="209" y="57"/>
                    <a:pt x="221" y="57"/>
                  </a:cubicBezTo>
                  <a:cubicBezTo>
                    <a:pt x="580" y="57"/>
                    <a:pt x="580" y="57"/>
                    <a:pt x="580" y="57"/>
                  </a:cubicBezTo>
                  <a:cubicBezTo>
                    <a:pt x="596" y="57"/>
                    <a:pt x="609" y="44"/>
                    <a:pt x="609" y="28"/>
                  </a:cubicBezTo>
                  <a:cubicBezTo>
                    <a:pt x="609" y="12"/>
                    <a:pt x="596" y="0"/>
                    <a:pt x="580" y="0"/>
                  </a:cubicBezTo>
                  <a:close/>
                </a:path>
              </a:pathLst>
            </a:custGeom>
            <a:gradFill>
              <a:gsLst>
                <a:gs pos="21000">
                  <a:srgbClr val="9C938C"/>
                </a:gs>
                <a:gs pos="100000">
                  <a:srgbClr val="23518A"/>
                </a:gs>
              </a:gsLst>
              <a:lin ang="21594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Freeform 40"/>
            <p:cNvSpPr>
              <a:spLocks/>
            </p:cNvSpPr>
            <p:nvPr/>
          </p:nvSpPr>
          <p:spPr bwMode="auto">
            <a:xfrm>
              <a:off x="5278438" y="2381250"/>
              <a:ext cx="630238" cy="793750"/>
            </a:xfrm>
            <a:custGeom>
              <a:avLst/>
              <a:gdLst>
                <a:gd name="T0" fmla="*/ 105 w 168"/>
                <a:gd name="T1" fmla="*/ 0 h 211"/>
                <a:gd name="T2" fmla="*/ 168 w 168"/>
                <a:gd name="T3" fmla="*/ 21 h 211"/>
                <a:gd name="T4" fmla="*/ 87 w 168"/>
                <a:gd name="T5" fmla="*/ 106 h 211"/>
                <a:gd name="T6" fmla="*/ 168 w 168"/>
                <a:gd name="T7" fmla="*/ 191 h 211"/>
                <a:gd name="T8" fmla="*/ 105 w 168"/>
                <a:gd name="T9" fmla="*/ 211 h 211"/>
                <a:gd name="T10" fmla="*/ 0 w 168"/>
                <a:gd name="T11" fmla="*/ 106 h 211"/>
                <a:gd name="T12" fmla="*/ 105 w 168"/>
                <a:gd name="T13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211">
                  <a:moveTo>
                    <a:pt x="105" y="0"/>
                  </a:moveTo>
                  <a:cubicBezTo>
                    <a:pt x="129" y="0"/>
                    <a:pt x="150" y="8"/>
                    <a:pt x="168" y="21"/>
                  </a:cubicBezTo>
                  <a:cubicBezTo>
                    <a:pt x="123" y="23"/>
                    <a:pt x="87" y="60"/>
                    <a:pt x="87" y="106"/>
                  </a:cubicBezTo>
                  <a:cubicBezTo>
                    <a:pt x="87" y="151"/>
                    <a:pt x="123" y="188"/>
                    <a:pt x="168" y="191"/>
                  </a:cubicBezTo>
                  <a:cubicBezTo>
                    <a:pt x="150" y="203"/>
                    <a:pt x="129" y="211"/>
                    <a:pt x="105" y="211"/>
                  </a:cubicBezTo>
                  <a:cubicBezTo>
                    <a:pt x="47" y="211"/>
                    <a:pt x="0" y="164"/>
                    <a:pt x="0" y="106"/>
                  </a:cubicBezTo>
                  <a:cubicBezTo>
                    <a:pt x="0" y="47"/>
                    <a:pt x="47" y="0"/>
                    <a:pt x="105" y="0"/>
                  </a:cubicBezTo>
                  <a:close/>
                </a:path>
              </a:pathLst>
            </a:custGeom>
            <a:solidFill>
              <a:srgbClr val="F6C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Freeform 41"/>
            <p:cNvSpPr>
              <a:spLocks/>
            </p:cNvSpPr>
            <p:nvPr/>
          </p:nvSpPr>
          <p:spPr bwMode="auto">
            <a:xfrm>
              <a:off x="5391150" y="882650"/>
              <a:ext cx="193675" cy="173038"/>
            </a:xfrm>
            <a:custGeom>
              <a:avLst/>
              <a:gdLst>
                <a:gd name="T0" fmla="*/ 49 w 52"/>
                <a:gd name="T1" fmla="*/ 17 h 46"/>
                <a:gd name="T2" fmla="*/ 34 w 52"/>
                <a:gd name="T3" fmla="*/ 15 h 46"/>
                <a:gd name="T4" fmla="*/ 27 w 52"/>
                <a:gd name="T5" fmla="*/ 2 h 46"/>
                <a:gd name="T6" fmla="*/ 26 w 52"/>
                <a:gd name="T7" fmla="*/ 0 h 46"/>
                <a:gd name="T8" fmla="*/ 24 w 52"/>
                <a:gd name="T9" fmla="*/ 2 h 46"/>
                <a:gd name="T10" fmla="*/ 18 w 52"/>
                <a:gd name="T11" fmla="*/ 15 h 46"/>
                <a:gd name="T12" fmla="*/ 3 w 52"/>
                <a:gd name="T13" fmla="*/ 17 h 46"/>
                <a:gd name="T14" fmla="*/ 3 w 52"/>
                <a:gd name="T15" fmla="*/ 20 h 46"/>
                <a:gd name="T16" fmla="*/ 13 w 52"/>
                <a:gd name="T17" fmla="*/ 30 h 46"/>
                <a:gd name="T18" fmla="*/ 10 w 52"/>
                <a:gd name="T19" fmla="*/ 44 h 46"/>
                <a:gd name="T20" fmla="*/ 13 w 52"/>
                <a:gd name="T21" fmla="*/ 46 h 46"/>
                <a:gd name="T22" fmla="*/ 25 w 52"/>
                <a:gd name="T23" fmla="*/ 39 h 46"/>
                <a:gd name="T24" fmla="*/ 26 w 52"/>
                <a:gd name="T25" fmla="*/ 38 h 46"/>
                <a:gd name="T26" fmla="*/ 27 w 52"/>
                <a:gd name="T27" fmla="*/ 39 h 46"/>
                <a:gd name="T28" fmla="*/ 40 w 52"/>
                <a:gd name="T29" fmla="*/ 46 h 46"/>
                <a:gd name="T30" fmla="*/ 42 w 52"/>
                <a:gd name="T31" fmla="*/ 44 h 46"/>
                <a:gd name="T32" fmla="*/ 39 w 52"/>
                <a:gd name="T33" fmla="*/ 30 h 46"/>
                <a:gd name="T34" fmla="*/ 49 w 52"/>
                <a:gd name="T35" fmla="*/ 20 h 46"/>
                <a:gd name="T36" fmla="*/ 49 w 52"/>
                <a:gd name="T37" fmla="*/ 1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46">
                  <a:moveTo>
                    <a:pt x="49" y="17"/>
                  </a:moveTo>
                  <a:cubicBezTo>
                    <a:pt x="45" y="16"/>
                    <a:pt x="34" y="15"/>
                    <a:pt x="34" y="15"/>
                  </a:cubicBezTo>
                  <a:cubicBezTo>
                    <a:pt x="34" y="15"/>
                    <a:pt x="28" y="4"/>
                    <a:pt x="27" y="2"/>
                  </a:cubicBezTo>
                  <a:cubicBezTo>
                    <a:pt x="27" y="1"/>
                    <a:pt x="27" y="0"/>
                    <a:pt x="26" y="0"/>
                  </a:cubicBezTo>
                  <a:cubicBezTo>
                    <a:pt x="25" y="0"/>
                    <a:pt x="25" y="1"/>
                    <a:pt x="24" y="2"/>
                  </a:cubicBezTo>
                  <a:cubicBezTo>
                    <a:pt x="23" y="4"/>
                    <a:pt x="20" y="11"/>
                    <a:pt x="18" y="15"/>
                  </a:cubicBezTo>
                  <a:cubicBezTo>
                    <a:pt x="18" y="15"/>
                    <a:pt x="7" y="16"/>
                    <a:pt x="3" y="17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30"/>
                    <a:pt x="13" y="30"/>
                  </a:cubicBezTo>
                  <a:cubicBezTo>
                    <a:pt x="13" y="30"/>
                    <a:pt x="11" y="42"/>
                    <a:pt x="10" y="44"/>
                  </a:cubicBezTo>
                  <a:cubicBezTo>
                    <a:pt x="10" y="46"/>
                    <a:pt x="11" y="46"/>
                    <a:pt x="13" y="46"/>
                  </a:cubicBezTo>
                  <a:cubicBezTo>
                    <a:pt x="14" y="45"/>
                    <a:pt x="25" y="39"/>
                    <a:pt x="25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38" y="45"/>
                    <a:pt x="40" y="46"/>
                  </a:cubicBezTo>
                  <a:cubicBezTo>
                    <a:pt x="41" y="46"/>
                    <a:pt x="42" y="46"/>
                    <a:pt x="42" y="44"/>
                  </a:cubicBezTo>
                  <a:cubicBezTo>
                    <a:pt x="41" y="42"/>
                    <a:pt x="39" y="30"/>
                    <a:pt x="39" y="30"/>
                  </a:cubicBezTo>
                  <a:cubicBezTo>
                    <a:pt x="39" y="30"/>
                    <a:pt x="48" y="21"/>
                    <a:pt x="49" y="20"/>
                  </a:cubicBezTo>
                  <a:cubicBezTo>
                    <a:pt x="51" y="19"/>
                    <a:pt x="52" y="17"/>
                    <a:pt x="49" y="17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Freeform 42"/>
            <p:cNvSpPr>
              <a:spLocks/>
            </p:cNvSpPr>
            <p:nvPr/>
          </p:nvSpPr>
          <p:spPr bwMode="auto">
            <a:xfrm>
              <a:off x="1685925" y="1916113"/>
              <a:ext cx="198438" cy="173038"/>
            </a:xfrm>
            <a:custGeom>
              <a:avLst/>
              <a:gdLst>
                <a:gd name="T0" fmla="*/ 26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4 h 46"/>
                <a:gd name="T8" fmla="*/ 3 w 53"/>
                <a:gd name="T9" fmla="*/ 16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5 w 53"/>
                <a:gd name="T21" fmla="*/ 38 h 46"/>
                <a:gd name="T22" fmla="*/ 26 w 53"/>
                <a:gd name="T23" fmla="*/ 38 h 46"/>
                <a:gd name="T24" fmla="*/ 27 w 53"/>
                <a:gd name="T25" fmla="*/ 38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39 w 53"/>
                <a:gd name="T33" fmla="*/ 29 h 46"/>
                <a:gd name="T34" fmla="*/ 49 w 53"/>
                <a:gd name="T35" fmla="*/ 20 h 46"/>
                <a:gd name="T36" fmla="*/ 49 w 53"/>
                <a:gd name="T37" fmla="*/ 16 h 46"/>
                <a:gd name="T38" fmla="*/ 34 w 53"/>
                <a:gd name="T39" fmla="*/ 14 h 46"/>
                <a:gd name="T40" fmla="*/ 28 w 53"/>
                <a:gd name="T41" fmla="*/ 2 h 46"/>
                <a:gd name="T42" fmla="*/ 26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1"/>
                    <a:pt x="25" y="2"/>
                  </a:cubicBezTo>
                  <a:cubicBezTo>
                    <a:pt x="23" y="4"/>
                    <a:pt x="20" y="11"/>
                    <a:pt x="18" y="14"/>
                  </a:cubicBezTo>
                  <a:cubicBezTo>
                    <a:pt x="18" y="14"/>
                    <a:pt x="7" y="16"/>
                    <a:pt x="3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1"/>
                    <a:pt x="11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2" y="46"/>
                    <a:pt x="12" y="46"/>
                    <a:pt x="13" y="46"/>
                  </a:cubicBezTo>
                  <a:cubicBezTo>
                    <a:pt x="14" y="45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0" y="46"/>
                    <a:pt x="41" y="46"/>
                    <a:pt x="41" y="46"/>
                  </a:cubicBezTo>
                  <a:cubicBezTo>
                    <a:pt x="42" y="46"/>
                    <a:pt x="42" y="45"/>
                    <a:pt x="42" y="44"/>
                  </a:cubicBezTo>
                  <a:cubicBezTo>
                    <a:pt x="41" y="41"/>
                    <a:pt x="39" y="29"/>
                    <a:pt x="39" y="29"/>
                  </a:cubicBezTo>
                  <a:cubicBezTo>
                    <a:pt x="39" y="29"/>
                    <a:pt x="48" y="21"/>
                    <a:pt x="49" y="20"/>
                  </a:cubicBezTo>
                  <a:cubicBezTo>
                    <a:pt x="51" y="19"/>
                    <a:pt x="53" y="17"/>
                    <a:pt x="49" y="16"/>
                  </a:cubicBezTo>
                  <a:cubicBezTo>
                    <a:pt x="45" y="16"/>
                    <a:pt x="34" y="14"/>
                    <a:pt x="34" y="14"/>
                  </a:cubicBezTo>
                  <a:cubicBezTo>
                    <a:pt x="34" y="14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Freeform 43"/>
            <p:cNvSpPr>
              <a:spLocks/>
            </p:cNvSpPr>
            <p:nvPr/>
          </p:nvSpPr>
          <p:spPr bwMode="auto">
            <a:xfrm>
              <a:off x="6538913" y="1220788"/>
              <a:ext cx="198438" cy="168275"/>
            </a:xfrm>
            <a:custGeom>
              <a:avLst/>
              <a:gdLst>
                <a:gd name="T0" fmla="*/ 26 w 53"/>
                <a:gd name="T1" fmla="*/ 0 h 45"/>
                <a:gd name="T2" fmla="*/ 26 w 53"/>
                <a:gd name="T3" fmla="*/ 0 h 45"/>
                <a:gd name="T4" fmla="*/ 25 w 53"/>
                <a:gd name="T5" fmla="*/ 1 h 45"/>
                <a:gd name="T6" fmla="*/ 18 w 53"/>
                <a:gd name="T7" fmla="*/ 14 h 45"/>
                <a:gd name="T8" fmla="*/ 4 w 53"/>
                <a:gd name="T9" fmla="*/ 16 h 45"/>
                <a:gd name="T10" fmla="*/ 3 w 53"/>
                <a:gd name="T11" fmla="*/ 19 h 45"/>
                <a:gd name="T12" fmla="*/ 13 w 53"/>
                <a:gd name="T13" fmla="*/ 29 h 45"/>
                <a:gd name="T14" fmla="*/ 11 w 53"/>
                <a:gd name="T15" fmla="*/ 43 h 45"/>
                <a:gd name="T16" fmla="*/ 12 w 53"/>
                <a:gd name="T17" fmla="*/ 45 h 45"/>
                <a:gd name="T18" fmla="*/ 13 w 53"/>
                <a:gd name="T19" fmla="*/ 45 h 45"/>
                <a:gd name="T20" fmla="*/ 26 w 53"/>
                <a:gd name="T21" fmla="*/ 38 h 45"/>
                <a:gd name="T22" fmla="*/ 27 w 53"/>
                <a:gd name="T23" fmla="*/ 37 h 45"/>
                <a:gd name="T24" fmla="*/ 27 w 53"/>
                <a:gd name="T25" fmla="*/ 38 h 45"/>
                <a:gd name="T26" fmla="*/ 40 w 53"/>
                <a:gd name="T27" fmla="*/ 45 h 45"/>
                <a:gd name="T28" fmla="*/ 41 w 53"/>
                <a:gd name="T29" fmla="*/ 45 h 45"/>
                <a:gd name="T30" fmla="*/ 42 w 53"/>
                <a:gd name="T31" fmla="*/ 43 h 45"/>
                <a:gd name="T32" fmla="*/ 40 w 53"/>
                <a:gd name="T33" fmla="*/ 29 h 45"/>
                <a:gd name="T34" fmla="*/ 50 w 53"/>
                <a:gd name="T35" fmla="*/ 19 h 45"/>
                <a:gd name="T36" fmla="*/ 49 w 53"/>
                <a:gd name="T37" fmla="*/ 16 h 45"/>
                <a:gd name="T38" fmla="*/ 35 w 53"/>
                <a:gd name="T39" fmla="*/ 14 h 45"/>
                <a:gd name="T40" fmla="*/ 28 w 53"/>
                <a:gd name="T41" fmla="*/ 1 h 45"/>
                <a:gd name="T42" fmla="*/ 26 w 53"/>
                <a:gd name="T4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5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24" y="3"/>
                    <a:pt x="20" y="10"/>
                    <a:pt x="18" y="14"/>
                  </a:cubicBezTo>
                  <a:cubicBezTo>
                    <a:pt x="18" y="14"/>
                    <a:pt x="7" y="15"/>
                    <a:pt x="4" y="16"/>
                  </a:cubicBezTo>
                  <a:cubicBezTo>
                    <a:pt x="0" y="16"/>
                    <a:pt x="2" y="18"/>
                    <a:pt x="3" y="19"/>
                  </a:cubicBezTo>
                  <a:cubicBezTo>
                    <a:pt x="4" y="20"/>
                    <a:pt x="13" y="29"/>
                    <a:pt x="13" y="29"/>
                  </a:cubicBezTo>
                  <a:cubicBezTo>
                    <a:pt x="13" y="29"/>
                    <a:pt x="11" y="41"/>
                    <a:pt x="11" y="43"/>
                  </a:cubicBezTo>
                  <a:cubicBezTo>
                    <a:pt x="11" y="45"/>
                    <a:pt x="11" y="45"/>
                    <a:pt x="12" y="45"/>
                  </a:cubicBezTo>
                  <a:cubicBezTo>
                    <a:pt x="12" y="45"/>
                    <a:pt x="13" y="45"/>
                    <a:pt x="13" y="45"/>
                  </a:cubicBezTo>
                  <a:cubicBezTo>
                    <a:pt x="15" y="44"/>
                    <a:pt x="26" y="38"/>
                    <a:pt x="26" y="38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9" y="44"/>
                    <a:pt x="40" y="45"/>
                  </a:cubicBezTo>
                  <a:cubicBezTo>
                    <a:pt x="40" y="45"/>
                    <a:pt x="41" y="45"/>
                    <a:pt x="41" y="45"/>
                  </a:cubicBezTo>
                  <a:cubicBezTo>
                    <a:pt x="42" y="45"/>
                    <a:pt x="43" y="45"/>
                    <a:pt x="42" y="43"/>
                  </a:cubicBezTo>
                  <a:cubicBezTo>
                    <a:pt x="42" y="41"/>
                    <a:pt x="40" y="29"/>
                    <a:pt x="40" y="29"/>
                  </a:cubicBezTo>
                  <a:cubicBezTo>
                    <a:pt x="40" y="29"/>
                    <a:pt x="49" y="20"/>
                    <a:pt x="50" y="19"/>
                  </a:cubicBezTo>
                  <a:cubicBezTo>
                    <a:pt x="51" y="18"/>
                    <a:pt x="53" y="16"/>
                    <a:pt x="49" y="16"/>
                  </a:cubicBezTo>
                  <a:cubicBezTo>
                    <a:pt x="46" y="15"/>
                    <a:pt x="35" y="14"/>
                    <a:pt x="35" y="14"/>
                  </a:cubicBezTo>
                  <a:cubicBezTo>
                    <a:pt x="35" y="14"/>
                    <a:pt x="29" y="3"/>
                    <a:pt x="28" y="1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Freeform 44"/>
            <p:cNvSpPr>
              <a:spLocks/>
            </p:cNvSpPr>
            <p:nvPr/>
          </p:nvSpPr>
          <p:spPr bwMode="auto">
            <a:xfrm>
              <a:off x="7146925" y="3441700"/>
              <a:ext cx="198438" cy="173038"/>
            </a:xfrm>
            <a:custGeom>
              <a:avLst/>
              <a:gdLst>
                <a:gd name="T0" fmla="*/ 27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5 h 46"/>
                <a:gd name="T8" fmla="*/ 4 w 53"/>
                <a:gd name="T9" fmla="*/ 17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6 w 53"/>
                <a:gd name="T21" fmla="*/ 39 h 46"/>
                <a:gd name="T22" fmla="*/ 27 w 53"/>
                <a:gd name="T23" fmla="*/ 38 h 46"/>
                <a:gd name="T24" fmla="*/ 27 w 53"/>
                <a:gd name="T25" fmla="*/ 39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7 h 46"/>
                <a:gd name="T38" fmla="*/ 35 w 53"/>
                <a:gd name="T39" fmla="*/ 15 h 46"/>
                <a:gd name="T40" fmla="*/ 28 w 53"/>
                <a:gd name="T41" fmla="*/ 2 h 46"/>
                <a:gd name="T42" fmla="*/ 27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7" y="0"/>
                  </a:moveTo>
                  <a:cubicBezTo>
                    <a:pt x="27" y="0"/>
                    <a:pt x="26" y="0"/>
                    <a:pt x="26" y="0"/>
                  </a:cubicBezTo>
                  <a:cubicBezTo>
                    <a:pt x="26" y="0"/>
                    <a:pt x="26" y="1"/>
                    <a:pt x="25" y="2"/>
                  </a:cubicBezTo>
                  <a:cubicBezTo>
                    <a:pt x="24" y="4"/>
                    <a:pt x="20" y="11"/>
                    <a:pt x="18" y="15"/>
                  </a:cubicBezTo>
                  <a:cubicBezTo>
                    <a:pt x="18" y="15"/>
                    <a:pt x="7" y="16"/>
                    <a:pt x="4" y="17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5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1" y="45"/>
                    <a:pt x="11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5" y="45"/>
                    <a:pt x="26" y="39"/>
                    <a:pt x="26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39" y="45"/>
                    <a:pt x="40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2" y="46"/>
                    <a:pt x="43" y="45"/>
                    <a:pt x="42" y="44"/>
                  </a:cubicBezTo>
                  <a:cubicBezTo>
                    <a:pt x="42" y="42"/>
                    <a:pt x="40" y="29"/>
                    <a:pt x="40" y="29"/>
                  </a:cubicBezTo>
                  <a:cubicBezTo>
                    <a:pt x="40" y="29"/>
                    <a:pt x="49" y="21"/>
                    <a:pt x="50" y="20"/>
                  </a:cubicBezTo>
                  <a:cubicBezTo>
                    <a:pt x="51" y="19"/>
                    <a:pt x="53" y="17"/>
                    <a:pt x="49" y="17"/>
                  </a:cubicBezTo>
                  <a:cubicBezTo>
                    <a:pt x="46" y="16"/>
                    <a:pt x="35" y="15"/>
                    <a:pt x="35" y="15"/>
                  </a:cubicBezTo>
                  <a:cubicBezTo>
                    <a:pt x="35" y="15"/>
                    <a:pt x="29" y="4"/>
                    <a:pt x="28" y="2"/>
                  </a:cubicBezTo>
                  <a:cubicBezTo>
                    <a:pt x="28" y="1"/>
                    <a:pt x="27" y="0"/>
                    <a:pt x="27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Freeform 45"/>
            <p:cNvSpPr>
              <a:spLocks/>
            </p:cNvSpPr>
            <p:nvPr/>
          </p:nvSpPr>
          <p:spPr bwMode="auto">
            <a:xfrm>
              <a:off x="4752975" y="3527425"/>
              <a:ext cx="198438" cy="173038"/>
            </a:xfrm>
            <a:custGeom>
              <a:avLst/>
              <a:gdLst>
                <a:gd name="T0" fmla="*/ 26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4 h 46"/>
                <a:gd name="T8" fmla="*/ 4 w 53"/>
                <a:gd name="T9" fmla="*/ 16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6 w 53"/>
                <a:gd name="T21" fmla="*/ 38 h 46"/>
                <a:gd name="T22" fmla="*/ 26 w 53"/>
                <a:gd name="T23" fmla="*/ 38 h 46"/>
                <a:gd name="T24" fmla="*/ 27 w 53"/>
                <a:gd name="T25" fmla="*/ 38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6 h 46"/>
                <a:gd name="T38" fmla="*/ 35 w 53"/>
                <a:gd name="T39" fmla="*/ 14 h 46"/>
                <a:gd name="T40" fmla="*/ 28 w 53"/>
                <a:gd name="T41" fmla="*/ 2 h 46"/>
                <a:gd name="T42" fmla="*/ 26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1"/>
                    <a:pt x="25" y="2"/>
                  </a:cubicBezTo>
                  <a:cubicBezTo>
                    <a:pt x="24" y="4"/>
                    <a:pt x="20" y="11"/>
                    <a:pt x="18" y="14"/>
                  </a:cubicBezTo>
                  <a:cubicBezTo>
                    <a:pt x="18" y="14"/>
                    <a:pt x="7" y="16"/>
                    <a:pt x="4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4" y="45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0" y="46"/>
                    <a:pt x="41" y="46"/>
                    <a:pt x="41" y="46"/>
                  </a:cubicBezTo>
                  <a:cubicBezTo>
                    <a:pt x="42" y="46"/>
                    <a:pt x="42" y="45"/>
                    <a:pt x="42" y="44"/>
                  </a:cubicBezTo>
                  <a:cubicBezTo>
                    <a:pt x="42" y="42"/>
                    <a:pt x="40" y="29"/>
                    <a:pt x="40" y="29"/>
                  </a:cubicBezTo>
                  <a:cubicBezTo>
                    <a:pt x="40" y="29"/>
                    <a:pt x="48" y="21"/>
                    <a:pt x="50" y="20"/>
                  </a:cubicBezTo>
                  <a:cubicBezTo>
                    <a:pt x="51" y="19"/>
                    <a:pt x="53" y="17"/>
                    <a:pt x="49" y="16"/>
                  </a:cubicBezTo>
                  <a:cubicBezTo>
                    <a:pt x="46" y="16"/>
                    <a:pt x="35" y="14"/>
                    <a:pt x="35" y="14"/>
                  </a:cubicBezTo>
                  <a:cubicBezTo>
                    <a:pt x="35" y="14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46"/>
            <p:cNvSpPr>
              <a:spLocks/>
            </p:cNvSpPr>
            <p:nvPr/>
          </p:nvSpPr>
          <p:spPr bwMode="auto">
            <a:xfrm>
              <a:off x="8137525" y="998538"/>
              <a:ext cx="198438" cy="173038"/>
            </a:xfrm>
            <a:custGeom>
              <a:avLst/>
              <a:gdLst>
                <a:gd name="T0" fmla="*/ 49 w 53"/>
                <a:gd name="T1" fmla="*/ 16 h 46"/>
                <a:gd name="T2" fmla="*/ 34 w 53"/>
                <a:gd name="T3" fmla="*/ 15 h 46"/>
                <a:gd name="T4" fmla="*/ 28 w 53"/>
                <a:gd name="T5" fmla="*/ 2 h 46"/>
                <a:gd name="T6" fmla="*/ 26 w 53"/>
                <a:gd name="T7" fmla="*/ 0 h 46"/>
                <a:gd name="T8" fmla="*/ 25 w 53"/>
                <a:gd name="T9" fmla="*/ 2 h 46"/>
                <a:gd name="T10" fmla="*/ 18 w 53"/>
                <a:gd name="T11" fmla="*/ 14 h 46"/>
                <a:gd name="T12" fmla="*/ 4 w 53"/>
                <a:gd name="T13" fmla="*/ 16 h 46"/>
                <a:gd name="T14" fmla="*/ 3 w 53"/>
                <a:gd name="T15" fmla="*/ 19 h 46"/>
                <a:gd name="T16" fmla="*/ 13 w 53"/>
                <a:gd name="T17" fmla="*/ 29 h 46"/>
                <a:gd name="T18" fmla="*/ 11 w 53"/>
                <a:gd name="T19" fmla="*/ 43 h 46"/>
                <a:gd name="T20" fmla="*/ 13 w 53"/>
                <a:gd name="T21" fmla="*/ 45 h 46"/>
                <a:gd name="T22" fmla="*/ 26 w 53"/>
                <a:gd name="T23" fmla="*/ 38 h 46"/>
                <a:gd name="T24" fmla="*/ 27 w 53"/>
                <a:gd name="T25" fmla="*/ 38 h 46"/>
                <a:gd name="T26" fmla="*/ 27 w 53"/>
                <a:gd name="T27" fmla="*/ 38 h 46"/>
                <a:gd name="T28" fmla="*/ 40 w 53"/>
                <a:gd name="T29" fmla="*/ 45 h 46"/>
                <a:gd name="T30" fmla="*/ 42 w 53"/>
                <a:gd name="T31" fmla="*/ 43 h 46"/>
                <a:gd name="T32" fmla="*/ 40 w 53"/>
                <a:gd name="T33" fmla="*/ 29 h 46"/>
                <a:gd name="T34" fmla="*/ 50 w 53"/>
                <a:gd name="T35" fmla="*/ 19 h 46"/>
                <a:gd name="T36" fmla="*/ 49 w 53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" h="46">
                  <a:moveTo>
                    <a:pt x="49" y="16"/>
                  </a:moveTo>
                  <a:cubicBezTo>
                    <a:pt x="46" y="16"/>
                    <a:pt x="34" y="15"/>
                    <a:pt x="34" y="15"/>
                  </a:cubicBezTo>
                  <a:cubicBezTo>
                    <a:pt x="34" y="15"/>
                    <a:pt x="29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5" y="1"/>
                    <a:pt x="25" y="2"/>
                  </a:cubicBezTo>
                  <a:cubicBezTo>
                    <a:pt x="24" y="4"/>
                    <a:pt x="20" y="11"/>
                    <a:pt x="18" y="14"/>
                  </a:cubicBezTo>
                  <a:cubicBezTo>
                    <a:pt x="18" y="14"/>
                    <a:pt x="7" y="16"/>
                    <a:pt x="4" y="16"/>
                  </a:cubicBezTo>
                  <a:cubicBezTo>
                    <a:pt x="0" y="16"/>
                    <a:pt x="2" y="18"/>
                    <a:pt x="3" y="19"/>
                  </a:cubicBezTo>
                  <a:cubicBezTo>
                    <a:pt x="5" y="20"/>
                    <a:pt x="13" y="29"/>
                    <a:pt x="13" y="29"/>
                  </a:cubicBezTo>
                  <a:cubicBezTo>
                    <a:pt x="13" y="29"/>
                    <a:pt x="11" y="41"/>
                    <a:pt x="11" y="43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5" y="45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9" y="45"/>
                    <a:pt x="40" y="45"/>
                  </a:cubicBezTo>
                  <a:cubicBezTo>
                    <a:pt x="42" y="46"/>
                    <a:pt x="43" y="46"/>
                    <a:pt x="42" y="43"/>
                  </a:cubicBezTo>
                  <a:cubicBezTo>
                    <a:pt x="42" y="41"/>
                    <a:pt x="40" y="29"/>
                    <a:pt x="40" y="29"/>
                  </a:cubicBezTo>
                  <a:cubicBezTo>
                    <a:pt x="40" y="29"/>
                    <a:pt x="49" y="20"/>
                    <a:pt x="50" y="19"/>
                  </a:cubicBezTo>
                  <a:cubicBezTo>
                    <a:pt x="51" y="18"/>
                    <a:pt x="53" y="16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47"/>
            <p:cNvSpPr>
              <a:spLocks/>
            </p:cNvSpPr>
            <p:nvPr/>
          </p:nvSpPr>
          <p:spPr bwMode="auto">
            <a:xfrm>
              <a:off x="8932863" y="2449513"/>
              <a:ext cx="195263" cy="173038"/>
            </a:xfrm>
            <a:custGeom>
              <a:avLst/>
              <a:gdLst>
                <a:gd name="T0" fmla="*/ 49 w 52"/>
                <a:gd name="T1" fmla="*/ 16 h 46"/>
                <a:gd name="T2" fmla="*/ 34 w 52"/>
                <a:gd name="T3" fmla="*/ 14 h 46"/>
                <a:gd name="T4" fmla="*/ 27 w 52"/>
                <a:gd name="T5" fmla="*/ 2 h 46"/>
                <a:gd name="T6" fmla="*/ 26 w 52"/>
                <a:gd name="T7" fmla="*/ 0 h 46"/>
                <a:gd name="T8" fmla="*/ 24 w 52"/>
                <a:gd name="T9" fmla="*/ 2 h 46"/>
                <a:gd name="T10" fmla="*/ 18 w 52"/>
                <a:gd name="T11" fmla="*/ 14 h 46"/>
                <a:gd name="T12" fmla="*/ 3 w 52"/>
                <a:gd name="T13" fmla="*/ 16 h 46"/>
                <a:gd name="T14" fmla="*/ 3 w 52"/>
                <a:gd name="T15" fmla="*/ 19 h 46"/>
                <a:gd name="T16" fmla="*/ 13 w 52"/>
                <a:gd name="T17" fmla="*/ 29 h 46"/>
                <a:gd name="T18" fmla="*/ 10 w 52"/>
                <a:gd name="T19" fmla="*/ 43 h 46"/>
                <a:gd name="T20" fmla="*/ 12 w 52"/>
                <a:gd name="T21" fmla="*/ 45 h 46"/>
                <a:gd name="T22" fmla="*/ 25 w 52"/>
                <a:gd name="T23" fmla="*/ 38 h 46"/>
                <a:gd name="T24" fmla="*/ 26 w 52"/>
                <a:gd name="T25" fmla="*/ 38 h 46"/>
                <a:gd name="T26" fmla="*/ 27 w 52"/>
                <a:gd name="T27" fmla="*/ 38 h 46"/>
                <a:gd name="T28" fmla="*/ 39 w 52"/>
                <a:gd name="T29" fmla="*/ 45 h 46"/>
                <a:gd name="T30" fmla="*/ 42 w 52"/>
                <a:gd name="T31" fmla="*/ 43 h 46"/>
                <a:gd name="T32" fmla="*/ 39 w 52"/>
                <a:gd name="T33" fmla="*/ 29 h 46"/>
                <a:gd name="T34" fmla="*/ 49 w 52"/>
                <a:gd name="T35" fmla="*/ 19 h 46"/>
                <a:gd name="T36" fmla="*/ 49 w 52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46">
                  <a:moveTo>
                    <a:pt x="49" y="16"/>
                  </a:moveTo>
                  <a:cubicBezTo>
                    <a:pt x="45" y="16"/>
                    <a:pt x="34" y="14"/>
                    <a:pt x="34" y="14"/>
                  </a:cubicBezTo>
                  <a:cubicBezTo>
                    <a:pt x="34" y="14"/>
                    <a:pt x="28" y="3"/>
                    <a:pt x="27" y="2"/>
                  </a:cubicBezTo>
                  <a:cubicBezTo>
                    <a:pt x="27" y="1"/>
                    <a:pt x="26" y="0"/>
                    <a:pt x="26" y="0"/>
                  </a:cubicBezTo>
                  <a:cubicBezTo>
                    <a:pt x="25" y="0"/>
                    <a:pt x="25" y="1"/>
                    <a:pt x="24" y="2"/>
                  </a:cubicBezTo>
                  <a:cubicBezTo>
                    <a:pt x="23" y="4"/>
                    <a:pt x="20" y="11"/>
                    <a:pt x="18" y="14"/>
                  </a:cubicBezTo>
                  <a:cubicBezTo>
                    <a:pt x="18" y="14"/>
                    <a:pt x="7" y="16"/>
                    <a:pt x="3" y="16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1"/>
                    <a:pt x="10" y="43"/>
                  </a:cubicBezTo>
                  <a:cubicBezTo>
                    <a:pt x="10" y="46"/>
                    <a:pt x="11" y="46"/>
                    <a:pt x="12" y="45"/>
                  </a:cubicBezTo>
                  <a:cubicBezTo>
                    <a:pt x="14" y="45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39" y="45"/>
                  </a:cubicBezTo>
                  <a:cubicBezTo>
                    <a:pt x="41" y="46"/>
                    <a:pt x="42" y="46"/>
                    <a:pt x="42" y="43"/>
                  </a:cubicBezTo>
                  <a:cubicBezTo>
                    <a:pt x="41" y="41"/>
                    <a:pt x="39" y="29"/>
                    <a:pt x="39" y="29"/>
                  </a:cubicBezTo>
                  <a:cubicBezTo>
                    <a:pt x="39" y="29"/>
                    <a:pt x="48" y="21"/>
                    <a:pt x="49" y="19"/>
                  </a:cubicBezTo>
                  <a:cubicBezTo>
                    <a:pt x="50" y="18"/>
                    <a:pt x="52" y="16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Freeform 48"/>
            <p:cNvSpPr>
              <a:spLocks/>
            </p:cNvSpPr>
            <p:nvPr/>
          </p:nvSpPr>
          <p:spPr bwMode="auto">
            <a:xfrm>
              <a:off x="3240088" y="844550"/>
              <a:ext cx="195263" cy="173038"/>
            </a:xfrm>
            <a:custGeom>
              <a:avLst/>
              <a:gdLst>
                <a:gd name="T0" fmla="*/ 49 w 52"/>
                <a:gd name="T1" fmla="*/ 16 h 46"/>
                <a:gd name="T2" fmla="*/ 34 w 52"/>
                <a:gd name="T3" fmla="*/ 14 h 46"/>
                <a:gd name="T4" fmla="*/ 27 w 52"/>
                <a:gd name="T5" fmla="*/ 2 h 46"/>
                <a:gd name="T6" fmla="*/ 26 w 52"/>
                <a:gd name="T7" fmla="*/ 0 h 46"/>
                <a:gd name="T8" fmla="*/ 24 w 52"/>
                <a:gd name="T9" fmla="*/ 2 h 46"/>
                <a:gd name="T10" fmla="*/ 18 w 52"/>
                <a:gd name="T11" fmla="*/ 14 h 46"/>
                <a:gd name="T12" fmla="*/ 3 w 52"/>
                <a:gd name="T13" fmla="*/ 16 h 46"/>
                <a:gd name="T14" fmla="*/ 3 w 52"/>
                <a:gd name="T15" fmla="*/ 19 h 46"/>
                <a:gd name="T16" fmla="*/ 13 w 52"/>
                <a:gd name="T17" fmla="*/ 29 h 46"/>
                <a:gd name="T18" fmla="*/ 10 w 52"/>
                <a:gd name="T19" fmla="*/ 43 h 46"/>
                <a:gd name="T20" fmla="*/ 13 w 52"/>
                <a:gd name="T21" fmla="*/ 45 h 46"/>
                <a:gd name="T22" fmla="*/ 25 w 52"/>
                <a:gd name="T23" fmla="*/ 38 h 46"/>
                <a:gd name="T24" fmla="*/ 26 w 52"/>
                <a:gd name="T25" fmla="*/ 38 h 46"/>
                <a:gd name="T26" fmla="*/ 27 w 52"/>
                <a:gd name="T27" fmla="*/ 38 h 46"/>
                <a:gd name="T28" fmla="*/ 39 w 52"/>
                <a:gd name="T29" fmla="*/ 45 h 46"/>
                <a:gd name="T30" fmla="*/ 42 w 52"/>
                <a:gd name="T31" fmla="*/ 43 h 46"/>
                <a:gd name="T32" fmla="*/ 39 w 52"/>
                <a:gd name="T33" fmla="*/ 29 h 46"/>
                <a:gd name="T34" fmla="*/ 49 w 52"/>
                <a:gd name="T35" fmla="*/ 19 h 46"/>
                <a:gd name="T36" fmla="*/ 49 w 52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46">
                  <a:moveTo>
                    <a:pt x="49" y="16"/>
                  </a:moveTo>
                  <a:cubicBezTo>
                    <a:pt x="45" y="16"/>
                    <a:pt x="34" y="14"/>
                    <a:pt x="34" y="14"/>
                  </a:cubicBezTo>
                  <a:cubicBezTo>
                    <a:pt x="34" y="14"/>
                    <a:pt x="28" y="3"/>
                    <a:pt x="27" y="2"/>
                  </a:cubicBezTo>
                  <a:cubicBezTo>
                    <a:pt x="27" y="1"/>
                    <a:pt x="27" y="0"/>
                    <a:pt x="26" y="0"/>
                  </a:cubicBezTo>
                  <a:cubicBezTo>
                    <a:pt x="25" y="0"/>
                    <a:pt x="25" y="1"/>
                    <a:pt x="24" y="2"/>
                  </a:cubicBezTo>
                  <a:cubicBezTo>
                    <a:pt x="23" y="4"/>
                    <a:pt x="20" y="11"/>
                    <a:pt x="18" y="14"/>
                  </a:cubicBezTo>
                  <a:cubicBezTo>
                    <a:pt x="18" y="14"/>
                    <a:pt x="7" y="16"/>
                    <a:pt x="3" y="16"/>
                  </a:cubicBezTo>
                  <a:cubicBezTo>
                    <a:pt x="0" y="16"/>
                    <a:pt x="2" y="18"/>
                    <a:pt x="3" y="19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1"/>
                    <a:pt x="10" y="43"/>
                  </a:cubicBezTo>
                  <a:cubicBezTo>
                    <a:pt x="10" y="46"/>
                    <a:pt x="11" y="46"/>
                    <a:pt x="13" y="45"/>
                  </a:cubicBezTo>
                  <a:cubicBezTo>
                    <a:pt x="14" y="45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39" y="45"/>
                  </a:cubicBezTo>
                  <a:cubicBezTo>
                    <a:pt x="41" y="46"/>
                    <a:pt x="42" y="46"/>
                    <a:pt x="42" y="43"/>
                  </a:cubicBezTo>
                  <a:cubicBezTo>
                    <a:pt x="41" y="41"/>
                    <a:pt x="39" y="29"/>
                    <a:pt x="39" y="29"/>
                  </a:cubicBezTo>
                  <a:cubicBezTo>
                    <a:pt x="39" y="29"/>
                    <a:pt x="48" y="21"/>
                    <a:pt x="49" y="19"/>
                  </a:cubicBezTo>
                  <a:cubicBezTo>
                    <a:pt x="50" y="18"/>
                    <a:pt x="52" y="16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" name="Freeform 49"/>
            <p:cNvSpPr>
              <a:spLocks/>
            </p:cNvSpPr>
            <p:nvPr/>
          </p:nvSpPr>
          <p:spPr bwMode="auto">
            <a:xfrm>
              <a:off x="3157538" y="2644775"/>
              <a:ext cx="198438" cy="173038"/>
            </a:xfrm>
            <a:custGeom>
              <a:avLst/>
              <a:gdLst>
                <a:gd name="T0" fmla="*/ 49 w 53"/>
                <a:gd name="T1" fmla="*/ 16 h 46"/>
                <a:gd name="T2" fmla="*/ 34 w 53"/>
                <a:gd name="T3" fmla="*/ 15 h 46"/>
                <a:gd name="T4" fmla="*/ 28 w 53"/>
                <a:gd name="T5" fmla="*/ 2 h 46"/>
                <a:gd name="T6" fmla="*/ 26 w 53"/>
                <a:gd name="T7" fmla="*/ 0 h 46"/>
                <a:gd name="T8" fmla="*/ 25 w 53"/>
                <a:gd name="T9" fmla="*/ 2 h 46"/>
                <a:gd name="T10" fmla="*/ 18 w 53"/>
                <a:gd name="T11" fmla="*/ 15 h 46"/>
                <a:gd name="T12" fmla="*/ 3 w 53"/>
                <a:gd name="T13" fmla="*/ 16 h 46"/>
                <a:gd name="T14" fmla="*/ 3 w 53"/>
                <a:gd name="T15" fmla="*/ 20 h 46"/>
                <a:gd name="T16" fmla="*/ 13 w 53"/>
                <a:gd name="T17" fmla="*/ 29 h 46"/>
                <a:gd name="T18" fmla="*/ 11 w 53"/>
                <a:gd name="T19" fmla="*/ 44 h 46"/>
                <a:gd name="T20" fmla="*/ 13 w 53"/>
                <a:gd name="T21" fmla="*/ 46 h 46"/>
                <a:gd name="T22" fmla="*/ 26 w 53"/>
                <a:gd name="T23" fmla="*/ 38 h 46"/>
                <a:gd name="T24" fmla="*/ 26 w 53"/>
                <a:gd name="T25" fmla="*/ 38 h 46"/>
                <a:gd name="T26" fmla="*/ 27 w 53"/>
                <a:gd name="T27" fmla="*/ 38 h 46"/>
                <a:gd name="T28" fmla="*/ 40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" h="46">
                  <a:moveTo>
                    <a:pt x="49" y="16"/>
                  </a:moveTo>
                  <a:cubicBezTo>
                    <a:pt x="45" y="16"/>
                    <a:pt x="34" y="15"/>
                    <a:pt x="34" y="15"/>
                  </a:cubicBezTo>
                  <a:cubicBezTo>
                    <a:pt x="34" y="15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  <a:cubicBezTo>
                    <a:pt x="25" y="0"/>
                    <a:pt x="25" y="1"/>
                    <a:pt x="25" y="2"/>
                  </a:cubicBezTo>
                  <a:cubicBezTo>
                    <a:pt x="24" y="4"/>
                    <a:pt x="20" y="11"/>
                    <a:pt x="18" y="15"/>
                  </a:cubicBezTo>
                  <a:cubicBezTo>
                    <a:pt x="18" y="15"/>
                    <a:pt x="7" y="16"/>
                    <a:pt x="3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0" y="46"/>
                    <a:pt x="11" y="46"/>
                    <a:pt x="13" y="46"/>
                  </a:cubicBezTo>
                  <a:cubicBezTo>
                    <a:pt x="14" y="45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1" y="46"/>
                    <a:pt x="42" y="46"/>
                    <a:pt x="42" y="44"/>
                  </a:cubicBezTo>
                  <a:cubicBezTo>
                    <a:pt x="41" y="42"/>
                    <a:pt x="40" y="29"/>
                    <a:pt x="40" y="29"/>
                  </a:cubicBezTo>
                  <a:cubicBezTo>
                    <a:pt x="40" y="29"/>
                    <a:pt x="48" y="21"/>
                    <a:pt x="50" y="20"/>
                  </a:cubicBezTo>
                  <a:cubicBezTo>
                    <a:pt x="51" y="19"/>
                    <a:pt x="53" y="17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" name="Freeform 50"/>
            <p:cNvSpPr>
              <a:spLocks/>
            </p:cNvSpPr>
            <p:nvPr/>
          </p:nvSpPr>
          <p:spPr bwMode="auto">
            <a:xfrm>
              <a:off x="7950200" y="2543175"/>
              <a:ext cx="157163" cy="134938"/>
            </a:xfrm>
            <a:custGeom>
              <a:avLst/>
              <a:gdLst>
                <a:gd name="T0" fmla="*/ 39 w 42"/>
                <a:gd name="T1" fmla="*/ 12 h 36"/>
                <a:gd name="T2" fmla="*/ 28 w 42"/>
                <a:gd name="T3" fmla="*/ 11 h 36"/>
                <a:gd name="T4" fmla="*/ 22 w 42"/>
                <a:gd name="T5" fmla="*/ 1 h 36"/>
                <a:gd name="T6" fmla="*/ 21 w 42"/>
                <a:gd name="T7" fmla="*/ 0 h 36"/>
                <a:gd name="T8" fmla="*/ 20 w 42"/>
                <a:gd name="T9" fmla="*/ 1 h 36"/>
                <a:gd name="T10" fmla="*/ 15 w 42"/>
                <a:gd name="T11" fmla="*/ 11 h 36"/>
                <a:gd name="T12" fmla="*/ 3 w 42"/>
                <a:gd name="T13" fmla="*/ 12 h 36"/>
                <a:gd name="T14" fmla="*/ 3 w 42"/>
                <a:gd name="T15" fmla="*/ 15 h 36"/>
                <a:gd name="T16" fmla="*/ 11 w 42"/>
                <a:gd name="T17" fmla="*/ 23 h 36"/>
                <a:gd name="T18" fmla="*/ 9 w 42"/>
                <a:gd name="T19" fmla="*/ 34 h 36"/>
                <a:gd name="T20" fmla="*/ 11 w 42"/>
                <a:gd name="T21" fmla="*/ 36 h 36"/>
                <a:gd name="T22" fmla="*/ 21 w 42"/>
                <a:gd name="T23" fmla="*/ 30 h 36"/>
                <a:gd name="T24" fmla="*/ 21 w 42"/>
                <a:gd name="T25" fmla="*/ 30 h 36"/>
                <a:gd name="T26" fmla="*/ 22 w 42"/>
                <a:gd name="T27" fmla="*/ 30 h 36"/>
                <a:gd name="T28" fmla="*/ 32 w 42"/>
                <a:gd name="T29" fmla="*/ 36 h 36"/>
                <a:gd name="T30" fmla="*/ 34 w 42"/>
                <a:gd name="T31" fmla="*/ 34 h 36"/>
                <a:gd name="T32" fmla="*/ 32 w 42"/>
                <a:gd name="T33" fmla="*/ 23 h 36"/>
                <a:gd name="T34" fmla="*/ 40 w 42"/>
                <a:gd name="T35" fmla="*/ 15 h 36"/>
                <a:gd name="T36" fmla="*/ 39 w 42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6">
                  <a:moveTo>
                    <a:pt x="39" y="12"/>
                  </a:moveTo>
                  <a:cubicBezTo>
                    <a:pt x="36" y="12"/>
                    <a:pt x="28" y="11"/>
                    <a:pt x="28" y="11"/>
                  </a:cubicBezTo>
                  <a:cubicBezTo>
                    <a:pt x="28" y="11"/>
                    <a:pt x="23" y="2"/>
                    <a:pt x="22" y="1"/>
                  </a:cubicBezTo>
                  <a:cubicBezTo>
                    <a:pt x="22" y="1"/>
                    <a:pt x="22" y="0"/>
                    <a:pt x="21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6"/>
                    <a:pt x="9" y="36"/>
                    <a:pt x="11" y="36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6"/>
                  </a:cubicBezTo>
                  <a:cubicBezTo>
                    <a:pt x="33" y="36"/>
                    <a:pt x="34" y="36"/>
                    <a:pt x="34" y="34"/>
                  </a:cubicBezTo>
                  <a:cubicBezTo>
                    <a:pt x="33" y="32"/>
                    <a:pt x="32" y="23"/>
                    <a:pt x="32" y="23"/>
                  </a:cubicBezTo>
                  <a:cubicBezTo>
                    <a:pt x="32" y="23"/>
                    <a:pt x="39" y="16"/>
                    <a:pt x="40" y="15"/>
                  </a:cubicBezTo>
                  <a:cubicBezTo>
                    <a:pt x="40" y="14"/>
                    <a:pt x="42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Freeform 51"/>
            <p:cNvSpPr>
              <a:spLocks/>
            </p:cNvSpPr>
            <p:nvPr/>
          </p:nvSpPr>
          <p:spPr bwMode="auto">
            <a:xfrm>
              <a:off x="6561138" y="2611438"/>
              <a:ext cx="153988" cy="134938"/>
            </a:xfrm>
            <a:custGeom>
              <a:avLst/>
              <a:gdLst>
                <a:gd name="T0" fmla="*/ 39 w 41"/>
                <a:gd name="T1" fmla="*/ 13 h 36"/>
                <a:gd name="T2" fmla="*/ 27 w 41"/>
                <a:gd name="T3" fmla="*/ 11 h 36"/>
                <a:gd name="T4" fmla="*/ 22 w 41"/>
                <a:gd name="T5" fmla="*/ 1 h 36"/>
                <a:gd name="T6" fmla="*/ 20 w 41"/>
                <a:gd name="T7" fmla="*/ 0 h 36"/>
                <a:gd name="T8" fmla="*/ 19 w 41"/>
                <a:gd name="T9" fmla="*/ 1 h 36"/>
                <a:gd name="T10" fmla="*/ 14 w 41"/>
                <a:gd name="T11" fmla="*/ 11 h 36"/>
                <a:gd name="T12" fmla="*/ 3 w 41"/>
                <a:gd name="T13" fmla="*/ 13 h 36"/>
                <a:gd name="T14" fmla="*/ 2 w 41"/>
                <a:gd name="T15" fmla="*/ 15 h 36"/>
                <a:gd name="T16" fmla="*/ 10 w 41"/>
                <a:gd name="T17" fmla="*/ 23 h 36"/>
                <a:gd name="T18" fmla="*/ 8 w 41"/>
                <a:gd name="T19" fmla="*/ 34 h 36"/>
                <a:gd name="T20" fmla="*/ 10 w 41"/>
                <a:gd name="T21" fmla="*/ 36 h 36"/>
                <a:gd name="T22" fmla="*/ 20 w 41"/>
                <a:gd name="T23" fmla="*/ 30 h 36"/>
                <a:gd name="T24" fmla="*/ 21 w 41"/>
                <a:gd name="T25" fmla="*/ 30 h 36"/>
                <a:gd name="T26" fmla="*/ 21 w 41"/>
                <a:gd name="T27" fmla="*/ 30 h 36"/>
                <a:gd name="T28" fmla="*/ 31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9 w 41"/>
                <a:gd name="T37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36">
                  <a:moveTo>
                    <a:pt x="39" y="13"/>
                  </a:move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2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6" y="8"/>
                    <a:pt x="14" y="11"/>
                  </a:cubicBezTo>
                  <a:cubicBezTo>
                    <a:pt x="14" y="11"/>
                    <a:pt x="5" y="12"/>
                    <a:pt x="3" y="13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9" y="32"/>
                    <a:pt x="8" y="34"/>
                  </a:cubicBezTo>
                  <a:cubicBezTo>
                    <a:pt x="8" y="36"/>
                    <a:pt x="9" y="36"/>
                    <a:pt x="10" y="36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6"/>
                  </a:cubicBezTo>
                  <a:cubicBezTo>
                    <a:pt x="32" y="36"/>
                    <a:pt x="33" y="36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9" y="13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52"/>
            <p:cNvSpPr>
              <a:spLocks/>
            </p:cNvSpPr>
            <p:nvPr/>
          </p:nvSpPr>
          <p:spPr bwMode="auto">
            <a:xfrm>
              <a:off x="4087813" y="3013075"/>
              <a:ext cx="157163" cy="134938"/>
            </a:xfrm>
            <a:custGeom>
              <a:avLst/>
              <a:gdLst>
                <a:gd name="T0" fmla="*/ 21 w 42"/>
                <a:gd name="T1" fmla="*/ 0 h 36"/>
                <a:gd name="T2" fmla="*/ 21 w 42"/>
                <a:gd name="T3" fmla="*/ 0 h 36"/>
                <a:gd name="T4" fmla="*/ 20 w 42"/>
                <a:gd name="T5" fmla="*/ 1 h 36"/>
                <a:gd name="T6" fmla="*/ 15 w 42"/>
                <a:gd name="T7" fmla="*/ 11 h 36"/>
                <a:gd name="T8" fmla="*/ 3 w 42"/>
                <a:gd name="T9" fmla="*/ 13 h 36"/>
                <a:gd name="T10" fmla="*/ 3 w 42"/>
                <a:gd name="T11" fmla="*/ 16 h 36"/>
                <a:gd name="T12" fmla="*/ 11 w 42"/>
                <a:gd name="T13" fmla="*/ 23 h 36"/>
                <a:gd name="T14" fmla="*/ 9 w 42"/>
                <a:gd name="T15" fmla="*/ 34 h 36"/>
                <a:gd name="T16" fmla="*/ 10 w 42"/>
                <a:gd name="T17" fmla="*/ 36 h 36"/>
                <a:gd name="T18" fmla="*/ 11 w 42"/>
                <a:gd name="T19" fmla="*/ 36 h 36"/>
                <a:gd name="T20" fmla="*/ 21 w 42"/>
                <a:gd name="T21" fmla="*/ 30 h 36"/>
                <a:gd name="T22" fmla="*/ 21 w 42"/>
                <a:gd name="T23" fmla="*/ 30 h 36"/>
                <a:gd name="T24" fmla="*/ 22 w 42"/>
                <a:gd name="T25" fmla="*/ 30 h 36"/>
                <a:gd name="T26" fmla="*/ 32 w 42"/>
                <a:gd name="T27" fmla="*/ 36 h 36"/>
                <a:gd name="T28" fmla="*/ 33 w 42"/>
                <a:gd name="T29" fmla="*/ 36 h 36"/>
                <a:gd name="T30" fmla="*/ 33 w 42"/>
                <a:gd name="T31" fmla="*/ 34 h 36"/>
                <a:gd name="T32" fmla="*/ 32 w 42"/>
                <a:gd name="T33" fmla="*/ 23 h 36"/>
                <a:gd name="T34" fmla="*/ 39 w 42"/>
                <a:gd name="T35" fmla="*/ 16 h 36"/>
                <a:gd name="T36" fmla="*/ 39 w 42"/>
                <a:gd name="T37" fmla="*/ 13 h 36"/>
                <a:gd name="T38" fmla="*/ 28 w 42"/>
                <a:gd name="T39" fmla="*/ 11 h 36"/>
                <a:gd name="T40" fmla="*/ 22 w 42"/>
                <a:gd name="T41" fmla="*/ 2 h 36"/>
                <a:gd name="T42" fmla="*/ 21 w 42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6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1"/>
                    <a:pt x="20" y="1"/>
                  </a:cubicBezTo>
                  <a:cubicBezTo>
                    <a:pt x="19" y="3"/>
                    <a:pt x="16" y="9"/>
                    <a:pt x="15" y="11"/>
                  </a:cubicBezTo>
                  <a:cubicBezTo>
                    <a:pt x="15" y="11"/>
                    <a:pt x="6" y="13"/>
                    <a:pt x="3" y="13"/>
                  </a:cubicBezTo>
                  <a:cubicBezTo>
                    <a:pt x="0" y="13"/>
                    <a:pt x="2" y="15"/>
                    <a:pt x="3" y="16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3"/>
                    <a:pt x="9" y="34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6"/>
                  </a:cubicBezTo>
                  <a:cubicBezTo>
                    <a:pt x="32" y="36"/>
                    <a:pt x="32" y="36"/>
                    <a:pt x="33" y="36"/>
                  </a:cubicBezTo>
                  <a:cubicBezTo>
                    <a:pt x="33" y="36"/>
                    <a:pt x="34" y="36"/>
                    <a:pt x="33" y="34"/>
                  </a:cubicBezTo>
                  <a:cubicBezTo>
                    <a:pt x="33" y="33"/>
                    <a:pt x="32" y="23"/>
                    <a:pt x="32" y="23"/>
                  </a:cubicBezTo>
                  <a:cubicBezTo>
                    <a:pt x="32" y="23"/>
                    <a:pt x="39" y="16"/>
                    <a:pt x="39" y="16"/>
                  </a:cubicBezTo>
                  <a:cubicBezTo>
                    <a:pt x="40" y="15"/>
                    <a:pt x="42" y="13"/>
                    <a:pt x="39" y="13"/>
                  </a:cubicBezTo>
                  <a:cubicBezTo>
                    <a:pt x="36" y="13"/>
                    <a:pt x="28" y="11"/>
                    <a:pt x="28" y="11"/>
                  </a:cubicBezTo>
                  <a:cubicBezTo>
                    <a:pt x="28" y="11"/>
                    <a:pt x="23" y="3"/>
                    <a:pt x="22" y="2"/>
                  </a:cubicBezTo>
                  <a:cubicBezTo>
                    <a:pt x="22" y="1"/>
                    <a:pt x="22" y="0"/>
                    <a:pt x="21" y="0"/>
                  </a:cubicBezTo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53"/>
            <p:cNvSpPr>
              <a:spLocks/>
            </p:cNvSpPr>
            <p:nvPr/>
          </p:nvSpPr>
          <p:spPr bwMode="auto">
            <a:xfrm>
              <a:off x="5724525" y="3733800"/>
              <a:ext cx="157163" cy="139700"/>
            </a:xfrm>
            <a:custGeom>
              <a:avLst/>
              <a:gdLst>
                <a:gd name="T0" fmla="*/ 39 w 42"/>
                <a:gd name="T1" fmla="*/ 13 h 37"/>
                <a:gd name="T2" fmla="*/ 28 w 42"/>
                <a:gd name="T3" fmla="*/ 12 h 37"/>
                <a:gd name="T4" fmla="*/ 22 w 42"/>
                <a:gd name="T5" fmla="*/ 2 h 37"/>
                <a:gd name="T6" fmla="*/ 21 w 42"/>
                <a:gd name="T7" fmla="*/ 1 h 37"/>
                <a:gd name="T8" fmla="*/ 20 w 42"/>
                <a:gd name="T9" fmla="*/ 2 h 37"/>
                <a:gd name="T10" fmla="*/ 15 w 42"/>
                <a:gd name="T11" fmla="*/ 12 h 37"/>
                <a:gd name="T12" fmla="*/ 3 w 42"/>
                <a:gd name="T13" fmla="*/ 13 h 37"/>
                <a:gd name="T14" fmla="*/ 3 w 42"/>
                <a:gd name="T15" fmla="*/ 16 h 37"/>
                <a:gd name="T16" fmla="*/ 11 w 42"/>
                <a:gd name="T17" fmla="*/ 23 h 37"/>
                <a:gd name="T18" fmla="*/ 9 w 42"/>
                <a:gd name="T19" fmla="*/ 35 h 37"/>
                <a:gd name="T20" fmla="*/ 11 w 42"/>
                <a:gd name="T21" fmla="*/ 36 h 37"/>
                <a:gd name="T22" fmla="*/ 21 w 42"/>
                <a:gd name="T23" fmla="*/ 31 h 37"/>
                <a:gd name="T24" fmla="*/ 21 w 42"/>
                <a:gd name="T25" fmla="*/ 30 h 37"/>
                <a:gd name="T26" fmla="*/ 22 w 42"/>
                <a:gd name="T27" fmla="*/ 31 h 37"/>
                <a:gd name="T28" fmla="*/ 32 w 42"/>
                <a:gd name="T29" fmla="*/ 36 h 37"/>
                <a:gd name="T30" fmla="*/ 34 w 42"/>
                <a:gd name="T31" fmla="*/ 35 h 37"/>
                <a:gd name="T32" fmla="*/ 32 w 42"/>
                <a:gd name="T33" fmla="*/ 23 h 37"/>
                <a:gd name="T34" fmla="*/ 40 w 42"/>
                <a:gd name="T35" fmla="*/ 16 h 37"/>
                <a:gd name="T36" fmla="*/ 39 w 42"/>
                <a:gd name="T37" fmla="*/ 1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7">
                  <a:moveTo>
                    <a:pt x="39" y="13"/>
                  </a:moveTo>
                  <a:cubicBezTo>
                    <a:pt x="36" y="13"/>
                    <a:pt x="28" y="12"/>
                    <a:pt x="28" y="12"/>
                  </a:cubicBezTo>
                  <a:cubicBezTo>
                    <a:pt x="28" y="12"/>
                    <a:pt x="23" y="3"/>
                    <a:pt x="22" y="2"/>
                  </a:cubicBezTo>
                  <a:cubicBezTo>
                    <a:pt x="22" y="1"/>
                    <a:pt x="22" y="0"/>
                    <a:pt x="21" y="1"/>
                  </a:cubicBezTo>
                  <a:cubicBezTo>
                    <a:pt x="21" y="1"/>
                    <a:pt x="20" y="1"/>
                    <a:pt x="20" y="2"/>
                  </a:cubicBezTo>
                  <a:cubicBezTo>
                    <a:pt x="19" y="4"/>
                    <a:pt x="16" y="9"/>
                    <a:pt x="15" y="12"/>
                  </a:cubicBezTo>
                  <a:cubicBezTo>
                    <a:pt x="15" y="12"/>
                    <a:pt x="6" y="13"/>
                    <a:pt x="3" y="13"/>
                  </a:cubicBezTo>
                  <a:cubicBezTo>
                    <a:pt x="0" y="14"/>
                    <a:pt x="2" y="15"/>
                    <a:pt x="3" y="16"/>
                  </a:cubicBezTo>
                  <a:cubicBezTo>
                    <a:pt x="4" y="17"/>
                    <a:pt x="11" y="23"/>
                    <a:pt x="11" y="23"/>
                  </a:cubicBezTo>
                  <a:cubicBezTo>
                    <a:pt x="11" y="23"/>
                    <a:pt x="9" y="33"/>
                    <a:pt x="9" y="35"/>
                  </a:cubicBezTo>
                  <a:cubicBezTo>
                    <a:pt x="8" y="37"/>
                    <a:pt x="9" y="37"/>
                    <a:pt x="11" y="36"/>
                  </a:cubicBezTo>
                  <a:cubicBezTo>
                    <a:pt x="12" y="36"/>
                    <a:pt x="21" y="31"/>
                    <a:pt x="21" y="31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31" y="36"/>
                    <a:pt x="32" y="36"/>
                  </a:cubicBezTo>
                  <a:cubicBezTo>
                    <a:pt x="33" y="37"/>
                    <a:pt x="34" y="37"/>
                    <a:pt x="34" y="35"/>
                  </a:cubicBezTo>
                  <a:cubicBezTo>
                    <a:pt x="33" y="33"/>
                    <a:pt x="32" y="23"/>
                    <a:pt x="32" y="23"/>
                  </a:cubicBezTo>
                  <a:cubicBezTo>
                    <a:pt x="32" y="23"/>
                    <a:pt x="39" y="17"/>
                    <a:pt x="40" y="16"/>
                  </a:cubicBezTo>
                  <a:cubicBezTo>
                    <a:pt x="40" y="15"/>
                    <a:pt x="42" y="14"/>
                    <a:pt x="39" y="13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54"/>
            <p:cNvSpPr>
              <a:spLocks/>
            </p:cNvSpPr>
            <p:nvPr/>
          </p:nvSpPr>
          <p:spPr bwMode="auto">
            <a:xfrm>
              <a:off x="11095038" y="2268538"/>
              <a:ext cx="158750" cy="136525"/>
            </a:xfrm>
            <a:custGeom>
              <a:avLst/>
              <a:gdLst>
                <a:gd name="T0" fmla="*/ 21 w 42"/>
                <a:gd name="T1" fmla="*/ 0 h 36"/>
                <a:gd name="T2" fmla="*/ 21 w 42"/>
                <a:gd name="T3" fmla="*/ 0 h 36"/>
                <a:gd name="T4" fmla="*/ 20 w 42"/>
                <a:gd name="T5" fmla="*/ 1 h 36"/>
                <a:gd name="T6" fmla="*/ 15 w 42"/>
                <a:gd name="T7" fmla="*/ 11 h 36"/>
                <a:gd name="T8" fmla="*/ 3 w 42"/>
                <a:gd name="T9" fmla="*/ 12 h 36"/>
                <a:gd name="T10" fmla="*/ 3 w 42"/>
                <a:gd name="T11" fmla="*/ 15 h 36"/>
                <a:gd name="T12" fmla="*/ 11 w 42"/>
                <a:gd name="T13" fmla="*/ 23 h 36"/>
                <a:gd name="T14" fmla="*/ 9 w 42"/>
                <a:gd name="T15" fmla="*/ 34 h 36"/>
                <a:gd name="T16" fmla="*/ 9 w 42"/>
                <a:gd name="T17" fmla="*/ 36 h 36"/>
                <a:gd name="T18" fmla="*/ 10 w 42"/>
                <a:gd name="T19" fmla="*/ 35 h 36"/>
                <a:gd name="T20" fmla="*/ 20 w 42"/>
                <a:gd name="T21" fmla="*/ 30 h 36"/>
                <a:gd name="T22" fmla="*/ 21 w 42"/>
                <a:gd name="T23" fmla="*/ 30 h 36"/>
                <a:gd name="T24" fmla="*/ 22 w 42"/>
                <a:gd name="T25" fmla="*/ 30 h 36"/>
                <a:gd name="T26" fmla="*/ 32 w 42"/>
                <a:gd name="T27" fmla="*/ 35 h 36"/>
                <a:gd name="T28" fmla="*/ 33 w 42"/>
                <a:gd name="T29" fmla="*/ 36 h 36"/>
                <a:gd name="T30" fmla="*/ 33 w 42"/>
                <a:gd name="T31" fmla="*/ 34 h 36"/>
                <a:gd name="T32" fmla="*/ 31 w 42"/>
                <a:gd name="T33" fmla="*/ 23 h 36"/>
                <a:gd name="T34" fmla="*/ 39 w 42"/>
                <a:gd name="T35" fmla="*/ 15 h 36"/>
                <a:gd name="T36" fmla="*/ 39 w 42"/>
                <a:gd name="T37" fmla="*/ 12 h 36"/>
                <a:gd name="T38" fmla="*/ 27 w 42"/>
                <a:gd name="T39" fmla="*/ 11 h 36"/>
                <a:gd name="T40" fmla="*/ 22 w 42"/>
                <a:gd name="T41" fmla="*/ 1 h 36"/>
                <a:gd name="T42" fmla="*/ 21 w 42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6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5"/>
                    <a:pt x="9" y="36"/>
                    <a:pt x="9" y="36"/>
                  </a:cubicBezTo>
                  <a:cubicBezTo>
                    <a:pt x="10" y="36"/>
                    <a:pt x="10" y="36"/>
                    <a:pt x="10" y="35"/>
                  </a:cubicBezTo>
                  <a:cubicBezTo>
                    <a:pt x="12" y="35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0" y="35"/>
                    <a:pt x="32" y="35"/>
                  </a:cubicBezTo>
                  <a:cubicBezTo>
                    <a:pt x="32" y="36"/>
                    <a:pt x="32" y="36"/>
                    <a:pt x="33" y="36"/>
                  </a:cubicBezTo>
                  <a:cubicBezTo>
                    <a:pt x="33" y="36"/>
                    <a:pt x="34" y="35"/>
                    <a:pt x="33" y="34"/>
                  </a:cubicBezTo>
                  <a:cubicBezTo>
                    <a:pt x="33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2" y="13"/>
                    <a:pt x="39" y="12"/>
                  </a:cubicBez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3" y="2"/>
                    <a:pt x="22" y="1"/>
                  </a:cubicBezTo>
                  <a:cubicBezTo>
                    <a:pt x="22" y="0"/>
                    <a:pt x="21" y="0"/>
                    <a:pt x="21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Freeform 55"/>
            <p:cNvSpPr>
              <a:spLocks/>
            </p:cNvSpPr>
            <p:nvPr/>
          </p:nvSpPr>
          <p:spPr bwMode="auto">
            <a:xfrm>
              <a:off x="10491788" y="931863"/>
              <a:ext cx="153988" cy="134938"/>
            </a:xfrm>
            <a:custGeom>
              <a:avLst/>
              <a:gdLst>
                <a:gd name="T0" fmla="*/ 38 w 41"/>
                <a:gd name="T1" fmla="*/ 13 h 36"/>
                <a:gd name="T2" fmla="*/ 27 w 41"/>
                <a:gd name="T3" fmla="*/ 11 h 36"/>
                <a:gd name="T4" fmla="*/ 21 w 41"/>
                <a:gd name="T5" fmla="*/ 1 h 36"/>
                <a:gd name="T6" fmla="*/ 20 w 41"/>
                <a:gd name="T7" fmla="*/ 0 h 36"/>
                <a:gd name="T8" fmla="*/ 19 w 41"/>
                <a:gd name="T9" fmla="*/ 1 h 36"/>
                <a:gd name="T10" fmla="*/ 14 w 41"/>
                <a:gd name="T11" fmla="*/ 11 h 36"/>
                <a:gd name="T12" fmla="*/ 2 w 41"/>
                <a:gd name="T13" fmla="*/ 13 h 36"/>
                <a:gd name="T14" fmla="*/ 2 w 41"/>
                <a:gd name="T15" fmla="*/ 15 h 36"/>
                <a:gd name="T16" fmla="*/ 10 w 41"/>
                <a:gd name="T17" fmla="*/ 23 h 36"/>
                <a:gd name="T18" fmla="*/ 8 w 41"/>
                <a:gd name="T19" fmla="*/ 34 h 36"/>
                <a:gd name="T20" fmla="*/ 10 w 41"/>
                <a:gd name="T21" fmla="*/ 36 h 36"/>
                <a:gd name="T22" fmla="*/ 20 w 41"/>
                <a:gd name="T23" fmla="*/ 30 h 36"/>
                <a:gd name="T24" fmla="*/ 20 w 41"/>
                <a:gd name="T25" fmla="*/ 30 h 36"/>
                <a:gd name="T26" fmla="*/ 21 w 41"/>
                <a:gd name="T27" fmla="*/ 30 h 36"/>
                <a:gd name="T28" fmla="*/ 31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8 w 41"/>
                <a:gd name="T37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36">
                  <a:moveTo>
                    <a:pt x="38" y="13"/>
                  </a:moveTo>
                  <a:cubicBezTo>
                    <a:pt x="35" y="12"/>
                    <a:pt x="27" y="11"/>
                    <a:pt x="27" y="11"/>
                  </a:cubicBezTo>
                  <a:cubicBezTo>
                    <a:pt x="27" y="11"/>
                    <a:pt x="22" y="2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3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8" y="32"/>
                    <a:pt x="8" y="34"/>
                  </a:cubicBezTo>
                  <a:cubicBezTo>
                    <a:pt x="8" y="36"/>
                    <a:pt x="9" y="36"/>
                    <a:pt x="10" y="36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6"/>
                  </a:cubicBezTo>
                  <a:cubicBezTo>
                    <a:pt x="32" y="36"/>
                    <a:pt x="33" y="36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8" y="13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56"/>
            <p:cNvSpPr>
              <a:spLocks/>
            </p:cNvSpPr>
            <p:nvPr/>
          </p:nvSpPr>
          <p:spPr bwMode="auto">
            <a:xfrm>
              <a:off x="9440863" y="1720850"/>
              <a:ext cx="153988" cy="134938"/>
            </a:xfrm>
            <a:custGeom>
              <a:avLst/>
              <a:gdLst>
                <a:gd name="T0" fmla="*/ 20 w 41"/>
                <a:gd name="T1" fmla="*/ 0 h 36"/>
                <a:gd name="T2" fmla="*/ 20 w 41"/>
                <a:gd name="T3" fmla="*/ 0 h 36"/>
                <a:gd name="T4" fmla="*/ 19 w 41"/>
                <a:gd name="T5" fmla="*/ 1 h 36"/>
                <a:gd name="T6" fmla="*/ 14 w 41"/>
                <a:gd name="T7" fmla="*/ 11 h 36"/>
                <a:gd name="T8" fmla="*/ 2 w 41"/>
                <a:gd name="T9" fmla="*/ 12 h 36"/>
                <a:gd name="T10" fmla="*/ 2 w 41"/>
                <a:gd name="T11" fmla="*/ 15 h 36"/>
                <a:gd name="T12" fmla="*/ 10 w 41"/>
                <a:gd name="T13" fmla="*/ 23 h 36"/>
                <a:gd name="T14" fmla="*/ 8 w 41"/>
                <a:gd name="T15" fmla="*/ 34 h 36"/>
                <a:gd name="T16" fmla="*/ 9 w 41"/>
                <a:gd name="T17" fmla="*/ 36 h 36"/>
                <a:gd name="T18" fmla="*/ 10 w 41"/>
                <a:gd name="T19" fmla="*/ 35 h 36"/>
                <a:gd name="T20" fmla="*/ 20 w 41"/>
                <a:gd name="T21" fmla="*/ 30 h 36"/>
                <a:gd name="T22" fmla="*/ 20 w 41"/>
                <a:gd name="T23" fmla="*/ 29 h 36"/>
                <a:gd name="T24" fmla="*/ 21 w 41"/>
                <a:gd name="T25" fmla="*/ 30 h 36"/>
                <a:gd name="T26" fmla="*/ 31 w 41"/>
                <a:gd name="T27" fmla="*/ 35 h 36"/>
                <a:gd name="T28" fmla="*/ 32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8 w 41"/>
                <a:gd name="T37" fmla="*/ 12 h 36"/>
                <a:gd name="T38" fmla="*/ 27 w 41"/>
                <a:gd name="T39" fmla="*/ 11 h 36"/>
                <a:gd name="T40" fmla="*/ 21 w 41"/>
                <a:gd name="T41" fmla="*/ 1 h 36"/>
                <a:gd name="T42" fmla="*/ 20 w 41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36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8" y="32"/>
                    <a:pt x="8" y="34"/>
                  </a:cubicBezTo>
                  <a:cubicBezTo>
                    <a:pt x="8" y="35"/>
                    <a:pt x="8" y="36"/>
                    <a:pt x="9" y="36"/>
                  </a:cubicBezTo>
                  <a:cubicBezTo>
                    <a:pt x="9" y="36"/>
                    <a:pt x="9" y="36"/>
                    <a:pt x="10" y="35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5"/>
                  </a:cubicBezTo>
                  <a:cubicBezTo>
                    <a:pt x="31" y="36"/>
                    <a:pt x="32" y="36"/>
                    <a:pt x="32" y="36"/>
                  </a:cubicBezTo>
                  <a:cubicBezTo>
                    <a:pt x="33" y="36"/>
                    <a:pt x="33" y="35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8" y="12"/>
                  </a:cubicBez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1" y="1"/>
                  </a:cubicBezTo>
                  <a:cubicBezTo>
                    <a:pt x="21" y="0"/>
                    <a:pt x="21" y="0"/>
                    <a:pt x="20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57"/>
            <p:cNvSpPr>
              <a:spLocks/>
            </p:cNvSpPr>
            <p:nvPr/>
          </p:nvSpPr>
          <p:spPr bwMode="auto">
            <a:xfrm>
              <a:off x="3705225" y="1479550"/>
              <a:ext cx="153988" cy="134938"/>
            </a:xfrm>
            <a:custGeom>
              <a:avLst/>
              <a:gdLst>
                <a:gd name="T0" fmla="*/ 20 w 41"/>
                <a:gd name="T1" fmla="*/ 0 h 36"/>
                <a:gd name="T2" fmla="*/ 20 w 41"/>
                <a:gd name="T3" fmla="*/ 0 h 36"/>
                <a:gd name="T4" fmla="*/ 19 w 41"/>
                <a:gd name="T5" fmla="*/ 1 h 36"/>
                <a:gd name="T6" fmla="*/ 14 w 41"/>
                <a:gd name="T7" fmla="*/ 11 h 36"/>
                <a:gd name="T8" fmla="*/ 2 w 41"/>
                <a:gd name="T9" fmla="*/ 13 h 36"/>
                <a:gd name="T10" fmla="*/ 2 w 41"/>
                <a:gd name="T11" fmla="*/ 15 h 36"/>
                <a:gd name="T12" fmla="*/ 10 w 41"/>
                <a:gd name="T13" fmla="*/ 23 h 36"/>
                <a:gd name="T14" fmla="*/ 8 w 41"/>
                <a:gd name="T15" fmla="*/ 34 h 36"/>
                <a:gd name="T16" fmla="*/ 9 w 41"/>
                <a:gd name="T17" fmla="*/ 36 h 36"/>
                <a:gd name="T18" fmla="*/ 10 w 41"/>
                <a:gd name="T19" fmla="*/ 36 h 36"/>
                <a:gd name="T20" fmla="*/ 20 w 41"/>
                <a:gd name="T21" fmla="*/ 30 h 36"/>
                <a:gd name="T22" fmla="*/ 20 w 41"/>
                <a:gd name="T23" fmla="*/ 30 h 36"/>
                <a:gd name="T24" fmla="*/ 21 w 41"/>
                <a:gd name="T25" fmla="*/ 30 h 36"/>
                <a:gd name="T26" fmla="*/ 31 w 41"/>
                <a:gd name="T27" fmla="*/ 36 h 36"/>
                <a:gd name="T28" fmla="*/ 32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8 w 41"/>
                <a:gd name="T37" fmla="*/ 13 h 36"/>
                <a:gd name="T38" fmla="*/ 27 w 41"/>
                <a:gd name="T39" fmla="*/ 11 h 36"/>
                <a:gd name="T40" fmla="*/ 21 w 41"/>
                <a:gd name="T41" fmla="*/ 1 h 36"/>
                <a:gd name="T42" fmla="*/ 20 w 41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36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9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3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8" y="32"/>
                    <a:pt x="8" y="34"/>
                  </a:cubicBezTo>
                  <a:cubicBezTo>
                    <a:pt x="8" y="35"/>
                    <a:pt x="8" y="36"/>
                    <a:pt x="9" y="36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6"/>
                  </a:cubicBezTo>
                  <a:cubicBezTo>
                    <a:pt x="31" y="36"/>
                    <a:pt x="32" y="36"/>
                    <a:pt x="32" y="36"/>
                  </a:cubicBezTo>
                  <a:cubicBezTo>
                    <a:pt x="32" y="36"/>
                    <a:pt x="33" y="35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8" y="13"/>
                  </a:cubicBezTo>
                  <a:cubicBezTo>
                    <a:pt x="35" y="12"/>
                    <a:pt x="27" y="11"/>
                    <a:pt x="27" y="11"/>
                  </a:cubicBezTo>
                  <a:cubicBezTo>
                    <a:pt x="27" y="11"/>
                    <a:pt x="22" y="2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Freeform 58"/>
            <p:cNvSpPr>
              <a:spLocks/>
            </p:cNvSpPr>
            <p:nvPr/>
          </p:nvSpPr>
          <p:spPr bwMode="auto">
            <a:xfrm>
              <a:off x="1003300" y="2216150"/>
              <a:ext cx="153988" cy="134938"/>
            </a:xfrm>
            <a:custGeom>
              <a:avLst/>
              <a:gdLst>
                <a:gd name="T0" fmla="*/ 39 w 41"/>
                <a:gd name="T1" fmla="*/ 12 h 36"/>
                <a:gd name="T2" fmla="*/ 27 w 41"/>
                <a:gd name="T3" fmla="*/ 11 h 36"/>
                <a:gd name="T4" fmla="*/ 22 w 41"/>
                <a:gd name="T5" fmla="*/ 1 h 36"/>
                <a:gd name="T6" fmla="*/ 20 w 41"/>
                <a:gd name="T7" fmla="*/ 0 h 36"/>
                <a:gd name="T8" fmla="*/ 19 w 41"/>
                <a:gd name="T9" fmla="*/ 1 h 36"/>
                <a:gd name="T10" fmla="*/ 14 w 41"/>
                <a:gd name="T11" fmla="*/ 11 h 36"/>
                <a:gd name="T12" fmla="*/ 2 w 41"/>
                <a:gd name="T13" fmla="*/ 12 h 36"/>
                <a:gd name="T14" fmla="*/ 2 w 41"/>
                <a:gd name="T15" fmla="*/ 15 h 36"/>
                <a:gd name="T16" fmla="*/ 10 w 41"/>
                <a:gd name="T17" fmla="*/ 23 h 36"/>
                <a:gd name="T18" fmla="*/ 8 w 41"/>
                <a:gd name="T19" fmla="*/ 34 h 36"/>
                <a:gd name="T20" fmla="*/ 10 w 41"/>
                <a:gd name="T21" fmla="*/ 35 h 36"/>
                <a:gd name="T22" fmla="*/ 20 w 41"/>
                <a:gd name="T23" fmla="*/ 30 h 36"/>
                <a:gd name="T24" fmla="*/ 20 w 41"/>
                <a:gd name="T25" fmla="*/ 29 h 36"/>
                <a:gd name="T26" fmla="*/ 21 w 41"/>
                <a:gd name="T27" fmla="*/ 30 h 36"/>
                <a:gd name="T28" fmla="*/ 31 w 41"/>
                <a:gd name="T29" fmla="*/ 35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9 w 41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36">
                  <a:moveTo>
                    <a:pt x="39" y="12"/>
                  </a:move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2" y="1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9" y="32"/>
                    <a:pt x="8" y="34"/>
                  </a:cubicBezTo>
                  <a:cubicBezTo>
                    <a:pt x="8" y="36"/>
                    <a:pt x="9" y="36"/>
                    <a:pt x="10" y="35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5"/>
                  </a:cubicBezTo>
                  <a:cubicBezTo>
                    <a:pt x="32" y="36"/>
                    <a:pt x="33" y="36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" name="Freeform 59"/>
            <p:cNvSpPr>
              <a:spLocks/>
            </p:cNvSpPr>
            <p:nvPr/>
          </p:nvSpPr>
          <p:spPr bwMode="auto">
            <a:xfrm>
              <a:off x="4346575" y="2216150"/>
              <a:ext cx="158750" cy="134938"/>
            </a:xfrm>
            <a:custGeom>
              <a:avLst/>
              <a:gdLst>
                <a:gd name="T0" fmla="*/ 39 w 42"/>
                <a:gd name="T1" fmla="*/ 12 h 36"/>
                <a:gd name="T2" fmla="*/ 28 w 42"/>
                <a:gd name="T3" fmla="*/ 11 h 36"/>
                <a:gd name="T4" fmla="*/ 22 w 42"/>
                <a:gd name="T5" fmla="*/ 1 h 36"/>
                <a:gd name="T6" fmla="*/ 21 w 42"/>
                <a:gd name="T7" fmla="*/ 0 h 36"/>
                <a:gd name="T8" fmla="*/ 20 w 42"/>
                <a:gd name="T9" fmla="*/ 1 h 36"/>
                <a:gd name="T10" fmla="*/ 15 w 42"/>
                <a:gd name="T11" fmla="*/ 11 h 36"/>
                <a:gd name="T12" fmla="*/ 3 w 42"/>
                <a:gd name="T13" fmla="*/ 12 h 36"/>
                <a:gd name="T14" fmla="*/ 3 w 42"/>
                <a:gd name="T15" fmla="*/ 15 h 36"/>
                <a:gd name="T16" fmla="*/ 11 w 42"/>
                <a:gd name="T17" fmla="*/ 23 h 36"/>
                <a:gd name="T18" fmla="*/ 9 w 42"/>
                <a:gd name="T19" fmla="*/ 34 h 36"/>
                <a:gd name="T20" fmla="*/ 11 w 42"/>
                <a:gd name="T21" fmla="*/ 35 h 36"/>
                <a:gd name="T22" fmla="*/ 21 w 42"/>
                <a:gd name="T23" fmla="*/ 30 h 36"/>
                <a:gd name="T24" fmla="*/ 21 w 42"/>
                <a:gd name="T25" fmla="*/ 29 h 36"/>
                <a:gd name="T26" fmla="*/ 22 w 42"/>
                <a:gd name="T27" fmla="*/ 30 h 36"/>
                <a:gd name="T28" fmla="*/ 32 w 42"/>
                <a:gd name="T29" fmla="*/ 35 h 36"/>
                <a:gd name="T30" fmla="*/ 34 w 42"/>
                <a:gd name="T31" fmla="*/ 34 h 36"/>
                <a:gd name="T32" fmla="*/ 32 w 42"/>
                <a:gd name="T33" fmla="*/ 23 h 36"/>
                <a:gd name="T34" fmla="*/ 40 w 42"/>
                <a:gd name="T35" fmla="*/ 15 h 36"/>
                <a:gd name="T36" fmla="*/ 39 w 42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6">
                  <a:moveTo>
                    <a:pt x="39" y="12"/>
                  </a:moveTo>
                  <a:cubicBezTo>
                    <a:pt x="36" y="12"/>
                    <a:pt x="28" y="11"/>
                    <a:pt x="28" y="11"/>
                  </a:cubicBezTo>
                  <a:cubicBezTo>
                    <a:pt x="28" y="11"/>
                    <a:pt x="23" y="2"/>
                    <a:pt x="22" y="1"/>
                  </a:cubicBezTo>
                  <a:cubicBezTo>
                    <a:pt x="22" y="0"/>
                    <a:pt x="22" y="0"/>
                    <a:pt x="21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6"/>
                    <a:pt x="9" y="36"/>
                    <a:pt x="11" y="35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5"/>
                  </a:cubicBezTo>
                  <a:cubicBezTo>
                    <a:pt x="33" y="36"/>
                    <a:pt x="34" y="36"/>
                    <a:pt x="34" y="34"/>
                  </a:cubicBezTo>
                  <a:cubicBezTo>
                    <a:pt x="33" y="32"/>
                    <a:pt x="32" y="23"/>
                    <a:pt x="32" y="23"/>
                  </a:cubicBezTo>
                  <a:cubicBezTo>
                    <a:pt x="32" y="23"/>
                    <a:pt x="39" y="16"/>
                    <a:pt x="40" y="15"/>
                  </a:cubicBezTo>
                  <a:cubicBezTo>
                    <a:pt x="40" y="14"/>
                    <a:pt x="42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62"/>
            <p:cNvSpPr>
              <a:spLocks noEditPoints="1"/>
            </p:cNvSpPr>
            <p:nvPr/>
          </p:nvSpPr>
          <p:spPr bwMode="auto">
            <a:xfrm>
              <a:off x="519113" y="5045075"/>
              <a:ext cx="11436350" cy="1165225"/>
            </a:xfrm>
            <a:custGeom>
              <a:avLst/>
              <a:gdLst>
                <a:gd name="T0" fmla="*/ 1408 w 3047"/>
                <a:gd name="T1" fmla="*/ 279 h 310"/>
                <a:gd name="T2" fmla="*/ 1471 w 3047"/>
                <a:gd name="T3" fmla="*/ 279 h 310"/>
                <a:gd name="T4" fmla="*/ 1561 w 3047"/>
                <a:gd name="T5" fmla="*/ 279 h 310"/>
                <a:gd name="T6" fmla="*/ 1498 w 3047"/>
                <a:gd name="T7" fmla="*/ 279 h 310"/>
                <a:gd name="T8" fmla="*/ 1561 w 3047"/>
                <a:gd name="T9" fmla="*/ 279 h 310"/>
                <a:gd name="T10" fmla="*/ 643 w 3047"/>
                <a:gd name="T11" fmla="*/ 248 h 310"/>
                <a:gd name="T12" fmla="*/ 643 w 3047"/>
                <a:gd name="T13" fmla="*/ 310 h 310"/>
                <a:gd name="T14" fmla="*/ 2583 w 3047"/>
                <a:gd name="T15" fmla="*/ 279 h 310"/>
                <a:gd name="T16" fmla="*/ 2521 w 3047"/>
                <a:gd name="T17" fmla="*/ 279 h 310"/>
                <a:gd name="T18" fmla="*/ 2583 w 3047"/>
                <a:gd name="T19" fmla="*/ 279 h 310"/>
                <a:gd name="T20" fmla="*/ 3010 w 3047"/>
                <a:gd name="T21" fmla="*/ 64 h 310"/>
                <a:gd name="T22" fmla="*/ 2206 w 3047"/>
                <a:gd name="T23" fmla="*/ 95 h 310"/>
                <a:gd name="T24" fmla="*/ 2807 w 3047"/>
                <a:gd name="T25" fmla="*/ 126 h 310"/>
                <a:gd name="T26" fmla="*/ 2807 w 3047"/>
                <a:gd name="T27" fmla="*/ 189 h 310"/>
                <a:gd name="T28" fmla="*/ 2321 w 3047"/>
                <a:gd name="T29" fmla="*/ 219 h 310"/>
                <a:gd name="T30" fmla="*/ 2454 w 3047"/>
                <a:gd name="T31" fmla="*/ 248 h 310"/>
                <a:gd name="T32" fmla="*/ 2454 w 3047"/>
                <a:gd name="T33" fmla="*/ 310 h 310"/>
                <a:gd name="T34" fmla="*/ 2107 w 3047"/>
                <a:gd name="T35" fmla="*/ 279 h 310"/>
                <a:gd name="T36" fmla="*/ 2240 w 3047"/>
                <a:gd name="T37" fmla="*/ 248 h 310"/>
                <a:gd name="T38" fmla="*/ 2240 w 3047"/>
                <a:gd name="T39" fmla="*/ 189 h 310"/>
                <a:gd name="T40" fmla="*/ 1252 w 3047"/>
                <a:gd name="T41" fmla="*/ 219 h 310"/>
                <a:gd name="T42" fmla="*/ 1328 w 3047"/>
                <a:gd name="T43" fmla="*/ 248 h 310"/>
                <a:gd name="T44" fmla="*/ 1328 w 3047"/>
                <a:gd name="T45" fmla="*/ 310 h 310"/>
                <a:gd name="T46" fmla="*/ 714 w 3047"/>
                <a:gd name="T47" fmla="*/ 279 h 310"/>
                <a:gd name="T48" fmla="*/ 1171 w 3047"/>
                <a:gd name="T49" fmla="*/ 248 h 310"/>
                <a:gd name="T50" fmla="*/ 1171 w 3047"/>
                <a:gd name="T51" fmla="*/ 189 h 310"/>
                <a:gd name="T52" fmla="*/ 0 w 3047"/>
                <a:gd name="T53" fmla="*/ 157 h 310"/>
                <a:gd name="T54" fmla="*/ 1069 w 3047"/>
                <a:gd name="T55" fmla="*/ 126 h 310"/>
                <a:gd name="T56" fmla="*/ 1065 w 3047"/>
                <a:gd name="T57" fmla="*/ 64 h 310"/>
                <a:gd name="T58" fmla="*/ 251 w 3047"/>
                <a:gd name="T59" fmla="*/ 32 h 310"/>
                <a:gd name="T60" fmla="*/ 3010 w 3047"/>
                <a:gd name="T61" fmla="*/ 0 h 310"/>
                <a:gd name="T62" fmla="*/ 1630 w 3047"/>
                <a:gd name="T63" fmla="*/ 95 h 310"/>
                <a:gd name="T64" fmla="*/ 1569 w 3047"/>
                <a:gd name="T65" fmla="*/ 95 h 310"/>
                <a:gd name="T66" fmla="*/ 1630 w 3047"/>
                <a:gd name="T67" fmla="*/ 95 h 310"/>
                <a:gd name="T68" fmla="*/ 1689 w 3047"/>
                <a:gd name="T69" fmla="*/ 64 h 310"/>
                <a:gd name="T70" fmla="*/ 1689 w 3047"/>
                <a:gd name="T71" fmla="*/ 126 h 310"/>
                <a:gd name="T72" fmla="*/ 2122 w 3047"/>
                <a:gd name="T73" fmla="*/ 95 h 310"/>
                <a:gd name="T74" fmla="*/ 1778 w 3047"/>
                <a:gd name="T75" fmla="*/ 64 h 310"/>
                <a:gd name="T76" fmla="*/ 1778 w 3047"/>
                <a:gd name="T77" fmla="*/ 126 h 310"/>
                <a:gd name="T78" fmla="*/ 2122 w 3047"/>
                <a:gd name="T79" fmla="*/ 95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47" h="310">
                  <a:moveTo>
                    <a:pt x="1439" y="310"/>
                  </a:moveTo>
                  <a:cubicBezTo>
                    <a:pt x="1422" y="310"/>
                    <a:pt x="1408" y="296"/>
                    <a:pt x="1408" y="279"/>
                  </a:cubicBezTo>
                  <a:cubicBezTo>
                    <a:pt x="1408" y="262"/>
                    <a:pt x="1422" y="248"/>
                    <a:pt x="1439" y="248"/>
                  </a:cubicBezTo>
                  <a:cubicBezTo>
                    <a:pt x="1457" y="248"/>
                    <a:pt x="1471" y="262"/>
                    <a:pt x="1471" y="279"/>
                  </a:cubicBezTo>
                  <a:cubicBezTo>
                    <a:pt x="1471" y="296"/>
                    <a:pt x="1457" y="310"/>
                    <a:pt x="1439" y="310"/>
                  </a:cubicBezTo>
                  <a:close/>
                  <a:moveTo>
                    <a:pt x="1561" y="279"/>
                  </a:moveTo>
                  <a:cubicBezTo>
                    <a:pt x="1561" y="262"/>
                    <a:pt x="1547" y="248"/>
                    <a:pt x="1530" y="248"/>
                  </a:cubicBezTo>
                  <a:cubicBezTo>
                    <a:pt x="1512" y="248"/>
                    <a:pt x="1498" y="262"/>
                    <a:pt x="1498" y="279"/>
                  </a:cubicBezTo>
                  <a:cubicBezTo>
                    <a:pt x="1498" y="296"/>
                    <a:pt x="1512" y="310"/>
                    <a:pt x="1530" y="310"/>
                  </a:cubicBezTo>
                  <a:cubicBezTo>
                    <a:pt x="1547" y="310"/>
                    <a:pt x="1561" y="296"/>
                    <a:pt x="1561" y="279"/>
                  </a:cubicBezTo>
                  <a:close/>
                  <a:moveTo>
                    <a:pt x="675" y="279"/>
                  </a:moveTo>
                  <a:cubicBezTo>
                    <a:pt x="675" y="262"/>
                    <a:pt x="661" y="248"/>
                    <a:pt x="643" y="248"/>
                  </a:cubicBezTo>
                  <a:cubicBezTo>
                    <a:pt x="626" y="248"/>
                    <a:pt x="612" y="262"/>
                    <a:pt x="612" y="279"/>
                  </a:cubicBezTo>
                  <a:cubicBezTo>
                    <a:pt x="612" y="296"/>
                    <a:pt x="626" y="310"/>
                    <a:pt x="643" y="310"/>
                  </a:cubicBezTo>
                  <a:cubicBezTo>
                    <a:pt x="661" y="310"/>
                    <a:pt x="675" y="296"/>
                    <a:pt x="675" y="279"/>
                  </a:cubicBezTo>
                  <a:close/>
                  <a:moveTo>
                    <a:pt x="2583" y="279"/>
                  </a:moveTo>
                  <a:cubicBezTo>
                    <a:pt x="2583" y="262"/>
                    <a:pt x="2569" y="248"/>
                    <a:pt x="2552" y="248"/>
                  </a:cubicBezTo>
                  <a:cubicBezTo>
                    <a:pt x="2535" y="248"/>
                    <a:pt x="2521" y="262"/>
                    <a:pt x="2521" y="279"/>
                  </a:cubicBezTo>
                  <a:cubicBezTo>
                    <a:pt x="2521" y="296"/>
                    <a:pt x="2535" y="310"/>
                    <a:pt x="2552" y="310"/>
                  </a:cubicBezTo>
                  <a:cubicBezTo>
                    <a:pt x="2569" y="310"/>
                    <a:pt x="2583" y="296"/>
                    <a:pt x="2583" y="279"/>
                  </a:cubicBezTo>
                  <a:close/>
                  <a:moveTo>
                    <a:pt x="3047" y="32"/>
                  </a:moveTo>
                  <a:cubicBezTo>
                    <a:pt x="3047" y="50"/>
                    <a:pt x="3030" y="64"/>
                    <a:pt x="3010" y="64"/>
                  </a:cubicBezTo>
                  <a:cubicBezTo>
                    <a:pt x="2237" y="64"/>
                    <a:pt x="2237" y="64"/>
                    <a:pt x="2237" y="64"/>
                  </a:cubicBezTo>
                  <a:cubicBezTo>
                    <a:pt x="2220" y="64"/>
                    <a:pt x="2206" y="78"/>
                    <a:pt x="2206" y="95"/>
                  </a:cubicBezTo>
                  <a:cubicBezTo>
                    <a:pt x="2206" y="111"/>
                    <a:pt x="2217" y="124"/>
                    <a:pt x="2233" y="126"/>
                  </a:cubicBezTo>
                  <a:cubicBezTo>
                    <a:pt x="2807" y="126"/>
                    <a:pt x="2807" y="126"/>
                    <a:pt x="2807" y="126"/>
                  </a:cubicBezTo>
                  <a:cubicBezTo>
                    <a:pt x="2827" y="126"/>
                    <a:pt x="2843" y="140"/>
                    <a:pt x="2843" y="157"/>
                  </a:cubicBezTo>
                  <a:cubicBezTo>
                    <a:pt x="2843" y="175"/>
                    <a:pt x="2827" y="189"/>
                    <a:pt x="2807" y="189"/>
                  </a:cubicBezTo>
                  <a:cubicBezTo>
                    <a:pt x="2353" y="189"/>
                    <a:pt x="2353" y="189"/>
                    <a:pt x="2353" y="189"/>
                  </a:cubicBezTo>
                  <a:cubicBezTo>
                    <a:pt x="2335" y="189"/>
                    <a:pt x="2321" y="202"/>
                    <a:pt x="2321" y="219"/>
                  </a:cubicBezTo>
                  <a:cubicBezTo>
                    <a:pt x="2321" y="235"/>
                    <a:pt x="2335" y="248"/>
                    <a:pt x="2353" y="248"/>
                  </a:cubicBezTo>
                  <a:cubicBezTo>
                    <a:pt x="2454" y="248"/>
                    <a:pt x="2454" y="248"/>
                    <a:pt x="2454" y="248"/>
                  </a:cubicBezTo>
                  <a:cubicBezTo>
                    <a:pt x="2471" y="248"/>
                    <a:pt x="2485" y="262"/>
                    <a:pt x="2485" y="279"/>
                  </a:cubicBezTo>
                  <a:cubicBezTo>
                    <a:pt x="2485" y="296"/>
                    <a:pt x="2471" y="310"/>
                    <a:pt x="2454" y="310"/>
                  </a:cubicBezTo>
                  <a:cubicBezTo>
                    <a:pt x="2138" y="310"/>
                    <a:pt x="2138" y="310"/>
                    <a:pt x="2138" y="310"/>
                  </a:cubicBezTo>
                  <a:cubicBezTo>
                    <a:pt x="2121" y="310"/>
                    <a:pt x="2107" y="296"/>
                    <a:pt x="2107" y="279"/>
                  </a:cubicBezTo>
                  <a:cubicBezTo>
                    <a:pt x="2107" y="262"/>
                    <a:pt x="2121" y="248"/>
                    <a:pt x="2138" y="248"/>
                  </a:cubicBezTo>
                  <a:cubicBezTo>
                    <a:pt x="2240" y="248"/>
                    <a:pt x="2240" y="248"/>
                    <a:pt x="2240" y="248"/>
                  </a:cubicBezTo>
                  <a:cubicBezTo>
                    <a:pt x="2257" y="248"/>
                    <a:pt x="2271" y="235"/>
                    <a:pt x="2271" y="219"/>
                  </a:cubicBezTo>
                  <a:cubicBezTo>
                    <a:pt x="2271" y="202"/>
                    <a:pt x="2257" y="189"/>
                    <a:pt x="2240" y="189"/>
                  </a:cubicBezTo>
                  <a:cubicBezTo>
                    <a:pt x="1284" y="189"/>
                    <a:pt x="1284" y="189"/>
                    <a:pt x="1284" y="189"/>
                  </a:cubicBezTo>
                  <a:cubicBezTo>
                    <a:pt x="1266" y="189"/>
                    <a:pt x="1252" y="202"/>
                    <a:pt x="1252" y="219"/>
                  </a:cubicBezTo>
                  <a:cubicBezTo>
                    <a:pt x="1252" y="235"/>
                    <a:pt x="1266" y="248"/>
                    <a:pt x="1284" y="248"/>
                  </a:cubicBezTo>
                  <a:cubicBezTo>
                    <a:pt x="1328" y="248"/>
                    <a:pt x="1328" y="248"/>
                    <a:pt x="1328" y="248"/>
                  </a:cubicBezTo>
                  <a:cubicBezTo>
                    <a:pt x="1346" y="248"/>
                    <a:pt x="1360" y="262"/>
                    <a:pt x="1360" y="279"/>
                  </a:cubicBezTo>
                  <a:cubicBezTo>
                    <a:pt x="1360" y="296"/>
                    <a:pt x="1346" y="310"/>
                    <a:pt x="1328" y="310"/>
                  </a:cubicBezTo>
                  <a:cubicBezTo>
                    <a:pt x="745" y="310"/>
                    <a:pt x="745" y="310"/>
                    <a:pt x="745" y="310"/>
                  </a:cubicBezTo>
                  <a:cubicBezTo>
                    <a:pt x="728" y="310"/>
                    <a:pt x="714" y="296"/>
                    <a:pt x="714" y="279"/>
                  </a:cubicBezTo>
                  <a:cubicBezTo>
                    <a:pt x="714" y="262"/>
                    <a:pt x="728" y="248"/>
                    <a:pt x="745" y="248"/>
                  </a:cubicBezTo>
                  <a:cubicBezTo>
                    <a:pt x="1171" y="248"/>
                    <a:pt x="1171" y="248"/>
                    <a:pt x="1171" y="248"/>
                  </a:cubicBezTo>
                  <a:cubicBezTo>
                    <a:pt x="1188" y="248"/>
                    <a:pt x="1202" y="235"/>
                    <a:pt x="1202" y="219"/>
                  </a:cubicBezTo>
                  <a:cubicBezTo>
                    <a:pt x="1202" y="202"/>
                    <a:pt x="1188" y="189"/>
                    <a:pt x="1171" y="189"/>
                  </a:cubicBezTo>
                  <a:cubicBezTo>
                    <a:pt x="37" y="189"/>
                    <a:pt x="37" y="189"/>
                    <a:pt x="37" y="189"/>
                  </a:cubicBezTo>
                  <a:cubicBezTo>
                    <a:pt x="17" y="189"/>
                    <a:pt x="0" y="175"/>
                    <a:pt x="0" y="157"/>
                  </a:cubicBezTo>
                  <a:cubicBezTo>
                    <a:pt x="0" y="140"/>
                    <a:pt x="17" y="126"/>
                    <a:pt x="37" y="126"/>
                  </a:cubicBezTo>
                  <a:cubicBezTo>
                    <a:pt x="1069" y="126"/>
                    <a:pt x="1069" y="126"/>
                    <a:pt x="1069" y="126"/>
                  </a:cubicBezTo>
                  <a:cubicBezTo>
                    <a:pt x="1084" y="124"/>
                    <a:pt x="1096" y="111"/>
                    <a:pt x="1096" y="95"/>
                  </a:cubicBezTo>
                  <a:cubicBezTo>
                    <a:pt x="1096" y="78"/>
                    <a:pt x="1082" y="64"/>
                    <a:pt x="1065" y="64"/>
                  </a:cubicBezTo>
                  <a:cubicBezTo>
                    <a:pt x="287" y="64"/>
                    <a:pt x="287" y="64"/>
                    <a:pt x="287" y="64"/>
                  </a:cubicBezTo>
                  <a:cubicBezTo>
                    <a:pt x="267" y="64"/>
                    <a:pt x="251" y="50"/>
                    <a:pt x="251" y="32"/>
                  </a:cubicBezTo>
                  <a:cubicBezTo>
                    <a:pt x="251" y="15"/>
                    <a:pt x="267" y="0"/>
                    <a:pt x="287" y="0"/>
                  </a:cubicBezTo>
                  <a:cubicBezTo>
                    <a:pt x="3010" y="0"/>
                    <a:pt x="3010" y="0"/>
                    <a:pt x="3010" y="0"/>
                  </a:cubicBezTo>
                  <a:cubicBezTo>
                    <a:pt x="3030" y="0"/>
                    <a:pt x="3047" y="15"/>
                    <a:pt x="3047" y="32"/>
                  </a:cubicBezTo>
                  <a:close/>
                  <a:moveTo>
                    <a:pt x="1630" y="95"/>
                  </a:moveTo>
                  <a:cubicBezTo>
                    <a:pt x="1630" y="78"/>
                    <a:pt x="1616" y="64"/>
                    <a:pt x="1599" y="64"/>
                  </a:cubicBezTo>
                  <a:cubicBezTo>
                    <a:pt x="1582" y="64"/>
                    <a:pt x="1569" y="78"/>
                    <a:pt x="1569" y="95"/>
                  </a:cubicBezTo>
                  <a:cubicBezTo>
                    <a:pt x="1569" y="112"/>
                    <a:pt x="1582" y="126"/>
                    <a:pt x="1599" y="126"/>
                  </a:cubicBezTo>
                  <a:cubicBezTo>
                    <a:pt x="1616" y="126"/>
                    <a:pt x="1630" y="112"/>
                    <a:pt x="1630" y="95"/>
                  </a:cubicBezTo>
                  <a:close/>
                  <a:moveTo>
                    <a:pt x="1720" y="95"/>
                  </a:moveTo>
                  <a:cubicBezTo>
                    <a:pt x="1720" y="78"/>
                    <a:pt x="1706" y="64"/>
                    <a:pt x="1689" y="64"/>
                  </a:cubicBezTo>
                  <a:cubicBezTo>
                    <a:pt x="1672" y="64"/>
                    <a:pt x="1658" y="78"/>
                    <a:pt x="1658" y="95"/>
                  </a:cubicBezTo>
                  <a:cubicBezTo>
                    <a:pt x="1658" y="112"/>
                    <a:pt x="1672" y="126"/>
                    <a:pt x="1689" y="126"/>
                  </a:cubicBezTo>
                  <a:cubicBezTo>
                    <a:pt x="1706" y="126"/>
                    <a:pt x="1720" y="112"/>
                    <a:pt x="1720" y="95"/>
                  </a:cubicBezTo>
                  <a:close/>
                  <a:moveTo>
                    <a:pt x="2122" y="95"/>
                  </a:moveTo>
                  <a:cubicBezTo>
                    <a:pt x="2122" y="78"/>
                    <a:pt x="2108" y="64"/>
                    <a:pt x="2091" y="64"/>
                  </a:cubicBezTo>
                  <a:cubicBezTo>
                    <a:pt x="1778" y="64"/>
                    <a:pt x="1778" y="64"/>
                    <a:pt x="1778" y="64"/>
                  </a:cubicBezTo>
                  <a:cubicBezTo>
                    <a:pt x="1761" y="64"/>
                    <a:pt x="1747" y="78"/>
                    <a:pt x="1747" y="95"/>
                  </a:cubicBezTo>
                  <a:cubicBezTo>
                    <a:pt x="1747" y="112"/>
                    <a:pt x="1761" y="126"/>
                    <a:pt x="1778" y="126"/>
                  </a:cubicBezTo>
                  <a:cubicBezTo>
                    <a:pt x="2091" y="126"/>
                    <a:pt x="2091" y="126"/>
                    <a:pt x="2091" y="126"/>
                  </a:cubicBezTo>
                  <a:cubicBezTo>
                    <a:pt x="2108" y="126"/>
                    <a:pt x="2122" y="112"/>
                    <a:pt x="2122" y="95"/>
                  </a:cubicBezTo>
                  <a:close/>
                </a:path>
              </a:pathLst>
            </a:custGeom>
            <a:gradFill>
              <a:gsLst>
                <a:gs pos="0">
                  <a:srgbClr val="9D6D6B"/>
                </a:gs>
                <a:gs pos="100000">
                  <a:srgbClr val="6E405C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Freeform 63"/>
            <p:cNvSpPr>
              <a:spLocks/>
            </p:cNvSpPr>
            <p:nvPr/>
          </p:nvSpPr>
          <p:spPr bwMode="auto">
            <a:xfrm>
              <a:off x="7042150" y="4225925"/>
              <a:ext cx="41275" cy="109538"/>
            </a:xfrm>
            <a:custGeom>
              <a:avLst/>
              <a:gdLst>
                <a:gd name="T0" fmla="*/ 5 w 26"/>
                <a:gd name="T1" fmla="*/ 0 h 69"/>
                <a:gd name="T2" fmla="*/ 0 w 26"/>
                <a:gd name="T3" fmla="*/ 69 h 69"/>
                <a:gd name="T4" fmla="*/ 26 w 26"/>
                <a:gd name="T5" fmla="*/ 69 h 69"/>
                <a:gd name="T6" fmla="*/ 19 w 26"/>
                <a:gd name="T7" fmla="*/ 0 h 69"/>
                <a:gd name="T8" fmla="*/ 5 w 26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69">
                  <a:moveTo>
                    <a:pt x="5" y="0"/>
                  </a:moveTo>
                  <a:lnTo>
                    <a:pt x="0" y="69"/>
                  </a:lnTo>
                  <a:lnTo>
                    <a:pt x="26" y="69"/>
                  </a:lnTo>
                  <a:lnTo>
                    <a:pt x="19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Freeform 64"/>
            <p:cNvSpPr>
              <a:spLocks/>
            </p:cNvSpPr>
            <p:nvPr/>
          </p:nvSpPr>
          <p:spPr bwMode="auto">
            <a:xfrm>
              <a:off x="7061200" y="4225925"/>
              <a:ext cx="22225" cy="109538"/>
            </a:xfrm>
            <a:custGeom>
              <a:avLst/>
              <a:gdLst>
                <a:gd name="T0" fmla="*/ 0 w 14"/>
                <a:gd name="T1" fmla="*/ 0 h 69"/>
                <a:gd name="T2" fmla="*/ 0 w 14"/>
                <a:gd name="T3" fmla="*/ 69 h 69"/>
                <a:gd name="T4" fmla="*/ 14 w 14"/>
                <a:gd name="T5" fmla="*/ 69 h 69"/>
                <a:gd name="T6" fmla="*/ 7 w 14"/>
                <a:gd name="T7" fmla="*/ 0 h 69"/>
                <a:gd name="T8" fmla="*/ 0 w 14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69">
                  <a:moveTo>
                    <a:pt x="0" y="0"/>
                  </a:moveTo>
                  <a:lnTo>
                    <a:pt x="0" y="69"/>
                  </a:lnTo>
                  <a:lnTo>
                    <a:pt x="14" y="69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65"/>
            <p:cNvSpPr>
              <a:spLocks/>
            </p:cNvSpPr>
            <p:nvPr/>
          </p:nvSpPr>
          <p:spPr bwMode="auto">
            <a:xfrm>
              <a:off x="7061200" y="3783013"/>
              <a:ext cx="112713" cy="477838"/>
            </a:xfrm>
            <a:custGeom>
              <a:avLst/>
              <a:gdLst>
                <a:gd name="T0" fmla="*/ 52 w 71"/>
                <a:gd name="T1" fmla="*/ 220 h 301"/>
                <a:gd name="T2" fmla="*/ 66 w 71"/>
                <a:gd name="T3" fmla="*/ 220 h 301"/>
                <a:gd name="T4" fmla="*/ 45 w 71"/>
                <a:gd name="T5" fmla="*/ 147 h 301"/>
                <a:gd name="T6" fmla="*/ 52 w 71"/>
                <a:gd name="T7" fmla="*/ 147 h 301"/>
                <a:gd name="T8" fmla="*/ 0 w 71"/>
                <a:gd name="T9" fmla="*/ 0 h 301"/>
                <a:gd name="T10" fmla="*/ 0 w 71"/>
                <a:gd name="T11" fmla="*/ 147 h 301"/>
                <a:gd name="T12" fmla="*/ 0 w 71"/>
                <a:gd name="T13" fmla="*/ 220 h 301"/>
                <a:gd name="T14" fmla="*/ 0 w 71"/>
                <a:gd name="T15" fmla="*/ 301 h 301"/>
                <a:gd name="T16" fmla="*/ 71 w 71"/>
                <a:gd name="T17" fmla="*/ 301 h 301"/>
                <a:gd name="T18" fmla="*/ 52 w 71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1">
                  <a:moveTo>
                    <a:pt x="52" y="220"/>
                  </a:moveTo>
                  <a:lnTo>
                    <a:pt x="66" y="220"/>
                  </a:lnTo>
                  <a:lnTo>
                    <a:pt x="45" y="147"/>
                  </a:lnTo>
                  <a:lnTo>
                    <a:pt x="52" y="147"/>
                  </a:lnTo>
                  <a:lnTo>
                    <a:pt x="0" y="0"/>
                  </a:lnTo>
                  <a:lnTo>
                    <a:pt x="0" y="147"/>
                  </a:lnTo>
                  <a:lnTo>
                    <a:pt x="0" y="220"/>
                  </a:lnTo>
                  <a:lnTo>
                    <a:pt x="0" y="301"/>
                  </a:lnTo>
                  <a:lnTo>
                    <a:pt x="71" y="301"/>
                  </a:lnTo>
                  <a:lnTo>
                    <a:pt x="52" y="22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Freeform 66"/>
            <p:cNvSpPr>
              <a:spLocks/>
            </p:cNvSpPr>
            <p:nvPr/>
          </p:nvSpPr>
          <p:spPr bwMode="auto">
            <a:xfrm>
              <a:off x="6951663" y="3783013"/>
              <a:ext cx="109538" cy="477838"/>
            </a:xfrm>
            <a:custGeom>
              <a:avLst/>
              <a:gdLst>
                <a:gd name="T0" fmla="*/ 19 w 69"/>
                <a:gd name="T1" fmla="*/ 220 h 301"/>
                <a:gd name="T2" fmla="*/ 5 w 69"/>
                <a:gd name="T3" fmla="*/ 220 h 301"/>
                <a:gd name="T4" fmla="*/ 26 w 69"/>
                <a:gd name="T5" fmla="*/ 147 h 301"/>
                <a:gd name="T6" fmla="*/ 17 w 69"/>
                <a:gd name="T7" fmla="*/ 147 h 301"/>
                <a:gd name="T8" fmla="*/ 69 w 69"/>
                <a:gd name="T9" fmla="*/ 0 h 301"/>
                <a:gd name="T10" fmla="*/ 69 w 69"/>
                <a:gd name="T11" fmla="*/ 147 h 301"/>
                <a:gd name="T12" fmla="*/ 69 w 69"/>
                <a:gd name="T13" fmla="*/ 220 h 301"/>
                <a:gd name="T14" fmla="*/ 69 w 69"/>
                <a:gd name="T15" fmla="*/ 301 h 301"/>
                <a:gd name="T16" fmla="*/ 0 w 69"/>
                <a:gd name="T17" fmla="*/ 301 h 301"/>
                <a:gd name="T18" fmla="*/ 19 w 69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301">
                  <a:moveTo>
                    <a:pt x="19" y="220"/>
                  </a:moveTo>
                  <a:lnTo>
                    <a:pt x="5" y="220"/>
                  </a:lnTo>
                  <a:lnTo>
                    <a:pt x="26" y="147"/>
                  </a:lnTo>
                  <a:lnTo>
                    <a:pt x="17" y="147"/>
                  </a:lnTo>
                  <a:lnTo>
                    <a:pt x="69" y="0"/>
                  </a:lnTo>
                  <a:lnTo>
                    <a:pt x="69" y="147"/>
                  </a:lnTo>
                  <a:lnTo>
                    <a:pt x="69" y="220"/>
                  </a:lnTo>
                  <a:lnTo>
                    <a:pt x="69" y="301"/>
                  </a:lnTo>
                  <a:lnTo>
                    <a:pt x="0" y="301"/>
                  </a:lnTo>
                  <a:lnTo>
                    <a:pt x="19" y="22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67"/>
            <p:cNvSpPr>
              <a:spLocks/>
            </p:cNvSpPr>
            <p:nvPr/>
          </p:nvSpPr>
          <p:spPr bwMode="auto">
            <a:xfrm>
              <a:off x="6877050" y="4291013"/>
              <a:ext cx="33338" cy="90488"/>
            </a:xfrm>
            <a:custGeom>
              <a:avLst/>
              <a:gdLst>
                <a:gd name="T0" fmla="*/ 4 w 21"/>
                <a:gd name="T1" fmla="*/ 0 h 57"/>
                <a:gd name="T2" fmla="*/ 0 w 21"/>
                <a:gd name="T3" fmla="*/ 57 h 57"/>
                <a:gd name="T4" fmla="*/ 21 w 21"/>
                <a:gd name="T5" fmla="*/ 57 h 57"/>
                <a:gd name="T6" fmla="*/ 16 w 21"/>
                <a:gd name="T7" fmla="*/ 0 h 57"/>
                <a:gd name="T8" fmla="*/ 4 w 21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7">
                  <a:moveTo>
                    <a:pt x="4" y="0"/>
                  </a:moveTo>
                  <a:lnTo>
                    <a:pt x="0" y="57"/>
                  </a:lnTo>
                  <a:lnTo>
                    <a:pt x="21" y="57"/>
                  </a:lnTo>
                  <a:lnTo>
                    <a:pt x="1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68"/>
            <p:cNvSpPr>
              <a:spLocks/>
            </p:cNvSpPr>
            <p:nvPr/>
          </p:nvSpPr>
          <p:spPr bwMode="auto">
            <a:xfrm>
              <a:off x="6896100" y="4291013"/>
              <a:ext cx="14288" cy="90488"/>
            </a:xfrm>
            <a:custGeom>
              <a:avLst/>
              <a:gdLst>
                <a:gd name="T0" fmla="*/ 0 w 9"/>
                <a:gd name="T1" fmla="*/ 0 h 57"/>
                <a:gd name="T2" fmla="*/ 0 w 9"/>
                <a:gd name="T3" fmla="*/ 57 h 57"/>
                <a:gd name="T4" fmla="*/ 9 w 9"/>
                <a:gd name="T5" fmla="*/ 57 h 57"/>
                <a:gd name="T6" fmla="*/ 4 w 9"/>
                <a:gd name="T7" fmla="*/ 0 h 57"/>
                <a:gd name="T8" fmla="*/ 0 w 9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lnTo>
                    <a:pt x="0" y="57"/>
                  </a:lnTo>
                  <a:lnTo>
                    <a:pt x="9" y="57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69"/>
            <p:cNvSpPr>
              <a:spLocks/>
            </p:cNvSpPr>
            <p:nvPr/>
          </p:nvSpPr>
          <p:spPr bwMode="auto">
            <a:xfrm>
              <a:off x="6896100" y="3914775"/>
              <a:ext cx="93663" cy="406400"/>
            </a:xfrm>
            <a:custGeom>
              <a:avLst/>
              <a:gdLst>
                <a:gd name="T0" fmla="*/ 42 w 59"/>
                <a:gd name="T1" fmla="*/ 187 h 256"/>
                <a:gd name="T2" fmla="*/ 54 w 59"/>
                <a:gd name="T3" fmla="*/ 187 h 256"/>
                <a:gd name="T4" fmla="*/ 35 w 59"/>
                <a:gd name="T5" fmla="*/ 125 h 256"/>
                <a:gd name="T6" fmla="*/ 42 w 59"/>
                <a:gd name="T7" fmla="*/ 125 h 256"/>
                <a:gd name="T8" fmla="*/ 0 w 59"/>
                <a:gd name="T9" fmla="*/ 0 h 256"/>
                <a:gd name="T10" fmla="*/ 0 w 59"/>
                <a:gd name="T11" fmla="*/ 125 h 256"/>
                <a:gd name="T12" fmla="*/ 0 w 59"/>
                <a:gd name="T13" fmla="*/ 187 h 256"/>
                <a:gd name="T14" fmla="*/ 0 w 59"/>
                <a:gd name="T15" fmla="*/ 256 h 256"/>
                <a:gd name="T16" fmla="*/ 59 w 59"/>
                <a:gd name="T17" fmla="*/ 256 h 256"/>
                <a:gd name="T18" fmla="*/ 42 w 59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256">
                  <a:moveTo>
                    <a:pt x="42" y="187"/>
                  </a:moveTo>
                  <a:lnTo>
                    <a:pt x="54" y="187"/>
                  </a:lnTo>
                  <a:lnTo>
                    <a:pt x="35" y="125"/>
                  </a:lnTo>
                  <a:lnTo>
                    <a:pt x="42" y="125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0" y="187"/>
                  </a:lnTo>
                  <a:lnTo>
                    <a:pt x="0" y="256"/>
                  </a:lnTo>
                  <a:lnTo>
                    <a:pt x="59" y="256"/>
                  </a:lnTo>
                  <a:lnTo>
                    <a:pt x="42" y="187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70"/>
            <p:cNvSpPr>
              <a:spLocks/>
            </p:cNvSpPr>
            <p:nvPr/>
          </p:nvSpPr>
          <p:spPr bwMode="auto">
            <a:xfrm>
              <a:off x="6800850" y="3914775"/>
              <a:ext cx="95250" cy="406400"/>
            </a:xfrm>
            <a:custGeom>
              <a:avLst/>
              <a:gdLst>
                <a:gd name="T0" fmla="*/ 15 w 60"/>
                <a:gd name="T1" fmla="*/ 187 h 256"/>
                <a:gd name="T2" fmla="*/ 5 w 60"/>
                <a:gd name="T3" fmla="*/ 187 h 256"/>
                <a:gd name="T4" fmla="*/ 22 w 60"/>
                <a:gd name="T5" fmla="*/ 125 h 256"/>
                <a:gd name="T6" fmla="*/ 15 w 60"/>
                <a:gd name="T7" fmla="*/ 125 h 256"/>
                <a:gd name="T8" fmla="*/ 60 w 60"/>
                <a:gd name="T9" fmla="*/ 0 h 256"/>
                <a:gd name="T10" fmla="*/ 60 w 60"/>
                <a:gd name="T11" fmla="*/ 125 h 256"/>
                <a:gd name="T12" fmla="*/ 60 w 60"/>
                <a:gd name="T13" fmla="*/ 187 h 256"/>
                <a:gd name="T14" fmla="*/ 60 w 60"/>
                <a:gd name="T15" fmla="*/ 256 h 256"/>
                <a:gd name="T16" fmla="*/ 0 w 60"/>
                <a:gd name="T17" fmla="*/ 256 h 256"/>
                <a:gd name="T18" fmla="*/ 15 w 60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256">
                  <a:moveTo>
                    <a:pt x="15" y="187"/>
                  </a:moveTo>
                  <a:lnTo>
                    <a:pt x="5" y="187"/>
                  </a:lnTo>
                  <a:lnTo>
                    <a:pt x="22" y="125"/>
                  </a:lnTo>
                  <a:lnTo>
                    <a:pt x="15" y="125"/>
                  </a:lnTo>
                  <a:lnTo>
                    <a:pt x="60" y="0"/>
                  </a:lnTo>
                  <a:lnTo>
                    <a:pt x="60" y="125"/>
                  </a:lnTo>
                  <a:lnTo>
                    <a:pt x="60" y="187"/>
                  </a:lnTo>
                  <a:lnTo>
                    <a:pt x="60" y="256"/>
                  </a:lnTo>
                  <a:lnTo>
                    <a:pt x="0" y="256"/>
                  </a:lnTo>
                  <a:lnTo>
                    <a:pt x="15" y="187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71"/>
            <p:cNvSpPr>
              <a:spLocks/>
            </p:cNvSpPr>
            <p:nvPr/>
          </p:nvSpPr>
          <p:spPr bwMode="auto">
            <a:xfrm>
              <a:off x="7394575" y="4219575"/>
              <a:ext cx="33338" cy="93663"/>
            </a:xfrm>
            <a:custGeom>
              <a:avLst/>
              <a:gdLst>
                <a:gd name="T0" fmla="*/ 5 w 21"/>
                <a:gd name="T1" fmla="*/ 0 h 59"/>
                <a:gd name="T2" fmla="*/ 0 w 21"/>
                <a:gd name="T3" fmla="*/ 59 h 59"/>
                <a:gd name="T4" fmla="*/ 21 w 21"/>
                <a:gd name="T5" fmla="*/ 59 h 59"/>
                <a:gd name="T6" fmla="*/ 17 w 21"/>
                <a:gd name="T7" fmla="*/ 0 h 59"/>
                <a:gd name="T8" fmla="*/ 5 w 21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9">
                  <a:moveTo>
                    <a:pt x="5" y="0"/>
                  </a:moveTo>
                  <a:lnTo>
                    <a:pt x="0" y="59"/>
                  </a:lnTo>
                  <a:lnTo>
                    <a:pt x="21" y="59"/>
                  </a:lnTo>
                  <a:lnTo>
                    <a:pt x="17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Freeform 72"/>
            <p:cNvSpPr>
              <a:spLocks/>
            </p:cNvSpPr>
            <p:nvPr/>
          </p:nvSpPr>
          <p:spPr bwMode="auto">
            <a:xfrm>
              <a:off x="7408863" y="4219575"/>
              <a:ext cx="19050" cy="93663"/>
            </a:xfrm>
            <a:custGeom>
              <a:avLst/>
              <a:gdLst>
                <a:gd name="T0" fmla="*/ 0 w 12"/>
                <a:gd name="T1" fmla="*/ 0 h 59"/>
                <a:gd name="T2" fmla="*/ 0 w 12"/>
                <a:gd name="T3" fmla="*/ 59 h 59"/>
                <a:gd name="T4" fmla="*/ 12 w 12"/>
                <a:gd name="T5" fmla="*/ 59 h 59"/>
                <a:gd name="T6" fmla="*/ 8 w 12"/>
                <a:gd name="T7" fmla="*/ 0 h 59"/>
                <a:gd name="T8" fmla="*/ 0 w 12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9">
                  <a:moveTo>
                    <a:pt x="0" y="0"/>
                  </a:moveTo>
                  <a:lnTo>
                    <a:pt x="0" y="59"/>
                  </a:lnTo>
                  <a:lnTo>
                    <a:pt x="12" y="59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" name="Freeform 73"/>
            <p:cNvSpPr>
              <a:spLocks/>
            </p:cNvSpPr>
            <p:nvPr/>
          </p:nvSpPr>
          <p:spPr bwMode="auto">
            <a:xfrm>
              <a:off x="7408863" y="3843338"/>
              <a:ext cx="95250" cy="406400"/>
            </a:xfrm>
            <a:custGeom>
              <a:avLst/>
              <a:gdLst>
                <a:gd name="T0" fmla="*/ 45 w 60"/>
                <a:gd name="T1" fmla="*/ 187 h 256"/>
                <a:gd name="T2" fmla="*/ 55 w 60"/>
                <a:gd name="T3" fmla="*/ 187 h 256"/>
                <a:gd name="T4" fmla="*/ 38 w 60"/>
                <a:gd name="T5" fmla="*/ 125 h 256"/>
                <a:gd name="T6" fmla="*/ 45 w 60"/>
                <a:gd name="T7" fmla="*/ 125 h 256"/>
                <a:gd name="T8" fmla="*/ 0 w 60"/>
                <a:gd name="T9" fmla="*/ 0 h 256"/>
                <a:gd name="T10" fmla="*/ 0 w 60"/>
                <a:gd name="T11" fmla="*/ 125 h 256"/>
                <a:gd name="T12" fmla="*/ 0 w 60"/>
                <a:gd name="T13" fmla="*/ 187 h 256"/>
                <a:gd name="T14" fmla="*/ 0 w 60"/>
                <a:gd name="T15" fmla="*/ 256 h 256"/>
                <a:gd name="T16" fmla="*/ 60 w 60"/>
                <a:gd name="T17" fmla="*/ 256 h 256"/>
                <a:gd name="T18" fmla="*/ 45 w 60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256">
                  <a:moveTo>
                    <a:pt x="45" y="187"/>
                  </a:moveTo>
                  <a:lnTo>
                    <a:pt x="55" y="187"/>
                  </a:lnTo>
                  <a:lnTo>
                    <a:pt x="38" y="125"/>
                  </a:lnTo>
                  <a:lnTo>
                    <a:pt x="45" y="125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0" y="187"/>
                  </a:lnTo>
                  <a:lnTo>
                    <a:pt x="0" y="256"/>
                  </a:lnTo>
                  <a:lnTo>
                    <a:pt x="60" y="256"/>
                  </a:lnTo>
                  <a:lnTo>
                    <a:pt x="45" y="187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" name="Freeform 74"/>
            <p:cNvSpPr>
              <a:spLocks/>
            </p:cNvSpPr>
            <p:nvPr/>
          </p:nvSpPr>
          <p:spPr bwMode="auto">
            <a:xfrm>
              <a:off x="7315200" y="3843338"/>
              <a:ext cx="93663" cy="406400"/>
            </a:xfrm>
            <a:custGeom>
              <a:avLst/>
              <a:gdLst>
                <a:gd name="T0" fmla="*/ 17 w 59"/>
                <a:gd name="T1" fmla="*/ 187 h 256"/>
                <a:gd name="T2" fmla="*/ 5 w 59"/>
                <a:gd name="T3" fmla="*/ 187 h 256"/>
                <a:gd name="T4" fmla="*/ 24 w 59"/>
                <a:gd name="T5" fmla="*/ 125 h 256"/>
                <a:gd name="T6" fmla="*/ 17 w 59"/>
                <a:gd name="T7" fmla="*/ 125 h 256"/>
                <a:gd name="T8" fmla="*/ 59 w 59"/>
                <a:gd name="T9" fmla="*/ 0 h 256"/>
                <a:gd name="T10" fmla="*/ 59 w 59"/>
                <a:gd name="T11" fmla="*/ 125 h 256"/>
                <a:gd name="T12" fmla="*/ 59 w 59"/>
                <a:gd name="T13" fmla="*/ 187 h 256"/>
                <a:gd name="T14" fmla="*/ 59 w 59"/>
                <a:gd name="T15" fmla="*/ 256 h 256"/>
                <a:gd name="T16" fmla="*/ 0 w 59"/>
                <a:gd name="T17" fmla="*/ 256 h 256"/>
                <a:gd name="T18" fmla="*/ 17 w 59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256">
                  <a:moveTo>
                    <a:pt x="17" y="187"/>
                  </a:moveTo>
                  <a:lnTo>
                    <a:pt x="5" y="187"/>
                  </a:lnTo>
                  <a:lnTo>
                    <a:pt x="24" y="125"/>
                  </a:lnTo>
                  <a:lnTo>
                    <a:pt x="17" y="125"/>
                  </a:lnTo>
                  <a:lnTo>
                    <a:pt x="59" y="0"/>
                  </a:lnTo>
                  <a:lnTo>
                    <a:pt x="59" y="125"/>
                  </a:lnTo>
                  <a:lnTo>
                    <a:pt x="59" y="187"/>
                  </a:lnTo>
                  <a:lnTo>
                    <a:pt x="59" y="256"/>
                  </a:lnTo>
                  <a:lnTo>
                    <a:pt x="0" y="256"/>
                  </a:lnTo>
                  <a:lnTo>
                    <a:pt x="17" y="187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75"/>
            <p:cNvSpPr>
              <a:spLocks/>
            </p:cNvSpPr>
            <p:nvPr/>
          </p:nvSpPr>
          <p:spPr bwMode="auto">
            <a:xfrm>
              <a:off x="398463" y="4132263"/>
              <a:ext cx="153988" cy="522288"/>
            </a:xfrm>
            <a:custGeom>
              <a:avLst/>
              <a:gdLst>
                <a:gd name="T0" fmla="*/ 41 w 41"/>
                <a:gd name="T1" fmla="*/ 0 h 139"/>
                <a:gd name="T2" fmla="*/ 20 w 41"/>
                <a:gd name="T3" fmla="*/ 21 h 139"/>
                <a:gd name="T4" fmla="*/ 16 w 41"/>
                <a:gd name="T5" fmla="*/ 41 h 139"/>
                <a:gd name="T6" fmla="*/ 0 w 41"/>
                <a:gd name="T7" fmla="*/ 93 h 139"/>
                <a:gd name="T8" fmla="*/ 39 w 41"/>
                <a:gd name="T9" fmla="*/ 138 h 139"/>
                <a:gd name="T10" fmla="*/ 41 w 41"/>
                <a:gd name="T11" fmla="*/ 139 h 139"/>
                <a:gd name="T12" fmla="*/ 41 w 41"/>
                <a:gd name="T1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39">
                  <a:moveTo>
                    <a:pt x="41" y="0"/>
                  </a:moveTo>
                  <a:cubicBezTo>
                    <a:pt x="33" y="0"/>
                    <a:pt x="26" y="9"/>
                    <a:pt x="20" y="21"/>
                  </a:cubicBezTo>
                  <a:cubicBezTo>
                    <a:pt x="14" y="35"/>
                    <a:pt x="16" y="41"/>
                    <a:pt x="16" y="41"/>
                  </a:cubicBezTo>
                  <a:cubicBezTo>
                    <a:pt x="8" y="41"/>
                    <a:pt x="0" y="70"/>
                    <a:pt x="0" y="93"/>
                  </a:cubicBezTo>
                  <a:cubicBezTo>
                    <a:pt x="0" y="115"/>
                    <a:pt x="13" y="137"/>
                    <a:pt x="39" y="138"/>
                  </a:cubicBezTo>
                  <a:cubicBezTo>
                    <a:pt x="40" y="139"/>
                    <a:pt x="40" y="139"/>
                    <a:pt x="41" y="139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76"/>
            <p:cNvSpPr>
              <a:spLocks/>
            </p:cNvSpPr>
            <p:nvPr/>
          </p:nvSpPr>
          <p:spPr bwMode="auto">
            <a:xfrm>
              <a:off x="552450" y="4132263"/>
              <a:ext cx="153988" cy="522288"/>
            </a:xfrm>
            <a:custGeom>
              <a:avLst/>
              <a:gdLst>
                <a:gd name="T0" fmla="*/ 0 w 41"/>
                <a:gd name="T1" fmla="*/ 0 h 139"/>
                <a:gd name="T2" fmla="*/ 21 w 41"/>
                <a:gd name="T3" fmla="*/ 21 h 139"/>
                <a:gd name="T4" fmla="*/ 25 w 41"/>
                <a:gd name="T5" fmla="*/ 41 h 139"/>
                <a:gd name="T6" fmla="*/ 41 w 41"/>
                <a:gd name="T7" fmla="*/ 93 h 139"/>
                <a:gd name="T8" fmla="*/ 2 w 41"/>
                <a:gd name="T9" fmla="*/ 138 h 139"/>
                <a:gd name="T10" fmla="*/ 0 w 41"/>
                <a:gd name="T11" fmla="*/ 139 h 139"/>
                <a:gd name="T12" fmla="*/ 0 w 41"/>
                <a:gd name="T1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39">
                  <a:moveTo>
                    <a:pt x="0" y="0"/>
                  </a:moveTo>
                  <a:cubicBezTo>
                    <a:pt x="8" y="0"/>
                    <a:pt x="15" y="9"/>
                    <a:pt x="21" y="21"/>
                  </a:cubicBezTo>
                  <a:cubicBezTo>
                    <a:pt x="26" y="35"/>
                    <a:pt x="25" y="41"/>
                    <a:pt x="25" y="41"/>
                  </a:cubicBezTo>
                  <a:cubicBezTo>
                    <a:pt x="32" y="41"/>
                    <a:pt x="41" y="70"/>
                    <a:pt x="41" y="93"/>
                  </a:cubicBezTo>
                  <a:cubicBezTo>
                    <a:pt x="41" y="115"/>
                    <a:pt x="28" y="137"/>
                    <a:pt x="2" y="138"/>
                  </a:cubicBezTo>
                  <a:cubicBezTo>
                    <a:pt x="1" y="139"/>
                    <a:pt x="1" y="139"/>
                    <a:pt x="0" y="1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" name="Freeform 77"/>
            <p:cNvSpPr>
              <a:spLocks/>
            </p:cNvSpPr>
            <p:nvPr/>
          </p:nvSpPr>
          <p:spPr bwMode="auto">
            <a:xfrm>
              <a:off x="530225" y="4508500"/>
              <a:ext cx="41275" cy="236538"/>
            </a:xfrm>
            <a:custGeom>
              <a:avLst/>
              <a:gdLst>
                <a:gd name="T0" fmla="*/ 7 w 26"/>
                <a:gd name="T1" fmla="*/ 0 h 149"/>
                <a:gd name="T2" fmla="*/ 0 w 26"/>
                <a:gd name="T3" fmla="*/ 149 h 149"/>
                <a:gd name="T4" fmla="*/ 26 w 26"/>
                <a:gd name="T5" fmla="*/ 149 h 149"/>
                <a:gd name="T6" fmla="*/ 21 w 26"/>
                <a:gd name="T7" fmla="*/ 0 h 149"/>
                <a:gd name="T8" fmla="*/ 7 w 26"/>
                <a:gd name="T9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9">
                  <a:moveTo>
                    <a:pt x="7" y="0"/>
                  </a:moveTo>
                  <a:lnTo>
                    <a:pt x="0" y="149"/>
                  </a:lnTo>
                  <a:lnTo>
                    <a:pt x="26" y="149"/>
                  </a:lnTo>
                  <a:lnTo>
                    <a:pt x="2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78"/>
            <p:cNvSpPr>
              <a:spLocks/>
            </p:cNvSpPr>
            <p:nvPr/>
          </p:nvSpPr>
          <p:spPr bwMode="auto">
            <a:xfrm>
              <a:off x="552450" y="4508500"/>
              <a:ext cx="19050" cy="236538"/>
            </a:xfrm>
            <a:custGeom>
              <a:avLst/>
              <a:gdLst>
                <a:gd name="T0" fmla="*/ 0 w 12"/>
                <a:gd name="T1" fmla="*/ 0 h 149"/>
                <a:gd name="T2" fmla="*/ 0 w 12"/>
                <a:gd name="T3" fmla="*/ 149 h 149"/>
                <a:gd name="T4" fmla="*/ 12 w 12"/>
                <a:gd name="T5" fmla="*/ 149 h 149"/>
                <a:gd name="T6" fmla="*/ 7 w 12"/>
                <a:gd name="T7" fmla="*/ 0 h 149"/>
                <a:gd name="T8" fmla="*/ 0 w 12"/>
                <a:gd name="T9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9">
                  <a:moveTo>
                    <a:pt x="0" y="0"/>
                  </a:moveTo>
                  <a:lnTo>
                    <a:pt x="0" y="149"/>
                  </a:lnTo>
                  <a:lnTo>
                    <a:pt x="12" y="149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79"/>
            <p:cNvSpPr>
              <a:spLocks/>
            </p:cNvSpPr>
            <p:nvPr/>
          </p:nvSpPr>
          <p:spPr bwMode="auto">
            <a:xfrm>
              <a:off x="211138" y="4373563"/>
              <a:ext cx="220663" cy="304800"/>
            </a:xfrm>
            <a:custGeom>
              <a:avLst/>
              <a:gdLst>
                <a:gd name="T0" fmla="*/ 47 w 59"/>
                <a:gd name="T1" fmla="*/ 24 h 81"/>
                <a:gd name="T2" fmla="*/ 47 w 59"/>
                <a:gd name="T3" fmla="*/ 20 h 81"/>
                <a:gd name="T4" fmla="*/ 29 w 59"/>
                <a:gd name="T5" fmla="*/ 0 h 81"/>
                <a:gd name="T6" fmla="*/ 11 w 59"/>
                <a:gd name="T7" fmla="*/ 20 h 81"/>
                <a:gd name="T8" fmla="*/ 11 w 59"/>
                <a:gd name="T9" fmla="*/ 24 h 81"/>
                <a:gd name="T10" fmla="*/ 0 w 59"/>
                <a:gd name="T11" fmla="*/ 49 h 81"/>
                <a:gd name="T12" fmla="*/ 29 w 59"/>
                <a:gd name="T13" fmla="*/ 81 h 81"/>
                <a:gd name="T14" fmla="*/ 59 w 59"/>
                <a:gd name="T15" fmla="*/ 49 h 81"/>
                <a:gd name="T16" fmla="*/ 47 w 59"/>
                <a:gd name="T17" fmla="*/ 2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81">
                  <a:moveTo>
                    <a:pt x="47" y="24"/>
                  </a:moveTo>
                  <a:cubicBezTo>
                    <a:pt x="47" y="23"/>
                    <a:pt x="47" y="21"/>
                    <a:pt x="47" y="20"/>
                  </a:cubicBezTo>
                  <a:cubicBezTo>
                    <a:pt x="47" y="9"/>
                    <a:pt x="39" y="0"/>
                    <a:pt x="29" y="0"/>
                  </a:cubicBezTo>
                  <a:cubicBezTo>
                    <a:pt x="19" y="0"/>
                    <a:pt x="11" y="9"/>
                    <a:pt x="11" y="20"/>
                  </a:cubicBezTo>
                  <a:cubicBezTo>
                    <a:pt x="11" y="21"/>
                    <a:pt x="11" y="23"/>
                    <a:pt x="11" y="24"/>
                  </a:cubicBezTo>
                  <a:cubicBezTo>
                    <a:pt x="4" y="30"/>
                    <a:pt x="0" y="39"/>
                    <a:pt x="0" y="49"/>
                  </a:cubicBezTo>
                  <a:cubicBezTo>
                    <a:pt x="0" y="66"/>
                    <a:pt x="13" y="81"/>
                    <a:pt x="29" y="81"/>
                  </a:cubicBezTo>
                  <a:cubicBezTo>
                    <a:pt x="45" y="81"/>
                    <a:pt x="59" y="66"/>
                    <a:pt x="59" y="49"/>
                  </a:cubicBezTo>
                  <a:cubicBezTo>
                    <a:pt x="59" y="39"/>
                    <a:pt x="54" y="30"/>
                    <a:pt x="47" y="24"/>
                  </a:cubicBez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80"/>
            <p:cNvSpPr>
              <a:spLocks/>
            </p:cNvSpPr>
            <p:nvPr/>
          </p:nvSpPr>
          <p:spPr bwMode="auto">
            <a:xfrm>
              <a:off x="319088" y="4373563"/>
              <a:ext cx="112713" cy="304800"/>
            </a:xfrm>
            <a:custGeom>
              <a:avLst/>
              <a:gdLst>
                <a:gd name="T0" fmla="*/ 18 w 30"/>
                <a:gd name="T1" fmla="*/ 24 h 81"/>
                <a:gd name="T2" fmla="*/ 18 w 30"/>
                <a:gd name="T3" fmla="*/ 20 h 81"/>
                <a:gd name="T4" fmla="*/ 0 w 30"/>
                <a:gd name="T5" fmla="*/ 0 h 81"/>
                <a:gd name="T6" fmla="*/ 0 w 30"/>
                <a:gd name="T7" fmla="*/ 18 h 81"/>
                <a:gd name="T8" fmla="*/ 0 w 30"/>
                <a:gd name="T9" fmla="*/ 39 h 81"/>
                <a:gd name="T10" fmla="*/ 0 w 30"/>
                <a:gd name="T11" fmla="*/ 81 h 81"/>
                <a:gd name="T12" fmla="*/ 30 w 30"/>
                <a:gd name="T13" fmla="*/ 49 h 81"/>
                <a:gd name="T14" fmla="*/ 18 w 30"/>
                <a:gd name="T15" fmla="*/ 2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81">
                  <a:moveTo>
                    <a:pt x="18" y="24"/>
                  </a:moveTo>
                  <a:cubicBezTo>
                    <a:pt x="18" y="23"/>
                    <a:pt x="18" y="21"/>
                    <a:pt x="18" y="20"/>
                  </a:cubicBezTo>
                  <a:cubicBezTo>
                    <a:pt x="18" y="9"/>
                    <a:pt x="10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6" y="81"/>
                    <a:pt x="30" y="66"/>
                    <a:pt x="30" y="49"/>
                  </a:cubicBezTo>
                  <a:cubicBezTo>
                    <a:pt x="30" y="39"/>
                    <a:pt x="25" y="30"/>
                    <a:pt x="18" y="24"/>
                  </a:cubicBez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81"/>
            <p:cNvSpPr>
              <a:spLocks/>
            </p:cNvSpPr>
            <p:nvPr/>
          </p:nvSpPr>
          <p:spPr bwMode="auto">
            <a:xfrm>
              <a:off x="304800" y="4565650"/>
              <a:ext cx="30163" cy="179388"/>
            </a:xfrm>
            <a:custGeom>
              <a:avLst/>
              <a:gdLst>
                <a:gd name="T0" fmla="*/ 5 w 19"/>
                <a:gd name="T1" fmla="*/ 0 h 113"/>
                <a:gd name="T2" fmla="*/ 0 w 19"/>
                <a:gd name="T3" fmla="*/ 113 h 113"/>
                <a:gd name="T4" fmla="*/ 19 w 19"/>
                <a:gd name="T5" fmla="*/ 113 h 113"/>
                <a:gd name="T6" fmla="*/ 16 w 19"/>
                <a:gd name="T7" fmla="*/ 0 h 113"/>
                <a:gd name="T8" fmla="*/ 5 w 19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13">
                  <a:moveTo>
                    <a:pt x="5" y="0"/>
                  </a:moveTo>
                  <a:lnTo>
                    <a:pt x="0" y="113"/>
                  </a:lnTo>
                  <a:lnTo>
                    <a:pt x="19" y="113"/>
                  </a:lnTo>
                  <a:lnTo>
                    <a:pt x="1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82"/>
            <p:cNvSpPr>
              <a:spLocks/>
            </p:cNvSpPr>
            <p:nvPr/>
          </p:nvSpPr>
          <p:spPr bwMode="auto">
            <a:xfrm>
              <a:off x="319088" y="4565650"/>
              <a:ext cx="15875" cy="179388"/>
            </a:xfrm>
            <a:custGeom>
              <a:avLst/>
              <a:gdLst>
                <a:gd name="T0" fmla="*/ 0 w 10"/>
                <a:gd name="T1" fmla="*/ 0 h 113"/>
                <a:gd name="T2" fmla="*/ 0 w 10"/>
                <a:gd name="T3" fmla="*/ 113 h 113"/>
                <a:gd name="T4" fmla="*/ 10 w 10"/>
                <a:gd name="T5" fmla="*/ 113 h 113"/>
                <a:gd name="T6" fmla="*/ 7 w 10"/>
                <a:gd name="T7" fmla="*/ 0 h 113"/>
                <a:gd name="T8" fmla="*/ 0 w 10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3">
                  <a:moveTo>
                    <a:pt x="0" y="0"/>
                  </a:moveTo>
                  <a:lnTo>
                    <a:pt x="0" y="113"/>
                  </a:lnTo>
                  <a:lnTo>
                    <a:pt x="10" y="113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83"/>
            <p:cNvSpPr>
              <a:spLocks/>
            </p:cNvSpPr>
            <p:nvPr/>
          </p:nvSpPr>
          <p:spPr bwMode="auto">
            <a:xfrm>
              <a:off x="946150" y="4132263"/>
              <a:ext cx="2706688" cy="612775"/>
            </a:xfrm>
            <a:custGeom>
              <a:avLst/>
              <a:gdLst>
                <a:gd name="T0" fmla="*/ 0 w 721"/>
                <a:gd name="T1" fmla="*/ 163 h 163"/>
                <a:gd name="T2" fmla="*/ 361 w 721"/>
                <a:gd name="T3" fmla="*/ 0 h 163"/>
                <a:gd name="T4" fmla="*/ 721 w 721"/>
                <a:gd name="T5" fmla="*/ 163 h 163"/>
                <a:gd name="T6" fmla="*/ 0 w 721"/>
                <a:gd name="T7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1" h="163">
                  <a:moveTo>
                    <a:pt x="0" y="163"/>
                  </a:moveTo>
                  <a:cubicBezTo>
                    <a:pt x="72" y="63"/>
                    <a:pt x="210" y="0"/>
                    <a:pt x="361" y="0"/>
                  </a:cubicBezTo>
                  <a:cubicBezTo>
                    <a:pt x="511" y="0"/>
                    <a:pt x="649" y="63"/>
                    <a:pt x="721" y="163"/>
                  </a:cubicBezTo>
                  <a:cubicBezTo>
                    <a:pt x="0" y="163"/>
                    <a:pt x="0" y="163"/>
                    <a:pt x="0" y="163"/>
                  </a:cubicBezTo>
                </a:path>
              </a:pathLst>
            </a:custGeom>
            <a:gradFill>
              <a:gsLst>
                <a:gs pos="0">
                  <a:srgbClr val="E2C18E"/>
                </a:gs>
                <a:gs pos="68000">
                  <a:srgbClr val="34949A"/>
                </a:gs>
              </a:gsLst>
              <a:lin ang="13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Rectangle 84"/>
            <p:cNvSpPr>
              <a:spLocks noChangeArrowheads="1"/>
            </p:cNvSpPr>
            <p:nvPr/>
          </p:nvSpPr>
          <p:spPr bwMode="auto">
            <a:xfrm>
              <a:off x="10280650" y="4313238"/>
              <a:ext cx="946150" cy="44450"/>
            </a:xfrm>
            <a:prstGeom prst="rect">
              <a:avLst/>
            </a:prstGeom>
            <a:solidFill>
              <a:srgbClr val="AF3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Rectangle 85"/>
            <p:cNvSpPr>
              <a:spLocks noChangeArrowheads="1"/>
            </p:cNvSpPr>
            <p:nvPr/>
          </p:nvSpPr>
          <p:spPr bwMode="auto">
            <a:xfrm>
              <a:off x="10333038" y="4357688"/>
              <a:ext cx="841375" cy="387350"/>
            </a:xfrm>
            <a:prstGeom prst="rect">
              <a:avLst/>
            </a:pr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Freeform 86"/>
            <p:cNvSpPr>
              <a:spLocks/>
            </p:cNvSpPr>
            <p:nvPr/>
          </p:nvSpPr>
          <p:spPr bwMode="auto">
            <a:xfrm>
              <a:off x="10280650" y="4041775"/>
              <a:ext cx="946150" cy="271463"/>
            </a:xfrm>
            <a:custGeom>
              <a:avLst/>
              <a:gdLst>
                <a:gd name="T0" fmla="*/ 298 w 596"/>
                <a:gd name="T1" fmla="*/ 0 h 171"/>
                <a:gd name="T2" fmla="*/ 0 w 596"/>
                <a:gd name="T3" fmla="*/ 171 h 171"/>
                <a:gd name="T4" fmla="*/ 596 w 596"/>
                <a:gd name="T5" fmla="*/ 171 h 171"/>
                <a:gd name="T6" fmla="*/ 298 w 596"/>
                <a:gd name="T7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6" h="171">
                  <a:moveTo>
                    <a:pt x="298" y="0"/>
                  </a:moveTo>
                  <a:lnTo>
                    <a:pt x="0" y="171"/>
                  </a:lnTo>
                  <a:lnTo>
                    <a:pt x="596" y="171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E27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Freeform 87"/>
            <p:cNvSpPr>
              <a:spLocks/>
            </p:cNvSpPr>
            <p:nvPr/>
          </p:nvSpPr>
          <p:spPr bwMode="auto">
            <a:xfrm>
              <a:off x="10753725" y="4041775"/>
              <a:ext cx="473075" cy="271463"/>
            </a:xfrm>
            <a:custGeom>
              <a:avLst/>
              <a:gdLst>
                <a:gd name="T0" fmla="*/ 0 w 298"/>
                <a:gd name="T1" fmla="*/ 171 h 171"/>
                <a:gd name="T2" fmla="*/ 298 w 298"/>
                <a:gd name="T3" fmla="*/ 171 h 171"/>
                <a:gd name="T4" fmla="*/ 0 w 298"/>
                <a:gd name="T5" fmla="*/ 0 h 171"/>
                <a:gd name="T6" fmla="*/ 0 w 298"/>
                <a:gd name="T7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171">
                  <a:moveTo>
                    <a:pt x="0" y="171"/>
                  </a:moveTo>
                  <a:lnTo>
                    <a:pt x="298" y="171"/>
                  </a:lnTo>
                  <a:lnTo>
                    <a:pt x="0" y="0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D02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Freeform 88"/>
            <p:cNvSpPr>
              <a:spLocks/>
            </p:cNvSpPr>
            <p:nvPr/>
          </p:nvSpPr>
          <p:spPr bwMode="auto">
            <a:xfrm>
              <a:off x="10561638" y="4357688"/>
              <a:ext cx="612775" cy="387350"/>
            </a:xfrm>
            <a:custGeom>
              <a:avLst/>
              <a:gdLst>
                <a:gd name="T0" fmla="*/ 386 w 386"/>
                <a:gd name="T1" fmla="*/ 244 h 244"/>
                <a:gd name="T2" fmla="*/ 386 w 386"/>
                <a:gd name="T3" fmla="*/ 0 h 244"/>
                <a:gd name="T4" fmla="*/ 246 w 386"/>
                <a:gd name="T5" fmla="*/ 0 h 244"/>
                <a:gd name="T6" fmla="*/ 0 w 386"/>
                <a:gd name="T7" fmla="*/ 244 h 244"/>
                <a:gd name="T8" fmla="*/ 386 w 386"/>
                <a:gd name="T9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244">
                  <a:moveTo>
                    <a:pt x="386" y="244"/>
                  </a:moveTo>
                  <a:lnTo>
                    <a:pt x="386" y="0"/>
                  </a:lnTo>
                  <a:lnTo>
                    <a:pt x="246" y="0"/>
                  </a:lnTo>
                  <a:lnTo>
                    <a:pt x="0" y="244"/>
                  </a:lnTo>
                  <a:lnTo>
                    <a:pt x="386" y="244"/>
                  </a:lnTo>
                  <a:close/>
                </a:path>
              </a:pathLst>
            </a:custGeom>
            <a:solidFill>
              <a:srgbClr val="CCA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Rectangle 89"/>
            <p:cNvSpPr>
              <a:spLocks noChangeArrowheads="1"/>
            </p:cNvSpPr>
            <p:nvPr/>
          </p:nvSpPr>
          <p:spPr bwMode="auto">
            <a:xfrm>
              <a:off x="10929938" y="4572000"/>
              <a:ext cx="87313" cy="173038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Rectangle 90"/>
            <p:cNvSpPr>
              <a:spLocks noChangeArrowheads="1"/>
            </p:cNvSpPr>
            <p:nvPr/>
          </p:nvSpPr>
          <p:spPr bwMode="auto">
            <a:xfrm>
              <a:off x="10431463" y="4425950"/>
              <a:ext cx="85725" cy="79375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Rectangle 91"/>
            <p:cNvSpPr>
              <a:spLocks noChangeArrowheads="1"/>
            </p:cNvSpPr>
            <p:nvPr/>
          </p:nvSpPr>
          <p:spPr bwMode="auto">
            <a:xfrm>
              <a:off x="10574338" y="4425950"/>
              <a:ext cx="85725" cy="79375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Rectangle 92"/>
            <p:cNvSpPr>
              <a:spLocks noChangeArrowheads="1"/>
            </p:cNvSpPr>
            <p:nvPr/>
          </p:nvSpPr>
          <p:spPr bwMode="auto">
            <a:xfrm>
              <a:off x="10715625" y="4425950"/>
              <a:ext cx="87313" cy="79375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Rectangle 93"/>
            <p:cNvSpPr>
              <a:spLocks noChangeArrowheads="1"/>
            </p:cNvSpPr>
            <p:nvPr/>
          </p:nvSpPr>
          <p:spPr bwMode="auto">
            <a:xfrm>
              <a:off x="10858500" y="4425950"/>
              <a:ext cx="87313" cy="79375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" name="Rectangle 94"/>
            <p:cNvSpPr>
              <a:spLocks noChangeArrowheads="1"/>
            </p:cNvSpPr>
            <p:nvPr/>
          </p:nvSpPr>
          <p:spPr bwMode="auto">
            <a:xfrm>
              <a:off x="11001375" y="4425950"/>
              <a:ext cx="85725" cy="79375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" name="Rectangle 95"/>
            <p:cNvSpPr>
              <a:spLocks noChangeArrowheads="1"/>
            </p:cNvSpPr>
            <p:nvPr/>
          </p:nvSpPr>
          <p:spPr bwMode="auto">
            <a:xfrm>
              <a:off x="10431463" y="4535488"/>
              <a:ext cx="85725" cy="77788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Rectangle 96"/>
            <p:cNvSpPr>
              <a:spLocks noChangeArrowheads="1"/>
            </p:cNvSpPr>
            <p:nvPr/>
          </p:nvSpPr>
          <p:spPr bwMode="auto">
            <a:xfrm>
              <a:off x="10574338" y="4535488"/>
              <a:ext cx="85725" cy="77788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" name="Rectangle 97"/>
            <p:cNvSpPr>
              <a:spLocks noChangeArrowheads="1"/>
            </p:cNvSpPr>
            <p:nvPr/>
          </p:nvSpPr>
          <p:spPr bwMode="auto">
            <a:xfrm>
              <a:off x="10715625" y="4535488"/>
              <a:ext cx="87313" cy="77788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" name="Freeform 98"/>
            <p:cNvSpPr>
              <a:spLocks/>
            </p:cNvSpPr>
            <p:nvPr/>
          </p:nvSpPr>
          <p:spPr bwMode="auto">
            <a:xfrm>
              <a:off x="4414838" y="3816350"/>
              <a:ext cx="179388" cy="606425"/>
            </a:xfrm>
            <a:custGeom>
              <a:avLst/>
              <a:gdLst>
                <a:gd name="T0" fmla="*/ 0 w 48"/>
                <a:gd name="T1" fmla="*/ 0 h 161"/>
                <a:gd name="T2" fmla="*/ 24 w 48"/>
                <a:gd name="T3" fmla="*/ 25 h 161"/>
                <a:gd name="T4" fmla="*/ 29 w 48"/>
                <a:gd name="T5" fmla="*/ 48 h 161"/>
                <a:gd name="T6" fmla="*/ 48 w 48"/>
                <a:gd name="T7" fmla="*/ 108 h 161"/>
                <a:gd name="T8" fmla="*/ 2 w 48"/>
                <a:gd name="T9" fmla="*/ 161 h 161"/>
                <a:gd name="T10" fmla="*/ 0 w 48"/>
                <a:gd name="T11" fmla="*/ 161 h 161"/>
                <a:gd name="T12" fmla="*/ 0 w 48"/>
                <a:gd name="T13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61">
                  <a:moveTo>
                    <a:pt x="0" y="0"/>
                  </a:moveTo>
                  <a:cubicBezTo>
                    <a:pt x="9" y="0"/>
                    <a:pt x="17" y="10"/>
                    <a:pt x="24" y="25"/>
                  </a:cubicBezTo>
                  <a:cubicBezTo>
                    <a:pt x="31" y="41"/>
                    <a:pt x="29" y="48"/>
                    <a:pt x="29" y="48"/>
                  </a:cubicBezTo>
                  <a:cubicBezTo>
                    <a:pt x="38" y="48"/>
                    <a:pt x="48" y="82"/>
                    <a:pt x="48" y="108"/>
                  </a:cubicBezTo>
                  <a:cubicBezTo>
                    <a:pt x="48" y="133"/>
                    <a:pt x="33" y="159"/>
                    <a:pt x="2" y="161"/>
                  </a:cubicBezTo>
                  <a:cubicBezTo>
                    <a:pt x="1" y="161"/>
                    <a:pt x="1" y="161"/>
                    <a:pt x="0" y="1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" name="Freeform 99"/>
            <p:cNvSpPr>
              <a:spLocks/>
            </p:cNvSpPr>
            <p:nvPr/>
          </p:nvSpPr>
          <p:spPr bwMode="auto">
            <a:xfrm>
              <a:off x="4233863" y="3816350"/>
              <a:ext cx="180975" cy="606425"/>
            </a:xfrm>
            <a:custGeom>
              <a:avLst/>
              <a:gdLst>
                <a:gd name="T0" fmla="*/ 48 w 48"/>
                <a:gd name="T1" fmla="*/ 0 h 161"/>
                <a:gd name="T2" fmla="*/ 24 w 48"/>
                <a:gd name="T3" fmla="*/ 25 h 161"/>
                <a:gd name="T4" fmla="*/ 19 w 48"/>
                <a:gd name="T5" fmla="*/ 48 h 161"/>
                <a:gd name="T6" fmla="*/ 0 w 48"/>
                <a:gd name="T7" fmla="*/ 108 h 161"/>
                <a:gd name="T8" fmla="*/ 45 w 48"/>
                <a:gd name="T9" fmla="*/ 161 h 161"/>
                <a:gd name="T10" fmla="*/ 48 w 48"/>
                <a:gd name="T11" fmla="*/ 161 h 161"/>
                <a:gd name="T12" fmla="*/ 48 w 48"/>
                <a:gd name="T13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61">
                  <a:moveTo>
                    <a:pt x="48" y="0"/>
                  </a:moveTo>
                  <a:cubicBezTo>
                    <a:pt x="39" y="0"/>
                    <a:pt x="31" y="10"/>
                    <a:pt x="24" y="25"/>
                  </a:cubicBezTo>
                  <a:cubicBezTo>
                    <a:pt x="17" y="41"/>
                    <a:pt x="19" y="48"/>
                    <a:pt x="19" y="48"/>
                  </a:cubicBezTo>
                  <a:cubicBezTo>
                    <a:pt x="10" y="48"/>
                    <a:pt x="0" y="82"/>
                    <a:pt x="0" y="108"/>
                  </a:cubicBezTo>
                  <a:cubicBezTo>
                    <a:pt x="0" y="133"/>
                    <a:pt x="15" y="159"/>
                    <a:pt x="45" y="161"/>
                  </a:cubicBezTo>
                  <a:cubicBezTo>
                    <a:pt x="46" y="161"/>
                    <a:pt x="47" y="161"/>
                    <a:pt x="48" y="161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" name="Freeform 100"/>
            <p:cNvSpPr>
              <a:spLocks/>
            </p:cNvSpPr>
            <p:nvPr/>
          </p:nvSpPr>
          <p:spPr bwMode="auto">
            <a:xfrm>
              <a:off x="4387850" y="4252913"/>
              <a:ext cx="49213" cy="274638"/>
            </a:xfrm>
            <a:custGeom>
              <a:avLst/>
              <a:gdLst>
                <a:gd name="T0" fmla="*/ 26 w 31"/>
                <a:gd name="T1" fmla="*/ 0 h 173"/>
                <a:gd name="T2" fmla="*/ 31 w 31"/>
                <a:gd name="T3" fmla="*/ 173 h 173"/>
                <a:gd name="T4" fmla="*/ 0 w 31"/>
                <a:gd name="T5" fmla="*/ 173 h 173"/>
                <a:gd name="T6" fmla="*/ 7 w 31"/>
                <a:gd name="T7" fmla="*/ 0 h 173"/>
                <a:gd name="T8" fmla="*/ 26 w 31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73">
                  <a:moveTo>
                    <a:pt x="26" y="0"/>
                  </a:moveTo>
                  <a:lnTo>
                    <a:pt x="31" y="173"/>
                  </a:lnTo>
                  <a:lnTo>
                    <a:pt x="0" y="173"/>
                  </a:lnTo>
                  <a:lnTo>
                    <a:pt x="7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101"/>
            <p:cNvSpPr>
              <a:spLocks/>
            </p:cNvSpPr>
            <p:nvPr/>
          </p:nvSpPr>
          <p:spPr bwMode="auto">
            <a:xfrm>
              <a:off x="4387850" y="4252913"/>
              <a:ext cx="26988" cy="274638"/>
            </a:xfrm>
            <a:custGeom>
              <a:avLst/>
              <a:gdLst>
                <a:gd name="T0" fmla="*/ 17 w 17"/>
                <a:gd name="T1" fmla="*/ 0 h 173"/>
                <a:gd name="T2" fmla="*/ 17 w 17"/>
                <a:gd name="T3" fmla="*/ 173 h 173"/>
                <a:gd name="T4" fmla="*/ 0 w 17"/>
                <a:gd name="T5" fmla="*/ 173 h 173"/>
                <a:gd name="T6" fmla="*/ 7 w 17"/>
                <a:gd name="T7" fmla="*/ 0 h 173"/>
                <a:gd name="T8" fmla="*/ 17 w 17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3">
                  <a:moveTo>
                    <a:pt x="17" y="0"/>
                  </a:moveTo>
                  <a:lnTo>
                    <a:pt x="17" y="173"/>
                  </a:lnTo>
                  <a:lnTo>
                    <a:pt x="0" y="173"/>
                  </a:lnTo>
                  <a:lnTo>
                    <a:pt x="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102"/>
            <p:cNvSpPr>
              <a:spLocks/>
            </p:cNvSpPr>
            <p:nvPr/>
          </p:nvSpPr>
          <p:spPr bwMode="auto">
            <a:xfrm>
              <a:off x="4486275" y="4098925"/>
              <a:ext cx="254000" cy="349250"/>
            </a:xfrm>
            <a:custGeom>
              <a:avLst/>
              <a:gdLst>
                <a:gd name="T0" fmla="*/ 13 w 68"/>
                <a:gd name="T1" fmla="*/ 27 h 93"/>
                <a:gd name="T2" fmla="*/ 13 w 68"/>
                <a:gd name="T3" fmla="*/ 22 h 93"/>
                <a:gd name="T4" fmla="*/ 34 w 68"/>
                <a:gd name="T5" fmla="*/ 0 h 93"/>
                <a:gd name="T6" fmla="*/ 55 w 68"/>
                <a:gd name="T7" fmla="*/ 22 h 93"/>
                <a:gd name="T8" fmla="*/ 54 w 68"/>
                <a:gd name="T9" fmla="*/ 27 h 93"/>
                <a:gd name="T10" fmla="*/ 68 w 68"/>
                <a:gd name="T11" fmla="*/ 56 h 93"/>
                <a:gd name="T12" fmla="*/ 34 w 68"/>
                <a:gd name="T13" fmla="*/ 93 h 93"/>
                <a:gd name="T14" fmla="*/ 0 w 68"/>
                <a:gd name="T15" fmla="*/ 56 h 93"/>
                <a:gd name="T16" fmla="*/ 13 w 68"/>
                <a:gd name="T17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93">
                  <a:moveTo>
                    <a:pt x="13" y="27"/>
                  </a:moveTo>
                  <a:cubicBezTo>
                    <a:pt x="13" y="26"/>
                    <a:pt x="13" y="24"/>
                    <a:pt x="13" y="22"/>
                  </a:cubicBezTo>
                  <a:cubicBezTo>
                    <a:pt x="13" y="10"/>
                    <a:pt x="22" y="0"/>
                    <a:pt x="34" y="0"/>
                  </a:cubicBezTo>
                  <a:cubicBezTo>
                    <a:pt x="46" y="0"/>
                    <a:pt x="55" y="10"/>
                    <a:pt x="55" y="22"/>
                  </a:cubicBezTo>
                  <a:cubicBezTo>
                    <a:pt x="55" y="24"/>
                    <a:pt x="55" y="26"/>
                    <a:pt x="54" y="27"/>
                  </a:cubicBezTo>
                  <a:cubicBezTo>
                    <a:pt x="63" y="34"/>
                    <a:pt x="68" y="44"/>
                    <a:pt x="68" y="56"/>
                  </a:cubicBezTo>
                  <a:cubicBezTo>
                    <a:pt x="68" y="76"/>
                    <a:pt x="53" y="93"/>
                    <a:pt x="34" y="93"/>
                  </a:cubicBezTo>
                  <a:cubicBezTo>
                    <a:pt x="15" y="93"/>
                    <a:pt x="0" y="76"/>
                    <a:pt x="0" y="56"/>
                  </a:cubicBezTo>
                  <a:cubicBezTo>
                    <a:pt x="0" y="44"/>
                    <a:pt x="5" y="34"/>
                    <a:pt x="13" y="27"/>
                  </a:cubicBez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" name="Freeform 103"/>
            <p:cNvSpPr>
              <a:spLocks/>
            </p:cNvSpPr>
            <p:nvPr/>
          </p:nvSpPr>
          <p:spPr bwMode="auto">
            <a:xfrm>
              <a:off x="4486275" y="4098925"/>
              <a:ext cx="127000" cy="349250"/>
            </a:xfrm>
            <a:custGeom>
              <a:avLst/>
              <a:gdLst>
                <a:gd name="T0" fmla="*/ 13 w 34"/>
                <a:gd name="T1" fmla="*/ 27 h 93"/>
                <a:gd name="T2" fmla="*/ 13 w 34"/>
                <a:gd name="T3" fmla="*/ 22 h 93"/>
                <a:gd name="T4" fmla="*/ 34 w 34"/>
                <a:gd name="T5" fmla="*/ 0 h 93"/>
                <a:gd name="T6" fmla="*/ 34 w 34"/>
                <a:gd name="T7" fmla="*/ 20 h 93"/>
                <a:gd name="T8" fmla="*/ 34 w 34"/>
                <a:gd name="T9" fmla="*/ 45 h 93"/>
                <a:gd name="T10" fmla="*/ 34 w 34"/>
                <a:gd name="T11" fmla="*/ 93 h 93"/>
                <a:gd name="T12" fmla="*/ 0 w 34"/>
                <a:gd name="T13" fmla="*/ 56 h 93"/>
                <a:gd name="T14" fmla="*/ 13 w 34"/>
                <a:gd name="T15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93">
                  <a:moveTo>
                    <a:pt x="13" y="27"/>
                  </a:moveTo>
                  <a:cubicBezTo>
                    <a:pt x="13" y="26"/>
                    <a:pt x="13" y="24"/>
                    <a:pt x="13" y="22"/>
                  </a:cubicBezTo>
                  <a:cubicBezTo>
                    <a:pt x="13" y="10"/>
                    <a:pt x="22" y="0"/>
                    <a:pt x="34" y="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15" y="93"/>
                    <a:pt x="0" y="76"/>
                    <a:pt x="0" y="56"/>
                  </a:cubicBezTo>
                  <a:cubicBezTo>
                    <a:pt x="0" y="44"/>
                    <a:pt x="5" y="34"/>
                    <a:pt x="13" y="27"/>
                  </a:cubicBez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104"/>
            <p:cNvSpPr>
              <a:spLocks/>
            </p:cNvSpPr>
            <p:nvPr/>
          </p:nvSpPr>
          <p:spPr bwMode="auto">
            <a:xfrm>
              <a:off x="4594225" y="4321175"/>
              <a:ext cx="38100" cy="206375"/>
            </a:xfrm>
            <a:custGeom>
              <a:avLst/>
              <a:gdLst>
                <a:gd name="T0" fmla="*/ 19 w 24"/>
                <a:gd name="T1" fmla="*/ 0 h 130"/>
                <a:gd name="T2" fmla="*/ 24 w 24"/>
                <a:gd name="T3" fmla="*/ 130 h 130"/>
                <a:gd name="T4" fmla="*/ 0 w 24"/>
                <a:gd name="T5" fmla="*/ 130 h 130"/>
                <a:gd name="T6" fmla="*/ 5 w 24"/>
                <a:gd name="T7" fmla="*/ 0 h 130"/>
                <a:gd name="T8" fmla="*/ 19 w 24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30">
                  <a:moveTo>
                    <a:pt x="19" y="0"/>
                  </a:moveTo>
                  <a:lnTo>
                    <a:pt x="24" y="130"/>
                  </a:lnTo>
                  <a:lnTo>
                    <a:pt x="0" y="130"/>
                  </a:lnTo>
                  <a:lnTo>
                    <a:pt x="5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" name="Freeform 105"/>
            <p:cNvSpPr>
              <a:spLocks/>
            </p:cNvSpPr>
            <p:nvPr/>
          </p:nvSpPr>
          <p:spPr bwMode="auto">
            <a:xfrm>
              <a:off x="4594225" y="4321175"/>
              <a:ext cx="19050" cy="206375"/>
            </a:xfrm>
            <a:custGeom>
              <a:avLst/>
              <a:gdLst>
                <a:gd name="T0" fmla="*/ 12 w 12"/>
                <a:gd name="T1" fmla="*/ 0 h 130"/>
                <a:gd name="T2" fmla="*/ 12 w 12"/>
                <a:gd name="T3" fmla="*/ 130 h 130"/>
                <a:gd name="T4" fmla="*/ 0 w 12"/>
                <a:gd name="T5" fmla="*/ 130 h 130"/>
                <a:gd name="T6" fmla="*/ 5 w 12"/>
                <a:gd name="T7" fmla="*/ 0 h 130"/>
                <a:gd name="T8" fmla="*/ 12 w 12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0">
                  <a:moveTo>
                    <a:pt x="12" y="0"/>
                  </a:moveTo>
                  <a:lnTo>
                    <a:pt x="12" y="130"/>
                  </a:lnTo>
                  <a:lnTo>
                    <a:pt x="0" y="130"/>
                  </a:lnTo>
                  <a:lnTo>
                    <a:pt x="5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106"/>
            <p:cNvSpPr>
              <a:spLocks/>
            </p:cNvSpPr>
            <p:nvPr/>
          </p:nvSpPr>
          <p:spPr bwMode="auto">
            <a:xfrm>
              <a:off x="11226800" y="4321175"/>
              <a:ext cx="109538" cy="363538"/>
            </a:xfrm>
            <a:custGeom>
              <a:avLst/>
              <a:gdLst>
                <a:gd name="T0" fmla="*/ 29 w 29"/>
                <a:gd name="T1" fmla="*/ 0 h 97"/>
                <a:gd name="T2" fmla="*/ 14 w 29"/>
                <a:gd name="T3" fmla="*/ 15 h 97"/>
                <a:gd name="T4" fmla="*/ 11 w 29"/>
                <a:gd name="T5" fmla="*/ 28 h 97"/>
                <a:gd name="T6" fmla="*/ 0 w 29"/>
                <a:gd name="T7" fmla="*/ 65 h 97"/>
                <a:gd name="T8" fmla="*/ 27 w 29"/>
                <a:gd name="T9" fmla="*/ 97 h 97"/>
                <a:gd name="T10" fmla="*/ 29 w 29"/>
                <a:gd name="T11" fmla="*/ 97 h 97"/>
                <a:gd name="T12" fmla="*/ 29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29" y="0"/>
                  </a:moveTo>
                  <a:cubicBezTo>
                    <a:pt x="23" y="0"/>
                    <a:pt x="18" y="6"/>
                    <a:pt x="14" y="15"/>
                  </a:cubicBezTo>
                  <a:cubicBezTo>
                    <a:pt x="10" y="25"/>
                    <a:pt x="11" y="28"/>
                    <a:pt x="11" y="28"/>
                  </a:cubicBezTo>
                  <a:cubicBezTo>
                    <a:pt x="6" y="28"/>
                    <a:pt x="0" y="49"/>
                    <a:pt x="0" y="65"/>
                  </a:cubicBezTo>
                  <a:cubicBezTo>
                    <a:pt x="0" y="80"/>
                    <a:pt x="9" y="96"/>
                    <a:pt x="27" y="97"/>
                  </a:cubicBezTo>
                  <a:cubicBezTo>
                    <a:pt x="28" y="97"/>
                    <a:pt x="28" y="97"/>
                    <a:pt x="29" y="97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107"/>
            <p:cNvSpPr>
              <a:spLocks/>
            </p:cNvSpPr>
            <p:nvPr/>
          </p:nvSpPr>
          <p:spPr bwMode="auto">
            <a:xfrm>
              <a:off x="11336338" y="4321175"/>
              <a:ext cx="107950" cy="363538"/>
            </a:xfrm>
            <a:custGeom>
              <a:avLst/>
              <a:gdLst>
                <a:gd name="T0" fmla="*/ 0 w 29"/>
                <a:gd name="T1" fmla="*/ 0 h 97"/>
                <a:gd name="T2" fmla="*/ 14 w 29"/>
                <a:gd name="T3" fmla="*/ 15 h 97"/>
                <a:gd name="T4" fmla="*/ 17 w 29"/>
                <a:gd name="T5" fmla="*/ 28 h 97"/>
                <a:gd name="T6" fmla="*/ 29 w 29"/>
                <a:gd name="T7" fmla="*/ 65 h 97"/>
                <a:gd name="T8" fmla="*/ 1 w 29"/>
                <a:gd name="T9" fmla="*/ 97 h 97"/>
                <a:gd name="T10" fmla="*/ 0 w 29"/>
                <a:gd name="T11" fmla="*/ 97 h 97"/>
                <a:gd name="T12" fmla="*/ 0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0" y="0"/>
                  </a:moveTo>
                  <a:cubicBezTo>
                    <a:pt x="5" y="0"/>
                    <a:pt x="10" y="6"/>
                    <a:pt x="14" y="15"/>
                  </a:cubicBezTo>
                  <a:cubicBezTo>
                    <a:pt x="18" y="25"/>
                    <a:pt x="17" y="28"/>
                    <a:pt x="17" y="28"/>
                  </a:cubicBezTo>
                  <a:cubicBezTo>
                    <a:pt x="23" y="28"/>
                    <a:pt x="29" y="49"/>
                    <a:pt x="29" y="65"/>
                  </a:cubicBezTo>
                  <a:cubicBezTo>
                    <a:pt x="29" y="80"/>
                    <a:pt x="20" y="96"/>
                    <a:pt x="1" y="97"/>
                  </a:cubicBezTo>
                  <a:cubicBezTo>
                    <a:pt x="1" y="97"/>
                    <a:pt x="0" y="97"/>
                    <a:pt x="0" y="9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" name="Freeform 108"/>
            <p:cNvSpPr>
              <a:spLocks/>
            </p:cNvSpPr>
            <p:nvPr/>
          </p:nvSpPr>
          <p:spPr bwMode="auto">
            <a:xfrm>
              <a:off x="11320463" y="4579938"/>
              <a:ext cx="30163" cy="168275"/>
            </a:xfrm>
            <a:custGeom>
              <a:avLst/>
              <a:gdLst>
                <a:gd name="T0" fmla="*/ 5 w 19"/>
                <a:gd name="T1" fmla="*/ 0 h 106"/>
                <a:gd name="T2" fmla="*/ 0 w 19"/>
                <a:gd name="T3" fmla="*/ 106 h 106"/>
                <a:gd name="T4" fmla="*/ 19 w 19"/>
                <a:gd name="T5" fmla="*/ 106 h 106"/>
                <a:gd name="T6" fmla="*/ 14 w 19"/>
                <a:gd name="T7" fmla="*/ 0 h 106"/>
                <a:gd name="T8" fmla="*/ 5 w 19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6">
                  <a:moveTo>
                    <a:pt x="5" y="0"/>
                  </a:moveTo>
                  <a:lnTo>
                    <a:pt x="0" y="106"/>
                  </a:lnTo>
                  <a:lnTo>
                    <a:pt x="19" y="106"/>
                  </a:lnTo>
                  <a:lnTo>
                    <a:pt x="1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" name="Freeform 109"/>
            <p:cNvSpPr>
              <a:spLocks/>
            </p:cNvSpPr>
            <p:nvPr/>
          </p:nvSpPr>
          <p:spPr bwMode="auto">
            <a:xfrm>
              <a:off x="11336338" y="4579938"/>
              <a:ext cx="14288" cy="168275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106 h 106"/>
                <a:gd name="T4" fmla="*/ 9 w 9"/>
                <a:gd name="T5" fmla="*/ 106 h 106"/>
                <a:gd name="T6" fmla="*/ 4 w 9"/>
                <a:gd name="T7" fmla="*/ 0 h 106"/>
                <a:gd name="T8" fmla="*/ 0 w 9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6">
                  <a:moveTo>
                    <a:pt x="0" y="0"/>
                  </a:moveTo>
                  <a:lnTo>
                    <a:pt x="0" y="106"/>
                  </a:lnTo>
                  <a:lnTo>
                    <a:pt x="9" y="106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" name="Freeform 110"/>
            <p:cNvSpPr>
              <a:spLocks/>
            </p:cNvSpPr>
            <p:nvPr/>
          </p:nvSpPr>
          <p:spPr bwMode="auto">
            <a:xfrm>
              <a:off x="8074025" y="3821113"/>
              <a:ext cx="109538" cy="363538"/>
            </a:xfrm>
            <a:custGeom>
              <a:avLst/>
              <a:gdLst>
                <a:gd name="T0" fmla="*/ 29 w 29"/>
                <a:gd name="T1" fmla="*/ 0 h 97"/>
                <a:gd name="T2" fmla="*/ 15 w 29"/>
                <a:gd name="T3" fmla="*/ 15 h 97"/>
                <a:gd name="T4" fmla="*/ 12 w 29"/>
                <a:gd name="T5" fmla="*/ 29 h 97"/>
                <a:gd name="T6" fmla="*/ 0 w 29"/>
                <a:gd name="T7" fmla="*/ 65 h 97"/>
                <a:gd name="T8" fmla="*/ 28 w 29"/>
                <a:gd name="T9" fmla="*/ 97 h 97"/>
                <a:gd name="T10" fmla="*/ 29 w 29"/>
                <a:gd name="T11" fmla="*/ 97 h 97"/>
                <a:gd name="T12" fmla="*/ 29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29" y="0"/>
                  </a:moveTo>
                  <a:cubicBezTo>
                    <a:pt x="24" y="0"/>
                    <a:pt x="19" y="6"/>
                    <a:pt x="15" y="15"/>
                  </a:cubicBezTo>
                  <a:cubicBezTo>
                    <a:pt x="10" y="25"/>
                    <a:pt x="12" y="29"/>
                    <a:pt x="12" y="29"/>
                  </a:cubicBezTo>
                  <a:cubicBezTo>
                    <a:pt x="6" y="29"/>
                    <a:pt x="0" y="50"/>
                    <a:pt x="0" y="65"/>
                  </a:cubicBezTo>
                  <a:cubicBezTo>
                    <a:pt x="0" y="81"/>
                    <a:pt x="9" y="96"/>
                    <a:pt x="28" y="97"/>
                  </a:cubicBezTo>
                  <a:cubicBezTo>
                    <a:pt x="28" y="97"/>
                    <a:pt x="29" y="97"/>
                    <a:pt x="29" y="97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" name="Freeform 111"/>
            <p:cNvSpPr>
              <a:spLocks/>
            </p:cNvSpPr>
            <p:nvPr/>
          </p:nvSpPr>
          <p:spPr bwMode="auto">
            <a:xfrm>
              <a:off x="8183563" y="3821113"/>
              <a:ext cx="107950" cy="363538"/>
            </a:xfrm>
            <a:custGeom>
              <a:avLst/>
              <a:gdLst>
                <a:gd name="T0" fmla="*/ 0 w 29"/>
                <a:gd name="T1" fmla="*/ 0 h 97"/>
                <a:gd name="T2" fmla="*/ 14 w 29"/>
                <a:gd name="T3" fmla="*/ 15 h 97"/>
                <a:gd name="T4" fmla="*/ 17 w 29"/>
                <a:gd name="T5" fmla="*/ 29 h 97"/>
                <a:gd name="T6" fmla="*/ 29 w 29"/>
                <a:gd name="T7" fmla="*/ 65 h 97"/>
                <a:gd name="T8" fmla="*/ 1 w 29"/>
                <a:gd name="T9" fmla="*/ 97 h 97"/>
                <a:gd name="T10" fmla="*/ 0 w 29"/>
                <a:gd name="T11" fmla="*/ 97 h 97"/>
                <a:gd name="T12" fmla="*/ 0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0" y="0"/>
                  </a:moveTo>
                  <a:cubicBezTo>
                    <a:pt x="5" y="0"/>
                    <a:pt x="10" y="6"/>
                    <a:pt x="14" y="15"/>
                  </a:cubicBezTo>
                  <a:cubicBezTo>
                    <a:pt x="19" y="25"/>
                    <a:pt x="17" y="29"/>
                    <a:pt x="17" y="29"/>
                  </a:cubicBezTo>
                  <a:cubicBezTo>
                    <a:pt x="23" y="29"/>
                    <a:pt x="29" y="50"/>
                    <a:pt x="29" y="65"/>
                  </a:cubicBezTo>
                  <a:cubicBezTo>
                    <a:pt x="29" y="81"/>
                    <a:pt x="20" y="96"/>
                    <a:pt x="1" y="97"/>
                  </a:cubicBezTo>
                  <a:cubicBezTo>
                    <a:pt x="1" y="97"/>
                    <a:pt x="0" y="97"/>
                    <a:pt x="0" y="9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112"/>
            <p:cNvSpPr>
              <a:spLocks/>
            </p:cNvSpPr>
            <p:nvPr/>
          </p:nvSpPr>
          <p:spPr bwMode="auto">
            <a:xfrm>
              <a:off x="8167688" y="4084638"/>
              <a:ext cx="30163" cy="165100"/>
            </a:xfrm>
            <a:custGeom>
              <a:avLst/>
              <a:gdLst>
                <a:gd name="T0" fmla="*/ 5 w 19"/>
                <a:gd name="T1" fmla="*/ 0 h 104"/>
                <a:gd name="T2" fmla="*/ 0 w 19"/>
                <a:gd name="T3" fmla="*/ 104 h 104"/>
                <a:gd name="T4" fmla="*/ 19 w 19"/>
                <a:gd name="T5" fmla="*/ 104 h 104"/>
                <a:gd name="T6" fmla="*/ 14 w 19"/>
                <a:gd name="T7" fmla="*/ 0 h 104"/>
                <a:gd name="T8" fmla="*/ 5 w 19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4">
                  <a:moveTo>
                    <a:pt x="5" y="0"/>
                  </a:moveTo>
                  <a:lnTo>
                    <a:pt x="0" y="104"/>
                  </a:lnTo>
                  <a:lnTo>
                    <a:pt x="19" y="104"/>
                  </a:lnTo>
                  <a:lnTo>
                    <a:pt x="1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" name="Freeform 113"/>
            <p:cNvSpPr>
              <a:spLocks/>
            </p:cNvSpPr>
            <p:nvPr/>
          </p:nvSpPr>
          <p:spPr bwMode="auto">
            <a:xfrm>
              <a:off x="8183563" y="4084638"/>
              <a:ext cx="14288" cy="165100"/>
            </a:xfrm>
            <a:custGeom>
              <a:avLst/>
              <a:gdLst>
                <a:gd name="T0" fmla="*/ 0 w 9"/>
                <a:gd name="T1" fmla="*/ 0 h 104"/>
                <a:gd name="T2" fmla="*/ 0 w 9"/>
                <a:gd name="T3" fmla="*/ 104 h 104"/>
                <a:gd name="T4" fmla="*/ 9 w 9"/>
                <a:gd name="T5" fmla="*/ 104 h 104"/>
                <a:gd name="T6" fmla="*/ 4 w 9"/>
                <a:gd name="T7" fmla="*/ 0 h 104"/>
                <a:gd name="T8" fmla="*/ 0 w 9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4">
                  <a:moveTo>
                    <a:pt x="0" y="0"/>
                  </a:moveTo>
                  <a:lnTo>
                    <a:pt x="0" y="104"/>
                  </a:lnTo>
                  <a:lnTo>
                    <a:pt x="9" y="104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114"/>
            <p:cNvSpPr>
              <a:spLocks/>
            </p:cNvSpPr>
            <p:nvPr/>
          </p:nvSpPr>
          <p:spPr bwMode="auto">
            <a:xfrm>
              <a:off x="6346825" y="4238625"/>
              <a:ext cx="101600" cy="341313"/>
            </a:xfrm>
            <a:custGeom>
              <a:avLst/>
              <a:gdLst>
                <a:gd name="T0" fmla="*/ 27 w 27"/>
                <a:gd name="T1" fmla="*/ 0 h 91"/>
                <a:gd name="T2" fmla="*/ 14 w 27"/>
                <a:gd name="T3" fmla="*/ 14 h 91"/>
                <a:gd name="T4" fmla="*/ 11 w 27"/>
                <a:gd name="T5" fmla="*/ 27 h 91"/>
                <a:gd name="T6" fmla="*/ 0 w 27"/>
                <a:gd name="T7" fmla="*/ 61 h 91"/>
                <a:gd name="T8" fmla="*/ 26 w 27"/>
                <a:gd name="T9" fmla="*/ 91 h 91"/>
                <a:gd name="T10" fmla="*/ 27 w 27"/>
                <a:gd name="T11" fmla="*/ 91 h 91"/>
                <a:gd name="T12" fmla="*/ 27 w 27"/>
                <a:gd name="T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91">
                  <a:moveTo>
                    <a:pt x="27" y="0"/>
                  </a:moveTo>
                  <a:cubicBezTo>
                    <a:pt x="22" y="0"/>
                    <a:pt x="18" y="6"/>
                    <a:pt x="14" y="14"/>
                  </a:cubicBezTo>
                  <a:cubicBezTo>
                    <a:pt x="10" y="23"/>
                    <a:pt x="11" y="27"/>
                    <a:pt x="11" y="27"/>
                  </a:cubicBezTo>
                  <a:cubicBezTo>
                    <a:pt x="6" y="27"/>
                    <a:pt x="0" y="46"/>
                    <a:pt x="0" y="61"/>
                  </a:cubicBezTo>
                  <a:cubicBezTo>
                    <a:pt x="0" y="75"/>
                    <a:pt x="9" y="90"/>
                    <a:pt x="26" y="91"/>
                  </a:cubicBezTo>
                  <a:cubicBezTo>
                    <a:pt x="27" y="91"/>
                    <a:pt x="27" y="91"/>
                    <a:pt x="27" y="91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" name="Freeform 115"/>
            <p:cNvSpPr>
              <a:spLocks/>
            </p:cNvSpPr>
            <p:nvPr/>
          </p:nvSpPr>
          <p:spPr bwMode="auto">
            <a:xfrm>
              <a:off x="6448425" y="4238625"/>
              <a:ext cx="101600" cy="341313"/>
            </a:xfrm>
            <a:custGeom>
              <a:avLst/>
              <a:gdLst>
                <a:gd name="T0" fmla="*/ 0 w 27"/>
                <a:gd name="T1" fmla="*/ 0 h 91"/>
                <a:gd name="T2" fmla="*/ 14 w 27"/>
                <a:gd name="T3" fmla="*/ 14 h 91"/>
                <a:gd name="T4" fmla="*/ 17 w 27"/>
                <a:gd name="T5" fmla="*/ 27 h 91"/>
                <a:gd name="T6" fmla="*/ 27 w 27"/>
                <a:gd name="T7" fmla="*/ 61 h 91"/>
                <a:gd name="T8" fmla="*/ 2 w 27"/>
                <a:gd name="T9" fmla="*/ 91 h 91"/>
                <a:gd name="T10" fmla="*/ 0 w 27"/>
                <a:gd name="T11" fmla="*/ 91 h 91"/>
                <a:gd name="T12" fmla="*/ 0 w 27"/>
                <a:gd name="T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91">
                  <a:moveTo>
                    <a:pt x="0" y="0"/>
                  </a:moveTo>
                  <a:cubicBezTo>
                    <a:pt x="5" y="0"/>
                    <a:pt x="10" y="6"/>
                    <a:pt x="14" y="14"/>
                  </a:cubicBezTo>
                  <a:cubicBezTo>
                    <a:pt x="18" y="23"/>
                    <a:pt x="17" y="27"/>
                    <a:pt x="17" y="27"/>
                  </a:cubicBezTo>
                  <a:cubicBezTo>
                    <a:pt x="22" y="27"/>
                    <a:pt x="27" y="46"/>
                    <a:pt x="27" y="61"/>
                  </a:cubicBezTo>
                  <a:cubicBezTo>
                    <a:pt x="27" y="75"/>
                    <a:pt x="19" y="90"/>
                    <a:pt x="2" y="91"/>
                  </a:cubicBezTo>
                  <a:cubicBezTo>
                    <a:pt x="1" y="91"/>
                    <a:pt x="1" y="91"/>
                    <a:pt x="0" y="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" name="Freeform 116"/>
            <p:cNvSpPr>
              <a:spLocks/>
            </p:cNvSpPr>
            <p:nvPr/>
          </p:nvSpPr>
          <p:spPr bwMode="auto">
            <a:xfrm>
              <a:off x="6437313" y="4481513"/>
              <a:ext cx="26988" cy="158750"/>
            </a:xfrm>
            <a:custGeom>
              <a:avLst/>
              <a:gdLst>
                <a:gd name="T0" fmla="*/ 3 w 17"/>
                <a:gd name="T1" fmla="*/ 0 h 100"/>
                <a:gd name="T2" fmla="*/ 0 w 17"/>
                <a:gd name="T3" fmla="*/ 100 h 100"/>
                <a:gd name="T4" fmla="*/ 17 w 17"/>
                <a:gd name="T5" fmla="*/ 100 h 100"/>
                <a:gd name="T6" fmla="*/ 14 w 17"/>
                <a:gd name="T7" fmla="*/ 0 h 100"/>
                <a:gd name="T8" fmla="*/ 3 w 17"/>
                <a:gd name="T9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00">
                  <a:moveTo>
                    <a:pt x="3" y="0"/>
                  </a:moveTo>
                  <a:lnTo>
                    <a:pt x="0" y="100"/>
                  </a:lnTo>
                  <a:lnTo>
                    <a:pt x="17" y="100"/>
                  </a:lnTo>
                  <a:lnTo>
                    <a:pt x="1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" name="Freeform 117"/>
            <p:cNvSpPr>
              <a:spLocks/>
            </p:cNvSpPr>
            <p:nvPr/>
          </p:nvSpPr>
          <p:spPr bwMode="auto">
            <a:xfrm>
              <a:off x="6448425" y="4481513"/>
              <a:ext cx="15875" cy="158750"/>
            </a:xfrm>
            <a:custGeom>
              <a:avLst/>
              <a:gdLst>
                <a:gd name="T0" fmla="*/ 0 w 10"/>
                <a:gd name="T1" fmla="*/ 0 h 100"/>
                <a:gd name="T2" fmla="*/ 0 w 10"/>
                <a:gd name="T3" fmla="*/ 100 h 100"/>
                <a:gd name="T4" fmla="*/ 10 w 10"/>
                <a:gd name="T5" fmla="*/ 100 h 100"/>
                <a:gd name="T6" fmla="*/ 7 w 10"/>
                <a:gd name="T7" fmla="*/ 0 h 100"/>
                <a:gd name="T8" fmla="*/ 0 w 10"/>
                <a:gd name="T9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0">
                  <a:moveTo>
                    <a:pt x="0" y="0"/>
                  </a:moveTo>
                  <a:lnTo>
                    <a:pt x="0" y="100"/>
                  </a:lnTo>
                  <a:lnTo>
                    <a:pt x="10" y="10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" name="Freeform 118"/>
            <p:cNvSpPr>
              <a:spLocks/>
            </p:cNvSpPr>
            <p:nvPr/>
          </p:nvSpPr>
          <p:spPr bwMode="auto">
            <a:xfrm>
              <a:off x="6134100" y="4343400"/>
              <a:ext cx="100013" cy="341313"/>
            </a:xfrm>
            <a:custGeom>
              <a:avLst/>
              <a:gdLst>
                <a:gd name="T0" fmla="*/ 27 w 27"/>
                <a:gd name="T1" fmla="*/ 0 h 91"/>
                <a:gd name="T2" fmla="*/ 14 w 27"/>
                <a:gd name="T3" fmla="*/ 14 h 91"/>
                <a:gd name="T4" fmla="*/ 11 w 27"/>
                <a:gd name="T5" fmla="*/ 27 h 91"/>
                <a:gd name="T6" fmla="*/ 0 w 27"/>
                <a:gd name="T7" fmla="*/ 61 h 91"/>
                <a:gd name="T8" fmla="*/ 26 w 27"/>
                <a:gd name="T9" fmla="*/ 91 h 91"/>
                <a:gd name="T10" fmla="*/ 27 w 27"/>
                <a:gd name="T11" fmla="*/ 91 h 91"/>
                <a:gd name="T12" fmla="*/ 27 w 27"/>
                <a:gd name="T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91">
                  <a:moveTo>
                    <a:pt x="27" y="0"/>
                  </a:moveTo>
                  <a:cubicBezTo>
                    <a:pt x="22" y="0"/>
                    <a:pt x="18" y="6"/>
                    <a:pt x="14" y="14"/>
                  </a:cubicBezTo>
                  <a:cubicBezTo>
                    <a:pt x="10" y="23"/>
                    <a:pt x="11" y="27"/>
                    <a:pt x="11" y="27"/>
                  </a:cubicBezTo>
                  <a:cubicBezTo>
                    <a:pt x="6" y="27"/>
                    <a:pt x="0" y="46"/>
                    <a:pt x="0" y="61"/>
                  </a:cubicBezTo>
                  <a:cubicBezTo>
                    <a:pt x="0" y="75"/>
                    <a:pt x="9" y="90"/>
                    <a:pt x="26" y="91"/>
                  </a:cubicBezTo>
                  <a:cubicBezTo>
                    <a:pt x="27" y="91"/>
                    <a:pt x="27" y="91"/>
                    <a:pt x="27" y="91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" name="Freeform 119"/>
            <p:cNvSpPr>
              <a:spLocks/>
            </p:cNvSpPr>
            <p:nvPr/>
          </p:nvSpPr>
          <p:spPr bwMode="auto">
            <a:xfrm>
              <a:off x="6234113" y="4343400"/>
              <a:ext cx="101600" cy="341313"/>
            </a:xfrm>
            <a:custGeom>
              <a:avLst/>
              <a:gdLst>
                <a:gd name="T0" fmla="*/ 0 w 27"/>
                <a:gd name="T1" fmla="*/ 0 h 91"/>
                <a:gd name="T2" fmla="*/ 14 w 27"/>
                <a:gd name="T3" fmla="*/ 14 h 91"/>
                <a:gd name="T4" fmla="*/ 17 w 27"/>
                <a:gd name="T5" fmla="*/ 27 h 91"/>
                <a:gd name="T6" fmla="*/ 27 w 27"/>
                <a:gd name="T7" fmla="*/ 61 h 91"/>
                <a:gd name="T8" fmla="*/ 2 w 27"/>
                <a:gd name="T9" fmla="*/ 91 h 91"/>
                <a:gd name="T10" fmla="*/ 0 w 27"/>
                <a:gd name="T11" fmla="*/ 91 h 91"/>
                <a:gd name="T12" fmla="*/ 0 w 27"/>
                <a:gd name="T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91">
                  <a:moveTo>
                    <a:pt x="0" y="0"/>
                  </a:moveTo>
                  <a:cubicBezTo>
                    <a:pt x="5" y="0"/>
                    <a:pt x="10" y="6"/>
                    <a:pt x="14" y="14"/>
                  </a:cubicBezTo>
                  <a:cubicBezTo>
                    <a:pt x="18" y="23"/>
                    <a:pt x="17" y="27"/>
                    <a:pt x="17" y="27"/>
                  </a:cubicBezTo>
                  <a:cubicBezTo>
                    <a:pt x="22" y="27"/>
                    <a:pt x="27" y="46"/>
                    <a:pt x="27" y="61"/>
                  </a:cubicBezTo>
                  <a:cubicBezTo>
                    <a:pt x="27" y="75"/>
                    <a:pt x="19" y="90"/>
                    <a:pt x="2" y="91"/>
                  </a:cubicBezTo>
                  <a:cubicBezTo>
                    <a:pt x="1" y="91"/>
                    <a:pt x="1" y="91"/>
                    <a:pt x="0" y="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" name="Freeform 120"/>
            <p:cNvSpPr>
              <a:spLocks/>
            </p:cNvSpPr>
            <p:nvPr/>
          </p:nvSpPr>
          <p:spPr bwMode="auto">
            <a:xfrm>
              <a:off x="6223000" y="4587875"/>
              <a:ext cx="26988" cy="157163"/>
            </a:xfrm>
            <a:custGeom>
              <a:avLst/>
              <a:gdLst>
                <a:gd name="T0" fmla="*/ 3 w 17"/>
                <a:gd name="T1" fmla="*/ 0 h 99"/>
                <a:gd name="T2" fmla="*/ 0 w 17"/>
                <a:gd name="T3" fmla="*/ 99 h 99"/>
                <a:gd name="T4" fmla="*/ 17 w 17"/>
                <a:gd name="T5" fmla="*/ 99 h 99"/>
                <a:gd name="T6" fmla="*/ 12 w 17"/>
                <a:gd name="T7" fmla="*/ 0 h 99"/>
                <a:gd name="T8" fmla="*/ 3 w 17"/>
                <a:gd name="T9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9">
                  <a:moveTo>
                    <a:pt x="3" y="0"/>
                  </a:moveTo>
                  <a:lnTo>
                    <a:pt x="0" y="99"/>
                  </a:lnTo>
                  <a:lnTo>
                    <a:pt x="17" y="99"/>
                  </a:lnTo>
                  <a:lnTo>
                    <a:pt x="1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" name="Freeform 121"/>
            <p:cNvSpPr>
              <a:spLocks/>
            </p:cNvSpPr>
            <p:nvPr/>
          </p:nvSpPr>
          <p:spPr bwMode="auto">
            <a:xfrm>
              <a:off x="6234113" y="4587875"/>
              <a:ext cx="15875" cy="157163"/>
            </a:xfrm>
            <a:custGeom>
              <a:avLst/>
              <a:gdLst>
                <a:gd name="T0" fmla="*/ 0 w 10"/>
                <a:gd name="T1" fmla="*/ 0 h 99"/>
                <a:gd name="T2" fmla="*/ 0 w 10"/>
                <a:gd name="T3" fmla="*/ 99 h 99"/>
                <a:gd name="T4" fmla="*/ 10 w 10"/>
                <a:gd name="T5" fmla="*/ 99 h 99"/>
                <a:gd name="T6" fmla="*/ 5 w 10"/>
                <a:gd name="T7" fmla="*/ 0 h 99"/>
                <a:gd name="T8" fmla="*/ 0 w 10"/>
                <a:gd name="T9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9">
                  <a:moveTo>
                    <a:pt x="0" y="0"/>
                  </a:moveTo>
                  <a:lnTo>
                    <a:pt x="0" y="99"/>
                  </a:lnTo>
                  <a:lnTo>
                    <a:pt x="10" y="9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" name="Freeform 122"/>
            <p:cNvSpPr>
              <a:spLocks/>
            </p:cNvSpPr>
            <p:nvPr/>
          </p:nvSpPr>
          <p:spPr bwMode="auto">
            <a:xfrm>
              <a:off x="7067550" y="4132263"/>
              <a:ext cx="1958975" cy="395288"/>
            </a:xfrm>
            <a:custGeom>
              <a:avLst/>
              <a:gdLst>
                <a:gd name="T0" fmla="*/ 522 w 522"/>
                <a:gd name="T1" fmla="*/ 105 h 105"/>
                <a:gd name="T2" fmla="*/ 0 w 522"/>
                <a:gd name="T3" fmla="*/ 105 h 105"/>
                <a:gd name="T4" fmla="*/ 522 w 522"/>
                <a:gd name="T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2" h="105">
                  <a:moveTo>
                    <a:pt x="522" y="105"/>
                  </a:moveTo>
                  <a:cubicBezTo>
                    <a:pt x="364" y="0"/>
                    <a:pt x="158" y="0"/>
                    <a:pt x="0" y="105"/>
                  </a:cubicBezTo>
                  <a:lnTo>
                    <a:pt x="522" y="105"/>
                  </a:lnTo>
                  <a:close/>
                </a:path>
              </a:pathLst>
            </a:custGeom>
            <a:gradFill>
              <a:gsLst>
                <a:gs pos="0">
                  <a:srgbClr val="E2C18E"/>
                </a:gs>
                <a:gs pos="53000">
                  <a:srgbClr val="34949A"/>
                </a:gs>
              </a:gsLst>
              <a:lin ang="30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" name="Freeform 123"/>
            <p:cNvSpPr>
              <a:spLocks/>
            </p:cNvSpPr>
            <p:nvPr/>
          </p:nvSpPr>
          <p:spPr bwMode="auto">
            <a:xfrm>
              <a:off x="6324600" y="4291013"/>
              <a:ext cx="2000250" cy="454025"/>
            </a:xfrm>
            <a:custGeom>
              <a:avLst/>
              <a:gdLst>
                <a:gd name="T0" fmla="*/ 0 w 533"/>
                <a:gd name="T1" fmla="*/ 121 h 121"/>
                <a:gd name="T2" fmla="*/ 267 w 533"/>
                <a:gd name="T3" fmla="*/ 0 h 121"/>
                <a:gd name="T4" fmla="*/ 533 w 533"/>
                <a:gd name="T5" fmla="*/ 121 h 121"/>
                <a:gd name="T6" fmla="*/ 0 w 533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3" h="121">
                  <a:moveTo>
                    <a:pt x="0" y="121"/>
                  </a:moveTo>
                  <a:cubicBezTo>
                    <a:pt x="53" y="47"/>
                    <a:pt x="156" y="0"/>
                    <a:pt x="267" y="0"/>
                  </a:cubicBezTo>
                  <a:cubicBezTo>
                    <a:pt x="378" y="0"/>
                    <a:pt x="480" y="47"/>
                    <a:pt x="533" y="121"/>
                  </a:cubicBezTo>
                  <a:lnTo>
                    <a:pt x="0" y="121"/>
                  </a:lnTo>
                  <a:close/>
                </a:path>
              </a:pathLst>
            </a:custGeom>
            <a:gradFill>
              <a:gsLst>
                <a:gs pos="0">
                  <a:srgbClr val="E2C18E"/>
                </a:gs>
                <a:gs pos="46000">
                  <a:srgbClr val="34949A"/>
                </a:gs>
              </a:gsLst>
              <a:lin ang="30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" name="Freeform 124"/>
            <p:cNvSpPr>
              <a:spLocks/>
            </p:cNvSpPr>
            <p:nvPr/>
          </p:nvSpPr>
          <p:spPr bwMode="auto">
            <a:xfrm>
              <a:off x="4241800" y="4475163"/>
              <a:ext cx="2000250" cy="269875"/>
            </a:xfrm>
            <a:custGeom>
              <a:avLst/>
              <a:gdLst>
                <a:gd name="T0" fmla="*/ 0 w 533"/>
                <a:gd name="T1" fmla="*/ 72 h 72"/>
                <a:gd name="T2" fmla="*/ 266 w 533"/>
                <a:gd name="T3" fmla="*/ 0 h 72"/>
                <a:gd name="T4" fmla="*/ 533 w 533"/>
                <a:gd name="T5" fmla="*/ 72 h 72"/>
                <a:gd name="T6" fmla="*/ 0 w 533"/>
                <a:gd name="T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3" h="72">
                  <a:moveTo>
                    <a:pt x="0" y="72"/>
                  </a:moveTo>
                  <a:cubicBezTo>
                    <a:pt x="53" y="28"/>
                    <a:pt x="155" y="0"/>
                    <a:pt x="266" y="0"/>
                  </a:cubicBezTo>
                  <a:cubicBezTo>
                    <a:pt x="378" y="0"/>
                    <a:pt x="480" y="28"/>
                    <a:pt x="533" y="72"/>
                  </a:cubicBezTo>
                  <a:lnTo>
                    <a:pt x="0" y="72"/>
                  </a:lnTo>
                  <a:close/>
                </a:path>
              </a:pathLst>
            </a:custGeom>
            <a:gradFill>
              <a:gsLst>
                <a:gs pos="0">
                  <a:srgbClr val="E2C18E"/>
                </a:gs>
                <a:gs pos="53000">
                  <a:srgbClr val="34949A"/>
                </a:gs>
              </a:gsLst>
              <a:lin ang="13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" name="Rectangle 125"/>
            <p:cNvSpPr>
              <a:spLocks noChangeArrowheads="1"/>
            </p:cNvSpPr>
            <p:nvPr/>
          </p:nvSpPr>
          <p:spPr bwMode="auto">
            <a:xfrm>
              <a:off x="8448675" y="4219575"/>
              <a:ext cx="1092200" cy="307975"/>
            </a:xfrm>
            <a:prstGeom prst="rect">
              <a:avLst/>
            </a:prstGeom>
            <a:solidFill>
              <a:srgbClr val="DCE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" name="Freeform 126"/>
            <p:cNvSpPr>
              <a:spLocks/>
            </p:cNvSpPr>
            <p:nvPr/>
          </p:nvSpPr>
          <p:spPr bwMode="auto">
            <a:xfrm>
              <a:off x="8861425" y="4219575"/>
              <a:ext cx="679450" cy="307975"/>
            </a:xfrm>
            <a:custGeom>
              <a:avLst/>
              <a:gdLst>
                <a:gd name="T0" fmla="*/ 0 w 428"/>
                <a:gd name="T1" fmla="*/ 194 h 194"/>
                <a:gd name="T2" fmla="*/ 428 w 428"/>
                <a:gd name="T3" fmla="*/ 194 h 194"/>
                <a:gd name="T4" fmla="*/ 428 w 428"/>
                <a:gd name="T5" fmla="*/ 0 h 194"/>
                <a:gd name="T6" fmla="*/ 194 w 428"/>
                <a:gd name="T7" fmla="*/ 0 h 194"/>
                <a:gd name="T8" fmla="*/ 0 w 428"/>
                <a:gd name="T9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194">
                  <a:moveTo>
                    <a:pt x="0" y="194"/>
                  </a:moveTo>
                  <a:lnTo>
                    <a:pt x="428" y="194"/>
                  </a:lnTo>
                  <a:lnTo>
                    <a:pt x="428" y="0"/>
                  </a:lnTo>
                  <a:lnTo>
                    <a:pt x="194" y="0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BAC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" name="Rectangle 127"/>
            <p:cNvSpPr>
              <a:spLocks noChangeArrowheads="1"/>
            </p:cNvSpPr>
            <p:nvPr/>
          </p:nvSpPr>
          <p:spPr bwMode="auto">
            <a:xfrm>
              <a:off x="9394825" y="3738563"/>
              <a:ext cx="79375" cy="161925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" name="Rectangle 128"/>
            <p:cNvSpPr>
              <a:spLocks noChangeArrowheads="1"/>
            </p:cNvSpPr>
            <p:nvPr/>
          </p:nvSpPr>
          <p:spPr bwMode="auto">
            <a:xfrm>
              <a:off x="8385175" y="3840163"/>
              <a:ext cx="1220788" cy="330200"/>
            </a:xfrm>
            <a:prstGeom prst="rect">
              <a:avLst/>
            </a:prstGeom>
            <a:solidFill>
              <a:srgbClr val="E1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" name="Rectangle 129"/>
            <p:cNvSpPr>
              <a:spLocks noChangeArrowheads="1"/>
            </p:cNvSpPr>
            <p:nvPr/>
          </p:nvSpPr>
          <p:spPr bwMode="auto">
            <a:xfrm>
              <a:off x="8385175" y="4019550"/>
              <a:ext cx="1220788" cy="150813"/>
            </a:xfrm>
            <a:prstGeom prst="rect">
              <a:avLst/>
            </a:prstGeom>
            <a:solidFill>
              <a:srgbClr val="D02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" name="Rectangle 130"/>
            <p:cNvSpPr>
              <a:spLocks noChangeArrowheads="1"/>
            </p:cNvSpPr>
            <p:nvPr/>
          </p:nvSpPr>
          <p:spPr bwMode="auto">
            <a:xfrm>
              <a:off x="8385175" y="4170363"/>
              <a:ext cx="1220788" cy="49213"/>
            </a:xfrm>
            <a:prstGeom prst="rect">
              <a:avLst/>
            </a:prstGeom>
            <a:solidFill>
              <a:srgbClr val="AF3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" name="Rectangle 131"/>
            <p:cNvSpPr>
              <a:spLocks noChangeArrowheads="1"/>
            </p:cNvSpPr>
            <p:nvPr/>
          </p:nvSpPr>
          <p:spPr bwMode="auto">
            <a:xfrm>
              <a:off x="8539163" y="4351338"/>
              <a:ext cx="101600" cy="93663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" name="Rectangle 132"/>
            <p:cNvSpPr>
              <a:spLocks noChangeArrowheads="1"/>
            </p:cNvSpPr>
            <p:nvPr/>
          </p:nvSpPr>
          <p:spPr bwMode="auto">
            <a:xfrm>
              <a:off x="8696325" y="4351338"/>
              <a:ext cx="106363" cy="93663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" name="Rectangle 133"/>
            <p:cNvSpPr>
              <a:spLocks noChangeArrowheads="1"/>
            </p:cNvSpPr>
            <p:nvPr/>
          </p:nvSpPr>
          <p:spPr bwMode="auto">
            <a:xfrm>
              <a:off x="8858250" y="4351338"/>
              <a:ext cx="101600" cy="93663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" name="Rectangle 134"/>
            <p:cNvSpPr>
              <a:spLocks noChangeArrowheads="1"/>
            </p:cNvSpPr>
            <p:nvPr/>
          </p:nvSpPr>
          <p:spPr bwMode="auto">
            <a:xfrm>
              <a:off x="9015413" y="4351338"/>
              <a:ext cx="101600" cy="93663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" name="Rectangle 135"/>
            <p:cNvSpPr>
              <a:spLocks noChangeArrowheads="1"/>
            </p:cNvSpPr>
            <p:nvPr/>
          </p:nvSpPr>
          <p:spPr bwMode="auto">
            <a:xfrm>
              <a:off x="9174163" y="4351338"/>
              <a:ext cx="104775" cy="176213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" name="Rectangle 136"/>
            <p:cNvSpPr>
              <a:spLocks noChangeArrowheads="1"/>
            </p:cNvSpPr>
            <p:nvPr/>
          </p:nvSpPr>
          <p:spPr bwMode="auto">
            <a:xfrm>
              <a:off x="9331325" y="4351338"/>
              <a:ext cx="104775" cy="93663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" name="Freeform 137"/>
            <p:cNvSpPr>
              <a:spLocks/>
            </p:cNvSpPr>
            <p:nvPr/>
          </p:nvSpPr>
          <p:spPr bwMode="auto">
            <a:xfrm>
              <a:off x="8696325" y="3989388"/>
              <a:ext cx="206375" cy="71438"/>
            </a:xfrm>
            <a:custGeom>
              <a:avLst/>
              <a:gdLst>
                <a:gd name="T0" fmla="*/ 109 w 130"/>
                <a:gd name="T1" fmla="*/ 0 h 45"/>
                <a:gd name="T2" fmla="*/ 22 w 130"/>
                <a:gd name="T3" fmla="*/ 0 h 45"/>
                <a:gd name="T4" fmla="*/ 0 w 130"/>
                <a:gd name="T5" fmla="*/ 45 h 45"/>
                <a:gd name="T6" fmla="*/ 130 w 130"/>
                <a:gd name="T7" fmla="*/ 45 h 45"/>
                <a:gd name="T8" fmla="*/ 109 w 130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45">
                  <a:moveTo>
                    <a:pt x="109" y="0"/>
                  </a:moveTo>
                  <a:lnTo>
                    <a:pt x="22" y="0"/>
                  </a:lnTo>
                  <a:lnTo>
                    <a:pt x="0" y="45"/>
                  </a:lnTo>
                  <a:lnTo>
                    <a:pt x="130" y="45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" name="Freeform 138"/>
            <p:cNvSpPr>
              <a:spLocks/>
            </p:cNvSpPr>
            <p:nvPr/>
          </p:nvSpPr>
          <p:spPr bwMode="auto">
            <a:xfrm>
              <a:off x="9072563" y="3989388"/>
              <a:ext cx="206375" cy="71438"/>
            </a:xfrm>
            <a:custGeom>
              <a:avLst/>
              <a:gdLst>
                <a:gd name="T0" fmla="*/ 106 w 130"/>
                <a:gd name="T1" fmla="*/ 0 h 45"/>
                <a:gd name="T2" fmla="*/ 21 w 130"/>
                <a:gd name="T3" fmla="*/ 0 h 45"/>
                <a:gd name="T4" fmla="*/ 0 w 130"/>
                <a:gd name="T5" fmla="*/ 45 h 45"/>
                <a:gd name="T6" fmla="*/ 130 w 130"/>
                <a:gd name="T7" fmla="*/ 45 h 45"/>
                <a:gd name="T8" fmla="*/ 106 w 130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45">
                  <a:moveTo>
                    <a:pt x="106" y="0"/>
                  </a:moveTo>
                  <a:lnTo>
                    <a:pt x="21" y="0"/>
                  </a:lnTo>
                  <a:lnTo>
                    <a:pt x="0" y="45"/>
                  </a:lnTo>
                  <a:lnTo>
                    <a:pt x="130" y="4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" name="Freeform 139"/>
            <p:cNvSpPr>
              <a:spLocks/>
            </p:cNvSpPr>
            <p:nvPr/>
          </p:nvSpPr>
          <p:spPr bwMode="auto">
            <a:xfrm>
              <a:off x="8696325" y="4019550"/>
              <a:ext cx="206375" cy="41275"/>
            </a:xfrm>
            <a:custGeom>
              <a:avLst/>
              <a:gdLst>
                <a:gd name="T0" fmla="*/ 0 w 130"/>
                <a:gd name="T1" fmla="*/ 26 h 26"/>
                <a:gd name="T2" fmla="*/ 130 w 130"/>
                <a:gd name="T3" fmla="*/ 26 h 26"/>
                <a:gd name="T4" fmla="*/ 116 w 130"/>
                <a:gd name="T5" fmla="*/ 0 h 26"/>
                <a:gd name="T6" fmla="*/ 15 w 130"/>
                <a:gd name="T7" fmla="*/ 0 h 26"/>
                <a:gd name="T8" fmla="*/ 0 w 130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26">
                  <a:moveTo>
                    <a:pt x="0" y="26"/>
                  </a:moveTo>
                  <a:lnTo>
                    <a:pt x="130" y="26"/>
                  </a:lnTo>
                  <a:lnTo>
                    <a:pt x="116" y="0"/>
                  </a:lnTo>
                  <a:lnTo>
                    <a:pt x="15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" name="Freeform 140"/>
            <p:cNvSpPr>
              <a:spLocks/>
            </p:cNvSpPr>
            <p:nvPr/>
          </p:nvSpPr>
          <p:spPr bwMode="auto">
            <a:xfrm>
              <a:off x="9072563" y="4019550"/>
              <a:ext cx="206375" cy="41275"/>
            </a:xfrm>
            <a:custGeom>
              <a:avLst/>
              <a:gdLst>
                <a:gd name="T0" fmla="*/ 0 w 130"/>
                <a:gd name="T1" fmla="*/ 26 h 26"/>
                <a:gd name="T2" fmla="*/ 130 w 130"/>
                <a:gd name="T3" fmla="*/ 26 h 26"/>
                <a:gd name="T4" fmla="*/ 116 w 130"/>
                <a:gd name="T5" fmla="*/ 0 h 26"/>
                <a:gd name="T6" fmla="*/ 12 w 130"/>
                <a:gd name="T7" fmla="*/ 0 h 26"/>
                <a:gd name="T8" fmla="*/ 0 w 130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26">
                  <a:moveTo>
                    <a:pt x="0" y="26"/>
                  </a:moveTo>
                  <a:lnTo>
                    <a:pt x="130" y="26"/>
                  </a:lnTo>
                  <a:lnTo>
                    <a:pt x="116" y="0"/>
                  </a:lnTo>
                  <a:lnTo>
                    <a:pt x="12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" name="Freeform 141"/>
            <p:cNvSpPr>
              <a:spLocks/>
            </p:cNvSpPr>
            <p:nvPr/>
          </p:nvSpPr>
          <p:spPr bwMode="auto">
            <a:xfrm>
              <a:off x="6621463" y="4522788"/>
              <a:ext cx="4151313" cy="222250"/>
            </a:xfrm>
            <a:custGeom>
              <a:avLst/>
              <a:gdLst>
                <a:gd name="T0" fmla="*/ 1106 w 1106"/>
                <a:gd name="T1" fmla="*/ 59 h 59"/>
                <a:gd name="T2" fmla="*/ 1047 w 1106"/>
                <a:gd name="T3" fmla="*/ 0 h 59"/>
                <a:gd name="T4" fmla="*/ 59 w 1106"/>
                <a:gd name="T5" fmla="*/ 0 h 59"/>
                <a:gd name="T6" fmla="*/ 0 w 1106"/>
                <a:gd name="T7" fmla="*/ 59 h 59"/>
                <a:gd name="T8" fmla="*/ 0 w 1106"/>
                <a:gd name="T9" fmla="*/ 59 h 59"/>
                <a:gd name="T10" fmla="*/ 1106 w 1106"/>
                <a:gd name="T11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6" h="59">
                  <a:moveTo>
                    <a:pt x="1106" y="59"/>
                  </a:moveTo>
                  <a:cubicBezTo>
                    <a:pt x="1106" y="27"/>
                    <a:pt x="1080" y="0"/>
                    <a:pt x="104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26" y="0"/>
                    <a:pt x="0" y="27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106" y="59"/>
                    <a:pt x="1106" y="59"/>
                    <a:pt x="1106" y="59"/>
                  </a:cubicBez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" name="Freeform 142"/>
            <p:cNvSpPr>
              <a:spLocks/>
            </p:cNvSpPr>
            <p:nvPr/>
          </p:nvSpPr>
          <p:spPr bwMode="auto">
            <a:xfrm>
              <a:off x="747713" y="4522788"/>
              <a:ext cx="4151313" cy="222250"/>
            </a:xfrm>
            <a:custGeom>
              <a:avLst/>
              <a:gdLst>
                <a:gd name="T0" fmla="*/ 1106 w 1106"/>
                <a:gd name="T1" fmla="*/ 59 h 59"/>
                <a:gd name="T2" fmla="*/ 1047 w 1106"/>
                <a:gd name="T3" fmla="*/ 0 h 59"/>
                <a:gd name="T4" fmla="*/ 59 w 1106"/>
                <a:gd name="T5" fmla="*/ 0 h 59"/>
                <a:gd name="T6" fmla="*/ 0 w 1106"/>
                <a:gd name="T7" fmla="*/ 59 h 59"/>
                <a:gd name="T8" fmla="*/ 1106 w 1106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6" h="59">
                  <a:moveTo>
                    <a:pt x="1106" y="59"/>
                  </a:moveTo>
                  <a:cubicBezTo>
                    <a:pt x="1106" y="27"/>
                    <a:pt x="1080" y="0"/>
                    <a:pt x="104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27" y="0"/>
                    <a:pt x="0" y="27"/>
                    <a:pt x="0" y="59"/>
                  </a:cubicBezTo>
                  <a:cubicBezTo>
                    <a:pt x="1106" y="59"/>
                    <a:pt x="1106" y="59"/>
                    <a:pt x="1106" y="59"/>
                  </a:cubicBezTo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" name="Freeform 143"/>
            <p:cNvSpPr>
              <a:spLocks/>
            </p:cNvSpPr>
            <p:nvPr/>
          </p:nvSpPr>
          <p:spPr bwMode="auto">
            <a:xfrm>
              <a:off x="6291263" y="4632325"/>
              <a:ext cx="3929063" cy="112713"/>
            </a:xfrm>
            <a:custGeom>
              <a:avLst/>
              <a:gdLst>
                <a:gd name="T0" fmla="*/ 1047 w 1047"/>
                <a:gd name="T1" fmla="*/ 30 h 30"/>
                <a:gd name="T2" fmla="*/ 1017 w 1047"/>
                <a:gd name="T3" fmla="*/ 0 h 30"/>
                <a:gd name="T4" fmla="*/ 29 w 1047"/>
                <a:gd name="T5" fmla="*/ 0 h 30"/>
                <a:gd name="T6" fmla="*/ 0 w 1047"/>
                <a:gd name="T7" fmla="*/ 30 h 30"/>
                <a:gd name="T8" fmla="*/ 1047 w 1047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7" h="30">
                  <a:moveTo>
                    <a:pt x="1047" y="30"/>
                  </a:moveTo>
                  <a:cubicBezTo>
                    <a:pt x="1047" y="14"/>
                    <a:pt x="1033" y="0"/>
                    <a:pt x="1017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4"/>
                    <a:pt x="0" y="30"/>
                  </a:cubicBezTo>
                  <a:lnTo>
                    <a:pt x="1047" y="30"/>
                  </a:lnTo>
                  <a:close/>
                </a:path>
              </a:pathLst>
            </a:custGeom>
            <a:solidFill>
              <a:srgbClr val="824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pic>
          <p:nvPicPr>
            <p:cNvPr id="376" name="Picture 144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4688" y="4283075"/>
              <a:ext cx="10239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7" name="Freeform 145"/>
            <p:cNvSpPr>
              <a:spLocks/>
            </p:cNvSpPr>
            <p:nvPr/>
          </p:nvSpPr>
          <p:spPr bwMode="auto">
            <a:xfrm>
              <a:off x="9369425" y="4208463"/>
              <a:ext cx="190500" cy="258763"/>
            </a:xfrm>
            <a:custGeom>
              <a:avLst/>
              <a:gdLst>
                <a:gd name="T0" fmla="*/ 41 w 51"/>
                <a:gd name="T1" fmla="*/ 20 h 69"/>
                <a:gd name="T2" fmla="*/ 41 w 51"/>
                <a:gd name="T3" fmla="*/ 17 h 69"/>
                <a:gd name="T4" fmla="*/ 25 w 51"/>
                <a:gd name="T5" fmla="*/ 0 h 69"/>
                <a:gd name="T6" fmla="*/ 10 w 51"/>
                <a:gd name="T7" fmla="*/ 17 h 69"/>
                <a:gd name="T8" fmla="*/ 10 w 51"/>
                <a:gd name="T9" fmla="*/ 20 h 69"/>
                <a:gd name="T10" fmla="*/ 0 w 51"/>
                <a:gd name="T11" fmla="*/ 42 h 69"/>
                <a:gd name="T12" fmla="*/ 25 w 51"/>
                <a:gd name="T13" fmla="*/ 69 h 69"/>
                <a:gd name="T14" fmla="*/ 51 w 51"/>
                <a:gd name="T15" fmla="*/ 42 h 69"/>
                <a:gd name="T16" fmla="*/ 41 w 51"/>
                <a:gd name="T17" fmla="*/ 2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69">
                  <a:moveTo>
                    <a:pt x="41" y="20"/>
                  </a:moveTo>
                  <a:cubicBezTo>
                    <a:pt x="41" y="19"/>
                    <a:pt x="41" y="18"/>
                    <a:pt x="41" y="17"/>
                  </a:cubicBezTo>
                  <a:cubicBezTo>
                    <a:pt x="41" y="7"/>
                    <a:pt x="34" y="0"/>
                    <a:pt x="25" y="0"/>
                  </a:cubicBezTo>
                  <a:cubicBezTo>
                    <a:pt x="17" y="0"/>
                    <a:pt x="10" y="7"/>
                    <a:pt x="10" y="17"/>
                  </a:cubicBezTo>
                  <a:cubicBezTo>
                    <a:pt x="10" y="18"/>
                    <a:pt x="10" y="19"/>
                    <a:pt x="10" y="20"/>
                  </a:cubicBezTo>
                  <a:cubicBezTo>
                    <a:pt x="4" y="25"/>
                    <a:pt x="0" y="33"/>
                    <a:pt x="0" y="42"/>
                  </a:cubicBezTo>
                  <a:cubicBezTo>
                    <a:pt x="0" y="57"/>
                    <a:pt x="11" y="69"/>
                    <a:pt x="25" y="69"/>
                  </a:cubicBezTo>
                  <a:cubicBezTo>
                    <a:pt x="40" y="69"/>
                    <a:pt x="51" y="57"/>
                    <a:pt x="51" y="42"/>
                  </a:cubicBezTo>
                  <a:cubicBezTo>
                    <a:pt x="51" y="33"/>
                    <a:pt x="47" y="25"/>
                    <a:pt x="41" y="20"/>
                  </a:cubicBez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" name="Freeform 146"/>
            <p:cNvSpPr>
              <a:spLocks/>
            </p:cNvSpPr>
            <p:nvPr/>
          </p:nvSpPr>
          <p:spPr bwMode="auto">
            <a:xfrm>
              <a:off x="9463088" y="4208463"/>
              <a:ext cx="96838" cy="258763"/>
            </a:xfrm>
            <a:custGeom>
              <a:avLst/>
              <a:gdLst>
                <a:gd name="T0" fmla="*/ 16 w 26"/>
                <a:gd name="T1" fmla="*/ 20 h 69"/>
                <a:gd name="T2" fmla="*/ 16 w 26"/>
                <a:gd name="T3" fmla="*/ 17 h 69"/>
                <a:gd name="T4" fmla="*/ 0 w 26"/>
                <a:gd name="T5" fmla="*/ 0 h 69"/>
                <a:gd name="T6" fmla="*/ 0 w 26"/>
                <a:gd name="T7" fmla="*/ 15 h 69"/>
                <a:gd name="T8" fmla="*/ 0 w 26"/>
                <a:gd name="T9" fmla="*/ 33 h 69"/>
                <a:gd name="T10" fmla="*/ 0 w 26"/>
                <a:gd name="T11" fmla="*/ 69 h 69"/>
                <a:gd name="T12" fmla="*/ 26 w 26"/>
                <a:gd name="T13" fmla="*/ 42 h 69"/>
                <a:gd name="T14" fmla="*/ 16 w 26"/>
                <a:gd name="T15" fmla="*/ 2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69">
                  <a:moveTo>
                    <a:pt x="16" y="20"/>
                  </a:moveTo>
                  <a:cubicBezTo>
                    <a:pt x="16" y="19"/>
                    <a:pt x="16" y="18"/>
                    <a:pt x="16" y="17"/>
                  </a:cubicBezTo>
                  <a:cubicBezTo>
                    <a:pt x="16" y="7"/>
                    <a:pt x="9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5" y="69"/>
                    <a:pt x="26" y="57"/>
                    <a:pt x="26" y="42"/>
                  </a:cubicBezTo>
                  <a:cubicBezTo>
                    <a:pt x="26" y="33"/>
                    <a:pt x="22" y="25"/>
                    <a:pt x="16" y="20"/>
                  </a:cubicBez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" name="Freeform 147"/>
            <p:cNvSpPr>
              <a:spLocks/>
            </p:cNvSpPr>
            <p:nvPr/>
          </p:nvSpPr>
          <p:spPr bwMode="auto">
            <a:xfrm>
              <a:off x="9451975" y="4373563"/>
              <a:ext cx="25400" cy="153988"/>
            </a:xfrm>
            <a:custGeom>
              <a:avLst/>
              <a:gdLst>
                <a:gd name="T0" fmla="*/ 2 w 16"/>
                <a:gd name="T1" fmla="*/ 0 h 97"/>
                <a:gd name="T2" fmla="*/ 0 w 16"/>
                <a:gd name="T3" fmla="*/ 97 h 97"/>
                <a:gd name="T4" fmla="*/ 16 w 16"/>
                <a:gd name="T5" fmla="*/ 97 h 97"/>
                <a:gd name="T6" fmla="*/ 14 w 16"/>
                <a:gd name="T7" fmla="*/ 0 h 97"/>
                <a:gd name="T8" fmla="*/ 2 w 16"/>
                <a:gd name="T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7">
                  <a:moveTo>
                    <a:pt x="2" y="0"/>
                  </a:moveTo>
                  <a:lnTo>
                    <a:pt x="0" y="97"/>
                  </a:lnTo>
                  <a:lnTo>
                    <a:pt x="16" y="97"/>
                  </a:lnTo>
                  <a:lnTo>
                    <a:pt x="1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" name="Freeform 148"/>
            <p:cNvSpPr>
              <a:spLocks/>
            </p:cNvSpPr>
            <p:nvPr/>
          </p:nvSpPr>
          <p:spPr bwMode="auto">
            <a:xfrm>
              <a:off x="9463088" y="4373563"/>
              <a:ext cx="14288" cy="153988"/>
            </a:xfrm>
            <a:custGeom>
              <a:avLst/>
              <a:gdLst>
                <a:gd name="T0" fmla="*/ 0 w 9"/>
                <a:gd name="T1" fmla="*/ 0 h 97"/>
                <a:gd name="T2" fmla="*/ 0 w 9"/>
                <a:gd name="T3" fmla="*/ 97 h 97"/>
                <a:gd name="T4" fmla="*/ 9 w 9"/>
                <a:gd name="T5" fmla="*/ 97 h 97"/>
                <a:gd name="T6" fmla="*/ 7 w 9"/>
                <a:gd name="T7" fmla="*/ 0 h 97"/>
                <a:gd name="T8" fmla="*/ 0 w 9"/>
                <a:gd name="T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7">
                  <a:moveTo>
                    <a:pt x="0" y="0"/>
                  </a:moveTo>
                  <a:lnTo>
                    <a:pt x="0" y="97"/>
                  </a:lnTo>
                  <a:lnTo>
                    <a:pt x="9" y="9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" name="Freeform 149"/>
            <p:cNvSpPr>
              <a:spLocks/>
            </p:cNvSpPr>
            <p:nvPr/>
          </p:nvSpPr>
          <p:spPr bwMode="auto">
            <a:xfrm>
              <a:off x="2846388" y="4459288"/>
              <a:ext cx="434975" cy="101600"/>
            </a:xfrm>
            <a:custGeom>
              <a:avLst/>
              <a:gdLst>
                <a:gd name="T0" fmla="*/ 47 w 274"/>
                <a:gd name="T1" fmla="*/ 0 h 64"/>
                <a:gd name="T2" fmla="*/ 0 w 274"/>
                <a:gd name="T3" fmla="*/ 64 h 64"/>
                <a:gd name="T4" fmla="*/ 125 w 274"/>
                <a:gd name="T5" fmla="*/ 64 h 64"/>
                <a:gd name="T6" fmla="*/ 262 w 274"/>
                <a:gd name="T7" fmla="*/ 64 h 64"/>
                <a:gd name="T8" fmla="*/ 274 w 274"/>
                <a:gd name="T9" fmla="*/ 64 h 64"/>
                <a:gd name="T10" fmla="*/ 274 w 274"/>
                <a:gd name="T11" fmla="*/ 0 h 64"/>
                <a:gd name="T12" fmla="*/ 47 w 274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64">
                  <a:moveTo>
                    <a:pt x="47" y="0"/>
                  </a:moveTo>
                  <a:lnTo>
                    <a:pt x="0" y="64"/>
                  </a:lnTo>
                  <a:lnTo>
                    <a:pt x="125" y="64"/>
                  </a:lnTo>
                  <a:lnTo>
                    <a:pt x="262" y="64"/>
                  </a:lnTo>
                  <a:lnTo>
                    <a:pt x="274" y="64"/>
                  </a:lnTo>
                  <a:lnTo>
                    <a:pt x="27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D02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2" name="Rectangle 150"/>
            <p:cNvSpPr>
              <a:spLocks noChangeArrowheads="1"/>
            </p:cNvSpPr>
            <p:nvPr/>
          </p:nvSpPr>
          <p:spPr bwMode="auto">
            <a:xfrm>
              <a:off x="2894013" y="4557713"/>
              <a:ext cx="382588" cy="187325"/>
            </a:xfrm>
            <a:prstGeom prst="rect">
              <a:avLst/>
            </a:pr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3" name="Rectangle 151"/>
            <p:cNvSpPr>
              <a:spLocks noChangeArrowheads="1"/>
            </p:cNvSpPr>
            <p:nvPr/>
          </p:nvSpPr>
          <p:spPr bwMode="auto">
            <a:xfrm>
              <a:off x="2894013" y="4557713"/>
              <a:ext cx="382588" cy="187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4" name="Freeform 152"/>
            <p:cNvSpPr>
              <a:spLocks/>
            </p:cNvSpPr>
            <p:nvPr/>
          </p:nvSpPr>
          <p:spPr bwMode="auto">
            <a:xfrm>
              <a:off x="2973388" y="4557713"/>
              <a:ext cx="303213" cy="187325"/>
            </a:xfrm>
            <a:custGeom>
              <a:avLst/>
              <a:gdLst>
                <a:gd name="T0" fmla="*/ 191 w 191"/>
                <a:gd name="T1" fmla="*/ 118 h 118"/>
                <a:gd name="T2" fmla="*/ 191 w 191"/>
                <a:gd name="T3" fmla="*/ 0 h 118"/>
                <a:gd name="T4" fmla="*/ 118 w 191"/>
                <a:gd name="T5" fmla="*/ 0 h 118"/>
                <a:gd name="T6" fmla="*/ 0 w 191"/>
                <a:gd name="T7" fmla="*/ 118 h 118"/>
                <a:gd name="T8" fmla="*/ 191 w 191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118">
                  <a:moveTo>
                    <a:pt x="191" y="118"/>
                  </a:moveTo>
                  <a:lnTo>
                    <a:pt x="191" y="0"/>
                  </a:lnTo>
                  <a:lnTo>
                    <a:pt x="118" y="0"/>
                  </a:lnTo>
                  <a:lnTo>
                    <a:pt x="0" y="118"/>
                  </a:lnTo>
                  <a:lnTo>
                    <a:pt x="191" y="118"/>
                  </a:lnTo>
                  <a:close/>
                </a:path>
              </a:pathLst>
            </a:custGeom>
            <a:solidFill>
              <a:srgbClr val="CCA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5" name="Freeform 153"/>
            <p:cNvSpPr>
              <a:spLocks/>
            </p:cNvSpPr>
            <p:nvPr/>
          </p:nvSpPr>
          <p:spPr bwMode="auto">
            <a:xfrm>
              <a:off x="2973388" y="4557713"/>
              <a:ext cx="303213" cy="187325"/>
            </a:xfrm>
            <a:custGeom>
              <a:avLst/>
              <a:gdLst>
                <a:gd name="T0" fmla="*/ 191 w 191"/>
                <a:gd name="T1" fmla="*/ 118 h 118"/>
                <a:gd name="T2" fmla="*/ 191 w 191"/>
                <a:gd name="T3" fmla="*/ 0 h 118"/>
                <a:gd name="T4" fmla="*/ 118 w 191"/>
                <a:gd name="T5" fmla="*/ 0 h 118"/>
                <a:gd name="T6" fmla="*/ 0 w 191"/>
                <a:gd name="T7" fmla="*/ 118 h 118"/>
                <a:gd name="T8" fmla="*/ 191 w 191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118">
                  <a:moveTo>
                    <a:pt x="191" y="118"/>
                  </a:moveTo>
                  <a:lnTo>
                    <a:pt x="191" y="0"/>
                  </a:lnTo>
                  <a:lnTo>
                    <a:pt x="118" y="0"/>
                  </a:lnTo>
                  <a:lnTo>
                    <a:pt x="0" y="118"/>
                  </a:lnTo>
                  <a:lnTo>
                    <a:pt x="191" y="1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6" name="Rectangle 154"/>
            <p:cNvSpPr>
              <a:spLocks noChangeArrowheads="1"/>
            </p:cNvSpPr>
            <p:nvPr/>
          </p:nvSpPr>
          <p:spPr bwMode="auto">
            <a:xfrm>
              <a:off x="3224213" y="4384675"/>
              <a:ext cx="1003300" cy="49213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7" name="Rectangle 155"/>
            <p:cNvSpPr>
              <a:spLocks noChangeArrowheads="1"/>
            </p:cNvSpPr>
            <p:nvPr/>
          </p:nvSpPr>
          <p:spPr bwMode="auto">
            <a:xfrm>
              <a:off x="3276600" y="4433888"/>
              <a:ext cx="893763" cy="311150"/>
            </a:xfrm>
            <a:prstGeom prst="rect">
              <a:avLst/>
            </a:pr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8" name="Freeform 156"/>
            <p:cNvSpPr>
              <a:spLocks/>
            </p:cNvSpPr>
            <p:nvPr/>
          </p:nvSpPr>
          <p:spPr bwMode="auto">
            <a:xfrm>
              <a:off x="3224213" y="4057650"/>
              <a:ext cx="1003300" cy="327025"/>
            </a:xfrm>
            <a:custGeom>
              <a:avLst/>
              <a:gdLst>
                <a:gd name="T0" fmla="*/ 0 w 632"/>
                <a:gd name="T1" fmla="*/ 0 h 206"/>
                <a:gd name="T2" fmla="*/ 0 w 632"/>
                <a:gd name="T3" fmla="*/ 206 h 206"/>
                <a:gd name="T4" fmla="*/ 632 w 632"/>
                <a:gd name="T5" fmla="*/ 206 h 206"/>
                <a:gd name="T6" fmla="*/ 632 w 632"/>
                <a:gd name="T7" fmla="*/ 142 h 206"/>
                <a:gd name="T8" fmla="*/ 0 w 632"/>
                <a:gd name="T9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2" h="206">
                  <a:moveTo>
                    <a:pt x="0" y="0"/>
                  </a:moveTo>
                  <a:lnTo>
                    <a:pt x="0" y="206"/>
                  </a:lnTo>
                  <a:lnTo>
                    <a:pt x="632" y="206"/>
                  </a:lnTo>
                  <a:lnTo>
                    <a:pt x="632" y="1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7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9" name="Rectangle 157"/>
            <p:cNvSpPr>
              <a:spLocks noChangeArrowheads="1"/>
            </p:cNvSpPr>
            <p:nvPr/>
          </p:nvSpPr>
          <p:spPr bwMode="auto">
            <a:xfrm>
              <a:off x="3375025" y="4565650"/>
              <a:ext cx="115888" cy="107950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0" name="Freeform 158"/>
            <p:cNvSpPr>
              <a:spLocks/>
            </p:cNvSpPr>
            <p:nvPr/>
          </p:nvSpPr>
          <p:spPr bwMode="auto">
            <a:xfrm>
              <a:off x="3559175" y="4433888"/>
              <a:ext cx="611188" cy="311150"/>
            </a:xfrm>
            <a:custGeom>
              <a:avLst/>
              <a:gdLst>
                <a:gd name="T0" fmla="*/ 385 w 385"/>
                <a:gd name="T1" fmla="*/ 196 h 196"/>
                <a:gd name="T2" fmla="*/ 385 w 385"/>
                <a:gd name="T3" fmla="*/ 0 h 196"/>
                <a:gd name="T4" fmla="*/ 196 w 385"/>
                <a:gd name="T5" fmla="*/ 0 h 196"/>
                <a:gd name="T6" fmla="*/ 0 w 385"/>
                <a:gd name="T7" fmla="*/ 196 h 196"/>
                <a:gd name="T8" fmla="*/ 385 w 385"/>
                <a:gd name="T9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5" h="196">
                  <a:moveTo>
                    <a:pt x="385" y="196"/>
                  </a:moveTo>
                  <a:lnTo>
                    <a:pt x="385" y="0"/>
                  </a:lnTo>
                  <a:lnTo>
                    <a:pt x="196" y="0"/>
                  </a:lnTo>
                  <a:lnTo>
                    <a:pt x="0" y="196"/>
                  </a:lnTo>
                  <a:lnTo>
                    <a:pt x="385" y="196"/>
                  </a:lnTo>
                  <a:close/>
                </a:path>
              </a:pathLst>
            </a:custGeom>
            <a:solidFill>
              <a:srgbClr val="CCA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1" name="Rectangle 159"/>
            <p:cNvSpPr>
              <a:spLocks noChangeArrowheads="1"/>
            </p:cNvSpPr>
            <p:nvPr/>
          </p:nvSpPr>
          <p:spPr bwMode="auto">
            <a:xfrm>
              <a:off x="3570288" y="4565650"/>
              <a:ext cx="115888" cy="107950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2" name="Rectangle 160"/>
            <p:cNvSpPr>
              <a:spLocks noChangeArrowheads="1"/>
            </p:cNvSpPr>
            <p:nvPr/>
          </p:nvSpPr>
          <p:spPr bwMode="auto">
            <a:xfrm>
              <a:off x="3956050" y="4565650"/>
              <a:ext cx="120650" cy="107950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3" name="Rectangle 161"/>
            <p:cNvSpPr>
              <a:spLocks noChangeArrowheads="1"/>
            </p:cNvSpPr>
            <p:nvPr/>
          </p:nvSpPr>
          <p:spPr bwMode="auto">
            <a:xfrm>
              <a:off x="3760788" y="4565650"/>
              <a:ext cx="120650" cy="179388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4" name="Freeform 162"/>
            <p:cNvSpPr>
              <a:spLocks/>
            </p:cNvSpPr>
            <p:nvPr/>
          </p:nvSpPr>
          <p:spPr bwMode="auto">
            <a:xfrm>
              <a:off x="3224213" y="4167188"/>
              <a:ext cx="979488" cy="217488"/>
            </a:xfrm>
            <a:custGeom>
              <a:avLst/>
              <a:gdLst>
                <a:gd name="T0" fmla="*/ 0 w 617"/>
                <a:gd name="T1" fmla="*/ 0 h 137"/>
                <a:gd name="T2" fmla="*/ 0 w 617"/>
                <a:gd name="T3" fmla="*/ 137 h 137"/>
                <a:gd name="T4" fmla="*/ 617 w 617"/>
                <a:gd name="T5" fmla="*/ 137 h 137"/>
                <a:gd name="T6" fmla="*/ 0 w 617"/>
                <a:gd name="T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7" h="137">
                  <a:moveTo>
                    <a:pt x="0" y="0"/>
                  </a:moveTo>
                  <a:lnTo>
                    <a:pt x="0" y="137"/>
                  </a:lnTo>
                  <a:lnTo>
                    <a:pt x="617" y="1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2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5" name="Rectangle 163"/>
            <p:cNvSpPr>
              <a:spLocks noChangeArrowheads="1"/>
            </p:cNvSpPr>
            <p:nvPr/>
          </p:nvSpPr>
          <p:spPr bwMode="auto">
            <a:xfrm>
              <a:off x="2970213" y="4613275"/>
              <a:ext cx="234950" cy="131763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6" name="Rectangle 164"/>
            <p:cNvSpPr>
              <a:spLocks noChangeArrowheads="1"/>
            </p:cNvSpPr>
            <p:nvPr/>
          </p:nvSpPr>
          <p:spPr bwMode="auto">
            <a:xfrm>
              <a:off x="2970213" y="4613275"/>
              <a:ext cx="234950" cy="131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7" name="Rectangle 165"/>
            <p:cNvSpPr>
              <a:spLocks noChangeArrowheads="1"/>
            </p:cNvSpPr>
            <p:nvPr/>
          </p:nvSpPr>
          <p:spPr bwMode="auto">
            <a:xfrm>
              <a:off x="3089275" y="4613275"/>
              <a:ext cx="115888" cy="131763"/>
            </a:xfrm>
            <a:prstGeom prst="rect">
              <a:avLst/>
            </a:prstGeom>
            <a:solidFill>
              <a:srgbClr val="452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8" name="Freeform 166"/>
            <p:cNvSpPr>
              <a:spLocks/>
            </p:cNvSpPr>
            <p:nvPr/>
          </p:nvSpPr>
          <p:spPr bwMode="auto">
            <a:xfrm>
              <a:off x="2301875" y="4313238"/>
              <a:ext cx="36513" cy="109538"/>
            </a:xfrm>
            <a:custGeom>
              <a:avLst/>
              <a:gdLst>
                <a:gd name="T0" fmla="*/ 19 w 23"/>
                <a:gd name="T1" fmla="*/ 0 h 69"/>
                <a:gd name="T2" fmla="*/ 23 w 23"/>
                <a:gd name="T3" fmla="*/ 69 h 69"/>
                <a:gd name="T4" fmla="*/ 0 w 23"/>
                <a:gd name="T5" fmla="*/ 69 h 69"/>
                <a:gd name="T6" fmla="*/ 4 w 23"/>
                <a:gd name="T7" fmla="*/ 0 h 69"/>
                <a:gd name="T8" fmla="*/ 19 w 23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9">
                  <a:moveTo>
                    <a:pt x="19" y="0"/>
                  </a:moveTo>
                  <a:lnTo>
                    <a:pt x="23" y="69"/>
                  </a:lnTo>
                  <a:lnTo>
                    <a:pt x="0" y="69"/>
                  </a:lnTo>
                  <a:lnTo>
                    <a:pt x="4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9" name="Freeform 167"/>
            <p:cNvSpPr>
              <a:spLocks/>
            </p:cNvSpPr>
            <p:nvPr/>
          </p:nvSpPr>
          <p:spPr bwMode="auto">
            <a:xfrm>
              <a:off x="2301875" y="4313238"/>
              <a:ext cx="19050" cy="109538"/>
            </a:xfrm>
            <a:custGeom>
              <a:avLst/>
              <a:gdLst>
                <a:gd name="T0" fmla="*/ 12 w 12"/>
                <a:gd name="T1" fmla="*/ 0 h 69"/>
                <a:gd name="T2" fmla="*/ 12 w 12"/>
                <a:gd name="T3" fmla="*/ 69 h 69"/>
                <a:gd name="T4" fmla="*/ 0 w 12"/>
                <a:gd name="T5" fmla="*/ 69 h 69"/>
                <a:gd name="T6" fmla="*/ 4 w 12"/>
                <a:gd name="T7" fmla="*/ 0 h 69"/>
                <a:gd name="T8" fmla="*/ 12 w 12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9">
                  <a:moveTo>
                    <a:pt x="12" y="0"/>
                  </a:moveTo>
                  <a:lnTo>
                    <a:pt x="12" y="69"/>
                  </a:lnTo>
                  <a:lnTo>
                    <a:pt x="0" y="69"/>
                  </a:lnTo>
                  <a:lnTo>
                    <a:pt x="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0" name="Freeform 168"/>
            <p:cNvSpPr>
              <a:spLocks/>
            </p:cNvSpPr>
            <p:nvPr/>
          </p:nvSpPr>
          <p:spPr bwMode="auto">
            <a:xfrm>
              <a:off x="2208213" y="3870325"/>
              <a:ext cx="112713" cy="476250"/>
            </a:xfrm>
            <a:custGeom>
              <a:avLst/>
              <a:gdLst>
                <a:gd name="T0" fmla="*/ 19 w 71"/>
                <a:gd name="T1" fmla="*/ 220 h 300"/>
                <a:gd name="T2" fmla="*/ 4 w 71"/>
                <a:gd name="T3" fmla="*/ 220 h 300"/>
                <a:gd name="T4" fmla="*/ 28 w 71"/>
                <a:gd name="T5" fmla="*/ 149 h 300"/>
                <a:gd name="T6" fmla="*/ 19 w 71"/>
                <a:gd name="T7" fmla="*/ 149 h 300"/>
                <a:gd name="T8" fmla="*/ 71 w 71"/>
                <a:gd name="T9" fmla="*/ 0 h 300"/>
                <a:gd name="T10" fmla="*/ 71 w 71"/>
                <a:gd name="T11" fmla="*/ 149 h 300"/>
                <a:gd name="T12" fmla="*/ 71 w 71"/>
                <a:gd name="T13" fmla="*/ 220 h 300"/>
                <a:gd name="T14" fmla="*/ 71 w 71"/>
                <a:gd name="T15" fmla="*/ 300 h 300"/>
                <a:gd name="T16" fmla="*/ 0 w 71"/>
                <a:gd name="T17" fmla="*/ 300 h 300"/>
                <a:gd name="T18" fmla="*/ 19 w 71"/>
                <a:gd name="T19" fmla="*/ 22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0">
                  <a:moveTo>
                    <a:pt x="19" y="220"/>
                  </a:moveTo>
                  <a:lnTo>
                    <a:pt x="4" y="220"/>
                  </a:lnTo>
                  <a:lnTo>
                    <a:pt x="28" y="149"/>
                  </a:lnTo>
                  <a:lnTo>
                    <a:pt x="19" y="149"/>
                  </a:lnTo>
                  <a:lnTo>
                    <a:pt x="71" y="0"/>
                  </a:lnTo>
                  <a:lnTo>
                    <a:pt x="71" y="149"/>
                  </a:lnTo>
                  <a:lnTo>
                    <a:pt x="71" y="220"/>
                  </a:lnTo>
                  <a:lnTo>
                    <a:pt x="71" y="300"/>
                  </a:lnTo>
                  <a:lnTo>
                    <a:pt x="0" y="300"/>
                  </a:lnTo>
                  <a:lnTo>
                    <a:pt x="19" y="22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1" name="Freeform 169"/>
            <p:cNvSpPr>
              <a:spLocks/>
            </p:cNvSpPr>
            <p:nvPr/>
          </p:nvSpPr>
          <p:spPr bwMode="auto">
            <a:xfrm>
              <a:off x="2320925" y="3870325"/>
              <a:ext cx="111125" cy="476250"/>
            </a:xfrm>
            <a:custGeom>
              <a:avLst/>
              <a:gdLst>
                <a:gd name="T0" fmla="*/ 52 w 70"/>
                <a:gd name="T1" fmla="*/ 220 h 300"/>
                <a:gd name="T2" fmla="*/ 63 w 70"/>
                <a:gd name="T3" fmla="*/ 220 h 300"/>
                <a:gd name="T4" fmla="*/ 42 w 70"/>
                <a:gd name="T5" fmla="*/ 149 h 300"/>
                <a:gd name="T6" fmla="*/ 52 w 70"/>
                <a:gd name="T7" fmla="*/ 149 h 300"/>
                <a:gd name="T8" fmla="*/ 0 w 70"/>
                <a:gd name="T9" fmla="*/ 0 h 300"/>
                <a:gd name="T10" fmla="*/ 0 w 70"/>
                <a:gd name="T11" fmla="*/ 149 h 300"/>
                <a:gd name="T12" fmla="*/ 0 w 70"/>
                <a:gd name="T13" fmla="*/ 220 h 300"/>
                <a:gd name="T14" fmla="*/ 0 w 70"/>
                <a:gd name="T15" fmla="*/ 300 h 300"/>
                <a:gd name="T16" fmla="*/ 70 w 70"/>
                <a:gd name="T17" fmla="*/ 300 h 300"/>
                <a:gd name="T18" fmla="*/ 52 w 70"/>
                <a:gd name="T19" fmla="*/ 22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300">
                  <a:moveTo>
                    <a:pt x="52" y="220"/>
                  </a:moveTo>
                  <a:lnTo>
                    <a:pt x="63" y="220"/>
                  </a:lnTo>
                  <a:lnTo>
                    <a:pt x="42" y="149"/>
                  </a:lnTo>
                  <a:lnTo>
                    <a:pt x="52" y="149"/>
                  </a:lnTo>
                  <a:lnTo>
                    <a:pt x="0" y="0"/>
                  </a:lnTo>
                  <a:lnTo>
                    <a:pt x="0" y="149"/>
                  </a:lnTo>
                  <a:lnTo>
                    <a:pt x="0" y="220"/>
                  </a:lnTo>
                  <a:lnTo>
                    <a:pt x="0" y="300"/>
                  </a:lnTo>
                  <a:lnTo>
                    <a:pt x="70" y="300"/>
                  </a:lnTo>
                  <a:lnTo>
                    <a:pt x="52" y="22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2" name="Freeform 170"/>
            <p:cNvSpPr>
              <a:spLocks/>
            </p:cNvSpPr>
            <p:nvPr/>
          </p:nvSpPr>
          <p:spPr bwMode="auto">
            <a:xfrm>
              <a:off x="1836738" y="4297363"/>
              <a:ext cx="36513" cy="109538"/>
            </a:xfrm>
            <a:custGeom>
              <a:avLst/>
              <a:gdLst>
                <a:gd name="T0" fmla="*/ 18 w 23"/>
                <a:gd name="T1" fmla="*/ 0 h 69"/>
                <a:gd name="T2" fmla="*/ 23 w 23"/>
                <a:gd name="T3" fmla="*/ 69 h 69"/>
                <a:gd name="T4" fmla="*/ 0 w 23"/>
                <a:gd name="T5" fmla="*/ 69 h 69"/>
                <a:gd name="T6" fmla="*/ 4 w 23"/>
                <a:gd name="T7" fmla="*/ 0 h 69"/>
                <a:gd name="T8" fmla="*/ 18 w 23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9">
                  <a:moveTo>
                    <a:pt x="18" y="0"/>
                  </a:moveTo>
                  <a:lnTo>
                    <a:pt x="23" y="69"/>
                  </a:lnTo>
                  <a:lnTo>
                    <a:pt x="0" y="69"/>
                  </a:lnTo>
                  <a:lnTo>
                    <a:pt x="4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3" name="Freeform 171"/>
            <p:cNvSpPr>
              <a:spLocks/>
            </p:cNvSpPr>
            <p:nvPr/>
          </p:nvSpPr>
          <p:spPr bwMode="auto">
            <a:xfrm>
              <a:off x="1836738" y="4297363"/>
              <a:ext cx="17463" cy="109538"/>
            </a:xfrm>
            <a:custGeom>
              <a:avLst/>
              <a:gdLst>
                <a:gd name="T0" fmla="*/ 11 w 11"/>
                <a:gd name="T1" fmla="*/ 0 h 69"/>
                <a:gd name="T2" fmla="*/ 11 w 11"/>
                <a:gd name="T3" fmla="*/ 69 h 69"/>
                <a:gd name="T4" fmla="*/ 0 w 11"/>
                <a:gd name="T5" fmla="*/ 69 h 69"/>
                <a:gd name="T6" fmla="*/ 4 w 11"/>
                <a:gd name="T7" fmla="*/ 0 h 69"/>
                <a:gd name="T8" fmla="*/ 11 w 11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9">
                  <a:moveTo>
                    <a:pt x="11" y="0"/>
                  </a:moveTo>
                  <a:lnTo>
                    <a:pt x="11" y="69"/>
                  </a:lnTo>
                  <a:lnTo>
                    <a:pt x="0" y="69"/>
                  </a:lnTo>
                  <a:lnTo>
                    <a:pt x="4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" name="Freeform 172"/>
            <p:cNvSpPr>
              <a:spLocks/>
            </p:cNvSpPr>
            <p:nvPr/>
          </p:nvSpPr>
          <p:spPr bwMode="auto">
            <a:xfrm>
              <a:off x="1741488" y="3854450"/>
              <a:ext cx="112713" cy="477838"/>
            </a:xfrm>
            <a:custGeom>
              <a:avLst/>
              <a:gdLst>
                <a:gd name="T0" fmla="*/ 19 w 71"/>
                <a:gd name="T1" fmla="*/ 220 h 301"/>
                <a:gd name="T2" fmla="*/ 8 w 71"/>
                <a:gd name="T3" fmla="*/ 220 h 301"/>
                <a:gd name="T4" fmla="*/ 29 w 71"/>
                <a:gd name="T5" fmla="*/ 147 h 301"/>
                <a:gd name="T6" fmla="*/ 19 w 71"/>
                <a:gd name="T7" fmla="*/ 147 h 301"/>
                <a:gd name="T8" fmla="*/ 71 w 71"/>
                <a:gd name="T9" fmla="*/ 0 h 301"/>
                <a:gd name="T10" fmla="*/ 71 w 71"/>
                <a:gd name="T11" fmla="*/ 147 h 301"/>
                <a:gd name="T12" fmla="*/ 71 w 71"/>
                <a:gd name="T13" fmla="*/ 220 h 301"/>
                <a:gd name="T14" fmla="*/ 71 w 71"/>
                <a:gd name="T15" fmla="*/ 301 h 301"/>
                <a:gd name="T16" fmla="*/ 0 w 71"/>
                <a:gd name="T17" fmla="*/ 301 h 301"/>
                <a:gd name="T18" fmla="*/ 19 w 71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1">
                  <a:moveTo>
                    <a:pt x="19" y="220"/>
                  </a:moveTo>
                  <a:lnTo>
                    <a:pt x="8" y="220"/>
                  </a:lnTo>
                  <a:lnTo>
                    <a:pt x="29" y="147"/>
                  </a:lnTo>
                  <a:lnTo>
                    <a:pt x="19" y="147"/>
                  </a:lnTo>
                  <a:lnTo>
                    <a:pt x="71" y="0"/>
                  </a:lnTo>
                  <a:lnTo>
                    <a:pt x="71" y="147"/>
                  </a:lnTo>
                  <a:lnTo>
                    <a:pt x="71" y="220"/>
                  </a:lnTo>
                  <a:lnTo>
                    <a:pt x="71" y="301"/>
                  </a:lnTo>
                  <a:lnTo>
                    <a:pt x="0" y="301"/>
                  </a:lnTo>
                  <a:lnTo>
                    <a:pt x="19" y="22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5" name="Freeform 173"/>
            <p:cNvSpPr>
              <a:spLocks/>
            </p:cNvSpPr>
            <p:nvPr/>
          </p:nvSpPr>
          <p:spPr bwMode="auto">
            <a:xfrm>
              <a:off x="1854200" y="3854450"/>
              <a:ext cx="112713" cy="477838"/>
            </a:xfrm>
            <a:custGeom>
              <a:avLst/>
              <a:gdLst>
                <a:gd name="T0" fmla="*/ 52 w 71"/>
                <a:gd name="T1" fmla="*/ 220 h 301"/>
                <a:gd name="T2" fmla="*/ 64 w 71"/>
                <a:gd name="T3" fmla="*/ 220 h 301"/>
                <a:gd name="T4" fmla="*/ 43 w 71"/>
                <a:gd name="T5" fmla="*/ 147 h 301"/>
                <a:gd name="T6" fmla="*/ 52 w 71"/>
                <a:gd name="T7" fmla="*/ 147 h 301"/>
                <a:gd name="T8" fmla="*/ 0 w 71"/>
                <a:gd name="T9" fmla="*/ 0 h 301"/>
                <a:gd name="T10" fmla="*/ 0 w 71"/>
                <a:gd name="T11" fmla="*/ 147 h 301"/>
                <a:gd name="T12" fmla="*/ 0 w 71"/>
                <a:gd name="T13" fmla="*/ 220 h 301"/>
                <a:gd name="T14" fmla="*/ 0 w 71"/>
                <a:gd name="T15" fmla="*/ 301 h 301"/>
                <a:gd name="T16" fmla="*/ 71 w 71"/>
                <a:gd name="T17" fmla="*/ 301 h 301"/>
                <a:gd name="T18" fmla="*/ 52 w 71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1">
                  <a:moveTo>
                    <a:pt x="52" y="220"/>
                  </a:moveTo>
                  <a:lnTo>
                    <a:pt x="64" y="220"/>
                  </a:lnTo>
                  <a:lnTo>
                    <a:pt x="43" y="147"/>
                  </a:lnTo>
                  <a:lnTo>
                    <a:pt x="52" y="147"/>
                  </a:lnTo>
                  <a:lnTo>
                    <a:pt x="0" y="0"/>
                  </a:lnTo>
                  <a:lnTo>
                    <a:pt x="0" y="147"/>
                  </a:lnTo>
                  <a:lnTo>
                    <a:pt x="0" y="220"/>
                  </a:lnTo>
                  <a:lnTo>
                    <a:pt x="0" y="301"/>
                  </a:lnTo>
                  <a:lnTo>
                    <a:pt x="71" y="301"/>
                  </a:lnTo>
                  <a:lnTo>
                    <a:pt x="52" y="22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6" name="Freeform 174"/>
            <p:cNvSpPr>
              <a:spLocks/>
            </p:cNvSpPr>
            <p:nvPr/>
          </p:nvSpPr>
          <p:spPr bwMode="auto">
            <a:xfrm>
              <a:off x="1647825" y="4392613"/>
              <a:ext cx="38100" cy="107950"/>
            </a:xfrm>
            <a:custGeom>
              <a:avLst/>
              <a:gdLst>
                <a:gd name="T0" fmla="*/ 19 w 24"/>
                <a:gd name="T1" fmla="*/ 0 h 68"/>
                <a:gd name="T2" fmla="*/ 24 w 24"/>
                <a:gd name="T3" fmla="*/ 68 h 68"/>
                <a:gd name="T4" fmla="*/ 0 w 24"/>
                <a:gd name="T5" fmla="*/ 68 h 68"/>
                <a:gd name="T6" fmla="*/ 5 w 24"/>
                <a:gd name="T7" fmla="*/ 0 h 68"/>
                <a:gd name="T8" fmla="*/ 19 w 2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68">
                  <a:moveTo>
                    <a:pt x="19" y="0"/>
                  </a:moveTo>
                  <a:lnTo>
                    <a:pt x="24" y="68"/>
                  </a:lnTo>
                  <a:lnTo>
                    <a:pt x="0" y="68"/>
                  </a:lnTo>
                  <a:lnTo>
                    <a:pt x="5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7" name="Freeform 175"/>
            <p:cNvSpPr>
              <a:spLocks/>
            </p:cNvSpPr>
            <p:nvPr/>
          </p:nvSpPr>
          <p:spPr bwMode="auto">
            <a:xfrm>
              <a:off x="1647825" y="4392613"/>
              <a:ext cx="19050" cy="107950"/>
            </a:xfrm>
            <a:custGeom>
              <a:avLst/>
              <a:gdLst>
                <a:gd name="T0" fmla="*/ 12 w 12"/>
                <a:gd name="T1" fmla="*/ 0 h 68"/>
                <a:gd name="T2" fmla="*/ 12 w 12"/>
                <a:gd name="T3" fmla="*/ 68 h 68"/>
                <a:gd name="T4" fmla="*/ 0 w 12"/>
                <a:gd name="T5" fmla="*/ 68 h 68"/>
                <a:gd name="T6" fmla="*/ 5 w 12"/>
                <a:gd name="T7" fmla="*/ 0 h 68"/>
                <a:gd name="T8" fmla="*/ 12 w 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8">
                  <a:moveTo>
                    <a:pt x="12" y="0"/>
                  </a:moveTo>
                  <a:lnTo>
                    <a:pt x="12" y="68"/>
                  </a:lnTo>
                  <a:lnTo>
                    <a:pt x="0" y="68"/>
                  </a:lnTo>
                  <a:lnTo>
                    <a:pt x="5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8" name="Freeform 176"/>
            <p:cNvSpPr>
              <a:spLocks/>
            </p:cNvSpPr>
            <p:nvPr/>
          </p:nvSpPr>
          <p:spPr bwMode="auto">
            <a:xfrm>
              <a:off x="1554163" y="3948113"/>
              <a:ext cx="112713" cy="477838"/>
            </a:xfrm>
            <a:custGeom>
              <a:avLst/>
              <a:gdLst>
                <a:gd name="T0" fmla="*/ 19 w 71"/>
                <a:gd name="T1" fmla="*/ 220 h 301"/>
                <a:gd name="T2" fmla="*/ 7 w 71"/>
                <a:gd name="T3" fmla="*/ 220 h 301"/>
                <a:gd name="T4" fmla="*/ 29 w 71"/>
                <a:gd name="T5" fmla="*/ 147 h 301"/>
                <a:gd name="T6" fmla="*/ 19 w 71"/>
                <a:gd name="T7" fmla="*/ 147 h 301"/>
                <a:gd name="T8" fmla="*/ 71 w 71"/>
                <a:gd name="T9" fmla="*/ 0 h 301"/>
                <a:gd name="T10" fmla="*/ 71 w 71"/>
                <a:gd name="T11" fmla="*/ 147 h 301"/>
                <a:gd name="T12" fmla="*/ 71 w 71"/>
                <a:gd name="T13" fmla="*/ 220 h 301"/>
                <a:gd name="T14" fmla="*/ 71 w 71"/>
                <a:gd name="T15" fmla="*/ 301 h 301"/>
                <a:gd name="T16" fmla="*/ 0 w 71"/>
                <a:gd name="T17" fmla="*/ 301 h 301"/>
                <a:gd name="T18" fmla="*/ 19 w 71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1">
                  <a:moveTo>
                    <a:pt x="19" y="220"/>
                  </a:moveTo>
                  <a:lnTo>
                    <a:pt x="7" y="220"/>
                  </a:lnTo>
                  <a:lnTo>
                    <a:pt x="29" y="147"/>
                  </a:lnTo>
                  <a:lnTo>
                    <a:pt x="19" y="147"/>
                  </a:lnTo>
                  <a:lnTo>
                    <a:pt x="71" y="0"/>
                  </a:lnTo>
                  <a:lnTo>
                    <a:pt x="71" y="147"/>
                  </a:lnTo>
                  <a:lnTo>
                    <a:pt x="71" y="220"/>
                  </a:lnTo>
                  <a:lnTo>
                    <a:pt x="71" y="301"/>
                  </a:lnTo>
                  <a:lnTo>
                    <a:pt x="0" y="301"/>
                  </a:lnTo>
                  <a:lnTo>
                    <a:pt x="19" y="22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9" name="Freeform 177"/>
            <p:cNvSpPr>
              <a:spLocks/>
            </p:cNvSpPr>
            <p:nvPr/>
          </p:nvSpPr>
          <p:spPr bwMode="auto">
            <a:xfrm>
              <a:off x="1666875" y="3948113"/>
              <a:ext cx="112713" cy="477838"/>
            </a:xfrm>
            <a:custGeom>
              <a:avLst/>
              <a:gdLst>
                <a:gd name="T0" fmla="*/ 52 w 71"/>
                <a:gd name="T1" fmla="*/ 220 h 301"/>
                <a:gd name="T2" fmla="*/ 64 w 71"/>
                <a:gd name="T3" fmla="*/ 220 h 301"/>
                <a:gd name="T4" fmla="*/ 43 w 71"/>
                <a:gd name="T5" fmla="*/ 147 h 301"/>
                <a:gd name="T6" fmla="*/ 52 w 71"/>
                <a:gd name="T7" fmla="*/ 147 h 301"/>
                <a:gd name="T8" fmla="*/ 0 w 71"/>
                <a:gd name="T9" fmla="*/ 0 h 301"/>
                <a:gd name="T10" fmla="*/ 0 w 71"/>
                <a:gd name="T11" fmla="*/ 147 h 301"/>
                <a:gd name="T12" fmla="*/ 0 w 71"/>
                <a:gd name="T13" fmla="*/ 220 h 301"/>
                <a:gd name="T14" fmla="*/ 0 w 71"/>
                <a:gd name="T15" fmla="*/ 301 h 301"/>
                <a:gd name="T16" fmla="*/ 71 w 71"/>
                <a:gd name="T17" fmla="*/ 301 h 301"/>
                <a:gd name="T18" fmla="*/ 52 w 71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1">
                  <a:moveTo>
                    <a:pt x="52" y="220"/>
                  </a:moveTo>
                  <a:lnTo>
                    <a:pt x="64" y="220"/>
                  </a:lnTo>
                  <a:lnTo>
                    <a:pt x="43" y="147"/>
                  </a:lnTo>
                  <a:lnTo>
                    <a:pt x="52" y="147"/>
                  </a:lnTo>
                  <a:lnTo>
                    <a:pt x="0" y="0"/>
                  </a:lnTo>
                  <a:lnTo>
                    <a:pt x="0" y="147"/>
                  </a:lnTo>
                  <a:lnTo>
                    <a:pt x="0" y="220"/>
                  </a:lnTo>
                  <a:lnTo>
                    <a:pt x="0" y="301"/>
                  </a:lnTo>
                  <a:lnTo>
                    <a:pt x="71" y="301"/>
                  </a:lnTo>
                  <a:lnTo>
                    <a:pt x="52" y="22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0" name="Freeform 178"/>
            <p:cNvSpPr>
              <a:spLocks/>
            </p:cNvSpPr>
            <p:nvPr/>
          </p:nvSpPr>
          <p:spPr bwMode="auto">
            <a:xfrm>
              <a:off x="2470150" y="4376738"/>
              <a:ext cx="33338" cy="93663"/>
            </a:xfrm>
            <a:custGeom>
              <a:avLst/>
              <a:gdLst>
                <a:gd name="T0" fmla="*/ 17 w 21"/>
                <a:gd name="T1" fmla="*/ 0 h 59"/>
                <a:gd name="T2" fmla="*/ 21 w 21"/>
                <a:gd name="T3" fmla="*/ 59 h 59"/>
                <a:gd name="T4" fmla="*/ 0 w 21"/>
                <a:gd name="T5" fmla="*/ 59 h 59"/>
                <a:gd name="T6" fmla="*/ 5 w 21"/>
                <a:gd name="T7" fmla="*/ 0 h 59"/>
                <a:gd name="T8" fmla="*/ 17 w 21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9">
                  <a:moveTo>
                    <a:pt x="17" y="0"/>
                  </a:moveTo>
                  <a:lnTo>
                    <a:pt x="21" y="59"/>
                  </a:lnTo>
                  <a:lnTo>
                    <a:pt x="0" y="59"/>
                  </a:lnTo>
                  <a:lnTo>
                    <a:pt x="5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1" name="Freeform 179"/>
            <p:cNvSpPr>
              <a:spLocks/>
            </p:cNvSpPr>
            <p:nvPr/>
          </p:nvSpPr>
          <p:spPr bwMode="auto">
            <a:xfrm>
              <a:off x="2470150" y="4376738"/>
              <a:ext cx="15875" cy="93663"/>
            </a:xfrm>
            <a:custGeom>
              <a:avLst/>
              <a:gdLst>
                <a:gd name="T0" fmla="*/ 10 w 10"/>
                <a:gd name="T1" fmla="*/ 0 h 59"/>
                <a:gd name="T2" fmla="*/ 10 w 10"/>
                <a:gd name="T3" fmla="*/ 59 h 59"/>
                <a:gd name="T4" fmla="*/ 0 w 10"/>
                <a:gd name="T5" fmla="*/ 59 h 59"/>
                <a:gd name="T6" fmla="*/ 5 w 10"/>
                <a:gd name="T7" fmla="*/ 0 h 59"/>
                <a:gd name="T8" fmla="*/ 10 w 10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9">
                  <a:moveTo>
                    <a:pt x="10" y="0"/>
                  </a:moveTo>
                  <a:lnTo>
                    <a:pt x="10" y="59"/>
                  </a:lnTo>
                  <a:lnTo>
                    <a:pt x="0" y="59"/>
                  </a:lnTo>
                  <a:lnTo>
                    <a:pt x="5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2" name="Freeform 180"/>
            <p:cNvSpPr>
              <a:spLocks/>
            </p:cNvSpPr>
            <p:nvPr/>
          </p:nvSpPr>
          <p:spPr bwMode="auto">
            <a:xfrm>
              <a:off x="2390775" y="4000500"/>
              <a:ext cx="95250" cy="406400"/>
            </a:xfrm>
            <a:custGeom>
              <a:avLst/>
              <a:gdLst>
                <a:gd name="T0" fmla="*/ 17 w 60"/>
                <a:gd name="T1" fmla="*/ 187 h 256"/>
                <a:gd name="T2" fmla="*/ 5 w 60"/>
                <a:gd name="T3" fmla="*/ 187 h 256"/>
                <a:gd name="T4" fmla="*/ 24 w 60"/>
                <a:gd name="T5" fmla="*/ 126 h 256"/>
                <a:gd name="T6" fmla="*/ 17 w 60"/>
                <a:gd name="T7" fmla="*/ 126 h 256"/>
                <a:gd name="T8" fmla="*/ 60 w 60"/>
                <a:gd name="T9" fmla="*/ 0 h 256"/>
                <a:gd name="T10" fmla="*/ 60 w 60"/>
                <a:gd name="T11" fmla="*/ 126 h 256"/>
                <a:gd name="T12" fmla="*/ 60 w 60"/>
                <a:gd name="T13" fmla="*/ 187 h 256"/>
                <a:gd name="T14" fmla="*/ 60 w 60"/>
                <a:gd name="T15" fmla="*/ 256 h 256"/>
                <a:gd name="T16" fmla="*/ 0 w 60"/>
                <a:gd name="T17" fmla="*/ 256 h 256"/>
                <a:gd name="T18" fmla="*/ 17 w 60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256">
                  <a:moveTo>
                    <a:pt x="17" y="187"/>
                  </a:moveTo>
                  <a:lnTo>
                    <a:pt x="5" y="187"/>
                  </a:lnTo>
                  <a:lnTo>
                    <a:pt x="24" y="126"/>
                  </a:lnTo>
                  <a:lnTo>
                    <a:pt x="17" y="126"/>
                  </a:lnTo>
                  <a:lnTo>
                    <a:pt x="60" y="0"/>
                  </a:lnTo>
                  <a:lnTo>
                    <a:pt x="60" y="126"/>
                  </a:lnTo>
                  <a:lnTo>
                    <a:pt x="60" y="187"/>
                  </a:lnTo>
                  <a:lnTo>
                    <a:pt x="60" y="256"/>
                  </a:lnTo>
                  <a:lnTo>
                    <a:pt x="0" y="256"/>
                  </a:lnTo>
                  <a:lnTo>
                    <a:pt x="17" y="187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3" name="Freeform 181"/>
            <p:cNvSpPr>
              <a:spLocks/>
            </p:cNvSpPr>
            <p:nvPr/>
          </p:nvSpPr>
          <p:spPr bwMode="auto">
            <a:xfrm>
              <a:off x="2486025" y="4000500"/>
              <a:ext cx="96838" cy="406400"/>
            </a:xfrm>
            <a:custGeom>
              <a:avLst/>
              <a:gdLst>
                <a:gd name="T0" fmla="*/ 44 w 61"/>
                <a:gd name="T1" fmla="*/ 187 h 256"/>
                <a:gd name="T2" fmla="*/ 56 w 61"/>
                <a:gd name="T3" fmla="*/ 187 h 256"/>
                <a:gd name="T4" fmla="*/ 37 w 61"/>
                <a:gd name="T5" fmla="*/ 126 h 256"/>
                <a:gd name="T6" fmla="*/ 44 w 61"/>
                <a:gd name="T7" fmla="*/ 126 h 256"/>
                <a:gd name="T8" fmla="*/ 0 w 61"/>
                <a:gd name="T9" fmla="*/ 0 h 256"/>
                <a:gd name="T10" fmla="*/ 0 w 61"/>
                <a:gd name="T11" fmla="*/ 126 h 256"/>
                <a:gd name="T12" fmla="*/ 0 w 61"/>
                <a:gd name="T13" fmla="*/ 187 h 256"/>
                <a:gd name="T14" fmla="*/ 0 w 61"/>
                <a:gd name="T15" fmla="*/ 256 h 256"/>
                <a:gd name="T16" fmla="*/ 61 w 61"/>
                <a:gd name="T17" fmla="*/ 256 h 256"/>
                <a:gd name="T18" fmla="*/ 44 w 61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256">
                  <a:moveTo>
                    <a:pt x="44" y="187"/>
                  </a:moveTo>
                  <a:lnTo>
                    <a:pt x="56" y="187"/>
                  </a:lnTo>
                  <a:lnTo>
                    <a:pt x="37" y="126"/>
                  </a:lnTo>
                  <a:lnTo>
                    <a:pt x="44" y="126"/>
                  </a:lnTo>
                  <a:lnTo>
                    <a:pt x="0" y="0"/>
                  </a:lnTo>
                  <a:lnTo>
                    <a:pt x="0" y="126"/>
                  </a:lnTo>
                  <a:lnTo>
                    <a:pt x="0" y="187"/>
                  </a:lnTo>
                  <a:lnTo>
                    <a:pt x="0" y="256"/>
                  </a:lnTo>
                  <a:lnTo>
                    <a:pt x="61" y="256"/>
                  </a:lnTo>
                  <a:lnTo>
                    <a:pt x="44" y="187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4" name="Freeform 182"/>
            <p:cNvSpPr>
              <a:spLocks/>
            </p:cNvSpPr>
            <p:nvPr/>
          </p:nvSpPr>
          <p:spPr bwMode="auto">
            <a:xfrm>
              <a:off x="1287463" y="4384675"/>
              <a:ext cx="1587500" cy="360363"/>
            </a:xfrm>
            <a:custGeom>
              <a:avLst/>
              <a:gdLst>
                <a:gd name="T0" fmla="*/ 0 w 423"/>
                <a:gd name="T1" fmla="*/ 96 h 96"/>
                <a:gd name="T2" fmla="*/ 211 w 423"/>
                <a:gd name="T3" fmla="*/ 0 h 96"/>
                <a:gd name="T4" fmla="*/ 423 w 423"/>
                <a:gd name="T5" fmla="*/ 96 h 96"/>
                <a:gd name="T6" fmla="*/ 0 w 423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3" h="96">
                  <a:moveTo>
                    <a:pt x="0" y="96"/>
                  </a:moveTo>
                  <a:cubicBezTo>
                    <a:pt x="42" y="37"/>
                    <a:pt x="123" y="0"/>
                    <a:pt x="211" y="0"/>
                  </a:cubicBezTo>
                  <a:cubicBezTo>
                    <a:pt x="299" y="0"/>
                    <a:pt x="380" y="37"/>
                    <a:pt x="423" y="96"/>
                  </a:cubicBezTo>
                  <a:lnTo>
                    <a:pt x="0" y="96"/>
                  </a:lnTo>
                  <a:close/>
                </a:path>
              </a:pathLst>
            </a:custGeom>
            <a:gradFill>
              <a:gsLst>
                <a:gs pos="0">
                  <a:srgbClr val="E2C18E"/>
                </a:gs>
                <a:gs pos="68000">
                  <a:srgbClr val="34949A"/>
                </a:gs>
              </a:gsLst>
              <a:lin ang="13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5" name="Freeform 183"/>
            <p:cNvSpPr>
              <a:spLocks/>
            </p:cNvSpPr>
            <p:nvPr/>
          </p:nvSpPr>
          <p:spPr bwMode="auto">
            <a:xfrm>
              <a:off x="5011738" y="4244975"/>
              <a:ext cx="127000" cy="425450"/>
            </a:xfrm>
            <a:custGeom>
              <a:avLst/>
              <a:gdLst>
                <a:gd name="T0" fmla="*/ 0 w 34"/>
                <a:gd name="T1" fmla="*/ 0 h 113"/>
                <a:gd name="T2" fmla="*/ 17 w 34"/>
                <a:gd name="T3" fmla="*/ 17 h 113"/>
                <a:gd name="T4" fmla="*/ 20 w 34"/>
                <a:gd name="T5" fmla="*/ 33 h 113"/>
                <a:gd name="T6" fmla="*/ 34 w 34"/>
                <a:gd name="T7" fmla="*/ 76 h 113"/>
                <a:gd name="T8" fmla="*/ 2 w 34"/>
                <a:gd name="T9" fmla="*/ 113 h 113"/>
                <a:gd name="T10" fmla="*/ 0 w 34"/>
                <a:gd name="T11" fmla="*/ 113 h 113"/>
                <a:gd name="T12" fmla="*/ 0 w 34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3">
                  <a:moveTo>
                    <a:pt x="0" y="0"/>
                  </a:moveTo>
                  <a:cubicBezTo>
                    <a:pt x="6" y="0"/>
                    <a:pt x="12" y="7"/>
                    <a:pt x="17" y="17"/>
                  </a:cubicBezTo>
                  <a:cubicBezTo>
                    <a:pt x="22" y="29"/>
                    <a:pt x="20" y="33"/>
                    <a:pt x="20" y="33"/>
                  </a:cubicBezTo>
                  <a:cubicBezTo>
                    <a:pt x="27" y="33"/>
                    <a:pt x="34" y="57"/>
                    <a:pt x="34" y="76"/>
                  </a:cubicBezTo>
                  <a:cubicBezTo>
                    <a:pt x="34" y="93"/>
                    <a:pt x="23" y="112"/>
                    <a:pt x="2" y="113"/>
                  </a:cubicBezTo>
                  <a:cubicBezTo>
                    <a:pt x="1" y="113"/>
                    <a:pt x="0" y="113"/>
                    <a:pt x="0" y="1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6" name="Freeform 184"/>
            <p:cNvSpPr>
              <a:spLocks/>
            </p:cNvSpPr>
            <p:nvPr/>
          </p:nvSpPr>
          <p:spPr bwMode="auto">
            <a:xfrm>
              <a:off x="4883150" y="4244975"/>
              <a:ext cx="128588" cy="425450"/>
            </a:xfrm>
            <a:custGeom>
              <a:avLst/>
              <a:gdLst>
                <a:gd name="T0" fmla="*/ 34 w 34"/>
                <a:gd name="T1" fmla="*/ 0 h 113"/>
                <a:gd name="T2" fmla="*/ 17 w 34"/>
                <a:gd name="T3" fmla="*/ 17 h 113"/>
                <a:gd name="T4" fmla="*/ 14 w 34"/>
                <a:gd name="T5" fmla="*/ 33 h 113"/>
                <a:gd name="T6" fmla="*/ 0 w 34"/>
                <a:gd name="T7" fmla="*/ 76 h 113"/>
                <a:gd name="T8" fmla="*/ 32 w 34"/>
                <a:gd name="T9" fmla="*/ 113 h 113"/>
                <a:gd name="T10" fmla="*/ 34 w 34"/>
                <a:gd name="T11" fmla="*/ 113 h 113"/>
                <a:gd name="T12" fmla="*/ 34 w 34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3">
                  <a:moveTo>
                    <a:pt x="34" y="0"/>
                  </a:moveTo>
                  <a:cubicBezTo>
                    <a:pt x="28" y="0"/>
                    <a:pt x="22" y="7"/>
                    <a:pt x="17" y="17"/>
                  </a:cubicBezTo>
                  <a:cubicBezTo>
                    <a:pt x="12" y="29"/>
                    <a:pt x="14" y="33"/>
                    <a:pt x="14" y="33"/>
                  </a:cubicBezTo>
                  <a:cubicBezTo>
                    <a:pt x="7" y="33"/>
                    <a:pt x="0" y="57"/>
                    <a:pt x="0" y="76"/>
                  </a:cubicBezTo>
                  <a:cubicBezTo>
                    <a:pt x="0" y="93"/>
                    <a:pt x="11" y="112"/>
                    <a:pt x="32" y="113"/>
                  </a:cubicBezTo>
                  <a:cubicBezTo>
                    <a:pt x="33" y="113"/>
                    <a:pt x="33" y="113"/>
                    <a:pt x="34" y="113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7" name="Freeform 185"/>
            <p:cNvSpPr>
              <a:spLocks/>
            </p:cNvSpPr>
            <p:nvPr/>
          </p:nvSpPr>
          <p:spPr bwMode="auto">
            <a:xfrm>
              <a:off x="4992688" y="4549775"/>
              <a:ext cx="33338" cy="195263"/>
            </a:xfrm>
            <a:custGeom>
              <a:avLst/>
              <a:gdLst>
                <a:gd name="T0" fmla="*/ 16 w 21"/>
                <a:gd name="T1" fmla="*/ 0 h 123"/>
                <a:gd name="T2" fmla="*/ 21 w 21"/>
                <a:gd name="T3" fmla="*/ 123 h 123"/>
                <a:gd name="T4" fmla="*/ 0 w 21"/>
                <a:gd name="T5" fmla="*/ 123 h 123"/>
                <a:gd name="T6" fmla="*/ 5 w 21"/>
                <a:gd name="T7" fmla="*/ 0 h 123"/>
                <a:gd name="T8" fmla="*/ 16 w 21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3">
                  <a:moveTo>
                    <a:pt x="16" y="0"/>
                  </a:moveTo>
                  <a:lnTo>
                    <a:pt x="21" y="123"/>
                  </a:lnTo>
                  <a:lnTo>
                    <a:pt x="0" y="123"/>
                  </a:lnTo>
                  <a:lnTo>
                    <a:pt x="5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8" name="Freeform 186"/>
            <p:cNvSpPr>
              <a:spLocks/>
            </p:cNvSpPr>
            <p:nvPr/>
          </p:nvSpPr>
          <p:spPr bwMode="auto">
            <a:xfrm>
              <a:off x="4992688" y="4549775"/>
              <a:ext cx="19050" cy="195263"/>
            </a:xfrm>
            <a:custGeom>
              <a:avLst/>
              <a:gdLst>
                <a:gd name="T0" fmla="*/ 12 w 12"/>
                <a:gd name="T1" fmla="*/ 0 h 123"/>
                <a:gd name="T2" fmla="*/ 12 w 12"/>
                <a:gd name="T3" fmla="*/ 123 h 123"/>
                <a:gd name="T4" fmla="*/ 0 w 12"/>
                <a:gd name="T5" fmla="*/ 123 h 123"/>
                <a:gd name="T6" fmla="*/ 5 w 12"/>
                <a:gd name="T7" fmla="*/ 0 h 123"/>
                <a:gd name="T8" fmla="*/ 12 w 12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3">
                  <a:moveTo>
                    <a:pt x="12" y="0"/>
                  </a:moveTo>
                  <a:lnTo>
                    <a:pt x="12" y="123"/>
                  </a:lnTo>
                  <a:lnTo>
                    <a:pt x="0" y="123"/>
                  </a:lnTo>
                  <a:lnTo>
                    <a:pt x="5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9" name="Freeform 187"/>
            <p:cNvSpPr>
              <a:spLocks/>
            </p:cNvSpPr>
            <p:nvPr/>
          </p:nvSpPr>
          <p:spPr bwMode="auto">
            <a:xfrm>
              <a:off x="2846388" y="4244975"/>
              <a:ext cx="127000" cy="425450"/>
            </a:xfrm>
            <a:custGeom>
              <a:avLst/>
              <a:gdLst>
                <a:gd name="T0" fmla="*/ 0 w 34"/>
                <a:gd name="T1" fmla="*/ 0 h 113"/>
                <a:gd name="T2" fmla="*/ 17 w 34"/>
                <a:gd name="T3" fmla="*/ 17 h 113"/>
                <a:gd name="T4" fmla="*/ 20 w 34"/>
                <a:gd name="T5" fmla="*/ 33 h 113"/>
                <a:gd name="T6" fmla="*/ 34 w 34"/>
                <a:gd name="T7" fmla="*/ 76 h 113"/>
                <a:gd name="T8" fmla="*/ 2 w 34"/>
                <a:gd name="T9" fmla="*/ 113 h 113"/>
                <a:gd name="T10" fmla="*/ 0 w 34"/>
                <a:gd name="T11" fmla="*/ 113 h 113"/>
                <a:gd name="T12" fmla="*/ 0 w 34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3">
                  <a:moveTo>
                    <a:pt x="0" y="0"/>
                  </a:moveTo>
                  <a:cubicBezTo>
                    <a:pt x="6" y="0"/>
                    <a:pt x="12" y="7"/>
                    <a:pt x="17" y="17"/>
                  </a:cubicBezTo>
                  <a:cubicBezTo>
                    <a:pt x="22" y="29"/>
                    <a:pt x="20" y="33"/>
                    <a:pt x="20" y="33"/>
                  </a:cubicBezTo>
                  <a:cubicBezTo>
                    <a:pt x="27" y="33"/>
                    <a:pt x="34" y="57"/>
                    <a:pt x="34" y="76"/>
                  </a:cubicBezTo>
                  <a:cubicBezTo>
                    <a:pt x="34" y="93"/>
                    <a:pt x="23" y="112"/>
                    <a:pt x="2" y="113"/>
                  </a:cubicBezTo>
                  <a:cubicBezTo>
                    <a:pt x="1" y="113"/>
                    <a:pt x="1" y="113"/>
                    <a:pt x="0" y="1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0" name="Freeform 188"/>
            <p:cNvSpPr>
              <a:spLocks/>
            </p:cNvSpPr>
            <p:nvPr/>
          </p:nvSpPr>
          <p:spPr bwMode="auto">
            <a:xfrm>
              <a:off x="2717800" y="4244975"/>
              <a:ext cx="128588" cy="425450"/>
            </a:xfrm>
            <a:custGeom>
              <a:avLst/>
              <a:gdLst>
                <a:gd name="T0" fmla="*/ 34 w 34"/>
                <a:gd name="T1" fmla="*/ 0 h 113"/>
                <a:gd name="T2" fmla="*/ 17 w 34"/>
                <a:gd name="T3" fmla="*/ 17 h 113"/>
                <a:gd name="T4" fmla="*/ 14 w 34"/>
                <a:gd name="T5" fmla="*/ 33 h 113"/>
                <a:gd name="T6" fmla="*/ 0 w 34"/>
                <a:gd name="T7" fmla="*/ 76 h 113"/>
                <a:gd name="T8" fmla="*/ 32 w 34"/>
                <a:gd name="T9" fmla="*/ 113 h 113"/>
                <a:gd name="T10" fmla="*/ 34 w 34"/>
                <a:gd name="T11" fmla="*/ 113 h 113"/>
                <a:gd name="T12" fmla="*/ 34 w 34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3">
                  <a:moveTo>
                    <a:pt x="34" y="0"/>
                  </a:moveTo>
                  <a:cubicBezTo>
                    <a:pt x="28" y="0"/>
                    <a:pt x="22" y="7"/>
                    <a:pt x="17" y="17"/>
                  </a:cubicBezTo>
                  <a:cubicBezTo>
                    <a:pt x="12" y="29"/>
                    <a:pt x="14" y="33"/>
                    <a:pt x="14" y="33"/>
                  </a:cubicBezTo>
                  <a:cubicBezTo>
                    <a:pt x="7" y="33"/>
                    <a:pt x="0" y="57"/>
                    <a:pt x="0" y="76"/>
                  </a:cubicBezTo>
                  <a:cubicBezTo>
                    <a:pt x="0" y="93"/>
                    <a:pt x="11" y="112"/>
                    <a:pt x="32" y="113"/>
                  </a:cubicBezTo>
                  <a:cubicBezTo>
                    <a:pt x="33" y="113"/>
                    <a:pt x="33" y="113"/>
                    <a:pt x="34" y="113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1" name="Freeform 189"/>
            <p:cNvSpPr>
              <a:spLocks/>
            </p:cNvSpPr>
            <p:nvPr/>
          </p:nvSpPr>
          <p:spPr bwMode="auto">
            <a:xfrm>
              <a:off x="2827338" y="4549775"/>
              <a:ext cx="33338" cy="195263"/>
            </a:xfrm>
            <a:custGeom>
              <a:avLst/>
              <a:gdLst>
                <a:gd name="T0" fmla="*/ 19 w 21"/>
                <a:gd name="T1" fmla="*/ 0 h 123"/>
                <a:gd name="T2" fmla="*/ 21 w 21"/>
                <a:gd name="T3" fmla="*/ 123 h 123"/>
                <a:gd name="T4" fmla="*/ 0 w 21"/>
                <a:gd name="T5" fmla="*/ 123 h 123"/>
                <a:gd name="T6" fmla="*/ 4 w 21"/>
                <a:gd name="T7" fmla="*/ 0 h 123"/>
                <a:gd name="T8" fmla="*/ 19 w 21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3">
                  <a:moveTo>
                    <a:pt x="19" y="0"/>
                  </a:moveTo>
                  <a:lnTo>
                    <a:pt x="21" y="123"/>
                  </a:lnTo>
                  <a:lnTo>
                    <a:pt x="0" y="123"/>
                  </a:lnTo>
                  <a:lnTo>
                    <a:pt x="4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2" name="Freeform 190"/>
            <p:cNvSpPr>
              <a:spLocks/>
            </p:cNvSpPr>
            <p:nvPr/>
          </p:nvSpPr>
          <p:spPr bwMode="auto">
            <a:xfrm>
              <a:off x="2827338" y="4549775"/>
              <a:ext cx="19050" cy="195263"/>
            </a:xfrm>
            <a:custGeom>
              <a:avLst/>
              <a:gdLst>
                <a:gd name="T0" fmla="*/ 12 w 12"/>
                <a:gd name="T1" fmla="*/ 0 h 123"/>
                <a:gd name="T2" fmla="*/ 12 w 12"/>
                <a:gd name="T3" fmla="*/ 123 h 123"/>
                <a:gd name="T4" fmla="*/ 0 w 12"/>
                <a:gd name="T5" fmla="*/ 123 h 123"/>
                <a:gd name="T6" fmla="*/ 4 w 12"/>
                <a:gd name="T7" fmla="*/ 0 h 123"/>
                <a:gd name="T8" fmla="*/ 12 w 12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3">
                  <a:moveTo>
                    <a:pt x="12" y="0"/>
                  </a:moveTo>
                  <a:lnTo>
                    <a:pt x="12" y="123"/>
                  </a:lnTo>
                  <a:lnTo>
                    <a:pt x="0" y="123"/>
                  </a:lnTo>
                  <a:lnTo>
                    <a:pt x="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3" name="Freeform 191"/>
            <p:cNvSpPr>
              <a:spLocks/>
            </p:cNvSpPr>
            <p:nvPr/>
          </p:nvSpPr>
          <p:spPr bwMode="auto">
            <a:xfrm>
              <a:off x="1393825" y="4464050"/>
              <a:ext cx="561975" cy="280988"/>
            </a:xfrm>
            <a:custGeom>
              <a:avLst/>
              <a:gdLst>
                <a:gd name="T0" fmla="*/ 75 w 150"/>
                <a:gd name="T1" fmla="*/ 0 h 75"/>
                <a:gd name="T2" fmla="*/ 0 w 150"/>
                <a:gd name="T3" fmla="*/ 75 h 75"/>
                <a:gd name="T4" fmla="*/ 150 w 150"/>
                <a:gd name="T5" fmla="*/ 75 h 75"/>
                <a:gd name="T6" fmla="*/ 75 w 150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75">
                  <a:moveTo>
                    <a:pt x="75" y="0"/>
                  </a:moveTo>
                  <a:cubicBezTo>
                    <a:pt x="33" y="0"/>
                    <a:pt x="0" y="33"/>
                    <a:pt x="0" y="75"/>
                  </a:cubicBezTo>
                  <a:cubicBezTo>
                    <a:pt x="150" y="75"/>
                    <a:pt x="150" y="75"/>
                    <a:pt x="150" y="75"/>
                  </a:cubicBezTo>
                  <a:cubicBezTo>
                    <a:pt x="150" y="33"/>
                    <a:pt x="117" y="0"/>
                    <a:pt x="75" y="0"/>
                  </a:cubicBezTo>
                  <a:close/>
                </a:path>
              </a:pathLst>
            </a:cu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4" name="Freeform 192"/>
            <p:cNvSpPr>
              <a:spLocks/>
            </p:cNvSpPr>
            <p:nvPr/>
          </p:nvSpPr>
          <p:spPr bwMode="auto">
            <a:xfrm>
              <a:off x="1817688" y="4579938"/>
              <a:ext cx="330200" cy="165100"/>
            </a:xfrm>
            <a:custGeom>
              <a:avLst/>
              <a:gdLst>
                <a:gd name="T0" fmla="*/ 44 w 88"/>
                <a:gd name="T1" fmla="*/ 0 h 44"/>
                <a:gd name="T2" fmla="*/ 0 w 88"/>
                <a:gd name="T3" fmla="*/ 44 h 44"/>
                <a:gd name="T4" fmla="*/ 88 w 88"/>
                <a:gd name="T5" fmla="*/ 44 h 44"/>
                <a:gd name="T6" fmla="*/ 44 w 88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44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88" y="44"/>
                    <a:pt x="88" y="44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</a:path>
              </a:pathLst>
            </a:custGeom>
            <a:solidFill>
              <a:srgbClr val="FAF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5" name="Freeform 193"/>
            <p:cNvSpPr>
              <a:spLocks/>
            </p:cNvSpPr>
            <p:nvPr/>
          </p:nvSpPr>
          <p:spPr bwMode="auto">
            <a:xfrm>
              <a:off x="8910638" y="4618038"/>
              <a:ext cx="417513" cy="123825"/>
            </a:xfrm>
            <a:custGeom>
              <a:avLst/>
              <a:gdLst>
                <a:gd name="T0" fmla="*/ 55 w 111"/>
                <a:gd name="T1" fmla="*/ 0 h 33"/>
                <a:gd name="T2" fmla="*/ 0 w 111"/>
                <a:gd name="T3" fmla="*/ 33 h 33"/>
                <a:gd name="T4" fmla="*/ 111 w 111"/>
                <a:gd name="T5" fmla="*/ 33 h 33"/>
                <a:gd name="T6" fmla="*/ 55 w 111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33">
                  <a:moveTo>
                    <a:pt x="55" y="0"/>
                  </a:moveTo>
                  <a:cubicBezTo>
                    <a:pt x="25" y="0"/>
                    <a:pt x="0" y="15"/>
                    <a:pt x="0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1" y="15"/>
                    <a:pt x="86" y="0"/>
                    <a:pt x="55" y="0"/>
                  </a:cubicBezTo>
                  <a:close/>
                </a:path>
              </a:pathLst>
            </a:custGeom>
            <a:solidFill>
              <a:srgbClr val="F7C78E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6" name="Freeform 194"/>
            <p:cNvSpPr>
              <a:spLocks/>
            </p:cNvSpPr>
            <p:nvPr/>
          </p:nvSpPr>
          <p:spPr bwMode="auto">
            <a:xfrm>
              <a:off x="6888163" y="4618038"/>
              <a:ext cx="330200" cy="123825"/>
            </a:xfrm>
            <a:custGeom>
              <a:avLst/>
              <a:gdLst>
                <a:gd name="T0" fmla="*/ 44 w 88"/>
                <a:gd name="T1" fmla="*/ 0 h 33"/>
                <a:gd name="T2" fmla="*/ 0 w 88"/>
                <a:gd name="T3" fmla="*/ 33 h 33"/>
                <a:gd name="T4" fmla="*/ 88 w 88"/>
                <a:gd name="T5" fmla="*/ 33 h 33"/>
                <a:gd name="T6" fmla="*/ 44 w 88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33">
                  <a:moveTo>
                    <a:pt x="44" y="0"/>
                  </a:moveTo>
                  <a:cubicBezTo>
                    <a:pt x="20" y="0"/>
                    <a:pt x="0" y="15"/>
                    <a:pt x="0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15"/>
                    <a:pt x="68" y="0"/>
                    <a:pt x="44" y="0"/>
                  </a:cubicBezTo>
                  <a:close/>
                </a:path>
              </a:pathLst>
            </a:custGeom>
            <a:solidFill>
              <a:srgbClr val="F6C78E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7" name="Freeform 195"/>
            <p:cNvSpPr>
              <a:spLocks/>
            </p:cNvSpPr>
            <p:nvPr/>
          </p:nvSpPr>
          <p:spPr bwMode="auto">
            <a:xfrm>
              <a:off x="8362950" y="4654550"/>
              <a:ext cx="292100" cy="87313"/>
            </a:xfrm>
            <a:custGeom>
              <a:avLst/>
              <a:gdLst>
                <a:gd name="T0" fmla="*/ 39 w 78"/>
                <a:gd name="T1" fmla="*/ 0 h 23"/>
                <a:gd name="T2" fmla="*/ 0 w 78"/>
                <a:gd name="T3" fmla="*/ 23 h 23"/>
                <a:gd name="T4" fmla="*/ 78 w 78"/>
                <a:gd name="T5" fmla="*/ 23 h 23"/>
                <a:gd name="T6" fmla="*/ 39 w 78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23">
                  <a:moveTo>
                    <a:pt x="39" y="0"/>
                  </a:moveTo>
                  <a:cubicBezTo>
                    <a:pt x="18" y="0"/>
                    <a:pt x="0" y="10"/>
                    <a:pt x="0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10"/>
                    <a:pt x="61" y="0"/>
                    <a:pt x="39" y="0"/>
                  </a:cubicBezTo>
                  <a:close/>
                </a:path>
              </a:pathLst>
            </a:custGeom>
            <a:solidFill>
              <a:srgbClr val="F9F5D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8" name="Freeform 196"/>
            <p:cNvSpPr>
              <a:spLocks/>
            </p:cNvSpPr>
            <p:nvPr/>
          </p:nvSpPr>
          <p:spPr bwMode="auto">
            <a:xfrm>
              <a:off x="9969500" y="4098925"/>
              <a:ext cx="107950" cy="365125"/>
            </a:xfrm>
            <a:custGeom>
              <a:avLst/>
              <a:gdLst>
                <a:gd name="T0" fmla="*/ 29 w 29"/>
                <a:gd name="T1" fmla="*/ 0 h 97"/>
                <a:gd name="T2" fmla="*/ 15 w 29"/>
                <a:gd name="T3" fmla="*/ 15 h 97"/>
                <a:gd name="T4" fmla="*/ 12 w 29"/>
                <a:gd name="T5" fmla="*/ 29 h 97"/>
                <a:gd name="T6" fmla="*/ 0 w 29"/>
                <a:gd name="T7" fmla="*/ 65 h 97"/>
                <a:gd name="T8" fmla="*/ 28 w 29"/>
                <a:gd name="T9" fmla="*/ 97 h 97"/>
                <a:gd name="T10" fmla="*/ 29 w 29"/>
                <a:gd name="T11" fmla="*/ 97 h 97"/>
                <a:gd name="T12" fmla="*/ 29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29" y="0"/>
                  </a:moveTo>
                  <a:cubicBezTo>
                    <a:pt x="24" y="0"/>
                    <a:pt x="19" y="6"/>
                    <a:pt x="15" y="15"/>
                  </a:cubicBezTo>
                  <a:cubicBezTo>
                    <a:pt x="11" y="25"/>
                    <a:pt x="12" y="29"/>
                    <a:pt x="12" y="29"/>
                  </a:cubicBezTo>
                  <a:cubicBezTo>
                    <a:pt x="6" y="29"/>
                    <a:pt x="0" y="49"/>
                    <a:pt x="0" y="65"/>
                  </a:cubicBezTo>
                  <a:cubicBezTo>
                    <a:pt x="0" y="80"/>
                    <a:pt x="9" y="96"/>
                    <a:pt x="28" y="97"/>
                  </a:cubicBezTo>
                  <a:cubicBezTo>
                    <a:pt x="28" y="97"/>
                    <a:pt x="29" y="97"/>
                    <a:pt x="29" y="97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9" name="Freeform 197"/>
            <p:cNvSpPr>
              <a:spLocks/>
            </p:cNvSpPr>
            <p:nvPr/>
          </p:nvSpPr>
          <p:spPr bwMode="auto">
            <a:xfrm>
              <a:off x="10077450" y="4098925"/>
              <a:ext cx="109538" cy="365125"/>
            </a:xfrm>
            <a:custGeom>
              <a:avLst/>
              <a:gdLst>
                <a:gd name="T0" fmla="*/ 0 w 29"/>
                <a:gd name="T1" fmla="*/ 0 h 97"/>
                <a:gd name="T2" fmla="*/ 15 w 29"/>
                <a:gd name="T3" fmla="*/ 15 h 97"/>
                <a:gd name="T4" fmla="*/ 18 w 29"/>
                <a:gd name="T5" fmla="*/ 29 h 97"/>
                <a:gd name="T6" fmla="*/ 29 w 29"/>
                <a:gd name="T7" fmla="*/ 65 h 97"/>
                <a:gd name="T8" fmla="*/ 2 w 29"/>
                <a:gd name="T9" fmla="*/ 97 h 97"/>
                <a:gd name="T10" fmla="*/ 0 w 29"/>
                <a:gd name="T11" fmla="*/ 97 h 97"/>
                <a:gd name="T12" fmla="*/ 0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0" y="0"/>
                  </a:moveTo>
                  <a:cubicBezTo>
                    <a:pt x="6" y="0"/>
                    <a:pt x="11" y="6"/>
                    <a:pt x="15" y="15"/>
                  </a:cubicBezTo>
                  <a:cubicBezTo>
                    <a:pt x="19" y="25"/>
                    <a:pt x="18" y="29"/>
                    <a:pt x="18" y="29"/>
                  </a:cubicBezTo>
                  <a:cubicBezTo>
                    <a:pt x="23" y="29"/>
                    <a:pt x="29" y="49"/>
                    <a:pt x="29" y="65"/>
                  </a:cubicBezTo>
                  <a:cubicBezTo>
                    <a:pt x="29" y="80"/>
                    <a:pt x="20" y="96"/>
                    <a:pt x="2" y="97"/>
                  </a:cubicBezTo>
                  <a:cubicBezTo>
                    <a:pt x="1" y="97"/>
                    <a:pt x="1" y="97"/>
                    <a:pt x="0" y="9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0" name="Freeform 198"/>
            <p:cNvSpPr>
              <a:spLocks/>
            </p:cNvSpPr>
            <p:nvPr/>
          </p:nvSpPr>
          <p:spPr bwMode="auto">
            <a:xfrm>
              <a:off x="10063163" y="4362450"/>
              <a:ext cx="30163" cy="165100"/>
            </a:xfrm>
            <a:custGeom>
              <a:avLst/>
              <a:gdLst>
                <a:gd name="T0" fmla="*/ 5 w 19"/>
                <a:gd name="T1" fmla="*/ 0 h 104"/>
                <a:gd name="T2" fmla="*/ 0 w 19"/>
                <a:gd name="T3" fmla="*/ 104 h 104"/>
                <a:gd name="T4" fmla="*/ 19 w 19"/>
                <a:gd name="T5" fmla="*/ 104 h 104"/>
                <a:gd name="T6" fmla="*/ 14 w 19"/>
                <a:gd name="T7" fmla="*/ 0 h 104"/>
                <a:gd name="T8" fmla="*/ 5 w 19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4">
                  <a:moveTo>
                    <a:pt x="5" y="0"/>
                  </a:moveTo>
                  <a:lnTo>
                    <a:pt x="0" y="104"/>
                  </a:lnTo>
                  <a:lnTo>
                    <a:pt x="19" y="104"/>
                  </a:lnTo>
                  <a:lnTo>
                    <a:pt x="1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1" name="Freeform 199"/>
            <p:cNvSpPr>
              <a:spLocks/>
            </p:cNvSpPr>
            <p:nvPr/>
          </p:nvSpPr>
          <p:spPr bwMode="auto">
            <a:xfrm>
              <a:off x="10077450" y="4362450"/>
              <a:ext cx="15875" cy="165100"/>
            </a:xfrm>
            <a:custGeom>
              <a:avLst/>
              <a:gdLst>
                <a:gd name="T0" fmla="*/ 0 w 10"/>
                <a:gd name="T1" fmla="*/ 0 h 104"/>
                <a:gd name="T2" fmla="*/ 0 w 10"/>
                <a:gd name="T3" fmla="*/ 104 h 104"/>
                <a:gd name="T4" fmla="*/ 10 w 10"/>
                <a:gd name="T5" fmla="*/ 104 h 104"/>
                <a:gd name="T6" fmla="*/ 5 w 10"/>
                <a:gd name="T7" fmla="*/ 0 h 104"/>
                <a:gd name="T8" fmla="*/ 0 w 10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4">
                  <a:moveTo>
                    <a:pt x="0" y="0"/>
                  </a:moveTo>
                  <a:lnTo>
                    <a:pt x="0" y="104"/>
                  </a:lnTo>
                  <a:lnTo>
                    <a:pt x="10" y="104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2" name="Freeform 200"/>
            <p:cNvSpPr>
              <a:spLocks/>
            </p:cNvSpPr>
            <p:nvPr/>
          </p:nvSpPr>
          <p:spPr bwMode="auto">
            <a:xfrm>
              <a:off x="9785350" y="4181475"/>
              <a:ext cx="85725" cy="293688"/>
            </a:xfrm>
            <a:custGeom>
              <a:avLst/>
              <a:gdLst>
                <a:gd name="T0" fmla="*/ 23 w 23"/>
                <a:gd name="T1" fmla="*/ 0 h 78"/>
                <a:gd name="T2" fmla="*/ 11 w 23"/>
                <a:gd name="T3" fmla="*/ 12 h 78"/>
                <a:gd name="T4" fmla="*/ 9 w 23"/>
                <a:gd name="T5" fmla="*/ 23 h 78"/>
                <a:gd name="T6" fmla="*/ 0 w 23"/>
                <a:gd name="T7" fmla="*/ 53 h 78"/>
                <a:gd name="T8" fmla="*/ 22 w 23"/>
                <a:gd name="T9" fmla="*/ 78 h 78"/>
                <a:gd name="T10" fmla="*/ 23 w 23"/>
                <a:gd name="T11" fmla="*/ 78 h 78"/>
                <a:gd name="T12" fmla="*/ 23 w 23"/>
                <a:gd name="T1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78">
                  <a:moveTo>
                    <a:pt x="23" y="0"/>
                  </a:moveTo>
                  <a:cubicBezTo>
                    <a:pt x="19" y="0"/>
                    <a:pt x="15" y="5"/>
                    <a:pt x="11" y="12"/>
                  </a:cubicBezTo>
                  <a:cubicBezTo>
                    <a:pt x="8" y="20"/>
                    <a:pt x="9" y="23"/>
                    <a:pt x="9" y="23"/>
                  </a:cubicBezTo>
                  <a:cubicBezTo>
                    <a:pt x="5" y="23"/>
                    <a:pt x="0" y="40"/>
                    <a:pt x="0" y="53"/>
                  </a:cubicBezTo>
                  <a:cubicBezTo>
                    <a:pt x="0" y="65"/>
                    <a:pt x="7" y="78"/>
                    <a:pt x="22" y="78"/>
                  </a:cubicBezTo>
                  <a:cubicBezTo>
                    <a:pt x="22" y="78"/>
                    <a:pt x="23" y="78"/>
                    <a:pt x="23" y="78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3" name="Freeform 201"/>
            <p:cNvSpPr>
              <a:spLocks/>
            </p:cNvSpPr>
            <p:nvPr/>
          </p:nvSpPr>
          <p:spPr bwMode="auto">
            <a:xfrm>
              <a:off x="9871075" y="4181475"/>
              <a:ext cx="87313" cy="293688"/>
            </a:xfrm>
            <a:custGeom>
              <a:avLst/>
              <a:gdLst>
                <a:gd name="T0" fmla="*/ 0 w 23"/>
                <a:gd name="T1" fmla="*/ 0 h 78"/>
                <a:gd name="T2" fmla="*/ 12 w 23"/>
                <a:gd name="T3" fmla="*/ 12 h 78"/>
                <a:gd name="T4" fmla="*/ 14 w 23"/>
                <a:gd name="T5" fmla="*/ 23 h 78"/>
                <a:gd name="T6" fmla="*/ 23 w 23"/>
                <a:gd name="T7" fmla="*/ 53 h 78"/>
                <a:gd name="T8" fmla="*/ 1 w 23"/>
                <a:gd name="T9" fmla="*/ 78 h 78"/>
                <a:gd name="T10" fmla="*/ 0 w 23"/>
                <a:gd name="T11" fmla="*/ 78 h 78"/>
                <a:gd name="T12" fmla="*/ 0 w 23"/>
                <a:gd name="T1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78">
                  <a:moveTo>
                    <a:pt x="0" y="0"/>
                  </a:moveTo>
                  <a:cubicBezTo>
                    <a:pt x="4" y="0"/>
                    <a:pt x="8" y="5"/>
                    <a:pt x="12" y="12"/>
                  </a:cubicBezTo>
                  <a:cubicBezTo>
                    <a:pt x="15" y="20"/>
                    <a:pt x="14" y="23"/>
                    <a:pt x="14" y="23"/>
                  </a:cubicBezTo>
                  <a:cubicBezTo>
                    <a:pt x="18" y="23"/>
                    <a:pt x="23" y="40"/>
                    <a:pt x="23" y="53"/>
                  </a:cubicBezTo>
                  <a:cubicBezTo>
                    <a:pt x="23" y="65"/>
                    <a:pt x="16" y="78"/>
                    <a:pt x="1" y="78"/>
                  </a:cubicBezTo>
                  <a:cubicBezTo>
                    <a:pt x="1" y="78"/>
                    <a:pt x="0" y="78"/>
                    <a:pt x="0" y="7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4" name="Freeform 202"/>
            <p:cNvSpPr>
              <a:spLocks/>
            </p:cNvSpPr>
            <p:nvPr/>
          </p:nvSpPr>
          <p:spPr bwMode="auto">
            <a:xfrm>
              <a:off x="9859963" y="4392613"/>
              <a:ext cx="23813" cy="134938"/>
            </a:xfrm>
            <a:custGeom>
              <a:avLst/>
              <a:gdLst>
                <a:gd name="T0" fmla="*/ 3 w 15"/>
                <a:gd name="T1" fmla="*/ 0 h 85"/>
                <a:gd name="T2" fmla="*/ 0 w 15"/>
                <a:gd name="T3" fmla="*/ 85 h 85"/>
                <a:gd name="T4" fmla="*/ 15 w 15"/>
                <a:gd name="T5" fmla="*/ 85 h 85"/>
                <a:gd name="T6" fmla="*/ 12 w 15"/>
                <a:gd name="T7" fmla="*/ 0 h 85"/>
                <a:gd name="T8" fmla="*/ 3 w 15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85">
                  <a:moveTo>
                    <a:pt x="3" y="0"/>
                  </a:moveTo>
                  <a:lnTo>
                    <a:pt x="0" y="85"/>
                  </a:lnTo>
                  <a:lnTo>
                    <a:pt x="15" y="85"/>
                  </a:lnTo>
                  <a:lnTo>
                    <a:pt x="1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5" name="Freeform 203"/>
            <p:cNvSpPr>
              <a:spLocks/>
            </p:cNvSpPr>
            <p:nvPr/>
          </p:nvSpPr>
          <p:spPr bwMode="auto">
            <a:xfrm>
              <a:off x="9871075" y="4392613"/>
              <a:ext cx="12700" cy="134938"/>
            </a:xfrm>
            <a:custGeom>
              <a:avLst/>
              <a:gdLst>
                <a:gd name="T0" fmla="*/ 0 w 8"/>
                <a:gd name="T1" fmla="*/ 0 h 85"/>
                <a:gd name="T2" fmla="*/ 0 w 8"/>
                <a:gd name="T3" fmla="*/ 85 h 85"/>
                <a:gd name="T4" fmla="*/ 8 w 8"/>
                <a:gd name="T5" fmla="*/ 85 h 85"/>
                <a:gd name="T6" fmla="*/ 5 w 8"/>
                <a:gd name="T7" fmla="*/ 0 h 85"/>
                <a:gd name="T8" fmla="*/ 0 w 8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5">
                  <a:moveTo>
                    <a:pt x="0" y="0"/>
                  </a:moveTo>
                  <a:lnTo>
                    <a:pt x="0" y="85"/>
                  </a:lnTo>
                  <a:lnTo>
                    <a:pt x="8" y="85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436" name="组合 435"/>
            <p:cNvGrpSpPr/>
            <p:nvPr/>
          </p:nvGrpSpPr>
          <p:grpSpPr>
            <a:xfrm>
              <a:off x="-447676" y="4742192"/>
              <a:ext cx="13354050" cy="311151"/>
              <a:chOff x="-447676" y="3701710"/>
              <a:chExt cx="13354050" cy="311151"/>
            </a:xfrm>
          </p:grpSpPr>
          <p:sp>
            <p:nvSpPr>
              <p:cNvPr id="437" name="Freeform 207"/>
              <p:cNvSpPr>
                <a:spLocks/>
              </p:cNvSpPr>
              <p:nvPr/>
            </p:nvSpPr>
            <p:spPr bwMode="auto">
              <a:xfrm>
                <a:off x="-447676" y="3701710"/>
                <a:ext cx="13354050" cy="311150"/>
              </a:xfrm>
              <a:custGeom>
                <a:avLst/>
                <a:gdLst>
                  <a:gd name="T0" fmla="*/ 3558 w 3558"/>
                  <a:gd name="T1" fmla="*/ 40 h 80"/>
                  <a:gd name="T2" fmla="*/ 3511 w 3558"/>
                  <a:gd name="T3" fmla="*/ 80 h 80"/>
                  <a:gd name="T4" fmla="*/ 47 w 3558"/>
                  <a:gd name="T5" fmla="*/ 80 h 80"/>
                  <a:gd name="T6" fmla="*/ 0 w 3558"/>
                  <a:gd name="T7" fmla="*/ 40 h 80"/>
                  <a:gd name="T8" fmla="*/ 0 w 3558"/>
                  <a:gd name="T9" fmla="*/ 40 h 80"/>
                  <a:gd name="T10" fmla="*/ 47 w 3558"/>
                  <a:gd name="T11" fmla="*/ 0 h 80"/>
                  <a:gd name="T12" fmla="*/ 3511 w 3558"/>
                  <a:gd name="T13" fmla="*/ 0 h 80"/>
                  <a:gd name="T14" fmla="*/ 3558 w 3558"/>
                  <a:gd name="T15" fmla="*/ 4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58" h="80">
                    <a:moveTo>
                      <a:pt x="3558" y="40"/>
                    </a:moveTo>
                    <a:cubicBezTo>
                      <a:pt x="3558" y="62"/>
                      <a:pt x="3537" y="80"/>
                      <a:pt x="3511" y="80"/>
                    </a:cubicBezTo>
                    <a:cubicBezTo>
                      <a:pt x="47" y="80"/>
                      <a:pt x="47" y="80"/>
                      <a:pt x="47" y="80"/>
                    </a:cubicBezTo>
                    <a:cubicBezTo>
                      <a:pt x="21" y="80"/>
                      <a:pt x="0" y="62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18"/>
                      <a:pt x="21" y="0"/>
                      <a:pt x="47" y="0"/>
                    </a:cubicBezTo>
                    <a:cubicBezTo>
                      <a:pt x="3511" y="0"/>
                      <a:pt x="3511" y="0"/>
                      <a:pt x="3511" y="0"/>
                    </a:cubicBezTo>
                    <a:cubicBezTo>
                      <a:pt x="3537" y="0"/>
                      <a:pt x="3558" y="18"/>
                      <a:pt x="3558" y="4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5C78E"/>
                  </a:gs>
                  <a:gs pos="46000">
                    <a:srgbClr val="489998"/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任意多边形 437"/>
              <p:cNvSpPr>
                <a:spLocks/>
              </p:cNvSpPr>
              <p:nvPr/>
            </p:nvSpPr>
            <p:spPr bwMode="auto">
              <a:xfrm>
                <a:off x="-438921" y="3895498"/>
                <a:ext cx="13336540" cy="117363"/>
              </a:xfrm>
              <a:custGeom>
                <a:avLst/>
                <a:gdLst>
                  <a:gd name="connsiteX0" fmla="*/ 0 w 13336540"/>
                  <a:gd name="connsiteY0" fmla="*/ 0 h 117363"/>
                  <a:gd name="connsiteX1" fmla="*/ 13336540 w 13336540"/>
                  <a:gd name="connsiteY1" fmla="*/ 0 h 117363"/>
                  <a:gd name="connsiteX2" fmla="*/ 13331455 w 13336540"/>
                  <a:gd name="connsiteY2" fmla="*/ 22195 h 117363"/>
                  <a:gd name="connsiteX3" fmla="*/ 13168892 w 13336540"/>
                  <a:gd name="connsiteY3" fmla="*/ 117363 h 117363"/>
                  <a:gd name="connsiteX4" fmla="*/ 167648 w 13336540"/>
                  <a:gd name="connsiteY4" fmla="*/ 117363 h 117363"/>
                  <a:gd name="connsiteX5" fmla="*/ 5085 w 13336540"/>
                  <a:gd name="connsiteY5" fmla="*/ 22195 h 117363"/>
                  <a:gd name="connsiteX6" fmla="*/ 0 w 13336540"/>
                  <a:gd name="connsiteY6" fmla="*/ 0 h 11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336540" h="117363">
                    <a:moveTo>
                      <a:pt x="0" y="0"/>
                    </a:moveTo>
                    <a:lnTo>
                      <a:pt x="13336540" y="0"/>
                    </a:lnTo>
                    <a:lnTo>
                      <a:pt x="13331455" y="22195"/>
                    </a:lnTo>
                    <a:cubicBezTo>
                      <a:pt x="13304713" y="77983"/>
                      <a:pt x="13242081" y="117363"/>
                      <a:pt x="13168892" y="117363"/>
                    </a:cubicBezTo>
                    <a:cubicBezTo>
                      <a:pt x="167648" y="117363"/>
                      <a:pt x="167648" y="117363"/>
                      <a:pt x="167648" y="117363"/>
                    </a:cubicBezTo>
                    <a:cubicBezTo>
                      <a:pt x="94459" y="117363"/>
                      <a:pt x="31827" y="77983"/>
                      <a:pt x="5085" y="2219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2" name="矩形 1"/>
          <p:cNvSpPr/>
          <p:nvPr/>
        </p:nvSpPr>
        <p:spPr>
          <a:xfrm>
            <a:off x="556272" y="2501018"/>
            <a:ext cx="5574654" cy="36211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在每个事件中，各企业将</a:t>
            </a:r>
            <a:r>
              <a:rPr lang="en-US" altLang="zh-CN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独立</a:t>
            </a:r>
            <a:r>
              <a:rPr lang="en-US" altLang="zh-CN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做出一个关键决策，各企业的</a:t>
            </a:r>
            <a:r>
              <a:rPr lang="en-US" altLang="zh-CN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生态</a:t>
            </a:r>
            <a:r>
              <a:rPr lang="en-US" altLang="zh-CN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】【</a:t>
            </a:r>
            <a:r>
              <a:rPr lang="zh-CN" altLang="en-US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经济</a:t>
            </a:r>
            <a:r>
              <a:rPr lang="en-US" altLang="zh-CN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两个指标将有对应变动，属性增减将在组内做出决定后展示</a:t>
            </a:r>
          </a:p>
          <a:p>
            <a:pPr>
              <a:lnSpc>
                <a:spcPct val="150000"/>
              </a:lnSpc>
            </a:pPr>
            <a:endParaRPr lang="en-US" altLang="zh-CN" sz="2800" b="1" dirty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28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游戏目标</a:t>
            </a:r>
          </a:p>
          <a:p>
            <a:pPr>
              <a:lnSpc>
                <a:spcPct val="150000"/>
              </a:lnSpc>
            </a:pPr>
            <a:r>
              <a:rPr lang="zh-CN" altLang="en-US" sz="20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最大化你的经济收益和生态影响力！经济和生态总值最高的企业将成为游戏的赢家</a:t>
            </a:r>
          </a:p>
        </p:txBody>
      </p:sp>
      <p:pic>
        <p:nvPicPr>
          <p:cNvPr id="34" name="图片 3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10007" y="2556640"/>
            <a:ext cx="5845712" cy="2449651"/>
          </a:xfrm>
          <a:prstGeom prst="rect">
            <a:avLst/>
          </a:prstGeom>
        </p:spPr>
      </p:pic>
      <p:sp>
        <p:nvSpPr>
          <p:cNvPr id="440" name="文本框 439"/>
          <p:cNvSpPr txBox="1"/>
          <p:nvPr/>
        </p:nvSpPr>
        <p:spPr>
          <a:xfrm>
            <a:off x="4721039" y="157668"/>
            <a:ext cx="290891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8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阵营</a:t>
            </a:r>
          </a:p>
        </p:txBody>
      </p:sp>
      <p:sp>
        <p:nvSpPr>
          <p:cNvPr id="441" name="文本框 440"/>
          <p:cNvSpPr txBox="1"/>
          <p:nvPr/>
        </p:nvSpPr>
        <p:spPr>
          <a:xfrm>
            <a:off x="-21927" y="1237738"/>
            <a:ext cx="290891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60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企业</a:t>
            </a:r>
            <a:endParaRPr kumimoji="0" lang="zh-CN" altLang="en-US" sz="6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光综艺_CNKI" panose="02000500000000000000" pitchFamily="2" charset="-122"/>
              <a:ea typeface="华光综艺_CNKI" panose="020005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26903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5000"/>
    </mc:Choice>
    <mc:Fallback xmlns="">
      <p:transition advClick="0" advTm="5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6" presetClass="emph" presetSubtype="0" repeatCount="indefinite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 tmFilter="0, 0; .2, .5; .8, .5; 1, 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4" dur="250" autoRev="1" fill="hold"/>
                                        <p:tgtEl>
                                          <p:spTgt spid="20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26" presetClass="emph" presetSubtype="0" repeatCount="indefinite" fill="hold" grpId="1" nodeType="withEffect">
                                  <p:stCondLst>
                                    <p:cond delay="1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 tmFilter="0, 0; .2, .5; .8, .5; 1, 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7" dur="250" autoRev="1" fill="hold"/>
                                        <p:tgtEl>
                                          <p:spTgt spid="20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8" presetID="26" presetClass="emph" presetSubtype="0" repeatCount="indefinite" fill="hold" grpId="1" nodeType="withEffect">
                                  <p:stCondLst>
                                    <p:cond delay="9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 tmFilter="0, 0; .2, .5; .8, .5; 1, 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0" dur="250" autoRev="1" fill="hold"/>
                                        <p:tgtEl>
                                          <p:spTgt spid="21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26" presetClass="emph" presetSubtype="0" repeatCount="indefinite" fill="hold" grpId="1" nodeType="withEffect">
                                  <p:stCondLst>
                                    <p:cond delay="13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 tmFilter="0, 0; .2, .5; .8, .5; 1, 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3" dur="250" autoRev="1" fill="hold"/>
                                        <p:tgtEl>
                                          <p:spTgt spid="21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4" presetID="26" presetClass="emph" presetSubtype="0" repeatCount="indefinite" fill="hold" grpId="1" nodeType="withEffect">
                                  <p:stCondLst>
                                    <p:cond delay="1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 tmFilter="0, 0; .2, .5; .8, .5; 1, 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6" dur="250" autoRev="1" fill="hold"/>
                                        <p:tgtEl>
                                          <p:spTgt spid="21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7" presetID="26" presetClass="emph" presetSubtype="0" repeatCount="indefinite" fill="hold" grpId="1" nodeType="withEffect">
                                  <p:stCondLst>
                                    <p:cond delay="1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 tmFilter="0, 0; .2, .5; .8, .5; 1, 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9" dur="250" autoRev="1" fill="hold"/>
                                        <p:tgtEl>
                                          <p:spTgt spid="21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0" presetID="26" presetClass="emph" presetSubtype="0" repeatCount="indefinite" fill="hold" grpId="1" nodeType="withEffect">
                                  <p:stCondLst>
                                    <p:cond delay="13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 tmFilter="0, 0; .2, .5; .8, .5; 1, 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2" dur="250" autoRev="1" fill="hold"/>
                                        <p:tgtEl>
                                          <p:spTgt spid="21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26" presetClass="emph" presetSubtype="0" repeatCount="indefinite" fill="hold" grpId="1" nodeType="withEffect">
                                  <p:stCondLst>
                                    <p:cond delay="1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 tmFilter="0, 0; .2, .5; .8, .5; 1, 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5" dur="250" autoRev="1" fill="hold"/>
                                        <p:tgtEl>
                                          <p:spTgt spid="21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6" presetID="26" presetClass="emph" presetSubtype="0" repeatCount="indefinite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 tmFilter="0, 0; .2, .5; .8, .5; 1, 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8" dur="250" autoRev="1" fill="hold"/>
                                        <p:tgtEl>
                                          <p:spTgt spid="2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9" presetID="26" presetClass="emph" presetSubtype="0" repeatCount="indefinite" fill="hold" grpId="1" nodeType="withEffect">
                                  <p:stCondLst>
                                    <p:cond delay="1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 tmFilter="0, 0; .2, .5; .8, .5; 1, 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1" dur="250" autoRev="1" fill="hold"/>
                                        <p:tgtEl>
                                          <p:spTgt spid="21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26" presetClass="emph" presetSubtype="0" repeatCount="indefinite" fill="hold" grpId="1" nodeType="withEffect">
                                  <p:stCondLst>
                                    <p:cond delay="1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 tmFilter="0, 0; .2, .5; .8, .5; 1, 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4" dur="250" autoRev="1" fill="hold"/>
                                        <p:tgtEl>
                                          <p:spTgt spid="21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95" presetID="26" presetClass="emph" presetSubtype="0" repeatCount="indefinite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 tmFilter="0, 0; .2, .5; .8, .5; 1, 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7" dur="250" autoRev="1" fill="hold"/>
                                        <p:tgtEl>
                                          <p:spTgt spid="22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98" presetID="26" presetClass="emph" presetSubtype="0" repeatCount="indefinite" fill="hold" grpId="1" nodeType="withEffect">
                                  <p:stCondLst>
                                    <p:cond delay="1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 tmFilter="0, 0; .2, .5; .8, .5; 1, 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0" dur="250" autoRev="1" fill="hold"/>
                                        <p:tgtEl>
                                          <p:spTgt spid="2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1" presetID="26" presetClass="emph" presetSubtype="0" repeatCount="indefinite" fill="hold" grpId="1" nodeType="withEffect">
                                  <p:stCondLst>
                                    <p:cond delay="13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 tmFilter="0, 0; .2, .5; .8, .5; 1, 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3" dur="250" autoRev="1" fill="hold"/>
                                        <p:tgtEl>
                                          <p:spTgt spid="2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4" presetID="26" presetClass="emph" presetSubtype="0" repeatCount="indefinite" fill="hold" grpId="1" nodeType="withEffect">
                                  <p:stCondLst>
                                    <p:cond delay="1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 tmFilter="0, 0; .2, .5; .8, .5; 1, 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6" dur="250" autoRev="1" fill="hold"/>
                                        <p:tgtEl>
                                          <p:spTgt spid="2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7" presetID="26" presetClass="emph" presetSubtype="0" repeatCount="indefinite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 tmFilter="0, 0; .2, .5; .8, .5; 1, 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9" dur="250" autoRev="1" fill="hold"/>
                                        <p:tgtEl>
                                          <p:spTgt spid="22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0" presetID="26" presetClass="emph" presetSubtype="0" repeatCount="indefinite" fill="hold" grpId="1" nodeType="withEffect">
                                  <p:stCondLst>
                                    <p:cond delay="1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 tmFilter="0, 0; .2, .5; .8, .5; 1, 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2" dur="250" autoRev="1" fill="hold"/>
                                        <p:tgtEl>
                                          <p:spTgt spid="22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26" presetClass="emph" presetSubtype="0" repeatCount="indefinite" fill="hold" grpId="1" nodeType="withEffect">
                                  <p:stCondLst>
                                    <p:cond delay="13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5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6" presetID="26" presetClass="emph" presetSubtype="0" repeatCount="indefinite" fill="hold" grpId="1" nodeType="withEffect">
                                  <p:stCondLst>
                                    <p:cond delay="1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 tmFilter="0, 0; .2, .5; .8, .5; 1, 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8" dur="250" autoRev="1" fill="hold"/>
                                        <p:tgtEl>
                                          <p:spTgt spid="22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grpId="2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7" grpId="0" animBg="1"/>
      <p:bldP spid="207" grpId="1" animBg="1"/>
      <p:bldP spid="207" grpId="2" animBg="1"/>
      <p:bldP spid="209" grpId="0" animBg="1"/>
      <p:bldP spid="209" grpId="1" animBg="1"/>
      <p:bldP spid="209" grpId="2" animBg="1"/>
      <p:bldP spid="210" grpId="0" animBg="1"/>
      <p:bldP spid="210" grpId="1" animBg="1"/>
      <p:bldP spid="210" grpId="2" animBg="1"/>
      <p:bldP spid="212" grpId="0" animBg="1"/>
      <p:bldP spid="212" grpId="1" animBg="1"/>
      <p:bldP spid="212" grpId="2" animBg="1"/>
      <p:bldP spid="213" grpId="0" animBg="1"/>
      <p:bldP spid="213" grpId="1" animBg="1"/>
      <p:bldP spid="213" grpId="2" animBg="1"/>
      <p:bldP spid="214" grpId="0" animBg="1"/>
      <p:bldP spid="214" grpId="1" animBg="1"/>
      <p:bldP spid="214" grpId="2" animBg="1"/>
      <p:bldP spid="215" grpId="0" animBg="1"/>
      <p:bldP spid="215" grpId="1" animBg="1"/>
      <p:bldP spid="215" grpId="2" animBg="1"/>
      <p:bldP spid="216" grpId="0" animBg="1"/>
      <p:bldP spid="216" grpId="1" animBg="1"/>
      <p:bldP spid="216" grpId="2" animBg="1"/>
      <p:bldP spid="217" grpId="0" animBg="1"/>
      <p:bldP spid="217" grpId="1" animBg="1"/>
      <p:bldP spid="217" grpId="2" animBg="1"/>
      <p:bldP spid="218" grpId="0" animBg="1"/>
      <p:bldP spid="218" grpId="1" animBg="1"/>
      <p:bldP spid="218" grpId="2" animBg="1"/>
      <p:bldP spid="219" grpId="0" animBg="1"/>
      <p:bldP spid="219" grpId="1" animBg="1"/>
      <p:bldP spid="219" grpId="2" animBg="1"/>
      <p:bldP spid="220" grpId="0" animBg="1"/>
      <p:bldP spid="220" grpId="1" animBg="1"/>
      <p:bldP spid="220" grpId="2" animBg="1"/>
      <p:bldP spid="221" grpId="0" animBg="1"/>
      <p:bldP spid="221" grpId="1" animBg="1"/>
      <p:bldP spid="221" grpId="2" animBg="1"/>
      <p:bldP spid="222" grpId="0" animBg="1"/>
      <p:bldP spid="222" grpId="1" animBg="1"/>
      <p:bldP spid="222" grpId="2" animBg="1"/>
      <p:bldP spid="223" grpId="0" animBg="1"/>
      <p:bldP spid="223" grpId="1" animBg="1"/>
      <p:bldP spid="223" grpId="2" animBg="1"/>
      <p:bldP spid="224" grpId="0" animBg="1"/>
      <p:bldP spid="224" grpId="1" animBg="1"/>
      <p:bldP spid="224" grpId="2" animBg="1"/>
      <p:bldP spid="225" grpId="0" animBg="1"/>
      <p:bldP spid="225" grpId="1" animBg="1"/>
      <p:bldP spid="225" grpId="2" animBg="1"/>
      <p:bldP spid="226" grpId="0" animBg="1"/>
      <p:bldP spid="226" grpId="1" animBg="1"/>
      <p:bldP spid="226" grpId="2" animBg="1"/>
      <p:bldP spid="227" grpId="0" animBg="1"/>
      <p:bldP spid="227" grpId="1" animBg="1"/>
      <p:bldP spid="227" grpId="2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152A62"/>
            </a:gs>
            <a:gs pos="37000">
              <a:srgbClr val="2F275A"/>
            </a:gs>
            <a:gs pos="70000">
              <a:srgbClr val="452554"/>
            </a:gs>
            <a:gs pos="100000">
              <a:srgbClr val="522450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3"/>
          <p:cNvSpPr>
            <a:spLocks noChangeAspect="1" noChangeArrowheads="1" noTextEdit="1"/>
          </p:cNvSpPr>
          <p:nvPr/>
        </p:nvSpPr>
        <p:spPr bwMode="auto">
          <a:xfrm>
            <a:off x="-581025" y="-610041"/>
            <a:ext cx="13354050" cy="536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1"/>
          <p:cNvSpPr>
            <a:spLocks/>
          </p:cNvSpPr>
          <p:nvPr/>
        </p:nvSpPr>
        <p:spPr bwMode="auto">
          <a:xfrm>
            <a:off x="5391150" y="-568766"/>
            <a:ext cx="193675" cy="173038"/>
          </a:xfrm>
          <a:custGeom>
            <a:avLst/>
            <a:gdLst>
              <a:gd name="T0" fmla="*/ 49 w 52"/>
              <a:gd name="T1" fmla="*/ 17 h 46"/>
              <a:gd name="T2" fmla="*/ 34 w 52"/>
              <a:gd name="T3" fmla="*/ 15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5 h 46"/>
              <a:gd name="T12" fmla="*/ 3 w 52"/>
              <a:gd name="T13" fmla="*/ 17 h 46"/>
              <a:gd name="T14" fmla="*/ 3 w 52"/>
              <a:gd name="T15" fmla="*/ 20 h 46"/>
              <a:gd name="T16" fmla="*/ 13 w 52"/>
              <a:gd name="T17" fmla="*/ 30 h 46"/>
              <a:gd name="T18" fmla="*/ 10 w 52"/>
              <a:gd name="T19" fmla="*/ 44 h 46"/>
              <a:gd name="T20" fmla="*/ 13 w 52"/>
              <a:gd name="T21" fmla="*/ 46 h 46"/>
              <a:gd name="T22" fmla="*/ 25 w 52"/>
              <a:gd name="T23" fmla="*/ 39 h 46"/>
              <a:gd name="T24" fmla="*/ 26 w 52"/>
              <a:gd name="T25" fmla="*/ 38 h 46"/>
              <a:gd name="T26" fmla="*/ 27 w 52"/>
              <a:gd name="T27" fmla="*/ 39 h 46"/>
              <a:gd name="T28" fmla="*/ 40 w 52"/>
              <a:gd name="T29" fmla="*/ 46 h 46"/>
              <a:gd name="T30" fmla="*/ 42 w 52"/>
              <a:gd name="T31" fmla="*/ 44 h 46"/>
              <a:gd name="T32" fmla="*/ 39 w 52"/>
              <a:gd name="T33" fmla="*/ 30 h 46"/>
              <a:gd name="T34" fmla="*/ 49 w 52"/>
              <a:gd name="T35" fmla="*/ 20 h 46"/>
              <a:gd name="T36" fmla="*/ 49 w 52"/>
              <a:gd name="T37" fmla="*/ 1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7"/>
                </a:moveTo>
                <a:cubicBezTo>
                  <a:pt x="45" y="16"/>
                  <a:pt x="34" y="15"/>
                  <a:pt x="34" y="15"/>
                </a:cubicBezTo>
                <a:cubicBezTo>
                  <a:pt x="34" y="15"/>
                  <a:pt x="28" y="4"/>
                  <a:pt x="27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5"/>
                </a:cubicBezTo>
                <a:cubicBezTo>
                  <a:pt x="18" y="15"/>
                  <a:pt x="7" y="16"/>
                  <a:pt x="3" y="17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30"/>
                  <a:pt x="13" y="30"/>
                </a:cubicBezTo>
                <a:cubicBezTo>
                  <a:pt x="13" y="30"/>
                  <a:pt x="11" y="42"/>
                  <a:pt x="10" y="44"/>
                </a:cubicBezTo>
                <a:cubicBezTo>
                  <a:pt x="10" y="46"/>
                  <a:pt x="11" y="46"/>
                  <a:pt x="13" y="46"/>
                </a:cubicBezTo>
                <a:cubicBezTo>
                  <a:pt x="14" y="45"/>
                  <a:pt x="25" y="39"/>
                  <a:pt x="25" y="39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38" y="45"/>
                  <a:pt x="40" y="46"/>
                </a:cubicBezTo>
                <a:cubicBezTo>
                  <a:pt x="41" y="46"/>
                  <a:pt x="42" y="46"/>
                  <a:pt x="42" y="44"/>
                </a:cubicBezTo>
                <a:cubicBezTo>
                  <a:pt x="41" y="42"/>
                  <a:pt x="39" y="30"/>
                  <a:pt x="39" y="30"/>
                </a:cubicBezTo>
                <a:cubicBezTo>
                  <a:pt x="39" y="30"/>
                  <a:pt x="48" y="21"/>
                  <a:pt x="49" y="20"/>
                </a:cubicBezTo>
                <a:cubicBezTo>
                  <a:pt x="51" y="19"/>
                  <a:pt x="52" y="17"/>
                  <a:pt x="49" y="17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46"/>
          <p:cNvSpPr>
            <a:spLocks/>
          </p:cNvSpPr>
          <p:nvPr/>
        </p:nvSpPr>
        <p:spPr bwMode="auto">
          <a:xfrm>
            <a:off x="8137525" y="-452878"/>
            <a:ext cx="198438" cy="173038"/>
          </a:xfrm>
          <a:custGeom>
            <a:avLst/>
            <a:gdLst>
              <a:gd name="T0" fmla="*/ 49 w 53"/>
              <a:gd name="T1" fmla="*/ 16 h 46"/>
              <a:gd name="T2" fmla="*/ 34 w 53"/>
              <a:gd name="T3" fmla="*/ 15 h 46"/>
              <a:gd name="T4" fmla="*/ 28 w 53"/>
              <a:gd name="T5" fmla="*/ 2 h 46"/>
              <a:gd name="T6" fmla="*/ 26 w 53"/>
              <a:gd name="T7" fmla="*/ 0 h 46"/>
              <a:gd name="T8" fmla="*/ 25 w 53"/>
              <a:gd name="T9" fmla="*/ 2 h 46"/>
              <a:gd name="T10" fmla="*/ 18 w 53"/>
              <a:gd name="T11" fmla="*/ 14 h 46"/>
              <a:gd name="T12" fmla="*/ 4 w 53"/>
              <a:gd name="T13" fmla="*/ 16 h 46"/>
              <a:gd name="T14" fmla="*/ 3 w 53"/>
              <a:gd name="T15" fmla="*/ 19 h 46"/>
              <a:gd name="T16" fmla="*/ 13 w 53"/>
              <a:gd name="T17" fmla="*/ 29 h 46"/>
              <a:gd name="T18" fmla="*/ 11 w 53"/>
              <a:gd name="T19" fmla="*/ 43 h 46"/>
              <a:gd name="T20" fmla="*/ 13 w 53"/>
              <a:gd name="T21" fmla="*/ 45 h 46"/>
              <a:gd name="T22" fmla="*/ 26 w 53"/>
              <a:gd name="T23" fmla="*/ 38 h 46"/>
              <a:gd name="T24" fmla="*/ 27 w 53"/>
              <a:gd name="T25" fmla="*/ 38 h 46"/>
              <a:gd name="T26" fmla="*/ 27 w 53"/>
              <a:gd name="T27" fmla="*/ 38 h 46"/>
              <a:gd name="T28" fmla="*/ 40 w 53"/>
              <a:gd name="T29" fmla="*/ 45 h 46"/>
              <a:gd name="T30" fmla="*/ 42 w 53"/>
              <a:gd name="T31" fmla="*/ 43 h 46"/>
              <a:gd name="T32" fmla="*/ 40 w 53"/>
              <a:gd name="T33" fmla="*/ 29 h 46"/>
              <a:gd name="T34" fmla="*/ 50 w 53"/>
              <a:gd name="T35" fmla="*/ 19 h 46"/>
              <a:gd name="T36" fmla="*/ 49 w 53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3" h="46">
                <a:moveTo>
                  <a:pt x="49" y="16"/>
                </a:moveTo>
                <a:cubicBezTo>
                  <a:pt x="46" y="16"/>
                  <a:pt x="34" y="15"/>
                  <a:pt x="34" y="15"/>
                </a:cubicBezTo>
                <a:cubicBezTo>
                  <a:pt x="34" y="15"/>
                  <a:pt x="29" y="3"/>
                  <a:pt x="28" y="2"/>
                </a:cubicBezTo>
                <a:cubicBezTo>
                  <a:pt x="28" y="1"/>
                  <a:pt x="27" y="0"/>
                  <a:pt x="26" y="0"/>
                </a:cubicBezTo>
                <a:cubicBezTo>
                  <a:pt x="26" y="0"/>
                  <a:pt x="25" y="1"/>
                  <a:pt x="25" y="2"/>
                </a:cubicBezTo>
                <a:cubicBezTo>
                  <a:pt x="24" y="4"/>
                  <a:pt x="20" y="11"/>
                  <a:pt x="18" y="14"/>
                </a:cubicBezTo>
                <a:cubicBezTo>
                  <a:pt x="18" y="14"/>
                  <a:pt x="7" y="16"/>
                  <a:pt x="4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5" y="20"/>
                  <a:pt x="13" y="29"/>
                  <a:pt x="13" y="29"/>
                </a:cubicBezTo>
                <a:cubicBezTo>
                  <a:pt x="13" y="29"/>
                  <a:pt x="11" y="41"/>
                  <a:pt x="11" y="43"/>
                </a:cubicBezTo>
                <a:cubicBezTo>
                  <a:pt x="10" y="46"/>
                  <a:pt x="12" y="46"/>
                  <a:pt x="13" y="45"/>
                </a:cubicBezTo>
                <a:cubicBezTo>
                  <a:pt x="15" y="45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9" y="45"/>
                  <a:pt x="40" y="45"/>
                </a:cubicBezTo>
                <a:cubicBezTo>
                  <a:pt x="42" y="46"/>
                  <a:pt x="43" y="46"/>
                  <a:pt x="42" y="43"/>
                </a:cubicBezTo>
                <a:cubicBezTo>
                  <a:pt x="42" y="41"/>
                  <a:pt x="40" y="29"/>
                  <a:pt x="40" y="29"/>
                </a:cubicBezTo>
                <a:cubicBezTo>
                  <a:pt x="40" y="29"/>
                  <a:pt x="49" y="20"/>
                  <a:pt x="50" y="19"/>
                </a:cubicBezTo>
                <a:cubicBezTo>
                  <a:pt x="51" y="18"/>
                  <a:pt x="53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48"/>
          <p:cNvSpPr>
            <a:spLocks/>
          </p:cNvSpPr>
          <p:nvPr/>
        </p:nvSpPr>
        <p:spPr bwMode="auto">
          <a:xfrm>
            <a:off x="3240088" y="-606866"/>
            <a:ext cx="195263" cy="173038"/>
          </a:xfrm>
          <a:custGeom>
            <a:avLst/>
            <a:gdLst>
              <a:gd name="T0" fmla="*/ 49 w 52"/>
              <a:gd name="T1" fmla="*/ 16 h 46"/>
              <a:gd name="T2" fmla="*/ 34 w 52"/>
              <a:gd name="T3" fmla="*/ 14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4 h 46"/>
              <a:gd name="T12" fmla="*/ 3 w 52"/>
              <a:gd name="T13" fmla="*/ 16 h 46"/>
              <a:gd name="T14" fmla="*/ 3 w 52"/>
              <a:gd name="T15" fmla="*/ 19 h 46"/>
              <a:gd name="T16" fmla="*/ 13 w 52"/>
              <a:gd name="T17" fmla="*/ 29 h 46"/>
              <a:gd name="T18" fmla="*/ 10 w 52"/>
              <a:gd name="T19" fmla="*/ 43 h 46"/>
              <a:gd name="T20" fmla="*/ 13 w 52"/>
              <a:gd name="T21" fmla="*/ 45 h 46"/>
              <a:gd name="T22" fmla="*/ 25 w 52"/>
              <a:gd name="T23" fmla="*/ 38 h 46"/>
              <a:gd name="T24" fmla="*/ 26 w 52"/>
              <a:gd name="T25" fmla="*/ 38 h 46"/>
              <a:gd name="T26" fmla="*/ 27 w 52"/>
              <a:gd name="T27" fmla="*/ 38 h 46"/>
              <a:gd name="T28" fmla="*/ 39 w 52"/>
              <a:gd name="T29" fmla="*/ 45 h 46"/>
              <a:gd name="T30" fmla="*/ 42 w 52"/>
              <a:gd name="T31" fmla="*/ 43 h 46"/>
              <a:gd name="T32" fmla="*/ 39 w 52"/>
              <a:gd name="T33" fmla="*/ 29 h 46"/>
              <a:gd name="T34" fmla="*/ 49 w 52"/>
              <a:gd name="T35" fmla="*/ 19 h 46"/>
              <a:gd name="T36" fmla="*/ 49 w 52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6"/>
                </a:move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7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0" y="43"/>
                </a:cubicBezTo>
                <a:cubicBezTo>
                  <a:pt x="10" y="46"/>
                  <a:pt x="11" y="46"/>
                  <a:pt x="13" y="45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39" y="45"/>
                </a:cubicBezTo>
                <a:cubicBezTo>
                  <a:pt x="41" y="46"/>
                  <a:pt x="42" y="46"/>
                  <a:pt x="42" y="43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19"/>
                </a:cubicBezTo>
                <a:cubicBezTo>
                  <a:pt x="50" y="18"/>
                  <a:pt x="52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55"/>
          <p:cNvSpPr>
            <a:spLocks/>
          </p:cNvSpPr>
          <p:nvPr/>
        </p:nvSpPr>
        <p:spPr bwMode="auto">
          <a:xfrm>
            <a:off x="10491788" y="-519553"/>
            <a:ext cx="153988" cy="134938"/>
          </a:xfrm>
          <a:custGeom>
            <a:avLst/>
            <a:gdLst>
              <a:gd name="T0" fmla="*/ 38 w 41"/>
              <a:gd name="T1" fmla="*/ 13 h 36"/>
              <a:gd name="T2" fmla="*/ 27 w 41"/>
              <a:gd name="T3" fmla="*/ 11 h 36"/>
              <a:gd name="T4" fmla="*/ 21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2 w 41"/>
              <a:gd name="T13" fmla="*/ 13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6 h 36"/>
              <a:gd name="T22" fmla="*/ 20 w 41"/>
              <a:gd name="T23" fmla="*/ 30 h 36"/>
              <a:gd name="T24" fmla="*/ 20 w 41"/>
              <a:gd name="T25" fmla="*/ 30 h 36"/>
              <a:gd name="T26" fmla="*/ 21 w 41"/>
              <a:gd name="T27" fmla="*/ 30 h 36"/>
              <a:gd name="T28" fmla="*/ 31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8" y="13"/>
                </a:moveTo>
                <a:cubicBezTo>
                  <a:pt x="35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1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3619223" y="5299304"/>
            <a:ext cx="5154613" cy="1925933"/>
            <a:chOff x="-447676" y="-230628"/>
            <a:chExt cx="13354050" cy="4989512"/>
          </a:xfrm>
        </p:grpSpPr>
        <p:sp>
          <p:nvSpPr>
            <p:cNvPr id="17" name="Oval 13"/>
            <p:cNvSpPr>
              <a:spLocks noChangeArrowheads="1"/>
            </p:cNvSpPr>
            <p:nvPr/>
          </p:nvSpPr>
          <p:spPr bwMode="auto">
            <a:xfrm>
              <a:off x="4899025" y="632972"/>
              <a:ext cx="1384300" cy="1387475"/>
            </a:xfrm>
            <a:prstGeom prst="ellipse">
              <a:avLst/>
            </a:prstGeom>
            <a:solidFill>
              <a:srgbClr val="39376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2703513" y="1891859"/>
              <a:ext cx="2124075" cy="1423988"/>
            </a:xfrm>
            <a:custGeom>
              <a:avLst/>
              <a:gdLst>
                <a:gd name="T0" fmla="*/ 669 w 1338"/>
                <a:gd name="T1" fmla="*/ 0 h 897"/>
                <a:gd name="T2" fmla="*/ 0 w 1338"/>
                <a:gd name="T3" fmla="*/ 897 h 897"/>
                <a:gd name="T4" fmla="*/ 182 w 1338"/>
                <a:gd name="T5" fmla="*/ 897 h 897"/>
                <a:gd name="T6" fmla="*/ 444 w 1338"/>
                <a:gd name="T7" fmla="*/ 897 h 897"/>
                <a:gd name="T8" fmla="*/ 1338 w 1338"/>
                <a:gd name="T9" fmla="*/ 897 h 897"/>
                <a:gd name="T10" fmla="*/ 669 w 1338"/>
                <a:gd name="T1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8" h="897">
                  <a:moveTo>
                    <a:pt x="669" y="0"/>
                  </a:moveTo>
                  <a:lnTo>
                    <a:pt x="0" y="897"/>
                  </a:lnTo>
                  <a:lnTo>
                    <a:pt x="182" y="897"/>
                  </a:lnTo>
                  <a:lnTo>
                    <a:pt x="444" y="897"/>
                  </a:lnTo>
                  <a:lnTo>
                    <a:pt x="1338" y="897"/>
                  </a:lnTo>
                  <a:lnTo>
                    <a:pt x="6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620713" y="1083822"/>
              <a:ext cx="3332163" cy="2232025"/>
            </a:xfrm>
            <a:custGeom>
              <a:avLst/>
              <a:gdLst>
                <a:gd name="T0" fmla="*/ 286 w 2099"/>
                <a:gd name="T1" fmla="*/ 1406 h 1406"/>
                <a:gd name="T2" fmla="*/ 2099 w 2099"/>
                <a:gd name="T3" fmla="*/ 1406 h 1406"/>
                <a:gd name="T4" fmla="*/ 1049 w 2099"/>
                <a:gd name="T5" fmla="*/ 0 h 1406"/>
                <a:gd name="T6" fmla="*/ 0 w 2099"/>
                <a:gd name="T7" fmla="*/ 1406 h 1406"/>
                <a:gd name="T8" fmla="*/ 286 w 2099"/>
                <a:gd name="T9" fmla="*/ 140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9" h="1406">
                  <a:moveTo>
                    <a:pt x="286" y="1406"/>
                  </a:moveTo>
                  <a:lnTo>
                    <a:pt x="2099" y="1406"/>
                  </a:lnTo>
                  <a:lnTo>
                    <a:pt x="1049" y="0"/>
                  </a:lnTo>
                  <a:lnTo>
                    <a:pt x="0" y="1406"/>
                  </a:lnTo>
                  <a:lnTo>
                    <a:pt x="286" y="14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31"/>
            <p:cNvSpPr>
              <a:spLocks/>
            </p:cNvSpPr>
            <p:nvPr/>
          </p:nvSpPr>
          <p:spPr bwMode="auto">
            <a:xfrm>
              <a:off x="2894013" y="632972"/>
              <a:ext cx="885825" cy="230188"/>
            </a:xfrm>
            <a:custGeom>
              <a:avLst/>
              <a:gdLst>
                <a:gd name="T0" fmla="*/ 236 w 236"/>
                <a:gd name="T1" fmla="*/ 31 h 61"/>
                <a:gd name="T2" fmla="*/ 206 w 236"/>
                <a:gd name="T3" fmla="*/ 61 h 61"/>
                <a:gd name="T4" fmla="*/ 30 w 236"/>
                <a:gd name="T5" fmla="*/ 61 h 61"/>
                <a:gd name="T6" fmla="*/ 0 w 236"/>
                <a:gd name="T7" fmla="*/ 31 h 61"/>
                <a:gd name="T8" fmla="*/ 30 w 236"/>
                <a:gd name="T9" fmla="*/ 0 h 61"/>
                <a:gd name="T10" fmla="*/ 206 w 236"/>
                <a:gd name="T11" fmla="*/ 0 h 61"/>
                <a:gd name="T12" fmla="*/ 236 w 236"/>
                <a:gd name="T13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6" h="61">
                  <a:moveTo>
                    <a:pt x="236" y="31"/>
                  </a:moveTo>
                  <a:cubicBezTo>
                    <a:pt x="236" y="48"/>
                    <a:pt x="223" y="61"/>
                    <a:pt x="206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14" y="61"/>
                    <a:pt x="0" y="48"/>
                    <a:pt x="0" y="31"/>
                  </a:cubicBezTo>
                  <a:cubicBezTo>
                    <a:pt x="0" y="14"/>
                    <a:pt x="14" y="0"/>
                    <a:pt x="30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23" y="0"/>
                    <a:pt x="236" y="14"/>
                    <a:pt x="236" y="31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33"/>
            <p:cNvSpPr>
              <a:spLocks noEditPoints="1"/>
            </p:cNvSpPr>
            <p:nvPr/>
          </p:nvSpPr>
          <p:spPr bwMode="auto">
            <a:xfrm>
              <a:off x="10179050" y="88459"/>
              <a:ext cx="1397000" cy="206375"/>
            </a:xfrm>
            <a:custGeom>
              <a:avLst/>
              <a:gdLst>
                <a:gd name="T0" fmla="*/ 158 w 372"/>
                <a:gd name="T1" fmla="*/ 27 h 55"/>
                <a:gd name="T2" fmla="*/ 186 w 372"/>
                <a:gd name="T3" fmla="*/ 0 h 55"/>
                <a:gd name="T4" fmla="*/ 344 w 372"/>
                <a:gd name="T5" fmla="*/ 0 h 55"/>
                <a:gd name="T6" fmla="*/ 372 w 372"/>
                <a:gd name="T7" fmla="*/ 27 h 55"/>
                <a:gd name="T8" fmla="*/ 344 w 372"/>
                <a:gd name="T9" fmla="*/ 55 h 55"/>
                <a:gd name="T10" fmla="*/ 186 w 372"/>
                <a:gd name="T11" fmla="*/ 55 h 55"/>
                <a:gd name="T12" fmla="*/ 158 w 372"/>
                <a:gd name="T13" fmla="*/ 27 h 55"/>
                <a:gd name="T14" fmla="*/ 107 w 372"/>
                <a:gd name="T15" fmla="*/ 55 h 55"/>
                <a:gd name="T16" fmla="*/ 134 w 372"/>
                <a:gd name="T17" fmla="*/ 27 h 55"/>
                <a:gd name="T18" fmla="*/ 107 w 372"/>
                <a:gd name="T19" fmla="*/ 0 h 55"/>
                <a:gd name="T20" fmla="*/ 79 w 372"/>
                <a:gd name="T21" fmla="*/ 27 h 55"/>
                <a:gd name="T22" fmla="*/ 107 w 372"/>
                <a:gd name="T23" fmla="*/ 55 h 55"/>
                <a:gd name="T24" fmla="*/ 28 w 372"/>
                <a:gd name="T25" fmla="*/ 55 h 55"/>
                <a:gd name="T26" fmla="*/ 55 w 372"/>
                <a:gd name="T27" fmla="*/ 27 h 55"/>
                <a:gd name="T28" fmla="*/ 28 w 372"/>
                <a:gd name="T29" fmla="*/ 0 h 55"/>
                <a:gd name="T30" fmla="*/ 0 w 372"/>
                <a:gd name="T31" fmla="*/ 27 h 55"/>
                <a:gd name="T32" fmla="*/ 28 w 372"/>
                <a:gd name="T3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2" h="55">
                  <a:moveTo>
                    <a:pt x="158" y="27"/>
                  </a:moveTo>
                  <a:cubicBezTo>
                    <a:pt x="158" y="12"/>
                    <a:pt x="171" y="0"/>
                    <a:pt x="186" y="0"/>
                  </a:cubicBezTo>
                  <a:cubicBezTo>
                    <a:pt x="344" y="0"/>
                    <a:pt x="344" y="0"/>
                    <a:pt x="344" y="0"/>
                  </a:cubicBezTo>
                  <a:cubicBezTo>
                    <a:pt x="359" y="0"/>
                    <a:pt x="372" y="12"/>
                    <a:pt x="372" y="27"/>
                  </a:cubicBezTo>
                  <a:cubicBezTo>
                    <a:pt x="372" y="42"/>
                    <a:pt x="359" y="55"/>
                    <a:pt x="344" y="55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71" y="55"/>
                    <a:pt x="158" y="42"/>
                    <a:pt x="158" y="27"/>
                  </a:cubicBezTo>
                  <a:close/>
                  <a:moveTo>
                    <a:pt x="107" y="55"/>
                  </a:moveTo>
                  <a:cubicBezTo>
                    <a:pt x="122" y="55"/>
                    <a:pt x="134" y="42"/>
                    <a:pt x="134" y="27"/>
                  </a:cubicBezTo>
                  <a:cubicBezTo>
                    <a:pt x="134" y="12"/>
                    <a:pt x="122" y="0"/>
                    <a:pt x="107" y="0"/>
                  </a:cubicBezTo>
                  <a:cubicBezTo>
                    <a:pt x="92" y="0"/>
                    <a:pt x="79" y="12"/>
                    <a:pt x="79" y="27"/>
                  </a:cubicBezTo>
                  <a:cubicBezTo>
                    <a:pt x="79" y="42"/>
                    <a:pt x="92" y="55"/>
                    <a:pt x="107" y="55"/>
                  </a:cubicBezTo>
                  <a:close/>
                  <a:moveTo>
                    <a:pt x="28" y="55"/>
                  </a:moveTo>
                  <a:cubicBezTo>
                    <a:pt x="43" y="55"/>
                    <a:pt x="55" y="42"/>
                    <a:pt x="55" y="27"/>
                  </a:cubicBezTo>
                  <a:cubicBezTo>
                    <a:pt x="55" y="12"/>
                    <a:pt x="43" y="0"/>
                    <a:pt x="28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5"/>
                    <a:pt x="28" y="55"/>
                  </a:cubicBez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34"/>
            <p:cNvSpPr>
              <a:spLocks noEditPoints="1"/>
            </p:cNvSpPr>
            <p:nvPr/>
          </p:nvSpPr>
          <p:spPr bwMode="auto">
            <a:xfrm>
              <a:off x="11174413" y="1399734"/>
              <a:ext cx="1095375" cy="206375"/>
            </a:xfrm>
            <a:custGeom>
              <a:avLst/>
              <a:gdLst>
                <a:gd name="T0" fmla="*/ 79 w 292"/>
                <a:gd name="T1" fmla="*/ 27 h 55"/>
                <a:gd name="T2" fmla="*/ 106 w 292"/>
                <a:gd name="T3" fmla="*/ 0 h 55"/>
                <a:gd name="T4" fmla="*/ 265 w 292"/>
                <a:gd name="T5" fmla="*/ 0 h 55"/>
                <a:gd name="T6" fmla="*/ 292 w 292"/>
                <a:gd name="T7" fmla="*/ 27 h 55"/>
                <a:gd name="T8" fmla="*/ 265 w 292"/>
                <a:gd name="T9" fmla="*/ 55 h 55"/>
                <a:gd name="T10" fmla="*/ 106 w 292"/>
                <a:gd name="T11" fmla="*/ 55 h 55"/>
                <a:gd name="T12" fmla="*/ 79 w 292"/>
                <a:gd name="T13" fmla="*/ 27 h 55"/>
                <a:gd name="T14" fmla="*/ 27 w 292"/>
                <a:gd name="T15" fmla="*/ 55 h 55"/>
                <a:gd name="T16" fmla="*/ 55 w 292"/>
                <a:gd name="T17" fmla="*/ 27 h 55"/>
                <a:gd name="T18" fmla="*/ 27 w 292"/>
                <a:gd name="T19" fmla="*/ 0 h 55"/>
                <a:gd name="T20" fmla="*/ 0 w 292"/>
                <a:gd name="T21" fmla="*/ 27 h 55"/>
                <a:gd name="T22" fmla="*/ 27 w 292"/>
                <a:gd name="T2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2" h="55">
                  <a:moveTo>
                    <a:pt x="79" y="27"/>
                  </a:moveTo>
                  <a:cubicBezTo>
                    <a:pt x="79" y="12"/>
                    <a:pt x="91" y="0"/>
                    <a:pt x="10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280" y="0"/>
                    <a:pt x="292" y="12"/>
                    <a:pt x="292" y="27"/>
                  </a:cubicBezTo>
                  <a:cubicBezTo>
                    <a:pt x="292" y="43"/>
                    <a:pt x="280" y="55"/>
                    <a:pt x="265" y="55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91" y="55"/>
                    <a:pt x="79" y="43"/>
                    <a:pt x="79" y="27"/>
                  </a:cubicBezTo>
                  <a:close/>
                  <a:moveTo>
                    <a:pt x="27" y="55"/>
                  </a:moveTo>
                  <a:cubicBezTo>
                    <a:pt x="43" y="55"/>
                    <a:pt x="55" y="43"/>
                    <a:pt x="55" y="27"/>
                  </a:cubicBezTo>
                  <a:cubicBezTo>
                    <a:pt x="55" y="12"/>
                    <a:pt x="43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3"/>
                    <a:pt x="12" y="55"/>
                    <a:pt x="27" y="55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35"/>
            <p:cNvSpPr>
              <a:spLocks noEditPoints="1"/>
            </p:cNvSpPr>
            <p:nvPr/>
          </p:nvSpPr>
          <p:spPr bwMode="auto">
            <a:xfrm>
              <a:off x="315913" y="1272734"/>
              <a:ext cx="1095375" cy="206375"/>
            </a:xfrm>
            <a:custGeom>
              <a:avLst/>
              <a:gdLst>
                <a:gd name="T0" fmla="*/ 213 w 292"/>
                <a:gd name="T1" fmla="*/ 27 h 55"/>
                <a:gd name="T2" fmla="*/ 186 w 292"/>
                <a:gd name="T3" fmla="*/ 55 h 55"/>
                <a:gd name="T4" fmla="*/ 27 w 292"/>
                <a:gd name="T5" fmla="*/ 55 h 55"/>
                <a:gd name="T6" fmla="*/ 0 w 292"/>
                <a:gd name="T7" fmla="*/ 27 h 55"/>
                <a:gd name="T8" fmla="*/ 27 w 292"/>
                <a:gd name="T9" fmla="*/ 0 h 55"/>
                <a:gd name="T10" fmla="*/ 186 w 292"/>
                <a:gd name="T11" fmla="*/ 0 h 55"/>
                <a:gd name="T12" fmla="*/ 213 w 292"/>
                <a:gd name="T13" fmla="*/ 27 h 55"/>
                <a:gd name="T14" fmla="*/ 265 w 292"/>
                <a:gd name="T15" fmla="*/ 0 h 55"/>
                <a:gd name="T16" fmla="*/ 237 w 292"/>
                <a:gd name="T17" fmla="*/ 27 h 55"/>
                <a:gd name="T18" fmla="*/ 265 w 292"/>
                <a:gd name="T19" fmla="*/ 55 h 55"/>
                <a:gd name="T20" fmla="*/ 292 w 292"/>
                <a:gd name="T21" fmla="*/ 27 h 55"/>
                <a:gd name="T22" fmla="*/ 265 w 292"/>
                <a:gd name="T2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2" h="55">
                  <a:moveTo>
                    <a:pt x="213" y="27"/>
                  </a:moveTo>
                  <a:cubicBezTo>
                    <a:pt x="213" y="42"/>
                    <a:pt x="201" y="55"/>
                    <a:pt x="186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12" y="55"/>
                    <a:pt x="0" y="42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201" y="0"/>
                    <a:pt x="213" y="12"/>
                    <a:pt x="213" y="27"/>
                  </a:cubicBezTo>
                  <a:close/>
                  <a:moveTo>
                    <a:pt x="265" y="0"/>
                  </a:moveTo>
                  <a:cubicBezTo>
                    <a:pt x="250" y="0"/>
                    <a:pt x="237" y="12"/>
                    <a:pt x="237" y="27"/>
                  </a:cubicBezTo>
                  <a:cubicBezTo>
                    <a:pt x="237" y="42"/>
                    <a:pt x="250" y="55"/>
                    <a:pt x="265" y="55"/>
                  </a:cubicBezTo>
                  <a:cubicBezTo>
                    <a:pt x="280" y="55"/>
                    <a:pt x="292" y="42"/>
                    <a:pt x="292" y="27"/>
                  </a:cubicBezTo>
                  <a:cubicBezTo>
                    <a:pt x="292" y="12"/>
                    <a:pt x="280" y="0"/>
                    <a:pt x="265" y="0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36"/>
            <p:cNvSpPr>
              <a:spLocks noEditPoints="1"/>
            </p:cNvSpPr>
            <p:nvPr/>
          </p:nvSpPr>
          <p:spPr bwMode="auto">
            <a:xfrm>
              <a:off x="6846888" y="1429897"/>
              <a:ext cx="1395413" cy="203200"/>
            </a:xfrm>
            <a:custGeom>
              <a:avLst/>
              <a:gdLst>
                <a:gd name="T0" fmla="*/ 158 w 372"/>
                <a:gd name="T1" fmla="*/ 27 h 54"/>
                <a:gd name="T2" fmla="*/ 186 w 372"/>
                <a:gd name="T3" fmla="*/ 0 h 54"/>
                <a:gd name="T4" fmla="*/ 344 w 372"/>
                <a:gd name="T5" fmla="*/ 0 h 54"/>
                <a:gd name="T6" fmla="*/ 372 w 372"/>
                <a:gd name="T7" fmla="*/ 27 h 54"/>
                <a:gd name="T8" fmla="*/ 344 w 372"/>
                <a:gd name="T9" fmla="*/ 54 h 54"/>
                <a:gd name="T10" fmla="*/ 186 w 372"/>
                <a:gd name="T11" fmla="*/ 54 h 54"/>
                <a:gd name="T12" fmla="*/ 158 w 372"/>
                <a:gd name="T13" fmla="*/ 27 h 54"/>
                <a:gd name="T14" fmla="*/ 107 w 372"/>
                <a:gd name="T15" fmla="*/ 54 h 54"/>
                <a:gd name="T16" fmla="*/ 134 w 372"/>
                <a:gd name="T17" fmla="*/ 27 h 54"/>
                <a:gd name="T18" fmla="*/ 107 w 372"/>
                <a:gd name="T19" fmla="*/ 0 h 54"/>
                <a:gd name="T20" fmla="*/ 79 w 372"/>
                <a:gd name="T21" fmla="*/ 27 h 54"/>
                <a:gd name="T22" fmla="*/ 107 w 372"/>
                <a:gd name="T23" fmla="*/ 54 h 54"/>
                <a:gd name="T24" fmla="*/ 27 w 372"/>
                <a:gd name="T25" fmla="*/ 54 h 54"/>
                <a:gd name="T26" fmla="*/ 55 w 372"/>
                <a:gd name="T27" fmla="*/ 27 h 54"/>
                <a:gd name="T28" fmla="*/ 27 w 372"/>
                <a:gd name="T29" fmla="*/ 0 h 54"/>
                <a:gd name="T30" fmla="*/ 0 w 372"/>
                <a:gd name="T31" fmla="*/ 27 h 54"/>
                <a:gd name="T32" fmla="*/ 27 w 372"/>
                <a:gd name="T3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2" h="54">
                  <a:moveTo>
                    <a:pt x="158" y="27"/>
                  </a:moveTo>
                  <a:cubicBezTo>
                    <a:pt x="158" y="12"/>
                    <a:pt x="171" y="0"/>
                    <a:pt x="186" y="0"/>
                  </a:cubicBezTo>
                  <a:cubicBezTo>
                    <a:pt x="344" y="0"/>
                    <a:pt x="344" y="0"/>
                    <a:pt x="344" y="0"/>
                  </a:cubicBezTo>
                  <a:cubicBezTo>
                    <a:pt x="359" y="0"/>
                    <a:pt x="372" y="12"/>
                    <a:pt x="372" y="27"/>
                  </a:cubicBezTo>
                  <a:cubicBezTo>
                    <a:pt x="372" y="42"/>
                    <a:pt x="359" y="54"/>
                    <a:pt x="344" y="54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71" y="54"/>
                    <a:pt x="158" y="42"/>
                    <a:pt x="158" y="27"/>
                  </a:cubicBezTo>
                  <a:close/>
                  <a:moveTo>
                    <a:pt x="107" y="54"/>
                  </a:moveTo>
                  <a:cubicBezTo>
                    <a:pt x="122" y="54"/>
                    <a:pt x="134" y="42"/>
                    <a:pt x="134" y="27"/>
                  </a:cubicBezTo>
                  <a:cubicBezTo>
                    <a:pt x="134" y="12"/>
                    <a:pt x="122" y="0"/>
                    <a:pt x="107" y="0"/>
                  </a:cubicBezTo>
                  <a:cubicBezTo>
                    <a:pt x="92" y="0"/>
                    <a:pt x="79" y="12"/>
                    <a:pt x="79" y="27"/>
                  </a:cubicBezTo>
                  <a:cubicBezTo>
                    <a:pt x="79" y="42"/>
                    <a:pt x="92" y="54"/>
                    <a:pt x="107" y="54"/>
                  </a:cubicBezTo>
                  <a:close/>
                  <a:moveTo>
                    <a:pt x="27" y="54"/>
                  </a:moveTo>
                  <a:cubicBezTo>
                    <a:pt x="43" y="54"/>
                    <a:pt x="55" y="42"/>
                    <a:pt x="55" y="27"/>
                  </a:cubicBezTo>
                  <a:cubicBezTo>
                    <a:pt x="55" y="12"/>
                    <a:pt x="43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</a:path>
              </a:pathLst>
            </a:custGeom>
            <a:gradFill>
              <a:gsLst>
                <a:gs pos="21000">
                  <a:srgbClr val="9C938C"/>
                </a:gs>
                <a:gs pos="100000">
                  <a:srgbClr val="23518A"/>
                </a:gs>
              </a:gsLst>
              <a:lin ang="21594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37"/>
            <p:cNvSpPr>
              <a:spLocks noEditPoints="1"/>
            </p:cNvSpPr>
            <p:nvPr/>
          </p:nvSpPr>
          <p:spPr bwMode="auto">
            <a:xfrm>
              <a:off x="1119188" y="-8378"/>
              <a:ext cx="1884363" cy="206375"/>
            </a:xfrm>
            <a:custGeom>
              <a:avLst/>
              <a:gdLst>
                <a:gd name="T0" fmla="*/ 344 w 502"/>
                <a:gd name="T1" fmla="*/ 28 h 55"/>
                <a:gd name="T2" fmla="*/ 317 w 502"/>
                <a:gd name="T3" fmla="*/ 55 h 55"/>
                <a:gd name="T4" fmla="*/ 28 w 502"/>
                <a:gd name="T5" fmla="*/ 55 h 55"/>
                <a:gd name="T6" fmla="*/ 0 w 502"/>
                <a:gd name="T7" fmla="*/ 28 h 55"/>
                <a:gd name="T8" fmla="*/ 28 w 502"/>
                <a:gd name="T9" fmla="*/ 0 h 55"/>
                <a:gd name="T10" fmla="*/ 317 w 502"/>
                <a:gd name="T11" fmla="*/ 0 h 55"/>
                <a:gd name="T12" fmla="*/ 344 w 502"/>
                <a:gd name="T13" fmla="*/ 28 h 55"/>
                <a:gd name="T14" fmla="*/ 396 w 502"/>
                <a:gd name="T15" fmla="*/ 0 h 55"/>
                <a:gd name="T16" fmla="*/ 368 w 502"/>
                <a:gd name="T17" fmla="*/ 28 h 55"/>
                <a:gd name="T18" fmla="*/ 396 w 502"/>
                <a:gd name="T19" fmla="*/ 55 h 55"/>
                <a:gd name="T20" fmla="*/ 423 w 502"/>
                <a:gd name="T21" fmla="*/ 28 h 55"/>
                <a:gd name="T22" fmla="*/ 396 w 502"/>
                <a:gd name="T23" fmla="*/ 0 h 55"/>
                <a:gd name="T24" fmla="*/ 475 w 502"/>
                <a:gd name="T25" fmla="*/ 0 h 55"/>
                <a:gd name="T26" fmla="*/ 448 w 502"/>
                <a:gd name="T27" fmla="*/ 28 h 55"/>
                <a:gd name="T28" fmla="*/ 475 w 502"/>
                <a:gd name="T29" fmla="*/ 55 h 55"/>
                <a:gd name="T30" fmla="*/ 502 w 502"/>
                <a:gd name="T31" fmla="*/ 28 h 55"/>
                <a:gd name="T32" fmla="*/ 475 w 502"/>
                <a:gd name="T3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02" h="55">
                  <a:moveTo>
                    <a:pt x="344" y="28"/>
                  </a:moveTo>
                  <a:cubicBezTo>
                    <a:pt x="344" y="43"/>
                    <a:pt x="332" y="55"/>
                    <a:pt x="317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12" y="55"/>
                    <a:pt x="0" y="43"/>
                    <a:pt x="0" y="28"/>
                  </a:cubicBezTo>
                  <a:cubicBezTo>
                    <a:pt x="0" y="13"/>
                    <a:pt x="12" y="0"/>
                    <a:pt x="28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332" y="0"/>
                    <a:pt x="344" y="13"/>
                    <a:pt x="344" y="28"/>
                  </a:cubicBezTo>
                  <a:close/>
                  <a:moveTo>
                    <a:pt x="396" y="0"/>
                  </a:moveTo>
                  <a:cubicBezTo>
                    <a:pt x="381" y="0"/>
                    <a:pt x="368" y="13"/>
                    <a:pt x="368" y="28"/>
                  </a:cubicBezTo>
                  <a:cubicBezTo>
                    <a:pt x="368" y="43"/>
                    <a:pt x="381" y="55"/>
                    <a:pt x="396" y="55"/>
                  </a:cubicBezTo>
                  <a:cubicBezTo>
                    <a:pt x="411" y="55"/>
                    <a:pt x="423" y="43"/>
                    <a:pt x="423" y="28"/>
                  </a:cubicBezTo>
                  <a:cubicBezTo>
                    <a:pt x="423" y="13"/>
                    <a:pt x="411" y="0"/>
                    <a:pt x="396" y="0"/>
                  </a:cubicBezTo>
                  <a:close/>
                  <a:moveTo>
                    <a:pt x="475" y="0"/>
                  </a:moveTo>
                  <a:cubicBezTo>
                    <a:pt x="460" y="0"/>
                    <a:pt x="448" y="13"/>
                    <a:pt x="448" y="28"/>
                  </a:cubicBezTo>
                  <a:cubicBezTo>
                    <a:pt x="448" y="43"/>
                    <a:pt x="460" y="55"/>
                    <a:pt x="475" y="55"/>
                  </a:cubicBezTo>
                  <a:cubicBezTo>
                    <a:pt x="490" y="55"/>
                    <a:pt x="502" y="43"/>
                    <a:pt x="502" y="28"/>
                  </a:cubicBezTo>
                  <a:cubicBezTo>
                    <a:pt x="502" y="13"/>
                    <a:pt x="490" y="0"/>
                    <a:pt x="475" y="0"/>
                  </a:cubicBez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4252913" y="-125853"/>
              <a:ext cx="1763713" cy="508000"/>
            </a:xfrm>
            <a:custGeom>
              <a:avLst/>
              <a:gdLst>
                <a:gd name="T0" fmla="*/ 444 w 470"/>
                <a:gd name="T1" fmla="*/ 84 h 135"/>
                <a:gd name="T2" fmla="*/ 389 w 470"/>
                <a:gd name="T3" fmla="*/ 84 h 135"/>
                <a:gd name="T4" fmla="*/ 372 w 470"/>
                <a:gd name="T5" fmla="*/ 67 h 135"/>
                <a:gd name="T6" fmla="*/ 389 w 470"/>
                <a:gd name="T7" fmla="*/ 50 h 135"/>
                <a:gd name="T8" fmla="*/ 428 w 470"/>
                <a:gd name="T9" fmla="*/ 50 h 135"/>
                <a:gd name="T10" fmla="*/ 453 w 470"/>
                <a:gd name="T11" fmla="*/ 25 h 135"/>
                <a:gd name="T12" fmla="*/ 428 w 470"/>
                <a:gd name="T13" fmla="*/ 0 h 135"/>
                <a:gd name="T14" fmla="*/ 131 w 470"/>
                <a:gd name="T15" fmla="*/ 0 h 135"/>
                <a:gd name="T16" fmla="*/ 105 w 470"/>
                <a:gd name="T17" fmla="*/ 25 h 135"/>
                <a:gd name="T18" fmla="*/ 131 w 470"/>
                <a:gd name="T19" fmla="*/ 50 h 135"/>
                <a:gd name="T20" fmla="*/ 327 w 470"/>
                <a:gd name="T21" fmla="*/ 50 h 135"/>
                <a:gd name="T22" fmla="*/ 344 w 470"/>
                <a:gd name="T23" fmla="*/ 67 h 135"/>
                <a:gd name="T24" fmla="*/ 327 w 470"/>
                <a:gd name="T25" fmla="*/ 84 h 135"/>
                <a:gd name="T26" fmla="*/ 25 w 470"/>
                <a:gd name="T27" fmla="*/ 84 h 135"/>
                <a:gd name="T28" fmla="*/ 0 w 470"/>
                <a:gd name="T29" fmla="*/ 110 h 135"/>
                <a:gd name="T30" fmla="*/ 25 w 470"/>
                <a:gd name="T31" fmla="*/ 135 h 135"/>
                <a:gd name="T32" fmla="*/ 444 w 470"/>
                <a:gd name="T33" fmla="*/ 135 h 135"/>
                <a:gd name="T34" fmla="*/ 470 w 470"/>
                <a:gd name="T35" fmla="*/ 110 h 135"/>
                <a:gd name="T36" fmla="*/ 444 w 470"/>
                <a:gd name="T37" fmla="*/ 8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0" h="135">
                  <a:moveTo>
                    <a:pt x="444" y="84"/>
                  </a:moveTo>
                  <a:cubicBezTo>
                    <a:pt x="389" y="84"/>
                    <a:pt x="389" y="84"/>
                    <a:pt x="389" y="84"/>
                  </a:cubicBezTo>
                  <a:cubicBezTo>
                    <a:pt x="380" y="84"/>
                    <a:pt x="372" y="77"/>
                    <a:pt x="372" y="67"/>
                  </a:cubicBezTo>
                  <a:cubicBezTo>
                    <a:pt x="372" y="58"/>
                    <a:pt x="380" y="50"/>
                    <a:pt x="389" y="50"/>
                  </a:cubicBezTo>
                  <a:cubicBezTo>
                    <a:pt x="428" y="50"/>
                    <a:pt x="428" y="50"/>
                    <a:pt x="428" y="50"/>
                  </a:cubicBezTo>
                  <a:cubicBezTo>
                    <a:pt x="442" y="50"/>
                    <a:pt x="453" y="39"/>
                    <a:pt x="453" y="25"/>
                  </a:cubicBezTo>
                  <a:cubicBezTo>
                    <a:pt x="453" y="11"/>
                    <a:pt x="442" y="0"/>
                    <a:pt x="428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17" y="0"/>
                    <a:pt x="105" y="11"/>
                    <a:pt x="105" y="25"/>
                  </a:cubicBezTo>
                  <a:cubicBezTo>
                    <a:pt x="105" y="39"/>
                    <a:pt x="117" y="50"/>
                    <a:pt x="131" y="50"/>
                  </a:cubicBezTo>
                  <a:cubicBezTo>
                    <a:pt x="327" y="50"/>
                    <a:pt x="327" y="50"/>
                    <a:pt x="327" y="50"/>
                  </a:cubicBezTo>
                  <a:cubicBezTo>
                    <a:pt x="337" y="50"/>
                    <a:pt x="344" y="58"/>
                    <a:pt x="344" y="67"/>
                  </a:cubicBezTo>
                  <a:cubicBezTo>
                    <a:pt x="344" y="77"/>
                    <a:pt x="337" y="84"/>
                    <a:pt x="327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12" y="84"/>
                    <a:pt x="0" y="96"/>
                    <a:pt x="0" y="110"/>
                  </a:cubicBezTo>
                  <a:cubicBezTo>
                    <a:pt x="0" y="124"/>
                    <a:pt x="12" y="135"/>
                    <a:pt x="25" y="135"/>
                  </a:cubicBezTo>
                  <a:cubicBezTo>
                    <a:pt x="444" y="135"/>
                    <a:pt x="444" y="135"/>
                    <a:pt x="444" y="135"/>
                  </a:cubicBezTo>
                  <a:cubicBezTo>
                    <a:pt x="458" y="135"/>
                    <a:pt x="470" y="124"/>
                    <a:pt x="470" y="110"/>
                  </a:cubicBezTo>
                  <a:cubicBezTo>
                    <a:pt x="470" y="96"/>
                    <a:pt x="458" y="84"/>
                    <a:pt x="444" y="84"/>
                  </a:cubicBezTo>
                  <a:close/>
                </a:path>
              </a:pathLst>
            </a:custGeom>
            <a:gradFill>
              <a:gsLst>
                <a:gs pos="0">
                  <a:srgbClr val="60728B"/>
                </a:gs>
                <a:gs pos="84000">
                  <a:srgbClr val="23518A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6745288" y="336109"/>
              <a:ext cx="2286000" cy="598488"/>
            </a:xfrm>
            <a:custGeom>
              <a:avLst/>
              <a:gdLst>
                <a:gd name="T0" fmla="*/ 580 w 609"/>
                <a:gd name="T1" fmla="*/ 0 h 159"/>
                <a:gd name="T2" fmla="*/ 138 w 609"/>
                <a:gd name="T3" fmla="*/ 0 h 159"/>
                <a:gd name="T4" fmla="*/ 109 w 609"/>
                <a:gd name="T5" fmla="*/ 28 h 159"/>
                <a:gd name="T6" fmla="*/ 138 w 609"/>
                <a:gd name="T7" fmla="*/ 57 h 159"/>
                <a:gd name="T8" fmla="*/ 142 w 609"/>
                <a:gd name="T9" fmla="*/ 57 h 159"/>
                <a:gd name="T10" fmla="*/ 164 w 609"/>
                <a:gd name="T11" fmla="*/ 79 h 159"/>
                <a:gd name="T12" fmla="*/ 142 w 609"/>
                <a:gd name="T13" fmla="*/ 101 h 159"/>
                <a:gd name="T14" fmla="*/ 29 w 609"/>
                <a:gd name="T15" fmla="*/ 101 h 159"/>
                <a:gd name="T16" fmla="*/ 0 w 609"/>
                <a:gd name="T17" fmla="*/ 130 h 159"/>
                <a:gd name="T18" fmla="*/ 29 w 609"/>
                <a:gd name="T19" fmla="*/ 159 h 159"/>
                <a:gd name="T20" fmla="*/ 262 w 609"/>
                <a:gd name="T21" fmla="*/ 159 h 159"/>
                <a:gd name="T22" fmla="*/ 290 w 609"/>
                <a:gd name="T23" fmla="*/ 130 h 159"/>
                <a:gd name="T24" fmla="*/ 262 w 609"/>
                <a:gd name="T25" fmla="*/ 101 h 159"/>
                <a:gd name="T26" fmla="*/ 221 w 609"/>
                <a:gd name="T27" fmla="*/ 101 h 159"/>
                <a:gd name="T28" fmla="*/ 199 w 609"/>
                <a:gd name="T29" fmla="*/ 79 h 159"/>
                <a:gd name="T30" fmla="*/ 221 w 609"/>
                <a:gd name="T31" fmla="*/ 57 h 159"/>
                <a:gd name="T32" fmla="*/ 580 w 609"/>
                <a:gd name="T33" fmla="*/ 57 h 159"/>
                <a:gd name="T34" fmla="*/ 609 w 609"/>
                <a:gd name="T35" fmla="*/ 28 h 159"/>
                <a:gd name="T36" fmla="*/ 580 w 609"/>
                <a:gd name="T3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9" h="159">
                  <a:moveTo>
                    <a:pt x="580" y="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22" y="0"/>
                    <a:pt x="109" y="12"/>
                    <a:pt x="109" y="28"/>
                  </a:cubicBezTo>
                  <a:cubicBezTo>
                    <a:pt x="109" y="44"/>
                    <a:pt x="122" y="57"/>
                    <a:pt x="138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54" y="57"/>
                    <a:pt x="164" y="67"/>
                    <a:pt x="164" y="79"/>
                  </a:cubicBezTo>
                  <a:cubicBezTo>
                    <a:pt x="164" y="91"/>
                    <a:pt x="154" y="101"/>
                    <a:pt x="142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13" y="101"/>
                    <a:pt x="0" y="114"/>
                    <a:pt x="0" y="130"/>
                  </a:cubicBezTo>
                  <a:cubicBezTo>
                    <a:pt x="0" y="146"/>
                    <a:pt x="13" y="159"/>
                    <a:pt x="29" y="159"/>
                  </a:cubicBezTo>
                  <a:cubicBezTo>
                    <a:pt x="262" y="159"/>
                    <a:pt x="262" y="159"/>
                    <a:pt x="262" y="159"/>
                  </a:cubicBezTo>
                  <a:cubicBezTo>
                    <a:pt x="277" y="159"/>
                    <a:pt x="290" y="146"/>
                    <a:pt x="290" y="130"/>
                  </a:cubicBezTo>
                  <a:cubicBezTo>
                    <a:pt x="290" y="114"/>
                    <a:pt x="277" y="101"/>
                    <a:pt x="262" y="10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09" y="101"/>
                    <a:pt x="199" y="91"/>
                    <a:pt x="199" y="79"/>
                  </a:cubicBezTo>
                  <a:cubicBezTo>
                    <a:pt x="199" y="67"/>
                    <a:pt x="209" y="57"/>
                    <a:pt x="221" y="57"/>
                  </a:cubicBezTo>
                  <a:cubicBezTo>
                    <a:pt x="580" y="57"/>
                    <a:pt x="580" y="57"/>
                    <a:pt x="580" y="57"/>
                  </a:cubicBezTo>
                  <a:cubicBezTo>
                    <a:pt x="596" y="57"/>
                    <a:pt x="609" y="44"/>
                    <a:pt x="609" y="28"/>
                  </a:cubicBezTo>
                  <a:cubicBezTo>
                    <a:pt x="609" y="12"/>
                    <a:pt x="596" y="0"/>
                    <a:pt x="580" y="0"/>
                  </a:cubicBezTo>
                  <a:close/>
                </a:path>
              </a:pathLst>
            </a:custGeom>
            <a:gradFill>
              <a:gsLst>
                <a:gs pos="21000">
                  <a:srgbClr val="9C938C"/>
                </a:gs>
                <a:gs pos="100000">
                  <a:srgbClr val="23518A"/>
                </a:gs>
              </a:gsLst>
              <a:lin ang="21594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5278438" y="929834"/>
              <a:ext cx="630238" cy="793750"/>
            </a:xfrm>
            <a:custGeom>
              <a:avLst/>
              <a:gdLst>
                <a:gd name="T0" fmla="*/ 105 w 168"/>
                <a:gd name="T1" fmla="*/ 0 h 211"/>
                <a:gd name="T2" fmla="*/ 168 w 168"/>
                <a:gd name="T3" fmla="*/ 21 h 211"/>
                <a:gd name="T4" fmla="*/ 87 w 168"/>
                <a:gd name="T5" fmla="*/ 106 h 211"/>
                <a:gd name="T6" fmla="*/ 168 w 168"/>
                <a:gd name="T7" fmla="*/ 191 h 211"/>
                <a:gd name="T8" fmla="*/ 105 w 168"/>
                <a:gd name="T9" fmla="*/ 211 h 211"/>
                <a:gd name="T10" fmla="*/ 0 w 168"/>
                <a:gd name="T11" fmla="*/ 106 h 211"/>
                <a:gd name="T12" fmla="*/ 105 w 168"/>
                <a:gd name="T13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211">
                  <a:moveTo>
                    <a:pt x="105" y="0"/>
                  </a:moveTo>
                  <a:cubicBezTo>
                    <a:pt x="129" y="0"/>
                    <a:pt x="150" y="8"/>
                    <a:pt x="168" y="21"/>
                  </a:cubicBezTo>
                  <a:cubicBezTo>
                    <a:pt x="123" y="23"/>
                    <a:pt x="87" y="60"/>
                    <a:pt x="87" y="106"/>
                  </a:cubicBezTo>
                  <a:cubicBezTo>
                    <a:pt x="87" y="151"/>
                    <a:pt x="123" y="188"/>
                    <a:pt x="168" y="191"/>
                  </a:cubicBezTo>
                  <a:cubicBezTo>
                    <a:pt x="150" y="203"/>
                    <a:pt x="129" y="211"/>
                    <a:pt x="105" y="211"/>
                  </a:cubicBezTo>
                  <a:cubicBezTo>
                    <a:pt x="47" y="211"/>
                    <a:pt x="0" y="164"/>
                    <a:pt x="0" y="106"/>
                  </a:cubicBezTo>
                  <a:cubicBezTo>
                    <a:pt x="0" y="47"/>
                    <a:pt x="47" y="0"/>
                    <a:pt x="105" y="0"/>
                  </a:cubicBezTo>
                  <a:close/>
                </a:path>
              </a:pathLst>
            </a:custGeom>
            <a:solidFill>
              <a:srgbClr val="F6C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1685925" y="464697"/>
              <a:ext cx="198438" cy="173038"/>
            </a:xfrm>
            <a:custGeom>
              <a:avLst/>
              <a:gdLst>
                <a:gd name="T0" fmla="*/ 26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4 h 46"/>
                <a:gd name="T8" fmla="*/ 3 w 53"/>
                <a:gd name="T9" fmla="*/ 16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5 w 53"/>
                <a:gd name="T21" fmla="*/ 38 h 46"/>
                <a:gd name="T22" fmla="*/ 26 w 53"/>
                <a:gd name="T23" fmla="*/ 38 h 46"/>
                <a:gd name="T24" fmla="*/ 27 w 53"/>
                <a:gd name="T25" fmla="*/ 38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39 w 53"/>
                <a:gd name="T33" fmla="*/ 29 h 46"/>
                <a:gd name="T34" fmla="*/ 49 w 53"/>
                <a:gd name="T35" fmla="*/ 20 h 46"/>
                <a:gd name="T36" fmla="*/ 49 w 53"/>
                <a:gd name="T37" fmla="*/ 16 h 46"/>
                <a:gd name="T38" fmla="*/ 34 w 53"/>
                <a:gd name="T39" fmla="*/ 14 h 46"/>
                <a:gd name="T40" fmla="*/ 28 w 53"/>
                <a:gd name="T41" fmla="*/ 2 h 46"/>
                <a:gd name="T42" fmla="*/ 26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1"/>
                    <a:pt x="25" y="2"/>
                  </a:cubicBezTo>
                  <a:cubicBezTo>
                    <a:pt x="23" y="4"/>
                    <a:pt x="20" y="11"/>
                    <a:pt x="18" y="14"/>
                  </a:cubicBezTo>
                  <a:cubicBezTo>
                    <a:pt x="18" y="14"/>
                    <a:pt x="7" y="16"/>
                    <a:pt x="3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1"/>
                    <a:pt x="11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2" y="46"/>
                    <a:pt x="12" y="46"/>
                    <a:pt x="13" y="46"/>
                  </a:cubicBezTo>
                  <a:cubicBezTo>
                    <a:pt x="14" y="45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0" y="46"/>
                    <a:pt x="41" y="46"/>
                    <a:pt x="41" y="46"/>
                  </a:cubicBezTo>
                  <a:cubicBezTo>
                    <a:pt x="42" y="46"/>
                    <a:pt x="42" y="45"/>
                    <a:pt x="42" y="44"/>
                  </a:cubicBezTo>
                  <a:cubicBezTo>
                    <a:pt x="41" y="41"/>
                    <a:pt x="39" y="29"/>
                    <a:pt x="39" y="29"/>
                  </a:cubicBezTo>
                  <a:cubicBezTo>
                    <a:pt x="39" y="29"/>
                    <a:pt x="48" y="21"/>
                    <a:pt x="49" y="20"/>
                  </a:cubicBezTo>
                  <a:cubicBezTo>
                    <a:pt x="51" y="19"/>
                    <a:pt x="53" y="17"/>
                    <a:pt x="49" y="16"/>
                  </a:cubicBezTo>
                  <a:cubicBezTo>
                    <a:pt x="45" y="16"/>
                    <a:pt x="34" y="14"/>
                    <a:pt x="34" y="14"/>
                  </a:cubicBezTo>
                  <a:cubicBezTo>
                    <a:pt x="34" y="14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6538913" y="-230628"/>
              <a:ext cx="198438" cy="168275"/>
            </a:xfrm>
            <a:custGeom>
              <a:avLst/>
              <a:gdLst>
                <a:gd name="T0" fmla="*/ 26 w 53"/>
                <a:gd name="T1" fmla="*/ 0 h 45"/>
                <a:gd name="T2" fmla="*/ 26 w 53"/>
                <a:gd name="T3" fmla="*/ 0 h 45"/>
                <a:gd name="T4" fmla="*/ 25 w 53"/>
                <a:gd name="T5" fmla="*/ 1 h 45"/>
                <a:gd name="T6" fmla="*/ 18 w 53"/>
                <a:gd name="T7" fmla="*/ 14 h 45"/>
                <a:gd name="T8" fmla="*/ 4 w 53"/>
                <a:gd name="T9" fmla="*/ 16 h 45"/>
                <a:gd name="T10" fmla="*/ 3 w 53"/>
                <a:gd name="T11" fmla="*/ 19 h 45"/>
                <a:gd name="T12" fmla="*/ 13 w 53"/>
                <a:gd name="T13" fmla="*/ 29 h 45"/>
                <a:gd name="T14" fmla="*/ 11 w 53"/>
                <a:gd name="T15" fmla="*/ 43 h 45"/>
                <a:gd name="T16" fmla="*/ 12 w 53"/>
                <a:gd name="T17" fmla="*/ 45 h 45"/>
                <a:gd name="T18" fmla="*/ 13 w 53"/>
                <a:gd name="T19" fmla="*/ 45 h 45"/>
                <a:gd name="T20" fmla="*/ 26 w 53"/>
                <a:gd name="T21" fmla="*/ 38 h 45"/>
                <a:gd name="T22" fmla="*/ 27 w 53"/>
                <a:gd name="T23" fmla="*/ 37 h 45"/>
                <a:gd name="T24" fmla="*/ 27 w 53"/>
                <a:gd name="T25" fmla="*/ 38 h 45"/>
                <a:gd name="T26" fmla="*/ 40 w 53"/>
                <a:gd name="T27" fmla="*/ 45 h 45"/>
                <a:gd name="T28" fmla="*/ 41 w 53"/>
                <a:gd name="T29" fmla="*/ 45 h 45"/>
                <a:gd name="T30" fmla="*/ 42 w 53"/>
                <a:gd name="T31" fmla="*/ 43 h 45"/>
                <a:gd name="T32" fmla="*/ 40 w 53"/>
                <a:gd name="T33" fmla="*/ 29 h 45"/>
                <a:gd name="T34" fmla="*/ 50 w 53"/>
                <a:gd name="T35" fmla="*/ 19 h 45"/>
                <a:gd name="T36" fmla="*/ 49 w 53"/>
                <a:gd name="T37" fmla="*/ 16 h 45"/>
                <a:gd name="T38" fmla="*/ 35 w 53"/>
                <a:gd name="T39" fmla="*/ 14 h 45"/>
                <a:gd name="T40" fmla="*/ 28 w 53"/>
                <a:gd name="T41" fmla="*/ 1 h 45"/>
                <a:gd name="T42" fmla="*/ 26 w 53"/>
                <a:gd name="T4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5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24" y="3"/>
                    <a:pt x="20" y="10"/>
                    <a:pt x="18" y="14"/>
                  </a:cubicBezTo>
                  <a:cubicBezTo>
                    <a:pt x="18" y="14"/>
                    <a:pt x="7" y="15"/>
                    <a:pt x="4" y="16"/>
                  </a:cubicBezTo>
                  <a:cubicBezTo>
                    <a:pt x="0" y="16"/>
                    <a:pt x="2" y="18"/>
                    <a:pt x="3" y="19"/>
                  </a:cubicBezTo>
                  <a:cubicBezTo>
                    <a:pt x="4" y="20"/>
                    <a:pt x="13" y="29"/>
                    <a:pt x="13" y="29"/>
                  </a:cubicBezTo>
                  <a:cubicBezTo>
                    <a:pt x="13" y="29"/>
                    <a:pt x="11" y="41"/>
                    <a:pt x="11" y="43"/>
                  </a:cubicBezTo>
                  <a:cubicBezTo>
                    <a:pt x="11" y="45"/>
                    <a:pt x="11" y="45"/>
                    <a:pt x="12" y="45"/>
                  </a:cubicBezTo>
                  <a:cubicBezTo>
                    <a:pt x="12" y="45"/>
                    <a:pt x="13" y="45"/>
                    <a:pt x="13" y="45"/>
                  </a:cubicBezTo>
                  <a:cubicBezTo>
                    <a:pt x="15" y="44"/>
                    <a:pt x="26" y="38"/>
                    <a:pt x="26" y="38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9" y="44"/>
                    <a:pt x="40" y="45"/>
                  </a:cubicBezTo>
                  <a:cubicBezTo>
                    <a:pt x="40" y="45"/>
                    <a:pt x="41" y="45"/>
                    <a:pt x="41" y="45"/>
                  </a:cubicBezTo>
                  <a:cubicBezTo>
                    <a:pt x="42" y="45"/>
                    <a:pt x="43" y="45"/>
                    <a:pt x="42" y="43"/>
                  </a:cubicBezTo>
                  <a:cubicBezTo>
                    <a:pt x="42" y="41"/>
                    <a:pt x="40" y="29"/>
                    <a:pt x="40" y="29"/>
                  </a:cubicBezTo>
                  <a:cubicBezTo>
                    <a:pt x="40" y="29"/>
                    <a:pt x="49" y="20"/>
                    <a:pt x="50" y="19"/>
                  </a:cubicBezTo>
                  <a:cubicBezTo>
                    <a:pt x="51" y="18"/>
                    <a:pt x="53" y="16"/>
                    <a:pt x="49" y="16"/>
                  </a:cubicBezTo>
                  <a:cubicBezTo>
                    <a:pt x="46" y="15"/>
                    <a:pt x="35" y="14"/>
                    <a:pt x="35" y="14"/>
                  </a:cubicBezTo>
                  <a:cubicBezTo>
                    <a:pt x="35" y="14"/>
                    <a:pt x="29" y="3"/>
                    <a:pt x="28" y="1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44"/>
            <p:cNvSpPr>
              <a:spLocks/>
            </p:cNvSpPr>
            <p:nvPr/>
          </p:nvSpPr>
          <p:spPr bwMode="auto">
            <a:xfrm>
              <a:off x="7146925" y="1990284"/>
              <a:ext cx="198438" cy="173038"/>
            </a:xfrm>
            <a:custGeom>
              <a:avLst/>
              <a:gdLst>
                <a:gd name="T0" fmla="*/ 27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5 h 46"/>
                <a:gd name="T8" fmla="*/ 4 w 53"/>
                <a:gd name="T9" fmla="*/ 17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6 w 53"/>
                <a:gd name="T21" fmla="*/ 39 h 46"/>
                <a:gd name="T22" fmla="*/ 27 w 53"/>
                <a:gd name="T23" fmla="*/ 38 h 46"/>
                <a:gd name="T24" fmla="*/ 27 w 53"/>
                <a:gd name="T25" fmla="*/ 39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7 h 46"/>
                <a:gd name="T38" fmla="*/ 35 w 53"/>
                <a:gd name="T39" fmla="*/ 15 h 46"/>
                <a:gd name="T40" fmla="*/ 28 w 53"/>
                <a:gd name="T41" fmla="*/ 2 h 46"/>
                <a:gd name="T42" fmla="*/ 27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7" y="0"/>
                  </a:moveTo>
                  <a:cubicBezTo>
                    <a:pt x="27" y="0"/>
                    <a:pt x="26" y="0"/>
                    <a:pt x="26" y="0"/>
                  </a:cubicBezTo>
                  <a:cubicBezTo>
                    <a:pt x="26" y="0"/>
                    <a:pt x="26" y="1"/>
                    <a:pt x="25" y="2"/>
                  </a:cubicBezTo>
                  <a:cubicBezTo>
                    <a:pt x="24" y="4"/>
                    <a:pt x="20" y="11"/>
                    <a:pt x="18" y="15"/>
                  </a:cubicBezTo>
                  <a:cubicBezTo>
                    <a:pt x="18" y="15"/>
                    <a:pt x="7" y="16"/>
                    <a:pt x="4" y="17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5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1" y="45"/>
                    <a:pt x="11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5" y="45"/>
                    <a:pt x="26" y="39"/>
                    <a:pt x="26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39" y="45"/>
                    <a:pt x="40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2" y="46"/>
                    <a:pt x="43" y="45"/>
                    <a:pt x="42" y="44"/>
                  </a:cubicBezTo>
                  <a:cubicBezTo>
                    <a:pt x="42" y="42"/>
                    <a:pt x="40" y="29"/>
                    <a:pt x="40" y="29"/>
                  </a:cubicBezTo>
                  <a:cubicBezTo>
                    <a:pt x="40" y="29"/>
                    <a:pt x="49" y="21"/>
                    <a:pt x="50" y="20"/>
                  </a:cubicBezTo>
                  <a:cubicBezTo>
                    <a:pt x="51" y="19"/>
                    <a:pt x="53" y="17"/>
                    <a:pt x="49" y="17"/>
                  </a:cubicBezTo>
                  <a:cubicBezTo>
                    <a:pt x="46" y="16"/>
                    <a:pt x="35" y="15"/>
                    <a:pt x="35" y="15"/>
                  </a:cubicBezTo>
                  <a:cubicBezTo>
                    <a:pt x="35" y="15"/>
                    <a:pt x="29" y="4"/>
                    <a:pt x="28" y="2"/>
                  </a:cubicBezTo>
                  <a:cubicBezTo>
                    <a:pt x="28" y="1"/>
                    <a:pt x="27" y="0"/>
                    <a:pt x="27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45"/>
            <p:cNvSpPr>
              <a:spLocks/>
            </p:cNvSpPr>
            <p:nvPr/>
          </p:nvSpPr>
          <p:spPr bwMode="auto">
            <a:xfrm>
              <a:off x="4752975" y="2076009"/>
              <a:ext cx="198438" cy="173038"/>
            </a:xfrm>
            <a:custGeom>
              <a:avLst/>
              <a:gdLst>
                <a:gd name="T0" fmla="*/ 26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4 h 46"/>
                <a:gd name="T8" fmla="*/ 4 w 53"/>
                <a:gd name="T9" fmla="*/ 16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6 w 53"/>
                <a:gd name="T21" fmla="*/ 38 h 46"/>
                <a:gd name="T22" fmla="*/ 26 w 53"/>
                <a:gd name="T23" fmla="*/ 38 h 46"/>
                <a:gd name="T24" fmla="*/ 27 w 53"/>
                <a:gd name="T25" fmla="*/ 38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6 h 46"/>
                <a:gd name="T38" fmla="*/ 35 w 53"/>
                <a:gd name="T39" fmla="*/ 14 h 46"/>
                <a:gd name="T40" fmla="*/ 28 w 53"/>
                <a:gd name="T41" fmla="*/ 2 h 46"/>
                <a:gd name="T42" fmla="*/ 26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1"/>
                    <a:pt x="25" y="2"/>
                  </a:cubicBezTo>
                  <a:cubicBezTo>
                    <a:pt x="24" y="4"/>
                    <a:pt x="20" y="11"/>
                    <a:pt x="18" y="14"/>
                  </a:cubicBezTo>
                  <a:cubicBezTo>
                    <a:pt x="18" y="14"/>
                    <a:pt x="7" y="16"/>
                    <a:pt x="4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4" y="45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0" y="46"/>
                    <a:pt x="41" y="46"/>
                    <a:pt x="41" y="46"/>
                  </a:cubicBezTo>
                  <a:cubicBezTo>
                    <a:pt x="42" y="46"/>
                    <a:pt x="42" y="45"/>
                    <a:pt x="42" y="44"/>
                  </a:cubicBezTo>
                  <a:cubicBezTo>
                    <a:pt x="42" y="42"/>
                    <a:pt x="40" y="29"/>
                    <a:pt x="40" y="29"/>
                  </a:cubicBezTo>
                  <a:cubicBezTo>
                    <a:pt x="40" y="29"/>
                    <a:pt x="48" y="21"/>
                    <a:pt x="50" y="20"/>
                  </a:cubicBezTo>
                  <a:cubicBezTo>
                    <a:pt x="51" y="19"/>
                    <a:pt x="53" y="17"/>
                    <a:pt x="49" y="16"/>
                  </a:cubicBezTo>
                  <a:cubicBezTo>
                    <a:pt x="46" y="16"/>
                    <a:pt x="35" y="14"/>
                    <a:pt x="35" y="14"/>
                  </a:cubicBezTo>
                  <a:cubicBezTo>
                    <a:pt x="35" y="14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47"/>
            <p:cNvSpPr>
              <a:spLocks/>
            </p:cNvSpPr>
            <p:nvPr/>
          </p:nvSpPr>
          <p:spPr bwMode="auto">
            <a:xfrm>
              <a:off x="8932863" y="998097"/>
              <a:ext cx="195263" cy="173038"/>
            </a:xfrm>
            <a:custGeom>
              <a:avLst/>
              <a:gdLst>
                <a:gd name="T0" fmla="*/ 49 w 52"/>
                <a:gd name="T1" fmla="*/ 16 h 46"/>
                <a:gd name="T2" fmla="*/ 34 w 52"/>
                <a:gd name="T3" fmla="*/ 14 h 46"/>
                <a:gd name="T4" fmla="*/ 27 w 52"/>
                <a:gd name="T5" fmla="*/ 2 h 46"/>
                <a:gd name="T6" fmla="*/ 26 w 52"/>
                <a:gd name="T7" fmla="*/ 0 h 46"/>
                <a:gd name="T8" fmla="*/ 24 w 52"/>
                <a:gd name="T9" fmla="*/ 2 h 46"/>
                <a:gd name="T10" fmla="*/ 18 w 52"/>
                <a:gd name="T11" fmla="*/ 14 h 46"/>
                <a:gd name="T12" fmla="*/ 3 w 52"/>
                <a:gd name="T13" fmla="*/ 16 h 46"/>
                <a:gd name="T14" fmla="*/ 3 w 52"/>
                <a:gd name="T15" fmla="*/ 19 h 46"/>
                <a:gd name="T16" fmla="*/ 13 w 52"/>
                <a:gd name="T17" fmla="*/ 29 h 46"/>
                <a:gd name="T18" fmla="*/ 10 w 52"/>
                <a:gd name="T19" fmla="*/ 43 h 46"/>
                <a:gd name="T20" fmla="*/ 12 w 52"/>
                <a:gd name="T21" fmla="*/ 45 h 46"/>
                <a:gd name="T22" fmla="*/ 25 w 52"/>
                <a:gd name="T23" fmla="*/ 38 h 46"/>
                <a:gd name="T24" fmla="*/ 26 w 52"/>
                <a:gd name="T25" fmla="*/ 38 h 46"/>
                <a:gd name="T26" fmla="*/ 27 w 52"/>
                <a:gd name="T27" fmla="*/ 38 h 46"/>
                <a:gd name="T28" fmla="*/ 39 w 52"/>
                <a:gd name="T29" fmla="*/ 45 h 46"/>
                <a:gd name="T30" fmla="*/ 42 w 52"/>
                <a:gd name="T31" fmla="*/ 43 h 46"/>
                <a:gd name="T32" fmla="*/ 39 w 52"/>
                <a:gd name="T33" fmla="*/ 29 h 46"/>
                <a:gd name="T34" fmla="*/ 49 w 52"/>
                <a:gd name="T35" fmla="*/ 19 h 46"/>
                <a:gd name="T36" fmla="*/ 49 w 52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46">
                  <a:moveTo>
                    <a:pt x="49" y="16"/>
                  </a:moveTo>
                  <a:cubicBezTo>
                    <a:pt x="45" y="16"/>
                    <a:pt x="34" y="14"/>
                    <a:pt x="34" y="14"/>
                  </a:cubicBezTo>
                  <a:cubicBezTo>
                    <a:pt x="34" y="14"/>
                    <a:pt x="28" y="3"/>
                    <a:pt x="27" y="2"/>
                  </a:cubicBezTo>
                  <a:cubicBezTo>
                    <a:pt x="27" y="1"/>
                    <a:pt x="26" y="0"/>
                    <a:pt x="26" y="0"/>
                  </a:cubicBezTo>
                  <a:cubicBezTo>
                    <a:pt x="25" y="0"/>
                    <a:pt x="25" y="1"/>
                    <a:pt x="24" y="2"/>
                  </a:cubicBezTo>
                  <a:cubicBezTo>
                    <a:pt x="23" y="4"/>
                    <a:pt x="20" y="11"/>
                    <a:pt x="18" y="14"/>
                  </a:cubicBezTo>
                  <a:cubicBezTo>
                    <a:pt x="18" y="14"/>
                    <a:pt x="7" y="16"/>
                    <a:pt x="3" y="16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1"/>
                    <a:pt x="10" y="43"/>
                  </a:cubicBezTo>
                  <a:cubicBezTo>
                    <a:pt x="10" y="46"/>
                    <a:pt x="11" y="46"/>
                    <a:pt x="12" y="45"/>
                  </a:cubicBezTo>
                  <a:cubicBezTo>
                    <a:pt x="14" y="45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39" y="45"/>
                  </a:cubicBezTo>
                  <a:cubicBezTo>
                    <a:pt x="41" y="46"/>
                    <a:pt x="42" y="46"/>
                    <a:pt x="42" y="43"/>
                  </a:cubicBezTo>
                  <a:cubicBezTo>
                    <a:pt x="41" y="41"/>
                    <a:pt x="39" y="29"/>
                    <a:pt x="39" y="29"/>
                  </a:cubicBezTo>
                  <a:cubicBezTo>
                    <a:pt x="39" y="29"/>
                    <a:pt x="48" y="21"/>
                    <a:pt x="49" y="19"/>
                  </a:cubicBezTo>
                  <a:cubicBezTo>
                    <a:pt x="50" y="18"/>
                    <a:pt x="52" y="16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49"/>
            <p:cNvSpPr>
              <a:spLocks/>
            </p:cNvSpPr>
            <p:nvPr/>
          </p:nvSpPr>
          <p:spPr bwMode="auto">
            <a:xfrm>
              <a:off x="3157538" y="1193359"/>
              <a:ext cx="198438" cy="173038"/>
            </a:xfrm>
            <a:custGeom>
              <a:avLst/>
              <a:gdLst>
                <a:gd name="T0" fmla="*/ 49 w 53"/>
                <a:gd name="T1" fmla="*/ 16 h 46"/>
                <a:gd name="T2" fmla="*/ 34 w 53"/>
                <a:gd name="T3" fmla="*/ 15 h 46"/>
                <a:gd name="T4" fmla="*/ 28 w 53"/>
                <a:gd name="T5" fmla="*/ 2 h 46"/>
                <a:gd name="T6" fmla="*/ 26 w 53"/>
                <a:gd name="T7" fmla="*/ 0 h 46"/>
                <a:gd name="T8" fmla="*/ 25 w 53"/>
                <a:gd name="T9" fmla="*/ 2 h 46"/>
                <a:gd name="T10" fmla="*/ 18 w 53"/>
                <a:gd name="T11" fmla="*/ 15 h 46"/>
                <a:gd name="T12" fmla="*/ 3 w 53"/>
                <a:gd name="T13" fmla="*/ 16 h 46"/>
                <a:gd name="T14" fmla="*/ 3 w 53"/>
                <a:gd name="T15" fmla="*/ 20 h 46"/>
                <a:gd name="T16" fmla="*/ 13 w 53"/>
                <a:gd name="T17" fmla="*/ 29 h 46"/>
                <a:gd name="T18" fmla="*/ 11 w 53"/>
                <a:gd name="T19" fmla="*/ 44 h 46"/>
                <a:gd name="T20" fmla="*/ 13 w 53"/>
                <a:gd name="T21" fmla="*/ 46 h 46"/>
                <a:gd name="T22" fmla="*/ 26 w 53"/>
                <a:gd name="T23" fmla="*/ 38 h 46"/>
                <a:gd name="T24" fmla="*/ 26 w 53"/>
                <a:gd name="T25" fmla="*/ 38 h 46"/>
                <a:gd name="T26" fmla="*/ 27 w 53"/>
                <a:gd name="T27" fmla="*/ 38 h 46"/>
                <a:gd name="T28" fmla="*/ 40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" h="46">
                  <a:moveTo>
                    <a:pt x="49" y="16"/>
                  </a:moveTo>
                  <a:cubicBezTo>
                    <a:pt x="45" y="16"/>
                    <a:pt x="34" y="15"/>
                    <a:pt x="34" y="15"/>
                  </a:cubicBezTo>
                  <a:cubicBezTo>
                    <a:pt x="34" y="15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  <a:cubicBezTo>
                    <a:pt x="25" y="0"/>
                    <a:pt x="25" y="1"/>
                    <a:pt x="25" y="2"/>
                  </a:cubicBezTo>
                  <a:cubicBezTo>
                    <a:pt x="24" y="4"/>
                    <a:pt x="20" y="11"/>
                    <a:pt x="18" y="15"/>
                  </a:cubicBezTo>
                  <a:cubicBezTo>
                    <a:pt x="18" y="15"/>
                    <a:pt x="7" y="16"/>
                    <a:pt x="3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0" y="46"/>
                    <a:pt x="11" y="46"/>
                    <a:pt x="13" y="46"/>
                  </a:cubicBezTo>
                  <a:cubicBezTo>
                    <a:pt x="14" y="45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1" y="46"/>
                    <a:pt x="42" y="46"/>
                    <a:pt x="42" y="44"/>
                  </a:cubicBezTo>
                  <a:cubicBezTo>
                    <a:pt x="41" y="42"/>
                    <a:pt x="40" y="29"/>
                    <a:pt x="40" y="29"/>
                  </a:cubicBezTo>
                  <a:cubicBezTo>
                    <a:pt x="40" y="29"/>
                    <a:pt x="48" y="21"/>
                    <a:pt x="50" y="20"/>
                  </a:cubicBezTo>
                  <a:cubicBezTo>
                    <a:pt x="51" y="19"/>
                    <a:pt x="53" y="17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50"/>
            <p:cNvSpPr>
              <a:spLocks/>
            </p:cNvSpPr>
            <p:nvPr/>
          </p:nvSpPr>
          <p:spPr bwMode="auto">
            <a:xfrm>
              <a:off x="7950200" y="1091759"/>
              <a:ext cx="157163" cy="134938"/>
            </a:xfrm>
            <a:custGeom>
              <a:avLst/>
              <a:gdLst>
                <a:gd name="T0" fmla="*/ 39 w 42"/>
                <a:gd name="T1" fmla="*/ 12 h 36"/>
                <a:gd name="T2" fmla="*/ 28 w 42"/>
                <a:gd name="T3" fmla="*/ 11 h 36"/>
                <a:gd name="T4" fmla="*/ 22 w 42"/>
                <a:gd name="T5" fmla="*/ 1 h 36"/>
                <a:gd name="T6" fmla="*/ 21 w 42"/>
                <a:gd name="T7" fmla="*/ 0 h 36"/>
                <a:gd name="T8" fmla="*/ 20 w 42"/>
                <a:gd name="T9" fmla="*/ 1 h 36"/>
                <a:gd name="T10" fmla="*/ 15 w 42"/>
                <a:gd name="T11" fmla="*/ 11 h 36"/>
                <a:gd name="T12" fmla="*/ 3 w 42"/>
                <a:gd name="T13" fmla="*/ 12 h 36"/>
                <a:gd name="T14" fmla="*/ 3 w 42"/>
                <a:gd name="T15" fmla="*/ 15 h 36"/>
                <a:gd name="T16" fmla="*/ 11 w 42"/>
                <a:gd name="T17" fmla="*/ 23 h 36"/>
                <a:gd name="T18" fmla="*/ 9 w 42"/>
                <a:gd name="T19" fmla="*/ 34 h 36"/>
                <a:gd name="T20" fmla="*/ 11 w 42"/>
                <a:gd name="T21" fmla="*/ 36 h 36"/>
                <a:gd name="T22" fmla="*/ 21 w 42"/>
                <a:gd name="T23" fmla="*/ 30 h 36"/>
                <a:gd name="T24" fmla="*/ 21 w 42"/>
                <a:gd name="T25" fmla="*/ 30 h 36"/>
                <a:gd name="T26" fmla="*/ 22 w 42"/>
                <a:gd name="T27" fmla="*/ 30 h 36"/>
                <a:gd name="T28" fmla="*/ 32 w 42"/>
                <a:gd name="T29" fmla="*/ 36 h 36"/>
                <a:gd name="T30" fmla="*/ 34 w 42"/>
                <a:gd name="T31" fmla="*/ 34 h 36"/>
                <a:gd name="T32" fmla="*/ 32 w 42"/>
                <a:gd name="T33" fmla="*/ 23 h 36"/>
                <a:gd name="T34" fmla="*/ 40 w 42"/>
                <a:gd name="T35" fmla="*/ 15 h 36"/>
                <a:gd name="T36" fmla="*/ 39 w 42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6">
                  <a:moveTo>
                    <a:pt x="39" y="12"/>
                  </a:moveTo>
                  <a:cubicBezTo>
                    <a:pt x="36" y="12"/>
                    <a:pt x="28" y="11"/>
                    <a:pt x="28" y="11"/>
                  </a:cubicBezTo>
                  <a:cubicBezTo>
                    <a:pt x="28" y="11"/>
                    <a:pt x="23" y="2"/>
                    <a:pt x="22" y="1"/>
                  </a:cubicBezTo>
                  <a:cubicBezTo>
                    <a:pt x="22" y="1"/>
                    <a:pt x="22" y="0"/>
                    <a:pt x="21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6"/>
                    <a:pt x="9" y="36"/>
                    <a:pt x="11" y="36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6"/>
                  </a:cubicBezTo>
                  <a:cubicBezTo>
                    <a:pt x="33" y="36"/>
                    <a:pt x="34" y="36"/>
                    <a:pt x="34" y="34"/>
                  </a:cubicBezTo>
                  <a:cubicBezTo>
                    <a:pt x="33" y="32"/>
                    <a:pt x="32" y="23"/>
                    <a:pt x="32" y="23"/>
                  </a:cubicBezTo>
                  <a:cubicBezTo>
                    <a:pt x="32" y="23"/>
                    <a:pt x="39" y="16"/>
                    <a:pt x="40" y="15"/>
                  </a:cubicBezTo>
                  <a:cubicBezTo>
                    <a:pt x="40" y="14"/>
                    <a:pt x="42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51"/>
            <p:cNvSpPr>
              <a:spLocks/>
            </p:cNvSpPr>
            <p:nvPr/>
          </p:nvSpPr>
          <p:spPr bwMode="auto">
            <a:xfrm>
              <a:off x="6561138" y="1160022"/>
              <a:ext cx="153988" cy="134938"/>
            </a:xfrm>
            <a:custGeom>
              <a:avLst/>
              <a:gdLst>
                <a:gd name="T0" fmla="*/ 39 w 41"/>
                <a:gd name="T1" fmla="*/ 13 h 36"/>
                <a:gd name="T2" fmla="*/ 27 w 41"/>
                <a:gd name="T3" fmla="*/ 11 h 36"/>
                <a:gd name="T4" fmla="*/ 22 w 41"/>
                <a:gd name="T5" fmla="*/ 1 h 36"/>
                <a:gd name="T6" fmla="*/ 20 w 41"/>
                <a:gd name="T7" fmla="*/ 0 h 36"/>
                <a:gd name="T8" fmla="*/ 19 w 41"/>
                <a:gd name="T9" fmla="*/ 1 h 36"/>
                <a:gd name="T10" fmla="*/ 14 w 41"/>
                <a:gd name="T11" fmla="*/ 11 h 36"/>
                <a:gd name="T12" fmla="*/ 3 w 41"/>
                <a:gd name="T13" fmla="*/ 13 h 36"/>
                <a:gd name="T14" fmla="*/ 2 w 41"/>
                <a:gd name="T15" fmla="*/ 15 h 36"/>
                <a:gd name="T16" fmla="*/ 10 w 41"/>
                <a:gd name="T17" fmla="*/ 23 h 36"/>
                <a:gd name="T18" fmla="*/ 8 w 41"/>
                <a:gd name="T19" fmla="*/ 34 h 36"/>
                <a:gd name="T20" fmla="*/ 10 w 41"/>
                <a:gd name="T21" fmla="*/ 36 h 36"/>
                <a:gd name="T22" fmla="*/ 20 w 41"/>
                <a:gd name="T23" fmla="*/ 30 h 36"/>
                <a:gd name="T24" fmla="*/ 21 w 41"/>
                <a:gd name="T25" fmla="*/ 30 h 36"/>
                <a:gd name="T26" fmla="*/ 21 w 41"/>
                <a:gd name="T27" fmla="*/ 30 h 36"/>
                <a:gd name="T28" fmla="*/ 31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9 w 41"/>
                <a:gd name="T37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36">
                  <a:moveTo>
                    <a:pt x="39" y="13"/>
                  </a:move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2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6" y="8"/>
                    <a:pt x="14" y="11"/>
                  </a:cubicBezTo>
                  <a:cubicBezTo>
                    <a:pt x="14" y="11"/>
                    <a:pt x="5" y="12"/>
                    <a:pt x="3" y="13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9" y="32"/>
                    <a:pt x="8" y="34"/>
                  </a:cubicBezTo>
                  <a:cubicBezTo>
                    <a:pt x="8" y="36"/>
                    <a:pt x="9" y="36"/>
                    <a:pt x="10" y="36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6"/>
                  </a:cubicBezTo>
                  <a:cubicBezTo>
                    <a:pt x="32" y="36"/>
                    <a:pt x="33" y="36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9" y="13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4087813" y="1561659"/>
              <a:ext cx="157163" cy="134938"/>
            </a:xfrm>
            <a:custGeom>
              <a:avLst/>
              <a:gdLst>
                <a:gd name="T0" fmla="*/ 21 w 42"/>
                <a:gd name="T1" fmla="*/ 0 h 36"/>
                <a:gd name="T2" fmla="*/ 21 w 42"/>
                <a:gd name="T3" fmla="*/ 0 h 36"/>
                <a:gd name="T4" fmla="*/ 20 w 42"/>
                <a:gd name="T5" fmla="*/ 1 h 36"/>
                <a:gd name="T6" fmla="*/ 15 w 42"/>
                <a:gd name="T7" fmla="*/ 11 h 36"/>
                <a:gd name="T8" fmla="*/ 3 w 42"/>
                <a:gd name="T9" fmla="*/ 13 h 36"/>
                <a:gd name="T10" fmla="*/ 3 w 42"/>
                <a:gd name="T11" fmla="*/ 16 h 36"/>
                <a:gd name="T12" fmla="*/ 11 w 42"/>
                <a:gd name="T13" fmla="*/ 23 h 36"/>
                <a:gd name="T14" fmla="*/ 9 w 42"/>
                <a:gd name="T15" fmla="*/ 34 h 36"/>
                <a:gd name="T16" fmla="*/ 10 w 42"/>
                <a:gd name="T17" fmla="*/ 36 h 36"/>
                <a:gd name="T18" fmla="*/ 11 w 42"/>
                <a:gd name="T19" fmla="*/ 36 h 36"/>
                <a:gd name="T20" fmla="*/ 21 w 42"/>
                <a:gd name="T21" fmla="*/ 30 h 36"/>
                <a:gd name="T22" fmla="*/ 21 w 42"/>
                <a:gd name="T23" fmla="*/ 30 h 36"/>
                <a:gd name="T24" fmla="*/ 22 w 42"/>
                <a:gd name="T25" fmla="*/ 30 h 36"/>
                <a:gd name="T26" fmla="*/ 32 w 42"/>
                <a:gd name="T27" fmla="*/ 36 h 36"/>
                <a:gd name="T28" fmla="*/ 33 w 42"/>
                <a:gd name="T29" fmla="*/ 36 h 36"/>
                <a:gd name="T30" fmla="*/ 33 w 42"/>
                <a:gd name="T31" fmla="*/ 34 h 36"/>
                <a:gd name="T32" fmla="*/ 32 w 42"/>
                <a:gd name="T33" fmla="*/ 23 h 36"/>
                <a:gd name="T34" fmla="*/ 39 w 42"/>
                <a:gd name="T35" fmla="*/ 16 h 36"/>
                <a:gd name="T36" fmla="*/ 39 w 42"/>
                <a:gd name="T37" fmla="*/ 13 h 36"/>
                <a:gd name="T38" fmla="*/ 28 w 42"/>
                <a:gd name="T39" fmla="*/ 11 h 36"/>
                <a:gd name="T40" fmla="*/ 22 w 42"/>
                <a:gd name="T41" fmla="*/ 2 h 36"/>
                <a:gd name="T42" fmla="*/ 21 w 42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6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1"/>
                    <a:pt x="20" y="1"/>
                  </a:cubicBezTo>
                  <a:cubicBezTo>
                    <a:pt x="19" y="3"/>
                    <a:pt x="16" y="9"/>
                    <a:pt x="15" y="11"/>
                  </a:cubicBezTo>
                  <a:cubicBezTo>
                    <a:pt x="15" y="11"/>
                    <a:pt x="6" y="13"/>
                    <a:pt x="3" y="13"/>
                  </a:cubicBezTo>
                  <a:cubicBezTo>
                    <a:pt x="0" y="13"/>
                    <a:pt x="2" y="15"/>
                    <a:pt x="3" y="16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3"/>
                    <a:pt x="9" y="34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6"/>
                  </a:cubicBezTo>
                  <a:cubicBezTo>
                    <a:pt x="32" y="36"/>
                    <a:pt x="32" y="36"/>
                    <a:pt x="33" y="36"/>
                  </a:cubicBezTo>
                  <a:cubicBezTo>
                    <a:pt x="33" y="36"/>
                    <a:pt x="34" y="36"/>
                    <a:pt x="33" y="34"/>
                  </a:cubicBezTo>
                  <a:cubicBezTo>
                    <a:pt x="33" y="33"/>
                    <a:pt x="32" y="23"/>
                    <a:pt x="32" y="23"/>
                  </a:cubicBezTo>
                  <a:cubicBezTo>
                    <a:pt x="32" y="23"/>
                    <a:pt x="39" y="16"/>
                    <a:pt x="39" y="16"/>
                  </a:cubicBezTo>
                  <a:cubicBezTo>
                    <a:pt x="40" y="15"/>
                    <a:pt x="42" y="13"/>
                    <a:pt x="39" y="13"/>
                  </a:cubicBezTo>
                  <a:cubicBezTo>
                    <a:pt x="36" y="13"/>
                    <a:pt x="28" y="11"/>
                    <a:pt x="28" y="11"/>
                  </a:cubicBezTo>
                  <a:cubicBezTo>
                    <a:pt x="28" y="11"/>
                    <a:pt x="23" y="3"/>
                    <a:pt x="22" y="2"/>
                  </a:cubicBezTo>
                  <a:cubicBezTo>
                    <a:pt x="22" y="1"/>
                    <a:pt x="22" y="0"/>
                    <a:pt x="21" y="0"/>
                  </a:cubicBezTo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5724525" y="2282384"/>
              <a:ext cx="157163" cy="139700"/>
            </a:xfrm>
            <a:custGeom>
              <a:avLst/>
              <a:gdLst>
                <a:gd name="T0" fmla="*/ 39 w 42"/>
                <a:gd name="T1" fmla="*/ 13 h 37"/>
                <a:gd name="T2" fmla="*/ 28 w 42"/>
                <a:gd name="T3" fmla="*/ 12 h 37"/>
                <a:gd name="T4" fmla="*/ 22 w 42"/>
                <a:gd name="T5" fmla="*/ 2 h 37"/>
                <a:gd name="T6" fmla="*/ 21 w 42"/>
                <a:gd name="T7" fmla="*/ 1 h 37"/>
                <a:gd name="T8" fmla="*/ 20 w 42"/>
                <a:gd name="T9" fmla="*/ 2 h 37"/>
                <a:gd name="T10" fmla="*/ 15 w 42"/>
                <a:gd name="T11" fmla="*/ 12 h 37"/>
                <a:gd name="T12" fmla="*/ 3 w 42"/>
                <a:gd name="T13" fmla="*/ 13 h 37"/>
                <a:gd name="T14" fmla="*/ 3 w 42"/>
                <a:gd name="T15" fmla="*/ 16 h 37"/>
                <a:gd name="T16" fmla="*/ 11 w 42"/>
                <a:gd name="T17" fmla="*/ 23 h 37"/>
                <a:gd name="T18" fmla="*/ 9 w 42"/>
                <a:gd name="T19" fmla="*/ 35 h 37"/>
                <a:gd name="T20" fmla="*/ 11 w 42"/>
                <a:gd name="T21" fmla="*/ 36 h 37"/>
                <a:gd name="T22" fmla="*/ 21 w 42"/>
                <a:gd name="T23" fmla="*/ 31 h 37"/>
                <a:gd name="T24" fmla="*/ 21 w 42"/>
                <a:gd name="T25" fmla="*/ 30 h 37"/>
                <a:gd name="T26" fmla="*/ 22 w 42"/>
                <a:gd name="T27" fmla="*/ 31 h 37"/>
                <a:gd name="T28" fmla="*/ 32 w 42"/>
                <a:gd name="T29" fmla="*/ 36 h 37"/>
                <a:gd name="T30" fmla="*/ 34 w 42"/>
                <a:gd name="T31" fmla="*/ 35 h 37"/>
                <a:gd name="T32" fmla="*/ 32 w 42"/>
                <a:gd name="T33" fmla="*/ 23 h 37"/>
                <a:gd name="T34" fmla="*/ 40 w 42"/>
                <a:gd name="T35" fmla="*/ 16 h 37"/>
                <a:gd name="T36" fmla="*/ 39 w 42"/>
                <a:gd name="T37" fmla="*/ 1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7">
                  <a:moveTo>
                    <a:pt x="39" y="13"/>
                  </a:moveTo>
                  <a:cubicBezTo>
                    <a:pt x="36" y="13"/>
                    <a:pt x="28" y="12"/>
                    <a:pt x="28" y="12"/>
                  </a:cubicBezTo>
                  <a:cubicBezTo>
                    <a:pt x="28" y="12"/>
                    <a:pt x="23" y="3"/>
                    <a:pt x="22" y="2"/>
                  </a:cubicBezTo>
                  <a:cubicBezTo>
                    <a:pt x="22" y="1"/>
                    <a:pt x="22" y="0"/>
                    <a:pt x="21" y="1"/>
                  </a:cubicBezTo>
                  <a:cubicBezTo>
                    <a:pt x="21" y="1"/>
                    <a:pt x="20" y="1"/>
                    <a:pt x="20" y="2"/>
                  </a:cubicBezTo>
                  <a:cubicBezTo>
                    <a:pt x="19" y="4"/>
                    <a:pt x="16" y="9"/>
                    <a:pt x="15" y="12"/>
                  </a:cubicBezTo>
                  <a:cubicBezTo>
                    <a:pt x="15" y="12"/>
                    <a:pt x="6" y="13"/>
                    <a:pt x="3" y="13"/>
                  </a:cubicBezTo>
                  <a:cubicBezTo>
                    <a:pt x="0" y="14"/>
                    <a:pt x="2" y="15"/>
                    <a:pt x="3" y="16"/>
                  </a:cubicBezTo>
                  <a:cubicBezTo>
                    <a:pt x="4" y="17"/>
                    <a:pt x="11" y="23"/>
                    <a:pt x="11" y="23"/>
                  </a:cubicBezTo>
                  <a:cubicBezTo>
                    <a:pt x="11" y="23"/>
                    <a:pt x="9" y="33"/>
                    <a:pt x="9" y="35"/>
                  </a:cubicBezTo>
                  <a:cubicBezTo>
                    <a:pt x="8" y="37"/>
                    <a:pt x="9" y="37"/>
                    <a:pt x="11" y="36"/>
                  </a:cubicBezTo>
                  <a:cubicBezTo>
                    <a:pt x="12" y="36"/>
                    <a:pt x="21" y="31"/>
                    <a:pt x="21" y="31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31" y="36"/>
                    <a:pt x="32" y="36"/>
                  </a:cubicBezTo>
                  <a:cubicBezTo>
                    <a:pt x="33" y="37"/>
                    <a:pt x="34" y="37"/>
                    <a:pt x="34" y="35"/>
                  </a:cubicBezTo>
                  <a:cubicBezTo>
                    <a:pt x="33" y="33"/>
                    <a:pt x="32" y="23"/>
                    <a:pt x="32" y="23"/>
                  </a:cubicBezTo>
                  <a:cubicBezTo>
                    <a:pt x="32" y="23"/>
                    <a:pt x="39" y="17"/>
                    <a:pt x="40" y="16"/>
                  </a:cubicBezTo>
                  <a:cubicBezTo>
                    <a:pt x="40" y="15"/>
                    <a:pt x="42" y="14"/>
                    <a:pt x="39" y="13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11095038" y="817122"/>
              <a:ext cx="158750" cy="136525"/>
            </a:xfrm>
            <a:custGeom>
              <a:avLst/>
              <a:gdLst>
                <a:gd name="T0" fmla="*/ 21 w 42"/>
                <a:gd name="T1" fmla="*/ 0 h 36"/>
                <a:gd name="T2" fmla="*/ 21 w 42"/>
                <a:gd name="T3" fmla="*/ 0 h 36"/>
                <a:gd name="T4" fmla="*/ 20 w 42"/>
                <a:gd name="T5" fmla="*/ 1 h 36"/>
                <a:gd name="T6" fmla="*/ 15 w 42"/>
                <a:gd name="T7" fmla="*/ 11 h 36"/>
                <a:gd name="T8" fmla="*/ 3 w 42"/>
                <a:gd name="T9" fmla="*/ 12 h 36"/>
                <a:gd name="T10" fmla="*/ 3 w 42"/>
                <a:gd name="T11" fmla="*/ 15 h 36"/>
                <a:gd name="T12" fmla="*/ 11 w 42"/>
                <a:gd name="T13" fmla="*/ 23 h 36"/>
                <a:gd name="T14" fmla="*/ 9 w 42"/>
                <a:gd name="T15" fmla="*/ 34 h 36"/>
                <a:gd name="T16" fmla="*/ 9 w 42"/>
                <a:gd name="T17" fmla="*/ 36 h 36"/>
                <a:gd name="T18" fmla="*/ 10 w 42"/>
                <a:gd name="T19" fmla="*/ 35 h 36"/>
                <a:gd name="T20" fmla="*/ 20 w 42"/>
                <a:gd name="T21" fmla="*/ 30 h 36"/>
                <a:gd name="T22" fmla="*/ 21 w 42"/>
                <a:gd name="T23" fmla="*/ 30 h 36"/>
                <a:gd name="T24" fmla="*/ 22 w 42"/>
                <a:gd name="T25" fmla="*/ 30 h 36"/>
                <a:gd name="T26" fmla="*/ 32 w 42"/>
                <a:gd name="T27" fmla="*/ 35 h 36"/>
                <a:gd name="T28" fmla="*/ 33 w 42"/>
                <a:gd name="T29" fmla="*/ 36 h 36"/>
                <a:gd name="T30" fmla="*/ 33 w 42"/>
                <a:gd name="T31" fmla="*/ 34 h 36"/>
                <a:gd name="T32" fmla="*/ 31 w 42"/>
                <a:gd name="T33" fmla="*/ 23 h 36"/>
                <a:gd name="T34" fmla="*/ 39 w 42"/>
                <a:gd name="T35" fmla="*/ 15 h 36"/>
                <a:gd name="T36" fmla="*/ 39 w 42"/>
                <a:gd name="T37" fmla="*/ 12 h 36"/>
                <a:gd name="T38" fmla="*/ 27 w 42"/>
                <a:gd name="T39" fmla="*/ 11 h 36"/>
                <a:gd name="T40" fmla="*/ 22 w 42"/>
                <a:gd name="T41" fmla="*/ 1 h 36"/>
                <a:gd name="T42" fmla="*/ 21 w 42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6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5"/>
                    <a:pt x="9" y="36"/>
                    <a:pt x="9" y="36"/>
                  </a:cubicBezTo>
                  <a:cubicBezTo>
                    <a:pt x="10" y="36"/>
                    <a:pt x="10" y="36"/>
                    <a:pt x="10" y="35"/>
                  </a:cubicBezTo>
                  <a:cubicBezTo>
                    <a:pt x="12" y="35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0" y="35"/>
                    <a:pt x="32" y="35"/>
                  </a:cubicBezTo>
                  <a:cubicBezTo>
                    <a:pt x="32" y="36"/>
                    <a:pt x="32" y="36"/>
                    <a:pt x="33" y="36"/>
                  </a:cubicBezTo>
                  <a:cubicBezTo>
                    <a:pt x="33" y="36"/>
                    <a:pt x="34" y="35"/>
                    <a:pt x="33" y="34"/>
                  </a:cubicBezTo>
                  <a:cubicBezTo>
                    <a:pt x="33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2" y="13"/>
                    <a:pt x="39" y="12"/>
                  </a:cubicBez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3" y="2"/>
                    <a:pt x="22" y="1"/>
                  </a:cubicBezTo>
                  <a:cubicBezTo>
                    <a:pt x="22" y="0"/>
                    <a:pt x="21" y="0"/>
                    <a:pt x="21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56"/>
            <p:cNvSpPr>
              <a:spLocks/>
            </p:cNvSpPr>
            <p:nvPr/>
          </p:nvSpPr>
          <p:spPr bwMode="auto">
            <a:xfrm>
              <a:off x="9440863" y="269434"/>
              <a:ext cx="153988" cy="134938"/>
            </a:xfrm>
            <a:custGeom>
              <a:avLst/>
              <a:gdLst>
                <a:gd name="T0" fmla="*/ 20 w 41"/>
                <a:gd name="T1" fmla="*/ 0 h 36"/>
                <a:gd name="T2" fmla="*/ 20 w 41"/>
                <a:gd name="T3" fmla="*/ 0 h 36"/>
                <a:gd name="T4" fmla="*/ 19 w 41"/>
                <a:gd name="T5" fmla="*/ 1 h 36"/>
                <a:gd name="T6" fmla="*/ 14 w 41"/>
                <a:gd name="T7" fmla="*/ 11 h 36"/>
                <a:gd name="T8" fmla="*/ 2 w 41"/>
                <a:gd name="T9" fmla="*/ 12 h 36"/>
                <a:gd name="T10" fmla="*/ 2 w 41"/>
                <a:gd name="T11" fmla="*/ 15 h 36"/>
                <a:gd name="T12" fmla="*/ 10 w 41"/>
                <a:gd name="T13" fmla="*/ 23 h 36"/>
                <a:gd name="T14" fmla="*/ 8 w 41"/>
                <a:gd name="T15" fmla="*/ 34 h 36"/>
                <a:gd name="T16" fmla="*/ 9 w 41"/>
                <a:gd name="T17" fmla="*/ 36 h 36"/>
                <a:gd name="T18" fmla="*/ 10 w 41"/>
                <a:gd name="T19" fmla="*/ 35 h 36"/>
                <a:gd name="T20" fmla="*/ 20 w 41"/>
                <a:gd name="T21" fmla="*/ 30 h 36"/>
                <a:gd name="T22" fmla="*/ 20 w 41"/>
                <a:gd name="T23" fmla="*/ 29 h 36"/>
                <a:gd name="T24" fmla="*/ 21 w 41"/>
                <a:gd name="T25" fmla="*/ 30 h 36"/>
                <a:gd name="T26" fmla="*/ 31 w 41"/>
                <a:gd name="T27" fmla="*/ 35 h 36"/>
                <a:gd name="T28" fmla="*/ 32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8 w 41"/>
                <a:gd name="T37" fmla="*/ 12 h 36"/>
                <a:gd name="T38" fmla="*/ 27 w 41"/>
                <a:gd name="T39" fmla="*/ 11 h 36"/>
                <a:gd name="T40" fmla="*/ 21 w 41"/>
                <a:gd name="T41" fmla="*/ 1 h 36"/>
                <a:gd name="T42" fmla="*/ 20 w 41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36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8" y="32"/>
                    <a:pt x="8" y="34"/>
                  </a:cubicBezTo>
                  <a:cubicBezTo>
                    <a:pt x="8" y="35"/>
                    <a:pt x="8" y="36"/>
                    <a:pt x="9" y="36"/>
                  </a:cubicBezTo>
                  <a:cubicBezTo>
                    <a:pt x="9" y="36"/>
                    <a:pt x="9" y="36"/>
                    <a:pt x="10" y="35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5"/>
                  </a:cubicBezTo>
                  <a:cubicBezTo>
                    <a:pt x="31" y="36"/>
                    <a:pt x="32" y="36"/>
                    <a:pt x="32" y="36"/>
                  </a:cubicBezTo>
                  <a:cubicBezTo>
                    <a:pt x="33" y="36"/>
                    <a:pt x="33" y="35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8" y="12"/>
                  </a:cubicBez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1" y="1"/>
                  </a:cubicBezTo>
                  <a:cubicBezTo>
                    <a:pt x="21" y="0"/>
                    <a:pt x="21" y="0"/>
                    <a:pt x="20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57"/>
            <p:cNvSpPr>
              <a:spLocks/>
            </p:cNvSpPr>
            <p:nvPr/>
          </p:nvSpPr>
          <p:spPr bwMode="auto">
            <a:xfrm>
              <a:off x="3705225" y="28134"/>
              <a:ext cx="153988" cy="134938"/>
            </a:xfrm>
            <a:custGeom>
              <a:avLst/>
              <a:gdLst>
                <a:gd name="T0" fmla="*/ 20 w 41"/>
                <a:gd name="T1" fmla="*/ 0 h 36"/>
                <a:gd name="T2" fmla="*/ 20 w 41"/>
                <a:gd name="T3" fmla="*/ 0 h 36"/>
                <a:gd name="T4" fmla="*/ 19 w 41"/>
                <a:gd name="T5" fmla="*/ 1 h 36"/>
                <a:gd name="T6" fmla="*/ 14 w 41"/>
                <a:gd name="T7" fmla="*/ 11 h 36"/>
                <a:gd name="T8" fmla="*/ 2 w 41"/>
                <a:gd name="T9" fmla="*/ 13 h 36"/>
                <a:gd name="T10" fmla="*/ 2 w 41"/>
                <a:gd name="T11" fmla="*/ 15 h 36"/>
                <a:gd name="T12" fmla="*/ 10 w 41"/>
                <a:gd name="T13" fmla="*/ 23 h 36"/>
                <a:gd name="T14" fmla="*/ 8 w 41"/>
                <a:gd name="T15" fmla="*/ 34 h 36"/>
                <a:gd name="T16" fmla="*/ 9 w 41"/>
                <a:gd name="T17" fmla="*/ 36 h 36"/>
                <a:gd name="T18" fmla="*/ 10 w 41"/>
                <a:gd name="T19" fmla="*/ 36 h 36"/>
                <a:gd name="T20" fmla="*/ 20 w 41"/>
                <a:gd name="T21" fmla="*/ 30 h 36"/>
                <a:gd name="T22" fmla="*/ 20 w 41"/>
                <a:gd name="T23" fmla="*/ 30 h 36"/>
                <a:gd name="T24" fmla="*/ 21 w 41"/>
                <a:gd name="T25" fmla="*/ 30 h 36"/>
                <a:gd name="T26" fmla="*/ 31 w 41"/>
                <a:gd name="T27" fmla="*/ 36 h 36"/>
                <a:gd name="T28" fmla="*/ 32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8 w 41"/>
                <a:gd name="T37" fmla="*/ 13 h 36"/>
                <a:gd name="T38" fmla="*/ 27 w 41"/>
                <a:gd name="T39" fmla="*/ 11 h 36"/>
                <a:gd name="T40" fmla="*/ 21 w 41"/>
                <a:gd name="T41" fmla="*/ 1 h 36"/>
                <a:gd name="T42" fmla="*/ 20 w 41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36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9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3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8" y="32"/>
                    <a:pt x="8" y="34"/>
                  </a:cubicBezTo>
                  <a:cubicBezTo>
                    <a:pt x="8" y="35"/>
                    <a:pt x="8" y="36"/>
                    <a:pt x="9" y="36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6"/>
                  </a:cubicBezTo>
                  <a:cubicBezTo>
                    <a:pt x="31" y="36"/>
                    <a:pt x="32" y="36"/>
                    <a:pt x="32" y="36"/>
                  </a:cubicBezTo>
                  <a:cubicBezTo>
                    <a:pt x="32" y="36"/>
                    <a:pt x="33" y="35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8" y="13"/>
                  </a:cubicBezTo>
                  <a:cubicBezTo>
                    <a:pt x="35" y="12"/>
                    <a:pt x="27" y="11"/>
                    <a:pt x="27" y="11"/>
                  </a:cubicBezTo>
                  <a:cubicBezTo>
                    <a:pt x="27" y="11"/>
                    <a:pt x="22" y="2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58"/>
            <p:cNvSpPr>
              <a:spLocks/>
            </p:cNvSpPr>
            <p:nvPr/>
          </p:nvSpPr>
          <p:spPr bwMode="auto">
            <a:xfrm>
              <a:off x="1003300" y="764734"/>
              <a:ext cx="153988" cy="134938"/>
            </a:xfrm>
            <a:custGeom>
              <a:avLst/>
              <a:gdLst>
                <a:gd name="T0" fmla="*/ 39 w 41"/>
                <a:gd name="T1" fmla="*/ 12 h 36"/>
                <a:gd name="T2" fmla="*/ 27 w 41"/>
                <a:gd name="T3" fmla="*/ 11 h 36"/>
                <a:gd name="T4" fmla="*/ 22 w 41"/>
                <a:gd name="T5" fmla="*/ 1 h 36"/>
                <a:gd name="T6" fmla="*/ 20 w 41"/>
                <a:gd name="T7" fmla="*/ 0 h 36"/>
                <a:gd name="T8" fmla="*/ 19 w 41"/>
                <a:gd name="T9" fmla="*/ 1 h 36"/>
                <a:gd name="T10" fmla="*/ 14 w 41"/>
                <a:gd name="T11" fmla="*/ 11 h 36"/>
                <a:gd name="T12" fmla="*/ 2 w 41"/>
                <a:gd name="T13" fmla="*/ 12 h 36"/>
                <a:gd name="T14" fmla="*/ 2 w 41"/>
                <a:gd name="T15" fmla="*/ 15 h 36"/>
                <a:gd name="T16" fmla="*/ 10 w 41"/>
                <a:gd name="T17" fmla="*/ 23 h 36"/>
                <a:gd name="T18" fmla="*/ 8 w 41"/>
                <a:gd name="T19" fmla="*/ 34 h 36"/>
                <a:gd name="T20" fmla="*/ 10 w 41"/>
                <a:gd name="T21" fmla="*/ 35 h 36"/>
                <a:gd name="T22" fmla="*/ 20 w 41"/>
                <a:gd name="T23" fmla="*/ 30 h 36"/>
                <a:gd name="T24" fmla="*/ 20 w 41"/>
                <a:gd name="T25" fmla="*/ 29 h 36"/>
                <a:gd name="T26" fmla="*/ 21 w 41"/>
                <a:gd name="T27" fmla="*/ 30 h 36"/>
                <a:gd name="T28" fmla="*/ 31 w 41"/>
                <a:gd name="T29" fmla="*/ 35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9 w 41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36">
                  <a:moveTo>
                    <a:pt x="39" y="12"/>
                  </a:move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2" y="1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9" y="32"/>
                    <a:pt x="8" y="34"/>
                  </a:cubicBezTo>
                  <a:cubicBezTo>
                    <a:pt x="8" y="36"/>
                    <a:pt x="9" y="36"/>
                    <a:pt x="10" y="35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5"/>
                  </a:cubicBezTo>
                  <a:cubicBezTo>
                    <a:pt x="32" y="36"/>
                    <a:pt x="33" y="36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59"/>
            <p:cNvSpPr>
              <a:spLocks/>
            </p:cNvSpPr>
            <p:nvPr/>
          </p:nvSpPr>
          <p:spPr bwMode="auto">
            <a:xfrm>
              <a:off x="4346575" y="764734"/>
              <a:ext cx="158750" cy="134938"/>
            </a:xfrm>
            <a:custGeom>
              <a:avLst/>
              <a:gdLst>
                <a:gd name="T0" fmla="*/ 39 w 42"/>
                <a:gd name="T1" fmla="*/ 12 h 36"/>
                <a:gd name="T2" fmla="*/ 28 w 42"/>
                <a:gd name="T3" fmla="*/ 11 h 36"/>
                <a:gd name="T4" fmla="*/ 22 w 42"/>
                <a:gd name="T5" fmla="*/ 1 h 36"/>
                <a:gd name="T6" fmla="*/ 21 w 42"/>
                <a:gd name="T7" fmla="*/ 0 h 36"/>
                <a:gd name="T8" fmla="*/ 20 w 42"/>
                <a:gd name="T9" fmla="*/ 1 h 36"/>
                <a:gd name="T10" fmla="*/ 15 w 42"/>
                <a:gd name="T11" fmla="*/ 11 h 36"/>
                <a:gd name="T12" fmla="*/ 3 w 42"/>
                <a:gd name="T13" fmla="*/ 12 h 36"/>
                <a:gd name="T14" fmla="*/ 3 w 42"/>
                <a:gd name="T15" fmla="*/ 15 h 36"/>
                <a:gd name="T16" fmla="*/ 11 w 42"/>
                <a:gd name="T17" fmla="*/ 23 h 36"/>
                <a:gd name="T18" fmla="*/ 9 w 42"/>
                <a:gd name="T19" fmla="*/ 34 h 36"/>
                <a:gd name="T20" fmla="*/ 11 w 42"/>
                <a:gd name="T21" fmla="*/ 35 h 36"/>
                <a:gd name="T22" fmla="*/ 21 w 42"/>
                <a:gd name="T23" fmla="*/ 30 h 36"/>
                <a:gd name="T24" fmla="*/ 21 w 42"/>
                <a:gd name="T25" fmla="*/ 29 h 36"/>
                <a:gd name="T26" fmla="*/ 22 w 42"/>
                <a:gd name="T27" fmla="*/ 30 h 36"/>
                <a:gd name="T28" fmla="*/ 32 w 42"/>
                <a:gd name="T29" fmla="*/ 35 h 36"/>
                <a:gd name="T30" fmla="*/ 34 w 42"/>
                <a:gd name="T31" fmla="*/ 34 h 36"/>
                <a:gd name="T32" fmla="*/ 32 w 42"/>
                <a:gd name="T33" fmla="*/ 23 h 36"/>
                <a:gd name="T34" fmla="*/ 40 w 42"/>
                <a:gd name="T35" fmla="*/ 15 h 36"/>
                <a:gd name="T36" fmla="*/ 39 w 42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6">
                  <a:moveTo>
                    <a:pt x="39" y="12"/>
                  </a:moveTo>
                  <a:cubicBezTo>
                    <a:pt x="36" y="12"/>
                    <a:pt x="28" y="11"/>
                    <a:pt x="28" y="11"/>
                  </a:cubicBezTo>
                  <a:cubicBezTo>
                    <a:pt x="28" y="11"/>
                    <a:pt x="23" y="2"/>
                    <a:pt x="22" y="1"/>
                  </a:cubicBezTo>
                  <a:cubicBezTo>
                    <a:pt x="22" y="0"/>
                    <a:pt x="22" y="0"/>
                    <a:pt x="21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6"/>
                    <a:pt x="9" y="36"/>
                    <a:pt x="11" y="35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5"/>
                  </a:cubicBezTo>
                  <a:cubicBezTo>
                    <a:pt x="33" y="36"/>
                    <a:pt x="34" y="36"/>
                    <a:pt x="34" y="34"/>
                  </a:cubicBezTo>
                  <a:cubicBezTo>
                    <a:pt x="33" y="32"/>
                    <a:pt x="32" y="23"/>
                    <a:pt x="32" y="23"/>
                  </a:cubicBezTo>
                  <a:cubicBezTo>
                    <a:pt x="32" y="23"/>
                    <a:pt x="39" y="16"/>
                    <a:pt x="40" y="15"/>
                  </a:cubicBezTo>
                  <a:cubicBezTo>
                    <a:pt x="40" y="14"/>
                    <a:pt x="42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-447676" y="798072"/>
              <a:ext cx="13354050" cy="3960812"/>
              <a:chOff x="-447676" y="798072"/>
              <a:chExt cx="13354050" cy="3960812"/>
            </a:xfrm>
          </p:grpSpPr>
          <p:sp>
            <p:nvSpPr>
              <p:cNvPr id="9" name="Freeform 5"/>
              <p:cNvSpPr>
                <a:spLocks/>
              </p:cNvSpPr>
              <p:nvPr/>
            </p:nvSpPr>
            <p:spPr bwMode="auto">
              <a:xfrm>
                <a:off x="8220075" y="798072"/>
                <a:ext cx="3752850" cy="2517775"/>
              </a:xfrm>
              <a:custGeom>
                <a:avLst/>
                <a:gdLst>
                  <a:gd name="T0" fmla="*/ 2045 w 2364"/>
                  <a:gd name="T1" fmla="*/ 1586 h 1586"/>
                  <a:gd name="T2" fmla="*/ 0 w 2364"/>
                  <a:gd name="T3" fmla="*/ 1586 h 1586"/>
                  <a:gd name="T4" fmla="*/ 1185 w 2364"/>
                  <a:gd name="T5" fmla="*/ 0 h 1586"/>
                  <a:gd name="T6" fmla="*/ 2364 w 2364"/>
                  <a:gd name="T7" fmla="*/ 1586 h 1586"/>
                  <a:gd name="T8" fmla="*/ 2045 w 2364"/>
                  <a:gd name="T9" fmla="*/ 1586 h 1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64" h="1586">
                    <a:moveTo>
                      <a:pt x="2045" y="1586"/>
                    </a:moveTo>
                    <a:lnTo>
                      <a:pt x="0" y="1586"/>
                    </a:lnTo>
                    <a:lnTo>
                      <a:pt x="1185" y="0"/>
                    </a:lnTo>
                    <a:lnTo>
                      <a:pt x="2364" y="1586"/>
                    </a:lnTo>
                    <a:lnTo>
                      <a:pt x="2045" y="1586"/>
                    </a:lnTo>
                    <a:close/>
                  </a:path>
                </a:pathLst>
              </a:custGeom>
              <a:solidFill>
                <a:srgbClr val="154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" name="Freeform 6"/>
              <p:cNvSpPr>
                <a:spLocks/>
              </p:cNvSpPr>
              <p:nvPr/>
            </p:nvSpPr>
            <p:spPr bwMode="auto">
              <a:xfrm>
                <a:off x="10101263" y="798072"/>
                <a:ext cx="1871663" cy="2517775"/>
              </a:xfrm>
              <a:custGeom>
                <a:avLst/>
                <a:gdLst>
                  <a:gd name="T0" fmla="*/ 1179 w 1179"/>
                  <a:gd name="T1" fmla="*/ 1586 h 1586"/>
                  <a:gd name="T2" fmla="*/ 860 w 1179"/>
                  <a:gd name="T3" fmla="*/ 1586 h 1586"/>
                  <a:gd name="T4" fmla="*/ 395 w 1179"/>
                  <a:gd name="T5" fmla="*/ 1586 h 1586"/>
                  <a:gd name="T6" fmla="*/ 0 w 1179"/>
                  <a:gd name="T7" fmla="*/ 0 h 1586"/>
                  <a:gd name="T8" fmla="*/ 1179 w 1179"/>
                  <a:gd name="T9" fmla="*/ 1586 h 1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9" h="1586">
                    <a:moveTo>
                      <a:pt x="1179" y="1586"/>
                    </a:moveTo>
                    <a:lnTo>
                      <a:pt x="860" y="1586"/>
                    </a:lnTo>
                    <a:lnTo>
                      <a:pt x="395" y="1586"/>
                    </a:lnTo>
                    <a:lnTo>
                      <a:pt x="0" y="0"/>
                    </a:lnTo>
                    <a:lnTo>
                      <a:pt x="1179" y="1586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" name="Freeform 7"/>
              <p:cNvSpPr>
                <a:spLocks/>
              </p:cNvSpPr>
              <p:nvPr/>
            </p:nvSpPr>
            <p:spPr bwMode="auto">
              <a:xfrm>
                <a:off x="9523413" y="798072"/>
                <a:ext cx="1204913" cy="2517775"/>
              </a:xfrm>
              <a:custGeom>
                <a:avLst/>
                <a:gdLst>
                  <a:gd name="T0" fmla="*/ 364 w 759"/>
                  <a:gd name="T1" fmla="*/ 0 h 1586"/>
                  <a:gd name="T2" fmla="*/ 0 w 759"/>
                  <a:gd name="T3" fmla="*/ 1586 h 1586"/>
                  <a:gd name="T4" fmla="*/ 759 w 759"/>
                  <a:gd name="T5" fmla="*/ 1586 h 1586"/>
                  <a:gd name="T6" fmla="*/ 364 w 759"/>
                  <a:gd name="T7" fmla="*/ 0 h 1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9" h="1586">
                    <a:moveTo>
                      <a:pt x="364" y="0"/>
                    </a:moveTo>
                    <a:lnTo>
                      <a:pt x="0" y="1586"/>
                    </a:lnTo>
                    <a:lnTo>
                      <a:pt x="759" y="1586"/>
                    </a:lnTo>
                    <a:lnTo>
                      <a:pt x="364" y="0"/>
                    </a:lnTo>
                    <a:close/>
                  </a:path>
                </a:pathLst>
              </a:custGeom>
              <a:solidFill>
                <a:srgbClr val="1B3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" name="Freeform 8"/>
              <p:cNvSpPr>
                <a:spLocks/>
              </p:cNvSpPr>
              <p:nvPr/>
            </p:nvSpPr>
            <p:spPr bwMode="auto">
              <a:xfrm>
                <a:off x="10101263" y="798072"/>
                <a:ext cx="558800" cy="895350"/>
              </a:xfrm>
              <a:custGeom>
                <a:avLst/>
                <a:gdLst>
                  <a:gd name="T0" fmla="*/ 0 w 149"/>
                  <a:gd name="T1" fmla="*/ 0 h 238"/>
                  <a:gd name="T2" fmla="*/ 149 w 149"/>
                  <a:gd name="T3" fmla="*/ 200 h 238"/>
                  <a:gd name="T4" fmla="*/ 141 w 149"/>
                  <a:gd name="T5" fmla="*/ 196 h 238"/>
                  <a:gd name="T6" fmla="*/ 105 w 149"/>
                  <a:gd name="T7" fmla="*/ 195 h 238"/>
                  <a:gd name="T8" fmla="*/ 104 w 149"/>
                  <a:gd name="T9" fmla="*/ 238 h 238"/>
                  <a:gd name="T10" fmla="*/ 55 w 149"/>
                  <a:gd name="T11" fmla="*/ 220 h 238"/>
                  <a:gd name="T12" fmla="*/ 0 w 149"/>
                  <a:gd name="T1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238">
                    <a:moveTo>
                      <a:pt x="0" y="0"/>
                    </a:moveTo>
                    <a:cubicBezTo>
                      <a:pt x="149" y="200"/>
                      <a:pt x="149" y="200"/>
                      <a:pt x="149" y="200"/>
                    </a:cubicBezTo>
                    <a:cubicBezTo>
                      <a:pt x="141" y="196"/>
                      <a:pt x="141" y="196"/>
                      <a:pt x="141" y="196"/>
                    </a:cubicBezTo>
                    <a:cubicBezTo>
                      <a:pt x="127" y="191"/>
                      <a:pt x="107" y="179"/>
                      <a:pt x="105" y="195"/>
                    </a:cubicBezTo>
                    <a:cubicBezTo>
                      <a:pt x="104" y="238"/>
                      <a:pt x="104" y="238"/>
                      <a:pt x="104" y="238"/>
                    </a:cubicBezTo>
                    <a:cubicBezTo>
                      <a:pt x="55" y="220"/>
                      <a:pt x="55" y="220"/>
                      <a:pt x="55" y="2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" name="Freeform 9"/>
              <p:cNvSpPr>
                <a:spLocks/>
              </p:cNvSpPr>
              <p:nvPr/>
            </p:nvSpPr>
            <p:spPr bwMode="auto">
              <a:xfrm>
                <a:off x="9920288" y="798072"/>
                <a:ext cx="387350" cy="1104900"/>
              </a:xfrm>
              <a:custGeom>
                <a:avLst/>
                <a:gdLst>
                  <a:gd name="T0" fmla="*/ 0 w 103"/>
                  <a:gd name="T1" fmla="*/ 209 h 294"/>
                  <a:gd name="T2" fmla="*/ 8 w 103"/>
                  <a:gd name="T3" fmla="*/ 289 h 294"/>
                  <a:gd name="T4" fmla="*/ 43 w 103"/>
                  <a:gd name="T5" fmla="*/ 238 h 294"/>
                  <a:gd name="T6" fmla="*/ 60 w 103"/>
                  <a:gd name="T7" fmla="*/ 238 h 294"/>
                  <a:gd name="T8" fmla="*/ 97 w 103"/>
                  <a:gd name="T9" fmla="*/ 294 h 294"/>
                  <a:gd name="T10" fmla="*/ 103 w 103"/>
                  <a:gd name="T11" fmla="*/ 220 h 294"/>
                  <a:gd name="T12" fmla="*/ 48 w 103"/>
                  <a:gd name="T13" fmla="*/ 0 h 294"/>
                  <a:gd name="T14" fmla="*/ 0 w 103"/>
                  <a:gd name="T15" fmla="*/ 209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3" h="294">
                    <a:moveTo>
                      <a:pt x="0" y="209"/>
                    </a:moveTo>
                    <a:cubicBezTo>
                      <a:pt x="8" y="289"/>
                      <a:pt x="8" y="289"/>
                      <a:pt x="8" y="289"/>
                    </a:cubicBezTo>
                    <a:cubicBezTo>
                      <a:pt x="43" y="238"/>
                      <a:pt x="43" y="238"/>
                      <a:pt x="43" y="238"/>
                    </a:cubicBezTo>
                    <a:cubicBezTo>
                      <a:pt x="47" y="232"/>
                      <a:pt x="56" y="232"/>
                      <a:pt x="60" y="238"/>
                    </a:cubicBezTo>
                    <a:cubicBezTo>
                      <a:pt x="97" y="294"/>
                      <a:pt x="97" y="294"/>
                      <a:pt x="97" y="294"/>
                    </a:cubicBezTo>
                    <a:cubicBezTo>
                      <a:pt x="103" y="220"/>
                      <a:pt x="103" y="220"/>
                      <a:pt x="103" y="220"/>
                    </a:cubicBezTo>
                    <a:cubicBezTo>
                      <a:pt x="48" y="0"/>
                      <a:pt x="48" y="0"/>
                      <a:pt x="48" y="0"/>
                    </a:cubicBezTo>
                    <a:lnTo>
                      <a:pt x="0" y="209"/>
                    </a:lnTo>
                    <a:close/>
                  </a:path>
                </a:pathLst>
              </a:custGeom>
              <a:solidFill>
                <a:srgbClr val="F6D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" name="Freeform 10"/>
              <p:cNvSpPr>
                <a:spLocks/>
              </p:cNvSpPr>
              <p:nvPr/>
            </p:nvSpPr>
            <p:spPr bwMode="auto">
              <a:xfrm>
                <a:off x="9469438" y="798072"/>
                <a:ext cx="631825" cy="958850"/>
              </a:xfrm>
              <a:custGeom>
                <a:avLst/>
                <a:gdLst>
                  <a:gd name="T0" fmla="*/ 168 w 168"/>
                  <a:gd name="T1" fmla="*/ 0 h 255"/>
                  <a:gd name="T2" fmla="*/ 0 w 168"/>
                  <a:gd name="T3" fmla="*/ 225 h 255"/>
                  <a:gd name="T4" fmla="*/ 50 w 168"/>
                  <a:gd name="T5" fmla="*/ 197 h 255"/>
                  <a:gd name="T6" fmla="*/ 68 w 168"/>
                  <a:gd name="T7" fmla="*/ 206 h 255"/>
                  <a:gd name="T8" fmla="*/ 68 w 168"/>
                  <a:gd name="T9" fmla="*/ 255 h 255"/>
                  <a:gd name="T10" fmla="*/ 120 w 168"/>
                  <a:gd name="T11" fmla="*/ 209 h 255"/>
                  <a:gd name="T12" fmla="*/ 168 w 168"/>
                  <a:gd name="T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8" h="255">
                    <a:moveTo>
                      <a:pt x="168" y="0"/>
                    </a:moveTo>
                    <a:cubicBezTo>
                      <a:pt x="0" y="225"/>
                      <a:pt x="0" y="225"/>
                      <a:pt x="0" y="225"/>
                    </a:cubicBezTo>
                    <a:cubicBezTo>
                      <a:pt x="50" y="197"/>
                      <a:pt x="50" y="197"/>
                      <a:pt x="50" y="197"/>
                    </a:cubicBezTo>
                    <a:cubicBezTo>
                      <a:pt x="57" y="192"/>
                      <a:pt x="67" y="197"/>
                      <a:pt x="68" y="206"/>
                    </a:cubicBezTo>
                    <a:cubicBezTo>
                      <a:pt x="68" y="255"/>
                      <a:pt x="68" y="255"/>
                      <a:pt x="68" y="255"/>
                    </a:cubicBezTo>
                    <a:cubicBezTo>
                      <a:pt x="120" y="209"/>
                      <a:pt x="120" y="209"/>
                      <a:pt x="120" y="209"/>
                    </a:cubicBezTo>
                    <a:lnTo>
                      <a:pt x="168" y="0"/>
                    </a:lnTo>
                    <a:close/>
                  </a:path>
                </a:pathLst>
              </a:custGeom>
              <a:solidFill>
                <a:srgbClr val="FA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Freeform 11"/>
              <p:cNvSpPr>
                <a:spLocks/>
              </p:cNvSpPr>
              <p:nvPr/>
            </p:nvSpPr>
            <p:spPr bwMode="auto">
              <a:xfrm>
                <a:off x="8167688" y="3180909"/>
                <a:ext cx="3929063" cy="112713"/>
              </a:xfrm>
              <a:custGeom>
                <a:avLst/>
                <a:gdLst>
                  <a:gd name="T0" fmla="*/ 1047 w 1047"/>
                  <a:gd name="T1" fmla="*/ 30 h 30"/>
                  <a:gd name="T2" fmla="*/ 1018 w 1047"/>
                  <a:gd name="T3" fmla="*/ 0 h 30"/>
                  <a:gd name="T4" fmla="*/ 30 w 1047"/>
                  <a:gd name="T5" fmla="*/ 0 h 30"/>
                  <a:gd name="T6" fmla="*/ 0 w 1047"/>
                  <a:gd name="T7" fmla="*/ 30 h 30"/>
                  <a:gd name="T8" fmla="*/ 1047 w 1047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7" h="30">
                    <a:moveTo>
                      <a:pt x="1047" y="30"/>
                    </a:moveTo>
                    <a:cubicBezTo>
                      <a:pt x="1047" y="14"/>
                      <a:pt x="1034" y="0"/>
                      <a:pt x="1018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4"/>
                      <a:pt x="0" y="30"/>
                    </a:cubicBezTo>
                    <a:lnTo>
                      <a:pt x="1047" y="30"/>
                    </a:lnTo>
                    <a:close/>
                  </a:path>
                </a:pathLst>
              </a:custGeom>
              <a:solidFill>
                <a:srgbClr val="824D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Freeform 12"/>
              <p:cNvSpPr>
                <a:spLocks/>
              </p:cNvSpPr>
              <p:nvPr/>
            </p:nvSpPr>
            <p:spPr bwMode="auto">
              <a:xfrm>
                <a:off x="5922963" y="2210947"/>
                <a:ext cx="1647825" cy="1104900"/>
              </a:xfrm>
              <a:custGeom>
                <a:avLst/>
                <a:gdLst>
                  <a:gd name="T0" fmla="*/ 518 w 1038"/>
                  <a:gd name="T1" fmla="*/ 0 h 696"/>
                  <a:gd name="T2" fmla="*/ 0 w 1038"/>
                  <a:gd name="T3" fmla="*/ 696 h 696"/>
                  <a:gd name="T4" fmla="*/ 140 w 1038"/>
                  <a:gd name="T5" fmla="*/ 696 h 696"/>
                  <a:gd name="T6" fmla="*/ 345 w 1038"/>
                  <a:gd name="T7" fmla="*/ 696 h 696"/>
                  <a:gd name="T8" fmla="*/ 1038 w 1038"/>
                  <a:gd name="T9" fmla="*/ 696 h 696"/>
                  <a:gd name="T10" fmla="*/ 518 w 1038"/>
                  <a:gd name="T11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38" h="696">
                    <a:moveTo>
                      <a:pt x="518" y="0"/>
                    </a:moveTo>
                    <a:lnTo>
                      <a:pt x="0" y="696"/>
                    </a:lnTo>
                    <a:lnTo>
                      <a:pt x="140" y="696"/>
                    </a:lnTo>
                    <a:lnTo>
                      <a:pt x="345" y="696"/>
                    </a:lnTo>
                    <a:lnTo>
                      <a:pt x="1038" y="696"/>
                    </a:lnTo>
                    <a:lnTo>
                      <a:pt x="518" y="0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14"/>
              <p:cNvSpPr>
                <a:spLocks/>
              </p:cNvSpPr>
              <p:nvPr/>
            </p:nvSpPr>
            <p:spPr bwMode="auto">
              <a:xfrm>
                <a:off x="6291263" y="2625284"/>
                <a:ext cx="2398713" cy="638175"/>
              </a:xfrm>
              <a:custGeom>
                <a:avLst/>
                <a:gdLst>
                  <a:gd name="T0" fmla="*/ 0 w 639"/>
                  <a:gd name="T1" fmla="*/ 170 h 170"/>
                  <a:gd name="T2" fmla="*/ 319 w 639"/>
                  <a:gd name="T3" fmla="*/ 0 h 170"/>
                  <a:gd name="T4" fmla="*/ 639 w 639"/>
                  <a:gd name="T5" fmla="*/ 170 h 170"/>
                  <a:gd name="T6" fmla="*/ 0 w 639"/>
                  <a:gd name="T7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9" h="170">
                    <a:moveTo>
                      <a:pt x="0" y="170"/>
                    </a:moveTo>
                    <a:cubicBezTo>
                      <a:pt x="45" y="69"/>
                      <a:pt x="174" y="0"/>
                      <a:pt x="319" y="0"/>
                    </a:cubicBezTo>
                    <a:cubicBezTo>
                      <a:pt x="465" y="0"/>
                      <a:pt x="593" y="69"/>
                      <a:pt x="639" y="170"/>
                    </a:cubicBezTo>
                    <a:lnTo>
                      <a:pt x="0" y="170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" name="Freeform 15"/>
              <p:cNvSpPr>
                <a:spLocks/>
              </p:cNvSpPr>
              <p:nvPr/>
            </p:nvSpPr>
            <p:spPr bwMode="auto">
              <a:xfrm>
                <a:off x="4365625" y="2842772"/>
                <a:ext cx="2743200" cy="454025"/>
              </a:xfrm>
              <a:custGeom>
                <a:avLst/>
                <a:gdLst>
                  <a:gd name="T0" fmla="*/ 0 w 731"/>
                  <a:gd name="T1" fmla="*/ 121 h 121"/>
                  <a:gd name="T2" fmla="*/ 365 w 731"/>
                  <a:gd name="T3" fmla="*/ 0 h 121"/>
                  <a:gd name="T4" fmla="*/ 731 w 731"/>
                  <a:gd name="T5" fmla="*/ 121 h 121"/>
                  <a:gd name="T6" fmla="*/ 0 w 731"/>
                  <a:gd name="T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1" h="121">
                    <a:moveTo>
                      <a:pt x="0" y="121"/>
                    </a:moveTo>
                    <a:cubicBezTo>
                      <a:pt x="72" y="47"/>
                      <a:pt x="213" y="0"/>
                      <a:pt x="365" y="0"/>
                    </a:cubicBezTo>
                    <a:cubicBezTo>
                      <a:pt x="518" y="0"/>
                      <a:pt x="658" y="47"/>
                      <a:pt x="731" y="121"/>
                    </a:cubicBez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Freeform 16"/>
              <p:cNvSpPr>
                <a:spLocks/>
              </p:cNvSpPr>
              <p:nvPr/>
            </p:nvSpPr>
            <p:spPr bwMode="auto">
              <a:xfrm>
                <a:off x="7256463" y="1693422"/>
                <a:ext cx="2432050" cy="1622425"/>
              </a:xfrm>
              <a:custGeom>
                <a:avLst/>
                <a:gdLst>
                  <a:gd name="T0" fmla="*/ 0 w 1532"/>
                  <a:gd name="T1" fmla="*/ 1022 h 1022"/>
                  <a:gd name="T2" fmla="*/ 768 w 1532"/>
                  <a:gd name="T3" fmla="*/ 0 h 1022"/>
                  <a:gd name="T4" fmla="*/ 1532 w 1532"/>
                  <a:gd name="T5" fmla="*/ 1022 h 1022"/>
                  <a:gd name="T6" fmla="*/ 1324 w 1532"/>
                  <a:gd name="T7" fmla="*/ 1022 h 1022"/>
                  <a:gd name="T8" fmla="*/ 281 w 1532"/>
                  <a:gd name="T9" fmla="*/ 1022 h 1022"/>
                  <a:gd name="T10" fmla="*/ 0 w 1532"/>
                  <a:gd name="T11" fmla="*/ 1022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32" h="1022">
                    <a:moveTo>
                      <a:pt x="0" y="1022"/>
                    </a:moveTo>
                    <a:lnTo>
                      <a:pt x="768" y="0"/>
                    </a:lnTo>
                    <a:lnTo>
                      <a:pt x="1532" y="1022"/>
                    </a:lnTo>
                    <a:lnTo>
                      <a:pt x="1324" y="1022"/>
                    </a:lnTo>
                    <a:lnTo>
                      <a:pt x="281" y="1022"/>
                    </a:lnTo>
                    <a:lnTo>
                      <a:pt x="0" y="1022"/>
                    </a:lnTo>
                    <a:close/>
                  </a:path>
                </a:pathLst>
              </a:custGeom>
              <a:solidFill>
                <a:srgbClr val="154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17"/>
              <p:cNvSpPr>
                <a:spLocks/>
              </p:cNvSpPr>
              <p:nvPr/>
            </p:nvSpPr>
            <p:spPr bwMode="auto">
              <a:xfrm>
                <a:off x="8475663" y="1693422"/>
                <a:ext cx="1212850" cy="1622425"/>
              </a:xfrm>
              <a:custGeom>
                <a:avLst/>
                <a:gdLst>
                  <a:gd name="T0" fmla="*/ 764 w 764"/>
                  <a:gd name="T1" fmla="*/ 1022 h 1022"/>
                  <a:gd name="T2" fmla="*/ 556 w 764"/>
                  <a:gd name="T3" fmla="*/ 1022 h 1022"/>
                  <a:gd name="T4" fmla="*/ 253 w 764"/>
                  <a:gd name="T5" fmla="*/ 1022 h 1022"/>
                  <a:gd name="T6" fmla="*/ 0 w 764"/>
                  <a:gd name="T7" fmla="*/ 0 h 1022"/>
                  <a:gd name="T8" fmla="*/ 764 w 764"/>
                  <a:gd name="T9" fmla="*/ 1022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4" h="1022">
                    <a:moveTo>
                      <a:pt x="764" y="1022"/>
                    </a:moveTo>
                    <a:lnTo>
                      <a:pt x="556" y="1022"/>
                    </a:lnTo>
                    <a:lnTo>
                      <a:pt x="253" y="1022"/>
                    </a:lnTo>
                    <a:lnTo>
                      <a:pt x="0" y="0"/>
                    </a:lnTo>
                    <a:lnTo>
                      <a:pt x="764" y="1022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18"/>
              <p:cNvSpPr>
                <a:spLocks/>
              </p:cNvSpPr>
              <p:nvPr/>
            </p:nvSpPr>
            <p:spPr bwMode="auto">
              <a:xfrm>
                <a:off x="8101013" y="1693422"/>
                <a:ext cx="776288" cy="1622425"/>
              </a:xfrm>
              <a:custGeom>
                <a:avLst/>
                <a:gdLst>
                  <a:gd name="T0" fmla="*/ 236 w 489"/>
                  <a:gd name="T1" fmla="*/ 0 h 1022"/>
                  <a:gd name="T2" fmla="*/ 0 w 489"/>
                  <a:gd name="T3" fmla="*/ 1022 h 1022"/>
                  <a:gd name="T4" fmla="*/ 489 w 489"/>
                  <a:gd name="T5" fmla="*/ 1022 h 1022"/>
                  <a:gd name="T6" fmla="*/ 236 w 489"/>
                  <a:gd name="T7" fmla="*/ 0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9" h="1022">
                    <a:moveTo>
                      <a:pt x="236" y="0"/>
                    </a:moveTo>
                    <a:lnTo>
                      <a:pt x="0" y="1022"/>
                    </a:lnTo>
                    <a:lnTo>
                      <a:pt x="489" y="1022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1B3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19"/>
              <p:cNvSpPr>
                <a:spLocks/>
              </p:cNvSpPr>
              <p:nvPr/>
            </p:nvSpPr>
            <p:spPr bwMode="auto">
              <a:xfrm>
                <a:off x="8475663" y="1693422"/>
                <a:ext cx="360363" cy="577850"/>
              </a:xfrm>
              <a:custGeom>
                <a:avLst/>
                <a:gdLst>
                  <a:gd name="T0" fmla="*/ 0 w 96"/>
                  <a:gd name="T1" fmla="*/ 0 h 154"/>
                  <a:gd name="T2" fmla="*/ 96 w 96"/>
                  <a:gd name="T3" fmla="*/ 129 h 154"/>
                  <a:gd name="T4" fmla="*/ 91 w 96"/>
                  <a:gd name="T5" fmla="*/ 126 h 154"/>
                  <a:gd name="T6" fmla="*/ 70 w 96"/>
                  <a:gd name="T7" fmla="*/ 140 h 154"/>
                  <a:gd name="T8" fmla="*/ 69 w 96"/>
                  <a:gd name="T9" fmla="*/ 154 h 154"/>
                  <a:gd name="T10" fmla="*/ 35 w 96"/>
                  <a:gd name="T11" fmla="*/ 141 h 154"/>
                  <a:gd name="T12" fmla="*/ 0 w 96"/>
                  <a:gd name="T1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54">
                    <a:moveTo>
                      <a:pt x="0" y="0"/>
                    </a:moveTo>
                    <a:cubicBezTo>
                      <a:pt x="96" y="129"/>
                      <a:pt x="96" y="129"/>
                      <a:pt x="96" y="129"/>
                    </a:cubicBezTo>
                    <a:cubicBezTo>
                      <a:pt x="91" y="126"/>
                      <a:pt x="91" y="126"/>
                      <a:pt x="91" y="126"/>
                    </a:cubicBezTo>
                    <a:cubicBezTo>
                      <a:pt x="81" y="122"/>
                      <a:pt x="70" y="129"/>
                      <a:pt x="70" y="140"/>
                    </a:cubicBezTo>
                    <a:cubicBezTo>
                      <a:pt x="69" y="154"/>
                      <a:pt x="69" y="154"/>
                      <a:pt x="69" y="154"/>
                    </a:cubicBezTo>
                    <a:cubicBezTo>
                      <a:pt x="35" y="141"/>
                      <a:pt x="35" y="141"/>
                      <a:pt x="35" y="14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20"/>
              <p:cNvSpPr>
                <a:spLocks/>
              </p:cNvSpPr>
              <p:nvPr/>
            </p:nvSpPr>
            <p:spPr bwMode="auto">
              <a:xfrm>
                <a:off x="8359775" y="1693422"/>
                <a:ext cx="247650" cy="660400"/>
              </a:xfrm>
              <a:custGeom>
                <a:avLst/>
                <a:gdLst>
                  <a:gd name="T0" fmla="*/ 0 w 66"/>
                  <a:gd name="T1" fmla="*/ 135 h 176"/>
                  <a:gd name="T2" fmla="*/ 12 w 66"/>
                  <a:gd name="T3" fmla="*/ 154 h 176"/>
                  <a:gd name="T4" fmla="*/ 19 w 66"/>
                  <a:gd name="T5" fmla="*/ 145 h 176"/>
                  <a:gd name="T6" fmla="*/ 40 w 66"/>
                  <a:gd name="T7" fmla="*/ 150 h 176"/>
                  <a:gd name="T8" fmla="*/ 56 w 66"/>
                  <a:gd name="T9" fmla="*/ 176 h 176"/>
                  <a:gd name="T10" fmla="*/ 66 w 66"/>
                  <a:gd name="T11" fmla="*/ 141 h 176"/>
                  <a:gd name="T12" fmla="*/ 31 w 66"/>
                  <a:gd name="T13" fmla="*/ 0 h 176"/>
                  <a:gd name="T14" fmla="*/ 0 w 66"/>
                  <a:gd name="T15" fmla="*/ 135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176">
                    <a:moveTo>
                      <a:pt x="0" y="135"/>
                    </a:moveTo>
                    <a:cubicBezTo>
                      <a:pt x="12" y="154"/>
                      <a:pt x="12" y="154"/>
                      <a:pt x="12" y="154"/>
                    </a:cubicBezTo>
                    <a:cubicBezTo>
                      <a:pt x="19" y="145"/>
                      <a:pt x="19" y="145"/>
                      <a:pt x="19" y="145"/>
                    </a:cubicBezTo>
                    <a:cubicBezTo>
                      <a:pt x="25" y="136"/>
                      <a:pt x="36" y="142"/>
                      <a:pt x="40" y="150"/>
                    </a:cubicBezTo>
                    <a:cubicBezTo>
                      <a:pt x="56" y="176"/>
                      <a:pt x="56" y="176"/>
                      <a:pt x="56" y="176"/>
                    </a:cubicBezTo>
                    <a:cubicBezTo>
                      <a:pt x="66" y="141"/>
                      <a:pt x="66" y="141"/>
                      <a:pt x="66" y="14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F6D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21"/>
              <p:cNvSpPr>
                <a:spLocks/>
              </p:cNvSpPr>
              <p:nvPr/>
            </p:nvSpPr>
            <p:spPr bwMode="auto">
              <a:xfrm>
                <a:off x="8062913" y="1693422"/>
                <a:ext cx="412750" cy="544513"/>
              </a:xfrm>
              <a:custGeom>
                <a:avLst/>
                <a:gdLst>
                  <a:gd name="T0" fmla="*/ 110 w 110"/>
                  <a:gd name="T1" fmla="*/ 0 h 145"/>
                  <a:gd name="T2" fmla="*/ 0 w 110"/>
                  <a:gd name="T3" fmla="*/ 145 h 145"/>
                  <a:gd name="T4" fmla="*/ 28 w 110"/>
                  <a:gd name="T5" fmla="*/ 124 h 145"/>
                  <a:gd name="T6" fmla="*/ 55 w 110"/>
                  <a:gd name="T7" fmla="*/ 135 h 145"/>
                  <a:gd name="T8" fmla="*/ 56 w 110"/>
                  <a:gd name="T9" fmla="*/ 143 h 145"/>
                  <a:gd name="T10" fmla="*/ 79 w 110"/>
                  <a:gd name="T11" fmla="*/ 135 h 145"/>
                  <a:gd name="T12" fmla="*/ 110 w 110"/>
                  <a:gd name="T13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0" h="145">
                    <a:moveTo>
                      <a:pt x="110" y="0"/>
                    </a:moveTo>
                    <a:cubicBezTo>
                      <a:pt x="0" y="145"/>
                      <a:pt x="0" y="145"/>
                      <a:pt x="0" y="145"/>
                    </a:cubicBezTo>
                    <a:cubicBezTo>
                      <a:pt x="28" y="124"/>
                      <a:pt x="28" y="124"/>
                      <a:pt x="28" y="124"/>
                    </a:cubicBezTo>
                    <a:cubicBezTo>
                      <a:pt x="38" y="116"/>
                      <a:pt x="53" y="122"/>
                      <a:pt x="55" y="135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79" y="135"/>
                      <a:pt x="79" y="135"/>
                      <a:pt x="79" y="135"/>
                    </a:cubicBez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FA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Freeform 22"/>
              <p:cNvSpPr>
                <a:spLocks/>
              </p:cNvSpPr>
              <p:nvPr/>
            </p:nvSpPr>
            <p:spPr bwMode="auto">
              <a:xfrm>
                <a:off x="2703513" y="1891859"/>
                <a:ext cx="2124075" cy="1423988"/>
              </a:xfrm>
              <a:custGeom>
                <a:avLst/>
                <a:gdLst>
                  <a:gd name="T0" fmla="*/ 669 w 1338"/>
                  <a:gd name="T1" fmla="*/ 0 h 897"/>
                  <a:gd name="T2" fmla="*/ 0 w 1338"/>
                  <a:gd name="T3" fmla="*/ 897 h 897"/>
                  <a:gd name="T4" fmla="*/ 182 w 1338"/>
                  <a:gd name="T5" fmla="*/ 897 h 897"/>
                  <a:gd name="T6" fmla="*/ 444 w 1338"/>
                  <a:gd name="T7" fmla="*/ 897 h 897"/>
                  <a:gd name="T8" fmla="*/ 1338 w 1338"/>
                  <a:gd name="T9" fmla="*/ 897 h 897"/>
                  <a:gd name="T10" fmla="*/ 669 w 1338"/>
                  <a:gd name="T11" fmla="*/ 0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38" h="897">
                    <a:moveTo>
                      <a:pt x="669" y="0"/>
                    </a:moveTo>
                    <a:lnTo>
                      <a:pt x="0" y="897"/>
                    </a:lnTo>
                    <a:lnTo>
                      <a:pt x="182" y="897"/>
                    </a:lnTo>
                    <a:lnTo>
                      <a:pt x="444" y="897"/>
                    </a:lnTo>
                    <a:lnTo>
                      <a:pt x="1338" y="897"/>
                    </a:lnTo>
                    <a:lnTo>
                      <a:pt x="669" y="0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620713" y="1083822"/>
                <a:ext cx="3332163" cy="2232025"/>
              </a:xfrm>
              <a:custGeom>
                <a:avLst/>
                <a:gdLst>
                  <a:gd name="T0" fmla="*/ 286 w 2099"/>
                  <a:gd name="T1" fmla="*/ 1406 h 1406"/>
                  <a:gd name="T2" fmla="*/ 2099 w 2099"/>
                  <a:gd name="T3" fmla="*/ 1406 h 1406"/>
                  <a:gd name="T4" fmla="*/ 1049 w 2099"/>
                  <a:gd name="T5" fmla="*/ 0 h 1406"/>
                  <a:gd name="T6" fmla="*/ 0 w 2099"/>
                  <a:gd name="T7" fmla="*/ 1406 h 1406"/>
                  <a:gd name="T8" fmla="*/ 286 w 2099"/>
                  <a:gd name="T9" fmla="*/ 1406 h 1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99" h="1406">
                    <a:moveTo>
                      <a:pt x="286" y="1406"/>
                    </a:moveTo>
                    <a:lnTo>
                      <a:pt x="2099" y="1406"/>
                    </a:lnTo>
                    <a:lnTo>
                      <a:pt x="1049" y="0"/>
                    </a:lnTo>
                    <a:lnTo>
                      <a:pt x="0" y="1406"/>
                    </a:lnTo>
                    <a:lnTo>
                      <a:pt x="286" y="1406"/>
                    </a:lnTo>
                    <a:close/>
                  </a:path>
                </a:pathLst>
              </a:custGeom>
              <a:solidFill>
                <a:srgbClr val="154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620713" y="1083822"/>
                <a:ext cx="1665288" cy="2232025"/>
              </a:xfrm>
              <a:custGeom>
                <a:avLst/>
                <a:gdLst>
                  <a:gd name="T0" fmla="*/ 0 w 1049"/>
                  <a:gd name="T1" fmla="*/ 1406 h 1406"/>
                  <a:gd name="T2" fmla="*/ 286 w 1049"/>
                  <a:gd name="T3" fmla="*/ 1406 h 1406"/>
                  <a:gd name="T4" fmla="*/ 699 w 1049"/>
                  <a:gd name="T5" fmla="*/ 1406 h 1406"/>
                  <a:gd name="T6" fmla="*/ 1049 w 1049"/>
                  <a:gd name="T7" fmla="*/ 0 h 1406"/>
                  <a:gd name="T8" fmla="*/ 0 w 1049"/>
                  <a:gd name="T9" fmla="*/ 1406 h 1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9" h="1406">
                    <a:moveTo>
                      <a:pt x="0" y="1406"/>
                    </a:moveTo>
                    <a:lnTo>
                      <a:pt x="286" y="1406"/>
                    </a:lnTo>
                    <a:lnTo>
                      <a:pt x="699" y="1406"/>
                    </a:lnTo>
                    <a:lnTo>
                      <a:pt x="1049" y="0"/>
                    </a:lnTo>
                    <a:lnTo>
                      <a:pt x="0" y="1406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27"/>
              <p:cNvSpPr>
                <a:spLocks/>
              </p:cNvSpPr>
              <p:nvPr/>
            </p:nvSpPr>
            <p:spPr bwMode="auto">
              <a:xfrm>
                <a:off x="1730375" y="1083822"/>
                <a:ext cx="1066800" cy="2232025"/>
              </a:xfrm>
              <a:custGeom>
                <a:avLst/>
                <a:gdLst>
                  <a:gd name="T0" fmla="*/ 350 w 672"/>
                  <a:gd name="T1" fmla="*/ 0 h 1406"/>
                  <a:gd name="T2" fmla="*/ 672 w 672"/>
                  <a:gd name="T3" fmla="*/ 1406 h 1406"/>
                  <a:gd name="T4" fmla="*/ 0 w 672"/>
                  <a:gd name="T5" fmla="*/ 1406 h 1406"/>
                  <a:gd name="T6" fmla="*/ 350 w 672"/>
                  <a:gd name="T7" fmla="*/ 0 h 1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2" h="1406">
                    <a:moveTo>
                      <a:pt x="350" y="0"/>
                    </a:moveTo>
                    <a:lnTo>
                      <a:pt x="672" y="1406"/>
                    </a:lnTo>
                    <a:lnTo>
                      <a:pt x="0" y="1406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rgbClr val="1B3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28"/>
              <p:cNvSpPr>
                <a:spLocks/>
              </p:cNvSpPr>
              <p:nvPr/>
            </p:nvSpPr>
            <p:spPr bwMode="auto">
              <a:xfrm>
                <a:off x="1790700" y="1083822"/>
                <a:ext cx="495300" cy="1090613"/>
              </a:xfrm>
              <a:custGeom>
                <a:avLst/>
                <a:gdLst>
                  <a:gd name="T0" fmla="*/ 132 w 132"/>
                  <a:gd name="T1" fmla="*/ 0 h 290"/>
                  <a:gd name="T2" fmla="*/ 0 w 132"/>
                  <a:gd name="T3" fmla="*/ 177 h 290"/>
                  <a:gd name="T4" fmla="*/ 7 w 132"/>
                  <a:gd name="T5" fmla="*/ 173 h 290"/>
                  <a:gd name="T6" fmla="*/ 28 w 132"/>
                  <a:gd name="T7" fmla="*/ 192 h 290"/>
                  <a:gd name="T8" fmla="*/ 5 w 132"/>
                  <a:gd name="T9" fmla="*/ 290 h 290"/>
                  <a:gd name="T10" fmla="*/ 83 w 132"/>
                  <a:gd name="T11" fmla="*/ 195 h 290"/>
                  <a:gd name="T12" fmla="*/ 132 w 132"/>
                  <a:gd name="T13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2" h="290">
                    <a:moveTo>
                      <a:pt x="132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7" y="173"/>
                      <a:pt x="7" y="173"/>
                      <a:pt x="7" y="173"/>
                    </a:cubicBezTo>
                    <a:cubicBezTo>
                      <a:pt x="19" y="169"/>
                      <a:pt x="31" y="179"/>
                      <a:pt x="28" y="192"/>
                    </a:cubicBezTo>
                    <a:cubicBezTo>
                      <a:pt x="5" y="290"/>
                      <a:pt x="5" y="290"/>
                      <a:pt x="5" y="290"/>
                    </a:cubicBezTo>
                    <a:cubicBezTo>
                      <a:pt x="83" y="195"/>
                      <a:pt x="83" y="195"/>
                      <a:pt x="83" y="195"/>
                    </a:cubicBez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29"/>
              <p:cNvSpPr>
                <a:spLocks/>
              </p:cNvSpPr>
              <p:nvPr/>
            </p:nvSpPr>
            <p:spPr bwMode="auto">
              <a:xfrm>
                <a:off x="2101850" y="1083822"/>
                <a:ext cx="342900" cy="977900"/>
              </a:xfrm>
              <a:custGeom>
                <a:avLst/>
                <a:gdLst>
                  <a:gd name="T0" fmla="*/ 91 w 91"/>
                  <a:gd name="T1" fmla="*/ 185 h 260"/>
                  <a:gd name="T2" fmla="*/ 84 w 91"/>
                  <a:gd name="T3" fmla="*/ 256 h 260"/>
                  <a:gd name="T4" fmla="*/ 53 w 91"/>
                  <a:gd name="T5" fmla="*/ 211 h 260"/>
                  <a:gd name="T6" fmla="*/ 38 w 91"/>
                  <a:gd name="T7" fmla="*/ 211 h 260"/>
                  <a:gd name="T8" fmla="*/ 5 w 91"/>
                  <a:gd name="T9" fmla="*/ 260 h 260"/>
                  <a:gd name="T10" fmla="*/ 0 w 91"/>
                  <a:gd name="T11" fmla="*/ 195 h 260"/>
                  <a:gd name="T12" fmla="*/ 49 w 91"/>
                  <a:gd name="T13" fmla="*/ 0 h 260"/>
                  <a:gd name="T14" fmla="*/ 91 w 91"/>
                  <a:gd name="T15" fmla="*/ 185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260">
                    <a:moveTo>
                      <a:pt x="91" y="185"/>
                    </a:moveTo>
                    <a:cubicBezTo>
                      <a:pt x="84" y="256"/>
                      <a:pt x="84" y="256"/>
                      <a:pt x="84" y="256"/>
                    </a:cubicBezTo>
                    <a:cubicBezTo>
                      <a:pt x="53" y="211"/>
                      <a:pt x="53" y="211"/>
                      <a:pt x="53" y="211"/>
                    </a:cubicBezTo>
                    <a:cubicBezTo>
                      <a:pt x="49" y="205"/>
                      <a:pt x="41" y="205"/>
                      <a:pt x="38" y="211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91" y="185"/>
                    </a:lnTo>
                    <a:close/>
                  </a:path>
                </a:pathLst>
              </a:custGeom>
              <a:solidFill>
                <a:srgbClr val="F6D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30"/>
              <p:cNvSpPr>
                <a:spLocks/>
              </p:cNvSpPr>
              <p:nvPr/>
            </p:nvSpPr>
            <p:spPr bwMode="auto">
              <a:xfrm>
                <a:off x="2286000" y="1083822"/>
                <a:ext cx="560388" cy="782638"/>
              </a:xfrm>
              <a:custGeom>
                <a:avLst/>
                <a:gdLst>
                  <a:gd name="T0" fmla="*/ 0 w 149"/>
                  <a:gd name="T1" fmla="*/ 0 h 208"/>
                  <a:gd name="T2" fmla="*/ 149 w 149"/>
                  <a:gd name="T3" fmla="*/ 199 h 208"/>
                  <a:gd name="T4" fmla="*/ 105 w 149"/>
                  <a:gd name="T5" fmla="*/ 174 h 208"/>
                  <a:gd name="T6" fmla="*/ 88 w 149"/>
                  <a:gd name="T7" fmla="*/ 182 h 208"/>
                  <a:gd name="T8" fmla="*/ 85 w 149"/>
                  <a:gd name="T9" fmla="*/ 208 h 208"/>
                  <a:gd name="T10" fmla="*/ 42 w 149"/>
                  <a:gd name="T11" fmla="*/ 185 h 208"/>
                  <a:gd name="T12" fmla="*/ 0 w 149"/>
                  <a:gd name="T13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208">
                    <a:moveTo>
                      <a:pt x="0" y="0"/>
                    </a:moveTo>
                    <a:cubicBezTo>
                      <a:pt x="149" y="199"/>
                      <a:pt x="149" y="199"/>
                      <a:pt x="149" y="199"/>
                    </a:cubicBezTo>
                    <a:cubicBezTo>
                      <a:pt x="105" y="174"/>
                      <a:pt x="105" y="174"/>
                      <a:pt x="105" y="174"/>
                    </a:cubicBezTo>
                    <a:cubicBezTo>
                      <a:pt x="98" y="170"/>
                      <a:pt x="89" y="175"/>
                      <a:pt x="88" y="182"/>
                    </a:cubicBezTo>
                    <a:cubicBezTo>
                      <a:pt x="85" y="208"/>
                      <a:pt x="85" y="208"/>
                      <a:pt x="85" y="208"/>
                    </a:cubicBezTo>
                    <a:cubicBezTo>
                      <a:pt x="42" y="185"/>
                      <a:pt x="42" y="185"/>
                      <a:pt x="42" y="1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9" name="Freeform 62"/>
              <p:cNvSpPr>
                <a:spLocks noEditPoints="1"/>
              </p:cNvSpPr>
              <p:nvPr/>
            </p:nvSpPr>
            <p:spPr bwMode="auto">
              <a:xfrm>
                <a:off x="519113" y="3593659"/>
                <a:ext cx="11436350" cy="1165225"/>
              </a:xfrm>
              <a:custGeom>
                <a:avLst/>
                <a:gdLst>
                  <a:gd name="T0" fmla="*/ 1408 w 3047"/>
                  <a:gd name="T1" fmla="*/ 279 h 310"/>
                  <a:gd name="T2" fmla="*/ 1471 w 3047"/>
                  <a:gd name="T3" fmla="*/ 279 h 310"/>
                  <a:gd name="T4" fmla="*/ 1561 w 3047"/>
                  <a:gd name="T5" fmla="*/ 279 h 310"/>
                  <a:gd name="T6" fmla="*/ 1498 w 3047"/>
                  <a:gd name="T7" fmla="*/ 279 h 310"/>
                  <a:gd name="T8" fmla="*/ 1561 w 3047"/>
                  <a:gd name="T9" fmla="*/ 279 h 310"/>
                  <a:gd name="T10" fmla="*/ 643 w 3047"/>
                  <a:gd name="T11" fmla="*/ 248 h 310"/>
                  <a:gd name="T12" fmla="*/ 643 w 3047"/>
                  <a:gd name="T13" fmla="*/ 310 h 310"/>
                  <a:gd name="T14" fmla="*/ 2583 w 3047"/>
                  <a:gd name="T15" fmla="*/ 279 h 310"/>
                  <a:gd name="T16" fmla="*/ 2521 w 3047"/>
                  <a:gd name="T17" fmla="*/ 279 h 310"/>
                  <a:gd name="T18" fmla="*/ 2583 w 3047"/>
                  <a:gd name="T19" fmla="*/ 279 h 310"/>
                  <a:gd name="T20" fmla="*/ 3010 w 3047"/>
                  <a:gd name="T21" fmla="*/ 64 h 310"/>
                  <a:gd name="T22" fmla="*/ 2206 w 3047"/>
                  <a:gd name="T23" fmla="*/ 95 h 310"/>
                  <a:gd name="T24" fmla="*/ 2807 w 3047"/>
                  <a:gd name="T25" fmla="*/ 126 h 310"/>
                  <a:gd name="T26" fmla="*/ 2807 w 3047"/>
                  <a:gd name="T27" fmla="*/ 189 h 310"/>
                  <a:gd name="T28" fmla="*/ 2321 w 3047"/>
                  <a:gd name="T29" fmla="*/ 219 h 310"/>
                  <a:gd name="T30" fmla="*/ 2454 w 3047"/>
                  <a:gd name="T31" fmla="*/ 248 h 310"/>
                  <a:gd name="T32" fmla="*/ 2454 w 3047"/>
                  <a:gd name="T33" fmla="*/ 310 h 310"/>
                  <a:gd name="T34" fmla="*/ 2107 w 3047"/>
                  <a:gd name="T35" fmla="*/ 279 h 310"/>
                  <a:gd name="T36" fmla="*/ 2240 w 3047"/>
                  <a:gd name="T37" fmla="*/ 248 h 310"/>
                  <a:gd name="T38" fmla="*/ 2240 w 3047"/>
                  <a:gd name="T39" fmla="*/ 189 h 310"/>
                  <a:gd name="T40" fmla="*/ 1252 w 3047"/>
                  <a:gd name="T41" fmla="*/ 219 h 310"/>
                  <a:gd name="T42" fmla="*/ 1328 w 3047"/>
                  <a:gd name="T43" fmla="*/ 248 h 310"/>
                  <a:gd name="T44" fmla="*/ 1328 w 3047"/>
                  <a:gd name="T45" fmla="*/ 310 h 310"/>
                  <a:gd name="T46" fmla="*/ 714 w 3047"/>
                  <a:gd name="T47" fmla="*/ 279 h 310"/>
                  <a:gd name="T48" fmla="*/ 1171 w 3047"/>
                  <a:gd name="T49" fmla="*/ 248 h 310"/>
                  <a:gd name="T50" fmla="*/ 1171 w 3047"/>
                  <a:gd name="T51" fmla="*/ 189 h 310"/>
                  <a:gd name="T52" fmla="*/ 0 w 3047"/>
                  <a:gd name="T53" fmla="*/ 157 h 310"/>
                  <a:gd name="T54" fmla="*/ 1069 w 3047"/>
                  <a:gd name="T55" fmla="*/ 126 h 310"/>
                  <a:gd name="T56" fmla="*/ 1065 w 3047"/>
                  <a:gd name="T57" fmla="*/ 64 h 310"/>
                  <a:gd name="T58" fmla="*/ 251 w 3047"/>
                  <a:gd name="T59" fmla="*/ 32 h 310"/>
                  <a:gd name="T60" fmla="*/ 3010 w 3047"/>
                  <a:gd name="T61" fmla="*/ 0 h 310"/>
                  <a:gd name="T62" fmla="*/ 1630 w 3047"/>
                  <a:gd name="T63" fmla="*/ 95 h 310"/>
                  <a:gd name="T64" fmla="*/ 1569 w 3047"/>
                  <a:gd name="T65" fmla="*/ 95 h 310"/>
                  <a:gd name="T66" fmla="*/ 1630 w 3047"/>
                  <a:gd name="T67" fmla="*/ 95 h 310"/>
                  <a:gd name="T68" fmla="*/ 1689 w 3047"/>
                  <a:gd name="T69" fmla="*/ 64 h 310"/>
                  <a:gd name="T70" fmla="*/ 1689 w 3047"/>
                  <a:gd name="T71" fmla="*/ 126 h 310"/>
                  <a:gd name="T72" fmla="*/ 2122 w 3047"/>
                  <a:gd name="T73" fmla="*/ 95 h 310"/>
                  <a:gd name="T74" fmla="*/ 1778 w 3047"/>
                  <a:gd name="T75" fmla="*/ 64 h 310"/>
                  <a:gd name="T76" fmla="*/ 1778 w 3047"/>
                  <a:gd name="T77" fmla="*/ 126 h 310"/>
                  <a:gd name="T78" fmla="*/ 2122 w 3047"/>
                  <a:gd name="T79" fmla="*/ 9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47" h="310">
                    <a:moveTo>
                      <a:pt x="1439" y="310"/>
                    </a:moveTo>
                    <a:cubicBezTo>
                      <a:pt x="1422" y="310"/>
                      <a:pt x="1408" y="296"/>
                      <a:pt x="1408" y="279"/>
                    </a:cubicBezTo>
                    <a:cubicBezTo>
                      <a:pt x="1408" y="262"/>
                      <a:pt x="1422" y="248"/>
                      <a:pt x="1439" y="248"/>
                    </a:cubicBezTo>
                    <a:cubicBezTo>
                      <a:pt x="1457" y="248"/>
                      <a:pt x="1471" y="262"/>
                      <a:pt x="1471" y="279"/>
                    </a:cubicBezTo>
                    <a:cubicBezTo>
                      <a:pt x="1471" y="296"/>
                      <a:pt x="1457" y="310"/>
                      <a:pt x="1439" y="310"/>
                    </a:cubicBezTo>
                    <a:close/>
                    <a:moveTo>
                      <a:pt x="1561" y="279"/>
                    </a:moveTo>
                    <a:cubicBezTo>
                      <a:pt x="1561" y="262"/>
                      <a:pt x="1547" y="248"/>
                      <a:pt x="1530" y="248"/>
                    </a:cubicBezTo>
                    <a:cubicBezTo>
                      <a:pt x="1512" y="248"/>
                      <a:pt x="1498" y="262"/>
                      <a:pt x="1498" y="279"/>
                    </a:cubicBezTo>
                    <a:cubicBezTo>
                      <a:pt x="1498" y="296"/>
                      <a:pt x="1512" y="310"/>
                      <a:pt x="1530" y="310"/>
                    </a:cubicBezTo>
                    <a:cubicBezTo>
                      <a:pt x="1547" y="310"/>
                      <a:pt x="1561" y="296"/>
                      <a:pt x="1561" y="279"/>
                    </a:cubicBezTo>
                    <a:close/>
                    <a:moveTo>
                      <a:pt x="675" y="279"/>
                    </a:moveTo>
                    <a:cubicBezTo>
                      <a:pt x="675" y="262"/>
                      <a:pt x="661" y="248"/>
                      <a:pt x="643" y="248"/>
                    </a:cubicBezTo>
                    <a:cubicBezTo>
                      <a:pt x="626" y="248"/>
                      <a:pt x="612" y="262"/>
                      <a:pt x="612" y="279"/>
                    </a:cubicBezTo>
                    <a:cubicBezTo>
                      <a:pt x="612" y="296"/>
                      <a:pt x="626" y="310"/>
                      <a:pt x="643" y="310"/>
                    </a:cubicBezTo>
                    <a:cubicBezTo>
                      <a:pt x="661" y="310"/>
                      <a:pt x="675" y="296"/>
                      <a:pt x="675" y="279"/>
                    </a:cubicBezTo>
                    <a:close/>
                    <a:moveTo>
                      <a:pt x="2583" y="279"/>
                    </a:moveTo>
                    <a:cubicBezTo>
                      <a:pt x="2583" y="262"/>
                      <a:pt x="2569" y="248"/>
                      <a:pt x="2552" y="248"/>
                    </a:cubicBezTo>
                    <a:cubicBezTo>
                      <a:pt x="2535" y="248"/>
                      <a:pt x="2521" y="262"/>
                      <a:pt x="2521" y="279"/>
                    </a:cubicBezTo>
                    <a:cubicBezTo>
                      <a:pt x="2521" y="296"/>
                      <a:pt x="2535" y="310"/>
                      <a:pt x="2552" y="310"/>
                    </a:cubicBezTo>
                    <a:cubicBezTo>
                      <a:pt x="2569" y="310"/>
                      <a:pt x="2583" y="296"/>
                      <a:pt x="2583" y="279"/>
                    </a:cubicBezTo>
                    <a:close/>
                    <a:moveTo>
                      <a:pt x="3047" y="32"/>
                    </a:moveTo>
                    <a:cubicBezTo>
                      <a:pt x="3047" y="50"/>
                      <a:pt x="3030" y="64"/>
                      <a:pt x="3010" y="64"/>
                    </a:cubicBezTo>
                    <a:cubicBezTo>
                      <a:pt x="2237" y="64"/>
                      <a:pt x="2237" y="64"/>
                      <a:pt x="2237" y="64"/>
                    </a:cubicBezTo>
                    <a:cubicBezTo>
                      <a:pt x="2220" y="64"/>
                      <a:pt x="2206" y="78"/>
                      <a:pt x="2206" y="95"/>
                    </a:cubicBezTo>
                    <a:cubicBezTo>
                      <a:pt x="2206" y="111"/>
                      <a:pt x="2217" y="124"/>
                      <a:pt x="2233" y="126"/>
                    </a:cubicBezTo>
                    <a:cubicBezTo>
                      <a:pt x="2807" y="126"/>
                      <a:pt x="2807" y="126"/>
                      <a:pt x="2807" y="126"/>
                    </a:cubicBezTo>
                    <a:cubicBezTo>
                      <a:pt x="2827" y="126"/>
                      <a:pt x="2843" y="140"/>
                      <a:pt x="2843" y="157"/>
                    </a:cubicBezTo>
                    <a:cubicBezTo>
                      <a:pt x="2843" y="175"/>
                      <a:pt x="2827" y="189"/>
                      <a:pt x="2807" y="189"/>
                    </a:cubicBezTo>
                    <a:cubicBezTo>
                      <a:pt x="2353" y="189"/>
                      <a:pt x="2353" y="189"/>
                      <a:pt x="2353" y="189"/>
                    </a:cubicBezTo>
                    <a:cubicBezTo>
                      <a:pt x="2335" y="189"/>
                      <a:pt x="2321" y="202"/>
                      <a:pt x="2321" y="219"/>
                    </a:cubicBezTo>
                    <a:cubicBezTo>
                      <a:pt x="2321" y="235"/>
                      <a:pt x="2335" y="248"/>
                      <a:pt x="2353" y="248"/>
                    </a:cubicBezTo>
                    <a:cubicBezTo>
                      <a:pt x="2454" y="248"/>
                      <a:pt x="2454" y="248"/>
                      <a:pt x="2454" y="248"/>
                    </a:cubicBezTo>
                    <a:cubicBezTo>
                      <a:pt x="2471" y="248"/>
                      <a:pt x="2485" y="262"/>
                      <a:pt x="2485" y="279"/>
                    </a:cubicBezTo>
                    <a:cubicBezTo>
                      <a:pt x="2485" y="296"/>
                      <a:pt x="2471" y="310"/>
                      <a:pt x="2454" y="310"/>
                    </a:cubicBezTo>
                    <a:cubicBezTo>
                      <a:pt x="2138" y="310"/>
                      <a:pt x="2138" y="310"/>
                      <a:pt x="2138" y="310"/>
                    </a:cubicBezTo>
                    <a:cubicBezTo>
                      <a:pt x="2121" y="310"/>
                      <a:pt x="2107" y="296"/>
                      <a:pt x="2107" y="279"/>
                    </a:cubicBezTo>
                    <a:cubicBezTo>
                      <a:pt x="2107" y="262"/>
                      <a:pt x="2121" y="248"/>
                      <a:pt x="2138" y="248"/>
                    </a:cubicBezTo>
                    <a:cubicBezTo>
                      <a:pt x="2240" y="248"/>
                      <a:pt x="2240" y="248"/>
                      <a:pt x="2240" y="248"/>
                    </a:cubicBezTo>
                    <a:cubicBezTo>
                      <a:pt x="2257" y="248"/>
                      <a:pt x="2271" y="235"/>
                      <a:pt x="2271" y="219"/>
                    </a:cubicBezTo>
                    <a:cubicBezTo>
                      <a:pt x="2271" y="202"/>
                      <a:pt x="2257" y="189"/>
                      <a:pt x="2240" y="189"/>
                    </a:cubicBezTo>
                    <a:cubicBezTo>
                      <a:pt x="1284" y="189"/>
                      <a:pt x="1284" y="189"/>
                      <a:pt x="1284" y="189"/>
                    </a:cubicBezTo>
                    <a:cubicBezTo>
                      <a:pt x="1266" y="189"/>
                      <a:pt x="1252" y="202"/>
                      <a:pt x="1252" y="219"/>
                    </a:cubicBezTo>
                    <a:cubicBezTo>
                      <a:pt x="1252" y="235"/>
                      <a:pt x="1266" y="248"/>
                      <a:pt x="1284" y="248"/>
                    </a:cubicBezTo>
                    <a:cubicBezTo>
                      <a:pt x="1328" y="248"/>
                      <a:pt x="1328" y="248"/>
                      <a:pt x="1328" y="248"/>
                    </a:cubicBezTo>
                    <a:cubicBezTo>
                      <a:pt x="1346" y="248"/>
                      <a:pt x="1360" y="262"/>
                      <a:pt x="1360" y="279"/>
                    </a:cubicBezTo>
                    <a:cubicBezTo>
                      <a:pt x="1360" y="296"/>
                      <a:pt x="1346" y="310"/>
                      <a:pt x="1328" y="310"/>
                    </a:cubicBezTo>
                    <a:cubicBezTo>
                      <a:pt x="745" y="310"/>
                      <a:pt x="745" y="310"/>
                      <a:pt x="745" y="310"/>
                    </a:cubicBezTo>
                    <a:cubicBezTo>
                      <a:pt x="728" y="310"/>
                      <a:pt x="714" y="296"/>
                      <a:pt x="714" y="279"/>
                    </a:cubicBezTo>
                    <a:cubicBezTo>
                      <a:pt x="714" y="262"/>
                      <a:pt x="728" y="248"/>
                      <a:pt x="745" y="248"/>
                    </a:cubicBezTo>
                    <a:cubicBezTo>
                      <a:pt x="1171" y="248"/>
                      <a:pt x="1171" y="248"/>
                      <a:pt x="1171" y="248"/>
                    </a:cubicBezTo>
                    <a:cubicBezTo>
                      <a:pt x="1188" y="248"/>
                      <a:pt x="1202" y="235"/>
                      <a:pt x="1202" y="219"/>
                    </a:cubicBezTo>
                    <a:cubicBezTo>
                      <a:pt x="1202" y="202"/>
                      <a:pt x="1188" y="189"/>
                      <a:pt x="1171" y="189"/>
                    </a:cubicBezTo>
                    <a:cubicBezTo>
                      <a:pt x="37" y="189"/>
                      <a:pt x="37" y="189"/>
                      <a:pt x="37" y="189"/>
                    </a:cubicBezTo>
                    <a:cubicBezTo>
                      <a:pt x="17" y="189"/>
                      <a:pt x="0" y="175"/>
                      <a:pt x="0" y="157"/>
                    </a:cubicBezTo>
                    <a:cubicBezTo>
                      <a:pt x="0" y="140"/>
                      <a:pt x="17" y="126"/>
                      <a:pt x="37" y="126"/>
                    </a:cubicBezTo>
                    <a:cubicBezTo>
                      <a:pt x="1069" y="126"/>
                      <a:pt x="1069" y="126"/>
                      <a:pt x="1069" y="126"/>
                    </a:cubicBezTo>
                    <a:cubicBezTo>
                      <a:pt x="1084" y="124"/>
                      <a:pt x="1096" y="111"/>
                      <a:pt x="1096" y="95"/>
                    </a:cubicBezTo>
                    <a:cubicBezTo>
                      <a:pt x="1096" y="78"/>
                      <a:pt x="1082" y="64"/>
                      <a:pt x="1065" y="64"/>
                    </a:cubicBezTo>
                    <a:cubicBezTo>
                      <a:pt x="287" y="64"/>
                      <a:pt x="287" y="64"/>
                      <a:pt x="287" y="64"/>
                    </a:cubicBezTo>
                    <a:cubicBezTo>
                      <a:pt x="267" y="64"/>
                      <a:pt x="251" y="50"/>
                      <a:pt x="251" y="32"/>
                    </a:cubicBezTo>
                    <a:cubicBezTo>
                      <a:pt x="251" y="15"/>
                      <a:pt x="267" y="0"/>
                      <a:pt x="287" y="0"/>
                    </a:cubicBezTo>
                    <a:cubicBezTo>
                      <a:pt x="3010" y="0"/>
                      <a:pt x="3010" y="0"/>
                      <a:pt x="3010" y="0"/>
                    </a:cubicBezTo>
                    <a:cubicBezTo>
                      <a:pt x="3030" y="0"/>
                      <a:pt x="3047" y="15"/>
                      <a:pt x="3047" y="32"/>
                    </a:cubicBezTo>
                    <a:close/>
                    <a:moveTo>
                      <a:pt x="1630" y="95"/>
                    </a:moveTo>
                    <a:cubicBezTo>
                      <a:pt x="1630" y="78"/>
                      <a:pt x="1616" y="64"/>
                      <a:pt x="1599" y="64"/>
                    </a:cubicBezTo>
                    <a:cubicBezTo>
                      <a:pt x="1582" y="64"/>
                      <a:pt x="1569" y="78"/>
                      <a:pt x="1569" y="95"/>
                    </a:cubicBezTo>
                    <a:cubicBezTo>
                      <a:pt x="1569" y="112"/>
                      <a:pt x="1582" y="126"/>
                      <a:pt x="1599" y="126"/>
                    </a:cubicBezTo>
                    <a:cubicBezTo>
                      <a:pt x="1616" y="126"/>
                      <a:pt x="1630" y="112"/>
                      <a:pt x="1630" y="95"/>
                    </a:cubicBezTo>
                    <a:close/>
                    <a:moveTo>
                      <a:pt x="1720" y="95"/>
                    </a:moveTo>
                    <a:cubicBezTo>
                      <a:pt x="1720" y="78"/>
                      <a:pt x="1706" y="64"/>
                      <a:pt x="1689" y="64"/>
                    </a:cubicBezTo>
                    <a:cubicBezTo>
                      <a:pt x="1672" y="64"/>
                      <a:pt x="1658" y="78"/>
                      <a:pt x="1658" y="95"/>
                    </a:cubicBezTo>
                    <a:cubicBezTo>
                      <a:pt x="1658" y="112"/>
                      <a:pt x="1672" y="126"/>
                      <a:pt x="1689" y="126"/>
                    </a:cubicBezTo>
                    <a:cubicBezTo>
                      <a:pt x="1706" y="126"/>
                      <a:pt x="1720" y="112"/>
                      <a:pt x="1720" y="95"/>
                    </a:cubicBezTo>
                    <a:close/>
                    <a:moveTo>
                      <a:pt x="2122" y="95"/>
                    </a:moveTo>
                    <a:cubicBezTo>
                      <a:pt x="2122" y="78"/>
                      <a:pt x="2108" y="64"/>
                      <a:pt x="2091" y="64"/>
                    </a:cubicBezTo>
                    <a:cubicBezTo>
                      <a:pt x="1778" y="64"/>
                      <a:pt x="1778" y="64"/>
                      <a:pt x="1778" y="64"/>
                    </a:cubicBezTo>
                    <a:cubicBezTo>
                      <a:pt x="1761" y="64"/>
                      <a:pt x="1747" y="78"/>
                      <a:pt x="1747" y="95"/>
                    </a:cubicBezTo>
                    <a:cubicBezTo>
                      <a:pt x="1747" y="112"/>
                      <a:pt x="1761" y="126"/>
                      <a:pt x="1778" y="126"/>
                    </a:cubicBezTo>
                    <a:cubicBezTo>
                      <a:pt x="2091" y="126"/>
                      <a:pt x="2091" y="126"/>
                      <a:pt x="2091" y="126"/>
                    </a:cubicBezTo>
                    <a:cubicBezTo>
                      <a:pt x="2108" y="126"/>
                      <a:pt x="2122" y="112"/>
                      <a:pt x="2122" y="95"/>
                    </a:cubicBezTo>
                    <a:close/>
                  </a:path>
                </a:pathLst>
              </a:custGeom>
              <a:gradFill>
                <a:gsLst>
                  <a:gs pos="0">
                    <a:srgbClr val="9D6D6B"/>
                  </a:gs>
                  <a:gs pos="100000">
                    <a:srgbClr val="6E405C"/>
                  </a:gs>
                </a:gsLst>
                <a:lin ang="5400000" scaled="1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0" name="Freeform 63"/>
              <p:cNvSpPr>
                <a:spLocks/>
              </p:cNvSpPr>
              <p:nvPr/>
            </p:nvSpPr>
            <p:spPr bwMode="auto">
              <a:xfrm>
                <a:off x="7042150" y="2774509"/>
                <a:ext cx="41275" cy="109538"/>
              </a:xfrm>
              <a:custGeom>
                <a:avLst/>
                <a:gdLst>
                  <a:gd name="T0" fmla="*/ 5 w 26"/>
                  <a:gd name="T1" fmla="*/ 0 h 69"/>
                  <a:gd name="T2" fmla="*/ 0 w 26"/>
                  <a:gd name="T3" fmla="*/ 69 h 69"/>
                  <a:gd name="T4" fmla="*/ 26 w 26"/>
                  <a:gd name="T5" fmla="*/ 69 h 69"/>
                  <a:gd name="T6" fmla="*/ 19 w 26"/>
                  <a:gd name="T7" fmla="*/ 0 h 69"/>
                  <a:gd name="T8" fmla="*/ 5 w 26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9">
                    <a:moveTo>
                      <a:pt x="5" y="0"/>
                    </a:moveTo>
                    <a:lnTo>
                      <a:pt x="0" y="69"/>
                    </a:lnTo>
                    <a:lnTo>
                      <a:pt x="26" y="69"/>
                    </a:lnTo>
                    <a:lnTo>
                      <a:pt x="19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1" name="Freeform 64"/>
              <p:cNvSpPr>
                <a:spLocks/>
              </p:cNvSpPr>
              <p:nvPr/>
            </p:nvSpPr>
            <p:spPr bwMode="auto">
              <a:xfrm>
                <a:off x="7061200" y="2774509"/>
                <a:ext cx="22225" cy="109538"/>
              </a:xfrm>
              <a:custGeom>
                <a:avLst/>
                <a:gdLst>
                  <a:gd name="T0" fmla="*/ 0 w 14"/>
                  <a:gd name="T1" fmla="*/ 0 h 69"/>
                  <a:gd name="T2" fmla="*/ 0 w 14"/>
                  <a:gd name="T3" fmla="*/ 69 h 69"/>
                  <a:gd name="T4" fmla="*/ 14 w 14"/>
                  <a:gd name="T5" fmla="*/ 69 h 69"/>
                  <a:gd name="T6" fmla="*/ 7 w 14"/>
                  <a:gd name="T7" fmla="*/ 0 h 69"/>
                  <a:gd name="T8" fmla="*/ 0 w 14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69">
                    <a:moveTo>
                      <a:pt x="0" y="0"/>
                    </a:moveTo>
                    <a:lnTo>
                      <a:pt x="0" y="69"/>
                    </a:lnTo>
                    <a:lnTo>
                      <a:pt x="14" y="69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2" name="Freeform 65"/>
              <p:cNvSpPr>
                <a:spLocks/>
              </p:cNvSpPr>
              <p:nvPr/>
            </p:nvSpPr>
            <p:spPr bwMode="auto">
              <a:xfrm>
                <a:off x="7061200" y="2331597"/>
                <a:ext cx="112713" cy="477838"/>
              </a:xfrm>
              <a:custGeom>
                <a:avLst/>
                <a:gdLst>
                  <a:gd name="T0" fmla="*/ 52 w 71"/>
                  <a:gd name="T1" fmla="*/ 220 h 301"/>
                  <a:gd name="T2" fmla="*/ 66 w 71"/>
                  <a:gd name="T3" fmla="*/ 220 h 301"/>
                  <a:gd name="T4" fmla="*/ 45 w 71"/>
                  <a:gd name="T5" fmla="*/ 147 h 301"/>
                  <a:gd name="T6" fmla="*/ 52 w 71"/>
                  <a:gd name="T7" fmla="*/ 147 h 301"/>
                  <a:gd name="T8" fmla="*/ 0 w 71"/>
                  <a:gd name="T9" fmla="*/ 0 h 301"/>
                  <a:gd name="T10" fmla="*/ 0 w 71"/>
                  <a:gd name="T11" fmla="*/ 147 h 301"/>
                  <a:gd name="T12" fmla="*/ 0 w 71"/>
                  <a:gd name="T13" fmla="*/ 220 h 301"/>
                  <a:gd name="T14" fmla="*/ 0 w 71"/>
                  <a:gd name="T15" fmla="*/ 301 h 301"/>
                  <a:gd name="T16" fmla="*/ 71 w 71"/>
                  <a:gd name="T17" fmla="*/ 301 h 301"/>
                  <a:gd name="T18" fmla="*/ 52 w 71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1">
                    <a:moveTo>
                      <a:pt x="52" y="220"/>
                    </a:moveTo>
                    <a:lnTo>
                      <a:pt x="66" y="220"/>
                    </a:lnTo>
                    <a:lnTo>
                      <a:pt x="45" y="147"/>
                    </a:lnTo>
                    <a:lnTo>
                      <a:pt x="52" y="147"/>
                    </a:lnTo>
                    <a:lnTo>
                      <a:pt x="0" y="0"/>
                    </a:lnTo>
                    <a:lnTo>
                      <a:pt x="0" y="147"/>
                    </a:lnTo>
                    <a:lnTo>
                      <a:pt x="0" y="220"/>
                    </a:lnTo>
                    <a:lnTo>
                      <a:pt x="0" y="301"/>
                    </a:lnTo>
                    <a:lnTo>
                      <a:pt x="71" y="301"/>
                    </a:lnTo>
                    <a:lnTo>
                      <a:pt x="52" y="22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3" name="Freeform 66"/>
              <p:cNvSpPr>
                <a:spLocks/>
              </p:cNvSpPr>
              <p:nvPr/>
            </p:nvSpPr>
            <p:spPr bwMode="auto">
              <a:xfrm>
                <a:off x="6951663" y="2331597"/>
                <a:ext cx="109538" cy="477838"/>
              </a:xfrm>
              <a:custGeom>
                <a:avLst/>
                <a:gdLst>
                  <a:gd name="T0" fmla="*/ 19 w 69"/>
                  <a:gd name="T1" fmla="*/ 220 h 301"/>
                  <a:gd name="T2" fmla="*/ 5 w 69"/>
                  <a:gd name="T3" fmla="*/ 220 h 301"/>
                  <a:gd name="T4" fmla="*/ 26 w 69"/>
                  <a:gd name="T5" fmla="*/ 147 h 301"/>
                  <a:gd name="T6" fmla="*/ 17 w 69"/>
                  <a:gd name="T7" fmla="*/ 147 h 301"/>
                  <a:gd name="T8" fmla="*/ 69 w 69"/>
                  <a:gd name="T9" fmla="*/ 0 h 301"/>
                  <a:gd name="T10" fmla="*/ 69 w 69"/>
                  <a:gd name="T11" fmla="*/ 147 h 301"/>
                  <a:gd name="T12" fmla="*/ 69 w 69"/>
                  <a:gd name="T13" fmla="*/ 220 h 301"/>
                  <a:gd name="T14" fmla="*/ 69 w 69"/>
                  <a:gd name="T15" fmla="*/ 301 h 301"/>
                  <a:gd name="T16" fmla="*/ 0 w 69"/>
                  <a:gd name="T17" fmla="*/ 301 h 301"/>
                  <a:gd name="T18" fmla="*/ 19 w 69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9" h="301">
                    <a:moveTo>
                      <a:pt x="19" y="220"/>
                    </a:moveTo>
                    <a:lnTo>
                      <a:pt x="5" y="220"/>
                    </a:lnTo>
                    <a:lnTo>
                      <a:pt x="26" y="147"/>
                    </a:lnTo>
                    <a:lnTo>
                      <a:pt x="17" y="147"/>
                    </a:lnTo>
                    <a:lnTo>
                      <a:pt x="69" y="0"/>
                    </a:lnTo>
                    <a:lnTo>
                      <a:pt x="69" y="147"/>
                    </a:lnTo>
                    <a:lnTo>
                      <a:pt x="69" y="220"/>
                    </a:lnTo>
                    <a:lnTo>
                      <a:pt x="69" y="301"/>
                    </a:lnTo>
                    <a:lnTo>
                      <a:pt x="0" y="301"/>
                    </a:lnTo>
                    <a:lnTo>
                      <a:pt x="19" y="22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4" name="Freeform 67"/>
              <p:cNvSpPr>
                <a:spLocks/>
              </p:cNvSpPr>
              <p:nvPr/>
            </p:nvSpPr>
            <p:spPr bwMode="auto">
              <a:xfrm>
                <a:off x="6877050" y="2839597"/>
                <a:ext cx="33338" cy="90488"/>
              </a:xfrm>
              <a:custGeom>
                <a:avLst/>
                <a:gdLst>
                  <a:gd name="T0" fmla="*/ 4 w 21"/>
                  <a:gd name="T1" fmla="*/ 0 h 57"/>
                  <a:gd name="T2" fmla="*/ 0 w 21"/>
                  <a:gd name="T3" fmla="*/ 57 h 57"/>
                  <a:gd name="T4" fmla="*/ 21 w 21"/>
                  <a:gd name="T5" fmla="*/ 57 h 57"/>
                  <a:gd name="T6" fmla="*/ 16 w 21"/>
                  <a:gd name="T7" fmla="*/ 0 h 57"/>
                  <a:gd name="T8" fmla="*/ 4 w 21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7">
                    <a:moveTo>
                      <a:pt x="4" y="0"/>
                    </a:moveTo>
                    <a:lnTo>
                      <a:pt x="0" y="57"/>
                    </a:lnTo>
                    <a:lnTo>
                      <a:pt x="21" y="57"/>
                    </a:lnTo>
                    <a:lnTo>
                      <a:pt x="1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5" name="Freeform 68"/>
              <p:cNvSpPr>
                <a:spLocks/>
              </p:cNvSpPr>
              <p:nvPr/>
            </p:nvSpPr>
            <p:spPr bwMode="auto">
              <a:xfrm>
                <a:off x="6896100" y="2839597"/>
                <a:ext cx="14288" cy="90488"/>
              </a:xfrm>
              <a:custGeom>
                <a:avLst/>
                <a:gdLst>
                  <a:gd name="T0" fmla="*/ 0 w 9"/>
                  <a:gd name="T1" fmla="*/ 0 h 57"/>
                  <a:gd name="T2" fmla="*/ 0 w 9"/>
                  <a:gd name="T3" fmla="*/ 57 h 57"/>
                  <a:gd name="T4" fmla="*/ 9 w 9"/>
                  <a:gd name="T5" fmla="*/ 57 h 57"/>
                  <a:gd name="T6" fmla="*/ 4 w 9"/>
                  <a:gd name="T7" fmla="*/ 0 h 57"/>
                  <a:gd name="T8" fmla="*/ 0 w 9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7">
                    <a:moveTo>
                      <a:pt x="0" y="0"/>
                    </a:moveTo>
                    <a:lnTo>
                      <a:pt x="0" y="57"/>
                    </a:lnTo>
                    <a:lnTo>
                      <a:pt x="9" y="57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6" name="Freeform 69"/>
              <p:cNvSpPr>
                <a:spLocks/>
              </p:cNvSpPr>
              <p:nvPr/>
            </p:nvSpPr>
            <p:spPr bwMode="auto">
              <a:xfrm>
                <a:off x="6896100" y="2463359"/>
                <a:ext cx="93663" cy="406400"/>
              </a:xfrm>
              <a:custGeom>
                <a:avLst/>
                <a:gdLst>
                  <a:gd name="T0" fmla="*/ 42 w 59"/>
                  <a:gd name="T1" fmla="*/ 187 h 256"/>
                  <a:gd name="T2" fmla="*/ 54 w 59"/>
                  <a:gd name="T3" fmla="*/ 187 h 256"/>
                  <a:gd name="T4" fmla="*/ 35 w 59"/>
                  <a:gd name="T5" fmla="*/ 125 h 256"/>
                  <a:gd name="T6" fmla="*/ 42 w 59"/>
                  <a:gd name="T7" fmla="*/ 125 h 256"/>
                  <a:gd name="T8" fmla="*/ 0 w 59"/>
                  <a:gd name="T9" fmla="*/ 0 h 256"/>
                  <a:gd name="T10" fmla="*/ 0 w 59"/>
                  <a:gd name="T11" fmla="*/ 125 h 256"/>
                  <a:gd name="T12" fmla="*/ 0 w 59"/>
                  <a:gd name="T13" fmla="*/ 187 h 256"/>
                  <a:gd name="T14" fmla="*/ 0 w 59"/>
                  <a:gd name="T15" fmla="*/ 256 h 256"/>
                  <a:gd name="T16" fmla="*/ 59 w 59"/>
                  <a:gd name="T17" fmla="*/ 256 h 256"/>
                  <a:gd name="T18" fmla="*/ 42 w 59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256">
                    <a:moveTo>
                      <a:pt x="42" y="187"/>
                    </a:moveTo>
                    <a:lnTo>
                      <a:pt x="54" y="187"/>
                    </a:lnTo>
                    <a:lnTo>
                      <a:pt x="35" y="125"/>
                    </a:lnTo>
                    <a:lnTo>
                      <a:pt x="42" y="125"/>
                    </a:lnTo>
                    <a:lnTo>
                      <a:pt x="0" y="0"/>
                    </a:lnTo>
                    <a:lnTo>
                      <a:pt x="0" y="125"/>
                    </a:lnTo>
                    <a:lnTo>
                      <a:pt x="0" y="187"/>
                    </a:lnTo>
                    <a:lnTo>
                      <a:pt x="0" y="256"/>
                    </a:lnTo>
                    <a:lnTo>
                      <a:pt x="59" y="256"/>
                    </a:lnTo>
                    <a:lnTo>
                      <a:pt x="42" y="187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7" name="Freeform 70"/>
              <p:cNvSpPr>
                <a:spLocks/>
              </p:cNvSpPr>
              <p:nvPr/>
            </p:nvSpPr>
            <p:spPr bwMode="auto">
              <a:xfrm>
                <a:off x="6800850" y="2463359"/>
                <a:ext cx="95250" cy="406400"/>
              </a:xfrm>
              <a:custGeom>
                <a:avLst/>
                <a:gdLst>
                  <a:gd name="T0" fmla="*/ 15 w 60"/>
                  <a:gd name="T1" fmla="*/ 187 h 256"/>
                  <a:gd name="T2" fmla="*/ 5 w 60"/>
                  <a:gd name="T3" fmla="*/ 187 h 256"/>
                  <a:gd name="T4" fmla="*/ 22 w 60"/>
                  <a:gd name="T5" fmla="*/ 125 h 256"/>
                  <a:gd name="T6" fmla="*/ 15 w 60"/>
                  <a:gd name="T7" fmla="*/ 125 h 256"/>
                  <a:gd name="T8" fmla="*/ 60 w 60"/>
                  <a:gd name="T9" fmla="*/ 0 h 256"/>
                  <a:gd name="T10" fmla="*/ 60 w 60"/>
                  <a:gd name="T11" fmla="*/ 125 h 256"/>
                  <a:gd name="T12" fmla="*/ 60 w 60"/>
                  <a:gd name="T13" fmla="*/ 187 h 256"/>
                  <a:gd name="T14" fmla="*/ 60 w 60"/>
                  <a:gd name="T15" fmla="*/ 256 h 256"/>
                  <a:gd name="T16" fmla="*/ 0 w 60"/>
                  <a:gd name="T17" fmla="*/ 256 h 256"/>
                  <a:gd name="T18" fmla="*/ 15 w 60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256">
                    <a:moveTo>
                      <a:pt x="15" y="187"/>
                    </a:moveTo>
                    <a:lnTo>
                      <a:pt x="5" y="187"/>
                    </a:lnTo>
                    <a:lnTo>
                      <a:pt x="22" y="125"/>
                    </a:lnTo>
                    <a:lnTo>
                      <a:pt x="15" y="125"/>
                    </a:lnTo>
                    <a:lnTo>
                      <a:pt x="60" y="0"/>
                    </a:lnTo>
                    <a:lnTo>
                      <a:pt x="60" y="125"/>
                    </a:lnTo>
                    <a:lnTo>
                      <a:pt x="60" y="187"/>
                    </a:lnTo>
                    <a:lnTo>
                      <a:pt x="60" y="256"/>
                    </a:lnTo>
                    <a:lnTo>
                      <a:pt x="0" y="256"/>
                    </a:lnTo>
                    <a:lnTo>
                      <a:pt x="15" y="187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8" name="Freeform 71"/>
              <p:cNvSpPr>
                <a:spLocks/>
              </p:cNvSpPr>
              <p:nvPr/>
            </p:nvSpPr>
            <p:spPr bwMode="auto">
              <a:xfrm>
                <a:off x="7394575" y="2768159"/>
                <a:ext cx="33338" cy="93663"/>
              </a:xfrm>
              <a:custGeom>
                <a:avLst/>
                <a:gdLst>
                  <a:gd name="T0" fmla="*/ 5 w 21"/>
                  <a:gd name="T1" fmla="*/ 0 h 59"/>
                  <a:gd name="T2" fmla="*/ 0 w 21"/>
                  <a:gd name="T3" fmla="*/ 59 h 59"/>
                  <a:gd name="T4" fmla="*/ 21 w 21"/>
                  <a:gd name="T5" fmla="*/ 59 h 59"/>
                  <a:gd name="T6" fmla="*/ 17 w 21"/>
                  <a:gd name="T7" fmla="*/ 0 h 59"/>
                  <a:gd name="T8" fmla="*/ 5 w 21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9">
                    <a:moveTo>
                      <a:pt x="5" y="0"/>
                    </a:moveTo>
                    <a:lnTo>
                      <a:pt x="0" y="59"/>
                    </a:lnTo>
                    <a:lnTo>
                      <a:pt x="21" y="59"/>
                    </a:lnTo>
                    <a:lnTo>
                      <a:pt x="1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9" name="Freeform 72"/>
              <p:cNvSpPr>
                <a:spLocks/>
              </p:cNvSpPr>
              <p:nvPr/>
            </p:nvSpPr>
            <p:spPr bwMode="auto">
              <a:xfrm>
                <a:off x="7408863" y="2768159"/>
                <a:ext cx="19050" cy="93663"/>
              </a:xfrm>
              <a:custGeom>
                <a:avLst/>
                <a:gdLst>
                  <a:gd name="T0" fmla="*/ 0 w 12"/>
                  <a:gd name="T1" fmla="*/ 0 h 59"/>
                  <a:gd name="T2" fmla="*/ 0 w 12"/>
                  <a:gd name="T3" fmla="*/ 59 h 59"/>
                  <a:gd name="T4" fmla="*/ 12 w 12"/>
                  <a:gd name="T5" fmla="*/ 59 h 59"/>
                  <a:gd name="T6" fmla="*/ 8 w 12"/>
                  <a:gd name="T7" fmla="*/ 0 h 59"/>
                  <a:gd name="T8" fmla="*/ 0 w 12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59">
                    <a:moveTo>
                      <a:pt x="0" y="0"/>
                    </a:moveTo>
                    <a:lnTo>
                      <a:pt x="0" y="59"/>
                    </a:lnTo>
                    <a:lnTo>
                      <a:pt x="12" y="59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0" name="Freeform 73"/>
              <p:cNvSpPr>
                <a:spLocks/>
              </p:cNvSpPr>
              <p:nvPr/>
            </p:nvSpPr>
            <p:spPr bwMode="auto">
              <a:xfrm>
                <a:off x="7408863" y="2391922"/>
                <a:ext cx="95250" cy="406400"/>
              </a:xfrm>
              <a:custGeom>
                <a:avLst/>
                <a:gdLst>
                  <a:gd name="T0" fmla="*/ 45 w 60"/>
                  <a:gd name="T1" fmla="*/ 187 h 256"/>
                  <a:gd name="T2" fmla="*/ 55 w 60"/>
                  <a:gd name="T3" fmla="*/ 187 h 256"/>
                  <a:gd name="T4" fmla="*/ 38 w 60"/>
                  <a:gd name="T5" fmla="*/ 125 h 256"/>
                  <a:gd name="T6" fmla="*/ 45 w 60"/>
                  <a:gd name="T7" fmla="*/ 125 h 256"/>
                  <a:gd name="T8" fmla="*/ 0 w 60"/>
                  <a:gd name="T9" fmla="*/ 0 h 256"/>
                  <a:gd name="T10" fmla="*/ 0 w 60"/>
                  <a:gd name="T11" fmla="*/ 125 h 256"/>
                  <a:gd name="T12" fmla="*/ 0 w 60"/>
                  <a:gd name="T13" fmla="*/ 187 h 256"/>
                  <a:gd name="T14" fmla="*/ 0 w 60"/>
                  <a:gd name="T15" fmla="*/ 256 h 256"/>
                  <a:gd name="T16" fmla="*/ 60 w 60"/>
                  <a:gd name="T17" fmla="*/ 256 h 256"/>
                  <a:gd name="T18" fmla="*/ 45 w 60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256">
                    <a:moveTo>
                      <a:pt x="45" y="187"/>
                    </a:moveTo>
                    <a:lnTo>
                      <a:pt x="55" y="187"/>
                    </a:lnTo>
                    <a:lnTo>
                      <a:pt x="38" y="125"/>
                    </a:lnTo>
                    <a:lnTo>
                      <a:pt x="45" y="125"/>
                    </a:lnTo>
                    <a:lnTo>
                      <a:pt x="0" y="0"/>
                    </a:lnTo>
                    <a:lnTo>
                      <a:pt x="0" y="125"/>
                    </a:lnTo>
                    <a:lnTo>
                      <a:pt x="0" y="187"/>
                    </a:lnTo>
                    <a:lnTo>
                      <a:pt x="0" y="256"/>
                    </a:lnTo>
                    <a:lnTo>
                      <a:pt x="60" y="256"/>
                    </a:lnTo>
                    <a:lnTo>
                      <a:pt x="45" y="187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1" name="Freeform 74"/>
              <p:cNvSpPr>
                <a:spLocks/>
              </p:cNvSpPr>
              <p:nvPr/>
            </p:nvSpPr>
            <p:spPr bwMode="auto">
              <a:xfrm>
                <a:off x="7315200" y="2391922"/>
                <a:ext cx="93663" cy="406400"/>
              </a:xfrm>
              <a:custGeom>
                <a:avLst/>
                <a:gdLst>
                  <a:gd name="T0" fmla="*/ 17 w 59"/>
                  <a:gd name="T1" fmla="*/ 187 h 256"/>
                  <a:gd name="T2" fmla="*/ 5 w 59"/>
                  <a:gd name="T3" fmla="*/ 187 h 256"/>
                  <a:gd name="T4" fmla="*/ 24 w 59"/>
                  <a:gd name="T5" fmla="*/ 125 h 256"/>
                  <a:gd name="T6" fmla="*/ 17 w 59"/>
                  <a:gd name="T7" fmla="*/ 125 h 256"/>
                  <a:gd name="T8" fmla="*/ 59 w 59"/>
                  <a:gd name="T9" fmla="*/ 0 h 256"/>
                  <a:gd name="T10" fmla="*/ 59 w 59"/>
                  <a:gd name="T11" fmla="*/ 125 h 256"/>
                  <a:gd name="T12" fmla="*/ 59 w 59"/>
                  <a:gd name="T13" fmla="*/ 187 h 256"/>
                  <a:gd name="T14" fmla="*/ 59 w 59"/>
                  <a:gd name="T15" fmla="*/ 256 h 256"/>
                  <a:gd name="T16" fmla="*/ 0 w 59"/>
                  <a:gd name="T17" fmla="*/ 256 h 256"/>
                  <a:gd name="T18" fmla="*/ 17 w 59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256">
                    <a:moveTo>
                      <a:pt x="17" y="187"/>
                    </a:moveTo>
                    <a:lnTo>
                      <a:pt x="5" y="187"/>
                    </a:lnTo>
                    <a:lnTo>
                      <a:pt x="24" y="125"/>
                    </a:lnTo>
                    <a:lnTo>
                      <a:pt x="17" y="125"/>
                    </a:lnTo>
                    <a:lnTo>
                      <a:pt x="59" y="0"/>
                    </a:lnTo>
                    <a:lnTo>
                      <a:pt x="59" y="125"/>
                    </a:lnTo>
                    <a:lnTo>
                      <a:pt x="59" y="187"/>
                    </a:lnTo>
                    <a:lnTo>
                      <a:pt x="59" y="256"/>
                    </a:lnTo>
                    <a:lnTo>
                      <a:pt x="0" y="256"/>
                    </a:lnTo>
                    <a:lnTo>
                      <a:pt x="17" y="187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2" name="Freeform 75"/>
              <p:cNvSpPr>
                <a:spLocks/>
              </p:cNvSpPr>
              <p:nvPr/>
            </p:nvSpPr>
            <p:spPr bwMode="auto">
              <a:xfrm>
                <a:off x="398463" y="2680847"/>
                <a:ext cx="153988" cy="522288"/>
              </a:xfrm>
              <a:custGeom>
                <a:avLst/>
                <a:gdLst>
                  <a:gd name="T0" fmla="*/ 41 w 41"/>
                  <a:gd name="T1" fmla="*/ 0 h 139"/>
                  <a:gd name="T2" fmla="*/ 20 w 41"/>
                  <a:gd name="T3" fmla="*/ 21 h 139"/>
                  <a:gd name="T4" fmla="*/ 16 w 41"/>
                  <a:gd name="T5" fmla="*/ 41 h 139"/>
                  <a:gd name="T6" fmla="*/ 0 w 41"/>
                  <a:gd name="T7" fmla="*/ 93 h 139"/>
                  <a:gd name="T8" fmla="*/ 39 w 41"/>
                  <a:gd name="T9" fmla="*/ 138 h 139"/>
                  <a:gd name="T10" fmla="*/ 41 w 41"/>
                  <a:gd name="T11" fmla="*/ 139 h 139"/>
                  <a:gd name="T12" fmla="*/ 41 w 41"/>
                  <a:gd name="T1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39">
                    <a:moveTo>
                      <a:pt x="41" y="0"/>
                    </a:moveTo>
                    <a:cubicBezTo>
                      <a:pt x="33" y="0"/>
                      <a:pt x="26" y="9"/>
                      <a:pt x="20" y="21"/>
                    </a:cubicBezTo>
                    <a:cubicBezTo>
                      <a:pt x="14" y="35"/>
                      <a:pt x="16" y="41"/>
                      <a:pt x="16" y="41"/>
                    </a:cubicBezTo>
                    <a:cubicBezTo>
                      <a:pt x="8" y="41"/>
                      <a:pt x="0" y="70"/>
                      <a:pt x="0" y="93"/>
                    </a:cubicBezTo>
                    <a:cubicBezTo>
                      <a:pt x="0" y="115"/>
                      <a:pt x="13" y="137"/>
                      <a:pt x="39" y="138"/>
                    </a:cubicBezTo>
                    <a:cubicBezTo>
                      <a:pt x="40" y="139"/>
                      <a:pt x="40" y="139"/>
                      <a:pt x="41" y="139"/>
                    </a:cubicBez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3" name="Freeform 76"/>
              <p:cNvSpPr>
                <a:spLocks/>
              </p:cNvSpPr>
              <p:nvPr/>
            </p:nvSpPr>
            <p:spPr bwMode="auto">
              <a:xfrm>
                <a:off x="552450" y="2680847"/>
                <a:ext cx="153988" cy="522288"/>
              </a:xfrm>
              <a:custGeom>
                <a:avLst/>
                <a:gdLst>
                  <a:gd name="T0" fmla="*/ 0 w 41"/>
                  <a:gd name="T1" fmla="*/ 0 h 139"/>
                  <a:gd name="T2" fmla="*/ 21 w 41"/>
                  <a:gd name="T3" fmla="*/ 21 h 139"/>
                  <a:gd name="T4" fmla="*/ 25 w 41"/>
                  <a:gd name="T5" fmla="*/ 41 h 139"/>
                  <a:gd name="T6" fmla="*/ 41 w 41"/>
                  <a:gd name="T7" fmla="*/ 93 h 139"/>
                  <a:gd name="T8" fmla="*/ 2 w 41"/>
                  <a:gd name="T9" fmla="*/ 138 h 139"/>
                  <a:gd name="T10" fmla="*/ 0 w 41"/>
                  <a:gd name="T11" fmla="*/ 139 h 139"/>
                  <a:gd name="T12" fmla="*/ 0 w 41"/>
                  <a:gd name="T1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39">
                    <a:moveTo>
                      <a:pt x="0" y="0"/>
                    </a:moveTo>
                    <a:cubicBezTo>
                      <a:pt x="8" y="0"/>
                      <a:pt x="15" y="9"/>
                      <a:pt x="21" y="21"/>
                    </a:cubicBezTo>
                    <a:cubicBezTo>
                      <a:pt x="26" y="35"/>
                      <a:pt x="25" y="41"/>
                      <a:pt x="25" y="41"/>
                    </a:cubicBezTo>
                    <a:cubicBezTo>
                      <a:pt x="32" y="41"/>
                      <a:pt x="41" y="70"/>
                      <a:pt x="41" y="93"/>
                    </a:cubicBezTo>
                    <a:cubicBezTo>
                      <a:pt x="41" y="115"/>
                      <a:pt x="28" y="137"/>
                      <a:pt x="2" y="138"/>
                    </a:cubicBezTo>
                    <a:cubicBezTo>
                      <a:pt x="1" y="139"/>
                      <a:pt x="1" y="139"/>
                      <a:pt x="0" y="13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4" name="Freeform 77"/>
              <p:cNvSpPr>
                <a:spLocks/>
              </p:cNvSpPr>
              <p:nvPr/>
            </p:nvSpPr>
            <p:spPr bwMode="auto">
              <a:xfrm>
                <a:off x="530225" y="3057084"/>
                <a:ext cx="41275" cy="236538"/>
              </a:xfrm>
              <a:custGeom>
                <a:avLst/>
                <a:gdLst>
                  <a:gd name="T0" fmla="*/ 7 w 26"/>
                  <a:gd name="T1" fmla="*/ 0 h 149"/>
                  <a:gd name="T2" fmla="*/ 0 w 26"/>
                  <a:gd name="T3" fmla="*/ 149 h 149"/>
                  <a:gd name="T4" fmla="*/ 26 w 26"/>
                  <a:gd name="T5" fmla="*/ 149 h 149"/>
                  <a:gd name="T6" fmla="*/ 21 w 26"/>
                  <a:gd name="T7" fmla="*/ 0 h 149"/>
                  <a:gd name="T8" fmla="*/ 7 w 26"/>
                  <a:gd name="T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9">
                    <a:moveTo>
                      <a:pt x="7" y="0"/>
                    </a:moveTo>
                    <a:lnTo>
                      <a:pt x="0" y="149"/>
                    </a:lnTo>
                    <a:lnTo>
                      <a:pt x="26" y="149"/>
                    </a:lnTo>
                    <a:lnTo>
                      <a:pt x="21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5" name="Freeform 78"/>
              <p:cNvSpPr>
                <a:spLocks/>
              </p:cNvSpPr>
              <p:nvPr/>
            </p:nvSpPr>
            <p:spPr bwMode="auto">
              <a:xfrm>
                <a:off x="552450" y="3057084"/>
                <a:ext cx="19050" cy="236538"/>
              </a:xfrm>
              <a:custGeom>
                <a:avLst/>
                <a:gdLst>
                  <a:gd name="T0" fmla="*/ 0 w 12"/>
                  <a:gd name="T1" fmla="*/ 0 h 149"/>
                  <a:gd name="T2" fmla="*/ 0 w 12"/>
                  <a:gd name="T3" fmla="*/ 149 h 149"/>
                  <a:gd name="T4" fmla="*/ 12 w 12"/>
                  <a:gd name="T5" fmla="*/ 149 h 149"/>
                  <a:gd name="T6" fmla="*/ 7 w 12"/>
                  <a:gd name="T7" fmla="*/ 0 h 149"/>
                  <a:gd name="T8" fmla="*/ 0 w 12"/>
                  <a:gd name="T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49">
                    <a:moveTo>
                      <a:pt x="0" y="0"/>
                    </a:moveTo>
                    <a:lnTo>
                      <a:pt x="0" y="149"/>
                    </a:lnTo>
                    <a:lnTo>
                      <a:pt x="12" y="149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6" name="Freeform 79"/>
              <p:cNvSpPr>
                <a:spLocks/>
              </p:cNvSpPr>
              <p:nvPr/>
            </p:nvSpPr>
            <p:spPr bwMode="auto">
              <a:xfrm>
                <a:off x="211138" y="2922147"/>
                <a:ext cx="220663" cy="304800"/>
              </a:xfrm>
              <a:custGeom>
                <a:avLst/>
                <a:gdLst>
                  <a:gd name="T0" fmla="*/ 47 w 59"/>
                  <a:gd name="T1" fmla="*/ 24 h 81"/>
                  <a:gd name="T2" fmla="*/ 47 w 59"/>
                  <a:gd name="T3" fmla="*/ 20 h 81"/>
                  <a:gd name="T4" fmla="*/ 29 w 59"/>
                  <a:gd name="T5" fmla="*/ 0 h 81"/>
                  <a:gd name="T6" fmla="*/ 11 w 59"/>
                  <a:gd name="T7" fmla="*/ 20 h 81"/>
                  <a:gd name="T8" fmla="*/ 11 w 59"/>
                  <a:gd name="T9" fmla="*/ 24 h 81"/>
                  <a:gd name="T10" fmla="*/ 0 w 59"/>
                  <a:gd name="T11" fmla="*/ 49 h 81"/>
                  <a:gd name="T12" fmla="*/ 29 w 59"/>
                  <a:gd name="T13" fmla="*/ 81 h 81"/>
                  <a:gd name="T14" fmla="*/ 59 w 59"/>
                  <a:gd name="T15" fmla="*/ 49 h 81"/>
                  <a:gd name="T16" fmla="*/ 47 w 59"/>
                  <a:gd name="T17" fmla="*/ 2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81">
                    <a:moveTo>
                      <a:pt x="47" y="24"/>
                    </a:moveTo>
                    <a:cubicBezTo>
                      <a:pt x="47" y="23"/>
                      <a:pt x="47" y="21"/>
                      <a:pt x="47" y="20"/>
                    </a:cubicBezTo>
                    <a:cubicBezTo>
                      <a:pt x="47" y="9"/>
                      <a:pt x="39" y="0"/>
                      <a:pt x="29" y="0"/>
                    </a:cubicBezTo>
                    <a:cubicBezTo>
                      <a:pt x="19" y="0"/>
                      <a:pt x="11" y="9"/>
                      <a:pt x="11" y="20"/>
                    </a:cubicBezTo>
                    <a:cubicBezTo>
                      <a:pt x="11" y="21"/>
                      <a:pt x="11" y="23"/>
                      <a:pt x="11" y="24"/>
                    </a:cubicBezTo>
                    <a:cubicBezTo>
                      <a:pt x="4" y="30"/>
                      <a:pt x="0" y="39"/>
                      <a:pt x="0" y="49"/>
                    </a:cubicBezTo>
                    <a:cubicBezTo>
                      <a:pt x="0" y="66"/>
                      <a:pt x="13" y="81"/>
                      <a:pt x="29" y="81"/>
                    </a:cubicBezTo>
                    <a:cubicBezTo>
                      <a:pt x="45" y="81"/>
                      <a:pt x="59" y="66"/>
                      <a:pt x="59" y="49"/>
                    </a:cubicBezTo>
                    <a:cubicBezTo>
                      <a:pt x="59" y="39"/>
                      <a:pt x="54" y="30"/>
                      <a:pt x="47" y="24"/>
                    </a:cubicBez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7" name="Freeform 80"/>
              <p:cNvSpPr>
                <a:spLocks/>
              </p:cNvSpPr>
              <p:nvPr/>
            </p:nvSpPr>
            <p:spPr bwMode="auto">
              <a:xfrm>
                <a:off x="319088" y="2922147"/>
                <a:ext cx="112713" cy="304800"/>
              </a:xfrm>
              <a:custGeom>
                <a:avLst/>
                <a:gdLst>
                  <a:gd name="T0" fmla="*/ 18 w 30"/>
                  <a:gd name="T1" fmla="*/ 24 h 81"/>
                  <a:gd name="T2" fmla="*/ 18 w 30"/>
                  <a:gd name="T3" fmla="*/ 20 h 81"/>
                  <a:gd name="T4" fmla="*/ 0 w 30"/>
                  <a:gd name="T5" fmla="*/ 0 h 81"/>
                  <a:gd name="T6" fmla="*/ 0 w 30"/>
                  <a:gd name="T7" fmla="*/ 18 h 81"/>
                  <a:gd name="T8" fmla="*/ 0 w 30"/>
                  <a:gd name="T9" fmla="*/ 39 h 81"/>
                  <a:gd name="T10" fmla="*/ 0 w 30"/>
                  <a:gd name="T11" fmla="*/ 81 h 81"/>
                  <a:gd name="T12" fmla="*/ 30 w 30"/>
                  <a:gd name="T13" fmla="*/ 49 h 81"/>
                  <a:gd name="T14" fmla="*/ 18 w 30"/>
                  <a:gd name="T15" fmla="*/ 2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81">
                    <a:moveTo>
                      <a:pt x="18" y="24"/>
                    </a:moveTo>
                    <a:cubicBezTo>
                      <a:pt x="18" y="23"/>
                      <a:pt x="18" y="21"/>
                      <a:pt x="18" y="20"/>
                    </a:cubicBezTo>
                    <a:cubicBezTo>
                      <a:pt x="18" y="9"/>
                      <a:pt x="10" y="0"/>
                      <a:pt x="0" y="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6" y="81"/>
                      <a:pt x="30" y="66"/>
                      <a:pt x="30" y="49"/>
                    </a:cubicBezTo>
                    <a:cubicBezTo>
                      <a:pt x="30" y="39"/>
                      <a:pt x="25" y="30"/>
                      <a:pt x="18" y="24"/>
                    </a:cubicBez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8" name="Freeform 81"/>
              <p:cNvSpPr>
                <a:spLocks/>
              </p:cNvSpPr>
              <p:nvPr/>
            </p:nvSpPr>
            <p:spPr bwMode="auto">
              <a:xfrm>
                <a:off x="304800" y="3114234"/>
                <a:ext cx="30163" cy="179388"/>
              </a:xfrm>
              <a:custGeom>
                <a:avLst/>
                <a:gdLst>
                  <a:gd name="T0" fmla="*/ 5 w 19"/>
                  <a:gd name="T1" fmla="*/ 0 h 113"/>
                  <a:gd name="T2" fmla="*/ 0 w 19"/>
                  <a:gd name="T3" fmla="*/ 113 h 113"/>
                  <a:gd name="T4" fmla="*/ 19 w 19"/>
                  <a:gd name="T5" fmla="*/ 113 h 113"/>
                  <a:gd name="T6" fmla="*/ 16 w 19"/>
                  <a:gd name="T7" fmla="*/ 0 h 113"/>
                  <a:gd name="T8" fmla="*/ 5 w 19"/>
                  <a:gd name="T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3">
                    <a:moveTo>
                      <a:pt x="5" y="0"/>
                    </a:moveTo>
                    <a:lnTo>
                      <a:pt x="0" y="113"/>
                    </a:lnTo>
                    <a:lnTo>
                      <a:pt x="19" y="113"/>
                    </a:lnTo>
                    <a:lnTo>
                      <a:pt x="1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9" name="Freeform 82"/>
              <p:cNvSpPr>
                <a:spLocks/>
              </p:cNvSpPr>
              <p:nvPr/>
            </p:nvSpPr>
            <p:spPr bwMode="auto">
              <a:xfrm>
                <a:off x="319088" y="3114234"/>
                <a:ext cx="15875" cy="179388"/>
              </a:xfrm>
              <a:custGeom>
                <a:avLst/>
                <a:gdLst>
                  <a:gd name="T0" fmla="*/ 0 w 10"/>
                  <a:gd name="T1" fmla="*/ 0 h 113"/>
                  <a:gd name="T2" fmla="*/ 0 w 10"/>
                  <a:gd name="T3" fmla="*/ 113 h 113"/>
                  <a:gd name="T4" fmla="*/ 10 w 10"/>
                  <a:gd name="T5" fmla="*/ 113 h 113"/>
                  <a:gd name="T6" fmla="*/ 7 w 10"/>
                  <a:gd name="T7" fmla="*/ 0 h 113"/>
                  <a:gd name="T8" fmla="*/ 0 w 10"/>
                  <a:gd name="T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3">
                    <a:moveTo>
                      <a:pt x="0" y="0"/>
                    </a:moveTo>
                    <a:lnTo>
                      <a:pt x="0" y="113"/>
                    </a:lnTo>
                    <a:lnTo>
                      <a:pt x="10" y="11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0" name="Freeform 83"/>
              <p:cNvSpPr>
                <a:spLocks/>
              </p:cNvSpPr>
              <p:nvPr/>
            </p:nvSpPr>
            <p:spPr bwMode="auto">
              <a:xfrm>
                <a:off x="946150" y="2680847"/>
                <a:ext cx="2706688" cy="612775"/>
              </a:xfrm>
              <a:custGeom>
                <a:avLst/>
                <a:gdLst>
                  <a:gd name="T0" fmla="*/ 0 w 721"/>
                  <a:gd name="T1" fmla="*/ 163 h 163"/>
                  <a:gd name="T2" fmla="*/ 361 w 721"/>
                  <a:gd name="T3" fmla="*/ 0 h 163"/>
                  <a:gd name="T4" fmla="*/ 721 w 721"/>
                  <a:gd name="T5" fmla="*/ 163 h 163"/>
                  <a:gd name="T6" fmla="*/ 0 w 721"/>
                  <a:gd name="T7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1" h="163">
                    <a:moveTo>
                      <a:pt x="0" y="163"/>
                    </a:moveTo>
                    <a:cubicBezTo>
                      <a:pt x="72" y="63"/>
                      <a:pt x="210" y="0"/>
                      <a:pt x="361" y="0"/>
                    </a:cubicBezTo>
                    <a:cubicBezTo>
                      <a:pt x="511" y="0"/>
                      <a:pt x="649" y="63"/>
                      <a:pt x="721" y="163"/>
                    </a:cubicBezTo>
                    <a:cubicBezTo>
                      <a:pt x="0" y="163"/>
                      <a:pt x="0" y="163"/>
                      <a:pt x="0" y="163"/>
                    </a:cubicBezTo>
                  </a:path>
                </a:pathLst>
              </a:custGeom>
              <a:gradFill>
                <a:gsLst>
                  <a:gs pos="0">
                    <a:srgbClr val="E2C18E"/>
                  </a:gs>
                  <a:gs pos="68000">
                    <a:srgbClr val="34949A"/>
                  </a:gs>
                </a:gsLst>
                <a:lin ang="13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1" name="Rectangle 84"/>
              <p:cNvSpPr>
                <a:spLocks noChangeArrowheads="1"/>
              </p:cNvSpPr>
              <p:nvPr/>
            </p:nvSpPr>
            <p:spPr bwMode="auto">
              <a:xfrm>
                <a:off x="10280650" y="2861822"/>
                <a:ext cx="946150" cy="44450"/>
              </a:xfrm>
              <a:prstGeom prst="rect">
                <a:avLst/>
              </a:prstGeom>
              <a:solidFill>
                <a:srgbClr val="AF3C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2" name="Rectangle 85"/>
              <p:cNvSpPr>
                <a:spLocks noChangeArrowheads="1"/>
              </p:cNvSpPr>
              <p:nvPr/>
            </p:nvSpPr>
            <p:spPr bwMode="auto">
              <a:xfrm>
                <a:off x="10333038" y="2906272"/>
                <a:ext cx="841375" cy="387350"/>
              </a:xfrm>
              <a:prstGeom prst="rect">
                <a:avLst/>
              </a:pr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3" name="Freeform 86"/>
              <p:cNvSpPr>
                <a:spLocks/>
              </p:cNvSpPr>
              <p:nvPr/>
            </p:nvSpPr>
            <p:spPr bwMode="auto">
              <a:xfrm>
                <a:off x="10280650" y="2590359"/>
                <a:ext cx="946150" cy="271463"/>
              </a:xfrm>
              <a:custGeom>
                <a:avLst/>
                <a:gdLst>
                  <a:gd name="T0" fmla="*/ 298 w 596"/>
                  <a:gd name="T1" fmla="*/ 0 h 171"/>
                  <a:gd name="T2" fmla="*/ 0 w 596"/>
                  <a:gd name="T3" fmla="*/ 171 h 171"/>
                  <a:gd name="T4" fmla="*/ 596 w 596"/>
                  <a:gd name="T5" fmla="*/ 171 h 171"/>
                  <a:gd name="T6" fmla="*/ 298 w 596"/>
                  <a:gd name="T7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6" h="171">
                    <a:moveTo>
                      <a:pt x="298" y="0"/>
                    </a:moveTo>
                    <a:lnTo>
                      <a:pt x="0" y="171"/>
                    </a:lnTo>
                    <a:lnTo>
                      <a:pt x="596" y="171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E27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4" name="Freeform 87"/>
              <p:cNvSpPr>
                <a:spLocks/>
              </p:cNvSpPr>
              <p:nvPr/>
            </p:nvSpPr>
            <p:spPr bwMode="auto">
              <a:xfrm>
                <a:off x="10753725" y="2590359"/>
                <a:ext cx="473075" cy="271463"/>
              </a:xfrm>
              <a:custGeom>
                <a:avLst/>
                <a:gdLst>
                  <a:gd name="T0" fmla="*/ 0 w 298"/>
                  <a:gd name="T1" fmla="*/ 171 h 171"/>
                  <a:gd name="T2" fmla="*/ 298 w 298"/>
                  <a:gd name="T3" fmla="*/ 171 h 171"/>
                  <a:gd name="T4" fmla="*/ 0 w 298"/>
                  <a:gd name="T5" fmla="*/ 0 h 171"/>
                  <a:gd name="T6" fmla="*/ 0 w 298"/>
                  <a:gd name="T7" fmla="*/ 17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8" h="171">
                    <a:moveTo>
                      <a:pt x="0" y="171"/>
                    </a:moveTo>
                    <a:lnTo>
                      <a:pt x="298" y="171"/>
                    </a:lnTo>
                    <a:lnTo>
                      <a:pt x="0" y="0"/>
                    </a:lnTo>
                    <a:lnTo>
                      <a:pt x="0" y="171"/>
                    </a:lnTo>
                    <a:close/>
                  </a:path>
                </a:pathLst>
              </a:custGeom>
              <a:solidFill>
                <a:srgbClr val="D02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5" name="Freeform 88"/>
              <p:cNvSpPr>
                <a:spLocks/>
              </p:cNvSpPr>
              <p:nvPr/>
            </p:nvSpPr>
            <p:spPr bwMode="auto">
              <a:xfrm>
                <a:off x="10561638" y="2906272"/>
                <a:ext cx="612775" cy="387350"/>
              </a:xfrm>
              <a:custGeom>
                <a:avLst/>
                <a:gdLst>
                  <a:gd name="T0" fmla="*/ 386 w 386"/>
                  <a:gd name="T1" fmla="*/ 244 h 244"/>
                  <a:gd name="T2" fmla="*/ 386 w 386"/>
                  <a:gd name="T3" fmla="*/ 0 h 244"/>
                  <a:gd name="T4" fmla="*/ 246 w 386"/>
                  <a:gd name="T5" fmla="*/ 0 h 244"/>
                  <a:gd name="T6" fmla="*/ 0 w 386"/>
                  <a:gd name="T7" fmla="*/ 244 h 244"/>
                  <a:gd name="T8" fmla="*/ 386 w 386"/>
                  <a:gd name="T9" fmla="*/ 24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244">
                    <a:moveTo>
                      <a:pt x="386" y="244"/>
                    </a:moveTo>
                    <a:lnTo>
                      <a:pt x="386" y="0"/>
                    </a:lnTo>
                    <a:lnTo>
                      <a:pt x="246" y="0"/>
                    </a:lnTo>
                    <a:lnTo>
                      <a:pt x="0" y="244"/>
                    </a:lnTo>
                    <a:lnTo>
                      <a:pt x="386" y="244"/>
                    </a:lnTo>
                    <a:close/>
                  </a:path>
                </a:pathLst>
              </a:custGeom>
              <a:solidFill>
                <a:srgbClr val="CCA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7" name="Rectangle 89"/>
              <p:cNvSpPr>
                <a:spLocks noChangeArrowheads="1"/>
              </p:cNvSpPr>
              <p:nvPr/>
            </p:nvSpPr>
            <p:spPr bwMode="auto">
              <a:xfrm>
                <a:off x="10929938" y="3120584"/>
                <a:ext cx="87313" cy="173038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8" name="Rectangle 90"/>
              <p:cNvSpPr>
                <a:spLocks noChangeArrowheads="1"/>
              </p:cNvSpPr>
              <p:nvPr/>
            </p:nvSpPr>
            <p:spPr bwMode="auto">
              <a:xfrm>
                <a:off x="10431463" y="2974534"/>
                <a:ext cx="85725" cy="79375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9" name="Rectangle 91"/>
              <p:cNvSpPr>
                <a:spLocks noChangeArrowheads="1"/>
              </p:cNvSpPr>
              <p:nvPr/>
            </p:nvSpPr>
            <p:spPr bwMode="auto">
              <a:xfrm>
                <a:off x="10574338" y="2974534"/>
                <a:ext cx="85725" cy="79375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0" name="Rectangle 92"/>
              <p:cNvSpPr>
                <a:spLocks noChangeArrowheads="1"/>
              </p:cNvSpPr>
              <p:nvPr/>
            </p:nvSpPr>
            <p:spPr bwMode="auto">
              <a:xfrm>
                <a:off x="10715625" y="2974534"/>
                <a:ext cx="87313" cy="79375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1" name="Rectangle 93"/>
              <p:cNvSpPr>
                <a:spLocks noChangeArrowheads="1"/>
              </p:cNvSpPr>
              <p:nvPr/>
            </p:nvSpPr>
            <p:spPr bwMode="auto">
              <a:xfrm>
                <a:off x="10858500" y="2974534"/>
                <a:ext cx="87313" cy="79375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2" name="Rectangle 94"/>
              <p:cNvSpPr>
                <a:spLocks noChangeArrowheads="1"/>
              </p:cNvSpPr>
              <p:nvPr/>
            </p:nvSpPr>
            <p:spPr bwMode="auto">
              <a:xfrm>
                <a:off x="11001375" y="2974534"/>
                <a:ext cx="85725" cy="79375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3" name="Rectangle 95"/>
              <p:cNvSpPr>
                <a:spLocks noChangeArrowheads="1"/>
              </p:cNvSpPr>
              <p:nvPr/>
            </p:nvSpPr>
            <p:spPr bwMode="auto">
              <a:xfrm>
                <a:off x="10431463" y="3084072"/>
                <a:ext cx="85725" cy="77788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4" name="Rectangle 96"/>
              <p:cNvSpPr>
                <a:spLocks noChangeArrowheads="1"/>
              </p:cNvSpPr>
              <p:nvPr/>
            </p:nvSpPr>
            <p:spPr bwMode="auto">
              <a:xfrm>
                <a:off x="10574338" y="3084072"/>
                <a:ext cx="85725" cy="77788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5" name="Rectangle 97"/>
              <p:cNvSpPr>
                <a:spLocks noChangeArrowheads="1"/>
              </p:cNvSpPr>
              <p:nvPr/>
            </p:nvSpPr>
            <p:spPr bwMode="auto">
              <a:xfrm>
                <a:off x="10715625" y="3084072"/>
                <a:ext cx="87313" cy="77788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6" name="Freeform 98"/>
              <p:cNvSpPr>
                <a:spLocks/>
              </p:cNvSpPr>
              <p:nvPr/>
            </p:nvSpPr>
            <p:spPr bwMode="auto">
              <a:xfrm>
                <a:off x="4414838" y="2364934"/>
                <a:ext cx="179388" cy="606425"/>
              </a:xfrm>
              <a:custGeom>
                <a:avLst/>
                <a:gdLst>
                  <a:gd name="T0" fmla="*/ 0 w 48"/>
                  <a:gd name="T1" fmla="*/ 0 h 161"/>
                  <a:gd name="T2" fmla="*/ 24 w 48"/>
                  <a:gd name="T3" fmla="*/ 25 h 161"/>
                  <a:gd name="T4" fmla="*/ 29 w 48"/>
                  <a:gd name="T5" fmla="*/ 48 h 161"/>
                  <a:gd name="T6" fmla="*/ 48 w 48"/>
                  <a:gd name="T7" fmla="*/ 108 h 161"/>
                  <a:gd name="T8" fmla="*/ 2 w 48"/>
                  <a:gd name="T9" fmla="*/ 161 h 161"/>
                  <a:gd name="T10" fmla="*/ 0 w 48"/>
                  <a:gd name="T11" fmla="*/ 161 h 161"/>
                  <a:gd name="T12" fmla="*/ 0 w 48"/>
                  <a:gd name="T13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161">
                    <a:moveTo>
                      <a:pt x="0" y="0"/>
                    </a:moveTo>
                    <a:cubicBezTo>
                      <a:pt x="9" y="0"/>
                      <a:pt x="17" y="10"/>
                      <a:pt x="24" y="25"/>
                    </a:cubicBezTo>
                    <a:cubicBezTo>
                      <a:pt x="31" y="41"/>
                      <a:pt x="29" y="48"/>
                      <a:pt x="29" y="48"/>
                    </a:cubicBezTo>
                    <a:cubicBezTo>
                      <a:pt x="38" y="48"/>
                      <a:pt x="48" y="82"/>
                      <a:pt x="48" y="108"/>
                    </a:cubicBezTo>
                    <a:cubicBezTo>
                      <a:pt x="48" y="133"/>
                      <a:pt x="33" y="159"/>
                      <a:pt x="2" y="161"/>
                    </a:cubicBezTo>
                    <a:cubicBezTo>
                      <a:pt x="1" y="161"/>
                      <a:pt x="1" y="161"/>
                      <a:pt x="0" y="16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7" name="Freeform 99"/>
              <p:cNvSpPr>
                <a:spLocks/>
              </p:cNvSpPr>
              <p:nvPr/>
            </p:nvSpPr>
            <p:spPr bwMode="auto">
              <a:xfrm>
                <a:off x="4233863" y="2364934"/>
                <a:ext cx="180975" cy="606425"/>
              </a:xfrm>
              <a:custGeom>
                <a:avLst/>
                <a:gdLst>
                  <a:gd name="T0" fmla="*/ 48 w 48"/>
                  <a:gd name="T1" fmla="*/ 0 h 161"/>
                  <a:gd name="T2" fmla="*/ 24 w 48"/>
                  <a:gd name="T3" fmla="*/ 25 h 161"/>
                  <a:gd name="T4" fmla="*/ 19 w 48"/>
                  <a:gd name="T5" fmla="*/ 48 h 161"/>
                  <a:gd name="T6" fmla="*/ 0 w 48"/>
                  <a:gd name="T7" fmla="*/ 108 h 161"/>
                  <a:gd name="T8" fmla="*/ 45 w 48"/>
                  <a:gd name="T9" fmla="*/ 161 h 161"/>
                  <a:gd name="T10" fmla="*/ 48 w 48"/>
                  <a:gd name="T11" fmla="*/ 161 h 161"/>
                  <a:gd name="T12" fmla="*/ 48 w 48"/>
                  <a:gd name="T13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161">
                    <a:moveTo>
                      <a:pt x="48" y="0"/>
                    </a:moveTo>
                    <a:cubicBezTo>
                      <a:pt x="39" y="0"/>
                      <a:pt x="31" y="10"/>
                      <a:pt x="24" y="25"/>
                    </a:cubicBezTo>
                    <a:cubicBezTo>
                      <a:pt x="17" y="41"/>
                      <a:pt x="19" y="48"/>
                      <a:pt x="19" y="48"/>
                    </a:cubicBezTo>
                    <a:cubicBezTo>
                      <a:pt x="10" y="48"/>
                      <a:pt x="0" y="82"/>
                      <a:pt x="0" y="108"/>
                    </a:cubicBezTo>
                    <a:cubicBezTo>
                      <a:pt x="0" y="133"/>
                      <a:pt x="15" y="159"/>
                      <a:pt x="45" y="161"/>
                    </a:cubicBezTo>
                    <a:cubicBezTo>
                      <a:pt x="46" y="161"/>
                      <a:pt x="47" y="161"/>
                      <a:pt x="48" y="161"/>
                    </a:cubicBez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8" name="Freeform 100"/>
              <p:cNvSpPr>
                <a:spLocks/>
              </p:cNvSpPr>
              <p:nvPr/>
            </p:nvSpPr>
            <p:spPr bwMode="auto">
              <a:xfrm>
                <a:off x="4387850" y="2801497"/>
                <a:ext cx="49213" cy="274638"/>
              </a:xfrm>
              <a:custGeom>
                <a:avLst/>
                <a:gdLst>
                  <a:gd name="T0" fmla="*/ 26 w 31"/>
                  <a:gd name="T1" fmla="*/ 0 h 173"/>
                  <a:gd name="T2" fmla="*/ 31 w 31"/>
                  <a:gd name="T3" fmla="*/ 173 h 173"/>
                  <a:gd name="T4" fmla="*/ 0 w 31"/>
                  <a:gd name="T5" fmla="*/ 173 h 173"/>
                  <a:gd name="T6" fmla="*/ 7 w 31"/>
                  <a:gd name="T7" fmla="*/ 0 h 173"/>
                  <a:gd name="T8" fmla="*/ 26 w 31"/>
                  <a:gd name="T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73">
                    <a:moveTo>
                      <a:pt x="26" y="0"/>
                    </a:moveTo>
                    <a:lnTo>
                      <a:pt x="31" y="173"/>
                    </a:lnTo>
                    <a:lnTo>
                      <a:pt x="0" y="173"/>
                    </a:lnTo>
                    <a:lnTo>
                      <a:pt x="7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9" name="Freeform 101"/>
              <p:cNvSpPr>
                <a:spLocks/>
              </p:cNvSpPr>
              <p:nvPr/>
            </p:nvSpPr>
            <p:spPr bwMode="auto">
              <a:xfrm>
                <a:off x="4387850" y="2801497"/>
                <a:ext cx="26988" cy="274638"/>
              </a:xfrm>
              <a:custGeom>
                <a:avLst/>
                <a:gdLst>
                  <a:gd name="T0" fmla="*/ 17 w 17"/>
                  <a:gd name="T1" fmla="*/ 0 h 173"/>
                  <a:gd name="T2" fmla="*/ 17 w 17"/>
                  <a:gd name="T3" fmla="*/ 173 h 173"/>
                  <a:gd name="T4" fmla="*/ 0 w 17"/>
                  <a:gd name="T5" fmla="*/ 173 h 173"/>
                  <a:gd name="T6" fmla="*/ 7 w 17"/>
                  <a:gd name="T7" fmla="*/ 0 h 173"/>
                  <a:gd name="T8" fmla="*/ 17 w 17"/>
                  <a:gd name="T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3">
                    <a:moveTo>
                      <a:pt x="17" y="0"/>
                    </a:moveTo>
                    <a:lnTo>
                      <a:pt x="17" y="173"/>
                    </a:lnTo>
                    <a:lnTo>
                      <a:pt x="0" y="173"/>
                    </a:lnTo>
                    <a:lnTo>
                      <a:pt x="7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0" name="Freeform 102"/>
              <p:cNvSpPr>
                <a:spLocks/>
              </p:cNvSpPr>
              <p:nvPr/>
            </p:nvSpPr>
            <p:spPr bwMode="auto">
              <a:xfrm>
                <a:off x="4486275" y="2647509"/>
                <a:ext cx="254000" cy="349250"/>
              </a:xfrm>
              <a:custGeom>
                <a:avLst/>
                <a:gdLst>
                  <a:gd name="T0" fmla="*/ 13 w 68"/>
                  <a:gd name="T1" fmla="*/ 27 h 93"/>
                  <a:gd name="T2" fmla="*/ 13 w 68"/>
                  <a:gd name="T3" fmla="*/ 22 h 93"/>
                  <a:gd name="T4" fmla="*/ 34 w 68"/>
                  <a:gd name="T5" fmla="*/ 0 h 93"/>
                  <a:gd name="T6" fmla="*/ 55 w 68"/>
                  <a:gd name="T7" fmla="*/ 22 h 93"/>
                  <a:gd name="T8" fmla="*/ 54 w 68"/>
                  <a:gd name="T9" fmla="*/ 27 h 93"/>
                  <a:gd name="T10" fmla="*/ 68 w 68"/>
                  <a:gd name="T11" fmla="*/ 56 h 93"/>
                  <a:gd name="T12" fmla="*/ 34 w 68"/>
                  <a:gd name="T13" fmla="*/ 93 h 93"/>
                  <a:gd name="T14" fmla="*/ 0 w 68"/>
                  <a:gd name="T15" fmla="*/ 56 h 93"/>
                  <a:gd name="T16" fmla="*/ 13 w 68"/>
                  <a:gd name="T17" fmla="*/ 2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93">
                    <a:moveTo>
                      <a:pt x="13" y="27"/>
                    </a:moveTo>
                    <a:cubicBezTo>
                      <a:pt x="13" y="26"/>
                      <a:pt x="13" y="24"/>
                      <a:pt x="13" y="22"/>
                    </a:cubicBezTo>
                    <a:cubicBezTo>
                      <a:pt x="13" y="10"/>
                      <a:pt x="22" y="0"/>
                      <a:pt x="34" y="0"/>
                    </a:cubicBezTo>
                    <a:cubicBezTo>
                      <a:pt x="46" y="0"/>
                      <a:pt x="55" y="10"/>
                      <a:pt x="55" y="22"/>
                    </a:cubicBezTo>
                    <a:cubicBezTo>
                      <a:pt x="55" y="24"/>
                      <a:pt x="55" y="26"/>
                      <a:pt x="54" y="27"/>
                    </a:cubicBezTo>
                    <a:cubicBezTo>
                      <a:pt x="63" y="34"/>
                      <a:pt x="68" y="44"/>
                      <a:pt x="68" y="56"/>
                    </a:cubicBezTo>
                    <a:cubicBezTo>
                      <a:pt x="68" y="76"/>
                      <a:pt x="53" y="93"/>
                      <a:pt x="34" y="93"/>
                    </a:cubicBezTo>
                    <a:cubicBezTo>
                      <a:pt x="15" y="93"/>
                      <a:pt x="0" y="76"/>
                      <a:pt x="0" y="56"/>
                    </a:cubicBezTo>
                    <a:cubicBezTo>
                      <a:pt x="0" y="44"/>
                      <a:pt x="5" y="34"/>
                      <a:pt x="13" y="27"/>
                    </a:cubicBez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1" name="Freeform 103"/>
              <p:cNvSpPr>
                <a:spLocks/>
              </p:cNvSpPr>
              <p:nvPr/>
            </p:nvSpPr>
            <p:spPr bwMode="auto">
              <a:xfrm>
                <a:off x="4486275" y="2647509"/>
                <a:ext cx="127000" cy="349250"/>
              </a:xfrm>
              <a:custGeom>
                <a:avLst/>
                <a:gdLst>
                  <a:gd name="T0" fmla="*/ 13 w 34"/>
                  <a:gd name="T1" fmla="*/ 27 h 93"/>
                  <a:gd name="T2" fmla="*/ 13 w 34"/>
                  <a:gd name="T3" fmla="*/ 22 h 93"/>
                  <a:gd name="T4" fmla="*/ 34 w 34"/>
                  <a:gd name="T5" fmla="*/ 0 h 93"/>
                  <a:gd name="T6" fmla="*/ 34 w 34"/>
                  <a:gd name="T7" fmla="*/ 20 h 93"/>
                  <a:gd name="T8" fmla="*/ 34 w 34"/>
                  <a:gd name="T9" fmla="*/ 45 h 93"/>
                  <a:gd name="T10" fmla="*/ 34 w 34"/>
                  <a:gd name="T11" fmla="*/ 93 h 93"/>
                  <a:gd name="T12" fmla="*/ 0 w 34"/>
                  <a:gd name="T13" fmla="*/ 56 h 93"/>
                  <a:gd name="T14" fmla="*/ 13 w 34"/>
                  <a:gd name="T15" fmla="*/ 2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93">
                    <a:moveTo>
                      <a:pt x="13" y="27"/>
                    </a:moveTo>
                    <a:cubicBezTo>
                      <a:pt x="13" y="26"/>
                      <a:pt x="13" y="24"/>
                      <a:pt x="13" y="22"/>
                    </a:cubicBezTo>
                    <a:cubicBezTo>
                      <a:pt x="13" y="10"/>
                      <a:pt x="22" y="0"/>
                      <a:pt x="34" y="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15" y="93"/>
                      <a:pt x="0" y="76"/>
                      <a:pt x="0" y="56"/>
                    </a:cubicBezTo>
                    <a:cubicBezTo>
                      <a:pt x="0" y="44"/>
                      <a:pt x="5" y="34"/>
                      <a:pt x="13" y="27"/>
                    </a:cubicBez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2" name="Freeform 104"/>
              <p:cNvSpPr>
                <a:spLocks/>
              </p:cNvSpPr>
              <p:nvPr/>
            </p:nvSpPr>
            <p:spPr bwMode="auto">
              <a:xfrm>
                <a:off x="4594225" y="2869759"/>
                <a:ext cx="38100" cy="206375"/>
              </a:xfrm>
              <a:custGeom>
                <a:avLst/>
                <a:gdLst>
                  <a:gd name="T0" fmla="*/ 19 w 24"/>
                  <a:gd name="T1" fmla="*/ 0 h 130"/>
                  <a:gd name="T2" fmla="*/ 24 w 24"/>
                  <a:gd name="T3" fmla="*/ 130 h 130"/>
                  <a:gd name="T4" fmla="*/ 0 w 24"/>
                  <a:gd name="T5" fmla="*/ 130 h 130"/>
                  <a:gd name="T6" fmla="*/ 5 w 24"/>
                  <a:gd name="T7" fmla="*/ 0 h 130"/>
                  <a:gd name="T8" fmla="*/ 19 w 24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30">
                    <a:moveTo>
                      <a:pt x="19" y="0"/>
                    </a:moveTo>
                    <a:lnTo>
                      <a:pt x="24" y="130"/>
                    </a:lnTo>
                    <a:lnTo>
                      <a:pt x="0" y="130"/>
                    </a:lnTo>
                    <a:lnTo>
                      <a:pt x="5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3" name="Freeform 105"/>
              <p:cNvSpPr>
                <a:spLocks/>
              </p:cNvSpPr>
              <p:nvPr/>
            </p:nvSpPr>
            <p:spPr bwMode="auto">
              <a:xfrm>
                <a:off x="4594225" y="2869759"/>
                <a:ext cx="19050" cy="206375"/>
              </a:xfrm>
              <a:custGeom>
                <a:avLst/>
                <a:gdLst>
                  <a:gd name="T0" fmla="*/ 12 w 12"/>
                  <a:gd name="T1" fmla="*/ 0 h 130"/>
                  <a:gd name="T2" fmla="*/ 12 w 12"/>
                  <a:gd name="T3" fmla="*/ 130 h 130"/>
                  <a:gd name="T4" fmla="*/ 0 w 12"/>
                  <a:gd name="T5" fmla="*/ 130 h 130"/>
                  <a:gd name="T6" fmla="*/ 5 w 12"/>
                  <a:gd name="T7" fmla="*/ 0 h 130"/>
                  <a:gd name="T8" fmla="*/ 12 w 12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0">
                    <a:moveTo>
                      <a:pt x="12" y="0"/>
                    </a:moveTo>
                    <a:lnTo>
                      <a:pt x="12" y="130"/>
                    </a:lnTo>
                    <a:lnTo>
                      <a:pt x="0" y="130"/>
                    </a:lnTo>
                    <a:lnTo>
                      <a:pt x="5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4" name="Freeform 106"/>
              <p:cNvSpPr>
                <a:spLocks/>
              </p:cNvSpPr>
              <p:nvPr/>
            </p:nvSpPr>
            <p:spPr bwMode="auto">
              <a:xfrm>
                <a:off x="11226800" y="2869759"/>
                <a:ext cx="109538" cy="363538"/>
              </a:xfrm>
              <a:custGeom>
                <a:avLst/>
                <a:gdLst>
                  <a:gd name="T0" fmla="*/ 29 w 29"/>
                  <a:gd name="T1" fmla="*/ 0 h 97"/>
                  <a:gd name="T2" fmla="*/ 14 w 29"/>
                  <a:gd name="T3" fmla="*/ 15 h 97"/>
                  <a:gd name="T4" fmla="*/ 11 w 29"/>
                  <a:gd name="T5" fmla="*/ 28 h 97"/>
                  <a:gd name="T6" fmla="*/ 0 w 29"/>
                  <a:gd name="T7" fmla="*/ 65 h 97"/>
                  <a:gd name="T8" fmla="*/ 27 w 29"/>
                  <a:gd name="T9" fmla="*/ 97 h 97"/>
                  <a:gd name="T10" fmla="*/ 29 w 29"/>
                  <a:gd name="T11" fmla="*/ 97 h 97"/>
                  <a:gd name="T12" fmla="*/ 29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29" y="0"/>
                    </a:moveTo>
                    <a:cubicBezTo>
                      <a:pt x="23" y="0"/>
                      <a:pt x="18" y="6"/>
                      <a:pt x="14" y="15"/>
                    </a:cubicBezTo>
                    <a:cubicBezTo>
                      <a:pt x="10" y="25"/>
                      <a:pt x="11" y="28"/>
                      <a:pt x="11" y="28"/>
                    </a:cubicBezTo>
                    <a:cubicBezTo>
                      <a:pt x="6" y="28"/>
                      <a:pt x="0" y="49"/>
                      <a:pt x="0" y="65"/>
                    </a:cubicBezTo>
                    <a:cubicBezTo>
                      <a:pt x="0" y="80"/>
                      <a:pt x="9" y="96"/>
                      <a:pt x="27" y="97"/>
                    </a:cubicBezTo>
                    <a:cubicBezTo>
                      <a:pt x="28" y="97"/>
                      <a:pt x="28" y="97"/>
                      <a:pt x="29" y="97"/>
                    </a:cubicBez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5" name="Freeform 107"/>
              <p:cNvSpPr>
                <a:spLocks/>
              </p:cNvSpPr>
              <p:nvPr/>
            </p:nvSpPr>
            <p:spPr bwMode="auto">
              <a:xfrm>
                <a:off x="11336338" y="2869759"/>
                <a:ext cx="107950" cy="363538"/>
              </a:xfrm>
              <a:custGeom>
                <a:avLst/>
                <a:gdLst>
                  <a:gd name="T0" fmla="*/ 0 w 29"/>
                  <a:gd name="T1" fmla="*/ 0 h 97"/>
                  <a:gd name="T2" fmla="*/ 14 w 29"/>
                  <a:gd name="T3" fmla="*/ 15 h 97"/>
                  <a:gd name="T4" fmla="*/ 17 w 29"/>
                  <a:gd name="T5" fmla="*/ 28 h 97"/>
                  <a:gd name="T6" fmla="*/ 29 w 29"/>
                  <a:gd name="T7" fmla="*/ 65 h 97"/>
                  <a:gd name="T8" fmla="*/ 1 w 29"/>
                  <a:gd name="T9" fmla="*/ 97 h 97"/>
                  <a:gd name="T10" fmla="*/ 0 w 29"/>
                  <a:gd name="T11" fmla="*/ 97 h 97"/>
                  <a:gd name="T12" fmla="*/ 0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0" y="0"/>
                    </a:moveTo>
                    <a:cubicBezTo>
                      <a:pt x="5" y="0"/>
                      <a:pt x="10" y="6"/>
                      <a:pt x="14" y="15"/>
                    </a:cubicBezTo>
                    <a:cubicBezTo>
                      <a:pt x="18" y="25"/>
                      <a:pt x="17" y="28"/>
                      <a:pt x="17" y="28"/>
                    </a:cubicBezTo>
                    <a:cubicBezTo>
                      <a:pt x="23" y="28"/>
                      <a:pt x="29" y="49"/>
                      <a:pt x="29" y="65"/>
                    </a:cubicBezTo>
                    <a:cubicBezTo>
                      <a:pt x="29" y="80"/>
                      <a:pt x="20" y="96"/>
                      <a:pt x="1" y="97"/>
                    </a:cubicBezTo>
                    <a:cubicBezTo>
                      <a:pt x="1" y="97"/>
                      <a:pt x="0" y="97"/>
                      <a:pt x="0" y="9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6" name="Freeform 108"/>
              <p:cNvSpPr>
                <a:spLocks/>
              </p:cNvSpPr>
              <p:nvPr/>
            </p:nvSpPr>
            <p:spPr bwMode="auto">
              <a:xfrm>
                <a:off x="11320463" y="3128522"/>
                <a:ext cx="30163" cy="168275"/>
              </a:xfrm>
              <a:custGeom>
                <a:avLst/>
                <a:gdLst>
                  <a:gd name="T0" fmla="*/ 5 w 19"/>
                  <a:gd name="T1" fmla="*/ 0 h 106"/>
                  <a:gd name="T2" fmla="*/ 0 w 19"/>
                  <a:gd name="T3" fmla="*/ 106 h 106"/>
                  <a:gd name="T4" fmla="*/ 19 w 19"/>
                  <a:gd name="T5" fmla="*/ 106 h 106"/>
                  <a:gd name="T6" fmla="*/ 14 w 19"/>
                  <a:gd name="T7" fmla="*/ 0 h 106"/>
                  <a:gd name="T8" fmla="*/ 5 w 19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06">
                    <a:moveTo>
                      <a:pt x="5" y="0"/>
                    </a:moveTo>
                    <a:lnTo>
                      <a:pt x="0" y="106"/>
                    </a:lnTo>
                    <a:lnTo>
                      <a:pt x="19" y="106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7" name="Freeform 109"/>
              <p:cNvSpPr>
                <a:spLocks/>
              </p:cNvSpPr>
              <p:nvPr/>
            </p:nvSpPr>
            <p:spPr bwMode="auto">
              <a:xfrm>
                <a:off x="11336338" y="3128522"/>
                <a:ext cx="14288" cy="168275"/>
              </a:xfrm>
              <a:custGeom>
                <a:avLst/>
                <a:gdLst>
                  <a:gd name="T0" fmla="*/ 0 w 9"/>
                  <a:gd name="T1" fmla="*/ 0 h 106"/>
                  <a:gd name="T2" fmla="*/ 0 w 9"/>
                  <a:gd name="T3" fmla="*/ 106 h 106"/>
                  <a:gd name="T4" fmla="*/ 9 w 9"/>
                  <a:gd name="T5" fmla="*/ 106 h 106"/>
                  <a:gd name="T6" fmla="*/ 4 w 9"/>
                  <a:gd name="T7" fmla="*/ 0 h 106"/>
                  <a:gd name="T8" fmla="*/ 0 w 9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6">
                    <a:moveTo>
                      <a:pt x="0" y="0"/>
                    </a:moveTo>
                    <a:lnTo>
                      <a:pt x="0" y="106"/>
                    </a:lnTo>
                    <a:lnTo>
                      <a:pt x="9" y="10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8" name="Freeform 110"/>
              <p:cNvSpPr>
                <a:spLocks/>
              </p:cNvSpPr>
              <p:nvPr/>
            </p:nvSpPr>
            <p:spPr bwMode="auto">
              <a:xfrm>
                <a:off x="8074025" y="2369697"/>
                <a:ext cx="109538" cy="363538"/>
              </a:xfrm>
              <a:custGeom>
                <a:avLst/>
                <a:gdLst>
                  <a:gd name="T0" fmla="*/ 29 w 29"/>
                  <a:gd name="T1" fmla="*/ 0 h 97"/>
                  <a:gd name="T2" fmla="*/ 15 w 29"/>
                  <a:gd name="T3" fmla="*/ 15 h 97"/>
                  <a:gd name="T4" fmla="*/ 12 w 29"/>
                  <a:gd name="T5" fmla="*/ 29 h 97"/>
                  <a:gd name="T6" fmla="*/ 0 w 29"/>
                  <a:gd name="T7" fmla="*/ 65 h 97"/>
                  <a:gd name="T8" fmla="*/ 28 w 29"/>
                  <a:gd name="T9" fmla="*/ 97 h 97"/>
                  <a:gd name="T10" fmla="*/ 29 w 29"/>
                  <a:gd name="T11" fmla="*/ 97 h 97"/>
                  <a:gd name="T12" fmla="*/ 29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29" y="0"/>
                    </a:moveTo>
                    <a:cubicBezTo>
                      <a:pt x="24" y="0"/>
                      <a:pt x="19" y="6"/>
                      <a:pt x="15" y="15"/>
                    </a:cubicBezTo>
                    <a:cubicBezTo>
                      <a:pt x="10" y="25"/>
                      <a:pt x="12" y="29"/>
                      <a:pt x="12" y="29"/>
                    </a:cubicBezTo>
                    <a:cubicBezTo>
                      <a:pt x="6" y="29"/>
                      <a:pt x="0" y="50"/>
                      <a:pt x="0" y="65"/>
                    </a:cubicBezTo>
                    <a:cubicBezTo>
                      <a:pt x="0" y="81"/>
                      <a:pt x="9" y="96"/>
                      <a:pt x="28" y="97"/>
                    </a:cubicBezTo>
                    <a:cubicBezTo>
                      <a:pt x="28" y="97"/>
                      <a:pt x="29" y="97"/>
                      <a:pt x="29" y="97"/>
                    </a:cubicBez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9" name="Freeform 111"/>
              <p:cNvSpPr>
                <a:spLocks/>
              </p:cNvSpPr>
              <p:nvPr/>
            </p:nvSpPr>
            <p:spPr bwMode="auto">
              <a:xfrm>
                <a:off x="8183563" y="2369697"/>
                <a:ext cx="107950" cy="363538"/>
              </a:xfrm>
              <a:custGeom>
                <a:avLst/>
                <a:gdLst>
                  <a:gd name="T0" fmla="*/ 0 w 29"/>
                  <a:gd name="T1" fmla="*/ 0 h 97"/>
                  <a:gd name="T2" fmla="*/ 14 w 29"/>
                  <a:gd name="T3" fmla="*/ 15 h 97"/>
                  <a:gd name="T4" fmla="*/ 17 w 29"/>
                  <a:gd name="T5" fmla="*/ 29 h 97"/>
                  <a:gd name="T6" fmla="*/ 29 w 29"/>
                  <a:gd name="T7" fmla="*/ 65 h 97"/>
                  <a:gd name="T8" fmla="*/ 1 w 29"/>
                  <a:gd name="T9" fmla="*/ 97 h 97"/>
                  <a:gd name="T10" fmla="*/ 0 w 29"/>
                  <a:gd name="T11" fmla="*/ 97 h 97"/>
                  <a:gd name="T12" fmla="*/ 0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0" y="0"/>
                    </a:moveTo>
                    <a:cubicBezTo>
                      <a:pt x="5" y="0"/>
                      <a:pt x="10" y="6"/>
                      <a:pt x="14" y="15"/>
                    </a:cubicBezTo>
                    <a:cubicBezTo>
                      <a:pt x="19" y="25"/>
                      <a:pt x="17" y="29"/>
                      <a:pt x="17" y="29"/>
                    </a:cubicBezTo>
                    <a:cubicBezTo>
                      <a:pt x="23" y="29"/>
                      <a:pt x="29" y="50"/>
                      <a:pt x="29" y="65"/>
                    </a:cubicBezTo>
                    <a:cubicBezTo>
                      <a:pt x="29" y="81"/>
                      <a:pt x="20" y="96"/>
                      <a:pt x="1" y="97"/>
                    </a:cubicBezTo>
                    <a:cubicBezTo>
                      <a:pt x="1" y="97"/>
                      <a:pt x="0" y="97"/>
                      <a:pt x="0" y="9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0" name="Freeform 112"/>
              <p:cNvSpPr>
                <a:spLocks/>
              </p:cNvSpPr>
              <p:nvPr/>
            </p:nvSpPr>
            <p:spPr bwMode="auto">
              <a:xfrm>
                <a:off x="8167688" y="2633222"/>
                <a:ext cx="30163" cy="165100"/>
              </a:xfrm>
              <a:custGeom>
                <a:avLst/>
                <a:gdLst>
                  <a:gd name="T0" fmla="*/ 5 w 19"/>
                  <a:gd name="T1" fmla="*/ 0 h 104"/>
                  <a:gd name="T2" fmla="*/ 0 w 19"/>
                  <a:gd name="T3" fmla="*/ 104 h 104"/>
                  <a:gd name="T4" fmla="*/ 19 w 19"/>
                  <a:gd name="T5" fmla="*/ 104 h 104"/>
                  <a:gd name="T6" fmla="*/ 14 w 19"/>
                  <a:gd name="T7" fmla="*/ 0 h 104"/>
                  <a:gd name="T8" fmla="*/ 5 w 19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04">
                    <a:moveTo>
                      <a:pt x="5" y="0"/>
                    </a:moveTo>
                    <a:lnTo>
                      <a:pt x="0" y="104"/>
                    </a:lnTo>
                    <a:lnTo>
                      <a:pt x="19" y="104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1" name="Freeform 113"/>
              <p:cNvSpPr>
                <a:spLocks/>
              </p:cNvSpPr>
              <p:nvPr/>
            </p:nvSpPr>
            <p:spPr bwMode="auto">
              <a:xfrm>
                <a:off x="8183563" y="2633222"/>
                <a:ext cx="14288" cy="165100"/>
              </a:xfrm>
              <a:custGeom>
                <a:avLst/>
                <a:gdLst>
                  <a:gd name="T0" fmla="*/ 0 w 9"/>
                  <a:gd name="T1" fmla="*/ 0 h 104"/>
                  <a:gd name="T2" fmla="*/ 0 w 9"/>
                  <a:gd name="T3" fmla="*/ 104 h 104"/>
                  <a:gd name="T4" fmla="*/ 9 w 9"/>
                  <a:gd name="T5" fmla="*/ 104 h 104"/>
                  <a:gd name="T6" fmla="*/ 4 w 9"/>
                  <a:gd name="T7" fmla="*/ 0 h 104"/>
                  <a:gd name="T8" fmla="*/ 0 w 9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4">
                    <a:moveTo>
                      <a:pt x="0" y="0"/>
                    </a:moveTo>
                    <a:lnTo>
                      <a:pt x="0" y="104"/>
                    </a:lnTo>
                    <a:lnTo>
                      <a:pt x="9" y="10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2" name="Freeform 114"/>
              <p:cNvSpPr>
                <a:spLocks/>
              </p:cNvSpPr>
              <p:nvPr/>
            </p:nvSpPr>
            <p:spPr bwMode="auto">
              <a:xfrm>
                <a:off x="6346825" y="2787209"/>
                <a:ext cx="101600" cy="341313"/>
              </a:xfrm>
              <a:custGeom>
                <a:avLst/>
                <a:gdLst>
                  <a:gd name="T0" fmla="*/ 27 w 27"/>
                  <a:gd name="T1" fmla="*/ 0 h 91"/>
                  <a:gd name="T2" fmla="*/ 14 w 27"/>
                  <a:gd name="T3" fmla="*/ 14 h 91"/>
                  <a:gd name="T4" fmla="*/ 11 w 27"/>
                  <a:gd name="T5" fmla="*/ 27 h 91"/>
                  <a:gd name="T6" fmla="*/ 0 w 27"/>
                  <a:gd name="T7" fmla="*/ 61 h 91"/>
                  <a:gd name="T8" fmla="*/ 26 w 27"/>
                  <a:gd name="T9" fmla="*/ 91 h 91"/>
                  <a:gd name="T10" fmla="*/ 27 w 27"/>
                  <a:gd name="T11" fmla="*/ 91 h 91"/>
                  <a:gd name="T12" fmla="*/ 27 w 27"/>
                  <a:gd name="T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91">
                    <a:moveTo>
                      <a:pt x="27" y="0"/>
                    </a:moveTo>
                    <a:cubicBezTo>
                      <a:pt x="22" y="0"/>
                      <a:pt x="18" y="6"/>
                      <a:pt x="14" y="14"/>
                    </a:cubicBezTo>
                    <a:cubicBezTo>
                      <a:pt x="10" y="23"/>
                      <a:pt x="11" y="27"/>
                      <a:pt x="11" y="27"/>
                    </a:cubicBezTo>
                    <a:cubicBezTo>
                      <a:pt x="6" y="27"/>
                      <a:pt x="0" y="46"/>
                      <a:pt x="0" y="61"/>
                    </a:cubicBezTo>
                    <a:cubicBezTo>
                      <a:pt x="0" y="75"/>
                      <a:pt x="9" y="90"/>
                      <a:pt x="26" y="91"/>
                    </a:cubicBezTo>
                    <a:cubicBezTo>
                      <a:pt x="27" y="91"/>
                      <a:pt x="27" y="91"/>
                      <a:pt x="27" y="91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3" name="Freeform 115"/>
              <p:cNvSpPr>
                <a:spLocks/>
              </p:cNvSpPr>
              <p:nvPr/>
            </p:nvSpPr>
            <p:spPr bwMode="auto">
              <a:xfrm>
                <a:off x="6448425" y="2787209"/>
                <a:ext cx="101600" cy="341313"/>
              </a:xfrm>
              <a:custGeom>
                <a:avLst/>
                <a:gdLst>
                  <a:gd name="T0" fmla="*/ 0 w 27"/>
                  <a:gd name="T1" fmla="*/ 0 h 91"/>
                  <a:gd name="T2" fmla="*/ 14 w 27"/>
                  <a:gd name="T3" fmla="*/ 14 h 91"/>
                  <a:gd name="T4" fmla="*/ 17 w 27"/>
                  <a:gd name="T5" fmla="*/ 27 h 91"/>
                  <a:gd name="T6" fmla="*/ 27 w 27"/>
                  <a:gd name="T7" fmla="*/ 61 h 91"/>
                  <a:gd name="T8" fmla="*/ 2 w 27"/>
                  <a:gd name="T9" fmla="*/ 91 h 91"/>
                  <a:gd name="T10" fmla="*/ 0 w 27"/>
                  <a:gd name="T11" fmla="*/ 91 h 91"/>
                  <a:gd name="T12" fmla="*/ 0 w 27"/>
                  <a:gd name="T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91">
                    <a:moveTo>
                      <a:pt x="0" y="0"/>
                    </a:moveTo>
                    <a:cubicBezTo>
                      <a:pt x="5" y="0"/>
                      <a:pt x="10" y="6"/>
                      <a:pt x="14" y="14"/>
                    </a:cubicBezTo>
                    <a:cubicBezTo>
                      <a:pt x="18" y="23"/>
                      <a:pt x="17" y="27"/>
                      <a:pt x="17" y="27"/>
                    </a:cubicBezTo>
                    <a:cubicBezTo>
                      <a:pt x="22" y="27"/>
                      <a:pt x="27" y="46"/>
                      <a:pt x="27" y="61"/>
                    </a:cubicBezTo>
                    <a:cubicBezTo>
                      <a:pt x="27" y="75"/>
                      <a:pt x="19" y="90"/>
                      <a:pt x="2" y="91"/>
                    </a:cubicBezTo>
                    <a:cubicBezTo>
                      <a:pt x="1" y="91"/>
                      <a:pt x="1" y="91"/>
                      <a:pt x="0" y="9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4" name="Freeform 116"/>
              <p:cNvSpPr>
                <a:spLocks/>
              </p:cNvSpPr>
              <p:nvPr/>
            </p:nvSpPr>
            <p:spPr bwMode="auto">
              <a:xfrm>
                <a:off x="6437313" y="3030097"/>
                <a:ext cx="26988" cy="158750"/>
              </a:xfrm>
              <a:custGeom>
                <a:avLst/>
                <a:gdLst>
                  <a:gd name="T0" fmla="*/ 3 w 17"/>
                  <a:gd name="T1" fmla="*/ 0 h 100"/>
                  <a:gd name="T2" fmla="*/ 0 w 17"/>
                  <a:gd name="T3" fmla="*/ 100 h 100"/>
                  <a:gd name="T4" fmla="*/ 17 w 17"/>
                  <a:gd name="T5" fmla="*/ 100 h 100"/>
                  <a:gd name="T6" fmla="*/ 14 w 17"/>
                  <a:gd name="T7" fmla="*/ 0 h 100"/>
                  <a:gd name="T8" fmla="*/ 3 w 17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0">
                    <a:moveTo>
                      <a:pt x="3" y="0"/>
                    </a:moveTo>
                    <a:lnTo>
                      <a:pt x="0" y="100"/>
                    </a:lnTo>
                    <a:lnTo>
                      <a:pt x="17" y="100"/>
                    </a:lnTo>
                    <a:lnTo>
                      <a:pt x="1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5" name="Freeform 117"/>
              <p:cNvSpPr>
                <a:spLocks/>
              </p:cNvSpPr>
              <p:nvPr/>
            </p:nvSpPr>
            <p:spPr bwMode="auto">
              <a:xfrm>
                <a:off x="6448425" y="3030097"/>
                <a:ext cx="15875" cy="158750"/>
              </a:xfrm>
              <a:custGeom>
                <a:avLst/>
                <a:gdLst>
                  <a:gd name="T0" fmla="*/ 0 w 10"/>
                  <a:gd name="T1" fmla="*/ 0 h 100"/>
                  <a:gd name="T2" fmla="*/ 0 w 10"/>
                  <a:gd name="T3" fmla="*/ 100 h 100"/>
                  <a:gd name="T4" fmla="*/ 10 w 10"/>
                  <a:gd name="T5" fmla="*/ 100 h 100"/>
                  <a:gd name="T6" fmla="*/ 7 w 10"/>
                  <a:gd name="T7" fmla="*/ 0 h 100"/>
                  <a:gd name="T8" fmla="*/ 0 w 10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0">
                    <a:moveTo>
                      <a:pt x="0" y="0"/>
                    </a:moveTo>
                    <a:lnTo>
                      <a:pt x="0" y="100"/>
                    </a:lnTo>
                    <a:lnTo>
                      <a:pt x="10" y="10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6" name="Freeform 118"/>
              <p:cNvSpPr>
                <a:spLocks/>
              </p:cNvSpPr>
              <p:nvPr/>
            </p:nvSpPr>
            <p:spPr bwMode="auto">
              <a:xfrm>
                <a:off x="6134100" y="2891984"/>
                <a:ext cx="100013" cy="341313"/>
              </a:xfrm>
              <a:custGeom>
                <a:avLst/>
                <a:gdLst>
                  <a:gd name="T0" fmla="*/ 27 w 27"/>
                  <a:gd name="T1" fmla="*/ 0 h 91"/>
                  <a:gd name="T2" fmla="*/ 14 w 27"/>
                  <a:gd name="T3" fmla="*/ 14 h 91"/>
                  <a:gd name="T4" fmla="*/ 11 w 27"/>
                  <a:gd name="T5" fmla="*/ 27 h 91"/>
                  <a:gd name="T6" fmla="*/ 0 w 27"/>
                  <a:gd name="T7" fmla="*/ 61 h 91"/>
                  <a:gd name="T8" fmla="*/ 26 w 27"/>
                  <a:gd name="T9" fmla="*/ 91 h 91"/>
                  <a:gd name="T10" fmla="*/ 27 w 27"/>
                  <a:gd name="T11" fmla="*/ 91 h 91"/>
                  <a:gd name="T12" fmla="*/ 27 w 27"/>
                  <a:gd name="T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91">
                    <a:moveTo>
                      <a:pt x="27" y="0"/>
                    </a:moveTo>
                    <a:cubicBezTo>
                      <a:pt x="22" y="0"/>
                      <a:pt x="18" y="6"/>
                      <a:pt x="14" y="14"/>
                    </a:cubicBezTo>
                    <a:cubicBezTo>
                      <a:pt x="10" y="23"/>
                      <a:pt x="11" y="27"/>
                      <a:pt x="11" y="27"/>
                    </a:cubicBezTo>
                    <a:cubicBezTo>
                      <a:pt x="6" y="27"/>
                      <a:pt x="0" y="46"/>
                      <a:pt x="0" y="61"/>
                    </a:cubicBezTo>
                    <a:cubicBezTo>
                      <a:pt x="0" y="75"/>
                      <a:pt x="9" y="90"/>
                      <a:pt x="26" y="91"/>
                    </a:cubicBezTo>
                    <a:cubicBezTo>
                      <a:pt x="27" y="91"/>
                      <a:pt x="27" y="91"/>
                      <a:pt x="27" y="91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7" name="Freeform 119"/>
              <p:cNvSpPr>
                <a:spLocks/>
              </p:cNvSpPr>
              <p:nvPr/>
            </p:nvSpPr>
            <p:spPr bwMode="auto">
              <a:xfrm>
                <a:off x="6234113" y="2891984"/>
                <a:ext cx="101600" cy="341313"/>
              </a:xfrm>
              <a:custGeom>
                <a:avLst/>
                <a:gdLst>
                  <a:gd name="T0" fmla="*/ 0 w 27"/>
                  <a:gd name="T1" fmla="*/ 0 h 91"/>
                  <a:gd name="T2" fmla="*/ 14 w 27"/>
                  <a:gd name="T3" fmla="*/ 14 h 91"/>
                  <a:gd name="T4" fmla="*/ 17 w 27"/>
                  <a:gd name="T5" fmla="*/ 27 h 91"/>
                  <a:gd name="T6" fmla="*/ 27 w 27"/>
                  <a:gd name="T7" fmla="*/ 61 h 91"/>
                  <a:gd name="T8" fmla="*/ 2 w 27"/>
                  <a:gd name="T9" fmla="*/ 91 h 91"/>
                  <a:gd name="T10" fmla="*/ 0 w 27"/>
                  <a:gd name="T11" fmla="*/ 91 h 91"/>
                  <a:gd name="T12" fmla="*/ 0 w 27"/>
                  <a:gd name="T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91">
                    <a:moveTo>
                      <a:pt x="0" y="0"/>
                    </a:moveTo>
                    <a:cubicBezTo>
                      <a:pt x="5" y="0"/>
                      <a:pt x="10" y="6"/>
                      <a:pt x="14" y="14"/>
                    </a:cubicBezTo>
                    <a:cubicBezTo>
                      <a:pt x="18" y="23"/>
                      <a:pt x="17" y="27"/>
                      <a:pt x="17" y="27"/>
                    </a:cubicBezTo>
                    <a:cubicBezTo>
                      <a:pt x="22" y="27"/>
                      <a:pt x="27" y="46"/>
                      <a:pt x="27" y="61"/>
                    </a:cubicBezTo>
                    <a:cubicBezTo>
                      <a:pt x="27" y="75"/>
                      <a:pt x="19" y="90"/>
                      <a:pt x="2" y="91"/>
                    </a:cubicBezTo>
                    <a:cubicBezTo>
                      <a:pt x="1" y="91"/>
                      <a:pt x="1" y="91"/>
                      <a:pt x="0" y="9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8" name="Freeform 120"/>
              <p:cNvSpPr>
                <a:spLocks/>
              </p:cNvSpPr>
              <p:nvPr/>
            </p:nvSpPr>
            <p:spPr bwMode="auto">
              <a:xfrm>
                <a:off x="6223000" y="3136459"/>
                <a:ext cx="26988" cy="157163"/>
              </a:xfrm>
              <a:custGeom>
                <a:avLst/>
                <a:gdLst>
                  <a:gd name="T0" fmla="*/ 3 w 17"/>
                  <a:gd name="T1" fmla="*/ 0 h 99"/>
                  <a:gd name="T2" fmla="*/ 0 w 17"/>
                  <a:gd name="T3" fmla="*/ 99 h 99"/>
                  <a:gd name="T4" fmla="*/ 17 w 17"/>
                  <a:gd name="T5" fmla="*/ 99 h 99"/>
                  <a:gd name="T6" fmla="*/ 12 w 17"/>
                  <a:gd name="T7" fmla="*/ 0 h 99"/>
                  <a:gd name="T8" fmla="*/ 3 w 17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9">
                    <a:moveTo>
                      <a:pt x="3" y="0"/>
                    </a:moveTo>
                    <a:lnTo>
                      <a:pt x="0" y="99"/>
                    </a:lnTo>
                    <a:lnTo>
                      <a:pt x="17" y="99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9" name="Freeform 121"/>
              <p:cNvSpPr>
                <a:spLocks/>
              </p:cNvSpPr>
              <p:nvPr/>
            </p:nvSpPr>
            <p:spPr bwMode="auto">
              <a:xfrm>
                <a:off x="6234113" y="3136459"/>
                <a:ext cx="15875" cy="157163"/>
              </a:xfrm>
              <a:custGeom>
                <a:avLst/>
                <a:gdLst>
                  <a:gd name="T0" fmla="*/ 0 w 10"/>
                  <a:gd name="T1" fmla="*/ 0 h 99"/>
                  <a:gd name="T2" fmla="*/ 0 w 10"/>
                  <a:gd name="T3" fmla="*/ 99 h 99"/>
                  <a:gd name="T4" fmla="*/ 10 w 10"/>
                  <a:gd name="T5" fmla="*/ 99 h 99"/>
                  <a:gd name="T6" fmla="*/ 5 w 10"/>
                  <a:gd name="T7" fmla="*/ 0 h 99"/>
                  <a:gd name="T8" fmla="*/ 0 w 10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9">
                    <a:moveTo>
                      <a:pt x="0" y="0"/>
                    </a:moveTo>
                    <a:lnTo>
                      <a:pt x="0" y="99"/>
                    </a:lnTo>
                    <a:lnTo>
                      <a:pt x="10" y="99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0" name="Freeform 122"/>
              <p:cNvSpPr>
                <a:spLocks/>
              </p:cNvSpPr>
              <p:nvPr/>
            </p:nvSpPr>
            <p:spPr bwMode="auto">
              <a:xfrm>
                <a:off x="7067550" y="2680847"/>
                <a:ext cx="1958975" cy="395288"/>
              </a:xfrm>
              <a:custGeom>
                <a:avLst/>
                <a:gdLst>
                  <a:gd name="T0" fmla="*/ 522 w 522"/>
                  <a:gd name="T1" fmla="*/ 105 h 105"/>
                  <a:gd name="T2" fmla="*/ 0 w 522"/>
                  <a:gd name="T3" fmla="*/ 105 h 105"/>
                  <a:gd name="T4" fmla="*/ 522 w 522"/>
                  <a:gd name="T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22" h="105">
                    <a:moveTo>
                      <a:pt x="522" y="105"/>
                    </a:moveTo>
                    <a:cubicBezTo>
                      <a:pt x="364" y="0"/>
                      <a:pt x="158" y="0"/>
                      <a:pt x="0" y="105"/>
                    </a:cubicBezTo>
                    <a:lnTo>
                      <a:pt x="522" y="105"/>
                    </a:lnTo>
                    <a:close/>
                  </a:path>
                </a:pathLst>
              </a:custGeom>
              <a:gradFill>
                <a:gsLst>
                  <a:gs pos="0">
                    <a:srgbClr val="E2C18E"/>
                  </a:gs>
                  <a:gs pos="53000">
                    <a:srgbClr val="34949A"/>
                  </a:gs>
                </a:gsLst>
                <a:lin ang="30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1" name="Freeform 123"/>
              <p:cNvSpPr>
                <a:spLocks/>
              </p:cNvSpPr>
              <p:nvPr/>
            </p:nvSpPr>
            <p:spPr bwMode="auto">
              <a:xfrm>
                <a:off x="6324600" y="2839597"/>
                <a:ext cx="2000250" cy="454025"/>
              </a:xfrm>
              <a:custGeom>
                <a:avLst/>
                <a:gdLst>
                  <a:gd name="T0" fmla="*/ 0 w 533"/>
                  <a:gd name="T1" fmla="*/ 121 h 121"/>
                  <a:gd name="T2" fmla="*/ 267 w 533"/>
                  <a:gd name="T3" fmla="*/ 0 h 121"/>
                  <a:gd name="T4" fmla="*/ 533 w 533"/>
                  <a:gd name="T5" fmla="*/ 121 h 121"/>
                  <a:gd name="T6" fmla="*/ 0 w 533"/>
                  <a:gd name="T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3" h="121">
                    <a:moveTo>
                      <a:pt x="0" y="121"/>
                    </a:moveTo>
                    <a:cubicBezTo>
                      <a:pt x="53" y="47"/>
                      <a:pt x="156" y="0"/>
                      <a:pt x="267" y="0"/>
                    </a:cubicBezTo>
                    <a:cubicBezTo>
                      <a:pt x="378" y="0"/>
                      <a:pt x="480" y="47"/>
                      <a:pt x="533" y="121"/>
                    </a:cubicBezTo>
                    <a:lnTo>
                      <a:pt x="0" y="121"/>
                    </a:lnTo>
                    <a:close/>
                  </a:path>
                </a:pathLst>
              </a:custGeom>
              <a:gradFill>
                <a:gsLst>
                  <a:gs pos="0">
                    <a:srgbClr val="E2C18E"/>
                  </a:gs>
                  <a:gs pos="46000">
                    <a:srgbClr val="34949A"/>
                  </a:gs>
                </a:gsLst>
                <a:lin ang="30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2" name="Freeform 124"/>
              <p:cNvSpPr>
                <a:spLocks/>
              </p:cNvSpPr>
              <p:nvPr/>
            </p:nvSpPr>
            <p:spPr bwMode="auto">
              <a:xfrm>
                <a:off x="4241800" y="3023747"/>
                <a:ext cx="2000250" cy="269875"/>
              </a:xfrm>
              <a:custGeom>
                <a:avLst/>
                <a:gdLst>
                  <a:gd name="T0" fmla="*/ 0 w 533"/>
                  <a:gd name="T1" fmla="*/ 72 h 72"/>
                  <a:gd name="T2" fmla="*/ 266 w 533"/>
                  <a:gd name="T3" fmla="*/ 0 h 72"/>
                  <a:gd name="T4" fmla="*/ 533 w 533"/>
                  <a:gd name="T5" fmla="*/ 72 h 72"/>
                  <a:gd name="T6" fmla="*/ 0 w 533"/>
                  <a:gd name="T7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3" h="72">
                    <a:moveTo>
                      <a:pt x="0" y="72"/>
                    </a:moveTo>
                    <a:cubicBezTo>
                      <a:pt x="53" y="28"/>
                      <a:pt x="155" y="0"/>
                      <a:pt x="266" y="0"/>
                    </a:cubicBezTo>
                    <a:cubicBezTo>
                      <a:pt x="378" y="0"/>
                      <a:pt x="480" y="28"/>
                      <a:pt x="533" y="72"/>
                    </a:cubicBezTo>
                    <a:lnTo>
                      <a:pt x="0" y="72"/>
                    </a:lnTo>
                    <a:close/>
                  </a:path>
                </a:pathLst>
              </a:custGeom>
              <a:gradFill>
                <a:gsLst>
                  <a:gs pos="0">
                    <a:srgbClr val="E2C18E"/>
                  </a:gs>
                  <a:gs pos="53000">
                    <a:srgbClr val="34949A"/>
                  </a:gs>
                </a:gsLst>
                <a:lin ang="13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3" name="Rectangle 125"/>
              <p:cNvSpPr>
                <a:spLocks noChangeArrowheads="1"/>
              </p:cNvSpPr>
              <p:nvPr/>
            </p:nvSpPr>
            <p:spPr bwMode="auto">
              <a:xfrm>
                <a:off x="8448675" y="2768159"/>
                <a:ext cx="1092200" cy="307975"/>
              </a:xfrm>
              <a:prstGeom prst="rect">
                <a:avLst/>
              </a:prstGeom>
              <a:solidFill>
                <a:srgbClr val="DCE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4" name="Freeform 126"/>
              <p:cNvSpPr>
                <a:spLocks/>
              </p:cNvSpPr>
              <p:nvPr/>
            </p:nvSpPr>
            <p:spPr bwMode="auto">
              <a:xfrm>
                <a:off x="8861425" y="2768159"/>
                <a:ext cx="679450" cy="307975"/>
              </a:xfrm>
              <a:custGeom>
                <a:avLst/>
                <a:gdLst>
                  <a:gd name="T0" fmla="*/ 0 w 428"/>
                  <a:gd name="T1" fmla="*/ 194 h 194"/>
                  <a:gd name="T2" fmla="*/ 428 w 428"/>
                  <a:gd name="T3" fmla="*/ 194 h 194"/>
                  <a:gd name="T4" fmla="*/ 428 w 428"/>
                  <a:gd name="T5" fmla="*/ 0 h 194"/>
                  <a:gd name="T6" fmla="*/ 194 w 428"/>
                  <a:gd name="T7" fmla="*/ 0 h 194"/>
                  <a:gd name="T8" fmla="*/ 0 w 428"/>
                  <a:gd name="T9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8" h="194">
                    <a:moveTo>
                      <a:pt x="0" y="194"/>
                    </a:moveTo>
                    <a:lnTo>
                      <a:pt x="428" y="194"/>
                    </a:lnTo>
                    <a:lnTo>
                      <a:pt x="428" y="0"/>
                    </a:lnTo>
                    <a:lnTo>
                      <a:pt x="194" y="0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BACE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5" name="Rectangle 127"/>
              <p:cNvSpPr>
                <a:spLocks noChangeArrowheads="1"/>
              </p:cNvSpPr>
              <p:nvPr/>
            </p:nvSpPr>
            <p:spPr bwMode="auto">
              <a:xfrm>
                <a:off x="9394825" y="2287147"/>
                <a:ext cx="79375" cy="161925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6" name="Rectangle 128"/>
              <p:cNvSpPr>
                <a:spLocks noChangeArrowheads="1"/>
              </p:cNvSpPr>
              <p:nvPr/>
            </p:nvSpPr>
            <p:spPr bwMode="auto">
              <a:xfrm>
                <a:off x="8385175" y="2388747"/>
                <a:ext cx="1220788" cy="330200"/>
              </a:xfrm>
              <a:prstGeom prst="rect">
                <a:avLst/>
              </a:prstGeom>
              <a:solidFill>
                <a:srgbClr val="E1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7" name="Rectangle 129"/>
              <p:cNvSpPr>
                <a:spLocks noChangeArrowheads="1"/>
              </p:cNvSpPr>
              <p:nvPr/>
            </p:nvSpPr>
            <p:spPr bwMode="auto">
              <a:xfrm>
                <a:off x="8385175" y="2568134"/>
                <a:ext cx="1220788" cy="150813"/>
              </a:xfrm>
              <a:prstGeom prst="rect">
                <a:avLst/>
              </a:prstGeom>
              <a:solidFill>
                <a:srgbClr val="D02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8" name="Rectangle 130"/>
              <p:cNvSpPr>
                <a:spLocks noChangeArrowheads="1"/>
              </p:cNvSpPr>
              <p:nvPr/>
            </p:nvSpPr>
            <p:spPr bwMode="auto">
              <a:xfrm>
                <a:off x="8385175" y="2718947"/>
                <a:ext cx="1220788" cy="49213"/>
              </a:xfrm>
              <a:prstGeom prst="rect">
                <a:avLst/>
              </a:prstGeom>
              <a:solidFill>
                <a:srgbClr val="AF3C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9" name="Rectangle 131"/>
              <p:cNvSpPr>
                <a:spLocks noChangeArrowheads="1"/>
              </p:cNvSpPr>
              <p:nvPr/>
            </p:nvSpPr>
            <p:spPr bwMode="auto">
              <a:xfrm>
                <a:off x="8539163" y="2899922"/>
                <a:ext cx="101600" cy="93663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0" name="Rectangle 132"/>
              <p:cNvSpPr>
                <a:spLocks noChangeArrowheads="1"/>
              </p:cNvSpPr>
              <p:nvPr/>
            </p:nvSpPr>
            <p:spPr bwMode="auto">
              <a:xfrm>
                <a:off x="8696325" y="2899922"/>
                <a:ext cx="106363" cy="93663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1" name="Rectangle 133"/>
              <p:cNvSpPr>
                <a:spLocks noChangeArrowheads="1"/>
              </p:cNvSpPr>
              <p:nvPr/>
            </p:nvSpPr>
            <p:spPr bwMode="auto">
              <a:xfrm>
                <a:off x="8858250" y="2899922"/>
                <a:ext cx="101600" cy="93663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2" name="Rectangle 134"/>
              <p:cNvSpPr>
                <a:spLocks noChangeArrowheads="1"/>
              </p:cNvSpPr>
              <p:nvPr/>
            </p:nvSpPr>
            <p:spPr bwMode="auto">
              <a:xfrm>
                <a:off x="9015413" y="2899922"/>
                <a:ext cx="101600" cy="93663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3" name="Rectangle 135"/>
              <p:cNvSpPr>
                <a:spLocks noChangeArrowheads="1"/>
              </p:cNvSpPr>
              <p:nvPr/>
            </p:nvSpPr>
            <p:spPr bwMode="auto">
              <a:xfrm>
                <a:off x="9174163" y="2899922"/>
                <a:ext cx="104775" cy="176213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4" name="Rectangle 136"/>
              <p:cNvSpPr>
                <a:spLocks noChangeArrowheads="1"/>
              </p:cNvSpPr>
              <p:nvPr/>
            </p:nvSpPr>
            <p:spPr bwMode="auto">
              <a:xfrm>
                <a:off x="9331325" y="2899922"/>
                <a:ext cx="104775" cy="93663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5" name="Freeform 137"/>
              <p:cNvSpPr>
                <a:spLocks/>
              </p:cNvSpPr>
              <p:nvPr/>
            </p:nvSpPr>
            <p:spPr bwMode="auto">
              <a:xfrm>
                <a:off x="8696325" y="2537972"/>
                <a:ext cx="206375" cy="71438"/>
              </a:xfrm>
              <a:custGeom>
                <a:avLst/>
                <a:gdLst>
                  <a:gd name="T0" fmla="*/ 109 w 130"/>
                  <a:gd name="T1" fmla="*/ 0 h 45"/>
                  <a:gd name="T2" fmla="*/ 22 w 130"/>
                  <a:gd name="T3" fmla="*/ 0 h 45"/>
                  <a:gd name="T4" fmla="*/ 0 w 130"/>
                  <a:gd name="T5" fmla="*/ 45 h 45"/>
                  <a:gd name="T6" fmla="*/ 130 w 130"/>
                  <a:gd name="T7" fmla="*/ 45 h 45"/>
                  <a:gd name="T8" fmla="*/ 109 w 130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45">
                    <a:moveTo>
                      <a:pt x="109" y="0"/>
                    </a:moveTo>
                    <a:lnTo>
                      <a:pt x="22" y="0"/>
                    </a:lnTo>
                    <a:lnTo>
                      <a:pt x="0" y="45"/>
                    </a:lnTo>
                    <a:lnTo>
                      <a:pt x="130" y="45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6" name="Freeform 138"/>
              <p:cNvSpPr>
                <a:spLocks/>
              </p:cNvSpPr>
              <p:nvPr/>
            </p:nvSpPr>
            <p:spPr bwMode="auto">
              <a:xfrm>
                <a:off x="9072563" y="2537972"/>
                <a:ext cx="206375" cy="71438"/>
              </a:xfrm>
              <a:custGeom>
                <a:avLst/>
                <a:gdLst>
                  <a:gd name="T0" fmla="*/ 106 w 130"/>
                  <a:gd name="T1" fmla="*/ 0 h 45"/>
                  <a:gd name="T2" fmla="*/ 21 w 130"/>
                  <a:gd name="T3" fmla="*/ 0 h 45"/>
                  <a:gd name="T4" fmla="*/ 0 w 130"/>
                  <a:gd name="T5" fmla="*/ 45 h 45"/>
                  <a:gd name="T6" fmla="*/ 130 w 130"/>
                  <a:gd name="T7" fmla="*/ 45 h 45"/>
                  <a:gd name="T8" fmla="*/ 106 w 130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45">
                    <a:moveTo>
                      <a:pt x="106" y="0"/>
                    </a:moveTo>
                    <a:lnTo>
                      <a:pt x="21" y="0"/>
                    </a:lnTo>
                    <a:lnTo>
                      <a:pt x="0" y="45"/>
                    </a:lnTo>
                    <a:lnTo>
                      <a:pt x="130" y="45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7" name="Freeform 139"/>
              <p:cNvSpPr>
                <a:spLocks/>
              </p:cNvSpPr>
              <p:nvPr/>
            </p:nvSpPr>
            <p:spPr bwMode="auto">
              <a:xfrm>
                <a:off x="8696325" y="2568134"/>
                <a:ext cx="206375" cy="41275"/>
              </a:xfrm>
              <a:custGeom>
                <a:avLst/>
                <a:gdLst>
                  <a:gd name="T0" fmla="*/ 0 w 130"/>
                  <a:gd name="T1" fmla="*/ 26 h 26"/>
                  <a:gd name="T2" fmla="*/ 130 w 130"/>
                  <a:gd name="T3" fmla="*/ 26 h 26"/>
                  <a:gd name="T4" fmla="*/ 116 w 130"/>
                  <a:gd name="T5" fmla="*/ 0 h 26"/>
                  <a:gd name="T6" fmla="*/ 15 w 130"/>
                  <a:gd name="T7" fmla="*/ 0 h 26"/>
                  <a:gd name="T8" fmla="*/ 0 w 13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26">
                    <a:moveTo>
                      <a:pt x="0" y="26"/>
                    </a:moveTo>
                    <a:lnTo>
                      <a:pt x="130" y="26"/>
                    </a:lnTo>
                    <a:lnTo>
                      <a:pt x="116" y="0"/>
                    </a:lnTo>
                    <a:lnTo>
                      <a:pt x="15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8" name="Freeform 140"/>
              <p:cNvSpPr>
                <a:spLocks/>
              </p:cNvSpPr>
              <p:nvPr/>
            </p:nvSpPr>
            <p:spPr bwMode="auto">
              <a:xfrm>
                <a:off x="9072563" y="2568134"/>
                <a:ext cx="206375" cy="41275"/>
              </a:xfrm>
              <a:custGeom>
                <a:avLst/>
                <a:gdLst>
                  <a:gd name="T0" fmla="*/ 0 w 130"/>
                  <a:gd name="T1" fmla="*/ 26 h 26"/>
                  <a:gd name="T2" fmla="*/ 130 w 130"/>
                  <a:gd name="T3" fmla="*/ 26 h 26"/>
                  <a:gd name="T4" fmla="*/ 116 w 130"/>
                  <a:gd name="T5" fmla="*/ 0 h 26"/>
                  <a:gd name="T6" fmla="*/ 12 w 130"/>
                  <a:gd name="T7" fmla="*/ 0 h 26"/>
                  <a:gd name="T8" fmla="*/ 0 w 13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26">
                    <a:moveTo>
                      <a:pt x="0" y="26"/>
                    </a:moveTo>
                    <a:lnTo>
                      <a:pt x="130" y="26"/>
                    </a:lnTo>
                    <a:lnTo>
                      <a:pt x="116" y="0"/>
                    </a:lnTo>
                    <a:lnTo>
                      <a:pt x="12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9" name="Freeform 141"/>
              <p:cNvSpPr>
                <a:spLocks/>
              </p:cNvSpPr>
              <p:nvPr/>
            </p:nvSpPr>
            <p:spPr bwMode="auto">
              <a:xfrm>
                <a:off x="6621463" y="3071372"/>
                <a:ext cx="4151313" cy="222250"/>
              </a:xfrm>
              <a:custGeom>
                <a:avLst/>
                <a:gdLst>
                  <a:gd name="T0" fmla="*/ 1106 w 1106"/>
                  <a:gd name="T1" fmla="*/ 59 h 59"/>
                  <a:gd name="T2" fmla="*/ 1047 w 1106"/>
                  <a:gd name="T3" fmla="*/ 0 h 59"/>
                  <a:gd name="T4" fmla="*/ 59 w 1106"/>
                  <a:gd name="T5" fmla="*/ 0 h 59"/>
                  <a:gd name="T6" fmla="*/ 0 w 1106"/>
                  <a:gd name="T7" fmla="*/ 59 h 59"/>
                  <a:gd name="T8" fmla="*/ 0 w 1106"/>
                  <a:gd name="T9" fmla="*/ 59 h 59"/>
                  <a:gd name="T10" fmla="*/ 1106 w 1106"/>
                  <a:gd name="T11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6" h="59">
                    <a:moveTo>
                      <a:pt x="1106" y="59"/>
                    </a:moveTo>
                    <a:cubicBezTo>
                      <a:pt x="1106" y="27"/>
                      <a:pt x="1080" y="0"/>
                      <a:pt x="1047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26" y="0"/>
                      <a:pt x="0" y="27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106" y="59"/>
                      <a:pt x="1106" y="59"/>
                      <a:pt x="1106" y="59"/>
                    </a:cubicBez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0" name="Freeform 142"/>
              <p:cNvSpPr>
                <a:spLocks/>
              </p:cNvSpPr>
              <p:nvPr/>
            </p:nvSpPr>
            <p:spPr bwMode="auto">
              <a:xfrm>
                <a:off x="747713" y="3071372"/>
                <a:ext cx="4151313" cy="222250"/>
              </a:xfrm>
              <a:custGeom>
                <a:avLst/>
                <a:gdLst>
                  <a:gd name="T0" fmla="*/ 1106 w 1106"/>
                  <a:gd name="T1" fmla="*/ 59 h 59"/>
                  <a:gd name="T2" fmla="*/ 1047 w 1106"/>
                  <a:gd name="T3" fmla="*/ 0 h 59"/>
                  <a:gd name="T4" fmla="*/ 59 w 1106"/>
                  <a:gd name="T5" fmla="*/ 0 h 59"/>
                  <a:gd name="T6" fmla="*/ 0 w 1106"/>
                  <a:gd name="T7" fmla="*/ 59 h 59"/>
                  <a:gd name="T8" fmla="*/ 1106 w 1106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6" h="59">
                    <a:moveTo>
                      <a:pt x="1106" y="59"/>
                    </a:moveTo>
                    <a:cubicBezTo>
                      <a:pt x="1106" y="27"/>
                      <a:pt x="1080" y="0"/>
                      <a:pt x="1047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27" y="0"/>
                      <a:pt x="0" y="27"/>
                      <a:pt x="0" y="59"/>
                    </a:cubicBezTo>
                    <a:cubicBezTo>
                      <a:pt x="1106" y="59"/>
                      <a:pt x="1106" y="59"/>
                      <a:pt x="1106" y="59"/>
                    </a:cubicBezTo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1" name="Freeform 143"/>
              <p:cNvSpPr>
                <a:spLocks/>
              </p:cNvSpPr>
              <p:nvPr/>
            </p:nvSpPr>
            <p:spPr bwMode="auto">
              <a:xfrm>
                <a:off x="6291263" y="3180909"/>
                <a:ext cx="3929063" cy="112713"/>
              </a:xfrm>
              <a:custGeom>
                <a:avLst/>
                <a:gdLst>
                  <a:gd name="T0" fmla="*/ 1047 w 1047"/>
                  <a:gd name="T1" fmla="*/ 30 h 30"/>
                  <a:gd name="T2" fmla="*/ 1017 w 1047"/>
                  <a:gd name="T3" fmla="*/ 0 h 30"/>
                  <a:gd name="T4" fmla="*/ 29 w 1047"/>
                  <a:gd name="T5" fmla="*/ 0 h 30"/>
                  <a:gd name="T6" fmla="*/ 0 w 1047"/>
                  <a:gd name="T7" fmla="*/ 30 h 30"/>
                  <a:gd name="T8" fmla="*/ 1047 w 1047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7" h="30">
                    <a:moveTo>
                      <a:pt x="1047" y="30"/>
                    </a:moveTo>
                    <a:cubicBezTo>
                      <a:pt x="1047" y="14"/>
                      <a:pt x="1033" y="0"/>
                      <a:pt x="1017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3" y="0"/>
                      <a:pt x="0" y="14"/>
                      <a:pt x="0" y="30"/>
                    </a:cubicBezTo>
                    <a:lnTo>
                      <a:pt x="1047" y="30"/>
                    </a:lnTo>
                    <a:close/>
                  </a:path>
                </a:pathLst>
              </a:custGeom>
              <a:solidFill>
                <a:srgbClr val="824D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pic>
            <p:nvPicPr>
              <p:cNvPr id="4240" name="Picture 144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64688" y="2831659"/>
                <a:ext cx="1023938" cy="258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12" name="Freeform 145"/>
              <p:cNvSpPr>
                <a:spLocks/>
              </p:cNvSpPr>
              <p:nvPr/>
            </p:nvSpPr>
            <p:spPr bwMode="auto">
              <a:xfrm>
                <a:off x="9369425" y="2757047"/>
                <a:ext cx="190500" cy="258763"/>
              </a:xfrm>
              <a:custGeom>
                <a:avLst/>
                <a:gdLst>
                  <a:gd name="T0" fmla="*/ 41 w 51"/>
                  <a:gd name="T1" fmla="*/ 20 h 69"/>
                  <a:gd name="T2" fmla="*/ 41 w 51"/>
                  <a:gd name="T3" fmla="*/ 17 h 69"/>
                  <a:gd name="T4" fmla="*/ 25 w 51"/>
                  <a:gd name="T5" fmla="*/ 0 h 69"/>
                  <a:gd name="T6" fmla="*/ 10 w 51"/>
                  <a:gd name="T7" fmla="*/ 17 h 69"/>
                  <a:gd name="T8" fmla="*/ 10 w 51"/>
                  <a:gd name="T9" fmla="*/ 20 h 69"/>
                  <a:gd name="T10" fmla="*/ 0 w 51"/>
                  <a:gd name="T11" fmla="*/ 42 h 69"/>
                  <a:gd name="T12" fmla="*/ 25 w 51"/>
                  <a:gd name="T13" fmla="*/ 69 h 69"/>
                  <a:gd name="T14" fmla="*/ 51 w 51"/>
                  <a:gd name="T15" fmla="*/ 42 h 69"/>
                  <a:gd name="T16" fmla="*/ 41 w 51"/>
                  <a:gd name="T17" fmla="*/ 2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69">
                    <a:moveTo>
                      <a:pt x="41" y="20"/>
                    </a:moveTo>
                    <a:cubicBezTo>
                      <a:pt x="41" y="19"/>
                      <a:pt x="41" y="18"/>
                      <a:pt x="41" y="17"/>
                    </a:cubicBezTo>
                    <a:cubicBezTo>
                      <a:pt x="41" y="7"/>
                      <a:pt x="34" y="0"/>
                      <a:pt x="25" y="0"/>
                    </a:cubicBezTo>
                    <a:cubicBezTo>
                      <a:pt x="17" y="0"/>
                      <a:pt x="10" y="7"/>
                      <a:pt x="10" y="17"/>
                    </a:cubicBezTo>
                    <a:cubicBezTo>
                      <a:pt x="10" y="18"/>
                      <a:pt x="10" y="19"/>
                      <a:pt x="10" y="20"/>
                    </a:cubicBezTo>
                    <a:cubicBezTo>
                      <a:pt x="4" y="25"/>
                      <a:pt x="0" y="33"/>
                      <a:pt x="0" y="42"/>
                    </a:cubicBezTo>
                    <a:cubicBezTo>
                      <a:pt x="0" y="57"/>
                      <a:pt x="11" y="69"/>
                      <a:pt x="25" y="69"/>
                    </a:cubicBezTo>
                    <a:cubicBezTo>
                      <a:pt x="40" y="69"/>
                      <a:pt x="51" y="57"/>
                      <a:pt x="51" y="42"/>
                    </a:cubicBezTo>
                    <a:cubicBezTo>
                      <a:pt x="51" y="33"/>
                      <a:pt x="47" y="25"/>
                      <a:pt x="41" y="20"/>
                    </a:cubicBez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3" name="Freeform 146"/>
              <p:cNvSpPr>
                <a:spLocks/>
              </p:cNvSpPr>
              <p:nvPr/>
            </p:nvSpPr>
            <p:spPr bwMode="auto">
              <a:xfrm>
                <a:off x="9463088" y="2757047"/>
                <a:ext cx="96838" cy="258763"/>
              </a:xfrm>
              <a:custGeom>
                <a:avLst/>
                <a:gdLst>
                  <a:gd name="T0" fmla="*/ 16 w 26"/>
                  <a:gd name="T1" fmla="*/ 20 h 69"/>
                  <a:gd name="T2" fmla="*/ 16 w 26"/>
                  <a:gd name="T3" fmla="*/ 17 h 69"/>
                  <a:gd name="T4" fmla="*/ 0 w 26"/>
                  <a:gd name="T5" fmla="*/ 0 h 69"/>
                  <a:gd name="T6" fmla="*/ 0 w 26"/>
                  <a:gd name="T7" fmla="*/ 15 h 69"/>
                  <a:gd name="T8" fmla="*/ 0 w 26"/>
                  <a:gd name="T9" fmla="*/ 33 h 69"/>
                  <a:gd name="T10" fmla="*/ 0 w 26"/>
                  <a:gd name="T11" fmla="*/ 69 h 69"/>
                  <a:gd name="T12" fmla="*/ 26 w 26"/>
                  <a:gd name="T13" fmla="*/ 42 h 69"/>
                  <a:gd name="T14" fmla="*/ 16 w 26"/>
                  <a:gd name="T15" fmla="*/ 2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69">
                    <a:moveTo>
                      <a:pt x="16" y="20"/>
                    </a:moveTo>
                    <a:cubicBezTo>
                      <a:pt x="16" y="19"/>
                      <a:pt x="16" y="18"/>
                      <a:pt x="16" y="17"/>
                    </a:cubicBezTo>
                    <a:cubicBezTo>
                      <a:pt x="16" y="7"/>
                      <a:pt x="9" y="0"/>
                      <a:pt x="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5" y="69"/>
                      <a:pt x="26" y="57"/>
                      <a:pt x="26" y="42"/>
                    </a:cubicBezTo>
                    <a:cubicBezTo>
                      <a:pt x="26" y="33"/>
                      <a:pt x="22" y="25"/>
                      <a:pt x="16" y="20"/>
                    </a:cubicBez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4" name="Freeform 147"/>
              <p:cNvSpPr>
                <a:spLocks/>
              </p:cNvSpPr>
              <p:nvPr/>
            </p:nvSpPr>
            <p:spPr bwMode="auto">
              <a:xfrm>
                <a:off x="9451975" y="2922147"/>
                <a:ext cx="25400" cy="153988"/>
              </a:xfrm>
              <a:custGeom>
                <a:avLst/>
                <a:gdLst>
                  <a:gd name="T0" fmla="*/ 2 w 16"/>
                  <a:gd name="T1" fmla="*/ 0 h 97"/>
                  <a:gd name="T2" fmla="*/ 0 w 16"/>
                  <a:gd name="T3" fmla="*/ 97 h 97"/>
                  <a:gd name="T4" fmla="*/ 16 w 16"/>
                  <a:gd name="T5" fmla="*/ 97 h 97"/>
                  <a:gd name="T6" fmla="*/ 14 w 16"/>
                  <a:gd name="T7" fmla="*/ 0 h 97"/>
                  <a:gd name="T8" fmla="*/ 2 w 16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7">
                    <a:moveTo>
                      <a:pt x="2" y="0"/>
                    </a:moveTo>
                    <a:lnTo>
                      <a:pt x="0" y="97"/>
                    </a:lnTo>
                    <a:lnTo>
                      <a:pt x="16" y="97"/>
                    </a:lnTo>
                    <a:lnTo>
                      <a:pt x="1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5" name="Freeform 148"/>
              <p:cNvSpPr>
                <a:spLocks/>
              </p:cNvSpPr>
              <p:nvPr/>
            </p:nvSpPr>
            <p:spPr bwMode="auto">
              <a:xfrm>
                <a:off x="9463088" y="2922147"/>
                <a:ext cx="14288" cy="153988"/>
              </a:xfrm>
              <a:custGeom>
                <a:avLst/>
                <a:gdLst>
                  <a:gd name="T0" fmla="*/ 0 w 9"/>
                  <a:gd name="T1" fmla="*/ 0 h 97"/>
                  <a:gd name="T2" fmla="*/ 0 w 9"/>
                  <a:gd name="T3" fmla="*/ 97 h 97"/>
                  <a:gd name="T4" fmla="*/ 9 w 9"/>
                  <a:gd name="T5" fmla="*/ 97 h 97"/>
                  <a:gd name="T6" fmla="*/ 7 w 9"/>
                  <a:gd name="T7" fmla="*/ 0 h 97"/>
                  <a:gd name="T8" fmla="*/ 0 w 9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7">
                    <a:moveTo>
                      <a:pt x="0" y="0"/>
                    </a:moveTo>
                    <a:lnTo>
                      <a:pt x="0" y="97"/>
                    </a:lnTo>
                    <a:lnTo>
                      <a:pt x="9" y="97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6" name="Freeform 149"/>
              <p:cNvSpPr>
                <a:spLocks/>
              </p:cNvSpPr>
              <p:nvPr/>
            </p:nvSpPr>
            <p:spPr bwMode="auto">
              <a:xfrm>
                <a:off x="2846388" y="3007872"/>
                <a:ext cx="434975" cy="101600"/>
              </a:xfrm>
              <a:custGeom>
                <a:avLst/>
                <a:gdLst>
                  <a:gd name="T0" fmla="*/ 47 w 274"/>
                  <a:gd name="T1" fmla="*/ 0 h 64"/>
                  <a:gd name="T2" fmla="*/ 0 w 274"/>
                  <a:gd name="T3" fmla="*/ 64 h 64"/>
                  <a:gd name="T4" fmla="*/ 125 w 274"/>
                  <a:gd name="T5" fmla="*/ 64 h 64"/>
                  <a:gd name="T6" fmla="*/ 262 w 274"/>
                  <a:gd name="T7" fmla="*/ 64 h 64"/>
                  <a:gd name="T8" fmla="*/ 274 w 274"/>
                  <a:gd name="T9" fmla="*/ 64 h 64"/>
                  <a:gd name="T10" fmla="*/ 274 w 274"/>
                  <a:gd name="T11" fmla="*/ 0 h 64"/>
                  <a:gd name="T12" fmla="*/ 47 w 274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4" h="64">
                    <a:moveTo>
                      <a:pt x="47" y="0"/>
                    </a:moveTo>
                    <a:lnTo>
                      <a:pt x="0" y="64"/>
                    </a:lnTo>
                    <a:lnTo>
                      <a:pt x="125" y="64"/>
                    </a:lnTo>
                    <a:lnTo>
                      <a:pt x="262" y="64"/>
                    </a:lnTo>
                    <a:lnTo>
                      <a:pt x="274" y="64"/>
                    </a:lnTo>
                    <a:lnTo>
                      <a:pt x="274" y="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D02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7" name="Rectangle 150"/>
              <p:cNvSpPr>
                <a:spLocks noChangeArrowheads="1"/>
              </p:cNvSpPr>
              <p:nvPr/>
            </p:nvSpPr>
            <p:spPr bwMode="auto">
              <a:xfrm>
                <a:off x="2894013" y="3106297"/>
                <a:ext cx="382588" cy="187325"/>
              </a:xfrm>
              <a:prstGeom prst="rect">
                <a:avLst/>
              </a:pr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8" name="Rectangle 151"/>
              <p:cNvSpPr>
                <a:spLocks noChangeArrowheads="1"/>
              </p:cNvSpPr>
              <p:nvPr/>
            </p:nvSpPr>
            <p:spPr bwMode="auto">
              <a:xfrm>
                <a:off x="2894013" y="3106297"/>
                <a:ext cx="382588" cy="187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9" name="Freeform 152"/>
              <p:cNvSpPr>
                <a:spLocks/>
              </p:cNvSpPr>
              <p:nvPr/>
            </p:nvSpPr>
            <p:spPr bwMode="auto">
              <a:xfrm>
                <a:off x="2973388" y="3106297"/>
                <a:ext cx="303213" cy="187325"/>
              </a:xfrm>
              <a:custGeom>
                <a:avLst/>
                <a:gdLst>
                  <a:gd name="T0" fmla="*/ 191 w 191"/>
                  <a:gd name="T1" fmla="*/ 118 h 118"/>
                  <a:gd name="T2" fmla="*/ 191 w 191"/>
                  <a:gd name="T3" fmla="*/ 0 h 118"/>
                  <a:gd name="T4" fmla="*/ 118 w 191"/>
                  <a:gd name="T5" fmla="*/ 0 h 118"/>
                  <a:gd name="T6" fmla="*/ 0 w 191"/>
                  <a:gd name="T7" fmla="*/ 118 h 118"/>
                  <a:gd name="T8" fmla="*/ 191 w 191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1" h="118">
                    <a:moveTo>
                      <a:pt x="191" y="118"/>
                    </a:moveTo>
                    <a:lnTo>
                      <a:pt x="191" y="0"/>
                    </a:lnTo>
                    <a:lnTo>
                      <a:pt x="118" y="0"/>
                    </a:lnTo>
                    <a:lnTo>
                      <a:pt x="0" y="118"/>
                    </a:lnTo>
                    <a:lnTo>
                      <a:pt x="191" y="118"/>
                    </a:lnTo>
                    <a:close/>
                  </a:path>
                </a:pathLst>
              </a:custGeom>
              <a:solidFill>
                <a:srgbClr val="CCA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0" name="Freeform 153"/>
              <p:cNvSpPr>
                <a:spLocks/>
              </p:cNvSpPr>
              <p:nvPr/>
            </p:nvSpPr>
            <p:spPr bwMode="auto">
              <a:xfrm>
                <a:off x="2973388" y="3106297"/>
                <a:ext cx="303213" cy="187325"/>
              </a:xfrm>
              <a:custGeom>
                <a:avLst/>
                <a:gdLst>
                  <a:gd name="T0" fmla="*/ 191 w 191"/>
                  <a:gd name="T1" fmla="*/ 118 h 118"/>
                  <a:gd name="T2" fmla="*/ 191 w 191"/>
                  <a:gd name="T3" fmla="*/ 0 h 118"/>
                  <a:gd name="T4" fmla="*/ 118 w 191"/>
                  <a:gd name="T5" fmla="*/ 0 h 118"/>
                  <a:gd name="T6" fmla="*/ 0 w 191"/>
                  <a:gd name="T7" fmla="*/ 118 h 118"/>
                  <a:gd name="T8" fmla="*/ 191 w 191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1" h="118">
                    <a:moveTo>
                      <a:pt x="191" y="118"/>
                    </a:moveTo>
                    <a:lnTo>
                      <a:pt x="191" y="0"/>
                    </a:lnTo>
                    <a:lnTo>
                      <a:pt x="118" y="0"/>
                    </a:lnTo>
                    <a:lnTo>
                      <a:pt x="0" y="118"/>
                    </a:lnTo>
                    <a:lnTo>
                      <a:pt x="191" y="11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1" name="Rectangle 154"/>
              <p:cNvSpPr>
                <a:spLocks noChangeArrowheads="1"/>
              </p:cNvSpPr>
              <p:nvPr/>
            </p:nvSpPr>
            <p:spPr bwMode="auto">
              <a:xfrm>
                <a:off x="3224213" y="2933259"/>
                <a:ext cx="1003300" cy="49213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2" name="Rectangle 155"/>
              <p:cNvSpPr>
                <a:spLocks noChangeArrowheads="1"/>
              </p:cNvSpPr>
              <p:nvPr/>
            </p:nvSpPr>
            <p:spPr bwMode="auto">
              <a:xfrm>
                <a:off x="3276600" y="2982472"/>
                <a:ext cx="893763" cy="311150"/>
              </a:xfrm>
              <a:prstGeom prst="rect">
                <a:avLst/>
              </a:pr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3" name="Freeform 156"/>
              <p:cNvSpPr>
                <a:spLocks/>
              </p:cNvSpPr>
              <p:nvPr/>
            </p:nvSpPr>
            <p:spPr bwMode="auto">
              <a:xfrm>
                <a:off x="3224213" y="2606234"/>
                <a:ext cx="1003300" cy="327025"/>
              </a:xfrm>
              <a:custGeom>
                <a:avLst/>
                <a:gdLst>
                  <a:gd name="T0" fmla="*/ 0 w 632"/>
                  <a:gd name="T1" fmla="*/ 0 h 206"/>
                  <a:gd name="T2" fmla="*/ 0 w 632"/>
                  <a:gd name="T3" fmla="*/ 206 h 206"/>
                  <a:gd name="T4" fmla="*/ 632 w 632"/>
                  <a:gd name="T5" fmla="*/ 206 h 206"/>
                  <a:gd name="T6" fmla="*/ 632 w 632"/>
                  <a:gd name="T7" fmla="*/ 142 h 206"/>
                  <a:gd name="T8" fmla="*/ 0 w 632"/>
                  <a:gd name="T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2" h="206">
                    <a:moveTo>
                      <a:pt x="0" y="0"/>
                    </a:moveTo>
                    <a:lnTo>
                      <a:pt x="0" y="206"/>
                    </a:lnTo>
                    <a:lnTo>
                      <a:pt x="632" y="206"/>
                    </a:lnTo>
                    <a:lnTo>
                      <a:pt x="632" y="1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7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4" name="Rectangle 157"/>
              <p:cNvSpPr>
                <a:spLocks noChangeArrowheads="1"/>
              </p:cNvSpPr>
              <p:nvPr/>
            </p:nvSpPr>
            <p:spPr bwMode="auto">
              <a:xfrm>
                <a:off x="3375025" y="3114234"/>
                <a:ext cx="115888" cy="107950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5" name="Freeform 158"/>
              <p:cNvSpPr>
                <a:spLocks/>
              </p:cNvSpPr>
              <p:nvPr/>
            </p:nvSpPr>
            <p:spPr bwMode="auto">
              <a:xfrm>
                <a:off x="3559175" y="2982472"/>
                <a:ext cx="611188" cy="311150"/>
              </a:xfrm>
              <a:custGeom>
                <a:avLst/>
                <a:gdLst>
                  <a:gd name="T0" fmla="*/ 385 w 385"/>
                  <a:gd name="T1" fmla="*/ 196 h 196"/>
                  <a:gd name="T2" fmla="*/ 385 w 385"/>
                  <a:gd name="T3" fmla="*/ 0 h 196"/>
                  <a:gd name="T4" fmla="*/ 196 w 385"/>
                  <a:gd name="T5" fmla="*/ 0 h 196"/>
                  <a:gd name="T6" fmla="*/ 0 w 385"/>
                  <a:gd name="T7" fmla="*/ 196 h 196"/>
                  <a:gd name="T8" fmla="*/ 385 w 385"/>
                  <a:gd name="T9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5" h="196">
                    <a:moveTo>
                      <a:pt x="385" y="196"/>
                    </a:moveTo>
                    <a:lnTo>
                      <a:pt x="385" y="0"/>
                    </a:lnTo>
                    <a:lnTo>
                      <a:pt x="196" y="0"/>
                    </a:lnTo>
                    <a:lnTo>
                      <a:pt x="0" y="196"/>
                    </a:lnTo>
                    <a:lnTo>
                      <a:pt x="385" y="196"/>
                    </a:lnTo>
                    <a:close/>
                  </a:path>
                </a:pathLst>
              </a:custGeom>
              <a:solidFill>
                <a:srgbClr val="CCA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6" name="Rectangle 159"/>
              <p:cNvSpPr>
                <a:spLocks noChangeArrowheads="1"/>
              </p:cNvSpPr>
              <p:nvPr/>
            </p:nvSpPr>
            <p:spPr bwMode="auto">
              <a:xfrm>
                <a:off x="3570288" y="3114234"/>
                <a:ext cx="115888" cy="107950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7" name="Rectangle 160"/>
              <p:cNvSpPr>
                <a:spLocks noChangeArrowheads="1"/>
              </p:cNvSpPr>
              <p:nvPr/>
            </p:nvSpPr>
            <p:spPr bwMode="auto">
              <a:xfrm>
                <a:off x="3956050" y="3114234"/>
                <a:ext cx="120650" cy="107950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8" name="Rectangle 161"/>
              <p:cNvSpPr>
                <a:spLocks noChangeArrowheads="1"/>
              </p:cNvSpPr>
              <p:nvPr/>
            </p:nvSpPr>
            <p:spPr bwMode="auto">
              <a:xfrm>
                <a:off x="3760788" y="3114234"/>
                <a:ext cx="120650" cy="179388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9" name="Freeform 162"/>
              <p:cNvSpPr>
                <a:spLocks/>
              </p:cNvSpPr>
              <p:nvPr/>
            </p:nvSpPr>
            <p:spPr bwMode="auto">
              <a:xfrm>
                <a:off x="3224213" y="2715772"/>
                <a:ext cx="979488" cy="217488"/>
              </a:xfrm>
              <a:custGeom>
                <a:avLst/>
                <a:gdLst>
                  <a:gd name="T0" fmla="*/ 0 w 617"/>
                  <a:gd name="T1" fmla="*/ 0 h 137"/>
                  <a:gd name="T2" fmla="*/ 0 w 617"/>
                  <a:gd name="T3" fmla="*/ 137 h 137"/>
                  <a:gd name="T4" fmla="*/ 617 w 617"/>
                  <a:gd name="T5" fmla="*/ 137 h 137"/>
                  <a:gd name="T6" fmla="*/ 0 w 617"/>
                  <a:gd name="T7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7" h="137">
                    <a:moveTo>
                      <a:pt x="0" y="0"/>
                    </a:moveTo>
                    <a:lnTo>
                      <a:pt x="0" y="137"/>
                    </a:lnTo>
                    <a:lnTo>
                      <a:pt x="617" y="13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2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0" name="Rectangle 163"/>
              <p:cNvSpPr>
                <a:spLocks noChangeArrowheads="1"/>
              </p:cNvSpPr>
              <p:nvPr/>
            </p:nvSpPr>
            <p:spPr bwMode="auto">
              <a:xfrm>
                <a:off x="2970213" y="3161859"/>
                <a:ext cx="234950" cy="131763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1" name="Rectangle 164"/>
              <p:cNvSpPr>
                <a:spLocks noChangeArrowheads="1"/>
              </p:cNvSpPr>
              <p:nvPr/>
            </p:nvSpPr>
            <p:spPr bwMode="auto">
              <a:xfrm>
                <a:off x="2970213" y="3161859"/>
                <a:ext cx="234950" cy="131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2" name="Rectangle 165"/>
              <p:cNvSpPr>
                <a:spLocks noChangeArrowheads="1"/>
              </p:cNvSpPr>
              <p:nvPr/>
            </p:nvSpPr>
            <p:spPr bwMode="auto">
              <a:xfrm>
                <a:off x="3089275" y="3161859"/>
                <a:ext cx="115888" cy="131763"/>
              </a:xfrm>
              <a:prstGeom prst="rect">
                <a:avLst/>
              </a:prstGeom>
              <a:solidFill>
                <a:srgbClr val="452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3" name="Freeform 166"/>
              <p:cNvSpPr>
                <a:spLocks/>
              </p:cNvSpPr>
              <p:nvPr/>
            </p:nvSpPr>
            <p:spPr bwMode="auto">
              <a:xfrm>
                <a:off x="2301875" y="2861822"/>
                <a:ext cx="36513" cy="109538"/>
              </a:xfrm>
              <a:custGeom>
                <a:avLst/>
                <a:gdLst>
                  <a:gd name="T0" fmla="*/ 19 w 23"/>
                  <a:gd name="T1" fmla="*/ 0 h 69"/>
                  <a:gd name="T2" fmla="*/ 23 w 23"/>
                  <a:gd name="T3" fmla="*/ 69 h 69"/>
                  <a:gd name="T4" fmla="*/ 0 w 23"/>
                  <a:gd name="T5" fmla="*/ 69 h 69"/>
                  <a:gd name="T6" fmla="*/ 4 w 23"/>
                  <a:gd name="T7" fmla="*/ 0 h 69"/>
                  <a:gd name="T8" fmla="*/ 19 w 23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69">
                    <a:moveTo>
                      <a:pt x="19" y="0"/>
                    </a:moveTo>
                    <a:lnTo>
                      <a:pt x="23" y="69"/>
                    </a:lnTo>
                    <a:lnTo>
                      <a:pt x="0" y="69"/>
                    </a:lnTo>
                    <a:lnTo>
                      <a:pt x="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4" name="Freeform 167"/>
              <p:cNvSpPr>
                <a:spLocks/>
              </p:cNvSpPr>
              <p:nvPr/>
            </p:nvSpPr>
            <p:spPr bwMode="auto">
              <a:xfrm>
                <a:off x="2301875" y="2861822"/>
                <a:ext cx="19050" cy="109538"/>
              </a:xfrm>
              <a:custGeom>
                <a:avLst/>
                <a:gdLst>
                  <a:gd name="T0" fmla="*/ 12 w 12"/>
                  <a:gd name="T1" fmla="*/ 0 h 69"/>
                  <a:gd name="T2" fmla="*/ 12 w 12"/>
                  <a:gd name="T3" fmla="*/ 69 h 69"/>
                  <a:gd name="T4" fmla="*/ 0 w 12"/>
                  <a:gd name="T5" fmla="*/ 69 h 69"/>
                  <a:gd name="T6" fmla="*/ 4 w 12"/>
                  <a:gd name="T7" fmla="*/ 0 h 69"/>
                  <a:gd name="T8" fmla="*/ 12 w 12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9">
                    <a:moveTo>
                      <a:pt x="12" y="0"/>
                    </a:moveTo>
                    <a:lnTo>
                      <a:pt x="12" y="69"/>
                    </a:lnTo>
                    <a:lnTo>
                      <a:pt x="0" y="69"/>
                    </a:lnTo>
                    <a:lnTo>
                      <a:pt x="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5" name="Freeform 168"/>
              <p:cNvSpPr>
                <a:spLocks/>
              </p:cNvSpPr>
              <p:nvPr/>
            </p:nvSpPr>
            <p:spPr bwMode="auto">
              <a:xfrm>
                <a:off x="2208213" y="2418909"/>
                <a:ext cx="112713" cy="476250"/>
              </a:xfrm>
              <a:custGeom>
                <a:avLst/>
                <a:gdLst>
                  <a:gd name="T0" fmla="*/ 19 w 71"/>
                  <a:gd name="T1" fmla="*/ 220 h 300"/>
                  <a:gd name="T2" fmla="*/ 4 w 71"/>
                  <a:gd name="T3" fmla="*/ 220 h 300"/>
                  <a:gd name="T4" fmla="*/ 28 w 71"/>
                  <a:gd name="T5" fmla="*/ 149 h 300"/>
                  <a:gd name="T6" fmla="*/ 19 w 71"/>
                  <a:gd name="T7" fmla="*/ 149 h 300"/>
                  <a:gd name="T8" fmla="*/ 71 w 71"/>
                  <a:gd name="T9" fmla="*/ 0 h 300"/>
                  <a:gd name="T10" fmla="*/ 71 w 71"/>
                  <a:gd name="T11" fmla="*/ 149 h 300"/>
                  <a:gd name="T12" fmla="*/ 71 w 71"/>
                  <a:gd name="T13" fmla="*/ 220 h 300"/>
                  <a:gd name="T14" fmla="*/ 71 w 71"/>
                  <a:gd name="T15" fmla="*/ 300 h 300"/>
                  <a:gd name="T16" fmla="*/ 0 w 71"/>
                  <a:gd name="T17" fmla="*/ 300 h 300"/>
                  <a:gd name="T18" fmla="*/ 19 w 71"/>
                  <a:gd name="T19" fmla="*/ 22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0">
                    <a:moveTo>
                      <a:pt x="19" y="220"/>
                    </a:moveTo>
                    <a:lnTo>
                      <a:pt x="4" y="220"/>
                    </a:lnTo>
                    <a:lnTo>
                      <a:pt x="28" y="149"/>
                    </a:lnTo>
                    <a:lnTo>
                      <a:pt x="19" y="149"/>
                    </a:lnTo>
                    <a:lnTo>
                      <a:pt x="71" y="0"/>
                    </a:lnTo>
                    <a:lnTo>
                      <a:pt x="71" y="149"/>
                    </a:lnTo>
                    <a:lnTo>
                      <a:pt x="71" y="220"/>
                    </a:lnTo>
                    <a:lnTo>
                      <a:pt x="71" y="300"/>
                    </a:lnTo>
                    <a:lnTo>
                      <a:pt x="0" y="300"/>
                    </a:lnTo>
                    <a:lnTo>
                      <a:pt x="19" y="22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6" name="Freeform 169"/>
              <p:cNvSpPr>
                <a:spLocks/>
              </p:cNvSpPr>
              <p:nvPr/>
            </p:nvSpPr>
            <p:spPr bwMode="auto">
              <a:xfrm>
                <a:off x="2320925" y="2418909"/>
                <a:ext cx="111125" cy="476250"/>
              </a:xfrm>
              <a:custGeom>
                <a:avLst/>
                <a:gdLst>
                  <a:gd name="T0" fmla="*/ 52 w 70"/>
                  <a:gd name="T1" fmla="*/ 220 h 300"/>
                  <a:gd name="T2" fmla="*/ 63 w 70"/>
                  <a:gd name="T3" fmla="*/ 220 h 300"/>
                  <a:gd name="T4" fmla="*/ 42 w 70"/>
                  <a:gd name="T5" fmla="*/ 149 h 300"/>
                  <a:gd name="T6" fmla="*/ 52 w 70"/>
                  <a:gd name="T7" fmla="*/ 149 h 300"/>
                  <a:gd name="T8" fmla="*/ 0 w 70"/>
                  <a:gd name="T9" fmla="*/ 0 h 300"/>
                  <a:gd name="T10" fmla="*/ 0 w 70"/>
                  <a:gd name="T11" fmla="*/ 149 h 300"/>
                  <a:gd name="T12" fmla="*/ 0 w 70"/>
                  <a:gd name="T13" fmla="*/ 220 h 300"/>
                  <a:gd name="T14" fmla="*/ 0 w 70"/>
                  <a:gd name="T15" fmla="*/ 300 h 300"/>
                  <a:gd name="T16" fmla="*/ 70 w 70"/>
                  <a:gd name="T17" fmla="*/ 300 h 300"/>
                  <a:gd name="T18" fmla="*/ 52 w 70"/>
                  <a:gd name="T19" fmla="*/ 22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300">
                    <a:moveTo>
                      <a:pt x="52" y="220"/>
                    </a:moveTo>
                    <a:lnTo>
                      <a:pt x="63" y="220"/>
                    </a:lnTo>
                    <a:lnTo>
                      <a:pt x="42" y="149"/>
                    </a:lnTo>
                    <a:lnTo>
                      <a:pt x="52" y="149"/>
                    </a:lnTo>
                    <a:lnTo>
                      <a:pt x="0" y="0"/>
                    </a:lnTo>
                    <a:lnTo>
                      <a:pt x="0" y="149"/>
                    </a:lnTo>
                    <a:lnTo>
                      <a:pt x="0" y="220"/>
                    </a:lnTo>
                    <a:lnTo>
                      <a:pt x="0" y="300"/>
                    </a:lnTo>
                    <a:lnTo>
                      <a:pt x="70" y="300"/>
                    </a:lnTo>
                    <a:lnTo>
                      <a:pt x="52" y="22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7" name="Freeform 170"/>
              <p:cNvSpPr>
                <a:spLocks/>
              </p:cNvSpPr>
              <p:nvPr/>
            </p:nvSpPr>
            <p:spPr bwMode="auto">
              <a:xfrm>
                <a:off x="1836738" y="2845947"/>
                <a:ext cx="36513" cy="109538"/>
              </a:xfrm>
              <a:custGeom>
                <a:avLst/>
                <a:gdLst>
                  <a:gd name="T0" fmla="*/ 18 w 23"/>
                  <a:gd name="T1" fmla="*/ 0 h 69"/>
                  <a:gd name="T2" fmla="*/ 23 w 23"/>
                  <a:gd name="T3" fmla="*/ 69 h 69"/>
                  <a:gd name="T4" fmla="*/ 0 w 23"/>
                  <a:gd name="T5" fmla="*/ 69 h 69"/>
                  <a:gd name="T6" fmla="*/ 4 w 23"/>
                  <a:gd name="T7" fmla="*/ 0 h 69"/>
                  <a:gd name="T8" fmla="*/ 18 w 23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69">
                    <a:moveTo>
                      <a:pt x="18" y="0"/>
                    </a:moveTo>
                    <a:lnTo>
                      <a:pt x="23" y="69"/>
                    </a:lnTo>
                    <a:lnTo>
                      <a:pt x="0" y="69"/>
                    </a:lnTo>
                    <a:lnTo>
                      <a:pt x="4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8" name="Freeform 171"/>
              <p:cNvSpPr>
                <a:spLocks/>
              </p:cNvSpPr>
              <p:nvPr/>
            </p:nvSpPr>
            <p:spPr bwMode="auto">
              <a:xfrm>
                <a:off x="1836738" y="2845947"/>
                <a:ext cx="17463" cy="109538"/>
              </a:xfrm>
              <a:custGeom>
                <a:avLst/>
                <a:gdLst>
                  <a:gd name="T0" fmla="*/ 11 w 11"/>
                  <a:gd name="T1" fmla="*/ 0 h 69"/>
                  <a:gd name="T2" fmla="*/ 11 w 11"/>
                  <a:gd name="T3" fmla="*/ 69 h 69"/>
                  <a:gd name="T4" fmla="*/ 0 w 11"/>
                  <a:gd name="T5" fmla="*/ 69 h 69"/>
                  <a:gd name="T6" fmla="*/ 4 w 11"/>
                  <a:gd name="T7" fmla="*/ 0 h 69"/>
                  <a:gd name="T8" fmla="*/ 11 w 11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9">
                    <a:moveTo>
                      <a:pt x="11" y="0"/>
                    </a:moveTo>
                    <a:lnTo>
                      <a:pt x="11" y="69"/>
                    </a:lnTo>
                    <a:lnTo>
                      <a:pt x="0" y="69"/>
                    </a:lnTo>
                    <a:lnTo>
                      <a:pt x="4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9" name="Freeform 172"/>
              <p:cNvSpPr>
                <a:spLocks/>
              </p:cNvSpPr>
              <p:nvPr/>
            </p:nvSpPr>
            <p:spPr bwMode="auto">
              <a:xfrm>
                <a:off x="1741488" y="2403034"/>
                <a:ext cx="112713" cy="477838"/>
              </a:xfrm>
              <a:custGeom>
                <a:avLst/>
                <a:gdLst>
                  <a:gd name="T0" fmla="*/ 19 w 71"/>
                  <a:gd name="T1" fmla="*/ 220 h 301"/>
                  <a:gd name="T2" fmla="*/ 8 w 71"/>
                  <a:gd name="T3" fmla="*/ 220 h 301"/>
                  <a:gd name="T4" fmla="*/ 29 w 71"/>
                  <a:gd name="T5" fmla="*/ 147 h 301"/>
                  <a:gd name="T6" fmla="*/ 19 w 71"/>
                  <a:gd name="T7" fmla="*/ 147 h 301"/>
                  <a:gd name="T8" fmla="*/ 71 w 71"/>
                  <a:gd name="T9" fmla="*/ 0 h 301"/>
                  <a:gd name="T10" fmla="*/ 71 w 71"/>
                  <a:gd name="T11" fmla="*/ 147 h 301"/>
                  <a:gd name="T12" fmla="*/ 71 w 71"/>
                  <a:gd name="T13" fmla="*/ 220 h 301"/>
                  <a:gd name="T14" fmla="*/ 71 w 71"/>
                  <a:gd name="T15" fmla="*/ 301 h 301"/>
                  <a:gd name="T16" fmla="*/ 0 w 71"/>
                  <a:gd name="T17" fmla="*/ 301 h 301"/>
                  <a:gd name="T18" fmla="*/ 19 w 71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1">
                    <a:moveTo>
                      <a:pt x="19" y="220"/>
                    </a:moveTo>
                    <a:lnTo>
                      <a:pt x="8" y="220"/>
                    </a:lnTo>
                    <a:lnTo>
                      <a:pt x="29" y="147"/>
                    </a:lnTo>
                    <a:lnTo>
                      <a:pt x="19" y="147"/>
                    </a:lnTo>
                    <a:lnTo>
                      <a:pt x="71" y="0"/>
                    </a:lnTo>
                    <a:lnTo>
                      <a:pt x="71" y="147"/>
                    </a:lnTo>
                    <a:lnTo>
                      <a:pt x="71" y="220"/>
                    </a:lnTo>
                    <a:lnTo>
                      <a:pt x="71" y="301"/>
                    </a:lnTo>
                    <a:lnTo>
                      <a:pt x="0" y="301"/>
                    </a:lnTo>
                    <a:lnTo>
                      <a:pt x="19" y="22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1" name="Freeform 173"/>
              <p:cNvSpPr>
                <a:spLocks/>
              </p:cNvSpPr>
              <p:nvPr/>
            </p:nvSpPr>
            <p:spPr bwMode="auto">
              <a:xfrm>
                <a:off x="1854200" y="2403034"/>
                <a:ext cx="112713" cy="477838"/>
              </a:xfrm>
              <a:custGeom>
                <a:avLst/>
                <a:gdLst>
                  <a:gd name="T0" fmla="*/ 52 w 71"/>
                  <a:gd name="T1" fmla="*/ 220 h 301"/>
                  <a:gd name="T2" fmla="*/ 64 w 71"/>
                  <a:gd name="T3" fmla="*/ 220 h 301"/>
                  <a:gd name="T4" fmla="*/ 43 w 71"/>
                  <a:gd name="T5" fmla="*/ 147 h 301"/>
                  <a:gd name="T6" fmla="*/ 52 w 71"/>
                  <a:gd name="T7" fmla="*/ 147 h 301"/>
                  <a:gd name="T8" fmla="*/ 0 w 71"/>
                  <a:gd name="T9" fmla="*/ 0 h 301"/>
                  <a:gd name="T10" fmla="*/ 0 w 71"/>
                  <a:gd name="T11" fmla="*/ 147 h 301"/>
                  <a:gd name="T12" fmla="*/ 0 w 71"/>
                  <a:gd name="T13" fmla="*/ 220 h 301"/>
                  <a:gd name="T14" fmla="*/ 0 w 71"/>
                  <a:gd name="T15" fmla="*/ 301 h 301"/>
                  <a:gd name="T16" fmla="*/ 71 w 71"/>
                  <a:gd name="T17" fmla="*/ 301 h 301"/>
                  <a:gd name="T18" fmla="*/ 52 w 71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1">
                    <a:moveTo>
                      <a:pt x="52" y="220"/>
                    </a:moveTo>
                    <a:lnTo>
                      <a:pt x="64" y="220"/>
                    </a:lnTo>
                    <a:lnTo>
                      <a:pt x="43" y="147"/>
                    </a:lnTo>
                    <a:lnTo>
                      <a:pt x="52" y="147"/>
                    </a:lnTo>
                    <a:lnTo>
                      <a:pt x="0" y="0"/>
                    </a:lnTo>
                    <a:lnTo>
                      <a:pt x="0" y="147"/>
                    </a:lnTo>
                    <a:lnTo>
                      <a:pt x="0" y="220"/>
                    </a:lnTo>
                    <a:lnTo>
                      <a:pt x="0" y="301"/>
                    </a:lnTo>
                    <a:lnTo>
                      <a:pt x="71" y="301"/>
                    </a:lnTo>
                    <a:lnTo>
                      <a:pt x="52" y="22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2" name="Freeform 174"/>
              <p:cNvSpPr>
                <a:spLocks/>
              </p:cNvSpPr>
              <p:nvPr/>
            </p:nvSpPr>
            <p:spPr bwMode="auto">
              <a:xfrm>
                <a:off x="1647825" y="2941197"/>
                <a:ext cx="38100" cy="107950"/>
              </a:xfrm>
              <a:custGeom>
                <a:avLst/>
                <a:gdLst>
                  <a:gd name="T0" fmla="*/ 19 w 24"/>
                  <a:gd name="T1" fmla="*/ 0 h 68"/>
                  <a:gd name="T2" fmla="*/ 24 w 24"/>
                  <a:gd name="T3" fmla="*/ 68 h 68"/>
                  <a:gd name="T4" fmla="*/ 0 w 24"/>
                  <a:gd name="T5" fmla="*/ 68 h 68"/>
                  <a:gd name="T6" fmla="*/ 5 w 24"/>
                  <a:gd name="T7" fmla="*/ 0 h 68"/>
                  <a:gd name="T8" fmla="*/ 19 w 24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68">
                    <a:moveTo>
                      <a:pt x="19" y="0"/>
                    </a:moveTo>
                    <a:lnTo>
                      <a:pt x="24" y="68"/>
                    </a:lnTo>
                    <a:lnTo>
                      <a:pt x="0" y="68"/>
                    </a:lnTo>
                    <a:lnTo>
                      <a:pt x="5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3" name="Freeform 175"/>
              <p:cNvSpPr>
                <a:spLocks/>
              </p:cNvSpPr>
              <p:nvPr/>
            </p:nvSpPr>
            <p:spPr bwMode="auto">
              <a:xfrm>
                <a:off x="1647825" y="2941197"/>
                <a:ext cx="19050" cy="107950"/>
              </a:xfrm>
              <a:custGeom>
                <a:avLst/>
                <a:gdLst>
                  <a:gd name="T0" fmla="*/ 12 w 12"/>
                  <a:gd name="T1" fmla="*/ 0 h 68"/>
                  <a:gd name="T2" fmla="*/ 12 w 12"/>
                  <a:gd name="T3" fmla="*/ 68 h 68"/>
                  <a:gd name="T4" fmla="*/ 0 w 12"/>
                  <a:gd name="T5" fmla="*/ 68 h 68"/>
                  <a:gd name="T6" fmla="*/ 5 w 12"/>
                  <a:gd name="T7" fmla="*/ 0 h 68"/>
                  <a:gd name="T8" fmla="*/ 12 w 12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8">
                    <a:moveTo>
                      <a:pt x="12" y="0"/>
                    </a:moveTo>
                    <a:lnTo>
                      <a:pt x="12" y="68"/>
                    </a:lnTo>
                    <a:lnTo>
                      <a:pt x="0" y="68"/>
                    </a:lnTo>
                    <a:lnTo>
                      <a:pt x="5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4" name="Freeform 176"/>
              <p:cNvSpPr>
                <a:spLocks/>
              </p:cNvSpPr>
              <p:nvPr/>
            </p:nvSpPr>
            <p:spPr bwMode="auto">
              <a:xfrm>
                <a:off x="1554163" y="2496697"/>
                <a:ext cx="112713" cy="477838"/>
              </a:xfrm>
              <a:custGeom>
                <a:avLst/>
                <a:gdLst>
                  <a:gd name="T0" fmla="*/ 19 w 71"/>
                  <a:gd name="T1" fmla="*/ 220 h 301"/>
                  <a:gd name="T2" fmla="*/ 7 w 71"/>
                  <a:gd name="T3" fmla="*/ 220 h 301"/>
                  <a:gd name="T4" fmla="*/ 29 w 71"/>
                  <a:gd name="T5" fmla="*/ 147 h 301"/>
                  <a:gd name="T6" fmla="*/ 19 w 71"/>
                  <a:gd name="T7" fmla="*/ 147 h 301"/>
                  <a:gd name="T8" fmla="*/ 71 w 71"/>
                  <a:gd name="T9" fmla="*/ 0 h 301"/>
                  <a:gd name="T10" fmla="*/ 71 w 71"/>
                  <a:gd name="T11" fmla="*/ 147 h 301"/>
                  <a:gd name="T12" fmla="*/ 71 w 71"/>
                  <a:gd name="T13" fmla="*/ 220 h 301"/>
                  <a:gd name="T14" fmla="*/ 71 w 71"/>
                  <a:gd name="T15" fmla="*/ 301 h 301"/>
                  <a:gd name="T16" fmla="*/ 0 w 71"/>
                  <a:gd name="T17" fmla="*/ 301 h 301"/>
                  <a:gd name="T18" fmla="*/ 19 w 71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1">
                    <a:moveTo>
                      <a:pt x="19" y="220"/>
                    </a:moveTo>
                    <a:lnTo>
                      <a:pt x="7" y="220"/>
                    </a:lnTo>
                    <a:lnTo>
                      <a:pt x="29" y="147"/>
                    </a:lnTo>
                    <a:lnTo>
                      <a:pt x="19" y="147"/>
                    </a:lnTo>
                    <a:lnTo>
                      <a:pt x="71" y="0"/>
                    </a:lnTo>
                    <a:lnTo>
                      <a:pt x="71" y="147"/>
                    </a:lnTo>
                    <a:lnTo>
                      <a:pt x="71" y="220"/>
                    </a:lnTo>
                    <a:lnTo>
                      <a:pt x="71" y="301"/>
                    </a:lnTo>
                    <a:lnTo>
                      <a:pt x="0" y="301"/>
                    </a:lnTo>
                    <a:lnTo>
                      <a:pt x="19" y="22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5" name="Freeform 177"/>
              <p:cNvSpPr>
                <a:spLocks/>
              </p:cNvSpPr>
              <p:nvPr/>
            </p:nvSpPr>
            <p:spPr bwMode="auto">
              <a:xfrm>
                <a:off x="1666875" y="2496697"/>
                <a:ext cx="112713" cy="477838"/>
              </a:xfrm>
              <a:custGeom>
                <a:avLst/>
                <a:gdLst>
                  <a:gd name="T0" fmla="*/ 52 w 71"/>
                  <a:gd name="T1" fmla="*/ 220 h 301"/>
                  <a:gd name="T2" fmla="*/ 64 w 71"/>
                  <a:gd name="T3" fmla="*/ 220 h 301"/>
                  <a:gd name="T4" fmla="*/ 43 w 71"/>
                  <a:gd name="T5" fmla="*/ 147 h 301"/>
                  <a:gd name="T6" fmla="*/ 52 w 71"/>
                  <a:gd name="T7" fmla="*/ 147 h 301"/>
                  <a:gd name="T8" fmla="*/ 0 w 71"/>
                  <a:gd name="T9" fmla="*/ 0 h 301"/>
                  <a:gd name="T10" fmla="*/ 0 w 71"/>
                  <a:gd name="T11" fmla="*/ 147 h 301"/>
                  <a:gd name="T12" fmla="*/ 0 w 71"/>
                  <a:gd name="T13" fmla="*/ 220 h 301"/>
                  <a:gd name="T14" fmla="*/ 0 w 71"/>
                  <a:gd name="T15" fmla="*/ 301 h 301"/>
                  <a:gd name="T16" fmla="*/ 71 w 71"/>
                  <a:gd name="T17" fmla="*/ 301 h 301"/>
                  <a:gd name="T18" fmla="*/ 52 w 71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1">
                    <a:moveTo>
                      <a:pt x="52" y="220"/>
                    </a:moveTo>
                    <a:lnTo>
                      <a:pt x="64" y="220"/>
                    </a:lnTo>
                    <a:lnTo>
                      <a:pt x="43" y="147"/>
                    </a:lnTo>
                    <a:lnTo>
                      <a:pt x="52" y="147"/>
                    </a:lnTo>
                    <a:lnTo>
                      <a:pt x="0" y="0"/>
                    </a:lnTo>
                    <a:lnTo>
                      <a:pt x="0" y="147"/>
                    </a:lnTo>
                    <a:lnTo>
                      <a:pt x="0" y="220"/>
                    </a:lnTo>
                    <a:lnTo>
                      <a:pt x="0" y="301"/>
                    </a:lnTo>
                    <a:lnTo>
                      <a:pt x="71" y="301"/>
                    </a:lnTo>
                    <a:lnTo>
                      <a:pt x="52" y="22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6" name="Freeform 178"/>
              <p:cNvSpPr>
                <a:spLocks/>
              </p:cNvSpPr>
              <p:nvPr/>
            </p:nvSpPr>
            <p:spPr bwMode="auto">
              <a:xfrm>
                <a:off x="2470150" y="2925322"/>
                <a:ext cx="33338" cy="93663"/>
              </a:xfrm>
              <a:custGeom>
                <a:avLst/>
                <a:gdLst>
                  <a:gd name="T0" fmla="*/ 17 w 21"/>
                  <a:gd name="T1" fmla="*/ 0 h 59"/>
                  <a:gd name="T2" fmla="*/ 21 w 21"/>
                  <a:gd name="T3" fmla="*/ 59 h 59"/>
                  <a:gd name="T4" fmla="*/ 0 w 21"/>
                  <a:gd name="T5" fmla="*/ 59 h 59"/>
                  <a:gd name="T6" fmla="*/ 5 w 21"/>
                  <a:gd name="T7" fmla="*/ 0 h 59"/>
                  <a:gd name="T8" fmla="*/ 17 w 21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9">
                    <a:moveTo>
                      <a:pt x="17" y="0"/>
                    </a:moveTo>
                    <a:lnTo>
                      <a:pt x="21" y="59"/>
                    </a:lnTo>
                    <a:lnTo>
                      <a:pt x="0" y="59"/>
                    </a:lnTo>
                    <a:lnTo>
                      <a:pt x="5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7" name="Freeform 179"/>
              <p:cNvSpPr>
                <a:spLocks/>
              </p:cNvSpPr>
              <p:nvPr/>
            </p:nvSpPr>
            <p:spPr bwMode="auto">
              <a:xfrm>
                <a:off x="2470150" y="2925322"/>
                <a:ext cx="15875" cy="93663"/>
              </a:xfrm>
              <a:custGeom>
                <a:avLst/>
                <a:gdLst>
                  <a:gd name="T0" fmla="*/ 10 w 10"/>
                  <a:gd name="T1" fmla="*/ 0 h 59"/>
                  <a:gd name="T2" fmla="*/ 10 w 10"/>
                  <a:gd name="T3" fmla="*/ 59 h 59"/>
                  <a:gd name="T4" fmla="*/ 0 w 10"/>
                  <a:gd name="T5" fmla="*/ 59 h 59"/>
                  <a:gd name="T6" fmla="*/ 5 w 10"/>
                  <a:gd name="T7" fmla="*/ 0 h 59"/>
                  <a:gd name="T8" fmla="*/ 10 w 10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9">
                    <a:moveTo>
                      <a:pt x="10" y="0"/>
                    </a:moveTo>
                    <a:lnTo>
                      <a:pt x="10" y="59"/>
                    </a:lnTo>
                    <a:lnTo>
                      <a:pt x="0" y="59"/>
                    </a:lnTo>
                    <a:lnTo>
                      <a:pt x="5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8" name="Freeform 180"/>
              <p:cNvSpPr>
                <a:spLocks/>
              </p:cNvSpPr>
              <p:nvPr/>
            </p:nvSpPr>
            <p:spPr bwMode="auto">
              <a:xfrm>
                <a:off x="2390775" y="2549084"/>
                <a:ext cx="95250" cy="406400"/>
              </a:xfrm>
              <a:custGeom>
                <a:avLst/>
                <a:gdLst>
                  <a:gd name="T0" fmla="*/ 17 w 60"/>
                  <a:gd name="T1" fmla="*/ 187 h 256"/>
                  <a:gd name="T2" fmla="*/ 5 w 60"/>
                  <a:gd name="T3" fmla="*/ 187 h 256"/>
                  <a:gd name="T4" fmla="*/ 24 w 60"/>
                  <a:gd name="T5" fmla="*/ 126 h 256"/>
                  <a:gd name="T6" fmla="*/ 17 w 60"/>
                  <a:gd name="T7" fmla="*/ 126 h 256"/>
                  <a:gd name="T8" fmla="*/ 60 w 60"/>
                  <a:gd name="T9" fmla="*/ 0 h 256"/>
                  <a:gd name="T10" fmla="*/ 60 w 60"/>
                  <a:gd name="T11" fmla="*/ 126 h 256"/>
                  <a:gd name="T12" fmla="*/ 60 w 60"/>
                  <a:gd name="T13" fmla="*/ 187 h 256"/>
                  <a:gd name="T14" fmla="*/ 60 w 60"/>
                  <a:gd name="T15" fmla="*/ 256 h 256"/>
                  <a:gd name="T16" fmla="*/ 0 w 60"/>
                  <a:gd name="T17" fmla="*/ 256 h 256"/>
                  <a:gd name="T18" fmla="*/ 17 w 60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256">
                    <a:moveTo>
                      <a:pt x="17" y="187"/>
                    </a:moveTo>
                    <a:lnTo>
                      <a:pt x="5" y="187"/>
                    </a:lnTo>
                    <a:lnTo>
                      <a:pt x="24" y="126"/>
                    </a:lnTo>
                    <a:lnTo>
                      <a:pt x="17" y="126"/>
                    </a:lnTo>
                    <a:lnTo>
                      <a:pt x="60" y="0"/>
                    </a:lnTo>
                    <a:lnTo>
                      <a:pt x="60" y="126"/>
                    </a:lnTo>
                    <a:lnTo>
                      <a:pt x="60" y="187"/>
                    </a:lnTo>
                    <a:lnTo>
                      <a:pt x="60" y="256"/>
                    </a:lnTo>
                    <a:lnTo>
                      <a:pt x="0" y="256"/>
                    </a:lnTo>
                    <a:lnTo>
                      <a:pt x="17" y="187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9" name="Freeform 181"/>
              <p:cNvSpPr>
                <a:spLocks/>
              </p:cNvSpPr>
              <p:nvPr/>
            </p:nvSpPr>
            <p:spPr bwMode="auto">
              <a:xfrm>
                <a:off x="2486025" y="2549084"/>
                <a:ext cx="96838" cy="406400"/>
              </a:xfrm>
              <a:custGeom>
                <a:avLst/>
                <a:gdLst>
                  <a:gd name="T0" fmla="*/ 44 w 61"/>
                  <a:gd name="T1" fmla="*/ 187 h 256"/>
                  <a:gd name="T2" fmla="*/ 56 w 61"/>
                  <a:gd name="T3" fmla="*/ 187 h 256"/>
                  <a:gd name="T4" fmla="*/ 37 w 61"/>
                  <a:gd name="T5" fmla="*/ 126 h 256"/>
                  <a:gd name="T6" fmla="*/ 44 w 61"/>
                  <a:gd name="T7" fmla="*/ 126 h 256"/>
                  <a:gd name="T8" fmla="*/ 0 w 61"/>
                  <a:gd name="T9" fmla="*/ 0 h 256"/>
                  <a:gd name="T10" fmla="*/ 0 w 61"/>
                  <a:gd name="T11" fmla="*/ 126 h 256"/>
                  <a:gd name="T12" fmla="*/ 0 w 61"/>
                  <a:gd name="T13" fmla="*/ 187 h 256"/>
                  <a:gd name="T14" fmla="*/ 0 w 61"/>
                  <a:gd name="T15" fmla="*/ 256 h 256"/>
                  <a:gd name="T16" fmla="*/ 61 w 61"/>
                  <a:gd name="T17" fmla="*/ 256 h 256"/>
                  <a:gd name="T18" fmla="*/ 44 w 61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256">
                    <a:moveTo>
                      <a:pt x="44" y="187"/>
                    </a:moveTo>
                    <a:lnTo>
                      <a:pt x="56" y="187"/>
                    </a:lnTo>
                    <a:lnTo>
                      <a:pt x="37" y="126"/>
                    </a:lnTo>
                    <a:lnTo>
                      <a:pt x="44" y="126"/>
                    </a:lnTo>
                    <a:lnTo>
                      <a:pt x="0" y="0"/>
                    </a:lnTo>
                    <a:lnTo>
                      <a:pt x="0" y="126"/>
                    </a:lnTo>
                    <a:lnTo>
                      <a:pt x="0" y="187"/>
                    </a:lnTo>
                    <a:lnTo>
                      <a:pt x="0" y="256"/>
                    </a:lnTo>
                    <a:lnTo>
                      <a:pt x="61" y="256"/>
                    </a:lnTo>
                    <a:lnTo>
                      <a:pt x="44" y="187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0" name="Freeform 182"/>
              <p:cNvSpPr>
                <a:spLocks/>
              </p:cNvSpPr>
              <p:nvPr/>
            </p:nvSpPr>
            <p:spPr bwMode="auto">
              <a:xfrm>
                <a:off x="1287463" y="2933259"/>
                <a:ext cx="1587500" cy="360363"/>
              </a:xfrm>
              <a:custGeom>
                <a:avLst/>
                <a:gdLst>
                  <a:gd name="T0" fmla="*/ 0 w 423"/>
                  <a:gd name="T1" fmla="*/ 96 h 96"/>
                  <a:gd name="T2" fmla="*/ 211 w 423"/>
                  <a:gd name="T3" fmla="*/ 0 h 96"/>
                  <a:gd name="T4" fmla="*/ 423 w 423"/>
                  <a:gd name="T5" fmla="*/ 96 h 96"/>
                  <a:gd name="T6" fmla="*/ 0 w 423"/>
                  <a:gd name="T7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3" h="96">
                    <a:moveTo>
                      <a:pt x="0" y="96"/>
                    </a:moveTo>
                    <a:cubicBezTo>
                      <a:pt x="42" y="37"/>
                      <a:pt x="123" y="0"/>
                      <a:pt x="211" y="0"/>
                    </a:cubicBezTo>
                    <a:cubicBezTo>
                      <a:pt x="299" y="0"/>
                      <a:pt x="380" y="37"/>
                      <a:pt x="423" y="96"/>
                    </a:cubicBezTo>
                    <a:lnTo>
                      <a:pt x="0" y="96"/>
                    </a:lnTo>
                    <a:close/>
                  </a:path>
                </a:pathLst>
              </a:custGeom>
              <a:gradFill>
                <a:gsLst>
                  <a:gs pos="0">
                    <a:srgbClr val="E2C18E"/>
                  </a:gs>
                  <a:gs pos="68000">
                    <a:srgbClr val="34949A"/>
                  </a:gs>
                </a:gsLst>
                <a:lin ang="13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1" name="Freeform 183"/>
              <p:cNvSpPr>
                <a:spLocks/>
              </p:cNvSpPr>
              <p:nvPr/>
            </p:nvSpPr>
            <p:spPr bwMode="auto">
              <a:xfrm>
                <a:off x="5011738" y="2793559"/>
                <a:ext cx="127000" cy="425450"/>
              </a:xfrm>
              <a:custGeom>
                <a:avLst/>
                <a:gdLst>
                  <a:gd name="T0" fmla="*/ 0 w 34"/>
                  <a:gd name="T1" fmla="*/ 0 h 113"/>
                  <a:gd name="T2" fmla="*/ 17 w 34"/>
                  <a:gd name="T3" fmla="*/ 17 h 113"/>
                  <a:gd name="T4" fmla="*/ 20 w 34"/>
                  <a:gd name="T5" fmla="*/ 33 h 113"/>
                  <a:gd name="T6" fmla="*/ 34 w 34"/>
                  <a:gd name="T7" fmla="*/ 76 h 113"/>
                  <a:gd name="T8" fmla="*/ 2 w 34"/>
                  <a:gd name="T9" fmla="*/ 113 h 113"/>
                  <a:gd name="T10" fmla="*/ 0 w 34"/>
                  <a:gd name="T11" fmla="*/ 113 h 113"/>
                  <a:gd name="T12" fmla="*/ 0 w 34"/>
                  <a:gd name="T1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13">
                    <a:moveTo>
                      <a:pt x="0" y="0"/>
                    </a:moveTo>
                    <a:cubicBezTo>
                      <a:pt x="6" y="0"/>
                      <a:pt x="12" y="7"/>
                      <a:pt x="17" y="17"/>
                    </a:cubicBezTo>
                    <a:cubicBezTo>
                      <a:pt x="22" y="29"/>
                      <a:pt x="20" y="33"/>
                      <a:pt x="20" y="33"/>
                    </a:cubicBezTo>
                    <a:cubicBezTo>
                      <a:pt x="27" y="33"/>
                      <a:pt x="34" y="57"/>
                      <a:pt x="34" y="76"/>
                    </a:cubicBezTo>
                    <a:cubicBezTo>
                      <a:pt x="34" y="93"/>
                      <a:pt x="23" y="112"/>
                      <a:pt x="2" y="113"/>
                    </a:cubicBezTo>
                    <a:cubicBezTo>
                      <a:pt x="1" y="113"/>
                      <a:pt x="0" y="113"/>
                      <a:pt x="0" y="11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2" name="Freeform 184"/>
              <p:cNvSpPr>
                <a:spLocks/>
              </p:cNvSpPr>
              <p:nvPr/>
            </p:nvSpPr>
            <p:spPr bwMode="auto">
              <a:xfrm>
                <a:off x="4883150" y="2793559"/>
                <a:ext cx="128588" cy="425450"/>
              </a:xfrm>
              <a:custGeom>
                <a:avLst/>
                <a:gdLst>
                  <a:gd name="T0" fmla="*/ 34 w 34"/>
                  <a:gd name="T1" fmla="*/ 0 h 113"/>
                  <a:gd name="T2" fmla="*/ 17 w 34"/>
                  <a:gd name="T3" fmla="*/ 17 h 113"/>
                  <a:gd name="T4" fmla="*/ 14 w 34"/>
                  <a:gd name="T5" fmla="*/ 33 h 113"/>
                  <a:gd name="T6" fmla="*/ 0 w 34"/>
                  <a:gd name="T7" fmla="*/ 76 h 113"/>
                  <a:gd name="T8" fmla="*/ 32 w 34"/>
                  <a:gd name="T9" fmla="*/ 113 h 113"/>
                  <a:gd name="T10" fmla="*/ 34 w 34"/>
                  <a:gd name="T11" fmla="*/ 113 h 113"/>
                  <a:gd name="T12" fmla="*/ 34 w 34"/>
                  <a:gd name="T1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13">
                    <a:moveTo>
                      <a:pt x="34" y="0"/>
                    </a:moveTo>
                    <a:cubicBezTo>
                      <a:pt x="28" y="0"/>
                      <a:pt x="22" y="7"/>
                      <a:pt x="17" y="17"/>
                    </a:cubicBezTo>
                    <a:cubicBezTo>
                      <a:pt x="12" y="29"/>
                      <a:pt x="14" y="33"/>
                      <a:pt x="14" y="33"/>
                    </a:cubicBezTo>
                    <a:cubicBezTo>
                      <a:pt x="7" y="33"/>
                      <a:pt x="0" y="57"/>
                      <a:pt x="0" y="76"/>
                    </a:cubicBezTo>
                    <a:cubicBezTo>
                      <a:pt x="0" y="93"/>
                      <a:pt x="11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3" name="Freeform 185"/>
              <p:cNvSpPr>
                <a:spLocks/>
              </p:cNvSpPr>
              <p:nvPr/>
            </p:nvSpPr>
            <p:spPr bwMode="auto">
              <a:xfrm>
                <a:off x="4992688" y="3098359"/>
                <a:ext cx="33338" cy="195263"/>
              </a:xfrm>
              <a:custGeom>
                <a:avLst/>
                <a:gdLst>
                  <a:gd name="T0" fmla="*/ 16 w 21"/>
                  <a:gd name="T1" fmla="*/ 0 h 123"/>
                  <a:gd name="T2" fmla="*/ 21 w 21"/>
                  <a:gd name="T3" fmla="*/ 123 h 123"/>
                  <a:gd name="T4" fmla="*/ 0 w 21"/>
                  <a:gd name="T5" fmla="*/ 123 h 123"/>
                  <a:gd name="T6" fmla="*/ 5 w 21"/>
                  <a:gd name="T7" fmla="*/ 0 h 123"/>
                  <a:gd name="T8" fmla="*/ 16 w 21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23">
                    <a:moveTo>
                      <a:pt x="16" y="0"/>
                    </a:moveTo>
                    <a:lnTo>
                      <a:pt x="21" y="123"/>
                    </a:lnTo>
                    <a:lnTo>
                      <a:pt x="0" y="123"/>
                    </a:lnTo>
                    <a:lnTo>
                      <a:pt x="5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4" name="Freeform 186"/>
              <p:cNvSpPr>
                <a:spLocks/>
              </p:cNvSpPr>
              <p:nvPr/>
            </p:nvSpPr>
            <p:spPr bwMode="auto">
              <a:xfrm>
                <a:off x="4992688" y="3098359"/>
                <a:ext cx="19050" cy="195263"/>
              </a:xfrm>
              <a:custGeom>
                <a:avLst/>
                <a:gdLst>
                  <a:gd name="T0" fmla="*/ 12 w 12"/>
                  <a:gd name="T1" fmla="*/ 0 h 123"/>
                  <a:gd name="T2" fmla="*/ 12 w 12"/>
                  <a:gd name="T3" fmla="*/ 123 h 123"/>
                  <a:gd name="T4" fmla="*/ 0 w 12"/>
                  <a:gd name="T5" fmla="*/ 123 h 123"/>
                  <a:gd name="T6" fmla="*/ 5 w 12"/>
                  <a:gd name="T7" fmla="*/ 0 h 123"/>
                  <a:gd name="T8" fmla="*/ 12 w 12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3">
                    <a:moveTo>
                      <a:pt x="12" y="0"/>
                    </a:moveTo>
                    <a:lnTo>
                      <a:pt x="12" y="123"/>
                    </a:lnTo>
                    <a:lnTo>
                      <a:pt x="0" y="123"/>
                    </a:lnTo>
                    <a:lnTo>
                      <a:pt x="5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5" name="Freeform 187"/>
              <p:cNvSpPr>
                <a:spLocks/>
              </p:cNvSpPr>
              <p:nvPr/>
            </p:nvSpPr>
            <p:spPr bwMode="auto">
              <a:xfrm>
                <a:off x="2846388" y="2793559"/>
                <a:ext cx="127000" cy="425450"/>
              </a:xfrm>
              <a:custGeom>
                <a:avLst/>
                <a:gdLst>
                  <a:gd name="T0" fmla="*/ 0 w 34"/>
                  <a:gd name="T1" fmla="*/ 0 h 113"/>
                  <a:gd name="T2" fmla="*/ 17 w 34"/>
                  <a:gd name="T3" fmla="*/ 17 h 113"/>
                  <a:gd name="T4" fmla="*/ 20 w 34"/>
                  <a:gd name="T5" fmla="*/ 33 h 113"/>
                  <a:gd name="T6" fmla="*/ 34 w 34"/>
                  <a:gd name="T7" fmla="*/ 76 h 113"/>
                  <a:gd name="T8" fmla="*/ 2 w 34"/>
                  <a:gd name="T9" fmla="*/ 113 h 113"/>
                  <a:gd name="T10" fmla="*/ 0 w 34"/>
                  <a:gd name="T11" fmla="*/ 113 h 113"/>
                  <a:gd name="T12" fmla="*/ 0 w 34"/>
                  <a:gd name="T1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13">
                    <a:moveTo>
                      <a:pt x="0" y="0"/>
                    </a:moveTo>
                    <a:cubicBezTo>
                      <a:pt x="6" y="0"/>
                      <a:pt x="12" y="7"/>
                      <a:pt x="17" y="17"/>
                    </a:cubicBezTo>
                    <a:cubicBezTo>
                      <a:pt x="22" y="29"/>
                      <a:pt x="20" y="33"/>
                      <a:pt x="20" y="33"/>
                    </a:cubicBezTo>
                    <a:cubicBezTo>
                      <a:pt x="27" y="33"/>
                      <a:pt x="34" y="57"/>
                      <a:pt x="34" y="76"/>
                    </a:cubicBezTo>
                    <a:cubicBezTo>
                      <a:pt x="34" y="93"/>
                      <a:pt x="23" y="112"/>
                      <a:pt x="2" y="113"/>
                    </a:cubicBezTo>
                    <a:cubicBezTo>
                      <a:pt x="1" y="113"/>
                      <a:pt x="1" y="113"/>
                      <a:pt x="0" y="11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6" name="Freeform 188"/>
              <p:cNvSpPr>
                <a:spLocks/>
              </p:cNvSpPr>
              <p:nvPr/>
            </p:nvSpPr>
            <p:spPr bwMode="auto">
              <a:xfrm>
                <a:off x="2717800" y="2793559"/>
                <a:ext cx="128588" cy="425450"/>
              </a:xfrm>
              <a:custGeom>
                <a:avLst/>
                <a:gdLst>
                  <a:gd name="T0" fmla="*/ 34 w 34"/>
                  <a:gd name="T1" fmla="*/ 0 h 113"/>
                  <a:gd name="T2" fmla="*/ 17 w 34"/>
                  <a:gd name="T3" fmla="*/ 17 h 113"/>
                  <a:gd name="T4" fmla="*/ 14 w 34"/>
                  <a:gd name="T5" fmla="*/ 33 h 113"/>
                  <a:gd name="T6" fmla="*/ 0 w 34"/>
                  <a:gd name="T7" fmla="*/ 76 h 113"/>
                  <a:gd name="T8" fmla="*/ 32 w 34"/>
                  <a:gd name="T9" fmla="*/ 113 h 113"/>
                  <a:gd name="T10" fmla="*/ 34 w 34"/>
                  <a:gd name="T11" fmla="*/ 113 h 113"/>
                  <a:gd name="T12" fmla="*/ 34 w 34"/>
                  <a:gd name="T1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13">
                    <a:moveTo>
                      <a:pt x="34" y="0"/>
                    </a:moveTo>
                    <a:cubicBezTo>
                      <a:pt x="28" y="0"/>
                      <a:pt x="22" y="7"/>
                      <a:pt x="17" y="17"/>
                    </a:cubicBezTo>
                    <a:cubicBezTo>
                      <a:pt x="12" y="29"/>
                      <a:pt x="14" y="33"/>
                      <a:pt x="14" y="33"/>
                    </a:cubicBezTo>
                    <a:cubicBezTo>
                      <a:pt x="7" y="33"/>
                      <a:pt x="0" y="57"/>
                      <a:pt x="0" y="76"/>
                    </a:cubicBezTo>
                    <a:cubicBezTo>
                      <a:pt x="0" y="93"/>
                      <a:pt x="11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7" name="Freeform 189"/>
              <p:cNvSpPr>
                <a:spLocks/>
              </p:cNvSpPr>
              <p:nvPr/>
            </p:nvSpPr>
            <p:spPr bwMode="auto">
              <a:xfrm>
                <a:off x="2827338" y="3098359"/>
                <a:ext cx="33338" cy="195263"/>
              </a:xfrm>
              <a:custGeom>
                <a:avLst/>
                <a:gdLst>
                  <a:gd name="T0" fmla="*/ 19 w 21"/>
                  <a:gd name="T1" fmla="*/ 0 h 123"/>
                  <a:gd name="T2" fmla="*/ 21 w 21"/>
                  <a:gd name="T3" fmla="*/ 123 h 123"/>
                  <a:gd name="T4" fmla="*/ 0 w 21"/>
                  <a:gd name="T5" fmla="*/ 123 h 123"/>
                  <a:gd name="T6" fmla="*/ 4 w 21"/>
                  <a:gd name="T7" fmla="*/ 0 h 123"/>
                  <a:gd name="T8" fmla="*/ 19 w 21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23">
                    <a:moveTo>
                      <a:pt x="19" y="0"/>
                    </a:moveTo>
                    <a:lnTo>
                      <a:pt x="21" y="123"/>
                    </a:lnTo>
                    <a:lnTo>
                      <a:pt x="0" y="123"/>
                    </a:lnTo>
                    <a:lnTo>
                      <a:pt x="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8" name="Freeform 190"/>
              <p:cNvSpPr>
                <a:spLocks/>
              </p:cNvSpPr>
              <p:nvPr/>
            </p:nvSpPr>
            <p:spPr bwMode="auto">
              <a:xfrm>
                <a:off x="2827338" y="3098359"/>
                <a:ext cx="19050" cy="195263"/>
              </a:xfrm>
              <a:custGeom>
                <a:avLst/>
                <a:gdLst>
                  <a:gd name="T0" fmla="*/ 12 w 12"/>
                  <a:gd name="T1" fmla="*/ 0 h 123"/>
                  <a:gd name="T2" fmla="*/ 12 w 12"/>
                  <a:gd name="T3" fmla="*/ 123 h 123"/>
                  <a:gd name="T4" fmla="*/ 0 w 12"/>
                  <a:gd name="T5" fmla="*/ 123 h 123"/>
                  <a:gd name="T6" fmla="*/ 4 w 12"/>
                  <a:gd name="T7" fmla="*/ 0 h 123"/>
                  <a:gd name="T8" fmla="*/ 12 w 12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3">
                    <a:moveTo>
                      <a:pt x="12" y="0"/>
                    </a:moveTo>
                    <a:lnTo>
                      <a:pt x="12" y="123"/>
                    </a:lnTo>
                    <a:lnTo>
                      <a:pt x="0" y="123"/>
                    </a:lnTo>
                    <a:lnTo>
                      <a:pt x="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9" name="Freeform 191"/>
              <p:cNvSpPr>
                <a:spLocks/>
              </p:cNvSpPr>
              <p:nvPr/>
            </p:nvSpPr>
            <p:spPr bwMode="auto">
              <a:xfrm>
                <a:off x="1393825" y="3012634"/>
                <a:ext cx="561975" cy="280988"/>
              </a:xfrm>
              <a:custGeom>
                <a:avLst/>
                <a:gdLst>
                  <a:gd name="T0" fmla="*/ 75 w 150"/>
                  <a:gd name="T1" fmla="*/ 0 h 75"/>
                  <a:gd name="T2" fmla="*/ 0 w 150"/>
                  <a:gd name="T3" fmla="*/ 75 h 75"/>
                  <a:gd name="T4" fmla="*/ 150 w 150"/>
                  <a:gd name="T5" fmla="*/ 75 h 75"/>
                  <a:gd name="T6" fmla="*/ 75 w 150"/>
                  <a:gd name="T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0" h="75">
                    <a:moveTo>
                      <a:pt x="75" y="0"/>
                    </a:moveTo>
                    <a:cubicBezTo>
                      <a:pt x="33" y="0"/>
                      <a:pt x="0" y="33"/>
                      <a:pt x="0" y="75"/>
                    </a:cubicBezTo>
                    <a:cubicBezTo>
                      <a:pt x="150" y="75"/>
                      <a:pt x="150" y="75"/>
                      <a:pt x="150" y="75"/>
                    </a:cubicBezTo>
                    <a:cubicBezTo>
                      <a:pt x="150" y="33"/>
                      <a:pt x="117" y="0"/>
                      <a:pt x="75" y="0"/>
                    </a:cubicBezTo>
                    <a:close/>
                  </a:path>
                </a:pathLst>
              </a:cu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0" name="Freeform 192"/>
              <p:cNvSpPr>
                <a:spLocks/>
              </p:cNvSpPr>
              <p:nvPr/>
            </p:nvSpPr>
            <p:spPr bwMode="auto">
              <a:xfrm>
                <a:off x="1817688" y="3128522"/>
                <a:ext cx="330200" cy="165100"/>
              </a:xfrm>
              <a:custGeom>
                <a:avLst/>
                <a:gdLst>
                  <a:gd name="T0" fmla="*/ 44 w 88"/>
                  <a:gd name="T1" fmla="*/ 0 h 44"/>
                  <a:gd name="T2" fmla="*/ 0 w 88"/>
                  <a:gd name="T3" fmla="*/ 44 h 44"/>
                  <a:gd name="T4" fmla="*/ 88 w 88"/>
                  <a:gd name="T5" fmla="*/ 44 h 44"/>
                  <a:gd name="T6" fmla="*/ 44 w 88"/>
                  <a:gd name="T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44">
                    <a:moveTo>
                      <a:pt x="44" y="0"/>
                    </a:moveTo>
                    <a:cubicBezTo>
                      <a:pt x="20" y="0"/>
                      <a:pt x="0" y="20"/>
                      <a:pt x="0" y="4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88" y="20"/>
                      <a:pt x="68" y="0"/>
                      <a:pt x="44" y="0"/>
                    </a:cubicBezTo>
                    <a:close/>
                  </a:path>
                </a:pathLst>
              </a:custGeom>
              <a:solidFill>
                <a:srgbClr val="FA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1" name="Freeform 193"/>
              <p:cNvSpPr>
                <a:spLocks/>
              </p:cNvSpPr>
              <p:nvPr/>
            </p:nvSpPr>
            <p:spPr bwMode="auto">
              <a:xfrm>
                <a:off x="8910638" y="3166622"/>
                <a:ext cx="417513" cy="123825"/>
              </a:xfrm>
              <a:custGeom>
                <a:avLst/>
                <a:gdLst>
                  <a:gd name="T0" fmla="*/ 55 w 111"/>
                  <a:gd name="T1" fmla="*/ 0 h 33"/>
                  <a:gd name="T2" fmla="*/ 0 w 111"/>
                  <a:gd name="T3" fmla="*/ 33 h 33"/>
                  <a:gd name="T4" fmla="*/ 111 w 111"/>
                  <a:gd name="T5" fmla="*/ 33 h 33"/>
                  <a:gd name="T6" fmla="*/ 55 w 111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" h="33">
                    <a:moveTo>
                      <a:pt x="55" y="0"/>
                    </a:moveTo>
                    <a:cubicBezTo>
                      <a:pt x="25" y="0"/>
                      <a:pt x="0" y="15"/>
                      <a:pt x="0" y="33"/>
                    </a:cubicBezTo>
                    <a:cubicBezTo>
                      <a:pt x="111" y="33"/>
                      <a:pt x="111" y="33"/>
                      <a:pt x="111" y="33"/>
                    </a:cubicBezTo>
                    <a:cubicBezTo>
                      <a:pt x="111" y="15"/>
                      <a:pt x="86" y="0"/>
                      <a:pt x="55" y="0"/>
                    </a:cubicBezTo>
                    <a:close/>
                  </a:path>
                </a:pathLst>
              </a:custGeom>
              <a:solidFill>
                <a:srgbClr val="F7C78E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2" name="Freeform 194"/>
              <p:cNvSpPr>
                <a:spLocks/>
              </p:cNvSpPr>
              <p:nvPr/>
            </p:nvSpPr>
            <p:spPr bwMode="auto">
              <a:xfrm>
                <a:off x="6888163" y="3166622"/>
                <a:ext cx="330200" cy="123825"/>
              </a:xfrm>
              <a:custGeom>
                <a:avLst/>
                <a:gdLst>
                  <a:gd name="T0" fmla="*/ 44 w 88"/>
                  <a:gd name="T1" fmla="*/ 0 h 33"/>
                  <a:gd name="T2" fmla="*/ 0 w 88"/>
                  <a:gd name="T3" fmla="*/ 33 h 33"/>
                  <a:gd name="T4" fmla="*/ 88 w 88"/>
                  <a:gd name="T5" fmla="*/ 33 h 33"/>
                  <a:gd name="T6" fmla="*/ 44 w 88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33">
                    <a:moveTo>
                      <a:pt x="44" y="0"/>
                    </a:moveTo>
                    <a:cubicBezTo>
                      <a:pt x="20" y="0"/>
                      <a:pt x="0" y="15"/>
                      <a:pt x="0" y="33"/>
                    </a:cubicBezTo>
                    <a:cubicBezTo>
                      <a:pt x="88" y="33"/>
                      <a:pt x="88" y="33"/>
                      <a:pt x="88" y="33"/>
                    </a:cubicBezTo>
                    <a:cubicBezTo>
                      <a:pt x="88" y="15"/>
                      <a:pt x="68" y="0"/>
                      <a:pt x="44" y="0"/>
                    </a:cubicBezTo>
                    <a:close/>
                  </a:path>
                </a:pathLst>
              </a:custGeom>
              <a:solidFill>
                <a:srgbClr val="F6C78E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3" name="Freeform 195"/>
              <p:cNvSpPr>
                <a:spLocks/>
              </p:cNvSpPr>
              <p:nvPr/>
            </p:nvSpPr>
            <p:spPr bwMode="auto">
              <a:xfrm>
                <a:off x="8362950" y="3203134"/>
                <a:ext cx="292100" cy="87313"/>
              </a:xfrm>
              <a:custGeom>
                <a:avLst/>
                <a:gdLst>
                  <a:gd name="T0" fmla="*/ 39 w 78"/>
                  <a:gd name="T1" fmla="*/ 0 h 23"/>
                  <a:gd name="T2" fmla="*/ 0 w 78"/>
                  <a:gd name="T3" fmla="*/ 23 h 23"/>
                  <a:gd name="T4" fmla="*/ 78 w 78"/>
                  <a:gd name="T5" fmla="*/ 23 h 23"/>
                  <a:gd name="T6" fmla="*/ 39 w 78"/>
                  <a:gd name="T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23">
                    <a:moveTo>
                      <a:pt x="39" y="0"/>
                    </a:moveTo>
                    <a:cubicBezTo>
                      <a:pt x="18" y="0"/>
                      <a:pt x="0" y="10"/>
                      <a:pt x="0" y="23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78" y="10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rgbClr val="F9F5D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4" name="Freeform 196"/>
              <p:cNvSpPr>
                <a:spLocks/>
              </p:cNvSpPr>
              <p:nvPr/>
            </p:nvSpPr>
            <p:spPr bwMode="auto">
              <a:xfrm>
                <a:off x="9969500" y="2647509"/>
                <a:ext cx="107950" cy="365125"/>
              </a:xfrm>
              <a:custGeom>
                <a:avLst/>
                <a:gdLst>
                  <a:gd name="T0" fmla="*/ 29 w 29"/>
                  <a:gd name="T1" fmla="*/ 0 h 97"/>
                  <a:gd name="T2" fmla="*/ 15 w 29"/>
                  <a:gd name="T3" fmla="*/ 15 h 97"/>
                  <a:gd name="T4" fmla="*/ 12 w 29"/>
                  <a:gd name="T5" fmla="*/ 29 h 97"/>
                  <a:gd name="T6" fmla="*/ 0 w 29"/>
                  <a:gd name="T7" fmla="*/ 65 h 97"/>
                  <a:gd name="T8" fmla="*/ 28 w 29"/>
                  <a:gd name="T9" fmla="*/ 97 h 97"/>
                  <a:gd name="T10" fmla="*/ 29 w 29"/>
                  <a:gd name="T11" fmla="*/ 97 h 97"/>
                  <a:gd name="T12" fmla="*/ 29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29" y="0"/>
                    </a:moveTo>
                    <a:cubicBezTo>
                      <a:pt x="24" y="0"/>
                      <a:pt x="19" y="6"/>
                      <a:pt x="15" y="15"/>
                    </a:cubicBezTo>
                    <a:cubicBezTo>
                      <a:pt x="11" y="25"/>
                      <a:pt x="12" y="29"/>
                      <a:pt x="12" y="29"/>
                    </a:cubicBezTo>
                    <a:cubicBezTo>
                      <a:pt x="6" y="29"/>
                      <a:pt x="0" y="49"/>
                      <a:pt x="0" y="65"/>
                    </a:cubicBezTo>
                    <a:cubicBezTo>
                      <a:pt x="0" y="80"/>
                      <a:pt x="9" y="96"/>
                      <a:pt x="28" y="97"/>
                    </a:cubicBezTo>
                    <a:cubicBezTo>
                      <a:pt x="28" y="97"/>
                      <a:pt x="29" y="97"/>
                      <a:pt x="29" y="97"/>
                    </a:cubicBez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5" name="Freeform 197"/>
              <p:cNvSpPr>
                <a:spLocks/>
              </p:cNvSpPr>
              <p:nvPr/>
            </p:nvSpPr>
            <p:spPr bwMode="auto">
              <a:xfrm>
                <a:off x="10077450" y="2647509"/>
                <a:ext cx="109538" cy="365125"/>
              </a:xfrm>
              <a:custGeom>
                <a:avLst/>
                <a:gdLst>
                  <a:gd name="T0" fmla="*/ 0 w 29"/>
                  <a:gd name="T1" fmla="*/ 0 h 97"/>
                  <a:gd name="T2" fmla="*/ 15 w 29"/>
                  <a:gd name="T3" fmla="*/ 15 h 97"/>
                  <a:gd name="T4" fmla="*/ 18 w 29"/>
                  <a:gd name="T5" fmla="*/ 29 h 97"/>
                  <a:gd name="T6" fmla="*/ 29 w 29"/>
                  <a:gd name="T7" fmla="*/ 65 h 97"/>
                  <a:gd name="T8" fmla="*/ 2 w 29"/>
                  <a:gd name="T9" fmla="*/ 97 h 97"/>
                  <a:gd name="T10" fmla="*/ 0 w 29"/>
                  <a:gd name="T11" fmla="*/ 97 h 97"/>
                  <a:gd name="T12" fmla="*/ 0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0" y="0"/>
                    </a:moveTo>
                    <a:cubicBezTo>
                      <a:pt x="6" y="0"/>
                      <a:pt x="11" y="6"/>
                      <a:pt x="15" y="15"/>
                    </a:cubicBezTo>
                    <a:cubicBezTo>
                      <a:pt x="19" y="25"/>
                      <a:pt x="18" y="29"/>
                      <a:pt x="18" y="29"/>
                    </a:cubicBezTo>
                    <a:cubicBezTo>
                      <a:pt x="23" y="29"/>
                      <a:pt x="29" y="49"/>
                      <a:pt x="29" y="65"/>
                    </a:cubicBezTo>
                    <a:cubicBezTo>
                      <a:pt x="29" y="80"/>
                      <a:pt x="20" y="96"/>
                      <a:pt x="2" y="97"/>
                    </a:cubicBezTo>
                    <a:cubicBezTo>
                      <a:pt x="1" y="97"/>
                      <a:pt x="1" y="97"/>
                      <a:pt x="0" y="9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6" name="Freeform 198"/>
              <p:cNvSpPr>
                <a:spLocks/>
              </p:cNvSpPr>
              <p:nvPr/>
            </p:nvSpPr>
            <p:spPr bwMode="auto">
              <a:xfrm>
                <a:off x="10063163" y="2911034"/>
                <a:ext cx="30163" cy="165100"/>
              </a:xfrm>
              <a:custGeom>
                <a:avLst/>
                <a:gdLst>
                  <a:gd name="T0" fmla="*/ 5 w 19"/>
                  <a:gd name="T1" fmla="*/ 0 h 104"/>
                  <a:gd name="T2" fmla="*/ 0 w 19"/>
                  <a:gd name="T3" fmla="*/ 104 h 104"/>
                  <a:gd name="T4" fmla="*/ 19 w 19"/>
                  <a:gd name="T5" fmla="*/ 104 h 104"/>
                  <a:gd name="T6" fmla="*/ 14 w 19"/>
                  <a:gd name="T7" fmla="*/ 0 h 104"/>
                  <a:gd name="T8" fmla="*/ 5 w 19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04">
                    <a:moveTo>
                      <a:pt x="5" y="0"/>
                    </a:moveTo>
                    <a:lnTo>
                      <a:pt x="0" y="104"/>
                    </a:lnTo>
                    <a:lnTo>
                      <a:pt x="19" y="104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7" name="Freeform 199"/>
              <p:cNvSpPr>
                <a:spLocks/>
              </p:cNvSpPr>
              <p:nvPr/>
            </p:nvSpPr>
            <p:spPr bwMode="auto">
              <a:xfrm>
                <a:off x="10077450" y="2911034"/>
                <a:ext cx="15875" cy="165100"/>
              </a:xfrm>
              <a:custGeom>
                <a:avLst/>
                <a:gdLst>
                  <a:gd name="T0" fmla="*/ 0 w 10"/>
                  <a:gd name="T1" fmla="*/ 0 h 104"/>
                  <a:gd name="T2" fmla="*/ 0 w 10"/>
                  <a:gd name="T3" fmla="*/ 104 h 104"/>
                  <a:gd name="T4" fmla="*/ 10 w 10"/>
                  <a:gd name="T5" fmla="*/ 104 h 104"/>
                  <a:gd name="T6" fmla="*/ 5 w 10"/>
                  <a:gd name="T7" fmla="*/ 0 h 104"/>
                  <a:gd name="T8" fmla="*/ 0 w 10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4">
                    <a:moveTo>
                      <a:pt x="0" y="0"/>
                    </a:moveTo>
                    <a:lnTo>
                      <a:pt x="0" y="104"/>
                    </a:lnTo>
                    <a:lnTo>
                      <a:pt x="10" y="104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8" name="Freeform 200"/>
              <p:cNvSpPr>
                <a:spLocks/>
              </p:cNvSpPr>
              <p:nvPr/>
            </p:nvSpPr>
            <p:spPr bwMode="auto">
              <a:xfrm>
                <a:off x="9785350" y="2730059"/>
                <a:ext cx="85725" cy="293688"/>
              </a:xfrm>
              <a:custGeom>
                <a:avLst/>
                <a:gdLst>
                  <a:gd name="T0" fmla="*/ 23 w 23"/>
                  <a:gd name="T1" fmla="*/ 0 h 78"/>
                  <a:gd name="T2" fmla="*/ 11 w 23"/>
                  <a:gd name="T3" fmla="*/ 12 h 78"/>
                  <a:gd name="T4" fmla="*/ 9 w 23"/>
                  <a:gd name="T5" fmla="*/ 23 h 78"/>
                  <a:gd name="T6" fmla="*/ 0 w 23"/>
                  <a:gd name="T7" fmla="*/ 53 h 78"/>
                  <a:gd name="T8" fmla="*/ 22 w 23"/>
                  <a:gd name="T9" fmla="*/ 78 h 78"/>
                  <a:gd name="T10" fmla="*/ 23 w 23"/>
                  <a:gd name="T11" fmla="*/ 78 h 78"/>
                  <a:gd name="T12" fmla="*/ 23 w 23"/>
                  <a:gd name="T1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78">
                    <a:moveTo>
                      <a:pt x="23" y="0"/>
                    </a:moveTo>
                    <a:cubicBezTo>
                      <a:pt x="19" y="0"/>
                      <a:pt x="15" y="5"/>
                      <a:pt x="11" y="12"/>
                    </a:cubicBezTo>
                    <a:cubicBezTo>
                      <a:pt x="8" y="20"/>
                      <a:pt x="9" y="23"/>
                      <a:pt x="9" y="23"/>
                    </a:cubicBezTo>
                    <a:cubicBezTo>
                      <a:pt x="5" y="23"/>
                      <a:pt x="0" y="40"/>
                      <a:pt x="0" y="53"/>
                    </a:cubicBezTo>
                    <a:cubicBezTo>
                      <a:pt x="0" y="65"/>
                      <a:pt x="7" y="78"/>
                      <a:pt x="22" y="78"/>
                    </a:cubicBezTo>
                    <a:cubicBezTo>
                      <a:pt x="22" y="78"/>
                      <a:pt x="23" y="78"/>
                      <a:pt x="23" y="78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9" name="Freeform 201"/>
              <p:cNvSpPr>
                <a:spLocks/>
              </p:cNvSpPr>
              <p:nvPr/>
            </p:nvSpPr>
            <p:spPr bwMode="auto">
              <a:xfrm>
                <a:off x="9871075" y="2730059"/>
                <a:ext cx="87313" cy="293688"/>
              </a:xfrm>
              <a:custGeom>
                <a:avLst/>
                <a:gdLst>
                  <a:gd name="T0" fmla="*/ 0 w 23"/>
                  <a:gd name="T1" fmla="*/ 0 h 78"/>
                  <a:gd name="T2" fmla="*/ 12 w 23"/>
                  <a:gd name="T3" fmla="*/ 12 h 78"/>
                  <a:gd name="T4" fmla="*/ 14 w 23"/>
                  <a:gd name="T5" fmla="*/ 23 h 78"/>
                  <a:gd name="T6" fmla="*/ 23 w 23"/>
                  <a:gd name="T7" fmla="*/ 53 h 78"/>
                  <a:gd name="T8" fmla="*/ 1 w 23"/>
                  <a:gd name="T9" fmla="*/ 78 h 78"/>
                  <a:gd name="T10" fmla="*/ 0 w 23"/>
                  <a:gd name="T11" fmla="*/ 78 h 78"/>
                  <a:gd name="T12" fmla="*/ 0 w 23"/>
                  <a:gd name="T1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78">
                    <a:moveTo>
                      <a:pt x="0" y="0"/>
                    </a:moveTo>
                    <a:cubicBezTo>
                      <a:pt x="4" y="0"/>
                      <a:pt x="8" y="5"/>
                      <a:pt x="12" y="12"/>
                    </a:cubicBezTo>
                    <a:cubicBezTo>
                      <a:pt x="15" y="20"/>
                      <a:pt x="14" y="23"/>
                      <a:pt x="14" y="23"/>
                    </a:cubicBezTo>
                    <a:cubicBezTo>
                      <a:pt x="18" y="23"/>
                      <a:pt x="23" y="40"/>
                      <a:pt x="23" y="53"/>
                    </a:cubicBezTo>
                    <a:cubicBezTo>
                      <a:pt x="23" y="65"/>
                      <a:pt x="16" y="78"/>
                      <a:pt x="1" y="78"/>
                    </a:cubicBezTo>
                    <a:cubicBezTo>
                      <a:pt x="1" y="78"/>
                      <a:pt x="0" y="78"/>
                      <a:pt x="0" y="7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0" name="Freeform 202"/>
              <p:cNvSpPr>
                <a:spLocks/>
              </p:cNvSpPr>
              <p:nvPr/>
            </p:nvSpPr>
            <p:spPr bwMode="auto">
              <a:xfrm>
                <a:off x="9859963" y="2941197"/>
                <a:ext cx="23813" cy="134938"/>
              </a:xfrm>
              <a:custGeom>
                <a:avLst/>
                <a:gdLst>
                  <a:gd name="T0" fmla="*/ 3 w 15"/>
                  <a:gd name="T1" fmla="*/ 0 h 85"/>
                  <a:gd name="T2" fmla="*/ 0 w 15"/>
                  <a:gd name="T3" fmla="*/ 85 h 85"/>
                  <a:gd name="T4" fmla="*/ 15 w 15"/>
                  <a:gd name="T5" fmla="*/ 85 h 85"/>
                  <a:gd name="T6" fmla="*/ 12 w 15"/>
                  <a:gd name="T7" fmla="*/ 0 h 85"/>
                  <a:gd name="T8" fmla="*/ 3 w 15"/>
                  <a:gd name="T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5">
                    <a:moveTo>
                      <a:pt x="3" y="0"/>
                    </a:moveTo>
                    <a:lnTo>
                      <a:pt x="0" y="85"/>
                    </a:lnTo>
                    <a:lnTo>
                      <a:pt x="15" y="85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1" name="Freeform 203"/>
              <p:cNvSpPr>
                <a:spLocks/>
              </p:cNvSpPr>
              <p:nvPr/>
            </p:nvSpPr>
            <p:spPr bwMode="auto">
              <a:xfrm>
                <a:off x="9871075" y="2941197"/>
                <a:ext cx="12700" cy="134938"/>
              </a:xfrm>
              <a:custGeom>
                <a:avLst/>
                <a:gdLst>
                  <a:gd name="T0" fmla="*/ 0 w 8"/>
                  <a:gd name="T1" fmla="*/ 0 h 85"/>
                  <a:gd name="T2" fmla="*/ 0 w 8"/>
                  <a:gd name="T3" fmla="*/ 85 h 85"/>
                  <a:gd name="T4" fmla="*/ 8 w 8"/>
                  <a:gd name="T5" fmla="*/ 85 h 85"/>
                  <a:gd name="T6" fmla="*/ 5 w 8"/>
                  <a:gd name="T7" fmla="*/ 0 h 85"/>
                  <a:gd name="T8" fmla="*/ 0 w 8"/>
                  <a:gd name="T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5">
                    <a:moveTo>
                      <a:pt x="0" y="0"/>
                    </a:moveTo>
                    <a:lnTo>
                      <a:pt x="0" y="85"/>
                    </a:lnTo>
                    <a:lnTo>
                      <a:pt x="8" y="85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4276" name="组合 4275"/>
              <p:cNvGrpSpPr/>
              <p:nvPr/>
            </p:nvGrpSpPr>
            <p:grpSpPr>
              <a:xfrm>
                <a:off x="-447676" y="3290776"/>
                <a:ext cx="13354050" cy="311151"/>
                <a:chOff x="-447676" y="3701710"/>
                <a:chExt cx="13354050" cy="311151"/>
              </a:xfrm>
            </p:grpSpPr>
            <p:sp>
              <p:nvSpPr>
                <p:cNvPr id="4275" name="Freeform 207"/>
                <p:cNvSpPr>
                  <a:spLocks/>
                </p:cNvSpPr>
                <p:nvPr/>
              </p:nvSpPr>
              <p:spPr bwMode="auto">
                <a:xfrm>
                  <a:off x="-447676" y="3701710"/>
                  <a:ext cx="13354050" cy="311150"/>
                </a:xfrm>
                <a:custGeom>
                  <a:avLst/>
                  <a:gdLst>
                    <a:gd name="T0" fmla="*/ 3558 w 3558"/>
                    <a:gd name="T1" fmla="*/ 40 h 80"/>
                    <a:gd name="T2" fmla="*/ 3511 w 3558"/>
                    <a:gd name="T3" fmla="*/ 80 h 80"/>
                    <a:gd name="T4" fmla="*/ 47 w 3558"/>
                    <a:gd name="T5" fmla="*/ 80 h 80"/>
                    <a:gd name="T6" fmla="*/ 0 w 3558"/>
                    <a:gd name="T7" fmla="*/ 40 h 80"/>
                    <a:gd name="T8" fmla="*/ 0 w 3558"/>
                    <a:gd name="T9" fmla="*/ 40 h 80"/>
                    <a:gd name="T10" fmla="*/ 47 w 3558"/>
                    <a:gd name="T11" fmla="*/ 0 h 80"/>
                    <a:gd name="T12" fmla="*/ 3511 w 3558"/>
                    <a:gd name="T13" fmla="*/ 0 h 80"/>
                    <a:gd name="T14" fmla="*/ 3558 w 3558"/>
                    <a:gd name="T15" fmla="*/ 4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58" h="80">
                      <a:moveTo>
                        <a:pt x="3558" y="40"/>
                      </a:moveTo>
                      <a:cubicBezTo>
                        <a:pt x="3558" y="62"/>
                        <a:pt x="3537" y="80"/>
                        <a:pt x="3511" y="80"/>
                      </a:cubicBezTo>
                      <a:cubicBezTo>
                        <a:pt x="47" y="80"/>
                        <a:pt x="47" y="80"/>
                        <a:pt x="47" y="80"/>
                      </a:cubicBezTo>
                      <a:cubicBezTo>
                        <a:pt x="21" y="80"/>
                        <a:pt x="0" y="62"/>
                        <a:pt x="0" y="40"/>
                      </a:cubicBezTo>
                      <a:cubicBezTo>
                        <a:pt x="0" y="40"/>
                        <a:pt x="0" y="40"/>
                        <a:pt x="0" y="40"/>
                      </a:cubicBezTo>
                      <a:cubicBezTo>
                        <a:pt x="0" y="18"/>
                        <a:pt x="21" y="0"/>
                        <a:pt x="47" y="0"/>
                      </a:cubicBezTo>
                      <a:cubicBezTo>
                        <a:pt x="3511" y="0"/>
                        <a:pt x="3511" y="0"/>
                        <a:pt x="3511" y="0"/>
                      </a:cubicBezTo>
                      <a:cubicBezTo>
                        <a:pt x="3537" y="0"/>
                        <a:pt x="3558" y="18"/>
                        <a:pt x="3558" y="4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5C78E"/>
                    </a:gs>
                    <a:gs pos="46000">
                      <a:srgbClr val="489998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" name="任意多边形 214"/>
                <p:cNvSpPr>
                  <a:spLocks/>
                </p:cNvSpPr>
                <p:nvPr/>
              </p:nvSpPr>
              <p:spPr bwMode="auto">
                <a:xfrm>
                  <a:off x="-438921" y="3895498"/>
                  <a:ext cx="13336540" cy="117363"/>
                </a:xfrm>
                <a:custGeom>
                  <a:avLst/>
                  <a:gdLst>
                    <a:gd name="connsiteX0" fmla="*/ 0 w 13336540"/>
                    <a:gd name="connsiteY0" fmla="*/ 0 h 117363"/>
                    <a:gd name="connsiteX1" fmla="*/ 13336540 w 13336540"/>
                    <a:gd name="connsiteY1" fmla="*/ 0 h 117363"/>
                    <a:gd name="connsiteX2" fmla="*/ 13331455 w 13336540"/>
                    <a:gd name="connsiteY2" fmla="*/ 22195 h 117363"/>
                    <a:gd name="connsiteX3" fmla="*/ 13168892 w 13336540"/>
                    <a:gd name="connsiteY3" fmla="*/ 117363 h 117363"/>
                    <a:gd name="connsiteX4" fmla="*/ 167648 w 13336540"/>
                    <a:gd name="connsiteY4" fmla="*/ 117363 h 117363"/>
                    <a:gd name="connsiteX5" fmla="*/ 5085 w 13336540"/>
                    <a:gd name="connsiteY5" fmla="*/ 22195 h 117363"/>
                    <a:gd name="connsiteX6" fmla="*/ 0 w 13336540"/>
                    <a:gd name="connsiteY6" fmla="*/ 0 h 117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336540" h="117363">
                      <a:moveTo>
                        <a:pt x="0" y="0"/>
                      </a:moveTo>
                      <a:lnTo>
                        <a:pt x="13336540" y="0"/>
                      </a:lnTo>
                      <a:lnTo>
                        <a:pt x="13331455" y="22195"/>
                      </a:lnTo>
                      <a:cubicBezTo>
                        <a:pt x="13304713" y="77983"/>
                        <a:pt x="13242081" y="117363"/>
                        <a:pt x="13168892" y="117363"/>
                      </a:cubicBezTo>
                      <a:cubicBezTo>
                        <a:pt x="167648" y="117363"/>
                        <a:pt x="167648" y="117363"/>
                        <a:pt x="167648" y="117363"/>
                      </a:cubicBezTo>
                      <a:cubicBezTo>
                        <a:pt x="94459" y="117363"/>
                        <a:pt x="31827" y="77983"/>
                        <a:pt x="5085" y="2219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929A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4279" name="文本框 4278"/>
          <p:cNvSpPr txBox="1"/>
          <p:nvPr/>
        </p:nvSpPr>
        <p:spPr>
          <a:xfrm>
            <a:off x="9278938" y="634797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zh-CN" altLang="en-US" dirty="0"/>
          </a:p>
        </p:txBody>
      </p:sp>
      <p:sp>
        <p:nvSpPr>
          <p:cNvPr id="244" name="文本框 243"/>
          <p:cNvSpPr txBox="1"/>
          <p:nvPr/>
        </p:nvSpPr>
        <p:spPr>
          <a:xfrm>
            <a:off x="4721039" y="157668"/>
            <a:ext cx="290891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80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指标</a:t>
            </a:r>
            <a:endParaRPr kumimoji="0" lang="zh-CN" altLang="en-US" sz="8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光综艺_CNKI" panose="02000500000000000000" pitchFamily="2" charset="-122"/>
              <a:ea typeface="华光综艺_CNKI" panose="02000500000000000000" pitchFamily="2" charset="-122"/>
              <a:cs typeface="+mn-cs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802082" y="2345063"/>
            <a:ext cx="4391905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生态环境的衡量指标，碳排放过多将使生态值下降</a:t>
            </a:r>
            <a:endParaRPr lang="en-US" altLang="zh-CN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endParaRPr lang="zh-CN" altLang="en-US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初始值：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60</a:t>
            </a:r>
          </a:p>
          <a:p>
            <a:endParaRPr lang="en-US" altLang="zh-CN" sz="2000" b="1" dirty="0" smtClean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endParaRPr lang="en-US" altLang="zh-CN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当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  】≤20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时，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   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将减少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10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点。这可是个危险的信号，千万别让生态值滑坡！</a:t>
            </a:r>
          </a:p>
        </p:txBody>
      </p:sp>
      <p:sp>
        <p:nvSpPr>
          <p:cNvPr id="6" name="矩形 5"/>
          <p:cNvSpPr/>
          <p:nvPr/>
        </p:nvSpPr>
        <p:spPr>
          <a:xfrm>
            <a:off x="7207253" y="2344200"/>
            <a:ext cx="4581393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企业可以通过生产活动来提升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经济值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，以维持盈利状态</a:t>
            </a:r>
            <a:endParaRPr lang="en-US" altLang="zh-CN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endParaRPr lang="zh-CN" altLang="en-US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初始值：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60</a:t>
            </a:r>
          </a:p>
          <a:p>
            <a:endParaRPr lang="en-US" altLang="zh-CN" sz="2000" b="1" dirty="0" smtClean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endParaRPr lang="en-US" altLang="zh-CN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当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   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000" b="1" dirty="0" smtClean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≤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2</a:t>
            </a:r>
            <a:r>
              <a:rPr lang="en-US" altLang="zh-CN" sz="2000" b="1" dirty="0" smtClean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0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时，企业濒临破产，可得到一次政府补贴，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   】 +10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（但机会只有一次哦！）</a:t>
            </a:r>
          </a:p>
        </p:txBody>
      </p:sp>
      <p:pic>
        <p:nvPicPr>
          <p:cNvPr id="4098" name="Picture 2" descr="卡通树叶icon_图标_矢量素材免费下载- 爱给网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5888" y="1181159"/>
            <a:ext cx="1234119" cy="1234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5" name="文本框 244"/>
          <p:cNvSpPr txBox="1"/>
          <p:nvPr/>
        </p:nvSpPr>
        <p:spPr>
          <a:xfrm>
            <a:off x="1658823" y="1432501"/>
            <a:ext cx="187189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生态</a:t>
            </a:r>
          </a:p>
        </p:txBody>
      </p:sp>
      <p:sp>
        <p:nvSpPr>
          <p:cNvPr id="246" name="文本框 245"/>
          <p:cNvSpPr txBox="1"/>
          <p:nvPr/>
        </p:nvSpPr>
        <p:spPr>
          <a:xfrm>
            <a:off x="8267539" y="1413498"/>
            <a:ext cx="290891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经济</a:t>
            </a:r>
          </a:p>
        </p:txBody>
      </p:sp>
      <p:pic>
        <p:nvPicPr>
          <p:cNvPr id="4100" name="Picture 4" descr="金币icon元素_免抠素材_PNG图片下载-摄图网"/>
          <p:cNvPicPr>
            <a:picLocks noChangeAspect="1" noChangeArrowheads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069" y="917889"/>
            <a:ext cx="1427174" cy="14271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2" descr="卡通树叶icon_图标_矢量素材免费下载- 爱给网">
            <a:extLst>
              <a:ext uri="{FF2B5EF4-FFF2-40B4-BE49-F238E27FC236}">
                <a16:creationId xmlns:a16="http://schemas.microsoft.com/office/drawing/2014/main" id="{7C1F6ECC-19E8-6DD5-3765-2DD9201758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0631" y="4191731"/>
            <a:ext cx="419844" cy="4198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4" descr="金币icon元素_免抠素材_PNG图片下载-摄图网">
            <a:extLst>
              <a:ext uri="{FF2B5EF4-FFF2-40B4-BE49-F238E27FC236}">
                <a16:creationId xmlns:a16="http://schemas.microsoft.com/office/drawing/2014/main" id="{F6CA1C40-22FC-B4C7-286A-0EAB03A181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39171" y="4132248"/>
            <a:ext cx="480052" cy="4800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4" descr="金币icon元素_免抠素材_PNG图片下载-摄图网">
            <a:extLst>
              <a:ext uri="{FF2B5EF4-FFF2-40B4-BE49-F238E27FC236}">
                <a16:creationId xmlns:a16="http://schemas.microsoft.com/office/drawing/2014/main" id="{3554E4CF-9850-B5E7-0C3A-A2B233115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8882" y="4139313"/>
            <a:ext cx="480052" cy="4800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6" name="Picture 4" descr="金币icon元素_免抠素材_PNG图片下载-摄图网">
            <a:extLst>
              <a:ext uri="{FF2B5EF4-FFF2-40B4-BE49-F238E27FC236}">
                <a16:creationId xmlns:a16="http://schemas.microsoft.com/office/drawing/2014/main" id="{08C111F2-F8C1-1D77-E0CB-26757F813E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88512" y="4464574"/>
            <a:ext cx="480052" cy="4800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74422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4000"/>
    </mc:Choice>
    <mc:Fallback xmlns="">
      <p:transition advClick="0" advTm="4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50" grpId="0" animBg="1"/>
      <p:bldP spid="52" grpId="0" animBg="1"/>
      <p:bldP spid="59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152A62"/>
            </a:gs>
            <a:gs pos="37000">
              <a:srgbClr val="2F275A"/>
            </a:gs>
            <a:gs pos="70000">
              <a:srgbClr val="452554"/>
            </a:gs>
            <a:gs pos="100000">
              <a:srgbClr val="522450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Freeform 41"/>
          <p:cNvSpPr>
            <a:spLocks/>
          </p:cNvSpPr>
          <p:nvPr/>
        </p:nvSpPr>
        <p:spPr bwMode="auto">
          <a:xfrm>
            <a:off x="8807882" y="121554"/>
            <a:ext cx="98524" cy="88026"/>
          </a:xfrm>
          <a:custGeom>
            <a:avLst/>
            <a:gdLst>
              <a:gd name="T0" fmla="*/ 49 w 52"/>
              <a:gd name="T1" fmla="*/ 17 h 46"/>
              <a:gd name="T2" fmla="*/ 34 w 52"/>
              <a:gd name="T3" fmla="*/ 15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5 h 46"/>
              <a:gd name="T12" fmla="*/ 3 w 52"/>
              <a:gd name="T13" fmla="*/ 17 h 46"/>
              <a:gd name="T14" fmla="*/ 3 w 52"/>
              <a:gd name="T15" fmla="*/ 20 h 46"/>
              <a:gd name="T16" fmla="*/ 13 w 52"/>
              <a:gd name="T17" fmla="*/ 30 h 46"/>
              <a:gd name="T18" fmla="*/ 10 w 52"/>
              <a:gd name="T19" fmla="*/ 44 h 46"/>
              <a:gd name="T20" fmla="*/ 13 w 52"/>
              <a:gd name="T21" fmla="*/ 46 h 46"/>
              <a:gd name="T22" fmla="*/ 25 w 52"/>
              <a:gd name="T23" fmla="*/ 39 h 46"/>
              <a:gd name="T24" fmla="*/ 26 w 52"/>
              <a:gd name="T25" fmla="*/ 38 h 46"/>
              <a:gd name="T26" fmla="*/ 27 w 52"/>
              <a:gd name="T27" fmla="*/ 39 h 46"/>
              <a:gd name="T28" fmla="*/ 40 w 52"/>
              <a:gd name="T29" fmla="*/ 46 h 46"/>
              <a:gd name="T30" fmla="*/ 42 w 52"/>
              <a:gd name="T31" fmla="*/ 44 h 46"/>
              <a:gd name="T32" fmla="*/ 39 w 52"/>
              <a:gd name="T33" fmla="*/ 30 h 46"/>
              <a:gd name="T34" fmla="*/ 49 w 52"/>
              <a:gd name="T35" fmla="*/ 20 h 46"/>
              <a:gd name="T36" fmla="*/ 49 w 52"/>
              <a:gd name="T37" fmla="*/ 1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7"/>
                </a:moveTo>
                <a:cubicBezTo>
                  <a:pt x="45" y="16"/>
                  <a:pt x="34" y="15"/>
                  <a:pt x="34" y="15"/>
                </a:cubicBezTo>
                <a:cubicBezTo>
                  <a:pt x="34" y="15"/>
                  <a:pt x="28" y="4"/>
                  <a:pt x="27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5"/>
                </a:cubicBezTo>
                <a:cubicBezTo>
                  <a:pt x="18" y="15"/>
                  <a:pt x="7" y="16"/>
                  <a:pt x="3" y="17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30"/>
                  <a:pt x="13" y="30"/>
                </a:cubicBezTo>
                <a:cubicBezTo>
                  <a:pt x="13" y="30"/>
                  <a:pt x="11" y="42"/>
                  <a:pt x="10" y="44"/>
                </a:cubicBezTo>
                <a:cubicBezTo>
                  <a:pt x="10" y="46"/>
                  <a:pt x="11" y="46"/>
                  <a:pt x="13" y="46"/>
                </a:cubicBezTo>
                <a:cubicBezTo>
                  <a:pt x="14" y="45"/>
                  <a:pt x="25" y="39"/>
                  <a:pt x="25" y="39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38" y="45"/>
                  <a:pt x="40" y="46"/>
                </a:cubicBezTo>
                <a:cubicBezTo>
                  <a:pt x="41" y="46"/>
                  <a:pt x="42" y="46"/>
                  <a:pt x="42" y="44"/>
                </a:cubicBezTo>
                <a:cubicBezTo>
                  <a:pt x="41" y="42"/>
                  <a:pt x="39" y="30"/>
                  <a:pt x="39" y="30"/>
                </a:cubicBezTo>
                <a:cubicBezTo>
                  <a:pt x="39" y="30"/>
                  <a:pt x="48" y="21"/>
                  <a:pt x="49" y="20"/>
                </a:cubicBezTo>
                <a:cubicBezTo>
                  <a:pt x="51" y="19"/>
                  <a:pt x="52" y="17"/>
                  <a:pt x="49" y="17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9" name="Freeform 42"/>
          <p:cNvSpPr>
            <a:spLocks/>
          </p:cNvSpPr>
          <p:nvPr/>
        </p:nvSpPr>
        <p:spPr bwMode="auto">
          <a:xfrm>
            <a:off x="5102656" y="1155017"/>
            <a:ext cx="100947" cy="88026"/>
          </a:xfrm>
          <a:custGeom>
            <a:avLst/>
            <a:gdLst>
              <a:gd name="T0" fmla="*/ 26 w 53"/>
              <a:gd name="T1" fmla="*/ 0 h 46"/>
              <a:gd name="T2" fmla="*/ 26 w 53"/>
              <a:gd name="T3" fmla="*/ 0 h 46"/>
              <a:gd name="T4" fmla="*/ 25 w 53"/>
              <a:gd name="T5" fmla="*/ 2 h 46"/>
              <a:gd name="T6" fmla="*/ 18 w 53"/>
              <a:gd name="T7" fmla="*/ 14 h 46"/>
              <a:gd name="T8" fmla="*/ 3 w 53"/>
              <a:gd name="T9" fmla="*/ 16 h 46"/>
              <a:gd name="T10" fmla="*/ 3 w 53"/>
              <a:gd name="T11" fmla="*/ 20 h 46"/>
              <a:gd name="T12" fmla="*/ 13 w 53"/>
              <a:gd name="T13" fmla="*/ 29 h 46"/>
              <a:gd name="T14" fmla="*/ 11 w 53"/>
              <a:gd name="T15" fmla="*/ 44 h 46"/>
              <a:gd name="T16" fmla="*/ 12 w 53"/>
              <a:gd name="T17" fmla="*/ 46 h 46"/>
              <a:gd name="T18" fmla="*/ 13 w 53"/>
              <a:gd name="T19" fmla="*/ 46 h 46"/>
              <a:gd name="T20" fmla="*/ 25 w 53"/>
              <a:gd name="T21" fmla="*/ 38 h 46"/>
              <a:gd name="T22" fmla="*/ 26 w 53"/>
              <a:gd name="T23" fmla="*/ 38 h 46"/>
              <a:gd name="T24" fmla="*/ 27 w 53"/>
              <a:gd name="T25" fmla="*/ 38 h 46"/>
              <a:gd name="T26" fmla="*/ 40 w 53"/>
              <a:gd name="T27" fmla="*/ 46 h 46"/>
              <a:gd name="T28" fmla="*/ 41 w 53"/>
              <a:gd name="T29" fmla="*/ 46 h 46"/>
              <a:gd name="T30" fmla="*/ 42 w 53"/>
              <a:gd name="T31" fmla="*/ 44 h 46"/>
              <a:gd name="T32" fmla="*/ 39 w 53"/>
              <a:gd name="T33" fmla="*/ 29 h 46"/>
              <a:gd name="T34" fmla="*/ 49 w 53"/>
              <a:gd name="T35" fmla="*/ 20 h 46"/>
              <a:gd name="T36" fmla="*/ 49 w 53"/>
              <a:gd name="T37" fmla="*/ 16 h 46"/>
              <a:gd name="T38" fmla="*/ 34 w 53"/>
              <a:gd name="T39" fmla="*/ 14 h 46"/>
              <a:gd name="T40" fmla="*/ 28 w 53"/>
              <a:gd name="T41" fmla="*/ 2 h 46"/>
              <a:gd name="T42" fmla="*/ 26 w 53"/>
              <a:gd name="T43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6"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1" y="44"/>
                </a:cubicBezTo>
                <a:cubicBezTo>
                  <a:pt x="10" y="45"/>
                  <a:pt x="11" y="46"/>
                  <a:pt x="12" y="46"/>
                </a:cubicBezTo>
                <a:cubicBezTo>
                  <a:pt x="12" y="46"/>
                  <a:pt x="12" y="46"/>
                  <a:pt x="13" y="46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40" y="46"/>
                </a:cubicBezTo>
                <a:cubicBezTo>
                  <a:pt x="40" y="46"/>
                  <a:pt x="41" y="46"/>
                  <a:pt x="41" y="46"/>
                </a:cubicBezTo>
                <a:cubicBezTo>
                  <a:pt x="42" y="46"/>
                  <a:pt x="42" y="45"/>
                  <a:pt x="42" y="44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20"/>
                </a:cubicBezTo>
                <a:cubicBezTo>
                  <a:pt x="51" y="19"/>
                  <a:pt x="53" y="17"/>
                  <a:pt x="49" y="16"/>
                </a:cubicBez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8" y="2"/>
                </a:cubicBezTo>
                <a:cubicBezTo>
                  <a:pt x="27" y="1"/>
                  <a:pt x="27" y="0"/>
                  <a:pt x="26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0" name="Freeform 43"/>
          <p:cNvSpPr>
            <a:spLocks/>
          </p:cNvSpPr>
          <p:nvPr/>
        </p:nvSpPr>
        <p:spPr bwMode="auto">
          <a:xfrm>
            <a:off x="9955644" y="457352"/>
            <a:ext cx="100947" cy="85603"/>
          </a:xfrm>
          <a:custGeom>
            <a:avLst/>
            <a:gdLst>
              <a:gd name="T0" fmla="*/ 26 w 53"/>
              <a:gd name="T1" fmla="*/ 0 h 45"/>
              <a:gd name="T2" fmla="*/ 26 w 53"/>
              <a:gd name="T3" fmla="*/ 0 h 45"/>
              <a:gd name="T4" fmla="*/ 25 w 53"/>
              <a:gd name="T5" fmla="*/ 1 h 45"/>
              <a:gd name="T6" fmla="*/ 18 w 53"/>
              <a:gd name="T7" fmla="*/ 14 h 45"/>
              <a:gd name="T8" fmla="*/ 4 w 53"/>
              <a:gd name="T9" fmla="*/ 16 h 45"/>
              <a:gd name="T10" fmla="*/ 3 w 53"/>
              <a:gd name="T11" fmla="*/ 19 h 45"/>
              <a:gd name="T12" fmla="*/ 13 w 53"/>
              <a:gd name="T13" fmla="*/ 29 h 45"/>
              <a:gd name="T14" fmla="*/ 11 w 53"/>
              <a:gd name="T15" fmla="*/ 43 h 45"/>
              <a:gd name="T16" fmla="*/ 12 w 53"/>
              <a:gd name="T17" fmla="*/ 45 h 45"/>
              <a:gd name="T18" fmla="*/ 13 w 53"/>
              <a:gd name="T19" fmla="*/ 45 h 45"/>
              <a:gd name="T20" fmla="*/ 26 w 53"/>
              <a:gd name="T21" fmla="*/ 38 h 45"/>
              <a:gd name="T22" fmla="*/ 27 w 53"/>
              <a:gd name="T23" fmla="*/ 37 h 45"/>
              <a:gd name="T24" fmla="*/ 27 w 53"/>
              <a:gd name="T25" fmla="*/ 38 h 45"/>
              <a:gd name="T26" fmla="*/ 40 w 53"/>
              <a:gd name="T27" fmla="*/ 45 h 45"/>
              <a:gd name="T28" fmla="*/ 41 w 53"/>
              <a:gd name="T29" fmla="*/ 45 h 45"/>
              <a:gd name="T30" fmla="*/ 42 w 53"/>
              <a:gd name="T31" fmla="*/ 43 h 45"/>
              <a:gd name="T32" fmla="*/ 40 w 53"/>
              <a:gd name="T33" fmla="*/ 29 h 45"/>
              <a:gd name="T34" fmla="*/ 50 w 53"/>
              <a:gd name="T35" fmla="*/ 19 h 45"/>
              <a:gd name="T36" fmla="*/ 49 w 53"/>
              <a:gd name="T37" fmla="*/ 16 h 45"/>
              <a:gd name="T38" fmla="*/ 35 w 53"/>
              <a:gd name="T39" fmla="*/ 14 h 45"/>
              <a:gd name="T40" fmla="*/ 28 w 53"/>
              <a:gd name="T41" fmla="*/ 1 h 45"/>
              <a:gd name="T42" fmla="*/ 26 w 53"/>
              <a:gd name="T43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5"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5" y="0"/>
                  <a:pt x="25" y="1"/>
                </a:cubicBezTo>
                <a:cubicBezTo>
                  <a:pt x="24" y="3"/>
                  <a:pt x="20" y="10"/>
                  <a:pt x="18" y="14"/>
                </a:cubicBezTo>
                <a:cubicBezTo>
                  <a:pt x="18" y="14"/>
                  <a:pt x="7" y="15"/>
                  <a:pt x="4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4" y="20"/>
                  <a:pt x="13" y="29"/>
                  <a:pt x="13" y="29"/>
                </a:cubicBezTo>
                <a:cubicBezTo>
                  <a:pt x="13" y="29"/>
                  <a:pt x="11" y="41"/>
                  <a:pt x="11" y="43"/>
                </a:cubicBezTo>
                <a:cubicBezTo>
                  <a:pt x="11" y="45"/>
                  <a:pt x="11" y="45"/>
                  <a:pt x="12" y="45"/>
                </a:cubicBezTo>
                <a:cubicBezTo>
                  <a:pt x="12" y="45"/>
                  <a:pt x="13" y="45"/>
                  <a:pt x="13" y="45"/>
                </a:cubicBezTo>
                <a:cubicBezTo>
                  <a:pt x="15" y="44"/>
                  <a:pt x="26" y="38"/>
                  <a:pt x="26" y="38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9" y="44"/>
                  <a:pt x="40" y="45"/>
                </a:cubicBezTo>
                <a:cubicBezTo>
                  <a:pt x="40" y="45"/>
                  <a:pt x="41" y="45"/>
                  <a:pt x="41" y="45"/>
                </a:cubicBezTo>
                <a:cubicBezTo>
                  <a:pt x="42" y="45"/>
                  <a:pt x="43" y="45"/>
                  <a:pt x="42" y="43"/>
                </a:cubicBezTo>
                <a:cubicBezTo>
                  <a:pt x="42" y="41"/>
                  <a:pt x="40" y="29"/>
                  <a:pt x="40" y="29"/>
                </a:cubicBezTo>
                <a:cubicBezTo>
                  <a:pt x="40" y="29"/>
                  <a:pt x="49" y="20"/>
                  <a:pt x="50" y="19"/>
                </a:cubicBezTo>
                <a:cubicBezTo>
                  <a:pt x="51" y="18"/>
                  <a:pt x="53" y="16"/>
                  <a:pt x="49" y="16"/>
                </a:cubicBezTo>
                <a:cubicBezTo>
                  <a:pt x="46" y="15"/>
                  <a:pt x="35" y="14"/>
                  <a:pt x="35" y="14"/>
                </a:cubicBezTo>
                <a:cubicBezTo>
                  <a:pt x="35" y="14"/>
                  <a:pt x="29" y="3"/>
                  <a:pt x="28" y="1"/>
                </a:cubicBezTo>
                <a:cubicBezTo>
                  <a:pt x="27" y="1"/>
                  <a:pt x="27" y="0"/>
                  <a:pt x="26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2" name="Freeform 44"/>
          <p:cNvSpPr>
            <a:spLocks/>
          </p:cNvSpPr>
          <p:nvPr/>
        </p:nvSpPr>
        <p:spPr bwMode="auto">
          <a:xfrm>
            <a:off x="10563656" y="2680604"/>
            <a:ext cx="100947" cy="88026"/>
          </a:xfrm>
          <a:custGeom>
            <a:avLst/>
            <a:gdLst>
              <a:gd name="T0" fmla="*/ 27 w 53"/>
              <a:gd name="T1" fmla="*/ 0 h 46"/>
              <a:gd name="T2" fmla="*/ 26 w 53"/>
              <a:gd name="T3" fmla="*/ 0 h 46"/>
              <a:gd name="T4" fmla="*/ 25 w 53"/>
              <a:gd name="T5" fmla="*/ 2 h 46"/>
              <a:gd name="T6" fmla="*/ 18 w 53"/>
              <a:gd name="T7" fmla="*/ 15 h 46"/>
              <a:gd name="T8" fmla="*/ 4 w 53"/>
              <a:gd name="T9" fmla="*/ 17 h 46"/>
              <a:gd name="T10" fmla="*/ 3 w 53"/>
              <a:gd name="T11" fmla="*/ 20 h 46"/>
              <a:gd name="T12" fmla="*/ 13 w 53"/>
              <a:gd name="T13" fmla="*/ 29 h 46"/>
              <a:gd name="T14" fmla="*/ 11 w 53"/>
              <a:gd name="T15" fmla="*/ 44 h 46"/>
              <a:gd name="T16" fmla="*/ 12 w 53"/>
              <a:gd name="T17" fmla="*/ 46 h 46"/>
              <a:gd name="T18" fmla="*/ 13 w 53"/>
              <a:gd name="T19" fmla="*/ 46 h 46"/>
              <a:gd name="T20" fmla="*/ 26 w 53"/>
              <a:gd name="T21" fmla="*/ 39 h 46"/>
              <a:gd name="T22" fmla="*/ 27 w 53"/>
              <a:gd name="T23" fmla="*/ 38 h 46"/>
              <a:gd name="T24" fmla="*/ 27 w 53"/>
              <a:gd name="T25" fmla="*/ 39 h 46"/>
              <a:gd name="T26" fmla="*/ 40 w 53"/>
              <a:gd name="T27" fmla="*/ 46 h 46"/>
              <a:gd name="T28" fmla="*/ 41 w 53"/>
              <a:gd name="T29" fmla="*/ 46 h 46"/>
              <a:gd name="T30" fmla="*/ 42 w 53"/>
              <a:gd name="T31" fmla="*/ 44 h 46"/>
              <a:gd name="T32" fmla="*/ 40 w 53"/>
              <a:gd name="T33" fmla="*/ 29 h 46"/>
              <a:gd name="T34" fmla="*/ 50 w 53"/>
              <a:gd name="T35" fmla="*/ 20 h 46"/>
              <a:gd name="T36" fmla="*/ 49 w 53"/>
              <a:gd name="T37" fmla="*/ 17 h 46"/>
              <a:gd name="T38" fmla="*/ 35 w 53"/>
              <a:gd name="T39" fmla="*/ 15 h 46"/>
              <a:gd name="T40" fmla="*/ 28 w 53"/>
              <a:gd name="T41" fmla="*/ 2 h 46"/>
              <a:gd name="T42" fmla="*/ 27 w 53"/>
              <a:gd name="T43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6">
                <a:moveTo>
                  <a:pt x="27" y="0"/>
                </a:moveTo>
                <a:cubicBezTo>
                  <a:pt x="27" y="0"/>
                  <a:pt x="26" y="0"/>
                  <a:pt x="26" y="0"/>
                </a:cubicBezTo>
                <a:cubicBezTo>
                  <a:pt x="26" y="0"/>
                  <a:pt x="26" y="1"/>
                  <a:pt x="25" y="2"/>
                </a:cubicBezTo>
                <a:cubicBezTo>
                  <a:pt x="24" y="4"/>
                  <a:pt x="20" y="11"/>
                  <a:pt x="18" y="15"/>
                </a:cubicBezTo>
                <a:cubicBezTo>
                  <a:pt x="18" y="15"/>
                  <a:pt x="7" y="16"/>
                  <a:pt x="4" y="17"/>
                </a:cubicBezTo>
                <a:cubicBezTo>
                  <a:pt x="0" y="17"/>
                  <a:pt x="2" y="19"/>
                  <a:pt x="3" y="20"/>
                </a:cubicBezTo>
                <a:cubicBezTo>
                  <a:pt x="5" y="21"/>
                  <a:pt x="13" y="29"/>
                  <a:pt x="13" y="29"/>
                </a:cubicBezTo>
                <a:cubicBezTo>
                  <a:pt x="13" y="29"/>
                  <a:pt x="11" y="42"/>
                  <a:pt x="11" y="44"/>
                </a:cubicBezTo>
                <a:cubicBezTo>
                  <a:pt x="11" y="45"/>
                  <a:pt x="11" y="46"/>
                  <a:pt x="12" y="46"/>
                </a:cubicBezTo>
                <a:cubicBezTo>
                  <a:pt x="12" y="46"/>
                  <a:pt x="13" y="46"/>
                  <a:pt x="13" y="46"/>
                </a:cubicBezTo>
                <a:cubicBezTo>
                  <a:pt x="15" y="45"/>
                  <a:pt x="26" y="39"/>
                  <a:pt x="26" y="39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39" y="45"/>
                  <a:pt x="40" y="46"/>
                </a:cubicBezTo>
                <a:cubicBezTo>
                  <a:pt x="41" y="46"/>
                  <a:pt x="41" y="46"/>
                  <a:pt x="41" y="46"/>
                </a:cubicBezTo>
                <a:cubicBezTo>
                  <a:pt x="42" y="46"/>
                  <a:pt x="43" y="45"/>
                  <a:pt x="42" y="44"/>
                </a:cubicBezTo>
                <a:cubicBezTo>
                  <a:pt x="42" y="42"/>
                  <a:pt x="40" y="29"/>
                  <a:pt x="40" y="29"/>
                </a:cubicBezTo>
                <a:cubicBezTo>
                  <a:pt x="40" y="29"/>
                  <a:pt x="49" y="21"/>
                  <a:pt x="50" y="20"/>
                </a:cubicBezTo>
                <a:cubicBezTo>
                  <a:pt x="51" y="19"/>
                  <a:pt x="53" y="17"/>
                  <a:pt x="49" y="17"/>
                </a:cubicBezTo>
                <a:cubicBezTo>
                  <a:pt x="46" y="16"/>
                  <a:pt x="35" y="15"/>
                  <a:pt x="35" y="15"/>
                </a:cubicBezTo>
                <a:cubicBezTo>
                  <a:pt x="35" y="15"/>
                  <a:pt x="29" y="4"/>
                  <a:pt x="28" y="2"/>
                </a:cubicBezTo>
                <a:cubicBezTo>
                  <a:pt x="28" y="1"/>
                  <a:pt x="27" y="0"/>
                  <a:pt x="27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3" name="Freeform 45"/>
          <p:cNvSpPr>
            <a:spLocks/>
          </p:cNvSpPr>
          <p:nvPr/>
        </p:nvSpPr>
        <p:spPr bwMode="auto">
          <a:xfrm>
            <a:off x="8169706" y="2766329"/>
            <a:ext cx="100947" cy="88026"/>
          </a:xfrm>
          <a:custGeom>
            <a:avLst/>
            <a:gdLst>
              <a:gd name="T0" fmla="*/ 26 w 53"/>
              <a:gd name="T1" fmla="*/ 0 h 46"/>
              <a:gd name="T2" fmla="*/ 26 w 53"/>
              <a:gd name="T3" fmla="*/ 0 h 46"/>
              <a:gd name="T4" fmla="*/ 25 w 53"/>
              <a:gd name="T5" fmla="*/ 2 h 46"/>
              <a:gd name="T6" fmla="*/ 18 w 53"/>
              <a:gd name="T7" fmla="*/ 14 h 46"/>
              <a:gd name="T8" fmla="*/ 4 w 53"/>
              <a:gd name="T9" fmla="*/ 16 h 46"/>
              <a:gd name="T10" fmla="*/ 3 w 53"/>
              <a:gd name="T11" fmla="*/ 20 h 46"/>
              <a:gd name="T12" fmla="*/ 13 w 53"/>
              <a:gd name="T13" fmla="*/ 29 h 46"/>
              <a:gd name="T14" fmla="*/ 11 w 53"/>
              <a:gd name="T15" fmla="*/ 44 h 46"/>
              <a:gd name="T16" fmla="*/ 12 w 53"/>
              <a:gd name="T17" fmla="*/ 46 h 46"/>
              <a:gd name="T18" fmla="*/ 13 w 53"/>
              <a:gd name="T19" fmla="*/ 46 h 46"/>
              <a:gd name="T20" fmla="*/ 26 w 53"/>
              <a:gd name="T21" fmla="*/ 38 h 46"/>
              <a:gd name="T22" fmla="*/ 26 w 53"/>
              <a:gd name="T23" fmla="*/ 38 h 46"/>
              <a:gd name="T24" fmla="*/ 27 w 53"/>
              <a:gd name="T25" fmla="*/ 38 h 46"/>
              <a:gd name="T26" fmla="*/ 40 w 53"/>
              <a:gd name="T27" fmla="*/ 46 h 46"/>
              <a:gd name="T28" fmla="*/ 41 w 53"/>
              <a:gd name="T29" fmla="*/ 46 h 46"/>
              <a:gd name="T30" fmla="*/ 42 w 53"/>
              <a:gd name="T31" fmla="*/ 44 h 46"/>
              <a:gd name="T32" fmla="*/ 40 w 53"/>
              <a:gd name="T33" fmla="*/ 29 h 46"/>
              <a:gd name="T34" fmla="*/ 50 w 53"/>
              <a:gd name="T35" fmla="*/ 20 h 46"/>
              <a:gd name="T36" fmla="*/ 49 w 53"/>
              <a:gd name="T37" fmla="*/ 16 h 46"/>
              <a:gd name="T38" fmla="*/ 35 w 53"/>
              <a:gd name="T39" fmla="*/ 14 h 46"/>
              <a:gd name="T40" fmla="*/ 28 w 53"/>
              <a:gd name="T41" fmla="*/ 2 h 46"/>
              <a:gd name="T42" fmla="*/ 26 w 53"/>
              <a:gd name="T43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6"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5" y="1"/>
                  <a:pt x="25" y="2"/>
                </a:cubicBezTo>
                <a:cubicBezTo>
                  <a:pt x="24" y="4"/>
                  <a:pt x="20" y="11"/>
                  <a:pt x="18" y="14"/>
                </a:cubicBezTo>
                <a:cubicBezTo>
                  <a:pt x="18" y="14"/>
                  <a:pt x="7" y="16"/>
                  <a:pt x="4" y="16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2"/>
                  <a:pt x="11" y="44"/>
                </a:cubicBezTo>
                <a:cubicBezTo>
                  <a:pt x="10" y="45"/>
                  <a:pt x="11" y="46"/>
                  <a:pt x="12" y="46"/>
                </a:cubicBezTo>
                <a:cubicBezTo>
                  <a:pt x="12" y="46"/>
                  <a:pt x="13" y="46"/>
                  <a:pt x="13" y="46"/>
                </a:cubicBezTo>
                <a:cubicBezTo>
                  <a:pt x="14" y="45"/>
                  <a:pt x="26" y="38"/>
                  <a:pt x="26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40" y="46"/>
                </a:cubicBezTo>
                <a:cubicBezTo>
                  <a:pt x="40" y="46"/>
                  <a:pt x="41" y="46"/>
                  <a:pt x="41" y="46"/>
                </a:cubicBezTo>
                <a:cubicBezTo>
                  <a:pt x="42" y="46"/>
                  <a:pt x="42" y="45"/>
                  <a:pt x="42" y="44"/>
                </a:cubicBezTo>
                <a:cubicBezTo>
                  <a:pt x="42" y="42"/>
                  <a:pt x="40" y="29"/>
                  <a:pt x="40" y="29"/>
                </a:cubicBezTo>
                <a:cubicBezTo>
                  <a:pt x="40" y="29"/>
                  <a:pt x="48" y="21"/>
                  <a:pt x="50" y="20"/>
                </a:cubicBezTo>
                <a:cubicBezTo>
                  <a:pt x="51" y="19"/>
                  <a:pt x="53" y="17"/>
                  <a:pt x="49" y="16"/>
                </a:cubicBezTo>
                <a:cubicBezTo>
                  <a:pt x="46" y="16"/>
                  <a:pt x="35" y="14"/>
                  <a:pt x="35" y="14"/>
                </a:cubicBezTo>
                <a:cubicBezTo>
                  <a:pt x="35" y="14"/>
                  <a:pt x="28" y="3"/>
                  <a:pt x="28" y="2"/>
                </a:cubicBezTo>
                <a:cubicBezTo>
                  <a:pt x="27" y="1"/>
                  <a:pt x="27" y="0"/>
                  <a:pt x="26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4" name="Freeform 46"/>
          <p:cNvSpPr>
            <a:spLocks/>
          </p:cNvSpPr>
          <p:nvPr/>
        </p:nvSpPr>
        <p:spPr bwMode="auto">
          <a:xfrm>
            <a:off x="11554256" y="237442"/>
            <a:ext cx="100947" cy="88026"/>
          </a:xfrm>
          <a:custGeom>
            <a:avLst/>
            <a:gdLst>
              <a:gd name="T0" fmla="*/ 49 w 53"/>
              <a:gd name="T1" fmla="*/ 16 h 46"/>
              <a:gd name="T2" fmla="*/ 34 w 53"/>
              <a:gd name="T3" fmla="*/ 15 h 46"/>
              <a:gd name="T4" fmla="*/ 28 w 53"/>
              <a:gd name="T5" fmla="*/ 2 h 46"/>
              <a:gd name="T6" fmla="*/ 26 w 53"/>
              <a:gd name="T7" fmla="*/ 0 h 46"/>
              <a:gd name="T8" fmla="*/ 25 w 53"/>
              <a:gd name="T9" fmla="*/ 2 h 46"/>
              <a:gd name="T10" fmla="*/ 18 w 53"/>
              <a:gd name="T11" fmla="*/ 14 h 46"/>
              <a:gd name="T12" fmla="*/ 4 w 53"/>
              <a:gd name="T13" fmla="*/ 16 h 46"/>
              <a:gd name="T14" fmla="*/ 3 w 53"/>
              <a:gd name="T15" fmla="*/ 19 h 46"/>
              <a:gd name="T16" fmla="*/ 13 w 53"/>
              <a:gd name="T17" fmla="*/ 29 h 46"/>
              <a:gd name="T18" fmla="*/ 11 w 53"/>
              <a:gd name="T19" fmla="*/ 43 h 46"/>
              <a:gd name="T20" fmla="*/ 13 w 53"/>
              <a:gd name="T21" fmla="*/ 45 h 46"/>
              <a:gd name="T22" fmla="*/ 26 w 53"/>
              <a:gd name="T23" fmla="*/ 38 h 46"/>
              <a:gd name="T24" fmla="*/ 27 w 53"/>
              <a:gd name="T25" fmla="*/ 38 h 46"/>
              <a:gd name="T26" fmla="*/ 27 w 53"/>
              <a:gd name="T27" fmla="*/ 38 h 46"/>
              <a:gd name="T28" fmla="*/ 40 w 53"/>
              <a:gd name="T29" fmla="*/ 45 h 46"/>
              <a:gd name="T30" fmla="*/ 42 w 53"/>
              <a:gd name="T31" fmla="*/ 43 h 46"/>
              <a:gd name="T32" fmla="*/ 40 w 53"/>
              <a:gd name="T33" fmla="*/ 29 h 46"/>
              <a:gd name="T34" fmla="*/ 50 w 53"/>
              <a:gd name="T35" fmla="*/ 19 h 46"/>
              <a:gd name="T36" fmla="*/ 49 w 53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3" h="46">
                <a:moveTo>
                  <a:pt x="49" y="16"/>
                </a:moveTo>
                <a:cubicBezTo>
                  <a:pt x="46" y="16"/>
                  <a:pt x="34" y="15"/>
                  <a:pt x="34" y="15"/>
                </a:cubicBezTo>
                <a:cubicBezTo>
                  <a:pt x="34" y="15"/>
                  <a:pt x="29" y="3"/>
                  <a:pt x="28" y="2"/>
                </a:cubicBezTo>
                <a:cubicBezTo>
                  <a:pt x="28" y="1"/>
                  <a:pt x="27" y="0"/>
                  <a:pt x="26" y="0"/>
                </a:cubicBezTo>
                <a:cubicBezTo>
                  <a:pt x="26" y="0"/>
                  <a:pt x="25" y="1"/>
                  <a:pt x="25" y="2"/>
                </a:cubicBezTo>
                <a:cubicBezTo>
                  <a:pt x="24" y="4"/>
                  <a:pt x="20" y="11"/>
                  <a:pt x="18" y="14"/>
                </a:cubicBezTo>
                <a:cubicBezTo>
                  <a:pt x="18" y="14"/>
                  <a:pt x="7" y="16"/>
                  <a:pt x="4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5" y="20"/>
                  <a:pt x="13" y="29"/>
                  <a:pt x="13" y="29"/>
                </a:cubicBezTo>
                <a:cubicBezTo>
                  <a:pt x="13" y="29"/>
                  <a:pt x="11" y="41"/>
                  <a:pt x="11" y="43"/>
                </a:cubicBezTo>
                <a:cubicBezTo>
                  <a:pt x="10" y="46"/>
                  <a:pt x="12" y="46"/>
                  <a:pt x="13" y="45"/>
                </a:cubicBezTo>
                <a:cubicBezTo>
                  <a:pt x="15" y="45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9" y="45"/>
                  <a:pt x="40" y="45"/>
                </a:cubicBezTo>
                <a:cubicBezTo>
                  <a:pt x="42" y="46"/>
                  <a:pt x="43" y="46"/>
                  <a:pt x="42" y="43"/>
                </a:cubicBezTo>
                <a:cubicBezTo>
                  <a:pt x="42" y="41"/>
                  <a:pt x="40" y="29"/>
                  <a:pt x="40" y="29"/>
                </a:cubicBezTo>
                <a:cubicBezTo>
                  <a:pt x="40" y="29"/>
                  <a:pt x="49" y="20"/>
                  <a:pt x="50" y="19"/>
                </a:cubicBezTo>
                <a:cubicBezTo>
                  <a:pt x="51" y="18"/>
                  <a:pt x="53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5" name="Freeform 47"/>
          <p:cNvSpPr>
            <a:spLocks/>
          </p:cNvSpPr>
          <p:nvPr/>
        </p:nvSpPr>
        <p:spPr bwMode="auto">
          <a:xfrm>
            <a:off x="12349595" y="1688417"/>
            <a:ext cx="99332" cy="88026"/>
          </a:xfrm>
          <a:custGeom>
            <a:avLst/>
            <a:gdLst>
              <a:gd name="T0" fmla="*/ 49 w 52"/>
              <a:gd name="T1" fmla="*/ 16 h 46"/>
              <a:gd name="T2" fmla="*/ 34 w 52"/>
              <a:gd name="T3" fmla="*/ 14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4 h 46"/>
              <a:gd name="T12" fmla="*/ 3 w 52"/>
              <a:gd name="T13" fmla="*/ 16 h 46"/>
              <a:gd name="T14" fmla="*/ 3 w 52"/>
              <a:gd name="T15" fmla="*/ 19 h 46"/>
              <a:gd name="T16" fmla="*/ 13 w 52"/>
              <a:gd name="T17" fmla="*/ 29 h 46"/>
              <a:gd name="T18" fmla="*/ 10 w 52"/>
              <a:gd name="T19" fmla="*/ 43 h 46"/>
              <a:gd name="T20" fmla="*/ 12 w 52"/>
              <a:gd name="T21" fmla="*/ 45 h 46"/>
              <a:gd name="T22" fmla="*/ 25 w 52"/>
              <a:gd name="T23" fmla="*/ 38 h 46"/>
              <a:gd name="T24" fmla="*/ 26 w 52"/>
              <a:gd name="T25" fmla="*/ 38 h 46"/>
              <a:gd name="T26" fmla="*/ 27 w 52"/>
              <a:gd name="T27" fmla="*/ 38 h 46"/>
              <a:gd name="T28" fmla="*/ 39 w 52"/>
              <a:gd name="T29" fmla="*/ 45 h 46"/>
              <a:gd name="T30" fmla="*/ 42 w 52"/>
              <a:gd name="T31" fmla="*/ 43 h 46"/>
              <a:gd name="T32" fmla="*/ 39 w 52"/>
              <a:gd name="T33" fmla="*/ 29 h 46"/>
              <a:gd name="T34" fmla="*/ 49 w 52"/>
              <a:gd name="T35" fmla="*/ 19 h 46"/>
              <a:gd name="T36" fmla="*/ 49 w 52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6"/>
                </a:move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7" y="2"/>
                </a:cubicBezTo>
                <a:cubicBezTo>
                  <a:pt x="27" y="1"/>
                  <a:pt x="26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6"/>
                  <a:pt x="1" y="18"/>
                  <a:pt x="3" y="19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0" y="43"/>
                </a:cubicBezTo>
                <a:cubicBezTo>
                  <a:pt x="10" y="46"/>
                  <a:pt x="11" y="46"/>
                  <a:pt x="12" y="45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39" y="45"/>
                </a:cubicBezTo>
                <a:cubicBezTo>
                  <a:pt x="41" y="46"/>
                  <a:pt x="42" y="46"/>
                  <a:pt x="42" y="43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19"/>
                </a:cubicBezTo>
                <a:cubicBezTo>
                  <a:pt x="50" y="18"/>
                  <a:pt x="52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6" name="Freeform 48"/>
          <p:cNvSpPr>
            <a:spLocks/>
          </p:cNvSpPr>
          <p:nvPr/>
        </p:nvSpPr>
        <p:spPr bwMode="auto">
          <a:xfrm>
            <a:off x="6656820" y="83454"/>
            <a:ext cx="99332" cy="88026"/>
          </a:xfrm>
          <a:custGeom>
            <a:avLst/>
            <a:gdLst>
              <a:gd name="T0" fmla="*/ 49 w 52"/>
              <a:gd name="T1" fmla="*/ 16 h 46"/>
              <a:gd name="T2" fmla="*/ 34 w 52"/>
              <a:gd name="T3" fmla="*/ 14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4 h 46"/>
              <a:gd name="T12" fmla="*/ 3 w 52"/>
              <a:gd name="T13" fmla="*/ 16 h 46"/>
              <a:gd name="T14" fmla="*/ 3 w 52"/>
              <a:gd name="T15" fmla="*/ 19 h 46"/>
              <a:gd name="T16" fmla="*/ 13 w 52"/>
              <a:gd name="T17" fmla="*/ 29 h 46"/>
              <a:gd name="T18" fmla="*/ 10 w 52"/>
              <a:gd name="T19" fmla="*/ 43 h 46"/>
              <a:gd name="T20" fmla="*/ 13 w 52"/>
              <a:gd name="T21" fmla="*/ 45 h 46"/>
              <a:gd name="T22" fmla="*/ 25 w 52"/>
              <a:gd name="T23" fmla="*/ 38 h 46"/>
              <a:gd name="T24" fmla="*/ 26 w 52"/>
              <a:gd name="T25" fmla="*/ 38 h 46"/>
              <a:gd name="T26" fmla="*/ 27 w 52"/>
              <a:gd name="T27" fmla="*/ 38 h 46"/>
              <a:gd name="T28" fmla="*/ 39 w 52"/>
              <a:gd name="T29" fmla="*/ 45 h 46"/>
              <a:gd name="T30" fmla="*/ 42 w 52"/>
              <a:gd name="T31" fmla="*/ 43 h 46"/>
              <a:gd name="T32" fmla="*/ 39 w 52"/>
              <a:gd name="T33" fmla="*/ 29 h 46"/>
              <a:gd name="T34" fmla="*/ 49 w 52"/>
              <a:gd name="T35" fmla="*/ 19 h 46"/>
              <a:gd name="T36" fmla="*/ 49 w 52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6"/>
                </a:move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7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0" y="43"/>
                </a:cubicBezTo>
                <a:cubicBezTo>
                  <a:pt x="10" y="46"/>
                  <a:pt x="11" y="46"/>
                  <a:pt x="13" y="45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39" y="45"/>
                </a:cubicBezTo>
                <a:cubicBezTo>
                  <a:pt x="41" y="46"/>
                  <a:pt x="42" y="46"/>
                  <a:pt x="42" y="43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19"/>
                </a:cubicBezTo>
                <a:cubicBezTo>
                  <a:pt x="50" y="18"/>
                  <a:pt x="52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7" name="Freeform 49"/>
          <p:cNvSpPr>
            <a:spLocks/>
          </p:cNvSpPr>
          <p:nvPr/>
        </p:nvSpPr>
        <p:spPr bwMode="auto">
          <a:xfrm>
            <a:off x="6574269" y="1883679"/>
            <a:ext cx="100947" cy="88026"/>
          </a:xfrm>
          <a:custGeom>
            <a:avLst/>
            <a:gdLst>
              <a:gd name="T0" fmla="*/ 49 w 53"/>
              <a:gd name="T1" fmla="*/ 16 h 46"/>
              <a:gd name="T2" fmla="*/ 34 w 53"/>
              <a:gd name="T3" fmla="*/ 15 h 46"/>
              <a:gd name="T4" fmla="*/ 28 w 53"/>
              <a:gd name="T5" fmla="*/ 2 h 46"/>
              <a:gd name="T6" fmla="*/ 26 w 53"/>
              <a:gd name="T7" fmla="*/ 0 h 46"/>
              <a:gd name="T8" fmla="*/ 25 w 53"/>
              <a:gd name="T9" fmla="*/ 2 h 46"/>
              <a:gd name="T10" fmla="*/ 18 w 53"/>
              <a:gd name="T11" fmla="*/ 15 h 46"/>
              <a:gd name="T12" fmla="*/ 3 w 53"/>
              <a:gd name="T13" fmla="*/ 16 h 46"/>
              <a:gd name="T14" fmla="*/ 3 w 53"/>
              <a:gd name="T15" fmla="*/ 20 h 46"/>
              <a:gd name="T16" fmla="*/ 13 w 53"/>
              <a:gd name="T17" fmla="*/ 29 h 46"/>
              <a:gd name="T18" fmla="*/ 11 w 53"/>
              <a:gd name="T19" fmla="*/ 44 h 46"/>
              <a:gd name="T20" fmla="*/ 13 w 53"/>
              <a:gd name="T21" fmla="*/ 46 h 46"/>
              <a:gd name="T22" fmla="*/ 26 w 53"/>
              <a:gd name="T23" fmla="*/ 38 h 46"/>
              <a:gd name="T24" fmla="*/ 26 w 53"/>
              <a:gd name="T25" fmla="*/ 38 h 46"/>
              <a:gd name="T26" fmla="*/ 27 w 53"/>
              <a:gd name="T27" fmla="*/ 38 h 46"/>
              <a:gd name="T28" fmla="*/ 40 w 53"/>
              <a:gd name="T29" fmla="*/ 46 h 46"/>
              <a:gd name="T30" fmla="*/ 42 w 53"/>
              <a:gd name="T31" fmla="*/ 44 h 46"/>
              <a:gd name="T32" fmla="*/ 40 w 53"/>
              <a:gd name="T33" fmla="*/ 29 h 46"/>
              <a:gd name="T34" fmla="*/ 50 w 53"/>
              <a:gd name="T35" fmla="*/ 20 h 46"/>
              <a:gd name="T36" fmla="*/ 49 w 53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3" h="46">
                <a:moveTo>
                  <a:pt x="49" y="16"/>
                </a:moveTo>
                <a:cubicBezTo>
                  <a:pt x="45" y="16"/>
                  <a:pt x="34" y="15"/>
                  <a:pt x="34" y="15"/>
                </a:cubicBezTo>
                <a:cubicBezTo>
                  <a:pt x="34" y="15"/>
                  <a:pt x="28" y="3"/>
                  <a:pt x="28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4" y="4"/>
                  <a:pt x="20" y="11"/>
                  <a:pt x="18" y="15"/>
                </a:cubicBezTo>
                <a:cubicBezTo>
                  <a:pt x="18" y="15"/>
                  <a:pt x="7" y="16"/>
                  <a:pt x="3" y="16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2"/>
                  <a:pt x="11" y="44"/>
                </a:cubicBezTo>
                <a:cubicBezTo>
                  <a:pt x="10" y="46"/>
                  <a:pt x="11" y="46"/>
                  <a:pt x="13" y="46"/>
                </a:cubicBezTo>
                <a:cubicBezTo>
                  <a:pt x="14" y="45"/>
                  <a:pt x="26" y="38"/>
                  <a:pt x="26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40" y="46"/>
                </a:cubicBezTo>
                <a:cubicBezTo>
                  <a:pt x="41" y="46"/>
                  <a:pt x="42" y="46"/>
                  <a:pt x="42" y="44"/>
                </a:cubicBezTo>
                <a:cubicBezTo>
                  <a:pt x="41" y="42"/>
                  <a:pt x="40" y="29"/>
                  <a:pt x="40" y="29"/>
                </a:cubicBezTo>
                <a:cubicBezTo>
                  <a:pt x="40" y="29"/>
                  <a:pt x="48" y="21"/>
                  <a:pt x="50" y="20"/>
                </a:cubicBezTo>
                <a:cubicBezTo>
                  <a:pt x="51" y="19"/>
                  <a:pt x="53" y="17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8" name="Freeform 50"/>
          <p:cNvSpPr>
            <a:spLocks/>
          </p:cNvSpPr>
          <p:nvPr/>
        </p:nvSpPr>
        <p:spPr bwMode="auto">
          <a:xfrm>
            <a:off x="11366932" y="1763361"/>
            <a:ext cx="79950" cy="68644"/>
          </a:xfrm>
          <a:custGeom>
            <a:avLst/>
            <a:gdLst>
              <a:gd name="T0" fmla="*/ 39 w 42"/>
              <a:gd name="T1" fmla="*/ 12 h 36"/>
              <a:gd name="T2" fmla="*/ 28 w 42"/>
              <a:gd name="T3" fmla="*/ 11 h 36"/>
              <a:gd name="T4" fmla="*/ 22 w 42"/>
              <a:gd name="T5" fmla="*/ 1 h 36"/>
              <a:gd name="T6" fmla="*/ 21 w 42"/>
              <a:gd name="T7" fmla="*/ 0 h 36"/>
              <a:gd name="T8" fmla="*/ 20 w 42"/>
              <a:gd name="T9" fmla="*/ 1 h 36"/>
              <a:gd name="T10" fmla="*/ 15 w 42"/>
              <a:gd name="T11" fmla="*/ 11 h 36"/>
              <a:gd name="T12" fmla="*/ 3 w 42"/>
              <a:gd name="T13" fmla="*/ 12 h 36"/>
              <a:gd name="T14" fmla="*/ 3 w 42"/>
              <a:gd name="T15" fmla="*/ 15 h 36"/>
              <a:gd name="T16" fmla="*/ 11 w 42"/>
              <a:gd name="T17" fmla="*/ 23 h 36"/>
              <a:gd name="T18" fmla="*/ 9 w 42"/>
              <a:gd name="T19" fmla="*/ 34 h 36"/>
              <a:gd name="T20" fmla="*/ 11 w 42"/>
              <a:gd name="T21" fmla="*/ 36 h 36"/>
              <a:gd name="T22" fmla="*/ 21 w 42"/>
              <a:gd name="T23" fmla="*/ 30 h 36"/>
              <a:gd name="T24" fmla="*/ 21 w 42"/>
              <a:gd name="T25" fmla="*/ 30 h 36"/>
              <a:gd name="T26" fmla="*/ 22 w 42"/>
              <a:gd name="T27" fmla="*/ 30 h 36"/>
              <a:gd name="T28" fmla="*/ 32 w 42"/>
              <a:gd name="T29" fmla="*/ 36 h 36"/>
              <a:gd name="T30" fmla="*/ 34 w 42"/>
              <a:gd name="T31" fmla="*/ 34 h 36"/>
              <a:gd name="T32" fmla="*/ 32 w 42"/>
              <a:gd name="T33" fmla="*/ 23 h 36"/>
              <a:gd name="T34" fmla="*/ 40 w 42"/>
              <a:gd name="T35" fmla="*/ 15 h 36"/>
              <a:gd name="T36" fmla="*/ 39 w 42"/>
              <a:gd name="T3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2" h="36">
                <a:moveTo>
                  <a:pt x="39" y="12"/>
                </a:moveTo>
                <a:cubicBezTo>
                  <a:pt x="36" y="12"/>
                  <a:pt x="28" y="11"/>
                  <a:pt x="28" y="11"/>
                </a:cubicBezTo>
                <a:cubicBezTo>
                  <a:pt x="28" y="11"/>
                  <a:pt x="23" y="2"/>
                  <a:pt x="22" y="1"/>
                </a:cubicBezTo>
                <a:cubicBezTo>
                  <a:pt x="22" y="1"/>
                  <a:pt x="22" y="0"/>
                  <a:pt x="21" y="0"/>
                </a:cubicBezTo>
                <a:cubicBezTo>
                  <a:pt x="21" y="0"/>
                  <a:pt x="20" y="0"/>
                  <a:pt x="20" y="1"/>
                </a:cubicBezTo>
                <a:cubicBezTo>
                  <a:pt x="19" y="3"/>
                  <a:pt x="16" y="8"/>
                  <a:pt x="15" y="11"/>
                </a:cubicBezTo>
                <a:cubicBezTo>
                  <a:pt x="15" y="11"/>
                  <a:pt x="6" y="12"/>
                  <a:pt x="3" y="12"/>
                </a:cubicBezTo>
                <a:cubicBezTo>
                  <a:pt x="0" y="13"/>
                  <a:pt x="2" y="14"/>
                  <a:pt x="3" y="15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2"/>
                  <a:pt x="9" y="34"/>
                </a:cubicBezTo>
                <a:cubicBezTo>
                  <a:pt x="8" y="36"/>
                  <a:pt x="9" y="36"/>
                  <a:pt x="11" y="36"/>
                </a:cubicBezTo>
                <a:cubicBezTo>
                  <a:pt x="12" y="35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1" y="35"/>
                  <a:pt x="32" y="36"/>
                </a:cubicBezTo>
                <a:cubicBezTo>
                  <a:pt x="33" y="36"/>
                  <a:pt x="34" y="36"/>
                  <a:pt x="34" y="34"/>
                </a:cubicBezTo>
                <a:cubicBezTo>
                  <a:pt x="33" y="32"/>
                  <a:pt x="32" y="23"/>
                  <a:pt x="32" y="23"/>
                </a:cubicBezTo>
                <a:cubicBezTo>
                  <a:pt x="32" y="23"/>
                  <a:pt x="39" y="16"/>
                  <a:pt x="40" y="15"/>
                </a:cubicBezTo>
                <a:cubicBezTo>
                  <a:pt x="40" y="14"/>
                  <a:pt x="42" y="13"/>
                  <a:pt x="39" y="12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9" name="Freeform 51"/>
          <p:cNvSpPr>
            <a:spLocks/>
          </p:cNvSpPr>
          <p:nvPr/>
        </p:nvSpPr>
        <p:spPr bwMode="auto">
          <a:xfrm>
            <a:off x="9977869" y="1831624"/>
            <a:ext cx="78335" cy="68644"/>
          </a:xfrm>
          <a:custGeom>
            <a:avLst/>
            <a:gdLst>
              <a:gd name="T0" fmla="*/ 39 w 41"/>
              <a:gd name="T1" fmla="*/ 13 h 36"/>
              <a:gd name="T2" fmla="*/ 27 w 41"/>
              <a:gd name="T3" fmla="*/ 11 h 36"/>
              <a:gd name="T4" fmla="*/ 22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3 w 41"/>
              <a:gd name="T13" fmla="*/ 13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6 h 36"/>
              <a:gd name="T22" fmla="*/ 20 w 41"/>
              <a:gd name="T23" fmla="*/ 30 h 36"/>
              <a:gd name="T24" fmla="*/ 21 w 41"/>
              <a:gd name="T25" fmla="*/ 30 h 36"/>
              <a:gd name="T26" fmla="*/ 21 w 41"/>
              <a:gd name="T27" fmla="*/ 30 h 36"/>
              <a:gd name="T28" fmla="*/ 31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9 w 41"/>
              <a:gd name="T37" fmla="*/ 1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9" y="13"/>
                </a:move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2" y="2"/>
                  <a:pt x="22" y="1"/>
                </a:cubicBezTo>
                <a:cubicBezTo>
                  <a:pt x="21" y="1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6" y="8"/>
                  <a:pt x="14" y="11"/>
                </a:cubicBezTo>
                <a:cubicBezTo>
                  <a:pt x="14" y="11"/>
                  <a:pt x="5" y="12"/>
                  <a:pt x="3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9" y="32"/>
                  <a:pt x="8" y="34"/>
                </a:cubicBezTo>
                <a:cubicBezTo>
                  <a:pt x="8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9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0" name="Freeform 52"/>
          <p:cNvSpPr>
            <a:spLocks/>
          </p:cNvSpPr>
          <p:nvPr/>
        </p:nvSpPr>
        <p:spPr bwMode="auto">
          <a:xfrm>
            <a:off x="7504545" y="2233261"/>
            <a:ext cx="79950" cy="68644"/>
          </a:xfrm>
          <a:custGeom>
            <a:avLst/>
            <a:gdLst>
              <a:gd name="T0" fmla="*/ 21 w 42"/>
              <a:gd name="T1" fmla="*/ 0 h 36"/>
              <a:gd name="T2" fmla="*/ 21 w 42"/>
              <a:gd name="T3" fmla="*/ 0 h 36"/>
              <a:gd name="T4" fmla="*/ 20 w 42"/>
              <a:gd name="T5" fmla="*/ 1 h 36"/>
              <a:gd name="T6" fmla="*/ 15 w 42"/>
              <a:gd name="T7" fmla="*/ 11 h 36"/>
              <a:gd name="T8" fmla="*/ 3 w 42"/>
              <a:gd name="T9" fmla="*/ 13 h 36"/>
              <a:gd name="T10" fmla="*/ 3 w 42"/>
              <a:gd name="T11" fmla="*/ 16 h 36"/>
              <a:gd name="T12" fmla="*/ 11 w 42"/>
              <a:gd name="T13" fmla="*/ 23 h 36"/>
              <a:gd name="T14" fmla="*/ 9 w 42"/>
              <a:gd name="T15" fmla="*/ 34 h 36"/>
              <a:gd name="T16" fmla="*/ 10 w 42"/>
              <a:gd name="T17" fmla="*/ 36 h 36"/>
              <a:gd name="T18" fmla="*/ 11 w 42"/>
              <a:gd name="T19" fmla="*/ 36 h 36"/>
              <a:gd name="T20" fmla="*/ 21 w 42"/>
              <a:gd name="T21" fmla="*/ 30 h 36"/>
              <a:gd name="T22" fmla="*/ 21 w 42"/>
              <a:gd name="T23" fmla="*/ 30 h 36"/>
              <a:gd name="T24" fmla="*/ 22 w 42"/>
              <a:gd name="T25" fmla="*/ 30 h 36"/>
              <a:gd name="T26" fmla="*/ 32 w 42"/>
              <a:gd name="T27" fmla="*/ 36 h 36"/>
              <a:gd name="T28" fmla="*/ 33 w 42"/>
              <a:gd name="T29" fmla="*/ 36 h 36"/>
              <a:gd name="T30" fmla="*/ 33 w 42"/>
              <a:gd name="T31" fmla="*/ 34 h 36"/>
              <a:gd name="T32" fmla="*/ 32 w 42"/>
              <a:gd name="T33" fmla="*/ 23 h 36"/>
              <a:gd name="T34" fmla="*/ 39 w 42"/>
              <a:gd name="T35" fmla="*/ 16 h 36"/>
              <a:gd name="T36" fmla="*/ 39 w 42"/>
              <a:gd name="T37" fmla="*/ 13 h 36"/>
              <a:gd name="T38" fmla="*/ 28 w 42"/>
              <a:gd name="T39" fmla="*/ 11 h 36"/>
              <a:gd name="T40" fmla="*/ 22 w 42"/>
              <a:gd name="T41" fmla="*/ 2 h 36"/>
              <a:gd name="T42" fmla="*/ 21 w 42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36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1"/>
                  <a:pt x="20" y="1"/>
                </a:cubicBezTo>
                <a:cubicBezTo>
                  <a:pt x="19" y="3"/>
                  <a:pt x="16" y="9"/>
                  <a:pt x="15" y="11"/>
                </a:cubicBezTo>
                <a:cubicBezTo>
                  <a:pt x="15" y="11"/>
                  <a:pt x="6" y="13"/>
                  <a:pt x="3" y="13"/>
                </a:cubicBezTo>
                <a:cubicBezTo>
                  <a:pt x="0" y="13"/>
                  <a:pt x="2" y="15"/>
                  <a:pt x="3" y="16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3"/>
                  <a:pt x="9" y="34"/>
                </a:cubicBezTo>
                <a:cubicBezTo>
                  <a:pt x="9" y="36"/>
                  <a:pt x="9" y="36"/>
                  <a:pt x="10" y="36"/>
                </a:cubicBezTo>
                <a:cubicBezTo>
                  <a:pt x="10" y="36"/>
                  <a:pt x="10" y="36"/>
                  <a:pt x="11" y="36"/>
                </a:cubicBezTo>
                <a:cubicBezTo>
                  <a:pt x="12" y="35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1" y="35"/>
                  <a:pt x="32" y="36"/>
                </a:cubicBezTo>
                <a:cubicBezTo>
                  <a:pt x="32" y="36"/>
                  <a:pt x="32" y="36"/>
                  <a:pt x="33" y="36"/>
                </a:cubicBezTo>
                <a:cubicBezTo>
                  <a:pt x="33" y="36"/>
                  <a:pt x="34" y="36"/>
                  <a:pt x="33" y="34"/>
                </a:cubicBezTo>
                <a:cubicBezTo>
                  <a:pt x="33" y="33"/>
                  <a:pt x="32" y="23"/>
                  <a:pt x="32" y="23"/>
                </a:cubicBezTo>
                <a:cubicBezTo>
                  <a:pt x="32" y="23"/>
                  <a:pt x="39" y="16"/>
                  <a:pt x="39" y="16"/>
                </a:cubicBezTo>
                <a:cubicBezTo>
                  <a:pt x="40" y="15"/>
                  <a:pt x="42" y="13"/>
                  <a:pt x="39" y="13"/>
                </a:cubicBezTo>
                <a:cubicBezTo>
                  <a:pt x="36" y="13"/>
                  <a:pt x="28" y="11"/>
                  <a:pt x="28" y="11"/>
                </a:cubicBezTo>
                <a:cubicBezTo>
                  <a:pt x="28" y="11"/>
                  <a:pt x="23" y="3"/>
                  <a:pt x="22" y="2"/>
                </a:cubicBezTo>
                <a:cubicBezTo>
                  <a:pt x="22" y="1"/>
                  <a:pt x="22" y="0"/>
                  <a:pt x="21" y="0"/>
                </a:cubicBezTo>
              </a:path>
            </a:pathLst>
          </a:custGeom>
          <a:solidFill>
            <a:srgbClr val="FFFDF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1" name="Freeform 53"/>
          <p:cNvSpPr>
            <a:spLocks/>
          </p:cNvSpPr>
          <p:nvPr/>
        </p:nvSpPr>
        <p:spPr bwMode="auto">
          <a:xfrm>
            <a:off x="9141257" y="2956326"/>
            <a:ext cx="79950" cy="71066"/>
          </a:xfrm>
          <a:custGeom>
            <a:avLst/>
            <a:gdLst>
              <a:gd name="T0" fmla="*/ 39 w 42"/>
              <a:gd name="T1" fmla="*/ 13 h 37"/>
              <a:gd name="T2" fmla="*/ 28 w 42"/>
              <a:gd name="T3" fmla="*/ 12 h 37"/>
              <a:gd name="T4" fmla="*/ 22 w 42"/>
              <a:gd name="T5" fmla="*/ 2 h 37"/>
              <a:gd name="T6" fmla="*/ 21 w 42"/>
              <a:gd name="T7" fmla="*/ 1 h 37"/>
              <a:gd name="T8" fmla="*/ 20 w 42"/>
              <a:gd name="T9" fmla="*/ 2 h 37"/>
              <a:gd name="T10" fmla="*/ 15 w 42"/>
              <a:gd name="T11" fmla="*/ 12 h 37"/>
              <a:gd name="T12" fmla="*/ 3 w 42"/>
              <a:gd name="T13" fmla="*/ 13 h 37"/>
              <a:gd name="T14" fmla="*/ 3 w 42"/>
              <a:gd name="T15" fmla="*/ 16 h 37"/>
              <a:gd name="T16" fmla="*/ 11 w 42"/>
              <a:gd name="T17" fmla="*/ 23 h 37"/>
              <a:gd name="T18" fmla="*/ 9 w 42"/>
              <a:gd name="T19" fmla="*/ 35 h 37"/>
              <a:gd name="T20" fmla="*/ 11 w 42"/>
              <a:gd name="T21" fmla="*/ 36 h 37"/>
              <a:gd name="T22" fmla="*/ 21 w 42"/>
              <a:gd name="T23" fmla="*/ 31 h 37"/>
              <a:gd name="T24" fmla="*/ 21 w 42"/>
              <a:gd name="T25" fmla="*/ 30 h 37"/>
              <a:gd name="T26" fmla="*/ 22 w 42"/>
              <a:gd name="T27" fmla="*/ 31 h 37"/>
              <a:gd name="T28" fmla="*/ 32 w 42"/>
              <a:gd name="T29" fmla="*/ 36 h 37"/>
              <a:gd name="T30" fmla="*/ 34 w 42"/>
              <a:gd name="T31" fmla="*/ 35 h 37"/>
              <a:gd name="T32" fmla="*/ 32 w 42"/>
              <a:gd name="T33" fmla="*/ 23 h 37"/>
              <a:gd name="T34" fmla="*/ 40 w 42"/>
              <a:gd name="T35" fmla="*/ 16 h 37"/>
              <a:gd name="T36" fmla="*/ 39 w 42"/>
              <a:gd name="T37" fmla="*/ 13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2" h="37">
                <a:moveTo>
                  <a:pt x="39" y="13"/>
                </a:moveTo>
                <a:cubicBezTo>
                  <a:pt x="36" y="13"/>
                  <a:pt x="28" y="12"/>
                  <a:pt x="28" y="12"/>
                </a:cubicBezTo>
                <a:cubicBezTo>
                  <a:pt x="28" y="12"/>
                  <a:pt x="23" y="3"/>
                  <a:pt x="22" y="2"/>
                </a:cubicBezTo>
                <a:cubicBezTo>
                  <a:pt x="22" y="1"/>
                  <a:pt x="22" y="0"/>
                  <a:pt x="21" y="1"/>
                </a:cubicBezTo>
                <a:cubicBezTo>
                  <a:pt x="21" y="1"/>
                  <a:pt x="20" y="1"/>
                  <a:pt x="20" y="2"/>
                </a:cubicBezTo>
                <a:cubicBezTo>
                  <a:pt x="19" y="4"/>
                  <a:pt x="16" y="9"/>
                  <a:pt x="15" y="12"/>
                </a:cubicBezTo>
                <a:cubicBezTo>
                  <a:pt x="15" y="12"/>
                  <a:pt x="6" y="13"/>
                  <a:pt x="3" y="13"/>
                </a:cubicBezTo>
                <a:cubicBezTo>
                  <a:pt x="0" y="14"/>
                  <a:pt x="2" y="15"/>
                  <a:pt x="3" y="16"/>
                </a:cubicBezTo>
                <a:cubicBezTo>
                  <a:pt x="4" y="17"/>
                  <a:pt x="11" y="23"/>
                  <a:pt x="11" y="23"/>
                </a:cubicBezTo>
                <a:cubicBezTo>
                  <a:pt x="11" y="23"/>
                  <a:pt x="9" y="33"/>
                  <a:pt x="9" y="35"/>
                </a:cubicBezTo>
                <a:cubicBezTo>
                  <a:pt x="8" y="37"/>
                  <a:pt x="9" y="37"/>
                  <a:pt x="11" y="36"/>
                </a:cubicBezTo>
                <a:cubicBezTo>
                  <a:pt x="12" y="36"/>
                  <a:pt x="21" y="31"/>
                  <a:pt x="21" y="31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31" y="36"/>
                  <a:pt x="32" y="36"/>
                </a:cubicBezTo>
                <a:cubicBezTo>
                  <a:pt x="33" y="37"/>
                  <a:pt x="34" y="37"/>
                  <a:pt x="34" y="35"/>
                </a:cubicBezTo>
                <a:cubicBezTo>
                  <a:pt x="33" y="33"/>
                  <a:pt x="32" y="23"/>
                  <a:pt x="32" y="23"/>
                </a:cubicBezTo>
                <a:cubicBezTo>
                  <a:pt x="32" y="23"/>
                  <a:pt x="39" y="17"/>
                  <a:pt x="40" y="16"/>
                </a:cubicBezTo>
                <a:cubicBezTo>
                  <a:pt x="40" y="15"/>
                  <a:pt x="42" y="14"/>
                  <a:pt x="39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2" name="Freeform 54"/>
          <p:cNvSpPr>
            <a:spLocks/>
          </p:cNvSpPr>
          <p:nvPr/>
        </p:nvSpPr>
        <p:spPr bwMode="auto">
          <a:xfrm>
            <a:off x="14511769" y="1489503"/>
            <a:ext cx="80758" cy="69452"/>
          </a:xfrm>
          <a:custGeom>
            <a:avLst/>
            <a:gdLst>
              <a:gd name="T0" fmla="*/ 21 w 42"/>
              <a:gd name="T1" fmla="*/ 0 h 36"/>
              <a:gd name="T2" fmla="*/ 21 w 42"/>
              <a:gd name="T3" fmla="*/ 0 h 36"/>
              <a:gd name="T4" fmla="*/ 20 w 42"/>
              <a:gd name="T5" fmla="*/ 1 h 36"/>
              <a:gd name="T6" fmla="*/ 15 w 42"/>
              <a:gd name="T7" fmla="*/ 11 h 36"/>
              <a:gd name="T8" fmla="*/ 3 w 42"/>
              <a:gd name="T9" fmla="*/ 12 h 36"/>
              <a:gd name="T10" fmla="*/ 3 w 42"/>
              <a:gd name="T11" fmla="*/ 15 h 36"/>
              <a:gd name="T12" fmla="*/ 11 w 42"/>
              <a:gd name="T13" fmla="*/ 23 h 36"/>
              <a:gd name="T14" fmla="*/ 9 w 42"/>
              <a:gd name="T15" fmla="*/ 34 h 36"/>
              <a:gd name="T16" fmla="*/ 9 w 42"/>
              <a:gd name="T17" fmla="*/ 36 h 36"/>
              <a:gd name="T18" fmla="*/ 10 w 42"/>
              <a:gd name="T19" fmla="*/ 35 h 36"/>
              <a:gd name="T20" fmla="*/ 20 w 42"/>
              <a:gd name="T21" fmla="*/ 30 h 36"/>
              <a:gd name="T22" fmla="*/ 21 w 42"/>
              <a:gd name="T23" fmla="*/ 30 h 36"/>
              <a:gd name="T24" fmla="*/ 22 w 42"/>
              <a:gd name="T25" fmla="*/ 30 h 36"/>
              <a:gd name="T26" fmla="*/ 32 w 42"/>
              <a:gd name="T27" fmla="*/ 35 h 36"/>
              <a:gd name="T28" fmla="*/ 33 w 42"/>
              <a:gd name="T29" fmla="*/ 36 h 36"/>
              <a:gd name="T30" fmla="*/ 33 w 42"/>
              <a:gd name="T31" fmla="*/ 34 h 36"/>
              <a:gd name="T32" fmla="*/ 31 w 42"/>
              <a:gd name="T33" fmla="*/ 23 h 36"/>
              <a:gd name="T34" fmla="*/ 39 w 42"/>
              <a:gd name="T35" fmla="*/ 15 h 36"/>
              <a:gd name="T36" fmla="*/ 39 w 42"/>
              <a:gd name="T37" fmla="*/ 12 h 36"/>
              <a:gd name="T38" fmla="*/ 27 w 42"/>
              <a:gd name="T39" fmla="*/ 11 h 36"/>
              <a:gd name="T40" fmla="*/ 22 w 42"/>
              <a:gd name="T41" fmla="*/ 1 h 36"/>
              <a:gd name="T42" fmla="*/ 21 w 42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36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20" y="1"/>
                </a:cubicBezTo>
                <a:cubicBezTo>
                  <a:pt x="19" y="3"/>
                  <a:pt x="16" y="8"/>
                  <a:pt x="15" y="11"/>
                </a:cubicBezTo>
                <a:cubicBezTo>
                  <a:pt x="15" y="11"/>
                  <a:pt x="6" y="12"/>
                  <a:pt x="3" y="12"/>
                </a:cubicBezTo>
                <a:cubicBezTo>
                  <a:pt x="0" y="13"/>
                  <a:pt x="2" y="14"/>
                  <a:pt x="3" y="15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2"/>
                  <a:pt x="9" y="34"/>
                </a:cubicBezTo>
                <a:cubicBezTo>
                  <a:pt x="8" y="35"/>
                  <a:pt x="9" y="36"/>
                  <a:pt x="9" y="36"/>
                </a:cubicBezTo>
                <a:cubicBezTo>
                  <a:pt x="10" y="36"/>
                  <a:pt x="10" y="36"/>
                  <a:pt x="10" y="35"/>
                </a:cubicBezTo>
                <a:cubicBezTo>
                  <a:pt x="12" y="35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0" y="35"/>
                  <a:pt x="32" y="35"/>
                </a:cubicBezTo>
                <a:cubicBezTo>
                  <a:pt x="32" y="36"/>
                  <a:pt x="32" y="36"/>
                  <a:pt x="33" y="36"/>
                </a:cubicBezTo>
                <a:cubicBezTo>
                  <a:pt x="33" y="36"/>
                  <a:pt x="34" y="35"/>
                  <a:pt x="33" y="34"/>
                </a:cubicBezTo>
                <a:cubicBezTo>
                  <a:pt x="33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2" y="13"/>
                  <a:pt x="39" y="12"/>
                </a:cubicBez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3" y="2"/>
                  <a:pt x="22" y="1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3" name="Freeform 55"/>
          <p:cNvSpPr>
            <a:spLocks/>
          </p:cNvSpPr>
          <p:nvPr/>
        </p:nvSpPr>
        <p:spPr bwMode="auto">
          <a:xfrm>
            <a:off x="13908519" y="152049"/>
            <a:ext cx="78335" cy="68644"/>
          </a:xfrm>
          <a:custGeom>
            <a:avLst/>
            <a:gdLst>
              <a:gd name="T0" fmla="*/ 38 w 41"/>
              <a:gd name="T1" fmla="*/ 13 h 36"/>
              <a:gd name="T2" fmla="*/ 27 w 41"/>
              <a:gd name="T3" fmla="*/ 11 h 36"/>
              <a:gd name="T4" fmla="*/ 21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2 w 41"/>
              <a:gd name="T13" fmla="*/ 13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6 h 36"/>
              <a:gd name="T22" fmla="*/ 20 w 41"/>
              <a:gd name="T23" fmla="*/ 30 h 36"/>
              <a:gd name="T24" fmla="*/ 20 w 41"/>
              <a:gd name="T25" fmla="*/ 30 h 36"/>
              <a:gd name="T26" fmla="*/ 21 w 41"/>
              <a:gd name="T27" fmla="*/ 30 h 36"/>
              <a:gd name="T28" fmla="*/ 31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8" y="13"/>
                </a:moveTo>
                <a:cubicBezTo>
                  <a:pt x="35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1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4" name="Freeform 56"/>
          <p:cNvSpPr>
            <a:spLocks/>
          </p:cNvSpPr>
          <p:nvPr/>
        </p:nvSpPr>
        <p:spPr bwMode="auto">
          <a:xfrm>
            <a:off x="12857594" y="941036"/>
            <a:ext cx="78335" cy="68644"/>
          </a:xfrm>
          <a:custGeom>
            <a:avLst/>
            <a:gdLst>
              <a:gd name="T0" fmla="*/ 20 w 41"/>
              <a:gd name="T1" fmla="*/ 0 h 36"/>
              <a:gd name="T2" fmla="*/ 20 w 41"/>
              <a:gd name="T3" fmla="*/ 0 h 36"/>
              <a:gd name="T4" fmla="*/ 19 w 41"/>
              <a:gd name="T5" fmla="*/ 1 h 36"/>
              <a:gd name="T6" fmla="*/ 14 w 41"/>
              <a:gd name="T7" fmla="*/ 11 h 36"/>
              <a:gd name="T8" fmla="*/ 2 w 41"/>
              <a:gd name="T9" fmla="*/ 12 h 36"/>
              <a:gd name="T10" fmla="*/ 2 w 41"/>
              <a:gd name="T11" fmla="*/ 15 h 36"/>
              <a:gd name="T12" fmla="*/ 10 w 41"/>
              <a:gd name="T13" fmla="*/ 23 h 36"/>
              <a:gd name="T14" fmla="*/ 8 w 41"/>
              <a:gd name="T15" fmla="*/ 34 h 36"/>
              <a:gd name="T16" fmla="*/ 9 w 41"/>
              <a:gd name="T17" fmla="*/ 36 h 36"/>
              <a:gd name="T18" fmla="*/ 10 w 41"/>
              <a:gd name="T19" fmla="*/ 35 h 36"/>
              <a:gd name="T20" fmla="*/ 20 w 41"/>
              <a:gd name="T21" fmla="*/ 30 h 36"/>
              <a:gd name="T22" fmla="*/ 20 w 41"/>
              <a:gd name="T23" fmla="*/ 29 h 36"/>
              <a:gd name="T24" fmla="*/ 21 w 41"/>
              <a:gd name="T25" fmla="*/ 30 h 36"/>
              <a:gd name="T26" fmla="*/ 31 w 41"/>
              <a:gd name="T27" fmla="*/ 35 h 36"/>
              <a:gd name="T28" fmla="*/ 32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2 h 36"/>
              <a:gd name="T38" fmla="*/ 27 w 41"/>
              <a:gd name="T39" fmla="*/ 11 h 36"/>
              <a:gd name="T40" fmla="*/ 21 w 41"/>
              <a:gd name="T41" fmla="*/ 1 h 36"/>
              <a:gd name="T42" fmla="*/ 20 w 41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36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2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5"/>
                  <a:pt x="8" y="36"/>
                  <a:pt x="9" y="36"/>
                </a:cubicBezTo>
                <a:cubicBezTo>
                  <a:pt x="9" y="36"/>
                  <a:pt x="9" y="36"/>
                  <a:pt x="10" y="35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29"/>
                  <a:pt x="20" y="29"/>
                  <a:pt x="20" y="29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5"/>
                </a:cubicBezTo>
                <a:cubicBezTo>
                  <a:pt x="31" y="36"/>
                  <a:pt x="32" y="36"/>
                  <a:pt x="32" y="36"/>
                </a:cubicBezTo>
                <a:cubicBezTo>
                  <a:pt x="33" y="36"/>
                  <a:pt x="33" y="35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2"/>
                </a:cubicBez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5" name="Freeform 57"/>
          <p:cNvSpPr>
            <a:spLocks/>
          </p:cNvSpPr>
          <p:nvPr/>
        </p:nvSpPr>
        <p:spPr bwMode="auto">
          <a:xfrm>
            <a:off x="7121956" y="699736"/>
            <a:ext cx="78335" cy="68644"/>
          </a:xfrm>
          <a:custGeom>
            <a:avLst/>
            <a:gdLst>
              <a:gd name="T0" fmla="*/ 20 w 41"/>
              <a:gd name="T1" fmla="*/ 0 h 36"/>
              <a:gd name="T2" fmla="*/ 20 w 41"/>
              <a:gd name="T3" fmla="*/ 0 h 36"/>
              <a:gd name="T4" fmla="*/ 19 w 41"/>
              <a:gd name="T5" fmla="*/ 1 h 36"/>
              <a:gd name="T6" fmla="*/ 14 w 41"/>
              <a:gd name="T7" fmla="*/ 11 h 36"/>
              <a:gd name="T8" fmla="*/ 2 w 41"/>
              <a:gd name="T9" fmla="*/ 13 h 36"/>
              <a:gd name="T10" fmla="*/ 2 w 41"/>
              <a:gd name="T11" fmla="*/ 15 h 36"/>
              <a:gd name="T12" fmla="*/ 10 w 41"/>
              <a:gd name="T13" fmla="*/ 23 h 36"/>
              <a:gd name="T14" fmla="*/ 8 w 41"/>
              <a:gd name="T15" fmla="*/ 34 h 36"/>
              <a:gd name="T16" fmla="*/ 9 w 41"/>
              <a:gd name="T17" fmla="*/ 36 h 36"/>
              <a:gd name="T18" fmla="*/ 10 w 41"/>
              <a:gd name="T19" fmla="*/ 36 h 36"/>
              <a:gd name="T20" fmla="*/ 20 w 41"/>
              <a:gd name="T21" fmla="*/ 30 h 36"/>
              <a:gd name="T22" fmla="*/ 20 w 41"/>
              <a:gd name="T23" fmla="*/ 30 h 36"/>
              <a:gd name="T24" fmla="*/ 21 w 41"/>
              <a:gd name="T25" fmla="*/ 30 h 36"/>
              <a:gd name="T26" fmla="*/ 31 w 41"/>
              <a:gd name="T27" fmla="*/ 36 h 36"/>
              <a:gd name="T28" fmla="*/ 32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3 h 36"/>
              <a:gd name="T38" fmla="*/ 27 w 41"/>
              <a:gd name="T39" fmla="*/ 11 h 36"/>
              <a:gd name="T40" fmla="*/ 21 w 41"/>
              <a:gd name="T41" fmla="*/ 1 h 36"/>
              <a:gd name="T42" fmla="*/ 20 w 41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36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5"/>
                  <a:pt x="8" y="36"/>
                  <a:pt x="9" y="36"/>
                </a:cubicBezTo>
                <a:cubicBezTo>
                  <a:pt x="9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1" y="36"/>
                  <a:pt x="32" y="36"/>
                  <a:pt x="32" y="36"/>
                </a:cubicBezTo>
                <a:cubicBezTo>
                  <a:pt x="32" y="36"/>
                  <a:pt x="33" y="35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3"/>
                </a:cubicBezTo>
                <a:cubicBezTo>
                  <a:pt x="35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1"/>
                  <a:pt x="21" y="0"/>
                  <a:pt x="20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6" name="Freeform 58"/>
          <p:cNvSpPr>
            <a:spLocks/>
          </p:cNvSpPr>
          <p:nvPr/>
        </p:nvSpPr>
        <p:spPr bwMode="auto">
          <a:xfrm>
            <a:off x="4420031" y="1436336"/>
            <a:ext cx="78335" cy="68644"/>
          </a:xfrm>
          <a:custGeom>
            <a:avLst/>
            <a:gdLst>
              <a:gd name="T0" fmla="*/ 39 w 41"/>
              <a:gd name="T1" fmla="*/ 12 h 36"/>
              <a:gd name="T2" fmla="*/ 27 w 41"/>
              <a:gd name="T3" fmla="*/ 11 h 36"/>
              <a:gd name="T4" fmla="*/ 22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2 w 41"/>
              <a:gd name="T13" fmla="*/ 12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5 h 36"/>
              <a:gd name="T22" fmla="*/ 20 w 41"/>
              <a:gd name="T23" fmla="*/ 30 h 36"/>
              <a:gd name="T24" fmla="*/ 20 w 41"/>
              <a:gd name="T25" fmla="*/ 29 h 36"/>
              <a:gd name="T26" fmla="*/ 21 w 41"/>
              <a:gd name="T27" fmla="*/ 30 h 36"/>
              <a:gd name="T28" fmla="*/ 31 w 41"/>
              <a:gd name="T29" fmla="*/ 35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9 w 41"/>
              <a:gd name="T3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9" y="12"/>
                </a:move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2" y="2"/>
                  <a:pt x="22" y="1"/>
                </a:cubicBezTo>
                <a:cubicBezTo>
                  <a:pt x="21" y="0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2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9" y="32"/>
                  <a:pt x="8" y="34"/>
                </a:cubicBezTo>
                <a:cubicBezTo>
                  <a:pt x="8" y="36"/>
                  <a:pt x="9" y="36"/>
                  <a:pt x="10" y="35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29"/>
                  <a:pt x="20" y="29"/>
                  <a:pt x="20" y="29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5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9" y="12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7" name="Freeform 59"/>
          <p:cNvSpPr>
            <a:spLocks/>
          </p:cNvSpPr>
          <p:nvPr/>
        </p:nvSpPr>
        <p:spPr bwMode="auto">
          <a:xfrm>
            <a:off x="7763306" y="1436334"/>
            <a:ext cx="80758" cy="68645"/>
          </a:xfrm>
          <a:custGeom>
            <a:avLst/>
            <a:gdLst>
              <a:gd name="T0" fmla="*/ 39 w 42"/>
              <a:gd name="T1" fmla="*/ 12 h 36"/>
              <a:gd name="T2" fmla="*/ 28 w 42"/>
              <a:gd name="T3" fmla="*/ 11 h 36"/>
              <a:gd name="T4" fmla="*/ 22 w 42"/>
              <a:gd name="T5" fmla="*/ 1 h 36"/>
              <a:gd name="T6" fmla="*/ 21 w 42"/>
              <a:gd name="T7" fmla="*/ 0 h 36"/>
              <a:gd name="T8" fmla="*/ 20 w 42"/>
              <a:gd name="T9" fmla="*/ 1 h 36"/>
              <a:gd name="T10" fmla="*/ 15 w 42"/>
              <a:gd name="T11" fmla="*/ 11 h 36"/>
              <a:gd name="T12" fmla="*/ 3 w 42"/>
              <a:gd name="T13" fmla="*/ 12 h 36"/>
              <a:gd name="T14" fmla="*/ 3 w 42"/>
              <a:gd name="T15" fmla="*/ 15 h 36"/>
              <a:gd name="T16" fmla="*/ 11 w 42"/>
              <a:gd name="T17" fmla="*/ 23 h 36"/>
              <a:gd name="T18" fmla="*/ 9 w 42"/>
              <a:gd name="T19" fmla="*/ 34 h 36"/>
              <a:gd name="T20" fmla="*/ 11 w 42"/>
              <a:gd name="T21" fmla="*/ 35 h 36"/>
              <a:gd name="T22" fmla="*/ 21 w 42"/>
              <a:gd name="T23" fmla="*/ 30 h 36"/>
              <a:gd name="T24" fmla="*/ 21 w 42"/>
              <a:gd name="T25" fmla="*/ 29 h 36"/>
              <a:gd name="T26" fmla="*/ 22 w 42"/>
              <a:gd name="T27" fmla="*/ 30 h 36"/>
              <a:gd name="T28" fmla="*/ 32 w 42"/>
              <a:gd name="T29" fmla="*/ 35 h 36"/>
              <a:gd name="T30" fmla="*/ 34 w 42"/>
              <a:gd name="T31" fmla="*/ 34 h 36"/>
              <a:gd name="T32" fmla="*/ 32 w 42"/>
              <a:gd name="T33" fmla="*/ 23 h 36"/>
              <a:gd name="T34" fmla="*/ 40 w 42"/>
              <a:gd name="T35" fmla="*/ 15 h 36"/>
              <a:gd name="T36" fmla="*/ 39 w 42"/>
              <a:gd name="T3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2" h="36">
                <a:moveTo>
                  <a:pt x="39" y="12"/>
                </a:moveTo>
                <a:cubicBezTo>
                  <a:pt x="36" y="12"/>
                  <a:pt x="28" y="11"/>
                  <a:pt x="28" y="11"/>
                </a:cubicBezTo>
                <a:cubicBezTo>
                  <a:pt x="28" y="11"/>
                  <a:pt x="23" y="2"/>
                  <a:pt x="22" y="1"/>
                </a:cubicBezTo>
                <a:cubicBezTo>
                  <a:pt x="22" y="0"/>
                  <a:pt x="22" y="0"/>
                  <a:pt x="21" y="0"/>
                </a:cubicBezTo>
                <a:cubicBezTo>
                  <a:pt x="21" y="0"/>
                  <a:pt x="20" y="0"/>
                  <a:pt x="20" y="1"/>
                </a:cubicBezTo>
                <a:cubicBezTo>
                  <a:pt x="19" y="3"/>
                  <a:pt x="16" y="8"/>
                  <a:pt x="15" y="11"/>
                </a:cubicBezTo>
                <a:cubicBezTo>
                  <a:pt x="15" y="11"/>
                  <a:pt x="6" y="12"/>
                  <a:pt x="3" y="12"/>
                </a:cubicBezTo>
                <a:cubicBezTo>
                  <a:pt x="0" y="13"/>
                  <a:pt x="2" y="14"/>
                  <a:pt x="3" y="15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2"/>
                  <a:pt x="9" y="34"/>
                </a:cubicBezTo>
                <a:cubicBezTo>
                  <a:pt x="8" y="36"/>
                  <a:pt x="9" y="36"/>
                  <a:pt x="11" y="35"/>
                </a:cubicBezTo>
                <a:cubicBezTo>
                  <a:pt x="12" y="35"/>
                  <a:pt x="21" y="30"/>
                  <a:pt x="21" y="30"/>
                </a:cubicBezTo>
                <a:cubicBezTo>
                  <a:pt x="21" y="29"/>
                  <a:pt x="21" y="29"/>
                  <a:pt x="21" y="29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1" y="35"/>
                  <a:pt x="32" y="35"/>
                </a:cubicBezTo>
                <a:cubicBezTo>
                  <a:pt x="33" y="36"/>
                  <a:pt x="34" y="36"/>
                  <a:pt x="34" y="34"/>
                </a:cubicBezTo>
                <a:cubicBezTo>
                  <a:pt x="33" y="32"/>
                  <a:pt x="32" y="23"/>
                  <a:pt x="32" y="23"/>
                </a:cubicBezTo>
                <a:cubicBezTo>
                  <a:pt x="32" y="23"/>
                  <a:pt x="39" y="16"/>
                  <a:pt x="40" y="15"/>
                </a:cubicBezTo>
                <a:cubicBezTo>
                  <a:pt x="40" y="14"/>
                  <a:pt x="42" y="13"/>
                  <a:pt x="39" y="12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37" name="组合 236" hidden="1"/>
          <p:cNvGrpSpPr/>
          <p:nvPr/>
        </p:nvGrpSpPr>
        <p:grpSpPr>
          <a:xfrm>
            <a:off x="-581025" y="-610041"/>
            <a:ext cx="13487399" cy="5368925"/>
            <a:chOff x="-581025" y="841375"/>
            <a:chExt cx="13487399" cy="5368925"/>
          </a:xfrm>
        </p:grpSpPr>
        <p:sp>
          <p:nvSpPr>
            <p:cNvPr id="238" name="AutoShape 3"/>
            <p:cNvSpPr>
              <a:spLocks noChangeAspect="1" noChangeArrowheads="1" noTextEdit="1"/>
            </p:cNvSpPr>
            <p:nvPr/>
          </p:nvSpPr>
          <p:spPr bwMode="auto">
            <a:xfrm>
              <a:off x="-581025" y="841375"/>
              <a:ext cx="13354050" cy="536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9" name="Freeform 5"/>
            <p:cNvSpPr>
              <a:spLocks/>
            </p:cNvSpPr>
            <p:nvPr/>
          </p:nvSpPr>
          <p:spPr bwMode="auto">
            <a:xfrm>
              <a:off x="8220075" y="2249488"/>
              <a:ext cx="3752850" cy="2517775"/>
            </a:xfrm>
            <a:custGeom>
              <a:avLst/>
              <a:gdLst>
                <a:gd name="T0" fmla="*/ 2045 w 2364"/>
                <a:gd name="T1" fmla="*/ 1586 h 1586"/>
                <a:gd name="T2" fmla="*/ 0 w 2364"/>
                <a:gd name="T3" fmla="*/ 1586 h 1586"/>
                <a:gd name="T4" fmla="*/ 1185 w 2364"/>
                <a:gd name="T5" fmla="*/ 0 h 1586"/>
                <a:gd name="T6" fmla="*/ 2364 w 2364"/>
                <a:gd name="T7" fmla="*/ 1586 h 1586"/>
                <a:gd name="T8" fmla="*/ 2045 w 2364"/>
                <a:gd name="T9" fmla="*/ 1586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4" h="1586">
                  <a:moveTo>
                    <a:pt x="2045" y="1586"/>
                  </a:moveTo>
                  <a:lnTo>
                    <a:pt x="0" y="1586"/>
                  </a:lnTo>
                  <a:lnTo>
                    <a:pt x="1185" y="0"/>
                  </a:lnTo>
                  <a:lnTo>
                    <a:pt x="2364" y="1586"/>
                  </a:lnTo>
                  <a:lnTo>
                    <a:pt x="2045" y="1586"/>
                  </a:ln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0" name="Freeform 6"/>
            <p:cNvSpPr>
              <a:spLocks/>
            </p:cNvSpPr>
            <p:nvPr/>
          </p:nvSpPr>
          <p:spPr bwMode="auto">
            <a:xfrm>
              <a:off x="10101263" y="2249488"/>
              <a:ext cx="1871663" cy="2517775"/>
            </a:xfrm>
            <a:custGeom>
              <a:avLst/>
              <a:gdLst>
                <a:gd name="T0" fmla="*/ 1179 w 1179"/>
                <a:gd name="T1" fmla="*/ 1586 h 1586"/>
                <a:gd name="T2" fmla="*/ 860 w 1179"/>
                <a:gd name="T3" fmla="*/ 1586 h 1586"/>
                <a:gd name="T4" fmla="*/ 395 w 1179"/>
                <a:gd name="T5" fmla="*/ 1586 h 1586"/>
                <a:gd name="T6" fmla="*/ 0 w 1179"/>
                <a:gd name="T7" fmla="*/ 0 h 1586"/>
                <a:gd name="T8" fmla="*/ 1179 w 1179"/>
                <a:gd name="T9" fmla="*/ 1586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9" h="1586">
                  <a:moveTo>
                    <a:pt x="1179" y="1586"/>
                  </a:moveTo>
                  <a:lnTo>
                    <a:pt x="860" y="1586"/>
                  </a:lnTo>
                  <a:lnTo>
                    <a:pt x="395" y="1586"/>
                  </a:lnTo>
                  <a:lnTo>
                    <a:pt x="0" y="0"/>
                  </a:lnTo>
                  <a:lnTo>
                    <a:pt x="1179" y="1586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1" name="Freeform 7"/>
            <p:cNvSpPr>
              <a:spLocks/>
            </p:cNvSpPr>
            <p:nvPr/>
          </p:nvSpPr>
          <p:spPr bwMode="auto">
            <a:xfrm>
              <a:off x="9523413" y="2249488"/>
              <a:ext cx="1204913" cy="2517775"/>
            </a:xfrm>
            <a:custGeom>
              <a:avLst/>
              <a:gdLst>
                <a:gd name="T0" fmla="*/ 364 w 759"/>
                <a:gd name="T1" fmla="*/ 0 h 1586"/>
                <a:gd name="T2" fmla="*/ 0 w 759"/>
                <a:gd name="T3" fmla="*/ 1586 h 1586"/>
                <a:gd name="T4" fmla="*/ 759 w 759"/>
                <a:gd name="T5" fmla="*/ 1586 h 1586"/>
                <a:gd name="T6" fmla="*/ 364 w 759"/>
                <a:gd name="T7" fmla="*/ 0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9" h="1586">
                  <a:moveTo>
                    <a:pt x="364" y="0"/>
                  </a:moveTo>
                  <a:lnTo>
                    <a:pt x="0" y="1586"/>
                  </a:lnTo>
                  <a:lnTo>
                    <a:pt x="759" y="1586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1B3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2" name="Freeform 8"/>
            <p:cNvSpPr>
              <a:spLocks/>
            </p:cNvSpPr>
            <p:nvPr/>
          </p:nvSpPr>
          <p:spPr bwMode="auto">
            <a:xfrm>
              <a:off x="10101263" y="2249488"/>
              <a:ext cx="558800" cy="895350"/>
            </a:xfrm>
            <a:custGeom>
              <a:avLst/>
              <a:gdLst>
                <a:gd name="T0" fmla="*/ 0 w 149"/>
                <a:gd name="T1" fmla="*/ 0 h 238"/>
                <a:gd name="T2" fmla="*/ 149 w 149"/>
                <a:gd name="T3" fmla="*/ 200 h 238"/>
                <a:gd name="T4" fmla="*/ 141 w 149"/>
                <a:gd name="T5" fmla="*/ 196 h 238"/>
                <a:gd name="T6" fmla="*/ 105 w 149"/>
                <a:gd name="T7" fmla="*/ 195 h 238"/>
                <a:gd name="T8" fmla="*/ 104 w 149"/>
                <a:gd name="T9" fmla="*/ 238 h 238"/>
                <a:gd name="T10" fmla="*/ 55 w 149"/>
                <a:gd name="T11" fmla="*/ 220 h 238"/>
                <a:gd name="T12" fmla="*/ 0 w 149"/>
                <a:gd name="T13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238">
                  <a:moveTo>
                    <a:pt x="0" y="0"/>
                  </a:moveTo>
                  <a:cubicBezTo>
                    <a:pt x="149" y="200"/>
                    <a:pt x="149" y="200"/>
                    <a:pt x="149" y="200"/>
                  </a:cubicBezTo>
                  <a:cubicBezTo>
                    <a:pt x="141" y="196"/>
                    <a:pt x="141" y="196"/>
                    <a:pt x="141" y="196"/>
                  </a:cubicBezTo>
                  <a:cubicBezTo>
                    <a:pt x="127" y="191"/>
                    <a:pt x="107" y="179"/>
                    <a:pt x="105" y="195"/>
                  </a:cubicBezTo>
                  <a:cubicBezTo>
                    <a:pt x="104" y="238"/>
                    <a:pt x="104" y="238"/>
                    <a:pt x="104" y="238"/>
                  </a:cubicBezTo>
                  <a:cubicBezTo>
                    <a:pt x="55" y="220"/>
                    <a:pt x="55" y="220"/>
                    <a:pt x="55" y="22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3" name="Freeform 9"/>
            <p:cNvSpPr>
              <a:spLocks/>
            </p:cNvSpPr>
            <p:nvPr/>
          </p:nvSpPr>
          <p:spPr bwMode="auto">
            <a:xfrm>
              <a:off x="9920288" y="2249488"/>
              <a:ext cx="387350" cy="1104900"/>
            </a:xfrm>
            <a:custGeom>
              <a:avLst/>
              <a:gdLst>
                <a:gd name="T0" fmla="*/ 0 w 103"/>
                <a:gd name="T1" fmla="*/ 209 h 294"/>
                <a:gd name="T2" fmla="*/ 8 w 103"/>
                <a:gd name="T3" fmla="*/ 289 h 294"/>
                <a:gd name="T4" fmla="*/ 43 w 103"/>
                <a:gd name="T5" fmla="*/ 238 h 294"/>
                <a:gd name="T6" fmla="*/ 60 w 103"/>
                <a:gd name="T7" fmla="*/ 238 h 294"/>
                <a:gd name="T8" fmla="*/ 97 w 103"/>
                <a:gd name="T9" fmla="*/ 294 h 294"/>
                <a:gd name="T10" fmla="*/ 103 w 103"/>
                <a:gd name="T11" fmla="*/ 220 h 294"/>
                <a:gd name="T12" fmla="*/ 48 w 103"/>
                <a:gd name="T13" fmla="*/ 0 h 294"/>
                <a:gd name="T14" fmla="*/ 0 w 103"/>
                <a:gd name="T15" fmla="*/ 20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294">
                  <a:moveTo>
                    <a:pt x="0" y="209"/>
                  </a:moveTo>
                  <a:cubicBezTo>
                    <a:pt x="8" y="289"/>
                    <a:pt x="8" y="289"/>
                    <a:pt x="8" y="289"/>
                  </a:cubicBezTo>
                  <a:cubicBezTo>
                    <a:pt x="43" y="238"/>
                    <a:pt x="43" y="238"/>
                    <a:pt x="43" y="238"/>
                  </a:cubicBezTo>
                  <a:cubicBezTo>
                    <a:pt x="47" y="232"/>
                    <a:pt x="56" y="232"/>
                    <a:pt x="60" y="238"/>
                  </a:cubicBezTo>
                  <a:cubicBezTo>
                    <a:pt x="97" y="294"/>
                    <a:pt x="97" y="294"/>
                    <a:pt x="97" y="294"/>
                  </a:cubicBezTo>
                  <a:cubicBezTo>
                    <a:pt x="103" y="220"/>
                    <a:pt x="103" y="220"/>
                    <a:pt x="103" y="22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209"/>
                  </a:lnTo>
                  <a:close/>
                </a:path>
              </a:pathLst>
            </a:custGeom>
            <a:solidFill>
              <a:srgbClr val="F6D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4" name="Freeform 10"/>
            <p:cNvSpPr>
              <a:spLocks/>
            </p:cNvSpPr>
            <p:nvPr/>
          </p:nvSpPr>
          <p:spPr bwMode="auto">
            <a:xfrm>
              <a:off x="9469438" y="2249488"/>
              <a:ext cx="631825" cy="958850"/>
            </a:xfrm>
            <a:custGeom>
              <a:avLst/>
              <a:gdLst>
                <a:gd name="T0" fmla="*/ 168 w 168"/>
                <a:gd name="T1" fmla="*/ 0 h 255"/>
                <a:gd name="T2" fmla="*/ 0 w 168"/>
                <a:gd name="T3" fmla="*/ 225 h 255"/>
                <a:gd name="T4" fmla="*/ 50 w 168"/>
                <a:gd name="T5" fmla="*/ 197 h 255"/>
                <a:gd name="T6" fmla="*/ 68 w 168"/>
                <a:gd name="T7" fmla="*/ 206 h 255"/>
                <a:gd name="T8" fmla="*/ 68 w 168"/>
                <a:gd name="T9" fmla="*/ 255 h 255"/>
                <a:gd name="T10" fmla="*/ 120 w 168"/>
                <a:gd name="T11" fmla="*/ 209 h 255"/>
                <a:gd name="T12" fmla="*/ 168 w 168"/>
                <a:gd name="T13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255">
                  <a:moveTo>
                    <a:pt x="168" y="0"/>
                  </a:moveTo>
                  <a:cubicBezTo>
                    <a:pt x="0" y="225"/>
                    <a:pt x="0" y="225"/>
                    <a:pt x="0" y="225"/>
                  </a:cubicBezTo>
                  <a:cubicBezTo>
                    <a:pt x="50" y="197"/>
                    <a:pt x="50" y="197"/>
                    <a:pt x="50" y="197"/>
                  </a:cubicBezTo>
                  <a:cubicBezTo>
                    <a:pt x="57" y="192"/>
                    <a:pt x="67" y="197"/>
                    <a:pt x="68" y="206"/>
                  </a:cubicBezTo>
                  <a:cubicBezTo>
                    <a:pt x="68" y="255"/>
                    <a:pt x="68" y="255"/>
                    <a:pt x="68" y="255"/>
                  </a:cubicBezTo>
                  <a:cubicBezTo>
                    <a:pt x="120" y="209"/>
                    <a:pt x="120" y="209"/>
                    <a:pt x="120" y="209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rgbClr val="FAF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5" name="Freeform 11"/>
            <p:cNvSpPr>
              <a:spLocks/>
            </p:cNvSpPr>
            <p:nvPr/>
          </p:nvSpPr>
          <p:spPr bwMode="auto">
            <a:xfrm>
              <a:off x="8167688" y="4632325"/>
              <a:ext cx="3929063" cy="112713"/>
            </a:xfrm>
            <a:custGeom>
              <a:avLst/>
              <a:gdLst>
                <a:gd name="T0" fmla="*/ 1047 w 1047"/>
                <a:gd name="T1" fmla="*/ 30 h 30"/>
                <a:gd name="T2" fmla="*/ 1018 w 1047"/>
                <a:gd name="T3" fmla="*/ 0 h 30"/>
                <a:gd name="T4" fmla="*/ 30 w 1047"/>
                <a:gd name="T5" fmla="*/ 0 h 30"/>
                <a:gd name="T6" fmla="*/ 0 w 1047"/>
                <a:gd name="T7" fmla="*/ 30 h 30"/>
                <a:gd name="T8" fmla="*/ 1047 w 1047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7" h="30">
                  <a:moveTo>
                    <a:pt x="1047" y="30"/>
                  </a:moveTo>
                  <a:cubicBezTo>
                    <a:pt x="1047" y="14"/>
                    <a:pt x="1034" y="0"/>
                    <a:pt x="101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0"/>
                  </a:cubicBezTo>
                  <a:lnTo>
                    <a:pt x="1047" y="30"/>
                  </a:lnTo>
                  <a:close/>
                </a:path>
              </a:pathLst>
            </a:custGeom>
            <a:solidFill>
              <a:srgbClr val="824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" name="Freeform 12"/>
            <p:cNvSpPr>
              <a:spLocks/>
            </p:cNvSpPr>
            <p:nvPr/>
          </p:nvSpPr>
          <p:spPr bwMode="auto">
            <a:xfrm>
              <a:off x="5922963" y="3662363"/>
              <a:ext cx="1647825" cy="1104900"/>
            </a:xfrm>
            <a:custGeom>
              <a:avLst/>
              <a:gdLst>
                <a:gd name="T0" fmla="*/ 518 w 1038"/>
                <a:gd name="T1" fmla="*/ 0 h 696"/>
                <a:gd name="T2" fmla="*/ 0 w 1038"/>
                <a:gd name="T3" fmla="*/ 696 h 696"/>
                <a:gd name="T4" fmla="*/ 140 w 1038"/>
                <a:gd name="T5" fmla="*/ 696 h 696"/>
                <a:gd name="T6" fmla="*/ 345 w 1038"/>
                <a:gd name="T7" fmla="*/ 696 h 696"/>
                <a:gd name="T8" fmla="*/ 1038 w 1038"/>
                <a:gd name="T9" fmla="*/ 696 h 696"/>
                <a:gd name="T10" fmla="*/ 518 w 1038"/>
                <a:gd name="T11" fmla="*/ 0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8" h="696">
                  <a:moveTo>
                    <a:pt x="518" y="0"/>
                  </a:moveTo>
                  <a:lnTo>
                    <a:pt x="0" y="696"/>
                  </a:lnTo>
                  <a:lnTo>
                    <a:pt x="140" y="696"/>
                  </a:lnTo>
                  <a:lnTo>
                    <a:pt x="345" y="696"/>
                  </a:lnTo>
                  <a:lnTo>
                    <a:pt x="1038" y="696"/>
                  </a:lnTo>
                  <a:lnTo>
                    <a:pt x="518" y="0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" name="Oval 13"/>
            <p:cNvSpPr>
              <a:spLocks noChangeArrowheads="1"/>
            </p:cNvSpPr>
            <p:nvPr/>
          </p:nvSpPr>
          <p:spPr bwMode="auto">
            <a:xfrm>
              <a:off x="4899025" y="2084388"/>
              <a:ext cx="1384300" cy="1387475"/>
            </a:xfrm>
            <a:prstGeom prst="ellipse">
              <a:avLst/>
            </a:prstGeom>
            <a:solidFill>
              <a:srgbClr val="39376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8" name="Freeform 14"/>
            <p:cNvSpPr>
              <a:spLocks/>
            </p:cNvSpPr>
            <p:nvPr/>
          </p:nvSpPr>
          <p:spPr bwMode="auto">
            <a:xfrm>
              <a:off x="6291263" y="4076700"/>
              <a:ext cx="2398713" cy="638175"/>
            </a:xfrm>
            <a:custGeom>
              <a:avLst/>
              <a:gdLst>
                <a:gd name="T0" fmla="*/ 0 w 639"/>
                <a:gd name="T1" fmla="*/ 170 h 170"/>
                <a:gd name="T2" fmla="*/ 319 w 639"/>
                <a:gd name="T3" fmla="*/ 0 h 170"/>
                <a:gd name="T4" fmla="*/ 639 w 639"/>
                <a:gd name="T5" fmla="*/ 170 h 170"/>
                <a:gd name="T6" fmla="*/ 0 w 639"/>
                <a:gd name="T7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9" h="170">
                  <a:moveTo>
                    <a:pt x="0" y="170"/>
                  </a:moveTo>
                  <a:cubicBezTo>
                    <a:pt x="45" y="69"/>
                    <a:pt x="174" y="0"/>
                    <a:pt x="319" y="0"/>
                  </a:cubicBezTo>
                  <a:cubicBezTo>
                    <a:pt x="465" y="0"/>
                    <a:pt x="593" y="69"/>
                    <a:pt x="639" y="170"/>
                  </a:cubicBezTo>
                  <a:lnTo>
                    <a:pt x="0" y="170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9" name="Freeform 15"/>
            <p:cNvSpPr>
              <a:spLocks/>
            </p:cNvSpPr>
            <p:nvPr/>
          </p:nvSpPr>
          <p:spPr bwMode="auto">
            <a:xfrm>
              <a:off x="4365625" y="4294188"/>
              <a:ext cx="2743200" cy="454025"/>
            </a:xfrm>
            <a:custGeom>
              <a:avLst/>
              <a:gdLst>
                <a:gd name="T0" fmla="*/ 0 w 731"/>
                <a:gd name="T1" fmla="*/ 121 h 121"/>
                <a:gd name="T2" fmla="*/ 365 w 731"/>
                <a:gd name="T3" fmla="*/ 0 h 121"/>
                <a:gd name="T4" fmla="*/ 731 w 731"/>
                <a:gd name="T5" fmla="*/ 121 h 121"/>
                <a:gd name="T6" fmla="*/ 0 w 73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1" h="121">
                  <a:moveTo>
                    <a:pt x="0" y="121"/>
                  </a:moveTo>
                  <a:cubicBezTo>
                    <a:pt x="72" y="47"/>
                    <a:pt x="213" y="0"/>
                    <a:pt x="365" y="0"/>
                  </a:cubicBezTo>
                  <a:cubicBezTo>
                    <a:pt x="518" y="0"/>
                    <a:pt x="658" y="47"/>
                    <a:pt x="731" y="121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0" name="Freeform 16"/>
            <p:cNvSpPr>
              <a:spLocks/>
            </p:cNvSpPr>
            <p:nvPr/>
          </p:nvSpPr>
          <p:spPr bwMode="auto">
            <a:xfrm>
              <a:off x="7256463" y="3144838"/>
              <a:ext cx="2432050" cy="1622425"/>
            </a:xfrm>
            <a:custGeom>
              <a:avLst/>
              <a:gdLst>
                <a:gd name="T0" fmla="*/ 0 w 1532"/>
                <a:gd name="T1" fmla="*/ 1022 h 1022"/>
                <a:gd name="T2" fmla="*/ 768 w 1532"/>
                <a:gd name="T3" fmla="*/ 0 h 1022"/>
                <a:gd name="T4" fmla="*/ 1532 w 1532"/>
                <a:gd name="T5" fmla="*/ 1022 h 1022"/>
                <a:gd name="T6" fmla="*/ 1324 w 1532"/>
                <a:gd name="T7" fmla="*/ 1022 h 1022"/>
                <a:gd name="T8" fmla="*/ 281 w 1532"/>
                <a:gd name="T9" fmla="*/ 1022 h 1022"/>
                <a:gd name="T10" fmla="*/ 0 w 1532"/>
                <a:gd name="T11" fmla="*/ 1022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32" h="1022">
                  <a:moveTo>
                    <a:pt x="0" y="1022"/>
                  </a:moveTo>
                  <a:lnTo>
                    <a:pt x="768" y="0"/>
                  </a:lnTo>
                  <a:lnTo>
                    <a:pt x="1532" y="1022"/>
                  </a:lnTo>
                  <a:lnTo>
                    <a:pt x="1324" y="1022"/>
                  </a:lnTo>
                  <a:lnTo>
                    <a:pt x="281" y="1022"/>
                  </a:lnTo>
                  <a:lnTo>
                    <a:pt x="0" y="1022"/>
                  </a:ln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1" name="Freeform 17"/>
            <p:cNvSpPr>
              <a:spLocks/>
            </p:cNvSpPr>
            <p:nvPr/>
          </p:nvSpPr>
          <p:spPr bwMode="auto">
            <a:xfrm>
              <a:off x="8475663" y="3144838"/>
              <a:ext cx="1212850" cy="1622425"/>
            </a:xfrm>
            <a:custGeom>
              <a:avLst/>
              <a:gdLst>
                <a:gd name="T0" fmla="*/ 764 w 764"/>
                <a:gd name="T1" fmla="*/ 1022 h 1022"/>
                <a:gd name="T2" fmla="*/ 556 w 764"/>
                <a:gd name="T3" fmla="*/ 1022 h 1022"/>
                <a:gd name="T4" fmla="*/ 253 w 764"/>
                <a:gd name="T5" fmla="*/ 1022 h 1022"/>
                <a:gd name="T6" fmla="*/ 0 w 764"/>
                <a:gd name="T7" fmla="*/ 0 h 1022"/>
                <a:gd name="T8" fmla="*/ 764 w 764"/>
                <a:gd name="T9" fmla="*/ 1022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4" h="1022">
                  <a:moveTo>
                    <a:pt x="764" y="1022"/>
                  </a:moveTo>
                  <a:lnTo>
                    <a:pt x="556" y="1022"/>
                  </a:lnTo>
                  <a:lnTo>
                    <a:pt x="253" y="1022"/>
                  </a:lnTo>
                  <a:lnTo>
                    <a:pt x="0" y="0"/>
                  </a:lnTo>
                  <a:lnTo>
                    <a:pt x="764" y="1022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2" name="Freeform 18"/>
            <p:cNvSpPr>
              <a:spLocks/>
            </p:cNvSpPr>
            <p:nvPr/>
          </p:nvSpPr>
          <p:spPr bwMode="auto">
            <a:xfrm>
              <a:off x="8101013" y="3144838"/>
              <a:ext cx="776288" cy="1622425"/>
            </a:xfrm>
            <a:custGeom>
              <a:avLst/>
              <a:gdLst>
                <a:gd name="T0" fmla="*/ 236 w 489"/>
                <a:gd name="T1" fmla="*/ 0 h 1022"/>
                <a:gd name="T2" fmla="*/ 0 w 489"/>
                <a:gd name="T3" fmla="*/ 1022 h 1022"/>
                <a:gd name="T4" fmla="*/ 489 w 489"/>
                <a:gd name="T5" fmla="*/ 1022 h 1022"/>
                <a:gd name="T6" fmla="*/ 236 w 489"/>
                <a:gd name="T7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9" h="1022">
                  <a:moveTo>
                    <a:pt x="236" y="0"/>
                  </a:moveTo>
                  <a:lnTo>
                    <a:pt x="0" y="1022"/>
                  </a:lnTo>
                  <a:lnTo>
                    <a:pt x="489" y="1022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1B3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3" name="Freeform 19"/>
            <p:cNvSpPr>
              <a:spLocks/>
            </p:cNvSpPr>
            <p:nvPr/>
          </p:nvSpPr>
          <p:spPr bwMode="auto">
            <a:xfrm>
              <a:off x="8475663" y="3144838"/>
              <a:ext cx="360363" cy="577850"/>
            </a:xfrm>
            <a:custGeom>
              <a:avLst/>
              <a:gdLst>
                <a:gd name="T0" fmla="*/ 0 w 96"/>
                <a:gd name="T1" fmla="*/ 0 h 154"/>
                <a:gd name="T2" fmla="*/ 96 w 96"/>
                <a:gd name="T3" fmla="*/ 129 h 154"/>
                <a:gd name="T4" fmla="*/ 91 w 96"/>
                <a:gd name="T5" fmla="*/ 126 h 154"/>
                <a:gd name="T6" fmla="*/ 70 w 96"/>
                <a:gd name="T7" fmla="*/ 140 h 154"/>
                <a:gd name="T8" fmla="*/ 69 w 96"/>
                <a:gd name="T9" fmla="*/ 154 h 154"/>
                <a:gd name="T10" fmla="*/ 35 w 96"/>
                <a:gd name="T11" fmla="*/ 141 h 154"/>
                <a:gd name="T12" fmla="*/ 0 w 96"/>
                <a:gd name="T1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54">
                  <a:moveTo>
                    <a:pt x="0" y="0"/>
                  </a:moveTo>
                  <a:cubicBezTo>
                    <a:pt x="96" y="129"/>
                    <a:pt x="96" y="129"/>
                    <a:pt x="96" y="129"/>
                  </a:cubicBezTo>
                  <a:cubicBezTo>
                    <a:pt x="91" y="126"/>
                    <a:pt x="91" y="126"/>
                    <a:pt x="91" y="126"/>
                  </a:cubicBezTo>
                  <a:cubicBezTo>
                    <a:pt x="81" y="122"/>
                    <a:pt x="70" y="129"/>
                    <a:pt x="70" y="140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35" y="141"/>
                    <a:pt x="35" y="141"/>
                    <a:pt x="35" y="14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4" name="Freeform 20"/>
            <p:cNvSpPr>
              <a:spLocks/>
            </p:cNvSpPr>
            <p:nvPr/>
          </p:nvSpPr>
          <p:spPr bwMode="auto">
            <a:xfrm>
              <a:off x="8359775" y="3144838"/>
              <a:ext cx="247650" cy="660400"/>
            </a:xfrm>
            <a:custGeom>
              <a:avLst/>
              <a:gdLst>
                <a:gd name="T0" fmla="*/ 0 w 66"/>
                <a:gd name="T1" fmla="*/ 135 h 176"/>
                <a:gd name="T2" fmla="*/ 12 w 66"/>
                <a:gd name="T3" fmla="*/ 154 h 176"/>
                <a:gd name="T4" fmla="*/ 19 w 66"/>
                <a:gd name="T5" fmla="*/ 145 h 176"/>
                <a:gd name="T6" fmla="*/ 40 w 66"/>
                <a:gd name="T7" fmla="*/ 150 h 176"/>
                <a:gd name="T8" fmla="*/ 56 w 66"/>
                <a:gd name="T9" fmla="*/ 176 h 176"/>
                <a:gd name="T10" fmla="*/ 66 w 66"/>
                <a:gd name="T11" fmla="*/ 141 h 176"/>
                <a:gd name="T12" fmla="*/ 31 w 66"/>
                <a:gd name="T13" fmla="*/ 0 h 176"/>
                <a:gd name="T14" fmla="*/ 0 w 66"/>
                <a:gd name="T15" fmla="*/ 13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76">
                  <a:moveTo>
                    <a:pt x="0" y="135"/>
                  </a:moveTo>
                  <a:cubicBezTo>
                    <a:pt x="12" y="154"/>
                    <a:pt x="12" y="154"/>
                    <a:pt x="12" y="154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25" y="136"/>
                    <a:pt x="36" y="142"/>
                    <a:pt x="40" y="150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66" y="141"/>
                    <a:pt x="66" y="141"/>
                    <a:pt x="66" y="14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0" y="135"/>
                  </a:lnTo>
                  <a:close/>
                </a:path>
              </a:pathLst>
            </a:custGeom>
            <a:solidFill>
              <a:srgbClr val="F6D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5" name="Freeform 21"/>
            <p:cNvSpPr>
              <a:spLocks/>
            </p:cNvSpPr>
            <p:nvPr/>
          </p:nvSpPr>
          <p:spPr bwMode="auto">
            <a:xfrm>
              <a:off x="8062913" y="3144838"/>
              <a:ext cx="412750" cy="544513"/>
            </a:xfrm>
            <a:custGeom>
              <a:avLst/>
              <a:gdLst>
                <a:gd name="T0" fmla="*/ 110 w 110"/>
                <a:gd name="T1" fmla="*/ 0 h 145"/>
                <a:gd name="T2" fmla="*/ 0 w 110"/>
                <a:gd name="T3" fmla="*/ 145 h 145"/>
                <a:gd name="T4" fmla="*/ 28 w 110"/>
                <a:gd name="T5" fmla="*/ 124 h 145"/>
                <a:gd name="T6" fmla="*/ 55 w 110"/>
                <a:gd name="T7" fmla="*/ 135 h 145"/>
                <a:gd name="T8" fmla="*/ 56 w 110"/>
                <a:gd name="T9" fmla="*/ 143 h 145"/>
                <a:gd name="T10" fmla="*/ 79 w 110"/>
                <a:gd name="T11" fmla="*/ 135 h 145"/>
                <a:gd name="T12" fmla="*/ 110 w 110"/>
                <a:gd name="T13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145">
                  <a:moveTo>
                    <a:pt x="110" y="0"/>
                  </a:moveTo>
                  <a:cubicBezTo>
                    <a:pt x="0" y="145"/>
                    <a:pt x="0" y="145"/>
                    <a:pt x="0" y="145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8" y="116"/>
                    <a:pt x="53" y="122"/>
                    <a:pt x="55" y="135"/>
                  </a:cubicBezTo>
                  <a:cubicBezTo>
                    <a:pt x="56" y="143"/>
                    <a:pt x="56" y="143"/>
                    <a:pt x="56" y="143"/>
                  </a:cubicBezTo>
                  <a:cubicBezTo>
                    <a:pt x="79" y="135"/>
                    <a:pt x="79" y="135"/>
                    <a:pt x="79" y="135"/>
                  </a:cubicBezTo>
                  <a:lnTo>
                    <a:pt x="110" y="0"/>
                  </a:lnTo>
                  <a:close/>
                </a:path>
              </a:pathLst>
            </a:custGeom>
            <a:solidFill>
              <a:srgbClr val="FAF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" name="Freeform 22"/>
            <p:cNvSpPr>
              <a:spLocks/>
            </p:cNvSpPr>
            <p:nvPr/>
          </p:nvSpPr>
          <p:spPr bwMode="auto">
            <a:xfrm>
              <a:off x="2703513" y="3343275"/>
              <a:ext cx="2124075" cy="1423988"/>
            </a:xfrm>
            <a:custGeom>
              <a:avLst/>
              <a:gdLst>
                <a:gd name="T0" fmla="*/ 669 w 1338"/>
                <a:gd name="T1" fmla="*/ 0 h 897"/>
                <a:gd name="T2" fmla="*/ 0 w 1338"/>
                <a:gd name="T3" fmla="*/ 897 h 897"/>
                <a:gd name="T4" fmla="*/ 182 w 1338"/>
                <a:gd name="T5" fmla="*/ 897 h 897"/>
                <a:gd name="T6" fmla="*/ 444 w 1338"/>
                <a:gd name="T7" fmla="*/ 897 h 897"/>
                <a:gd name="T8" fmla="*/ 1338 w 1338"/>
                <a:gd name="T9" fmla="*/ 897 h 897"/>
                <a:gd name="T10" fmla="*/ 669 w 1338"/>
                <a:gd name="T1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8" h="897">
                  <a:moveTo>
                    <a:pt x="669" y="0"/>
                  </a:moveTo>
                  <a:lnTo>
                    <a:pt x="0" y="897"/>
                  </a:lnTo>
                  <a:lnTo>
                    <a:pt x="182" y="897"/>
                  </a:lnTo>
                  <a:lnTo>
                    <a:pt x="444" y="897"/>
                  </a:lnTo>
                  <a:lnTo>
                    <a:pt x="1338" y="897"/>
                  </a:lnTo>
                  <a:lnTo>
                    <a:pt x="669" y="0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" name="Freeform 23"/>
            <p:cNvSpPr>
              <a:spLocks/>
            </p:cNvSpPr>
            <p:nvPr/>
          </p:nvSpPr>
          <p:spPr bwMode="auto">
            <a:xfrm>
              <a:off x="2703513" y="3343275"/>
              <a:ext cx="2124075" cy="1423988"/>
            </a:xfrm>
            <a:custGeom>
              <a:avLst/>
              <a:gdLst>
                <a:gd name="T0" fmla="*/ 669 w 1338"/>
                <a:gd name="T1" fmla="*/ 0 h 897"/>
                <a:gd name="T2" fmla="*/ 0 w 1338"/>
                <a:gd name="T3" fmla="*/ 897 h 897"/>
                <a:gd name="T4" fmla="*/ 182 w 1338"/>
                <a:gd name="T5" fmla="*/ 897 h 897"/>
                <a:gd name="T6" fmla="*/ 444 w 1338"/>
                <a:gd name="T7" fmla="*/ 897 h 897"/>
                <a:gd name="T8" fmla="*/ 1338 w 1338"/>
                <a:gd name="T9" fmla="*/ 897 h 897"/>
                <a:gd name="T10" fmla="*/ 669 w 1338"/>
                <a:gd name="T1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8" h="897">
                  <a:moveTo>
                    <a:pt x="669" y="0"/>
                  </a:moveTo>
                  <a:lnTo>
                    <a:pt x="0" y="897"/>
                  </a:lnTo>
                  <a:lnTo>
                    <a:pt x="182" y="897"/>
                  </a:lnTo>
                  <a:lnTo>
                    <a:pt x="444" y="897"/>
                  </a:lnTo>
                  <a:lnTo>
                    <a:pt x="1338" y="897"/>
                  </a:lnTo>
                  <a:lnTo>
                    <a:pt x="6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8" name="Freeform 24"/>
            <p:cNvSpPr>
              <a:spLocks/>
            </p:cNvSpPr>
            <p:nvPr/>
          </p:nvSpPr>
          <p:spPr bwMode="auto">
            <a:xfrm>
              <a:off x="620713" y="2535238"/>
              <a:ext cx="3332163" cy="2232025"/>
            </a:xfrm>
            <a:custGeom>
              <a:avLst/>
              <a:gdLst>
                <a:gd name="T0" fmla="*/ 286 w 2099"/>
                <a:gd name="T1" fmla="*/ 1406 h 1406"/>
                <a:gd name="T2" fmla="*/ 2099 w 2099"/>
                <a:gd name="T3" fmla="*/ 1406 h 1406"/>
                <a:gd name="T4" fmla="*/ 1049 w 2099"/>
                <a:gd name="T5" fmla="*/ 0 h 1406"/>
                <a:gd name="T6" fmla="*/ 0 w 2099"/>
                <a:gd name="T7" fmla="*/ 1406 h 1406"/>
                <a:gd name="T8" fmla="*/ 286 w 2099"/>
                <a:gd name="T9" fmla="*/ 140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9" h="1406">
                  <a:moveTo>
                    <a:pt x="286" y="1406"/>
                  </a:moveTo>
                  <a:lnTo>
                    <a:pt x="2099" y="1406"/>
                  </a:lnTo>
                  <a:lnTo>
                    <a:pt x="1049" y="0"/>
                  </a:lnTo>
                  <a:lnTo>
                    <a:pt x="0" y="1406"/>
                  </a:lnTo>
                  <a:lnTo>
                    <a:pt x="286" y="1406"/>
                  </a:ln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9" name="Freeform 25"/>
            <p:cNvSpPr>
              <a:spLocks/>
            </p:cNvSpPr>
            <p:nvPr/>
          </p:nvSpPr>
          <p:spPr bwMode="auto">
            <a:xfrm>
              <a:off x="620713" y="2535238"/>
              <a:ext cx="3332163" cy="2232025"/>
            </a:xfrm>
            <a:custGeom>
              <a:avLst/>
              <a:gdLst>
                <a:gd name="T0" fmla="*/ 286 w 2099"/>
                <a:gd name="T1" fmla="*/ 1406 h 1406"/>
                <a:gd name="T2" fmla="*/ 2099 w 2099"/>
                <a:gd name="T3" fmla="*/ 1406 h 1406"/>
                <a:gd name="T4" fmla="*/ 1049 w 2099"/>
                <a:gd name="T5" fmla="*/ 0 h 1406"/>
                <a:gd name="T6" fmla="*/ 0 w 2099"/>
                <a:gd name="T7" fmla="*/ 1406 h 1406"/>
                <a:gd name="T8" fmla="*/ 286 w 2099"/>
                <a:gd name="T9" fmla="*/ 140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9" h="1406">
                  <a:moveTo>
                    <a:pt x="286" y="1406"/>
                  </a:moveTo>
                  <a:lnTo>
                    <a:pt x="2099" y="1406"/>
                  </a:lnTo>
                  <a:lnTo>
                    <a:pt x="1049" y="0"/>
                  </a:lnTo>
                  <a:lnTo>
                    <a:pt x="0" y="1406"/>
                  </a:lnTo>
                  <a:lnTo>
                    <a:pt x="286" y="14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0" name="Freeform 26"/>
            <p:cNvSpPr>
              <a:spLocks/>
            </p:cNvSpPr>
            <p:nvPr/>
          </p:nvSpPr>
          <p:spPr bwMode="auto">
            <a:xfrm>
              <a:off x="620713" y="2535238"/>
              <a:ext cx="1665288" cy="2232025"/>
            </a:xfrm>
            <a:custGeom>
              <a:avLst/>
              <a:gdLst>
                <a:gd name="T0" fmla="*/ 0 w 1049"/>
                <a:gd name="T1" fmla="*/ 1406 h 1406"/>
                <a:gd name="T2" fmla="*/ 286 w 1049"/>
                <a:gd name="T3" fmla="*/ 1406 h 1406"/>
                <a:gd name="T4" fmla="*/ 699 w 1049"/>
                <a:gd name="T5" fmla="*/ 1406 h 1406"/>
                <a:gd name="T6" fmla="*/ 1049 w 1049"/>
                <a:gd name="T7" fmla="*/ 0 h 1406"/>
                <a:gd name="T8" fmla="*/ 0 w 1049"/>
                <a:gd name="T9" fmla="*/ 140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9" h="1406">
                  <a:moveTo>
                    <a:pt x="0" y="1406"/>
                  </a:moveTo>
                  <a:lnTo>
                    <a:pt x="286" y="1406"/>
                  </a:lnTo>
                  <a:lnTo>
                    <a:pt x="699" y="1406"/>
                  </a:lnTo>
                  <a:lnTo>
                    <a:pt x="1049" y="0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131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1" name="Freeform 27"/>
            <p:cNvSpPr>
              <a:spLocks/>
            </p:cNvSpPr>
            <p:nvPr/>
          </p:nvSpPr>
          <p:spPr bwMode="auto">
            <a:xfrm>
              <a:off x="1730375" y="2535238"/>
              <a:ext cx="1066800" cy="2232025"/>
            </a:xfrm>
            <a:custGeom>
              <a:avLst/>
              <a:gdLst>
                <a:gd name="T0" fmla="*/ 350 w 672"/>
                <a:gd name="T1" fmla="*/ 0 h 1406"/>
                <a:gd name="T2" fmla="*/ 672 w 672"/>
                <a:gd name="T3" fmla="*/ 1406 h 1406"/>
                <a:gd name="T4" fmla="*/ 0 w 672"/>
                <a:gd name="T5" fmla="*/ 1406 h 1406"/>
                <a:gd name="T6" fmla="*/ 350 w 672"/>
                <a:gd name="T7" fmla="*/ 0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2" h="1406">
                  <a:moveTo>
                    <a:pt x="350" y="0"/>
                  </a:moveTo>
                  <a:lnTo>
                    <a:pt x="672" y="1406"/>
                  </a:lnTo>
                  <a:lnTo>
                    <a:pt x="0" y="1406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1B3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2" name="Freeform 28"/>
            <p:cNvSpPr>
              <a:spLocks/>
            </p:cNvSpPr>
            <p:nvPr/>
          </p:nvSpPr>
          <p:spPr bwMode="auto">
            <a:xfrm>
              <a:off x="1790700" y="2535238"/>
              <a:ext cx="495300" cy="1090613"/>
            </a:xfrm>
            <a:custGeom>
              <a:avLst/>
              <a:gdLst>
                <a:gd name="T0" fmla="*/ 132 w 132"/>
                <a:gd name="T1" fmla="*/ 0 h 290"/>
                <a:gd name="T2" fmla="*/ 0 w 132"/>
                <a:gd name="T3" fmla="*/ 177 h 290"/>
                <a:gd name="T4" fmla="*/ 7 w 132"/>
                <a:gd name="T5" fmla="*/ 173 h 290"/>
                <a:gd name="T6" fmla="*/ 28 w 132"/>
                <a:gd name="T7" fmla="*/ 192 h 290"/>
                <a:gd name="T8" fmla="*/ 5 w 132"/>
                <a:gd name="T9" fmla="*/ 290 h 290"/>
                <a:gd name="T10" fmla="*/ 83 w 132"/>
                <a:gd name="T11" fmla="*/ 195 h 290"/>
                <a:gd name="T12" fmla="*/ 132 w 132"/>
                <a:gd name="T13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290">
                  <a:moveTo>
                    <a:pt x="132" y="0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19" y="169"/>
                    <a:pt x="31" y="179"/>
                    <a:pt x="28" y="192"/>
                  </a:cubicBezTo>
                  <a:cubicBezTo>
                    <a:pt x="5" y="290"/>
                    <a:pt x="5" y="290"/>
                    <a:pt x="5" y="290"/>
                  </a:cubicBezTo>
                  <a:cubicBezTo>
                    <a:pt x="83" y="195"/>
                    <a:pt x="83" y="195"/>
                    <a:pt x="83" y="195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3" name="Freeform 29"/>
            <p:cNvSpPr>
              <a:spLocks/>
            </p:cNvSpPr>
            <p:nvPr/>
          </p:nvSpPr>
          <p:spPr bwMode="auto">
            <a:xfrm>
              <a:off x="2101850" y="2535238"/>
              <a:ext cx="342900" cy="977900"/>
            </a:xfrm>
            <a:custGeom>
              <a:avLst/>
              <a:gdLst>
                <a:gd name="T0" fmla="*/ 91 w 91"/>
                <a:gd name="T1" fmla="*/ 185 h 260"/>
                <a:gd name="T2" fmla="*/ 84 w 91"/>
                <a:gd name="T3" fmla="*/ 256 h 260"/>
                <a:gd name="T4" fmla="*/ 53 w 91"/>
                <a:gd name="T5" fmla="*/ 211 h 260"/>
                <a:gd name="T6" fmla="*/ 38 w 91"/>
                <a:gd name="T7" fmla="*/ 211 h 260"/>
                <a:gd name="T8" fmla="*/ 5 w 91"/>
                <a:gd name="T9" fmla="*/ 260 h 260"/>
                <a:gd name="T10" fmla="*/ 0 w 91"/>
                <a:gd name="T11" fmla="*/ 195 h 260"/>
                <a:gd name="T12" fmla="*/ 49 w 91"/>
                <a:gd name="T13" fmla="*/ 0 h 260"/>
                <a:gd name="T14" fmla="*/ 91 w 91"/>
                <a:gd name="T15" fmla="*/ 185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260">
                  <a:moveTo>
                    <a:pt x="91" y="185"/>
                  </a:moveTo>
                  <a:cubicBezTo>
                    <a:pt x="84" y="256"/>
                    <a:pt x="84" y="256"/>
                    <a:pt x="84" y="256"/>
                  </a:cubicBezTo>
                  <a:cubicBezTo>
                    <a:pt x="53" y="211"/>
                    <a:pt x="53" y="211"/>
                    <a:pt x="53" y="211"/>
                  </a:cubicBezTo>
                  <a:cubicBezTo>
                    <a:pt x="49" y="205"/>
                    <a:pt x="41" y="205"/>
                    <a:pt x="38" y="211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91" y="185"/>
                  </a:lnTo>
                  <a:close/>
                </a:path>
              </a:pathLst>
            </a:custGeom>
            <a:solidFill>
              <a:srgbClr val="F6D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4" name="Freeform 30"/>
            <p:cNvSpPr>
              <a:spLocks/>
            </p:cNvSpPr>
            <p:nvPr/>
          </p:nvSpPr>
          <p:spPr bwMode="auto">
            <a:xfrm>
              <a:off x="2286000" y="2535238"/>
              <a:ext cx="560388" cy="782638"/>
            </a:xfrm>
            <a:custGeom>
              <a:avLst/>
              <a:gdLst>
                <a:gd name="T0" fmla="*/ 0 w 149"/>
                <a:gd name="T1" fmla="*/ 0 h 208"/>
                <a:gd name="T2" fmla="*/ 149 w 149"/>
                <a:gd name="T3" fmla="*/ 199 h 208"/>
                <a:gd name="T4" fmla="*/ 105 w 149"/>
                <a:gd name="T5" fmla="*/ 174 h 208"/>
                <a:gd name="T6" fmla="*/ 88 w 149"/>
                <a:gd name="T7" fmla="*/ 182 h 208"/>
                <a:gd name="T8" fmla="*/ 85 w 149"/>
                <a:gd name="T9" fmla="*/ 208 h 208"/>
                <a:gd name="T10" fmla="*/ 42 w 149"/>
                <a:gd name="T11" fmla="*/ 185 h 208"/>
                <a:gd name="T12" fmla="*/ 0 w 149"/>
                <a:gd name="T1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208">
                  <a:moveTo>
                    <a:pt x="0" y="0"/>
                  </a:moveTo>
                  <a:cubicBezTo>
                    <a:pt x="149" y="199"/>
                    <a:pt x="149" y="199"/>
                    <a:pt x="149" y="199"/>
                  </a:cubicBezTo>
                  <a:cubicBezTo>
                    <a:pt x="105" y="174"/>
                    <a:pt x="105" y="174"/>
                    <a:pt x="105" y="174"/>
                  </a:cubicBezTo>
                  <a:cubicBezTo>
                    <a:pt x="98" y="170"/>
                    <a:pt x="89" y="175"/>
                    <a:pt x="88" y="182"/>
                  </a:cubicBezTo>
                  <a:cubicBezTo>
                    <a:pt x="85" y="208"/>
                    <a:pt x="85" y="208"/>
                    <a:pt x="85" y="208"/>
                  </a:cubicBezTo>
                  <a:cubicBezTo>
                    <a:pt x="42" y="185"/>
                    <a:pt x="42" y="185"/>
                    <a:pt x="42" y="18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AF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5" name="Freeform 31"/>
            <p:cNvSpPr>
              <a:spLocks/>
            </p:cNvSpPr>
            <p:nvPr/>
          </p:nvSpPr>
          <p:spPr bwMode="auto">
            <a:xfrm>
              <a:off x="2894013" y="2084388"/>
              <a:ext cx="885825" cy="230188"/>
            </a:xfrm>
            <a:custGeom>
              <a:avLst/>
              <a:gdLst>
                <a:gd name="T0" fmla="*/ 236 w 236"/>
                <a:gd name="T1" fmla="*/ 31 h 61"/>
                <a:gd name="T2" fmla="*/ 206 w 236"/>
                <a:gd name="T3" fmla="*/ 61 h 61"/>
                <a:gd name="T4" fmla="*/ 30 w 236"/>
                <a:gd name="T5" fmla="*/ 61 h 61"/>
                <a:gd name="T6" fmla="*/ 0 w 236"/>
                <a:gd name="T7" fmla="*/ 31 h 61"/>
                <a:gd name="T8" fmla="*/ 30 w 236"/>
                <a:gd name="T9" fmla="*/ 0 h 61"/>
                <a:gd name="T10" fmla="*/ 206 w 236"/>
                <a:gd name="T11" fmla="*/ 0 h 61"/>
                <a:gd name="T12" fmla="*/ 236 w 236"/>
                <a:gd name="T13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6" h="61">
                  <a:moveTo>
                    <a:pt x="236" y="31"/>
                  </a:moveTo>
                  <a:cubicBezTo>
                    <a:pt x="236" y="48"/>
                    <a:pt x="223" y="61"/>
                    <a:pt x="206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14" y="61"/>
                    <a:pt x="0" y="48"/>
                    <a:pt x="0" y="31"/>
                  </a:cubicBezTo>
                  <a:cubicBezTo>
                    <a:pt x="0" y="14"/>
                    <a:pt x="14" y="0"/>
                    <a:pt x="30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23" y="0"/>
                    <a:pt x="236" y="14"/>
                    <a:pt x="236" y="31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6" name="Freeform 32"/>
            <p:cNvSpPr>
              <a:spLocks/>
            </p:cNvSpPr>
            <p:nvPr/>
          </p:nvSpPr>
          <p:spPr bwMode="auto">
            <a:xfrm>
              <a:off x="8637588" y="1116013"/>
              <a:ext cx="1350963" cy="206375"/>
            </a:xfrm>
            <a:custGeom>
              <a:avLst/>
              <a:gdLst>
                <a:gd name="T0" fmla="*/ 0 w 360"/>
                <a:gd name="T1" fmla="*/ 28 h 55"/>
                <a:gd name="T2" fmla="*/ 28 w 360"/>
                <a:gd name="T3" fmla="*/ 0 h 55"/>
                <a:gd name="T4" fmla="*/ 332 w 360"/>
                <a:gd name="T5" fmla="*/ 0 h 55"/>
                <a:gd name="T6" fmla="*/ 360 w 360"/>
                <a:gd name="T7" fmla="*/ 28 h 55"/>
                <a:gd name="T8" fmla="*/ 332 w 360"/>
                <a:gd name="T9" fmla="*/ 55 h 55"/>
                <a:gd name="T10" fmla="*/ 28 w 360"/>
                <a:gd name="T11" fmla="*/ 55 h 55"/>
                <a:gd name="T12" fmla="*/ 0 w 360"/>
                <a:gd name="T13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0" h="55">
                  <a:moveTo>
                    <a:pt x="0" y="28"/>
                  </a:moveTo>
                  <a:cubicBezTo>
                    <a:pt x="0" y="12"/>
                    <a:pt x="13" y="0"/>
                    <a:pt x="28" y="0"/>
                  </a:cubicBezTo>
                  <a:cubicBezTo>
                    <a:pt x="332" y="0"/>
                    <a:pt x="332" y="0"/>
                    <a:pt x="332" y="0"/>
                  </a:cubicBezTo>
                  <a:cubicBezTo>
                    <a:pt x="347" y="0"/>
                    <a:pt x="360" y="12"/>
                    <a:pt x="360" y="28"/>
                  </a:cubicBezTo>
                  <a:cubicBezTo>
                    <a:pt x="360" y="43"/>
                    <a:pt x="347" y="55"/>
                    <a:pt x="332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13" y="55"/>
                    <a:pt x="0" y="43"/>
                    <a:pt x="0" y="28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7" name="Freeform 33"/>
            <p:cNvSpPr>
              <a:spLocks noEditPoints="1"/>
            </p:cNvSpPr>
            <p:nvPr/>
          </p:nvSpPr>
          <p:spPr bwMode="auto">
            <a:xfrm>
              <a:off x="10179050" y="1539875"/>
              <a:ext cx="1397000" cy="206375"/>
            </a:xfrm>
            <a:custGeom>
              <a:avLst/>
              <a:gdLst>
                <a:gd name="T0" fmla="*/ 158 w 372"/>
                <a:gd name="T1" fmla="*/ 27 h 55"/>
                <a:gd name="T2" fmla="*/ 186 w 372"/>
                <a:gd name="T3" fmla="*/ 0 h 55"/>
                <a:gd name="T4" fmla="*/ 344 w 372"/>
                <a:gd name="T5" fmla="*/ 0 h 55"/>
                <a:gd name="T6" fmla="*/ 372 w 372"/>
                <a:gd name="T7" fmla="*/ 27 h 55"/>
                <a:gd name="T8" fmla="*/ 344 w 372"/>
                <a:gd name="T9" fmla="*/ 55 h 55"/>
                <a:gd name="T10" fmla="*/ 186 w 372"/>
                <a:gd name="T11" fmla="*/ 55 h 55"/>
                <a:gd name="T12" fmla="*/ 158 w 372"/>
                <a:gd name="T13" fmla="*/ 27 h 55"/>
                <a:gd name="T14" fmla="*/ 107 w 372"/>
                <a:gd name="T15" fmla="*/ 55 h 55"/>
                <a:gd name="T16" fmla="*/ 134 w 372"/>
                <a:gd name="T17" fmla="*/ 27 h 55"/>
                <a:gd name="T18" fmla="*/ 107 w 372"/>
                <a:gd name="T19" fmla="*/ 0 h 55"/>
                <a:gd name="T20" fmla="*/ 79 w 372"/>
                <a:gd name="T21" fmla="*/ 27 h 55"/>
                <a:gd name="T22" fmla="*/ 107 w 372"/>
                <a:gd name="T23" fmla="*/ 55 h 55"/>
                <a:gd name="T24" fmla="*/ 28 w 372"/>
                <a:gd name="T25" fmla="*/ 55 h 55"/>
                <a:gd name="T26" fmla="*/ 55 w 372"/>
                <a:gd name="T27" fmla="*/ 27 h 55"/>
                <a:gd name="T28" fmla="*/ 28 w 372"/>
                <a:gd name="T29" fmla="*/ 0 h 55"/>
                <a:gd name="T30" fmla="*/ 0 w 372"/>
                <a:gd name="T31" fmla="*/ 27 h 55"/>
                <a:gd name="T32" fmla="*/ 28 w 372"/>
                <a:gd name="T3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2" h="55">
                  <a:moveTo>
                    <a:pt x="158" y="27"/>
                  </a:moveTo>
                  <a:cubicBezTo>
                    <a:pt x="158" y="12"/>
                    <a:pt x="171" y="0"/>
                    <a:pt x="186" y="0"/>
                  </a:cubicBezTo>
                  <a:cubicBezTo>
                    <a:pt x="344" y="0"/>
                    <a:pt x="344" y="0"/>
                    <a:pt x="344" y="0"/>
                  </a:cubicBezTo>
                  <a:cubicBezTo>
                    <a:pt x="359" y="0"/>
                    <a:pt x="372" y="12"/>
                    <a:pt x="372" y="27"/>
                  </a:cubicBezTo>
                  <a:cubicBezTo>
                    <a:pt x="372" y="42"/>
                    <a:pt x="359" y="55"/>
                    <a:pt x="344" y="55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71" y="55"/>
                    <a:pt x="158" y="42"/>
                    <a:pt x="158" y="27"/>
                  </a:cubicBezTo>
                  <a:close/>
                  <a:moveTo>
                    <a:pt x="107" y="55"/>
                  </a:moveTo>
                  <a:cubicBezTo>
                    <a:pt x="122" y="55"/>
                    <a:pt x="134" y="42"/>
                    <a:pt x="134" y="27"/>
                  </a:cubicBezTo>
                  <a:cubicBezTo>
                    <a:pt x="134" y="12"/>
                    <a:pt x="122" y="0"/>
                    <a:pt x="107" y="0"/>
                  </a:cubicBezTo>
                  <a:cubicBezTo>
                    <a:pt x="92" y="0"/>
                    <a:pt x="79" y="12"/>
                    <a:pt x="79" y="27"/>
                  </a:cubicBezTo>
                  <a:cubicBezTo>
                    <a:pt x="79" y="42"/>
                    <a:pt x="92" y="55"/>
                    <a:pt x="107" y="55"/>
                  </a:cubicBezTo>
                  <a:close/>
                  <a:moveTo>
                    <a:pt x="28" y="55"/>
                  </a:moveTo>
                  <a:cubicBezTo>
                    <a:pt x="43" y="55"/>
                    <a:pt x="55" y="42"/>
                    <a:pt x="55" y="27"/>
                  </a:cubicBezTo>
                  <a:cubicBezTo>
                    <a:pt x="55" y="12"/>
                    <a:pt x="43" y="0"/>
                    <a:pt x="28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5"/>
                    <a:pt x="28" y="55"/>
                  </a:cubicBez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8" name="Freeform 34"/>
            <p:cNvSpPr>
              <a:spLocks noEditPoints="1"/>
            </p:cNvSpPr>
            <p:nvPr/>
          </p:nvSpPr>
          <p:spPr bwMode="auto">
            <a:xfrm>
              <a:off x="11174413" y="2851150"/>
              <a:ext cx="1095375" cy="206375"/>
            </a:xfrm>
            <a:custGeom>
              <a:avLst/>
              <a:gdLst>
                <a:gd name="T0" fmla="*/ 79 w 292"/>
                <a:gd name="T1" fmla="*/ 27 h 55"/>
                <a:gd name="T2" fmla="*/ 106 w 292"/>
                <a:gd name="T3" fmla="*/ 0 h 55"/>
                <a:gd name="T4" fmla="*/ 265 w 292"/>
                <a:gd name="T5" fmla="*/ 0 h 55"/>
                <a:gd name="T6" fmla="*/ 292 w 292"/>
                <a:gd name="T7" fmla="*/ 27 h 55"/>
                <a:gd name="T8" fmla="*/ 265 w 292"/>
                <a:gd name="T9" fmla="*/ 55 h 55"/>
                <a:gd name="T10" fmla="*/ 106 w 292"/>
                <a:gd name="T11" fmla="*/ 55 h 55"/>
                <a:gd name="T12" fmla="*/ 79 w 292"/>
                <a:gd name="T13" fmla="*/ 27 h 55"/>
                <a:gd name="T14" fmla="*/ 27 w 292"/>
                <a:gd name="T15" fmla="*/ 55 h 55"/>
                <a:gd name="T16" fmla="*/ 55 w 292"/>
                <a:gd name="T17" fmla="*/ 27 h 55"/>
                <a:gd name="T18" fmla="*/ 27 w 292"/>
                <a:gd name="T19" fmla="*/ 0 h 55"/>
                <a:gd name="T20" fmla="*/ 0 w 292"/>
                <a:gd name="T21" fmla="*/ 27 h 55"/>
                <a:gd name="T22" fmla="*/ 27 w 292"/>
                <a:gd name="T2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2" h="55">
                  <a:moveTo>
                    <a:pt x="79" y="27"/>
                  </a:moveTo>
                  <a:cubicBezTo>
                    <a:pt x="79" y="12"/>
                    <a:pt x="91" y="0"/>
                    <a:pt x="10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280" y="0"/>
                    <a:pt x="292" y="12"/>
                    <a:pt x="292" y="27"/>
                  </a:cubicBezTo>
                  <a:cubicBezTo>
                    <a:pt x="292" y="43"/>
                    <a:pt x="280" y="55"/>
                    <a:pt x="265" y="55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91" y="55"/>
                    <a:pt x="79" y="43"/>
                    <a:pt x="79" y="27"/>
                  </a:cubicBezTo>
                  <a:close/>
                  <a:moveTo>
                    <a:pt x="27" y="55"/>
                  </a:moveTo>
                  <a:cubicBezTo>
                    <a:pt x="43" y="55"/>
                    <a:pt x="55" y="43"/>
                    <a:pt x="55" y="27"/>
                  </a:cubicBezTo>
                  <a:cubicBezTo>
                    <a:pt x="55" y="12"/>
                    <a:pt x="43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3"/>
                    <a:pt x="12" y="55"/>
                    <a:pt x="27" y="55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9" name="Freeform 35"/>
            <p:cNvSpPr>
              <a:spLocks noEditPoints="1"/>
            </p:cNvSpPr>
            <p:nvPr/>
          </p:nvSpPr>
          <p:spPr bwMode="auto">
            <a:xfrm>
              <a:off x="315913" y="2724150"/>
              <a:ext cx="1095375" cy="206375"/>
            </a:xfrm>
            <a:custGeom>
              <a:avLst/>
              <a:gdLst>
                <a:gd name="T0" fmla="*/ 213 w 292"/>
                <a:gd name="T1" fmla="*/ 27 h 55"/>
                <a:gd name="T2" fmla="*/ 186 w 292"/>
                <a:gd name="T3" fmla="*/ 55 h 55"/>
                <a:gd name="T4" fmla="*/ 27 w 292"/>
                <a:gd name="T5" fmla="*/ 55 h 55"/>
                <a:gd name="T6" fmla="*/ 0 w 292"/>
                <a:gd name="T7" fmla="*/ 27 h 55"/>
                <a:gd name="T8" fmla="*/ 27 w 292"/>
                <a:gd name="T9" fmla="*/ 0 h 55"/>
                <a:gd name="T10" fmla="*/ 186 w 292"/>
                <a:gd name="T11" fmla="*/ 0 h 55"/>
                <a:gd name="T12" fmla="*/ 213 w 292"/>
                <a:gd name="T13" fmla="*/ 27 h 55"/>
                <a:gd name="T14" fmla="*/ 265 w 292"/>
                <a:gd name="T15" fmla="*/ 0 h 55"/>
                <a:gd name="T16" fmla="*/ 237 w 292"/>
                <a:gd name="T17" fmla="*/ 27 h 55"/>
                <a:gd name="T18" fmla="*/ 265 w 292"/>
                <a:gd name="T19" fmla="*/ 55 h 55"/>
                <a:gd name="T20" fmla="*/ 292 w 292"/>
                <a:gd name="T21" fmla="*/ 27 h 55"/>
                <a:gd name="T22" fmla="*/ 265 w 292"/>
                <a:gd name="T2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2" h="55">
                  <a:moveTo>
                    <a:pt x="213" y="27"/>
                  </a:moveTo>
                  <a:cubicBezTo>
                    <a:pt x="213" y="42"/>
                    <a:pt x="201" y="55"/>
                    <a:pt x="186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12" y="55"/>
                    <a:pt x="0" y="42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201" y="0"/>
                    <a:pt x="213" y="12"/>
                    <a:pt x="213" y="27"/>
                  </a:cubicBezTo>
                  <a:close/>
                  <a:moveTo>
                    <a:pt x="265" y="0"/>
                  </a:moveTo>
                  <a:cubicBezTo>
                    <a:pt x="250" y="0"/>
                    <a:pt x="237" y="12"/>
                    <a:pt x="237" y="27"/>
                  </a:cubicBezTo>
                  <a:cubicBezTo>
                    <a:pt x="237" y="42"/>
                    <a:pt x="250" y="55"/>
                    <a:pt x="265" y="55"/>
                  </a:cubicBezTo>
                  <a:cubicBezTo>
                    <a:pt x="280" y="55"/>
                    <a:pt x="292" y="42"/>
                    <a:pt x="292" y="27"/>
                  </a:cubicBezTo>
                  <a:cubicBezTo>
                    <a:pt x="292" y="12"/>
                    <a:pt x="280" y="0"/>
                    <a:pt x="265" y="0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0" name="Freeform 36"/>
            <p:cNvSpPr>
              <a:spLocks noEditPoints="1"/>
            </p:cNvSpPr>
            <p:nvPr/>
          </p:nvSpPr>
          <p:spPr bwMode="auto">
            <a:xfrm>
              <a:off x="6846888" y="2881313"/>
              <a:ext cx="1395413" cy="203200"/>
            </a:xfrm>
            <a:custGeom>
              <a:avLst/>
              <a:gdLst>
                <a:gd name="T0" fmla="*/ 158 w 372"/>
                <a:gd name="T1" fmla="*/ 27 h 54"/>
                <a:gd name="T2" fmla="*/ 186 w 372"/>
                <a:gd name="T3" fmla="*/ 0 h 54"/>
                <a:gd name="T4" fmla="*/ 344 w 372"/>
                <a:gd name="T5" fmla="*/ 0 h 54"/>
                <a:gd name="T6" fmla="*/ 372 w 372"/>
                <a:gd name="T7" fmla="*/ 27 h 54"/>
                <a:gd name="T8" fmla="*/ 344 w 372"/>
                <a:gd name="T9" fmla="*/ 54 h 54"/>
                <a:gd name="T10" fmla="*/ 186 w 372"/>
                <a:gd name="T11" fmla="*/ 54 h 54"/>
                <a:gd name="T12" fmla="*/ 158 w 372"/>
                <a:gd name="T13" fmla="*/ 27 h 54"/>
                <a:gd name="T14" fmla="*/ 107 w 372"/>
                <a:gd name="T15" fmla="*/ 54 h 54"/>
                <a:gd name="T16" fmla="*/ 134 w 372"/>
                <a:gd name="T17" fmla="*/ 27 h 54"/>
                <a:gd name="T18" fmla="*/ 107 w 372"/>
                <a:gd name="T19" fmla="*/ 0 h 54"/>
                <a:gd name="T20" fmla="*/ 79 w 372"/>
                <a:gd name="T21" fmla="*/ 27 h 54"/>
                <a:gd name="T22" fmla="*/ 107 w 372"/>
                <a:gd name="T23" fmla="*/ 54 h 54"/>
                <a:gd name="T24" fmla="*/ 27 w 372"/>
                <a:gd name="T25" fmla="*/ 54 h 54"/>
                <a:gd name="T26" fmla="*/ 55 w 372"/>
                <a:gd name="T27" fmla="*/ 27 h 54"/>
                <a:gd name="T28" fmla="*/ 27 w 372"/>
                <a:gd name="T29" fmla="*/ 0 h 54"/>
                <a:gd name="T30" fmla="*/ 0 w 372"/>
                <a:gd name="T31" fmla="*/ 27 h 54"/>
                <a:gd name="T32" fmla="*/ 27 w 372"/>
                <a:gd name="T3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2" h="54">
                  <a:moveTo>
                    <a:pt x="158" y="27"/>
                  </a:moveTo>
                  <a:cubicBezTo>
                    <a:pt x="158" y="12"/>
                    <a:pt x="171" y="0"/>
                    <a:pt x="186" y="0"/>
                  </a:cubicBezTo>
                  <a:cubicBezTo>
                    <a:pt x="344" y="0"/>
                    <a:pt x="344" y="0"/>
                    <a:pt x="344" y="0"/>
                  </a:cubicBezTo>
                  <a:cubicBezTo>
                    <a:pt x="359" y="0"/>
                    <a:pt x="372" y="12"/>
                    <a:pt x="372" y="27"/>
                  </a:cubicBezTo>
                  <a:cubicBezTo>
                    <a:pt x="372" y="42"/>
                    <a:pt x="359" y="54"/>
                    <a:pt x="344" y="54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71" y="54"/>
                    <a:pt x="158" y="42"/>
                    <a:pt x="158" y="27"/>
                  </a:cubicBezTo>
                  <a:close/>
                  <a:moveTo>
                    <a:pt x="107" y="54"/>
                  </a:moveTo>
                  <a:cubicBezTo>
                    <a:pt x="122" y="54"/>
                    <a:pt x="134" y="42"/>
                    <a:pt x="134" y="27"/>
                  </a:cubicBezTo>
                  <a:cubicBezTo>
                    <a:pt x="134" y="12"/>
                    <a:pt x="122" y="0"/>
                    <a:pt x="107" y="0"/>
                  </a:cubicBezTo>
                  <a:cubicBezTo>
                    <a:pt x="92" y="0"/>
                    <a:pt x="79" y="12"/>
                    <a:pt x="79" y="27"/>
                  </a:cubicBezTo>
                  <a:cubicBezTo>
                    <a:pt x="79" y="42"/>
                    <a:pt x="92" y="54"/>
                    <a:pt x="107" y="54"/>
                  </a:cubicBezTo>
                  <a:close/>
                  <a:moveTo>
                    <a:pt x="27" y="54"/>
                  </a:moveTo>
                  <a:cubicBezTo>
                    <a:pt x="43" y="54"/>
                    <a:pt x="55" y="42"/>
                    <a:pt x="55" y="27"/>
                  </a:cubicBezTo>
                  <a:cubicBezTo>
                    <a:pt x="55" y="12"/>
                    <a:pt x="43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</a:path>
              </a:pathLst>
            </a:custGeom>
            <a:gradFill>
              <a:gsLst>
                <a:gs pos="21000">
                  <a:srgbClr val="9C938C"/>
                </a:gs>
                <a:gs pos="100000">
                  <a:srgbClr val="23518A"/>
                </a:gs>
              </a:gsLst>
              <a:lin ang="21594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1" name="Freeform 37"/>
            <p:cNvSpPr>
              <a:spLocks noEditPoints="1"/>
            </p:cNvSpPr>
            <p:nvPr/>
          </p:nvSpPr>
          <p:spPr bwMode="auto">
            <a:xfrm>
              <a:off x="1119188" y="1443038"/>
              <a:ext cx="1884363" cy="206375"/>
            </a:xfrm>
            <a:custGeom>
              <a:avLst/>
              <a:gdLst>
                <a:gd name="T0" fmla="*/ 344 w 502"/>
                <a:gd name="T1" fmla="*/ 28 h 55"/>
                <a:gd name="T2" fmla="*/ 317 w 502"/>
                <a:gd name="T3" fmla="*/ 55 h 55"/>
                <a:gd name="T4" fmla="*/ 28 w 502"/>
                <a:gd name="T5" fmla="*/ 55 h 55"/>
                <a:gd name="T6" fmla="*/ 0 w 502"/>
                <a:gd name="T7" fmla="*/ 28 h 55"/>
                <a:gd name="T8" fmla="*/ 28 w 502"/>
                <a:gd name="T9" fmla="*/ 0 h 55"/>
                <a:gd name="T10" fmla="*/ 317 w 502"/>
                <a:gd name="T11" fmla="*/ 0 h 55"/>
                <a:gd name="T12" fmla="*/ 344 w 502"/>
                <a:gd name="T13" fmla="*/ 28 h 55"/>
                <a:gd name="T14" fmla="*/ 396 w 502"/>
                <a:gd name="T15" fmla="*/ 0 h 55"/>
                <a:gd name="T16" fmla="*/ 368 w 502"/>
                <a:gd name="T17" fmla="*/ 28 h 55"/>
                <a:gd name="T18" fmla="*/ 396 w 502"/>
                <a:gd name="T19" fmla="*/ 55 h 55"/>
                <a:gd name="T20" fmla="*/ 423 w 502"/>
                <a:gd name="T21" fmla="*/ 28 h 55"/>
                <a:gd name="T22" fmla="*/ 396 w 502"/>
                <a:gd name="T23" fmla="*/ 0 h 55"/>
                <a:gd name="T24" fmla="*/ 475 w 502"/>
                <a:gd name="T25" fmla="*/ 0 h 55"/>
                <a:gd name="T26" fmla="*/ 448 w 502"/>
                <a:gd name="T27" fmla="*/ 28 h 55"/>
                <a:gd name="T28" fmla="*/ 475 w 502"/>
                <a:gd name="T29" fmla="*/ 55 h 55"/>
                <a:gd name="T30" fmla="*/ 502 w 502"/>
                <a:gd name="T31" fmla="*/ 28 h 55"/>
                <a:gd name="T32" fmla="*/ 475 w 502"/>
                <a:gd name="T3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02" h="55">
                  <a:moveTo>
                    <a:pt x="344" y="28"/>
                  </a:moveTo>
                  <a:cubicBezTo>
                    <a:pt x="344" y="43"/>
                    <a:pt x="332" y="55"/>
                    <a:pt x="317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12" y="55"/>
                    <a:pt x="0" y="43"/>
                    <a:pt x="0" y="28"/>
                  </a:cubicBezTo>
                  <a:cubicBezTo>
                    <a:pt x="0" y="13"/>
                    <a:pt x="12" y="0"/>
                    <a:pt x="28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332" y="0"/>
                    <a:pt x="344" y="13"/>
                    <a:pt x="344" y="28"/>
                  </a:cubicBezTo>
                  <a:close/>
                  <a:moveTo>
                    <a:pt x="396" y="0"/>
                  </a:moveTo>
                  <a:cubicBezTo>
                    <a:pt x="381" y="0"/>
                    <a:pt x="368" y="13"/>
                    <a:pt x="368" y="28"/>
                  </a:cubicBezTo>
                  <a:cubicBezTo>
                    <a:pt x="368" y="43"/>
                    <a:pt x="381" y="55"/>
                    <a:pt x="396" y="55"/>
                  </a:cubicBezTo>
                  <a:cubicBezTo>
                    <a:pt x="411" y="55"/>
                    <a:pt x="423" y="43"/>
                    <a:pt x="423" y="28"/>
                  </a:cubicBezTo>
                  <a:cubicBezTo>
                    <a:pt x="423" y="13"/>
                    <a:pt x="411" y="0"/>
                    <a:pt x="396" y="0"/>
                  </a:cubicBezTo>
                  <a:close/>
                  <a:moveTo>
                    <a:pt x="475" y="0"/>
                  </a:moveTo>
                  <a:cubicBezTo>
                    <a:pt x="460" y="0"/>
                    <a:pt x="448" y="13"/>
                    <a:pt x="448" y="28"/>
                  </a:cubicBezTo>
                  <a:cubicBezTo>
                    <a:pt x="448" y="43"/>
                    <a:pt x="460" y="55"/>
                    <a:pt x="475" y="55"/>
                  </a:cubicBezTo>
                  <a:cubicBezTo>
                    <a:pt x="490" y="55"/>
                    <a:pt x="502" y="43"/>
                    <a:pt x="502" y="28"/>
                  </a:cubicBezTo>
                  <a:cubicBezTo>
                    <a:pt x="502" y="13"/>
                    <a:pt x="490" y="0"/>
                    <a:pt x="475" y="0"/>
                  </a:cubicBez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2" name="Freeform 38"/>
            <p:cNvSpPr>
              <a:spLocks/>
            </p:cNvSpPr>
            <p:nvPr/>
          </p:nvSpPr>
          <p:spPr bwMode="auto">
            <a:xfrm>
              <a:off x="4252913" y="1325563"/>
              <a:ext cx="1763713" cy="508000"/>
            </a:xfrm>
            <a:custGeom>
              <a:avLst/>
              <a:gdLst>
                <a:gd name="T0" fmla="*/ 444 w 470"/>
                <a:gd name="T1" fmla="*/ 84 h 135"/>
                <a:gd name="T2" fmla="*/ 389 w 470"/>
                <a:gd name="T3" fmla="*/ 84 h 135"/>
                <a:gd name="T4" fmla="*/ 372 w 470"/>
                <a:gd name="T5" fmla="*/ 67 h 135"/>
                <a:gd name="T6" fmla="*/ 389 w 470"/>
                <a:gd name="T7" fmla="*/ 50 h 135"/>
                <a:gd name="T8" fmla="*/ 428 w 470"/>
                <a:gd name="T9" fmla="*/ 50 h 135"/>
                <a:gd name="T10" fmla="*/ 453 w 470"/>
                <a:gd name="T11" fmla="*/ 25 h 135"/>
                <a:gd name="T12" fmla="*/ 428 w 470"/>
                <a:gd name="T13" fmla="*/ 0 h 135"/>
                <a:gd name="T14" fmla="*/ 131 w 470"/>
                <a:gd name="T15" fmla="*/ 0 h 135"/>
                <a:gd name="T16" fmla="*/ 105 w 470"/>
                <a:gd name="T17" fmla="*/ 25 h 135"/>
                <a:gd name="T18" fmla="*/ 131 w 470"/>
                <a:gd name="T19" fmla="*/ 50 h 135"/>
                <a:gd name="T20" fmla="*/ 327 w 470"/>
                <a:gd name="T21" fmla="*/ 50 h 135"/>
                <a:gd name="T22" fmla="*/ 344 w 470"/>
                <a:gd name="T23" fmla="*/ 67 h 135"/>
                <a:gd name="T24" fmla="*/ 327 w 470"/>
                <a:gd name="T25" fmla="*/ 84 h 135"/>
                <a:gd name="T26" fmla="*/ 25 w 470"/>
                <a:gd name="T27" fmla="*/ 84 h 135"/>
                <a:gd name="T28" fmla="*/ 0 w 470"/>
                <a:gd name="T29" fmla="*/ 110 h 135"/>
                <a:gd name="T30" fmla="*/ 25 w 470"/>
                <a:gd name="T31" fmla="*/ 135 h 135"/>
                <a:gd name="T32" fmla="*/ 444 w 470"/>
                <a:gd name="T33" fmla="*/ 135 h 135"/>
                <a:gd name="T34" fmla="*/ 470 w 470"/>
                <a:gd name="T35" fmla="*/ 110 h 135"/>
                <a:gd name="T36" fmla="*/ 444 w 470"/>
                <a:gd name="T37" fmla="*/ 8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0" h="135">
                  <a:moveTo>
                    <a:pt x="444" y="84"/>
                  </a:moveTo>
                  <a:cubicBezTo>
                    <a:pt x="389" y="84"/>
                    <a:pt x="389" y="84"/>
                    <a:pt x="389" y="84"/>
                  </a:cubicBezTo>
                  <a:cubicBezTo>
                    <a:pt x="380" y="84"/>
                    <a:pt x="372" y="77"/>
                    <a:pt x="372" y="67"/>
                  </a:cubicBezTo>
                  <a:cubicBezTo>
                    <a:pt x="372" y="58"/>
                    <a:pt x="380" y="50"/>
                    <a:pt x="389" y="50"/>
                  </a:cubicBezTo>
                  <a:cubicBezTo>
                    <a:pt x="428" y="50"/>
                    <a:pt x="428" y="50"/>
                    <a:pt x="428" y="50"/>
                  </a:cubicBezTo>
                  <a:cubicBezTo>
                    <a:pt x="442" y="50"/>
                    <a:pt x="453" y="39"/>
                    <a:pt x="453" y="25"/>
                  </a:cubicBezTo>
                  <a:cubicBezTo>
                    <a:pt x="453" y="11"/>
                    <a:pt x="442" y="0"/>
                    <a:pt x="428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17" y="0"/>
                    <a:pt x="105" y="11"/>
                    <a:pt x="105" y="25"/>
                  </a:cubicBezTo>
                  <a:cubicBezTo>
                    <a:pt x="105" y="39"/>
                    <a:pt x="117" y="50"/>
                    <a:pt x="131" y="50"/>
                  </a:cubicBezTo>
                  <a:cubicBezTo>
                    <a:pt x="327" y="50"/>
                    <a:pt x="327" y="50"/>
                    <a:pt x="327" y="50"/>
                  </a:cubicBezTo>
                  <a:cubicBezTo>
                    <a:pt x="337" y="50"/>
                    <a:pt x="344" y="58"/>
                    <a:pt x="344" y="67"/>
                  </a:cubicBezTo>
                  <a:cubicBezTo>
                    <a:pt x="344" y="77"/>
                    <a:pt x="337" y="84"/>
                    <a:pt x="327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12" y="84"/>
                    <a:pt x="0" y="96"/>
                    <a:pt x="0" y="110"/>
                  </a:cubicBezTo>
                  <a:cubicBezTo>
                    <a:pt x="0" y="124"/>
                    <a:pt x="12" y="135"/>
                    <a:pt x="25" y="135"/>
                  </a:cubicBezTo>
                  <a:cubicBezTo>
                    <a:pt x="444" y="135"/>
                    <a:pt x="444" y="135"/>
                    <a:pt x="444" y="135"/>
                  </a:cubicBezTo>
                  <a:cubicBezTo>
                    <a:pt x="458" y="135"/>
                    <a:pt x="470" y="124"/>
                    <a:pt x="470" y="110"/>
                  </a:cubicBezTo>
                  <a:cubicBezTo>
                    <a:pt x="470" y="96"/>
                    <a:pt x="458" y="84"/>
                    <a:pt x="444" y="84"/>
                  </a:cubicBezTo>
                  <a:close/>
                </a:path>
              </a:pathLst>
            </a:custGeom>
            <a:gradFill>
              <a:gsLst>
                <a:gs pos="0">
                  <a:srgbClr val="60728B"/>
                </a:gs>
                <a:gs pos="84000">
                  <a:srgbClr val="23518A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3" name="Freeform 39"/>
            <p:cNvSpPr>
              <a:spLocks/>
            </p:cNvSpPr>
            <p:nvPr/>
          </p:nvSpPr>
          <p:spPr bwMode="auto">
            <a:xfrm>
              <a:off x="6745288" y="1787525"/>
              <a:ext cx="2286000" cy="598488"/>
            </a:xfrm>
            <a:custGeom>
              <a:avLst/>
              <a:gdLst>
                <a:gd name="T0" fmla="*/ 580 w 609"/>
                <a:gd name="T1" fmla="*/ 0 h 159"/>
                <a:gd name="T2" fmla="*/ 138 w 609"/>
                <a:gd name="T3" fmla="*/ 0 h 159"/>
                <a:gd name="T4" fmla="*/ 109 w 609"/>
                <a:gd name="T5" fmla="*/ 28 h 159"/>
                <a:gd name="T6" fmla="*/ 138 w 609"/>
                <a:gd name="T7" fmla="*/ 57 h 159"/>
                <a:gd name="T8" fmla="*/ 142 w 609"/>
                <a:gd name="T9" fmla="*/ 57 h 159"/>
                <a:gd name="T10" fmla="*/ 164 w 609"/>
                <a:gd name="T11" fmla="*/ 79 h 159"/>
                <a:gd name="T12" fmla="*/ 142 w 609"/>
                <a:gd name="T13" fmla="*/ 101 h 159"/>
                <a:gd name="T14" fmla="*/ 29 w 609"/>
                <a:gd name="T15" fmla="*/ 101 h 159"/>
                <a:gd name="T16" fmla="*/ 0 w 609"/>
                <a:gd name="T17" fmla="*/ 130 h 159"/>
                <a:gd name="T18" fmla="*/ 29 w 609"/>
                <a:gd name="T19" fmla="*/ 159 h 159"/>
                <a:gd name="T20" fmla="*/ 262 w 609"/>
                <a:gd name="T21" fmla="*/ 159 h 159"/>
                <a:gd name="T22" fmla="*/ 290 w 609"/>
                <a:gd name="T23" fmla="*/ 130 h 159"/>
                <a:gd name="T24" fmla="*/ 262 w 609"/>
                <a:gd name="T25" fmla="*/ 101 h 159"/>
                <a:gd name="T26" fmla="*/ 221 w 609"/>
                <a:gd name="T27" fmla="*/ 101 h 159"/>
                <a:gd name="T28" fmla="*/ 199 w 609"/>
                <a:gd name="T29" fmla="*/ 79 h 159"/>
                <a:gd name="T30" fmla="*/ 221 w 609"/>
                <a:gd name="T31" fmla="*/ 57 h 159"/>
                <a:gd name="T32" fmla="*/ 580 w 609"/>
                <a:gd name="T33" fmla="*/ 57 h 159"/>
                <a:gd name="T34" fmla="*/ 609 w 609"/>
                <a:gd name="T35" fmla="*/ 28 h 159"/>
                <a:gd name="T36" fmla="*/ 580 w 609"/>
                <a:gd name="T3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9" h="159">
                  <a:moveTo>
                    <a:pt x="580" y="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22" y="0"/>
                    <a:pt x="109" y="12"/>
                    <a:pt x="109" y="28"/>
                  </a:cubicBezTo>
                  <a:cubicBezTo>
                    <a:pt x="109" y="44"/>
                    <a:pt x="122" y="57"/>
                    <a:pt x="138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54" y="57"/>
                    <a:pt x="164" y="67"/>
                    <a:pt x="164" y="79"/>
                  </a:cubicBezTo>
                  <a:cubicBezTo>
                    <a:pt x="164" y="91"/>
                    <a:pt x="154" y="101"/>
                    <a:pt x="142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13" y="101"/>
                    <a:pt x="0" y="114"/>
                    <a:pt x="0" y="130"/>
                  </a:cubicBezTo>
                  <a:cubicBezTo>
                    <a:pt x="0" y="146"/>
                    <a:pt x="13" y="159"/>
                    <a:pt x="29" y="159"/>
                  </a:cubicBezTo>
                  <a:cubicBezTo>
                    <a:pt x="262" y="159"/>
                    <a:pt x="262" y="159"/>
                    <a:pt x="262" y="159"/>
                  </a:cubicBezTo>
                  <a:cubicBezTo>
                    <a:pt x="277" y="159"/>
                    <a:pt x="290" y="146"/>
                    <a:pt x="290" y="130"/>
                  </a:cubicBezTo>
                  <a:cubicBezTo>
                    <a:pt x="290" y="114"/>
                    <a:pt x="277" y="101"/>
                    <a:pt x="262" y="10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09" y="101"/>
                    <a:pt x="199" y="91"/>
                    <a:pt x="199" y="79"/>
                  </a:cubicBezTo>
                  <a:cubicBezTo>
                    <a:pt x="199" y="67"/>
                    <a:pt x="209" y="57"/>
                    <a:pt x="221" y="57"/>
                  </a:cubicBezTo>
                  <a:cubicBezTo>
                    <a:pt x="580" y="57"/>
                    <a:pt x="580" y="57"/>
                    <a:pt x="580" y="57"/>
                  </a:cubicBezTo>
                  <a:cubicBezTo>
                    <a:pt x="596" y="57"/>
                    <a:pt x="609" y="44"/>
                    <a:pt x="609" y="28"/>
                  </a:cubicBezTo>
                  <a:cubicBezTo>
                    <a:pt x="609" y="12"/>
                    <a:pt x="596" y="0"/>
                    <a:pt x="580" y="0"/>
                  </a:cubicBezTo>
                  <a:close/>
                </a:path>
              </a:pathLst>
            </a:custGeom>
            <a:gradFill>
              <a:gsLst>
                <a:gs pos="21000">
                  <a:srgbClr val="9C938C"/>
                </a:gs>
                <a:gs pos="100000">
                  <a:srgbClr val="23518A"/>
                </a:gs>
              </a:gsLst>
              <a:lin ang="21594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4" name="Freeform 40"/>
            <p:cNvSpPr>
              <a:spLocks/>
            </p:cNvSpPr>
            <p:nvPr/>
          </p:nvSpPr>
          <p:spPr bwMode="auto">
            <a:xfrm>
              <a:off x="5278438" y="2381250"/>
              <a:ext cx="630238" cy="793750"/>
            </a:xfrm>
            <a:custGeom>
              <a:avLst/>
              <a:gdLst>
                <a:gd name="T0" fmla="*/ 105 w 168"/>
                <a:gd name="T1" fmla="*/ 0 h 211"/>
                <a:gd name="T2" fmla="*/ 168 w 168"/>
                <a:gd name="T3" fmla="*/ 21 h 211"/>
                <a:gd name="T4" fmla="*/ 87 w 168"/>
                <a:gd name="T5" fmla="*/ 106 h 211"/>
                <a:gd name="T6" fmla="*/ 168 w 168"/>
                <a:gd name="T7" fmla="*/ 191 h 211"/>
                <a:gd name="T8" fmla="*/ 105 w 168"/>
                <a:gd name="T9" fmla="*/ 211 h 211"/>
                <a:gd name="T10" fmla="*/ 0 w 168"/>
                <a:gd name="T11" fmla="*/ 106 h 211"/>
                <a:gd name="T12" fmla="*/ 105 w 168"/>
                <a:gd name="T13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211">
                  <a:moveTo>
                    <a:pt x="105" y="0"/>
                  </a:moveTo>
                  <a:cubicBezTo>
                    <a:pt x="129" y="0"/>
                    <a:pt x="150" y="8"/>
                    <a:pt x="168" y="21"/>
                  </a:cubicBezTo>
                  <a:cubicBezTo>
                    <a:pt x="123" y="23"/>
                    <a:pt x="87" y="60"/>
                    <a:pt x="87" y="106"/>
                  </a:cubicBezTo>
                  <a:cubicBezTo>
                    <a:pt x="87" y="151"/>
                    <a:pt x="123" y="188"/>
                    <a:pt x="168" y="191"/>
                  </a:cubicBezTo>
                  <a:cubicBezTo>
                    <a:pt x="150" y="203"/>
                    <a:pt x="129" y="211"/>
                    <a:pt x="105" y="211"/>
                  </a:cubicBezTo>
                  <a:cubicBezTo>
                    <a:pt x="47" y="211"/>
                    <a:pt x="0" y="164"/>
                    <a:pt x="0" y="106"/>
                  </a:cubicBezTo>
                  <a:cubicBezTo>
                    <a:pt x="0" y="47"/>
                    <a:pt x="47" y="0"/>
                    <a:pt x="105" y="0"/>
                  </a:cubicBezTo>
                  <a:close/>
                </a:path>
              </a:pathLst>
            </a:custGeom>
            <a:solidFill>
              <a:srgbClr val="F6C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5" name="Freeform 41"/>
            <p:cNvSpPr>
              <a:spLocks/>
            </p:cNvSpPr>
            <p:nvPr/>
          </p:nvSpPr>
          <p:spPr bwMode="auto">
            <a:xfrm>
              <a:off x="5391150" y="882650"/>
              <a:ext cx="193675" cy="173038"/>
            </a:xfrm>
            <a:custGeom>
              <a:avLst/>
              <a:gdLst>
                <a:gd name="T0" fmla="*/ 49 w 52"/>
                <a:gd name="T1" fmla="*/ 17 h 46"/>
                <a:gd name="T2" fmla="*/ 34 w 52"/>
                <a:gd name="T3" fmla="*/ 15 h 46"/>
                <a:gd name="T4" fmla="*/ 27 w 52"/>
                <a:gd name="T5" fmla="*/ 2 h 46"/>
                <a:gd name="T6" fmla="*/ 26 w 52"/>
                <a:gd name="T7" fmla="*/ 0 h 46"/>
                <a:gd name="T8" fmla="*/ 24 w 52"/>
                <a:gd name="T9" fmla="*/ 2 h 46"/>
                <a:gd name="T10" fmla="*/ 18 w 52"/>
                <a:gd name="T11" fmla="*/ 15 h 46"/>
                <a:gd name="T12" fmla="*/ 3 w 52"/>
                <a:gd name="T13" fmla="*/ 17 h 46"/>
                <a:gd name="T14" fmla="*/ 3 w 52"/>
                <a:gd name="T15" fmla="*/ 20 h 46"/>
                <a:gd name="T16" fmla="*/ 13 w 52"/>
                <a:gd name="T17" fmla="*/ 30 h 46"/>
                <a:gd name="T18" fmla="*/ 10 w 52"/>
                <a:gd name="T19" fmla="*/ 44 h 46"/>
                <a:gd name="T20" fmla="*/ 13 w 52"/>
                <a:gd name="T21" fmla="*/ 46 h 46"/>
                <a:gd name="T22" fmla="*/ 25 w 52"/>
                <a:gd name="T23" fmla="*/ 39 h 46"/>
                <a:gd name="T24" fmla="*/ 26 w 52"/>
                <a:gd name="T25" fmla="*/ 38 h 46"/>
                <a:gd name="T26" fmla="*/ 27 w 52"/>
                <a:gd name="T27" fmla="*/ 39 h 46"/>
                <a:gd name="T28" fmla="*/ 40 w 52"/>
                <a:gd name="T29" fmla="*/ 46 h 46"/>
                <a:gd name="T30" fmla="*/ 42 w 52"/>
                <a:gd name="T31" fmla="*/ 44 h 46"/>
                <a:gd name="T32" fmla="*/ 39 w 52"/>
                <a:gd name="T33" fmla="*/ 30 h 46"/>
                <a:gd name="T34" fmla="*/ 49 w 52"/>
                <a:gd name="T35" fmla="*/ 20 h 46"/>
                <a:gd name="T36" fmla="*/ 49 w 52"/>
                <a:gd name="T37" fmla="*/ 1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46">
                  <a:moveTo>
                    <a:pt x="49" y="17"/>
                  </a:moveTo>
                  <a:cubicBezTo>
                    <a:pt x="45" y="16"/>
                    <a:pt x="34" y="15"/>
                    <a:pt x="34" y="15"/>
                  </a:cubicBezTo>
                  <a:cubicBezTo>
                    <a:pt x="34" y="15"/>
                    <a:pt x="28" y="4"/>
                    <a:pt x="27" y="2"/>
                  </a:cubicBezTo>
                  <a:cubicBezTo>
                    <a:pt x="27" y="1"/>
                    <a:pt x="27" y="0"/>
                    <a:pt x="26" y="0"/>
                  </a:cubicBezTo>
                  <a:cubicBezTo>
                    <a:pt x="25" y="0"/>
                    <a:pt x="25" y="1"/>
                    <a:pt x="24" y="2"/>
                  </a:cubicBezTo>
                  <a:cubicBezTo>
                    <a:pt x="23" y="4"/>
                    <a:pt x="20" y="11"/>
                    <a:pt x="18" y="15"/>
                  </a:cubicBezTo>
                  <a:cubicBezTo>
                    <a:pt x="18" y="15"/>
                    <a:pt x="7" y="16"/>
                    <a:pt x="3" y="17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30"/>
                    <a:pt x="13" y="30"/>
                  </a:cubicBezTo>
                  <a:cubicBezTo>
                    <a:pt x="13" y="30"/>
                    <a:pt x="11" y="42"/>
                    <a:pt x="10" y="44"/>
                  </a:cubicBezTo>
                  <a:cubicBezTo>
                    <a:pt x="10" y="46"/>
                    <a:pt x="11" y="46"/>
                    <a:pt x="13" y="46"/>
                  </a:cubicBezTo>
                  <a:cubicBezTo>
                    <a:pt x="14" y="45"/>
                    <a:pt x="25" y="39"/>
                    <a:pt x="25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38" y="45"/>
                    <a:pt x="40" y="46"/>
                  </a:cubicBezTo>
                  <a:cubicBezTo>
                    <a:pt x="41" y="46"/>
                    <a:pt x="42" y="46"/>
                    <a:pt x="42" y="44"/>
                  </a:cubicBezTo>
                  <a:cubicBezTo>
                    <a:pt x="41" y="42"/>
                    <a:pt x="39" y="30"/>
                    <a:pt x="39" y="30"/>
                  </a:cubicBezTo>
                  <a:cubicBezTo>
                    <a:pt x="39" y="30"/>
                    <a:pt x="48" y="21"/>
                    <a:pt x="49" y="20"/>
                  </a:cubicBezTo>
                  <a:cubicBezTo>
                    <a:pt x="51" y="19"/>
                    <a:pt x="52" y="17"/>
                    <a:pt x="49" y="17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" name="Freeform 42"/>
            <p:cNvSpPr>
              <a:spLocks/>
            </p:cNvSpPr>
            <p:nvPr/>
          </p:nvSpPr>
          <p:spPr bwMode="auto">
            <a:xfrm>
              <a:off x="1685925" y="1916113"/>
              <a:ext cx="198438" cy="173038"/>
            </a:xfrm>
            <a:custGeom>
              <a:avLst/>
              <a:gdLst>
                <a:gd name="T0" fmla="*/ 26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4 h 46"/>
                <a:gd name="T8" fmla="*/ 3 w 53"/>
                <a:gd name="T9" fmla="*/ 16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5 w 53"/>
                <a:gd name="T21" fmla="*/ 38 h 46"/>
                <a:gd name="T22" fmla="*/ 26 w 53"/>
                <a:gd name="T23" fmla="*/ 38 h 46"/>
                <a:gd name="T24" fmla="*/ 27 w 53"/>
                <a:gd name="T25" fmla="*/ 38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39 w 53"/>
                <a:gd name="T33" fmla="*/ 29 h 46"/>
                <a:gd name="T34" fmla="*/ 49 w 53"/>
                <a:gd name="T35" fmla="*/ 20 h 46"/>
                <a:gd name="T36" fmla="*/ 49 w 53"/>
                <a:gd name="T37" fmla="*/ 16 h 46"/>
                <a:gd name="T38" fmla="*/ 34 w 53"/>
                <a:gd name="T39" fmla="*/ 14 h 46"/>
                <a:gd name="T40" fmla="*/ 28 w 53"/>
                <a:gd name="T41" fmla="*/ 2 h 46"/>
                <a:gd name="T42" fmla="*/ 26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1"/>
                    <a:pt x="25" y="2"/>
                  </a:cubicBezTo>
                  <a:cubicBezTo>
                    <a:pt x="23" y="4"/>
                    <a:pt x="20" y="11"/>
                    <a:pt x="18" y="14"/>
                  </a:cubicBezTo>
                  <a:cubicBezTo>
                    <a:pt x="18" y="14"/>
                    <a:pt x="7" y="16"/>
                    <a:pt x="3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1"/>
                    <a:pt x="11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2" y="46"/>
                    <a:pt x="12" y="46"/>
                    <a:pt x="13" y="46"/>
                  </a:cubicBezTo>
                  <a:cubicBezTo>
                    <a:pt x="14" y="45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0" y="46"/>
                    <a:pt x="41" y="46"/>
                    <a:pt x="41" y="46"/>
                  </a:cubicBezTo>
                  <a:cubicBezTo>
                    <a:pt x="42" y="46"/>
                    <a:pt x="42" y="45"/>
                    <a:pt x="42" y="44"/>
                  </a:cubicBezTo>
                  <a:cubicBezTo>
                    <a:pt x="41" y="41"/>
                    <a:pt x="39" y="29"/>
                    <a:pt x="39" y="29"/>
                  </a:cubicBezTo>
                  <a:cubicBezTo>
                    <a:pt x="39" y="29"/>
                    <a:pt x="48" y="21"/>
                    <a:pt x="49" y="20"/>
                  </a:cubicBezTo>
                  <a:cubicBezTo>
                    <a:pt x="51" y="19"/>
                    <a:pt x="53" y="17"/>
                    <a:pt x="49" y="16"/>
                  </a:cubicBezTo>
                  <a:cubicBezTo>
                    <a:pt x="45" y="16"/>
                    <a:pt x="34" y="14"/>
                    <a:pt x="34" y="14"/>
                  </a:cubicBezTo>
                  <a:cubicBezTo>
                    <a:pt x="34" y="14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" name="Freeform 43"/>
            <p:cNvSpPr>
              <a:spLocks/>
            </p:cNvSpPr>
            <p:nvPr/>
          </p:nvSpPr>
          <p:spPr bwMode="auto">
            <a:xfrm>
              <a:off x="6538913" y="1220788"/>
              <a:ext cx="198438" cy="168275"/>
            </a:xfrm>
            <a:custGeom>
              <a:avLst/>
              <a:gdLst>
                <a:gd name="T0" fmla="*/ 26 w 53"/>
                <a:gd name="T1" fmla="*/ 0 h 45"/>
                <a:gd name="T2" fmla="*/ 26 w 53"/>
                <a:gd name="T3" fmla="*/ 0 h 45"/>
                <a:gd name="T4" fmla="*/ 25 w 53"/>
                <a:gd name="T5" fmla="*/ 1 h 45"/>
                <a:gd name="T6" fmla="*/ 18 w 53"/>
                <a:gd name="T7" fmla="*/ 14 h 45"/>
                <a:gd name="T8" fmla="*/ 4 w 53"/>
                <a:gd name="T9" fmla="*/ 16 h 45"/>
                <a:gd name="T10" fmla="*/ 3 w 53"/>
                <a:gd name="T11" fmla="*/ 19 h 45"/>
                <a:gd name="T12" fmla="*/ 13 w 53"/>
                <a:gd name="T13" fmla="*/ 29 h 45"/>
                <a:gd name="T14" fmla="*/ 11 w 53"/>
                <a:gd name="T15" fmla="*/ 43 h 45"/>
                <a:gd name="T16" fmla="*/ 12 w 53"/>
                <a:gd name="T17" fmla="*/ 45 h 45"/>
                <a:gd name="T18" fmla="*/ 13 w 53"/>
                <a:gd name="T19" fmla="*/ 45 h 45"/>
                <a:gd name="T20" fmla="*/ 26 w 53"/>
                <a:gd name="T21" fmla="*/ 38 h 45"/>
                <a:gd name="T22" fmla="*/ 27 w 53"/>
                <a:gd name="T23" fmla="*/ 37 h 45"/>
                <a:gd name="T24" fmla="*/ 27 w 53"/>
                <a:gd name="T25" fmla="*/ 38 h 45"/>
                <a:gd name="T26" fmla="*/ 40 w 53"/>
                <a:gd name="T27" fmla="*/ 45 h 45"/>
                <a:gd name="T28" fmla="*/ 41 w 53"/>
                <a:gd name="T29" fmla="*/ 45 h 45"/>
                <a:gd name="T30" fmla="*/ 42 w 53"/>
                <a:gd name="T31" fmla="*/ 43 h 45"/>
                <a:gd name="T32" fmla="*/ 40 w 53"/>
                <a:gd name="T33" fmla="*/ 29 h 45"/>
                <a:gd name="T34" fmla="*/ 50 w 53"/>
                <a:gd name="T35" fmla="*/ 19 h 45"/>
                <a:gd name="T36" fmla="*/ 49 w 53"/>
                <a:gd name="T37" fmla="*/ 16 h 45"/>
                <a:gd name="T38" fmla="*/ 35 w 53"/>
                <a:gd name="T39" fmla="*/ 14 h 45"/>
                <a:gd name="T40" fmla="*/ 28 w 53"/>
                <a:gd name="T41" fmla="*/ 1 h 45"/>
                <a:gd name="T42" fmla="*/ 26 w 53"/>
                <a:gd name="T4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5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24" y="3"/>
                    <a:pt x="20" y="10"/>
                    <a:pt x="18" y="14"/>
                  </a:cubicBezTo>
                  <a:cubicBezTo>
                    <a:pt x="18" y="14"/>
                    <a:pt x="7" y="15"/>
                    <a:pt x="4" y="16"/>
                  </a:cubicBezTo>
                  <a:cubicBezTo>
                    <a:pt x="0" y="16"/>
                    <a:pt x="2" y="18"/>
                    <a:pt x="3" y="19"/>
                  </a:cubicBezTo>
                  <a:cubicBezTo>
                    <a:pt x="4" y="20"/>
                    <a:pt x="13" y="29"/>
                    <a:pt x="13" y="29"/>
                  </a:cubicBezTo>
                  <a:cubicBezTo>
                    <a:pt x="13" y="29"/>
                    <a:pt x="11" y="41"/>
                    <a:pt x="11" y="43"/>
                  </a:cubicBezTo>
                  <a:cubicBezTo>
                    <a:pt x="11" y="45"/>
                    <a:pt x="11" y="45"/>
                    <a:pt x="12" y="45"/>
                  </a:cubicBezTo>
                  <a:cubicBezTo>
                    <a:pt x="12" y="45"/>
                    <a:pt x="13" y="45"/>
                    <a:pt x="13" y="45"/>
                  </a:cubicBezTo>
                  <a:cubicBezTo>
                    <a:pt x="15" y="44"/>
                    <a:pt x="26" y="38"/>
                    <a:pt x="26" y="38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9" y="44"/>
                    <a:pt x="40" y="45"/>
                  </a:cubicBezTo>
                  <a:cubicBezTo>
                    <a:pt x="40" y="45"/>
                    <a:pt x="41" y="45"/>
                    <a:pt x="41" y="45"/>
                  </a:cubicBezTo>
                  <a:cubicBezTo>
                    <a:pt x="42" y="45"/>
                    <a:pt x="43" y="45"/>
                    <a:pt x="42" y="43"/>
                  </a:cubicBezTo>
                  <a:cubicBezTo>
                    <a:pt x="42" y="41"/>
                    <a:pt x="40" y="29"/>
                    <a:pt x="40" y="29"/>
                  </a:cubicBezTo>
                  <a:cubicBezTo>
                    <a:pt x="40" y="29"/>
                    <a:pt x="49" y="20"/>
                    <a:pt x="50" y="19"/>
                  </a:cubicBezTo>
                  <a:cubicBezTo>
                    <a:pt x="51" y="18"/>
                    <a:pt x="53" y="16"/>
                    <a:pt x="49" y="16"/>
                  </a:cubicBezTo>
                  <a:cubicBezTo>
                    <a:pt x="46" y="15"/>
                    <a:pt x="35" y="14"/>
                    <a:pt x="35" y="14"/>
                  </a:cubicBezTo>
                  <a:cubicBezTo>
                    <a:pt x="35" y="14"/>
                    <a:pt x="29" y="3"/>
                    <a:pt x="28" y="1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" name="Freeform 44"/>
            <p:cNvSpPr>
              <a:spLocks/>
            </p:cNvSpPr>
            <p:nvPr/>
          </p:nvSpPr>
          <p:spPr bwMode="auto">
            <a:xfrm>
              <a:off x="7146925" y="3441700"/>
              <a:ext cx="198438" cy="173038"/>
            </a:xfrm>
            <a:custGeom>
              <a:avLst/>
              <a:gdLst>
                <a:gd name="T0" fmla="*/ 27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5 h 46"/>
                <a:gd name="T8" fmla="*/ 4 w 53"/>
                <a:gd name="T9" fmla="*/ 17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6 w 53"/>
                <a:gd name="T21" fmla="*/ 39 h 46"/>
                <a:gd name="T22" fmla="*/ 27 w 53"/>
                <a:gd name="T23" fmla="*/ 38 h 46"/>
                <a:gd name="T24" fmla="*/ 27 w 53"/>
                <a:gd name="T25" fmla="*/ 39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7 h 46"/>
                <a:gd name="T38" fmla="*/ 35 w 53"/>
                <a:gd name="T39" fmla="*/ 15 h 46"/>
                <a:gd name="T40" fmla="*/ 28 w 53"/>
                <a:gd name="T41" fmla="*/ 2 h 46"/>
                <a:gd name="T42" fmla="*/ 27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7" y="0"/>
                  </a:moveTo>
                  <a:cubicBezTo>
                    <a:pt x="27" y="0"/>
                    <a:pt x="26" y="0"/>
                    <a:pt x="26" y="0"/>
                  </a:cubicBezTo>
                  <a:cubicBezTo>
                    <a:pt x="26" y="0"/>
                    <a:pt x="26" y="1"/>
                    <a:pt x="25" y="2"/>
                  </a:cubicBezTo>
                  <a:cubicBezTo>
                    <a:pt x="24" y="4"/>
                    <a:pt x="20" y="11"/>
                    <a:pt x="18" y="15"/>
                  </a:cubicBezTo>
                  <a:cubicBezTo>
                    <a:pt x="18" y="15"/>
                    <a:pt x="7" y="16"/>
                    <a:pt x="4" y="17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5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1" y="45"/>
                    <a:pt x="11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5" y="45"/>
                    <a:pt x="26" y="39"/>
                    <a:pt x="26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39" y="45"/>
                    <a:pt x="40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2" y="46"/>
                    <a:pt x="43" y="45"/>
                    <a:pt x="42" y="44"/>
                  </a:cubicBezTo>
                  <a:cubicBezTo>
                    <a:pt x="42" y="42"/>
                    <a:pt x="40" y="29"/>
                    <a:pt x="40" y="29"/>
                  </a:cubicBezTo>
                  <a:cubicBezTo>
                    <a:pt x="40" y="29"/>
                    <a:pt x="49" y="21"/>
                    <a:pt x="50" y="20"/>
                  </a:cubicBezTo>
                  <a:cubicBezTo>
                    <a:pt x="51" y="19"/>
                    <a:pt x="53" y="17"/>
                    <a:pt x="49" y="17"/>
                  </a:cubicBezTo>
                  <a:cubicBezTo>
                    <a:pt x="46" y="16"/>
                    <a:pt x="35" y="15"/>
                    <a:pt x="35" y="15"/>
                  </a:cubicBezTo>
                  <a:cubicBezTo>
                    <a:pt x="35" y="15"/>
                    <a:pt x="29" y="4"/>
                    <a:pt x="28" y="2"/>
                  </a:cubicBezTo>
                  <a:cubicBezTo>
                    <a:pt x="28" y="1"/>
                    <a:pt x="27" y="0"/>
                    <a:pt x="27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9" name="Freeform 45"/>
            <p:cNvSpPr>
              <a:spLocks/>
            </p:cNvSpPr>
            <p:nvPr/>
          </p:nvSpPr>
          <p:spPr bwMode="auto">
            <a:xfrm>
              <a:off x="4752975" y="3527425"/>
              <a:ext cx="198438" cy="173038"/>
            </a:xfrm>
            <a:custGeom>
              <a:avLst/>
              <a:gdLst>
                <a:gd name="T0" fmla="*/ 26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4 h 46"/>
                <a:gd name="T8" fmla="*/ 4 w 53"/>
                <a:gd name="T9" fmla="*/ 16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6 w 53"/>
                <a:gd name="T21" fmla="*/ 38 h 46"/>
                <a:gd name="T22" fmla="*/ 26 w 53"/>
                <a:gd name="T23" fmla="*/ 38 h 46"/>
                <a:gd name="T24" fmla="*/ 27 w 53"/>
                <a:gd name="T25" fmla="*/ 38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6 h 46"/>
                <a:gd name="T38" fmla="*/ 35 w 53"/>
                <a:gd name="T39" fmla="*/ 14 h 46"/>
                <a:gd name="T40" fmla="*/ 28 w 53"/>
                <a:gd name="T41" fmla="*/ 2 h 46"/>
                <a:gd name="T42" fmla="*/ 26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1"/>
                    <a:pt x="25" y="2"/>
                  </a:cubicBezTo>
                  <a:cubicBezTo>
                    <a:pt x="24" y="4"/>
                    <a:pt x="20" y="11"/>
                    <a:pt x="18" y="14"/>
                  </a:cubicBezTo>
                  <a:cubicBezTo>
                    <a:pt x="18" y="14"/>
                    <a:pt x="7" y="16"/>
                    <a:pt x="4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4" y="45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0" y="46"/>
                    <a:pt x="41" y="46"/>
                    <a:pt x="41" y="46"/>
                  </a:cubicBezTo>
                  <a:cubicBezTo>
                    <a:pt x="42" y="46"/>
                    <a:pt x="42" y="45"/>
                    <a:pt x="42" y="44"/>
                  </a:cubicBezTo>
                  <a:cubicBezTo>
                    <a:pt x="42" y="42"/>
                    <a:pt x="40" y="29"/>
                    <a:pt x="40" y="29"/>
                  </a:cubicBezTo>
                  <a:cubicBezTo>
                    <a:pt x="40" y="29"/>
                    <a:pt x="48" y="21"/>
                    <a:pt x="50" y="20"/>
                  </a:cubicBezTo>
                  <a:cubicBezTo>
                    <a:pt x="51" y="19"/>
                    <a:pt x="53" y="17"/>
                    <a:pt x="49" y="16"/>
                  </a:cubicBezTo>
                  <a:cubicBezTo>
                    <a:pt x="46" y="16"/>
                    <a:pt x="35" y="14"/>
                    <a:pt x="35" y="14"/>
                  </a:cubicBezTo>
                  <a:cubicBezTo>
                    <a:pt x="35" y="14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0" name="Freeform 46"/>
            <p:cNvSpPr>
              <a:spLocks/>
            </p:cNvSpPr>
            <p:nvPr/>
          </p:nvSpPr>
          <p:spPr bwMode="auto">
            <a:xfrm>
              <a:off x="8137525" y="998538"/>
              <a:ext cx="198438" cy="173038"/>
            </a:xfrm>
            <a:custGeom>
              <a:avLst/>
              <a:gdLst>
                <a:gd name="T0" fmla="*/ 49 w 53"/>
                <a:gd name="T1" fmla="*/ 16 h 46"/>
                <a:gd name="T2" fmla="*/ 34 w 53"/>
                <a:gd name="T3" fmla="*/ 15 h 46"/>
                <a:gd name="T4" fmla="*/ 28 w 53"/>
                <a:gd name="T5" fmla="*/ 2 h 46"/>
                <a:gd name="T6" fmla="*/ 26 w 53"/>
                <a:gd name="T7" fmla="*/ 0 h 46"/>
                <a:gd name="T8" fmla="*/ 25 w 53"/>
                <a:gd name="T9" fmla="*/ 2 h 46"/>
                <a:gd name="T10" fmla="*/ 18 w 53"/>
                <a:gd name="T11" fmla="*/ 14 h 46"/>
                <a:gd name="T12" fmla="*/ 4 w 53"/>
                <a:gd name="T13" fmla="*/ 16 h 46"/>
                <a:gd name="T14" fmla="*/ 3 w 53"/>
                <a:gd name="T15" fmla="*/ 19 h 46"/>
                <a:gd name="T16" fmla="*/ 13 w 53"/>
                <a:gd name="T17" fmla="*/ 29 h 46"/>
                <a:gd name="T18" fmla="*/ 11 w 53"/>
                <a:gd name="T19" fmla="*/ 43 h 46"/>
                <a:gd name="T20" fmla="*/ 13 w 53"/>
                <a:gd name="T21" fmla="*/ 45 h 46"/>
                <a:gd name="T22" fmla="*/ 26 w 53"/>
                <a:gd name="T23" fmla="*/ 38 h 46"/>
                <a:gd name="T24" fmla="*/ 27 w 53"/>
                <a:gd name="T25" fmla="*/ 38 h 46"/>
                <a:gd name="T26" fmla="*/ 27 w 53"/>
                <a:gd name="T27" fmla="*/ 38 h 46"/>
                <a:gd name="T28" fmla="*/ 40 w 53"/>
                <a:gd name="T29" fmla="*/ 45 h 46"/>
                <a:gd name="T30" fmla="*/ 42 w 53"/>
                <a:gd name="T31" fmla="*/ 43 h 46"/>
                <a:gd name="T32" fmla="*/ 40 w 53"/>
                <a:gd name="T33" fmla="*/ 29 h 46"/>
                <a:gd name="T34" fmla="*/ 50 w 53"/>
                <a:gd name="T35" fmla="*/ 19 h 46"/>
                <a:gd name="T36" fmla="*/ 49 w 53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" h="46">
                  <a:moveTo>
                    <a:pt x="49" y="16"/>
                  </a:moveTo>
                  <a:cubicBezTo>
                    <a:pt x="46" y="16"/>
                    <a:pt x="34" y="15"/>
                    <a:pt x="34" y="15"/>
                  </a:cubicBezTo>
                  <a:cubicBezTo>
                    <a:pt x="34" y="15"/>
                    <a:pt x="29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5" y="1"/>
                    <a:pt x="25" y="2"/>
                  </a:cubicBezTo>
                  <a:cubicBezTo>
                    <a:pt x="24" y="4"/>
                    <a:pt x="20" y="11"/>
                    <a:pt x="18" y="14"/>
                  </a:cubicBezTo>
                  <a:cubicBezTo>
                    <a:pt x="18" y="14"/>
                    <a:pt x="7" y="16"/>
                    <a:pt x="4" y="16"/>
                  </a:cubicBezTo>
                  <a:cubicBezTo>
                    <a:pt x="0" y="16"/>
                    <a:pt x="2" y="18"/>
                    <a:pt x="3" y="19"/>
                  </a:cubicBezTo>
                  <a:cubicBezTo>
                    <a:pt x="5" y="20"/>
                    <a:pt x="13" y="29"/>
                    <a:pt x="13" y="29"/>
                  </a:cubicBezTo>
                  <a:cubicBezTo>
                    <a:pt x="13" y="29"/>
                    <a:pt x="11" y="41"/>
                    <a:pt x="11" y="43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5" y="45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9" y="45"/>
                    <a:pt x="40" y="45"/>
                  </a:cubicBezTo>
                  <a:cubicBezTo>
                    <a:pt x="42" y="46"/>
                    <a:pt x="43" y="46"/>
                    <a:pt x="42" y="43"/>
                  </a:cubicBezTo>
                  <a:cubicBezTo>
                    <a:pt x="42" y="41"/>
                    <a:pt x="40" y="29"/>
                    <a:pt x="40" y="29"/>
                  </a:cubicBezTo>
                  <a:cubicBezTo>
                    <a:pt x="40" y="29"/>
                    <a:pt x="49" y="20"/>
                    <a:pt x="50" y="19"/>
                  </a:cubicBezTo>
                  <a:cubicBezTo>
                    <a:pt x="51" y="18"/>
                    <a:pt x="53" y="16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1" name="Freeform 47"/>
            <p:cNvSpPr>
              <a:spLocks/>
            </p:cNvSpPr>
            <p:nvPr/>
          </p:nvSpPr>
          <p:spPr bwMode="auto">
            <a:xfrm>
              <a:off x="8932863" y="2449513"/>
              <a:ext cx="195263" cy="173038"/>
            </a:xfrm>
            <a:custGeom>
              <a:avLst/>
              <a:gdLst>
                <a:gd name="T0" fmla="*/ 49 w 52"/>
                <a:gd name="T1" fmla="*/ 16 h 46"/>
                <a:gd name="T2" fmla="*/ 34 w 52"/>
                <a:gd name="T3" fmla="*/ 14 h 46"/>
                <a:gd name="T4" fmla="*/ 27 w 52"/>
                <a:gd name="T5" fmla="*/ 2 h 46"/>
                <a:gd name="T6" fmla="*/ 26 w 52"/>
                <a:gd name="T7" fmla="*/ 0 h 46"/>
                <a:gd name="T8" fmla="*/ 24 w 52"/>
                <a:gd name="T9" fmla="*/ 2 h 46"/>
                <a:gd name="T10" fmla="*/ 18 w 52"/>
                <a:gd name="T11" fmla="*/ 14 h 46"/>
                <a:gd name="T12" fmla="*/ 3 w 52"/>
                <a:gd name="T13" fmla="*/ 16 h 46"/>
                <a:gd name="T14" fmla="*/ 3 w 52"/>
                <a:gd name="T15" fmla="*/ 19 h 46"/>
                <a:gd name="T16" fmla="*/ 13 w 52"/>
                <a:gd name="T17" fmla="*/ 29 h 46"/>
                <a:gd name="T18" fmla="*/ 10 w 52"/>
                <a:gd name="T19" fmla="*/ 43 h 46"/>
                <a:gd name="T20" fmla="*/ 12 w 52"/>
                <a:gd name="T21" fmla="*/ 45 h 46"/>
                <a:gd name="T22" fmla="*/ 25 w 52"/>
                <a:gd name="T23" fmla="*/ 38 h 46"/>
                <a:gd name="T24" fmla="*/ 26 w 52"/>
                <a:gd name="T25" fmla="*/ 38 h 46"/>
                <a:gd name="T26" fmla="*/ 27 w 52"/>
                <a:gd name="T27" fmla="*/ 38 h 46"/>
                <a:gd name="T28" fmla="*/ 39 w 52"/>
                <a:gd name="T29" fmla="*/ 45 h 46"/>
                <a:gd name="T30" fmla="*/ 42 w 52"/>
                <a:gd name="T31" fmla="*/ 43 h 46"/>
                <a:gd name="T32" fmla="*/ 39 w 52"/>
                <a:gd name="T33" fmla="*/ 29 h 46"/>
                <a:gd name="T34" fmla="*/ 49 w 52"/>
                <a:gd name="T35" fmla="*/ 19 h 46"/>
                <a:gd name="T36" fmla="*/ 49 w 52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46">
                  <a:moveTo>
                    <a:pt x="49" y="16"/>
                  </a:moveTo>
                  <a:cubicBezTo>
                    <a:pt x="45" y="16"/>
                    <a:pt x="34" y="14"/>
                    <a:pt x="34" y="14"/>
                  </a:cubicBezTo>
                  <a:cubicBezTo>
                    <a:pt x="34" y="14"/>
                    <a:pt x="28" y="3"/>
                    <a:pt x="27" y="2"/>
                  </a:cubicBezTo>
                  <a:cubicBezTo>
                    <a:pt x="27" y="1"/>
                    <a:pt x="26" y="0"/>
                    <a:pt x="26" y="0"/>
                  </a:cubicBezTo>
                  <a:cubicBezTo>
                    <a:pt x="25" y="0"/>
                    <a:pt x="25" y="1"/>
                    <a:pt x="24" y="2"/>
                  </a:cubicBezTo>
                  <a:cubicBezTo>
                    <a:pt x="23" y="4"/>
                    <a:pt x="20" y="11"/>
                    <a:pt x="18" y="14"/>
                  </a:cubicBezTo>
                  <a:cubicBezTo>
                    <a:pt x="18" y="14"/>
                    <a:pt x="7" y="16"/>
                    <a:pt x="3" y="16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1"/>
                    <a:pt x="10" y="43"/>
                  </a:cubicBezTo>
                  <a:cubicBezTo>
                    <a:pt x="10" y="46"/>
                    <a:pt x="11" y="46"/>
                    <a:pt x="12" y="45"/>
                  </a:cubicBezTo>
                  <a:cubicBezTo>
                    <a:pt x="14" y="45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39" y="45"/>
                  </a:cubicBezTo>
                  <a:cubicBezTo>
                    <a:pt x="41" y="46"/>
                    <a:pt x="42" y="46"/>
                    <a:pt x="42" y="43"/>
                  </a:cubicBezTo>
                  <a:cubicBezTo>
                    <a:pt x="41" y="41"/>
                    <a:pt x="39" y="29"/>
                    <a:pt x="39" y="29"/>
                  </a:cubicBezTo>
                  <a:cubicBezTo>
                    <a:pt x="39" y="29"/>
                    <a:pt x="48" y="21"/>
                    <a:pt x="49" y="19"/>
                  </a:cubicBezTo>
                  <a:cubicBezTo>
                    <a:pt x="50" y="18"/>
                    <a:pt x="52" y="16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2" name="Freeform 48"/>
            <p:cNvSpPr>
              <a:spLocks/>
            </p:cNvSpPr>
            <p:nvPr/>
          </p:nvSpPr>
          <p:spPr bwMode="auto">
            <a:xfrm>
              <a:off x="3240088" y="844550"/>
              <a:ext cx="195263" cy="173038"/>
            </a:xfrm>
            <a:custGeom>
              <a:avLst/>
              <a:gdLst>
                <a:gd name="T0" fmla="*/ 49 w 52"/>
                <a:gd name="T1" fmla="*/ 16 h 46"/>
                <a:gd name="T2" fmla="*/ 34 w 52"/>
                <a:gd name="T3" fmla="*/ 14 h 46"/>
                <a:gd name="T4" fmla="*/ 27 w 52"/>
                <a:gd name="T5" fmla="*/ 2 h 46"/>
                <a:gd name="T6" fmla="*/ 26 w 52"/>
                <a:gd name="T7" fmla="*/ 0 h 46"/>
                <a:gd name="T8" fmla="*/ 24 w 52"/>
                <a:gd name="T9" fmla="*/ 2 h 46"/>
                <a:gd name="T10" fmla="*/ 18 w 52"/>
                <a:gd name="T11" fmla="*/ 14 h 46"/>
                <a:gd name="T12" fmla="*/ 3 w 52"/>
                <a:gd name="T13" fmla="*/ 16 h 46"/>
                <a:gd name="T14" fmla="*/ 3 w 52"/>
                <a:gd name="T15" fmla="*/ 19 h 46"/>
                <a:gd name="T16" fmla="*/ 13 w 52"/>
                <a:gd name="T17" fmla="*/ 29 h 46"/>
                <a:gd name="T18" fmla="*/ 10 w 52"/>
                <a:gd name="T19" fmla="*/ 43 h 46"/>
                <a:gd name="T20" fmla="*/ 13 w 52"/>
                <a:gd name="T21" fmla="*/ 45 h 46"/>
                <a:gd name="T22" fmla="*/ 25 w 52"/>
                <a:gd name="T23" fmla="*/ 38 h 46"/>
                <a:gd name="T24" fmla="*/ 26 w 52"/>
                <a:gd name="T25" fmla="*/ 38 h 46"/>
                <a:gd name="T26" fmla="*/ 27 w 52"/>
                <a:gd name="T27" fmla="*/ 38 h 46"/>
                <a:gd name="T28" fmla="*/ 39 w 52"/>
                <a:gd name="T29" fmla="*/ 45 h 46"/>
                <a:gd name="T30" fmla="*/ 42 w 52"/>
                <a:gd name="T31" fmla="*/ 43 h 46"/>
                <a:gd name="T32" fmla="*/ 39 w 52"/>
                <a:gd name="T33" fmla="*/ 29 h 46"/>
                <a:gd name="T34" fmla="*/ 49 w 52"/>
                <a:gd name="T35" fmla="*/ 19 h 46"/>
                <a:gd name="T36" fmla="*/ 49 w 52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46">
                  <a:moveTo>
                    <a:pt x="49" y="16"/>
                  </a:moveTo>
                  <a:cubicBezTo>
                    <a:pt x="45" y="16"/>
                    <a:pt x="34" y="14"/>
                    <a:pt x="34" y="14"/>
                  </a:cubicBezTo>
                  <a:cubicBezTo>
                    <a:pt x="34" y="14"/>
                    <a:pt x="28" y="3"/>
                    <a:pt x="27" y="2"/>
                  </a:cubicBezTo>
                  <a:cubicBezTo>
                    <a:pt x="27" y="1"/>
                    <a:pt x="27" y="0"/>
                    <a:pt x="26" y="0"/>
                  </a:cubicBezTo>
                  <a:cubicBezTo>
                    <a:pt x="25" y="0"/>
                    <a:pt x="25" y="1"/>
                    <a:pt x="24" y="2"/>
                  </a:cubicBezTo>
                  <a:cubicBezTo>
                    <a:pt x="23" y="4"/>
                    <a:pt x="20" y="11"/>
                    <a:pt x="18" y="14"/>
                  </a:cubicBezTo>
                  <a:cubicBezTo>
                    <a:pt x="18" y="14"/>
                    <a:pt x="7" y="16"/>
                    <a:pt x="3" y="16"/>
                  </a:cubicBezTo>
                  <a:cubicBezTo>
                    <a:pt x="0" y="16"/>
                    <a:pt x="2" y="18"/>
                    <a:pt x="3" y="19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1"/>
                    <a:pt x="10" y="43"/>
                  </a:cubicBezTo>
                  <a:cubicBezTo>
                    <a:pt x="10" y="46"/>
                    <a:pt x="11" y="46"/>
                    <a:pt x="13" y="45"/>
                  </a:cubicBezTo>
                  <a:cubicBezTo>
                    <a:pt x="14" y="45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39" y="45"/>
                  </a:cubicBezTo>
                  <a:cubicBezTo>
                    <a:pt x="41" y="46"/>
                    <a:pt x="42" y="46"/>
                    <a:pt x="42" y="43"/>
                  </a:cubicBezTo>
                  <a:cubicBezTo>
                    <a:pt x="41" y="41"/>
                    <a:pt x="39" y="29"/>
                    <a:pt x="39" y="29"/>
                  </a:cubicBezTo>
                  <a:cubicBezTo>
                    <a:pt x="39" y="29"/>
                    <a:pt x="48" y="21"/>
                    <a:pt x="49" y="19"/>
                  </a:cubicBezTo>
                  <a:cubicBezTo>
                    <a:pt x="50" y="18"/>
                    <a:pt x="52" y="16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3" name="Freeform 49"/>
            <p:cNvSpPr>
              <a:spLocks/>
            </p:cNvSpPr>
            <p:nvPr/>
          </p:nvSpPr>
          <p:spPr bwMode="auto">
            <a:xfrm>
              <a:off x="3157538" y="2644775"/>
              <a:ext cx="198438" cy="173038"/>
            </a:xfrm>
            <a:custGeom>
              <a:avLst/>
              <a:gdLst>
                <a:gd name="T0" fmla="*/ 49 w 53"/>
                <a:gd name="T1" fmla="*/ 16 h 46"/>
                <a:gd name="T2" fmla="*/ 34 w 53"/>
                <a:gd name="T3" fmla="*/ 15 h 46"/>
                <a:gd name="T4" fmla="*/ 28 w 53"/>
                <a:gd name="T5" fmla="*/ 2 h 46"/>
                <a:gd name="T6" fmla="*/ 26 w 53"/>
                <a:gd name="T7" fmla="*/ 0 h 46"/>
                <a:gd name="T8" fmla="*/ 25 w 53"/>
                <a:gd name="T9" fmla="*/ 2 h 46"/>
                <a:gd name="T10" fmla="*/ 18 w 53"/>
                <a:gd name="T11" fmla="*/ 15 h 46"/>
                <a:gd name="T12" fmla="*/ 3 w 53"/>
                <a:gd name="T13" fmla="*/ 16 h 46"/>
                <a:gd name="T14" fmla="*/ 3 w 53"/>
                <a:gd name="T15" fmla="*/ 20 h 46"/>
                <a:gd name="T16" fmla="*/ 13 w 53"/>
                <a:gd name="T17" fmla="*/ 29 h 46"/>
                <a:gd name="T18" fmla="*/ 11 w 53"/>
                <a:gd name="T19" fmla="*/ 44 h 46"/>
                <a:gd name="T20" fmla="*/ 13 w 53"/>
                <a:gd name="T21" fmla="*/ 46 h 46"/>
                <a:gd name="T22" fmla="*/ 26 w 53"/>
                <a:gd name="T23" fmla="*/ 38 h 46"/>
                <a:gd name="T24" fmla="*/ 26 w 53"/>
                <a:gd name="T25" fmla="*/ 38 h 46"/>
                <a:gd name="T26" fmla="*/ 27 w 53"/>
                <a:gd name="T27" fmla="*/ 38 h 46"/>
                <a:gd name="T28" fmla="*/ 40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" h="46">
                  <a:moveTo>
                    <a:pt x="49" y="16"/>
                  </a:moveTo>
                  <a:cubicBezTo>
                    <a:pt x="45" y="16"/>
                    <a:pt x="34" y="15"/>
                    <a:pt x="34" y="15"/>
                  </a:cubicBezTo>
                  <a:cubicBezTo>
                    <a:pt x="34" y="15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  <a:cubicBezTo>
                    <a:pt x="25" y="0"/>
                    <a:pt x="25" y="1"/>
                    <a:pt x="25" y="2"/>
                  </a:cubicBezTo>
                  <a:cubicBezTo>
                    <a:pt x="24" y="4"/>
                    <a:pt x="20" y="11"/>
                    <a:pt x="18" y="15"/>
                  </a:cubicBezTo>
                  <a:cubicBezTo>
                    <a:pt x="18" y="15"/>
                    <a:pt x="7" y="16"/>
                    <a:pt x="3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0" y="46"/>
                    <a:pt x="11" y="46"/>
                    <a:pt x="13" y="46"/>
                  </a:cubicBezTo>
                  <a:cubicBezTo>
                    <a:pt x="14" y="45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1" y="46"/>
                    <a:pt x="42" y="46"/>
                    <a:pt x="42" y="44"/>
                  </a:cubicBezTo>
                  <a:cubicBezTo>
                    <a:pt x="41" y="42"/>
                    <a:pt x="40" y="29"/>
                    <a:pt x="40" y="29"/>
                  </a:cubicBezTo>
                  <a:cubicBezTo>
                    <a:pt x="40" y="29"/>
                    <a:pt x="48" y="21"/>
                    <a:pt x="50" y="20"/>
                  </a:cubicBezTo>
                  <a:cubicBezTo>
                    <a:pt x="51" y="19"/>
                    <a:pt x="53" y="17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4" name="Freeform 50"/>
            <p:cNvSpPr>
              <a:spLocks/>
            </p:cNvSpPr>
            <p:nvPr/>
          </p:nvSpPr>
          <p:spPr bwMode="auto">
            <a:xfrm>
              <a:off x="7950200" y="2543175"/>
              <a:ext cx="157163" cy="134938"/>
            </a:xfrm>
            <a:custGeom>
              <a:avLst/>
              <a:gdLst>
                <a:gd name="T0" fmla="*/ 39 w 42"/>
                <a:gd name="T1" fmla="*/ 12 h 36"/>
                <a:gd name="T2" fmla="*/ 28 w 42"/>
                <a:gd name="T3" fmla="*/ 11 h 36"/>
                <a:gd name="T4" fmla="*/ 22 w 42"/>
                <a:gd name="T5" fmla="*/ 1 h 36"/>
                <a:gd name="T6" fmla="*/ 21 w 42"/>
                <a:gd name="T7" fmla="*/ 0 h 36"/>
                <a:gd name="T8" fmla="*/ 20 w 42"/>
                <a:gd name="T9" fmla="*/ 1 h 36"/>
                <a:gd name="T10" fmla="*/ 15 w 42"/>
                <a:gd name="T11" fmla="*/ 11 h 36"/>
                <a:gd name="T12" fmla="*/ 3 w 42"/>
                <a:gd name="T13" fmla="*/ 12 h 36"/>
                <a:gd name="T14" fmla="*/ 3 w 42"/>
                <a:gd name="T15" fmla="*/ 15 h 36"/>
                <a:gd name="T16" fmla="*/ 11 w 42"/>
                <a:gd name="T17" fmla="*/ 23 h 36"/>
                <a:gd name="T18" fmla="*/ 9 w 42"/>
                <a:gd name="T19" fmla="*/ 34 h 36"/>
                <a:gd name="T20" fmla="*/ 11 w 42"/>
                <a:gd name="T21" fmla="*/ 36 h 36"/>
                <a:gd name="T22" fmla="*/ 21 w 42"/>
                <a:gd name="T23" fmla="*/ 30 h 36"/>
                <a:gd name="T24" fmla="*/ 21 w 42"/>
                <a:gd name="T25" fmla="*/ 30 h 36"/>
                <a:gd name="T26" fmla="*/ 22 w 42"/>
                <a:gd name="T27" fmla="*/ 30 h 36"/>
                <a:gd name="T28" fmla="*/ 32 w 42"/>
                <a:gd name="T29" fmla="*/ 36 h 36"/>
                <a:gd name="T30" fmla="*/ 34 w 42"/>
                <a:gd name="T31" fmla="*/ 34 h 36"/>
                <a:gd name="T32" fmla="*/ 32 w 42"/>
                <a:gd name="T33" fmla="*/ 23 h 36"/>
                <a:gd name="T34" fmla="*/ 40 w 42"/>
                <a:gd name="T35" fmla="*/ 15 h 36"/>
                <a:gd name="T36" fmla="*/ 39 w 42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6">
                  <a:moveTo>
                    <a:pt x="39" y="12"/>
                  </a:moveTo>
                  <a:cubicBezTo>
                    <a:pt x="36" y="12"/>
                    <a:pt x="28" y="11"/>
                    <a:pt x="28" y="11"/>
                  </a:cubicBezTo>
                  <a:cubicBezTo>
                    <a:pt x="28" y="11"/>
                    <a:pt x="23" y="2"/>
                    <a:pt x="22" y="1"/>
                  </a:cubicBezTo>
                  <a:cubicBezTo>
                    <a:pt x="22" y="1"/>
                    <a:pt x="22" y="0"/>
                    <a:pt x="21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6"/>
                    <a:pt x="9" y="36"/>
                    <a:pt x="11" y="36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6"/>
                  </a:cubicBezTo>
                  <a:cubicBezTo>
                    <a:pt x="33" y="36"/>
                    <a:pt x="34" y="36"/>
                    <a:pt x="34" y="34"/>
                  </a:cubicBezTo>
                  <a:cubicBezTo>
                    <a:pt x="33" y="32"/>
                    <a:pt x="32" y="23"/>
                    <a:pt x="32" y="23"/>
                  </a:cubicBezTo>
                  <a:cubicBezTo>
                    <a:pt x="32" y="23"/>
                    <a:pt x="39" y="16"/>
                    <a:pt x="40" y="15"/>
                  </a:cubicBezTo>
                  <a:cubicBezTo>
                    <a:pt x="40" y="14"/>
                    <a:pt x="42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5" name="Freeform 51"/>
            <p:cNvSpPr>
              <a:spLocks/>
            </p:cNvSpPr>
            <p:nvPr/>
          </p:nvSpPr>
          <p:spPr bwMode="auto">
            <a:xfrm>
              <a:off x="6561138" y="2611438"/>
              <a:ext cx="153988" cy="134938"/>
            </a:xfrm>
            <a:custGeom>
              <a:avLst/>
              <a:gdLst>
                <a:gd name="T0" fmla="*/ 39 w 41"/>
                <a:gd name="T1" fmla="*/ 13 h 36"/>
                <a:gd name="T2" fmla="*/ 27 w 41"/>
                <a:gd name="T3" fmla="*/ 11 h 36"/>
                <a:gd name="T4" fmla="*/ 22 w 41"/>
                <a:gd name="T5" fmla="*/ 1 h 36"/>
                <a:gd name="T6" fmla="*/ 20 w 41"/>
                <a:gd name="T7" fmla="*/ 0 h 36"/>
                <a:gd name="T8" fmla="*/ 19 w 41"/>
                <a:gd name="T9" fmla="*/ 1 h 36"/>
                <a:gd name="T10" fmla="*/ 14 w 41"/>
                <a:gd name="T11" fmla="*/ 11 h 36"/>
                <a:gd name="T12" fmla="*/ 3 w 41"/>
                <a:gd name="T13" fmla="*/ 13 h 36"/>
                <a:gd name="T14" fmla="*/ 2 w 41"/>
                <a:gd name="T15" fmla="*/ 15 h 36"/>
                <a:gd name="T16" fmla="*/ 10 w 41"/>
                <a:gd name="T17" fmla="*/ 23 h 36"/>
                <a:gd name="T18" fmla="*/ 8 w 41"/>
                <a:gd name="T19" fmla="*/ 34 h 36"/>
                <a:gd name="T20" fmla="*/ 10 w 41"/>
                <a:gd name="T21" fmla="*/ 36 h 36"/>
                <a:gd name="T22" fmla="*/ 20 w 41"/>
                <a:gd name="T23" fmla="*/ 30 h 36"/>
                <a:gd name="T24" fmla="*/ 21 w 41"/>
                <a:gd name="T25" fmla="*/ 30 h 36"/>
                <a:gd name="T26" fmla="*/ 21 w 41"/>
                <a:gd name="T27" fmla="*/ 30 h 36"/>
                <a:gd name="T28" fmla="*/ 31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9 w 41"/>
                <a:gd name="T37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36">
                  <a:moveTo>
                    <a:pt x="39" y="13"/>
                  </a:move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2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6" y="8"/>
                    <a:pt x="14" y="11"/>
                  </a:cubicBezTo>
                  <a:cubicBezTo>
                    <a:pt x="14" y="11"/>
                    <a:pt x="5" y="12"/>
                    <a:pt x="3" y="13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9" y="32"/>
                    <a:pt x="8" y="34"/>
                  </a:cubicBezTo>
                  <a:cubicBezTo>
                    <a:pt x="8" y="36"/>
                    <a:pt x="9" y="36"/>
                    <a:pt x="10" y="36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6"/>
                  </a:cubicBezTo>
                  <a:cubicBezTo>
                    <a:pt x="32" y="36"/>
                    <a:pt x="33" y="36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9" y="13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" name="Freeform 52"/>
            <p:cNvSpPr>
              <a:spLocks/>
            </p:cNvSpPr>
            <p:nvPr/>
          </p:nvSpPr>
          <p:spPr bwMode="auto">
            <a:xfrm>
              <a:off x="4087813" y="3013075"/>
              <a:ext cx="157163" cy="134938"/>
            </a:xfrm>
            <a:custGeom>
              <a:avLst/>
              <a:gdLst>
                <a:gd name="T0" fmla="*/ 21 w 42"/>
                <a:gd name="T1" fmla="*/ 0 h 36"/>
                <a:gd name="T2" fmla="*/ 21 w 42"/>
                <a:gd name="T3" fmla="*/ 0 h 36"/>
                <a:gd name="T4" fmla="*/ 20 w 42"/>
                <a:gd name="T5" fmla="*/ 1 h 36"/>
                <a:gd name="T6" fmla="*/ 15 w 42"/>
                <a:gd name="T7" fmla="*/ 11 h 36"/>
                <a:gd name="T8" fmla="*/ 3 w 42"/>
                <a:gd name="T9" fmla="*/ 13 h 36"/>
                <a:gd name="T10" fmla="*/ 3 w 42"/>
                <a:gd name="T11" fmla="*/ 16 h 36"/>
                <a:gd name="T12" fmla="*/ 11 w 42"/>
                <a:gd name="T13" fmla="*/ 23 h 36"/>
                <a:gd name="T14" fmla="*/ 9 w 42"/>
                <a:gd name="T15" fmla="*/ 34 h 36"/>
                <a:gd name="T16" fmla="*/ 10 w 42"/>
                <a:gd name="T17" fmla="*/ 36 h 36"/>
                <a:gd name="T18" fmla="*/ 11 w 42"/>
                <a:gd name="T19" fmla="*/ 36 h 36"/>
                <a:gd name="T20" fmla="*/ 21 w 42"/>
                <a:gd name="T21" fmla="*/ 30 h 36"/>
                <a:gd name="T22" fmla="*/ 21 w 42"/>
                <a:gd name="T23" fmla="*/ 30 h 36"/>
                <a:gd name="T24" fmla="*/ 22 w 42"/>
                <a:gd name="T25" fmla="*/ 30 h 36"/>
                <a:gd name="T26" fmla="*/ 32 w 42"/>
                <a:gd name="T27" fmla="*/ 36 h 36"/>
                <a:gd name="T28" fmla="*/ 33 w 42"/>
                <a:gd name="T29" fmla="*/ 36 h 36"/>
                <a:gd name="T30" fmla="*/ 33 w 42"/>
                <a:gd name="T31" fmla="*/ 34 h 36"/>
                <a:gd name="T32" fmla="*/ 32 w 42"/>
                <a:gd name="T33" fmla="*/ 23 h 36"/>
                <a:gd name="T34" fmla="*/ 39 w 42"/>
                <a:gd name="T35" fmla="*/ 16 h 36"/>
                <a:gd name="T36" fmla="*/ 39 w 42"/>
                <a:gd name="T37" fmla="*/ 13 h 36"/>
                <a:gd name="T38" fmla="*/ 28 w 42"/>
                <a:gd name="T39" fmla="*/ 11 h 36"/>
                <a:gd name="T40" fmla="*/ 22 w 42"/>
                <a:gd name="T41" fmla="*/ 2 h 36"/>
                <a:gd name="T42" fmla="*/ 21 w 42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6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1"/>
                    <a:pt x="20" y="1"/>
                  </a:cubicBezTo>
                  <a:cubicBezTo>
                    <a:pt x="19" y="3"/>
                    <a:pt x="16" y="9"/>
                    <a:pt x="15" y="11"/>
                  </a:cubicBezTo>
                  <a:cubicBezTo>
                    <a:pt x="15" y="11"/>
                    <a:pt x="6" y="13"/>
                    <a:pt x="3" y="13"/>
                  </a:cubicBezTo>
                  <a:cubicBezTo>
                    <a:pt x="0" y="13"/>
                    <a:pt x="2" y="15"/>
                    <a:pt x="3" y="16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3"/>
                    <a:pt x="9" y="34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6"/>
                  </a:cubicBezTo>
                  <a:cubicBezTo>
                    <a:pt x="32" y="36"/>
                    <a:pt x="32" y="36"/>
                    <a:pt x="33" y="36"/>
                  </a:cubicBezTo>
                  <a:cubicBezTo>
                    <a:pt x="33" y="36"/>
                    <a:pt x="34" y="36"/>
                    <a:pt x="33" y="34"/>
                  </a:cubicBezTo>
                  <a:cubicBezTo>
                    <a:pt x="33" y="33"/>
                    <a:pt x="32" y="23"/>
                    <a:pt x="32" y="23"/>
                  </a:cubicBezTo>
                  <a:cubicBezTo>
                    <a:pt x="32" y="23"/>
                    <a:pt x="39" y="16"/>
                    <a:pt x="39" y="16"/>
                  </a:cubicBezTo>
                  <a:cubicBezTo>
                    <a:pt x="40" y="15"/>
                    <a:pt x="42" y="13"/>
                    <a:pt x="39" y="13"/>
                  </a:cubicBezTo>
                  <a:cubicBezTo>
                    <a:pt x="36" y="13"/>
                    <a:pt x="28" y="11"/>
                    <a:pt x="28" y="11"/>
                  </a:cubicBezTo>
                  <a:cubicBezTo>
                    <a:pt x="28" y="11"/>
                    <a:pt x="23" y="3"/>
                    <a:pt x="22" y="2"/>
                  </a:cubicBezTo>
                  <a:cubicBezTo>
                    <a:pt x="22" y="1"/>
                    <a:pt x="22" y="0"/>
                    <a:pt x="21" y="0"/>
                  </a:cubicBezTo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7" name="Freeform 53"/>
            <p:cNvSpPr>
              <a:spLocks/>
            </p:cNvSpPr>
            <p:nvPr/>
          </p:nvSpPr>
          <p:spPr bwMode="auto">
            <a:xfrm>
              <a:off x="5724525" y="3733800"/>
              <a:ext cx="157163" cy="139700"/>
            </a:xfrm>
            <a:custGeom>
              <a:avLst/>
              <a:gdLst>
                <a:gd name="T0" fmla="*/ 39 w 42"/>
                <a:gd name="T1" fmla="*/ 13 h 37"/>
                <a:gd name="T2" fmla="*/ 28 w 42"/>
                <a:gd name="T3" fmla="*/ 12 h 37"/>
                <a:gd name="T4" fmla="*/ 22 w 42"/>
                <a:gd name="T5" fmla="*/ 2 h 37"/>
                <a:gd name="T6" fmla="*/ 21 w 42"/>
                <a:gd name="T7" fmla="*/ 1 h 37"/>
                <a:gd name="T8" fmla="*/ 20 w 42"/>
                <a:gd name="T9" fmla="*/ 2 h 37"/>
                <a:gd name="T10" fmla="*/ 15 w 42"/>
                <a:gd name="T11" fmla="*/ 12 h 37"/>
                <a:gd name="T12" fmla="*/ 3 w 42"/>
                <a:gd name="T13" fmla="*/ 13 h 37"/>
                <a:gd name="T14" fmla="*/ 3 w 42"/>
                <a:gd name="T15" fmla="*/ 16 h 37"/>
                <a:gd name="T16" fmla="*/ 11 w 42"/>
                <a:gd name="T17" fmla="*/ 23 h 37"/>
                <a:gd name="T18" fmla="*/ 9 w 42"/>
                <a:gd name="T19" fmla="*/ 35 h 37"/>
                <a:gd name="T20" fmla="*/ 11 w 42"/>
                <a:gd name="T21" fmla="*/ 36 h 37"/>
                <a:gd name="T22" fmla="*/ 21 w 42"/>
                <a:gd name="T23" fmla="*/ 31 h 37"/>
                <a:gd name="T24" fmla="*/ 21 w 42"/>
                <a:gd name="T25" fmla="*/ 30 h 37"/>
                <a:gd name="T26" fmla="*/ 22 w 42"/>
                <a:gd name="T27" fmla="*/ 31 h 37"/>
                <a:gd name="T28" fmla="*/ 32 w 42"/>
                <a:gd name="T29" fmla="*/ 36 h 37"/>
                <a:gd name="T30" fmla="*/ 34 w 42"/>
                <a:gd name="T31" fmla="*/ 35 h 37"/>
                <a:gd name="T32" fmla="*/ 32 w 42"/>
                <a:gd name="T33" fmla="*/ 23 h 37"/>
                <a:gd name="T34" fmla="*/ 40 w 42"/>
                <a:gd name="T35" fmla="*/ 16 h 37"/>
                <a:gd name="T36" fmla="*/ 39 w 42"/>
                <a:gd name="T37" fmla="*/ 1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7">
                  <a:moveTo>
                    <a:pt x="39" y="13"/>
                  </a:moveTo>
                  <a:cubicBezTo>
                    <a:pt x="36" y="13"/>
                    <a:pt x="28" y="12"/>
                    <a:pt x="28" y="12"/>
                  </a:cubicBezTo>
                  <a:cubicBezTo>
                    <a:pt x="28" y="12"/>
                    <a:pt x="23" y="3"/>
                    <a:pt x="22" y="2"/>
                  </a:cubicBezTo>
                  <a:cubicBezTo>
                    <a:pt x="22" y="1"/>
                    <a:pt x="22" y="0"/>
                    <a:pt x="21" y="1"/>
                  </a:cubicBezTo>
                  <a:cubicBezTo>
                    <a:pt x="21" y="1"/>
                    <a:pt x="20" y="1"/>
                    <a:pt x="20" y="2"/>
                  </a:cubicBezTo>
                  <a:cubicBezTo>
                    <a:pt x="19" y="4"/>
                    <a:pt x="16" y="9"/>
                    <a:pt x="15" y="12"/>
                  </a:cubicBezTo>
                  <a:cubicBezTo>
                    <a:pt x="15" y="12"/>
                    <a:pt x="6" y="13"/>
                    <a:pt x="3" y="13"/>
                  </a:cubicBezTo>
                  <a:cubicBezTo>
                    <a:pt x="0" y="14"/>
                    <a:pt x="2" y="15"/>
                    <a:pt x="3" y="16"/>
                  </a:cubicBezTo>
                  <a:cubicBezTo>
                    <a:pt x="4" y="17"/>
                    <a:pt x="11" y="23"/>
                    <a:pt x="11" y="23"/>
                  </a:cubicBezTo>
                  <a:cubicBezTo>
                    <a:pt x="11" y="23"/>
                    <a:pt x="9" y="33"/>
                    <a:pt x="9" y="35"/>
                  </a:cubicBezTo>
                  <a:cubicBezTo>
                    <a:pt x="8" y="37"/>
                    <a:pt x="9" y="37"/>
                    <a:pt x="11" y="36"/>
                  </a:cubicBezTo>
                  <a:cubicBezTo>
                    <a:pt x="12" y="36"/>
                    <a:pt x="21" y="31"/>
                    <a:pt x="21" y="31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31" y="36"/>
                    <a:pt x="32" y="36"/>
                  </a:cubicBezTo>
                  <a:cubicBezTo>
                    <a:pt x="33" y="37"/>
                    <a:pt x="34" y="37"/>
                    <a:pt x="34" y="35"/>
                  </a:cubicBezTo>
                  <a:cubicBezTo>
                    <a:pt x="33" y="33"/>
                    <a:pt x="32" y="23"/>
                    <a:pt x="32" y="23"/>
                  </a:cubicBezTo>
                  <a:cubicBezTo>
                    <a:pt x="32" y="23"/>
                    <a:pt x="39" y="17"/>
                    <a:pt x="40" y="16"/>
                  </a:cubicBezTo>
                  <a:cubicBezTo>
                    <a:pt x="40" y="15"/>
                    <a:pt x="42" y="14"/>
                    <a:pt x="39" y="13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8" name="Freeform 54"/>
            <p:cNvSpPr>
              <a:spLocks/>
            </p:cNvSpPr>
            <p:nvPr/>
          </p:nvSpPr>
          <p:spPr bwMode="auto">
            <a:xfrm>
              <a:off x="11095038" y="2268538"/>
              <a:ext cx="158750" cy="136525"/>
            </a:xfrm>
            <a:custGeom>
              <a:avLst/>
              <a:gdLst>
                <a:gd name="T0" fmla="*/ 21 w 42"/>
                <a:gd name="T1" fmla="*/ 0 h 36"/>
                <a:gd name="T2" fmla="*/ 21 w 42"/>
                <a:gd name="T3" fmla="*/ 0 h 36"/>
                <a:gd name="T4" fmla="*/ 20 w 42"/>
                <a:gd name="T5" fmla="*/ 1 h 36"/>
                <a:gd name="T6" fmla="*/ 15 w 42"/>
                <a:gd name="T7" fmla="*/ 11 h 36"/>
                <a:gd name="T8" fmla="*/ 3 w 42"/>
                <a:gd name="T9" fmla="*/ 12 h 36"/>
                <a:gd name="T10" fmla="*/ 3 w 42"/>
                <a:gd name="T11" fmla="*/ 15 h 36"/>
                <a:gd name="T12" fmla="*/ 11 w 42"/>
                <a:gd name="T13" fmla="*/ 23 h 36"/>
                <a:gd name="T14" fmla="*/ 9 w 42"/>
                <a:gd name="T15" fmla="*/ 34 h 36"/>
                <a:gd name="T16" fmla="*/ 9 w 42"/>
                <a:gd name="T17" fmla="*/ 36 h 36"/>
                <a:gd name="T18" fmla="*/ 10 w 42"/>
                <a:gd name="T19" fmla="*/ 35 h 36"/>
                <a:gd name="T20" fmla="*/ 20 w 42"/>
                <a:gd name="T21" fmla="*/ 30 h 36"/>
                <a:gd name="T22" fmla="*/ 21 w 42"/>
                <a:gd name="T23" fmla="*/ 30 h 36"/>
                <a:gd name="T24" fmla="*/ 22 w 42"/>
                <a:gd name="T25" fmla="*/ 30 h 36"/>
                <a:gd name="T26" fmla="*/ 32 w 42"/>
                <a:gd name="T27" fmla="*/ 35 h 36"/>
                <a:gd name="T28" fmla="*/ 33 w 42"/>
                <a:gd name="T29" fmla="*/ 36 h 36"/>
                <a:gd name="T30" fmla="*/ 33 w 42"/>
                <a:gd name="T31" fmla="*/ 34 h 36"/>
                <a:gd name="T32" fmla="*/ 31 w 42"/>
                <a:gd name="T33" fmla="*/ 23 h 36"/>
                <a:gd name="T34" fmla="*/ 39 w 42"/>
                <a:gd name="T35" fmla="*/ 15 h 36"/>
                <a:gd name="T36" fmla="*/ 39 w 42"/>
                <a:gd name="T37" fmla="*/ 12 h 36"/>
                <a:gd name="T38" fmla="*/ 27 w 42"/>
                <a:gd name="T39" fmla="*/ 11 h 36"/>
                <a:gd name="T40" fmla="*/ 22 w 42"/>
                <a:gd name="T41" fmla="*/ 1 h 36"/>
                <a:gd name="T42" fmla="*/ 21 w 42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6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5"/>
                    <a:pt x="9" y="36"/>
                    <a:pt x="9" y="36"/>
                  </a:cubicBezTo>
                  <a:cubicBezTo>
                    <a:pt x="10" y="36"/>
                    <a:pt x="10" y="36"/>
                    <a:pt x="10" y="35"/>
                  </a:cubicBezTo>
                  <a:cubicBezTo>
                    <a:pt x="12" y="35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0" y="35"/>
                    <a:pt x="32" y="35"/>
                  </a:cubicBezTo>
                  <a:cubicBezTo>
                    <a:pt x="32" y="36"/>
                    <a:pt x="32" y="36"/>
                    <a:pt x="33" y="36"/>
                  </a:cubicBezTo>
                  <a:cubicBezTo>
                    <a:pt x="33" y="36"/>
                    <a:pt x="34" y="35"/>
                    <a:pt x="33" y="34"/>
                  </a:cubicBezTo>
                  <a:cubicBezTo>
                    <a:pt x="33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2" y="13"/>
                    <a:pt x="39" y="12"/>
                  </a:cubicBez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3" y="2"/>
                    <a:pt x="22" y="1"/>
                  </a:cubicBezTo>
                  <a:cubicBezTo>
                    <a:pt x="22" y="0"/>
                    <a:pt x="21" y="0"/>
                    <a:pt x="21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9" name="Freeform 55"/>
            <p:cNvSpPr>
              <a:spLocks/>
            </p:cNvSpPr>
            <p:nvPr/>
          </p:nvSpPr>
          <p:spPr bwMode="auto">
            <a:xfrm>
              <a:off x="10491788" y="931863"/>
              <a:ext cx="153988" cy="134938"/>
            </a:xfrm>
            <a:custGeom>
              <a:avLst/>
              <a:gdLst>
                <a:gd name="T0" fmla="*/ 38 w 41"/>
                <a:gd name="T1" fmla="*/ 13 h 36"/>
                <a:gd name="T2" fmla="*/ 27 w 41"/>
                <a:gd name="T3" fmla="*/ 11 h 36"/>
                <a:gd name="T4" fmla="*/ 21 w 41"/>
                <a:gd name="T5" fmla="*/ 1 h 36"/>
                <a:gd name="T6" fmla="*/ 20 w 41"/>
                <a:gd name="T7" fmla="*/ 0 h 36"/>
                <a:gd name="T8" fmla="*/ 19 w 41"/>
                <a:gd name="T9" fmla="*/ 1 h 36"/>
                <a:gd name="T10" fmla="*/ 14 w 41"/>
                <a:gd name="T11" fmla="*/ 11 h 36"/>
                <a:gd name="T12" fmla="*/ 2 w 41"/>
                <a:gd name="T13" fmla="*/ 13 h 36"/>
                <a:gd name="T14" fmla="*/ 2 w 41"/>
                <a:gd name="T15" fmla="*/ 15 h 36"/>
                <a:gd name="T16" fmla="*/ 10 w 41"/>
                <a:gd name="T17" fmla="*/ 23 h 36"/>
                <a:gd name="T18" fmla="*/ 8 w 41"/>
                <a:gd name="T19" fmla="*/ 34 h 36"/>
                <a:gd name="T20" fmla="*/ 10 w 41"/>
                <a:gd name="T21" fmla="*/ 36 h 36"/>
                <a:gd name="T22" fmla="*/ 20 w 41"/>
                <a:gd name="T23" fmla="*/ 30 h 36"/>
                <a:gd name="T24" fmla="*/ 20 w 41"/>
                <a:gd name="T25" fmla="*/ 30 h 36"/>
                <a:gd name="T26" fmla="*/ 21 w 41"/>
                <a:gd name="T27" fmla="*/ 30 h 36"/>
                <a:gd name="T28" fmla="*/ 31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8 w 41"/>
                <a:gd name="T37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36">
                  <a:moveTo>
                    <a:pt x="38" y="13"/>
                  </a:moveTo>
                  <a:cubicBezTo>
                    <a:pt x="35" y="12"/>
                    <a:pt x="27" y="11"/>
                    <a:pt x="27" y="11"/>
                  </a:cubicBezTo>
                  <a:cubicBezTo>
                    <a:pt x="27" y="11"/>
                    <a:pt x="22" y="2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3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8" y="32"/>
                    <a:pt x="8" y="34"/>
                  </a:cubicBezTo>
                  <a:cubicBezTo>
                    <a:pt x="8" y="36"/>
                    <a:pt x="9" y="36"/>
                    <a:pt x="10" y="36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6"/>
                  </a:cubicBezTo>
                  <a:cubicBezTo>
                    <a:pt x="32" y="36"/>
                    <a:pt x="33" y="36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8" y="13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0" name="Freeform 56"/>
            <p:cNvSpPr>
              <a:spLocks/>
            </p:cNvSpPr>
            <p:nvPr/>
          </p:nvSpPr>
          <p:spPr bwMode="auto">
            <a:xfrm>
              <a:off x="9440863" y="1720850"/>
              <a:ext cx="153988" cy="134938"/>
            </a:xfrm>
            <a:custGeom>
              <a:avLst/>
              <a:gdLst>
                <a:gd name="T0" fmla="*/ 20 w 41"/>
                <a:gd name="T1" fmla="*/ 0 h 36"/>
                <a:gd name="T2" fmla="*/ 20 w 41"/>
                <a:gd name="T3" fmla="*/ 0 h 36"/>
                <a:gd name="T4" fmla="*/ 19 w 41"/>
                <a:gd name="T5" fmla="*/ 1 h 36"/>
                <a:gd name="T6" fmla="*/ 14 w 41"/>
                <a:gd name="T7" fmla="*/ 11 h 36"/>
                <a:gd name="T8" fmla="*/ 2 w 41"/>
                <a:gd name="T9" fmla="*/ 12 h 36"/>
                <a:gd name="T10" fmla="*/ 2 w 41"/>
                <a:gd name="T11" fmla="*/ 15 h 36"/>
                <a:gd name="T12" fmla="*/ 10 w 41"/>
                <a:gd name="T13" fmla="*/ 23 h 36"/>
                <a:gd name="T14" fmla="*/ 8 w 41"/>
                <a:gd name="T15" fmla="*/ 34 h 36"/>
                <a:gd name="T16" fmla="*/ 9 w 41"/>
                <a:gd name="T17" fmla="*/ 36 h 36"/>
                <a:gd name="T18" fmla="*/ 10 w 41"/>
                <a:gd name="T19" fmla="*/ 35 h 36"/>
                <a:gd name="T20" fmla="*/ 20 w 41"/>
                <a:gd name="T21" fmla="*/ 30 h 36"/>
                <a:gd name="T22" fmla="*/ 20 w 41"/>
                <a:gd name="T23" fmla="*/ 29 h 36"/>
                <a:gd name="T24" fmla="*/ 21 w 41"/>
                <a:gd name="T25" fmla="*/ 30 h 36"/>
                <a:gd name="T26" fmla="*/ 31 w 41"/>
                <a:gd name="T27" fmla="*/ 35 h 36"/>
                <a:gd name="T28" fmla="*/ 32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8 w 41"/>
                <a:gd name="T37" fmla="*/ 12 h 36"/>
                <a:gd name="T38" fmla="*/ 27 w 41"/>
                <a:gd name="T39" fmla="*/ 11 h 36"/>
                <a:gd name="T40" fmla="*/ 21 w 41"/>
                <a:gd name="T41" fmla="*/ 1 h 36"/>
                <a:gd name="T42" fmla="*/ 20 w 41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36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8" y="32"/>
                    <a:pt x="8" y="34"/>
                  </a:cubicBezTo>
                  <a:cubicBezTo>
                    <a:pt x="8" y="35"/>
                    <a:pt x="8" y="36"/>
                    <a:pt x="9" y="36"/>
                  </a:cubicBezTo>
                  <a:cubicBezTo>
                    <a:pt x="9" y="36"/>
                    <a:pt x="9" y="36"/>
                    <a:pt x="10" y="35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5"/>
                  </a:cubicBezTo>
                  <a:cubicBezTo>
                    <a:pt x="31" y="36"/>
                    <a:pt x="32" y="36"/>
                    <a:pt x="32" y="36"/>
                  </a:cubicBezTo>
                  <a:cubicBezTo>
                    <a:pt x="33" y="36"/>
                    <a:pt x="33" y="35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8" y="12"/>
                  </a:cubicBez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1" y="1"/>
                  </a:cubicBezTo>
                  <a:cubicBezTo>
                    <a:pt x="21" y="0"/>
                    <a:pt x="21" y="0"/>
                    <a:pt x="20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1" name="Freeform 57"/>
            <p:cNvSpPr>
              <a:spLocks/>
            </p:cNvSpPr>
            <p:nvPr/>
          </p:nvSpPr>
          <p:spPr bwMode="auto">
            <a:xfrm>
              <a:off x="3705225" y="1479550"/>
              <a:ext cx="153988" cy="134938"/>
            </a:xfrm>
            <a:custGeom>
              <a:avLst/>
              <a:gdLst>
                <a:gd name="T0" fmla="*/ 20 w 41"/>
                <a:gd name="T1" fmla="*/ 0 h 36"/>
                <a:gd name="T2" fmla="*/ 20 w 41"/>
                <a:gd name="T3" fmla="*/ 0 h 36"/>
                <a:gd name="T4" fmla="*/ 19 w 41"/>
                <a:gd name="T5" fmla="*/ 1 h 36"/>
                <a:gd name="T6" fmla="*/ 14 w 41"/>
                <a:gd name="T7" fmla="*/ 11 h 36"/>
                <a:gd name="T8" fmla="*/ 2 w 41"/>
                <a:gd name="T9" fmla="*/ 13 h 36"/>
                <a:gd name="T10" fmla="*/ 2 w 41"/>
                <a:gd name="T11" fmla="*/ 15 h 36"/>
                <a:gd name="T12" fmla="*/ 10 w 41"/>
                <a:gd name="T13" fmla="*/ 23 h 36"/>
                <a:gd name="T14" fmla="*/ 8 w 41"/>
                <a:gd name="T15" fmla="*/ 34 h 36"/>
                <a:gd name="T16" fmla="*/ 9 w 41"/>
                <a:gd name="T17" fmla="*/ 36 h 36"/>
                <a:gd name="T18" fmla="*/ 10 w 41"/>
                <a:gd name="T19" fmla="*/ 36 h 36"/>
                <a:gd name="T20" fmla="*/ 20 w 41"/>
                <a:gd name="T21" fmla="*/ 30 h 36"/>
                <a:gd name="T22" fmla="*/ 20 w 41"/>
                <a:gd name="T23" fmla="*/ 30 h 36"/>
                <a:gd name="T24" fmla="*/ 21 w 41"/>
                <a:gd name="T25" fmla="*/ 30 h 36"/>
                <a:gd name="T26" fmla="*/ 31 w 41"/>
                <a:gd name="T27" fmla="*/ 36 h 36"/>
                <a:gd name="T28" fmla="*/ 32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8 w 41"/>
                <a:gd name="T37" fmla="*/ 13 h 36"/>
                <a:gd name="T38" fmla="*/ 27 w 41"/>
                <a:gd name="T39" fmla="*/ 11 h 36"/>
                <a:gd name="T40" fmla="*/ 21 w 41"/>
                <a:gd name="T41" fmla="*/ 1 h 36"/>
                <a:gd name="T42" fmla="*/ 20 w 41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36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9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3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8" y="32"/>
                    <a:pt x="8" y="34"/>
                  </a:cubicBezTo>
                  <a:cubicBezTo>
                    <a:pt x="8" y="35"/>
                    <a:pt x="8" y="36"/>
                    <a:pt x="9" y="36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6"/>
                  </a:cubicBezTo>
                  <a:cubicBezTo>
                    <a:pt x="31" y="36"/>
                    <a:pt x="32" y="36"/>
                    <a:pt x="32" y="36"/>
                  </a:cubicBezTo>
                  <a:cubicBezTo>
                    <a:pt x="32" y="36"/>
                    <a:pt x="33" y="35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8" y="13"/>
                  </a:cubicBezTo>
                  <a:cubicBezTo>
                    <a:pt x="35" y="12"/>
                    <a:pt x="27" y="11"/>
                    <a:pt x="27" y="11"/>
                  </a:cubicBezTo>
                  <a:cubicBezTo>
                    <a:pt x="27" y="11"/>
                    <a:pt x="22" y="2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2" name="Freeform 58"/>
            <p:cNvSpPr>
              <a:spLocks/>
            </p:cNvSpPr>
            <p:nvPr/>
          </p:nvSpPr>
          <p:spPr bwMode="auto">
            <a:xfrm>
              <a:off x="1003300" y="2216150"/>
              <a:ext cx="153988" cy="134938"/>
            </a:xfrm>
            <a:custGeom>
              <a:avLst/>
              <a:gdLst>
                <a:gd name="T0" fmla="*/ 39 w 41"/>
                <a:gd name="T1" fmla="*/ 12 h 36"/>
                <a:gd name="T2" fmla="*/ 27 w 41"/>
                <a:gd name="T3" fmla="*/ 11 h 36"/>
                <a:gd name="T4" fmla="*/ 22 w 41"/>
                <a:gd name="T5" fmla="*/ 1 h 36"/>
                <a:gd name="T6" fmla="*/ 20 w 41"/>
                <a:gd name="T7" fmla="*/ 0 h 36"/>
                <a:gd name="T8" fmla="*/ 19 w 41"/>
                <a:gd name="T9" fmla="*/ 1 h 36"/>
                <a:gd name="T10" fmla="*/ 14 w 41"/>
                <a:gd name="T11" fmla="*/ 11 h 36"/>
                <a:gd name="T12" fmla="*/ 2 w 41"/>
                <a:gd name="T13" fmla="*/ 12 h 36"/>
                <a:gd name="T14" fmla="*/ 2 w 41"/>
                <a:gd name="T15" fmla="*/ 15 h 36"/>
                <a:gd name="T16" fmla="*/ 10 w 41"/>
                <a:gd name="T17" fmla="*/ 23 h 36"/>
                <a:gd name="T18" fmla="*/ 8 w 41"/>
                <a:gd name="T19" fmla="*/ 34 h 36"/>
                <a:gd name="T20" fmla="*/ 10 w 41"/>
                <a:gd name="T21" fmla="*/ 35 h 36"/>
                <a:gd name="T22" fmla="*/ 20 w 41"/>
                <a:gd name="T23" fmla="*/ 30 h 36"/>
                <a:gd name="T24" fmla="*/ 20 w 41"/>
                <a:gd name="T25" fmla="*/ 29 h 36"/>
                <a:gd name="T26" fmla="*/ 21 w 41"/>
                <a:gd name="T27" fmla="*/ 30 h 36"/>
                <a:gd name="T28" fmla="*/ 31 w 41"/>
                <a:gd name="T29" fmla="*/ 35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9 w 41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36">
                  <a:moveTo>
                    <a:pt x="39" y="12"/>
                  </a:move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2" y="1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9" y="32"/>
                    <a:pt x="8" y="34"/>
                  </a:cubicBezTo>
                  <a:cubicBezTo>
                    <a:pt x="8" y="36"/>
                    <a:pt x="9" y="36"/>
                    <a:pt x="10" y="35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5"/>
                  </a:cubicBezTo>
                  <a:cubicBezTo>
                    <a:pt x="32" y="36"/>
                    <a:pt x="33" y="36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3" name="Freeform 59"/>
            <p:cNvSpPr>
              <a:spLocks/>
            </p:cNvSpPr>
            <p:nvPr/>
          </p:nvSpPr>
          <p:spPr bwMode="auto">
            <a:xfrm>
              <a:off x="4346575" y="2216150"/>
              <a:ext cx="158750" cy="134938"/>
            </a:xfrm>
            <a:custGeom>
              <a:avLst/>
              <a:gdLst>
                <a:gd name="T0" fmla="*/ 39 w 42"/>
                <a:gd name="T1" fmla="*/ 12 h 36"/>
                <a:gd name="T2" fmla="*/ 28 w 42"/>
                <a:gd name="T3" fmla="*/ 11 h 36"/>
                <a:gd name="T4" fmla="*/ 22 w 42"/>
                <a:gd name="T5" fmla="*/ 1 h 36"/>
                <a:gd name="T6" fmla="*/ 21 w 42"/>
                <a:gd name="T7" fmla="*/ 0 h 36"/>
                <a:gd name="T8" fmla="*/ 20 w 42"/>
                <a:gd name="T9" fmla="*/ 1 h 36"/>
                <a:gd name="T10" fmla="*/ 15 w 42"/>
                <a:gd name="T11" fmla="*/ 11 h 36"/>
                <a:gd name="T12" fmla="*/ 3 w 42"/>
                <a:gd name="T13" fmla="*/ 12 h 36"/>
                <a:gd name="T14" fmla="*/ 3 w 42"/>
                <a:gd name="T15" fmla="*/ 15 h 36"/>
                <a:gd name="T16" fmla="*/ 11 w 42"/>
                <a:gd name="T17" fmla="*/ 23 h 36"/>
                <a:gd name="T18" fmla="*/ 9 w 42"/>
                <a:gd name="T19" fmla="*/ 34 h 36"/>
                <a:gd name="T20" fmla="*/ 11 w 42"/>
                <a:gd name="T21" fmla="*/ 35 h 36"/>
                <a:gd name="T22" fmla="*/ 21 w 42"/>
                <a:gd name="T23" fmla="*/ 30 h 36"/>
                <a:gd name="T24" fmla="*/ 21 w 42"/>
                <a:gd name="T25" fmla="*/ 29 h 36"/>
                <a:gd name="T26" fmla="*/ 22 w 42"/>
                <a:gd name="T27" fmla="*/ 30 h 36"/>
                <a:gd name="T28" fmla="*/ 32 w 42"/>
                <a:gd name="T29" fmla="*/ 35 h 36"/>
                <a:gd name="T30" fmla="*/ 34 w 42"/>
                <a:gd name="T31" fmla="*/ 34 h 36"/>
                <a:gd name="T32" fmla="*/ 32 w 42"/>
                <a:gd name="T33" fmla="*/ 23 h 36"/>
                <a:gd name="T34" fmla="*/ 40 w 42"/>
                <a:gd name="T35" fmla="*/ 15 h 36"/>
                <a:gd name="T36" fmla="*/ 39 w 42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6">
                  <a:moveTo>
                    <a:pt x="39" y="12"/>
                  </a:moveTo>
                  <a:cubicBezTo>
                    <a:pt x="36" y="12"/>
                    <a:pt x="28" y="11"/>
                    <a:pt x="28" y="11"/>
                  </a:cubicBezTo>
                  <a:cubicBezTo>
                    <a:pt x="28" y="11"/>
                    <a:pt x="23" y="2"/>
                    <a:pt x="22" y="1"/>
                  </a:cubicBezTo>
                  <a:cubicBezTo>
                    <a:pt x="22" y="0"/>
                    <a:pt x="22" y="0"/>
                    <a:pt x="21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6"/>
                    <a:pt x="9" y="36"/>
                    <a:pt x="11" y="35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5"/>
                  </a:cubicBezTo>
                  <a:cubicBezTo>
                    <a:pt x="33" y="36"/>
                    <a:pt x="34" y="36"/>
                    <a:pt x="34" y="34"/>
                  </a:cubicBezTo>
                  <a:cubicBezTo>
                    <a:pt x="33" y="32"/>
                    <a:pt x="32" y="23"/>
                    <a:pt x="32" y="23"/>
                  </a:cubicBezTo>
                  <a:cubicBezTo>
                    <a:pt x="32" y="23"/>
                    <a:pt x="39" y="16"/>
                    <a:pt x="40" y="15"/>
                  </a:cubicBezTo>
                  <a:cubicBezTo>
                    <a:pt x="40" y="14"/>
                    <a:pt x="42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4" name="Freeform 62"/>
            <p:cNvSpPr>
              <a:spLocks noEditPoints="1"/>
            </p:cNvSpPr>
            <p:nvPr/>
          </p:nvSpPr>
          <p:spPr bwMode="auto">
            <a:xfrm>
              <a:off x="519113" y="5045075"/>
              <a:ext cx="11436350" cy="1165225"/>
            </a:xfrm>
            <a:custGeom>
              <a:avLst/>
              <a:gdLst>
                <a:gd name="T0" fmla="*/ 1408 w 3047"/>
                <a:gd name="T1" fmla="*/ 279 h 310"/>
                <a:gd name="T2" fmla="*/ 1471 w 3047"/>
                <a:gd name="T3" fmla="*/ 279 h 310"/>
                <a:gd name="T4" fmla="*/ 1561 w 3047"/>
                <a:gd name="T5" fmla="*/ 279 h 310"/>
                <a:gd name="T6" fmla="*/ 1498 w 3047"/>
                <a:gd name="T7" fmla="*/ 279 h 310"/>
                <a:gd name="T8" fmla="*/ 1561 w 3047"/>
                <a:gd name="T9" fmla="*/ 279 h 310"/>
                <a:gd name="T10" fmla="*/ 643 w 3047"/>
                <a:gd name="T11" fmla="*/ 248 h 310"/>
                <a:gd name="T12" fmla="*/ 643 w 3047"/>
                <a:gd name="T13" fmla="*/ 310 h 310"/>
                <a:gd name="T14" fmla="*/ 2583 w 3047"/>
                <a:gd name="T15" fmla="*/ 279 h 310"/>
                <a:gd name="T16" fmla="*/ 2521 w 3047"/>
                <a:gd name="T17" fmla="*/ 279 h 310"/>
                <a:gd name="T18" fmla="*/ 2583 w 3047"/>
                <a:gd name="T19" fmla="*/ 279 h 310"/>
                <a:gd name="T20" fmla="*/ 3010 w 3047"/>
                <a:gd name="T21" fmla="*/ 64 h 310"/>
                <a:gd name="T22" fmla="*/ 2206 w 3047"/>
                <a:gd name="T23" fmla="*/ 95 h 310"/>
                <a:gd name="T24" fmla="*/ 2807 w 3047"/>
                <a:gd name="T25" fmla="*/ 126 h 310"/>
                <a:gd name="T26" fmla="*/ 2807 w 3047"/>
                <a:gd name="T27" fmla="*/ 189 h 310"/>
                <a:gd name="T28" fmla="*/ 2321 w 3047"/>
                <a:gd name="T29" fmla="*/ 219 h 310"/>
                <a:gd name="T30" fmla="*/ 2454 w 3047"/>
                <a:gd name="T31" fmla="*/ 248 h 310"/>
                <a:gd name="T32" fmla="*/ 2454 w 3047"/>
                <a:gd name="T33" fmla="*/ 310 h 310"/>
                <a:gd name="T34" fmla="*/ 2107 w 3047"/>
                <a:gd name="T35" fmla="*/ 279 h 310"/>
                <a:gd name="T36" fmla="*/ 2240 w 3047"/>
                <a:gd name="T37" fmla="*/ 248 h 310"/>
                <a:gd name="T38" fmla="*/ 2240 w 3047"/>
                <a:gd name="T39" fmla="*/ 189 h 310"/>
                <a:gd name="T40" fmla="*/ 1252 w 3047"/>
                <a:gd name="T41" fmla="*/ 219 h 310"/>
                <a:gd name="T42" fmla="*/ 1328 w 3047"/>
                <a:gd name="T43" fmla="*/ 248 h 310"/>
                <a:gd name="T44" fmla="*/ 1328 w 3047"/>
                <a:gd name="T45" fmla="*/ 310 h 310"/>
                <a:gd name="T46" fmla="*/ 714 w 3047"/>
                <a:gd name="T47" fmla="*/ 279 h 310"/>
                <a:gd name="T48" fmla="*/ 1171 w 3047"/>
                <a:gd name="T49" fmla="*/ 248 h 310"/>
                <a:gd name="T50" fmla="*/ 1171 w 3047"/>
                <a:gd name="T51" fmla="*/ 189 h 310"/>
                <a:gd name="T52" fmla="*/ 0 w 3047"/>
                <a:gd name="T53" fmla="*/ 157 h 310"/>
                <a:gd name="T54" fmla="*/ 1069 w 3047"/>
                <a:gd name="T55" fmla="*/ 126 h 310"/>
                <a:gd name="T56" fmla="*/ 1065 w 3047"/>
                <a:gd name="T57" fmla="*/ 64 h 310"/>
                <a:gd name="T58" fmla="*/ 251 w 3047"/>
                <a:gd name="T59" fmla="*/ 32 h 310"/>
                <a:gd name="T60" fmla="*/ 3010 w 3047"/>
                <a:gd name="T61" fmla="*/ 0 h 310"/>
                <a:gd name="T62" fmla="*/ 1630 w 3047"/>
                <a:gd name="T63" fmla="*/ 95 h 310"/>
                <a:gd name="T64" fmla="*/ 1569 w 3047"/>
                <a:gd name="T65" fmla="*/ 95 h 310"/>
                <a:gd name="T66" fmla="*/ 1630 w 3047"/>
                <a:gd name="T67" fmla="*/ 95 h 310"/>
                <a:gd name="T68" fmla="*/ 1689 w 3047"/>
                <a:gd name="T69" fmla="*/ 64 h 310"/>
                <a:gd name="T70" fmla="*/ 1689 w 3047"/>
                <a:gd name="T71" fmla="*/ 126 h 310"/>
                <a:gd name="T72" fmla="*/ 2122 w 3047"/>
                <a:gd name="T73" fmla="*/ 95 h 310"/>
                <a:gd name="T74" fmla="*/ 1778 w 3047"/>
                <a:gd name="T75" fmla="*/ 64 h 310"/>
                <a:gd name="T76" fmla="*/ 1778 w 3047"/>
                <a:gd name="T77" fmla="*/ 126 h 310"/>
                <a:gd name="T78" fmla="*/ 2122 w 3047"/>
                <a:gd name="T79" fmla="*/ 95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47" h="310">
                  <a:moveTo>
                    <a:pt x="1439" y="310"/>
                  </a:moveTo>
                  <a:cubicBezTo>
                    <a:pt x="1422" y="310"/>
                    <a:pt x="1408" y="296"/>
                    <a:pt x="1408" y="279"/>
                  </a:cubicBezTo>
                  <a:cubicBezTo>
                    <a:pt x="1408" y="262"/>
                    <a:pt x="1422" y="248"/>
                    <a:pt x="1439" y="248"/>
                  </a:cubicBezTo>
                  <a:cubicBezTo>
                    <a:pt x="1457" y="248"/>
                    <a:pt x="1471" y="262"/>
                    <a:pt x="1471" y="279"/>
                  </a:cubicBezTo>
                  <a:cubicBezTo>
                    <a:pt x="1471" y="296"/>
                    <a:pt x="1457" y="310"/>
                    <a:pt x="1439" y="310"/>
                  </a:cubicBezTo>
                  <a:close/>
                  <a:moveTo>
                    <a:pt x="1561" y="279"/>
                  </a:moveTo>
                  <a:cubicBezTo>
                    <a:pt x="1561" y="262"/>
                    <a:pt x="1547" y="248"/>
                    <a:pt x="1530" y="248"/>
                  </a:cubicBezTo>
                  <a:cubicBezTo>
                    <a:pt x="1512" y="248"/>
                    <a:pt x="1498" y="262"/>
                    <a:pt x="1498" y="279"/>
                  </a:cubicBezTo>
                  <a:cubicBezTo>
                    <a:pt x="1498" y="296"/>
                    <a:pt x="1512" y="310"/>
                    <a:pt x="1530" y="310"/>
                  </a:cubicBezTo>
                  <a:cubicBezTo>
                    <a:pt x="1547" y="310"/>
                    <a:pt x="1561" y="296"/>
                    <a:pt x="1561" y="279"/>
                  </a:cubicBezTo>
                  <a:close/>
                  <a:moveTo>
                    <a:pt x="675" y="279"/>
                  </a:moveTo>
                  <a:cubicBezTo>
                    <a:pt x="675" y="262"/>
                    <a:pt x="661" y="248"/>
                    <a:pt x="643" y="248"/>
                  </a:cubicBezTo>
                  <a:cubicBezTo>
                    <a:pt x="626" y="248"/>
                    <a:pt x="612" y="262"/>
                    <a:pt x="612" y="279"/>
                  </a:cubicBezTo>
                  <a:cubicBezTo>
                    <a:pt x="612" y="296"/>
                    <a:pt x="626" y="310"/>
                    <a:pt x="643" y="310"/>
                  </a:cubicBezTo>
                  <a:cubicBezTo>
                    <a:pt x="661" y="310"/>
                    <a:pt x="675" y="296"/>
                    <a:pt x="675" y="279"/>
                  </a:cubicBezTo>
                  <a:close/>
                  <a:moveTo>
                    <a:pt x="2583" y="279"/>
                  </a:moveTo>
                  <a:cubicBezTo>
                    <a:pt x="2583" y="262"/>
                    <a:pt x="2569" y="248"/>
                    <a:pt x="2552" y="248"/>
                  </a:cubicBezTo>
                  <a:cubicBezTo>
                    <a:pt x="2535" y="248"/>
                    <a:pt x="2521" y="262"/>
                    <a:pt x="2521" y="279"/>
                  </a:cubicBezTo>
                  <a:cubicBezTo>
                    <a:pt x="2521" y="296"/>
                    <a:pt x="2535" y="310"/>
                    <a:pt x="2552" y="310"/>
                  </a:cubicBezTo>
                  <a:cubicBezTo>
                    <a:pt x="2569" y="310"/>
                    <a:pt x="2583" y="296"/>
                    <a:pt x="2583" y="279"/>
                  </a:cubicBezTo>
                  <a:close/>
                  <a:moveTo>
                    <a:pt x="3047" y="32"/>
                  </a:moveTo>
                  <a:cubicBezTo>
                    <a:pt x="3047" y="50"/>
                    <a:pt x="3030" y="64"/>
                    <a:pt x="3010" y="64"/>
                  </a:cubicBezTo>
                  <a:cubicBezTo>
                    <a:pt x="2237" y="64"/>
                    <a:pt x="2237" y="64"/>
                    <a:pt x="2237" y="64"/>
                  </a:cubicBezTo>
                  <a:cubicBezTo>
                    <a:pt x="2220" y="64"/>
                    <a:pt x="2206" y="78"/>
                    <a:pt x="2206" y="95"/>
                  </a:cubicBezTo>
                  <a:cubicBezTo>
                    <a:pt x="2206" y="111"/>
                    <a:pt x="2217" y="124"/>
                    <a:pt x="2233" y="126"/>
                  </a:cubicBezTo>
                  <a:cubicBezTo>
                    <a:pt x="2807" y="126"/>
                    <a:pt x="2807" y="126"/>
                    <a:pt x="2807" y="126"/>
                  </a:cubicBezTo>
                  <a:cubicBezTo>
                    <a:pt x="2827" y="126"/>
                    <a:pt x="2843" y="140"/>
                    <a:pt x="2843" y="157"/>
                  </a:cubicBezTo>
                  <a:cubicBezTo>
                    <a:pt x="2843" y="175"/>
                    <a:pt x="2827" y="189"/>
                    <a:pt x="2807" y="189"/>
                  </a:cubicBezTo>
                  <a:cubicBezTo>
                    <a:pt x="2353" y="189"/>
                    <a:pt x="2353" y="189"/>
                    <a:pt x="2353" y="189"/>
                  </a:cubicBezTo>
                  <a:cubicBezTo>
                    <a:pt x="2335" y="189"/>
                    <a:pt x="2321" y="202"/>
                    <a:pt x="2321" y="219"/>
                  </a:cubicBezTo>
                  <a:cubicBezTo>
                    <a:pt x="2321" y="235"/>
                    <a:pt x="2335" y="248"/>
                    <a:pt x="2353" y="248"/>
                  </a:cubicBezTo>
                  <a:cubicBezTo>
                    <a:pt x="2454" y="248"/>
                    <a:pt x="2454" y="248"/>
                    <a:pt x="2454" y="248"/>
                  </a:cubicBezTo>
                  <a:cubicBezTo>
                    <a:pt x="2471" y="248"/>
                    <a:pt x="2485" y="262"/>
                    <a:pt x="2485" y="279"/>
                  </a:cubicBezTo>
                  <a:cubicBezTo>
                    <a:pt x="2485" y="296"/>
                    <a:pt x="2471" y="310"/>
                    <a:pt x="2454" y="310"/>
                  </a:cubicBezTo>
                  <a:cubicBezTo>
                    <a:pt x="2138" y="310"/>
                    <a:pt x="2138" y="310"/>
                    <a:pt x="2138" y="310"/>
                  </a:cubicBezTo>
                  <a:cubicBezTo>
                    <a:pt x="2121" y="310"/>
                    <a:pt x="2107" y="296"/>
                    <a:pt x="2107" y="279"/>
                  </a:cubicBezTo>
                  <a:cubicBezTo>
                    <a:pt x="2107" y="262"/>
                    <a:pt x="2121" y="248"/>
                    <a:pt x="2138" y="248"/>
                  </a:cubicBezTo>
                  <a:cubicBezTo>
                    <a:pt x="2240" y="248"/>
                    <a:pt x="2240" y="248"/>
                    <a:pt x="2240" y="248"/>
                  </a:cubicBezTo>
                  <a:cubicBezTo>
                    <a:pt x="2257" y="248"/>
                    <a:pt x="2271" y="235"/>
                    <a:pt x="2271" y="219"/>
                  </a:cubicBezTo>
                  <a:cubicBezTo>
                    <a:pt x="2271" y="202"/>
                    <a:pt x="2257" y="189"/>
                    <a:pt x="2240" y="189"/>
                  </a:cubicBezTo>
                  <a:cubicBezTo>
                    <a:pt x="1284" y="189"/>
                    <a:pt x="1284" y="189"/>
                    <a:pt x="1284" y="189"/>
                  </a:cubicBezTo>
                  <a:cubicBezTo>
                    <a:pt x="1266" y="189"/>
                    <a:pt x="1252" y="202"/>
                    <a:pt x="1252" y="219"/>
                  </a:cubicBezTo>
                  <a:cubicBezTo>
                    <a:pt x="1252" y="235"/>
                    <a:pt x="1266" y="248"/>
                    <a:pt x="1284" y="248"/>
                  </a:cubicBezTo>
                  <a:cubicBezTo>
                    <a:pt x="1328" y="248"/>
                    <a:pt x="1328" y="248"/>
                    <a:pt x="1328" y="248"/>
                  </a:cubicBezTo>
                  <a:cubicBezTo>
                    <a:pt x="1346" y="248"/>
                    <a:pt x="1360" y="262"/>
                    <a:pt x="1360" y="279"/>
                  </a:cubicBezTo>
                  <a:cubicBezTo>
                    <a:pt x="1360" y="296"/>
                    <a:pt x="1346" y="310"/>
                    <a:pt x="1328" y="310"/>
                  </a:cubicBezTo>
                  <a:cubicBezTo>
                    <a:pt x="745" y="310"/>
                    <a:pt x="745" y="310"/>
                    <a:pt x="745" y="310"/>
                  </a:cubicBezTo>
                  <a:cubicBezTo>
                    <a:pt x="728" y="310"/>
                    <a:pt x="714" y="296"/>
                    <a:pt x="714" y="279"/>
                  </a:cubicBezTo>
                  <a:cubicBezTo>
                    <a:pt x="714" y="262"/>
                    <a:pt x="728" y="248"/>
                    <a:pt x="745" y="248"/>
                  </a:cubicBezTo>
                  <a:cubicBezTo>
                    <a:pt x="1171" y="248"/>
                    <a:pt x="1171" y="248"/>
                    <a:pt x="1171" y="248"/>
                  </a:cubicBezTo>
                  <a:cubicBezTo>
                    <a:pt x="1188" y="248"/>
                    <a:pt x="1202" y="235"/>
                    <a:pt x="1202" y="219"/>
                  </a:cubicBezTo>
                  <a:cubicBezTo>
                    <a:pt x="1202" y="202"/>
                    <a:pt x="1188" y="189"/>
                    <a:pt x="1171" y="189"/>
                  </a:cubicBezTo>
                  <a:cubicBezTo>
                    <a:pt x="37" y="189"/>
                    <a:pt x="37" y="189"/>
                    <a:pt x="37" y="189"/>
                  </a:cubicBezTo>
                  <a:cubicBezTo>
                    <a:pt x="17" y="189"/>
                    <a:pt x="0" y="175"/>
                    <a:pt x="0" y="157"/>
                  </a:cubicBezTo>
                  <a:cubicBezTo>
                    <a:pt x="0" y="140"/>
                    <a:pt x="17" y="126"/>
                    <a:pt x="37" y="126"/>
                  </a:cubicBezTo>
                  <a:cubicBezTo>
                    <a:pt x="1069" y="126"/>
                    <a:pt x="1069" y="126"/>
                    <a:pt x="1069" y="126"/>
                  </a:cubicBezTo>
                  <a:cubicBezTo>
                    <a:pt x="1084" y="124"/>
                    <a:pt x="1096" y="111"/>
                    <a:pt x="1096" y="95"/>
                  </a:cubicBezTo>
                  <a:cubicBezTo>
                    <a:pt x="1096" y="78"/>
                    <a:pt x="1082" y="64"/>
                    <a:pt x="1065" y="64"/>
                  </a:cubicBezTo>
                  <a:cubicBezTo>
                    <a:pt x="287" y="64"/>
                    <a:pt x="287" y="64"/>
                    <a:pt x="287" y="64"/>
                  </a:cubicBezTo>
                  <a:cubicBezTo>
                    <a:pt x="267" y="64"/>
                    <a:pt x="251" y="50"/>
                    <a:pt x="251" y="32"/>
                  </a:cubicBezTo>
                  <a:cubicBezTo>
                    <a:pt x="251" y="15"/>
                    <a:pt x="267" y="0"/>
                    <a:pt x="287" y="0"/>
                  </a:cubicBezTo>
                  <a:cubicBezTo>
                    <a:pt x="3010" y="0"/>
                    <a:pt x="3010" y="0"/>
                    <a:pt x="3010" y="0"/>
                  </a:cubicBezTo>
                  <a:cubicBezTo>
                    <a:pt x="3030" y="0"/>
                    <a:pt x="3047" y="15"/>
                    <a:pt x="3047" y="32"/>
                  </a:cubicBezTo>
                  <a:close/>
                  <a:moveTo>
                    <a:pt x="1630" y="95"/>
                  </a:moveTo>
                  <a:cubicBezTo>
                    <a:pt x="1630" y="78"/>
                    <a:pt x="1616" y="64"/>
                    <a:pt x="1599" y="64"/>
                  </a:cubicBezTo>
                  <a:cubicBezTo>
                    <a:pt x="1582" y="64"/>
                    <a:pt x="1569" y="78"/>
                    <a:pt x="1569" y="95"/>
                  </a:cubicBezTo>
                  <a:cubicBezTo>
                    <a:pt x="1569" y="112"/>
                    <a:pt x="1582" y="126"/>
                    <a:pt x="1599" y="126"/>
                  </a:cubicBezTo>
                  <a:cubicBezTo>
                    <a:pt x="1616" y="126"/>
                    <a:pt x="1630" y="112"/>
                    <a:pt x="1630" y="95"/>
                  </a:cubicBezTo>
                  <a:close/>
                  <a:moveTo>
                    <a:pt x="1720" y="95"/>
                  </a:moveTo>
                  <a:cubicBezTo>
                    <a:pt x="1720" y="78"/>
                    <a:pt x="1706" y="64"/>
                    <a:pt x="1689" y="64"/>
                  </a:cubicBezTo>
                  <a:cubicBezTo>
                    <a:pt x="1672" y="64"/>
                    <a:pt x="1658" y="78"/>
                    <a:pt x="1658" y="95"/>
                  </a:cubicBezTo>
                  <a:cubicBezTo>
                    <a:pt x="1658" y="112"/>
                    <a:pt x="1672" y="126"/>
                    <a:pt x="1689" y="126"/>
                  </a:cubicBezTo>
                  <a:cubicBezTo>
                    <a:pt x="1706" y="126"/>
                    <a:pt x="1720" y="112"/>
                    <a:pt x="1720" y="95"/>
                  </a:cubicBezTo>
                  <a:close/>
                  <a:moveTo>
                    <a:pt x="2122" y="95"/>
                  </a:moveTo>
                  <a:cubicBezTo>
                    <a:pt x="2122" y="78"/>
                    <a:pt x="2108" y="64"/>
                    <a:pt x="2091" y="64"/>
                  </a:cubicBezTo>
                  <a:cubicBezTo>
                    <a:pt x="1778" y="64"/>
                    <a:pt x="1778" y="64"/>
                    <a:pt x="1778" y="64"/>
                  </a:cubicBezTo>
                  <a:cubicBezTo>
                    <a:pt x="1761" y="64"/>
                    <a:pt x="1747" y="78"/>
                    <a:pt x="1747" y="95"/>
                  </a:cubicBezTo>
                  <a:cubicBezTo>
                    <a:pt x="1747" y="112"/>
                    <a:pt x="1761" y="126"/>
                    <a:pt x="1778" y="126"/>
                  </a:cubicBezTo>
                  <a:cubicBezTo>
                    <a:pt x="2091" y="126"/>
                    <a:pt x="2091" y="126"/>
                    <a:pt x="2091" y="126"/>
                  </a:cubicBezTo>
                  <a:cubicBezTo>
                    <a:pt x="2108" y="126"/>
                    <a:pt x="2122" y="112"/>
                    <a:pt x="2122" y="95"/>
                  </a:cubicBezTo>
                  <a:close/>
                </a:path>
              </a:pathLst>
            </a:custGeom>
            <a:gradFill>
              <a:gsLst>
                <a:gs pos="0">
                  <a:srgbClr val="9D6D6B"/>
                </a:gs>
                <a:gs pos="100000">
                  <a:srgbClr val="6E405C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5" name="Freeform 63"/>
            <p:cNvSpPr>
              <a:spLocks/>
            </p:cNvSpPr>
            <p:nvPr/>
          </p:nvSpPr>
          <p:spPr bwMode="auto">
            <a:xfrm>
              <a:off x="7042150" y="4225925"/>
              <a:ext cx="41275" cy="109538"/>
            </a:xfrm>
            <a:custGeom>
              <a:avLst/>
              <a:gdLst>
                <a:gd name="T0" fmla="*/ 5 w 26"/>
                <a:gd name="T1" fmla="*/ 0 h 69"/>
                <a:gd name="T2" fmla="*/ 0 w 26"/>
                <a:gd name="T3" fmla="*/ 69 h 69"/>
                <a:gd name="T4" fmla="*/ 26 w 26"/>
                <a:gd name="T5" fmla="*/ 69 h 69"/>
                <a:gd name="T6" fmla="*/ 19 w 26"/>
                <a:gd name="T7" fmla="*/ 0 h 69"/>
                <a:gd name="T8" fmla="*/ 5 w 26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69">
                  <a:moveTo>
                    <a:pt x="5" y="0"/>
                  </a:moveTo>
                  <a:lnTo>
                    <a:pt x="0" y="69"/>
                  </a:lnTo>
                  <a:lnTo>
                    <a:pt x="26" y="69"/>
                  </a:lnTo>
                  <a:lnTo>
                    <a:pt x="19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6" name="Freeform 64"/>
            <p:cNvSpPr>
              <a:spLocks/>
            </p:cNvSpPr>
            <p:nvPr/>
          </p:nvSpPr>
          <p:spPr bwMode="auto">
            <a:xfrm>
              <a:off x="7061200" y="4225925"/>
              <a:ext cx="22225" cy="109538"/>
            </a:xfrm>
            <a:custGeom>
              <a:avLst/>
              <a:gdLst>
                <a:gd name="T0" fmla="*/ 0 w 14"/>
                <a:gd name="T1" fmla="*/ 0 h 69"/>
                <a:gd name="T2" fmla="*/ 0 w 14"/>
                <a:gd name="T3" fmla="*/ 69 h 69"/>
                <a:gd name="T4" fmla="*/ 14 w 14"/>
                <a:gd name="T5" fmla="*/ 69 h 69"/>
                <a:gd name="T6" fmla="*/ 7 w 14"/>
                <a:gd name="T7" fmla="*/ 0 h 69"/>
                <a:gd name="T8" fmla="*/ 0 w 14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69">
                  <a:moveTo>
                    <a:pt x="0" y="0"/>
                  </a:moveTo>
                  <a:lnTo>
                    <a:pt x="0" y="69"/>
                  </a:lnTo>
                  <a:lnTo>
                    <a:pt x="14" y="69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7" name="Freeform 65"/>
            <p:cNvSpPr>
              <a:spLocks/>
            </p:cNvSpPr>
            <p:nvPr/>
          </p:nvSpPr>
          <p:spPr bwMode="auto">
            <a:xfrm>
              <a:off x="7061200" y="3783013"/>
              <a:ext cx="112713" cy="477838"/>
            </a:xfrm>
            <a:custGeom>
              <a:avLst/>
              <a:gdLst>
                <a:gd name="T0" fmla="*/ 52 w 71"/>
                <a:gd name="T1" fmla="*/ 220 h 301"/>
                <a:gd name="T2" fmla="*/ 66 w 71"/>
                <a:gd name="T3" fmla="*/ 220 h 301"/>
                <a:gd name="T4" fmla="*/ 45 w 71"/>
                <a:gd name="T5" fmla="*/ 147 h 301"/>
                <a:gd name="T6" fmla="*/ 52 w 71"/>
                <a:gd name="T7" fmla="*/ 147 h 301"/>
                <a:gd name="T8" fmla="*/ 0 w 71"/>
                <a:gd name="T9" fmla="*/ 0 h 301"/>
                <a:gd name="T10" fmla="*/ 0 w 71"/>
                <a:gd name="T11" fmla="*/ 147 h 301"/>
                <a:gd name="T12" fmla="*/ 0 w 71"/>
                <a:gd name="T13" fmla="*/ 220 h 301"/>
                <a:gd name="T14" fmla="*/ 0 w 71"/>
                <a:gd name="T15" fmla="*/ 301 h 301"/>
                <a:gd name="T16" fmla="*/ 71 w 71"/>
                <a:gd name="T17" fmla="*/ 301 h 301"/>
                <a:gd name="T18" fmla="*/ 52 w 71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1">
                  <a:moveTo>
                    <a:pt x="52" y="220"/>
                  </a:moveTo>
                  <a:lnTo>
                    <a:pt x="66" y="220"/>
                  </a:lnTo>
                  <a:lnTo>
                    <a:pt x="45" y="147"/>
                  </a:lnTo>
                  <a:lnTo>
                    <a:pt x="52" y="147"/>
                  </a:lnTo>
                  <a:lnTo>
                    <a:pt x="0" y="0"/>
                  </a:lnTo>
                  <a:lnTo>
                    <a:pt x="0" y="147"/>
                  </a:lnTo>
                  <a:lnTo>
                    <a:pt x="0" y="220"/>
                  </a:lnTo>
                  <a:lnTo>
                    <a:pt x="0" y="301"/>
                  </a:lnTo>
                  <a:lnTo>
                    <a:pt x="71" y="301"/>
                  </a:lnTo>
                  <a:lnTo>
                    <a:pt x="52" y="22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" name="Freeform 66"/>
            <p:cNvSpPr>
              <a:spLocks/>
            </p:cNvSpPr>
            <p:nvPr/>
          </p:nvSpPr>
          <p:spPr bwMode="auto">
            <a:xfrm>
              <a:off x="6951663" y="3783013"/>
              <a:ext cx="109538" cy="477838"/>
            </a:xfrm>
            <a:custGeom>
              <a:avLst/>
              <a:gdLst>
                <a:gd name="T0" fmla="*/ 19 w 69"/>
                <a:gd name="T1" fmla="*/ 220 h 301"/>
                <a:gd name="T2" fmla="*/ 5 w 69"/>
                <a:gd name="T3" fmla="*/ 220 h 301"/>
                <a:gd name="T4" fmla="*/ 26 w 69"/>
                <a:gd name="T5" fmla="*/ 147 h 301"/>
                <a:gd name="T6" fmla="*/ 17 w 69"/>
                <a:gd name="T7" fmla="*/ 147 h 301"/>
                <a:gd name="T8" fmla="*/ 69 w 69"/>
                <a:gd name="T9" fmla="*/ 0 h 301"/>
                <a:gd name="T10" fmla="*/ 69 w 69"/>
                <a:gd name="T11" fmla="*/ 147 h 301"/>
                <a:gd name="T12" fmla="*/ 69 w 69"/>
                <a:gd name="T13" fmla="*/ 220 h 301"/>
                <a:gd name="T14" fmla="*/ 69 w 69"/>
                <a:gd name="T15" fmla="*/ 301 h 301"/>
                <a:gd name="T16" fmla="*/ 0 w 69"/>
                <a:gd name="T17" fmla="*/ 301 h 301"/>
                <a:gd name="T18" fmla="*/ 19 w 69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301">
                  <a:moveTo>
                    <a:pt x="19" y="220"/>
                  </a:moveTo>
                  <a:lnTo>
                    <a:pt x="5" y="220"/>
                  </a:lnTo>
                  <a:lnTo>
                    <a:pt x="26" y="147"/>
                  </a:lnTo>
                  <a:lnTo>
                    <a:pt x="17" y="147"/>
                  </a:lnTo>
                  <a:lnTo>
                    <a:pt x="69" y="0"/>
                  </a:lnTo>
                  <a:lnTo>
                    <a:pt x="69" y="147"/>
                  </a:lnTo>
                  <a:lnTo>
                    <a:pt x="69" y="220"/>
                  </a:lnTo>
                  <a:lnTo>
                    <a:pt x="69" y="301"/>
                  </a:lnTo>
                  <a:lnTo>
                    <a:pt x="0" y="301"/>
                  </a:lnTo>
                  <a:lnTo>
                    <a:pt x="19" y="22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" name="Freeform 67"/>
            <p:cNvSpPr>
              <a:spLocks/>
            </p:cNvSpPr>
            <p:nvPr/>
          </p:nvSpPr>
          <p:spPr bwMode="auto">
            <a:xfrm>
              <a:off x="6877050" y="4291013"/>
              <a:ext cx="33338" cy="90488"/>
            </a:xfrm>
            <a:custGeom>
              <a:avLst/>
              <a:gdLst>
                <a:gd name="T0" fmla="*/ 4 w 21"/>
                <a:gd name="T1" fmla="*/ 0 h 57"/>
                <a:gd name="T2" fmla="*/ 0 w 21"/>
                <a:gd name="T3" fmla="*/ 57 h 57"/>
                <a:gd name="T4" fmla="*/ 21 w 21"/>
                <a:gd name="T5" fmla="*/ 57 h 57"/>
                <a:gd name="T6" fmla="*/ 16 w 21"/>
                <a:gd name="T7" fmla="*/ 0 h 57"/>
                <a:gd name="T8" fmla="*/ 4 w 21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7">
                  <a:moveTo>
                    <a:pt x="4" y="0"/>
                  </a:moveTo>
                  <a:lnTo>
                    <a:pt x="0" y="57"/>
                  </a:lnTo>
                  <a:lnTo>
                    <a:pt x="21" y="57"/>
                  </a:lnTo>
                  <a:lnTo>
                    <a:pt x="1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0" name="Freeform 68"/>
            <p:cNvSpPr>
              <a:spLocks/>
            </p:cNvSpPr>
            <p:nvPr/>
          </p:nvSpPr>
          <p:spPr bwMode="auto">
            <a:xfrm>
              <a:off x="6896100" y="4291013"/>
              <a:ext cx="14288" cy="90488"/>
            </a:xfrm>
            <a:custGeom>
              <a:avLst/>
              <a:gdLst>
                <a:gd name="T0" fmla="*/ 0 w 9"/>
                <a:gd name="T1" fmla="*/ 0 h 57"/>
                <a:gd name="T2" fmla="*/ 0 w 9"/>
                <a:gd name="T3" fmla="*/ 57 h 57"/>
                <a:gd name="T4" fmla="*/ 9 w 9"/>
                <a:gd name="T5" fmla="*/ 57 h 57"/>
                <a:gd name="T6" fmla="*/ 4 w 9"/>
                <a:gd name="T7" fmla="*/ 0 h 57"/>
                <a:gd name="T8" fmla="*/ 0 w 9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lnTo>
                    <a:pt x="0" y="57"/>
                  </a:lnTo>
                  <a:lnTo>
                    <a:pt x="9" y="57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1" name="Freeform 69"/>
            <p:cNvSpPr>
              <a:spLocks/>
            </p:cNvSpPr>
            <p:nvPr/>
          </p:nvSpPr>
          <p:spPr bwMode="auto">
            <a:xfrm>
              <a:off x="6896100" y="3914775"/>
              <a:ext cx="93663" cy="406400"/>
            </a:xfrm>
            <a:custGeom>
              <a:avLst/>
              <a:gdLst>
                <a:gd name="T0" fmla="*/ 42 w 59"/>
                <a:gd name="T1" fmla="*/ 187 h 256"/>
                <a:gd name="T2" fmla="*/ 54 w 59"/>
                <a:gd name="T3" fmla="*/ 187 h 256"/>
                <a:gd name="T4" fmla="*/ 35 w 59"/>
                <a:gd name="T5" fmla="*/ 125 h 256"/>
                <a:gd name="T6" fmla="*/ 42 w 59"/>
                <a:gd name="T7" fmla="*/ 125 h 256"/>
                <a:gd name="T8" fmla="*/ 0 w 59"/>
                <a:gd name="T9" fmla="*/ 0 h 256"/>
                <a:gd name="T10" fmla="*/ 0 w 59"/>
                <a:gd name="T11" fmla="*/ 125 h 256"/>
                <a:gd name="T12" fmla="*/ 0 w 59"/>
                <a:gd name="T13" fmla="*/ 187 h 256"/>
                <a:gd name="T14" fmla="*/ 0 w 59"/>
                <a:gd name="T15" fmla="*/ 256 h 256"/>
                <a:gd name="T16" fmla="*/ 59 w 59"/>
                <a:gd name="T17" fmla="*/ 256 h 256"/>
                <a:gd name="T18" fmla="*/ 42 w 59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256">
                  <a:moveTo>
                    <a:pt x="42" y="187"/>
                  </a:moveTo>
                  <a:lnTo>
                    <a:pt x="54" y="187"/>
                  </a:lnTo>
                  <a:lnTo>
                    <a:pt x="35" y="125"/>
                  </a:lnTo>
                  <a:lnTo>
                    <a:pt x="42" y="125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0" y="187"/>
                  </a:lnTo>
                  <a:lnTo>
                    <a:pt x="0" y="256"/>
                  </a:lnTo>
                  <a:lnTo>
                    <a:pt x="59" y="256"/>
                  </a:lnTo>
                  <a:lnTo>
                    <a:pt x="42" y="187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2" name="Freeform 70"/>
            <p:cNvSpPr>
              <a:spLocks/>
            </p:cNvSpPr>
            <p:nvPr/>
          </p:nvSpPr>
          <p:spPr bwMode="auto">
            <a:xfrm>
              <a:off x="6800850" y="3914775"/>
              <a:ext cx="95250" cy="406400"/>
            </a:xfrm>
            <a:custGeom>
              <a:avLst/>
              <a:gdLst>
                <a:gd name="T0" fmla="*/ 15 w 60"/>
                <a:gd name="T1" fmla="*/ 187 h 256"/>
                <a:gd name="T2" fmla="*/ 5 w 60"/>
                <a:gd name="T3" fmla="*/ 187 h 256"/>
                <a:gd name="T4" fmla="*/ 22 w 60"/>
                <a:gd name="T5" fmla="*/ 125 h 256"/>
                <a:gd name="T6" fmla="*/ 15 w 60"/>
                <a:gd name="T7" fmla="*/ 125 h 256"/>
                <a:gd name="T8" fmla="*/ 60 w 60"/>
                <a:gd name="T9" fmla="*/ 0 h 256"/>
                <a:gd name="T10" fmla="*/ 60 w 60"/>
                <a:gd name="T11" fmla="*/ 125 h 256"/>
                <a:gd name="T12" fmla="*/ 60 w 60"/>
                <a:gd name="T13" fmla="*/ 187 h 256"/>
                <a:gd name="T14" fmla="*/ 60 w 60"/>
                <a:gd name="T15" fmla="*/ 256 h 256"/>
                <a:gd name="T16" fmla="*/ 0 w 60"/>
                <a:gd name="T17" fmla="*/ 256 h 256"/>
                <a:gd name="T18" fmla="*/ 15 w 60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256">
                  <a:moveTo>
                    <a:pt x="15" y="187"/>
                  </a:moveTo>
                  <a:lnTo>
                    <a:pt x="5" y="187"/>
                  </a:lnTo>
                  <a:lnTo>
                    <a:pt x="22" y="125"/>
                  </a:lnTo>
                  <a:lnTo>
                    <a:pt x="15" y="125"/>
                  </a:lnTo>
                  <a:lnTo>
                    <a:pt x="60" y="0"/>
                  </a:lnTo>
                  <a:lnTo>
                    <a:pt x="60" y="125"/>
                  </a:lnTo>
                  <a:lnTo>
                    <a:pt x="60" y="187"/>
                  </a:lnTo>
                  <a:lnTo>
                    <a:pt x="60" y="256"/>
                  </a:lnTo>
                  <a:lnTo>
                    <a:pt x="0" y="256"/>
                  </a:lnTo>
                  <a:lnTo>
                    <a:pt x="15" y="187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3" name="Freeform 71"/>
            <p:cNvSpPr>
              <a:spLocks/>
            </p:cNvSpPr>
            <p:nvPr/>
          </p:nvSpPr>
          <p:spPr bwMode="auto">
            <a:xfrm>
              <a:off x="7394575" y="4219575"/>
              <a:ext cx="33338" cy="93663"/>
            </a:xfrm>
            <a:custGeom>
              <a:avLst/>
              <a:gdLst>
                <a:gd name="T0" fmla="*/ 5 w 21"/>
                <a:gd name="T1" fmla="*/ 0 h 59"/>
                <a:gd name="T2" fmla="*/ 0 w 21"/>
                <a:gd name="T3" fmla="*/ 59 h 59"/>
                <a:gd name="T4" fmla="*/ 21 w 21"/>
                <a:gd name="T5" fmla="*/ 59 h 59"/>
                <a:gd name="T6" fmla="*/ 17 w 21"/>
                <a:gd name="T7" fmla="*/ 0 h 59"/>
                <a:gd name="T8" fmla="*/ 5 w 21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9">
                  <a:moveTo>
                    <a:pt x="5" y="0"/>
                  </a:moveTo>
                  <a:lnTo>
                    <a:pt x="0" y="59"/>
                  </a:lnTo>
                  <a:lnTo>
                    <a:pt x="21" y="59"/>
                  </a:lnTo>
                  <a:lnTo>
                    <a:pt x="17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4" name="Freeform 72"/>
            <p:cNvSpPr>
              <a:spLocks/>
            </p:cNvSpPr>
            <p:nvPr/>
          </p:nvSpPr>
          <p:spPr bwMode="auto">
            <a:xfrm>
              <a:off x="7408863" y="4219575"/>
              <a:ext cx="19050" cy="93663"/>
            </a:xfrm>
            <a:custGeom>
              <a:avLst/>
              <a:gdLst>
                <a:gd name="T0" fmla="*/ 0 w 12"/>
                <a:gd name="T1" fmla="*/ 0 h 59"/>
                <a:gd name="T2" fmla="*/ 0 w 12"/>
                <a:gd name="T3" fmla="*/ 59 h 59"/>
                <a:gd name="T4" fmla="*/ 12 w 12"/>
                <a:gd name="T5" fmla="*/ 59 h 59"/>
                <a:gd name="T6" fmla="*/ 8 w 12"/>
                <a:gd name="T7" fmla="*/ 0 h 59"/>
                <a:gd name="T8" fmla="*/ 0 w 12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9">
                  <a:moveTo>
                    <a:pt x="0" y="0"/>
                  </a:moveTo>
                  <a:lnTo>
                    <a:pt x="0" y="59"/>
                  </a:lnTo>
                  <a:lnTo>
                    <a:pt x="12" y="59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5" name="Freeform 73"/>
            <p:cNvSpPr>
              <a:spLocks/>
            </p:cNvSpPr>
            <p:nvPr/>
          </p:nvSpPr>
          <p:spPr bwMode="auto">
            <a:xfrm>
              <a:off x="7408863" y="3843338"/>
              <a:ext cx="95250" cy="406400"/>
            </a:xfrm>
            <a:custGeom>
              <a:avLst/>
              <a:gdLst>
                <a:gd name="T0" fmla="*/ 45 w 60"/>
                <a:gd name="T1" fmla="*/ 187 h 256"/>
                <a:gd name="T2" fmla="*/ 55 w 60"/>
                <a:gd name="T3" fmla="*/ 187 h 256"/>
                <a:gd name="T4" fmla="*/ 38 w 60"/>
                <a:gd name="T5" fmla="*/ 125 h 256"/>
                <a:gd name="T6" fmla="*/ 45 w 60"/>
                <a:gd name="T7" fmla="*/ 125 h 256"/>
                <a:gd name="T8" fmla="*/ 0 w 60"/>
                <a:gd name="T9" fmla="*/ 0 h 256"/>
                <a:gd name="T10" fmla="*/ 0 w 60"/>
                <a:gd name="T11" fmla="*/ 125 h 256"/>
                <a:gd name="T12" fmla="*/ 0 w 60"/>
                <a:gd name="T13" fmla="*/ 187 h 256"/>
                <a:gd name="T14" fmla="*/ 0 w 60"/>
                <a:gd name="T15" fmla="*/ 256 h 256"/>
                <a:gd name="T16" fmla="*/ 60 w 60"/>
                <a:gd name="T17" fmla="*/ 256 h 256"/>
                <a:gd name="T18" fmla="*/ 45 w 60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256">
                  <a:moveTo>
                    <a:pt x="45" y="187"/>
                  </a:moveTo>
                  <a:lnTo>
                    <a:pt x="55" y="187"/>
                  </a:lnTo>
                  <a:lnTo>
                    <a:pt x="38" y="125"/>
                  </a:lnTo>
                  <a:lnTo>
                    <a:pt x="45" y="125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0" y="187"/>
                  </a:lnTo>
                  <a:lnTo>
                    <a:pt x="0" y="256"/>
                  </a:lnTo>
                  <a:lnTo>
                    <a:pt x="60" y="256"/>
                  </a:lnTo>
                  <a:lnTo>
                    <a:pt x="45" y="187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6" name="Freeform 74"/>
            <p:cNvSpPr>
              <a:spLocks/>
            </p:cNvSpPr>
            <p:nvPr/>
          </p:nvSpPr>
          <p:spPr bwMode="auto">
            <a:xfrm>
              <a:off x="7315200" y="3843338"/>
              <a:ext cx="93663" cy="406400"/>
            </a:xfrm>
            <a:custGeom>
              <a:avLst/>
              <a:gdLst>
                <a:gd name="T0" fmla="*/ 17 w 59"/>
                <a:gd name="T1" fmla="*/ 187 h 256"/>
                <a:gd name="T2" fmla="*/ 5 w 59"/>
                <a:gd name="T3" fmla="*/ 187 h 256"/>
                <a:gd name="T4" fmla="*/ 24 w 59"/>
                <a:gd name="T5" fmla="*/ 125 h 256"/>
                <a:gd name="T6" fmla="*/ 17 w 59"/>
                <a:gd name="T7" fmla="*/ 125 h 256"/>
                <a:gd name="T8" fmla="*/ 59 w 59"/>
                <a:gd name="T9" fmla="*/ 0 h 256"/>
                <a:gd name="T10" fmla="*/ 59 w 59"/>
                <a:gd name="T11" fmla="*/ 125 h 256"/>
                <a:gd name="T12" fmla="*/ 59 w 59"/>
                <a:gd name="T13" fmla="*/ 187 h 256"/>
                <a:gd name="T14" fmla="*/ 59 w 59"/>
                <a:gd name="T15" fmla="*/ 256 h 256"/>
                <a:gd name="T16" fmla="*/ 0 w 59"/>
                <a:gd name="T17" fmla="*/ 256 h 256"/>
                <a:gd name="T18" fmla="*/ 17 w 59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256">
                  <a:moveTo>
                    <a:pt x="17" y="187"/>
                  </a:moveTo>
                  <a:lnTo>
                    <a:pt x="5" y="187"/>
                  </a:lnTo>
                  <a:lnTo>
                    <a:pt x="24" y="125"/>
                  </a:lnTo>
                  <a:lnTo>
                    <a:pt x="17" y="125"/>
                  </a:lnTo>
                  <a:lnTo>
                    <a:pt x="59" y="0"/>
                  </a:lnTo>
                  <a:lnTo>
                    <a:pt x="59" y="125"/>
                  </a:lnTo>
                  <a:lnTo>
                    <a:pt x="59" y="187"/>
                  </a:lnTo>
                  <a:lnTo>
                    <a:pt x="59" y="256"/>
                  </a:lnTo>
                  <a:lnTo>
                    <a:pt x="0" y="256"/>
                  </a:lnTo>
                  <a:lnTo>
                    <a:pt x="17" y="187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" name="Freeform 75"/>
            <p:cNvSpPr>
              <a:spLocks/>
            </p:cNvSpPr>
            <p:nvPr/>
          </p:nvSpPr>
          <p:spPr bwMode="auto">
            <a:xfrm>
              <a:off x="398463" y="4132263"/>
              <a:ext cx="153988" cy="522288"/>
            </a:xfrm>
            <a:custGeom>
              <a:avLst/>
              <a:gdLst>
                <a:gd name="T0" fmla="*/ 41 w 41"/>
                <a:gd name="T1" fmla="*/ 0 h 139"/>
                <a:gd name="T2" fmla="*/ 20 w 41"/>
                <a:gd name="T3" fmla="*/ 21 h 139"/>
                <a:gd name="T4" fmla="*/ 16 w 41"/>
                <a:gd name="T5" fmla="*/ 41 h 139"/>
                <a:gd name="T6" fmla="*/ 0 w 41"/>
                <a:gd name="T7" fmla="*/ 93 h 139"/>
                <a:gd name="T8" fmla="*/ 39 w 41"/>
                <a:gd name="T9" fmla="*/ 138 h 139"/>
                <a:gd name="T10" fmla="*/ 41 w 41"/>
                <a:gd name="T11" fmla="*/ 139 h 139"/>
                <a:gd name="T12" fmla="*/ 41 w 41"/>
                <a:gd name="T1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39">
                  <a:moveTo>
                    <a:pt x="41" y="0"/>
                  </a:moveTo>
                  <a:cubicBezTo>
                    <a:pt x="33" y="0"/>
                    <a:pt x="26" y="9"/>
                    <a:pt x="20" y="21"/>
                  </a:cubicBezTo>
                  <a:cubicBezTo>
                    <a:pt x="14" y="35"/>
                    <a:pt x="16" y="41"/>
                    <a:pt x="16" y="41"/>
                  </a:cubicBezTo>
                  <a:cubicBezTo>
                    <a:pt x="8" y="41"/>
                    <a:pt x="0" y="70"/>
                    <a:pt x="0" y="93"/>
                  </a:cubicBezTo>
                  <a:cubicBezTo>
                    <a:pt x="0" y="115"/>
                    <a:pt x="13" y="137"/>
                    <a:pt x="39" y="138"/>
                  </a:cubicBezTo>
                  <a:cubicBezTo>
                    <a:pt x="40" y="139"/>
                    <a:pt x="40" y="139"/>
                    <a:pt x="41" y="139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" name="Freeform 76"/>
            <p:cNvSpPr>
              <a:spLocks/>
            </p:cNvSpPr>
            <p:nvPr/>
          </p:nvSpPr>
          <p:spPr bwMode="auto">
            <a:xfrm>
              <a:off x="552450" y="4132263"/>
              <a:ext cx="153988" cy="522288"/>
            </a:xfrm>
            <a:custGeom>
              <a:avLst/>
              <a:gdLst>
                <a:gd name="T0" fmla="*/ 0 w 41"/>
                <a:gd name="T1" fmla="*/ 0 h 139"/>
                <a:gd name="T2" fmla="*/ 21 w 41"/>
                <a:gd name="T3" fmla="*/ 21 h 139"/>
                <a:gd name="T4" fmla="*/ 25 w 41"/>
                <a:gd name="T5" fmla="*/ 41 h 139"/>
                <a:gd name="T6" fmla="*/ 41 w 41"/>
                <a:gd name="T7" fmla="*/ 93 h 139"/>
                <a:gd name="T8" fmla="*/ 2 w 41"/>
                <a:gd name="T9" fmla="*/ 138 h 139"/>
                <a:gd name="T10" fmla="*/ 0 w 41"/>
                <a:gd name="T11" fmla="*/ 139 h 139"/>
                <a:gd name="T12" fmla="*/ 0 w 41"/>
                <a:gd name="T1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39">
                  <a:moveTo>
                    <a:pt x="0" y="0"/>
                  </a:moveTo>
                  <a:cubicBezTo>
                    <a:pt x="8" y="0"/>
                    <a:pt x="15" y="9"/>
                    <a:pt x="21" y="21"/>
                  </a:cubicBezTo>
                  <a:cubicBezTo>
                    <a:pt x="26" y="35"/>
                    <a:pt x="25" y="41"/>
                    <a:pt x="25" y="41"/>
                  </a:cubicBezTo>
                  <a:cubicBezTo>
                    <a:pt x="32" y="41"/>
                    <a:pt x="41" y="70"/>
                    <a:pt x="41" y="93"/>
                  </a:cubicBezTo>
                  <a:cubicBezTo>
                    <a:pt x="41" y="115"/>
                    <a:pt x="28" y="137"/>
                    <a:pt x="2" y="138"/>
                  </a:cubicBezTo>
                  <a:cubicBezTo>
                    <a:pt x="1" y="139"/>
                    <a:pt x="1" y="139"/>
                    <a:pt x="0" y="1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9" name="Freeform 77"/>
            <p:cNvSpPr>
              <a:spLocks/>
            </p:cNvSpPr>
            <p:nvPr/>
          </p:nvSpPr>
          <p:spPr bwMode="auto">
            <a:xfrm>
              <a:off x="530225" y="4508500"/>
              <a:ext cx="41275" cy="236538"/>
            </a:xfrm>
            <a:custGeom>
              <a:avLst/>
              <a:gdLst>
                <a:gd name="T0" fmla="*/ 7 w 26"/>
                <a:gd name="T1" fmla="*/ 0 h 149"/>
                <a:gd name="T2" fmla="*/ 0 w 26"/>
                <a:gd name="T3" fmla="*/ 149 h 149"/>
                <a:gd name="T4" fmla="*/ 26 w 26"/>
                <a:gd name="T5" fmla="*/ 149 h 149"/>
                <a:gd name="T6" fmla="*/ 21 w 26"/>
                <a:gd name="T7" fmla="*/ 0 h 149"/>
                <a:gd name="T8" fmla="*/ 7 w 26"/>
                <a:gd name="T9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9">
                  <a:moveTo>
                    <a:pt x="7" y="0"/>
                  </a:moveTo>
                  <a:lnTo>
                    <a:pt x="0" y="149"/>
                  </a:lnTo>
                  <a:lnTo>
                    <a:pt x="26" y="149"/>
                  </a:lnTo>
                  <a:lnTo>
                    <a:pt x="2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0" name="Freeform 78"/>
            <p:cNvSpPr>
              <a:spLocks/>
            </p:cNvSpPr>
            <p:nvPr/>
          </p:nvSpPr>
          <p:spPr bwMode="auto">
            <a:xfrm>
              <a:off x="552450" y="4508500"/>
              <a:ext cx="19050" cy="236538"/>
            </a:xfrm>
            <a:custGeom>
              <a:avLst/>
              <a:gdLst>
                <a:gd name="T0" fmla="*/ 0 w 12"/>
                <a:gd name="T1" fmla="*/ 0 h 149"/>
                <a:gd name="T2" fmla="*/ 0 w 12"/>
                <a:gd name="T3" fmla="*/ 149 h 149"/>
                <a:gd name="T4" fmla="*/ 12 w 12"/>
                <a:gd name="T5" fmla="*/ 149 h 149"/>
                <a:gd name="T6" fmla="*/ 7 w 12"/>
                <a:gd name="T7" fmla="*/ 0 h 149"/>
                <a:gd name="T8" fmla="*/ 0 w 12"/>
                <a:gd name="T9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9">
                  <a:moveTo>
                    <a:pt x="0" y="0"/>
                  </a:moveTo>
                  <a:lnTo>
                    <a:pt x="0" y="149"/>
                  </a:lnTo>
                  <a:lnTo>
                    <a:pt x="12" y="149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1" name="Freeform 79"/>
            <p:cNvSpPr>
              <a:spLocks/>
            </p:cNvSpPr>
            <p:nvPr/>
          </p:nvSpPr>
          <p:spPr bwMode="auto">
            <a:xfrm>
              <a:off x="211138" y="4373563"/>
              <a:ext cx="220663" cy="304800"/>
            </a:xfrm>
            <a:custGeom>
              <a:avLst/>
              <a:gdLst>
                <a:gd name="T0" fmla="*/ 47 w 59"/>
                <a:gd name="T1" fmla="*/ 24 h 81"/>
                <a:gd name="T2" fmla="*/ 47 w 59"/>
                <a:gd name="T3" fmla="*/ 20 h 81"/>
                <a:gd name="T4" fmla="*/ 29 w 59"/>
                <a:gd name="T5" fmla="*/ 0 h 81"/>
                <a:gd name="T6" fmla="*/ 11 w 59"/>
                <a:gd name="T7" fmla="*/ 20 h 81"/>
                <a:gd name="T8" fmla="*/ 11 w 59"/>
                <a:gd name="T9" fmla="*/ 24 h 81"/>
                <a:gd name="T10" fmla="*/ 0 w 59"/>
                <a:gd name="T11" fmla="*/ 49 h 81"/>
                <a:gd name="T12" fmla="*/ 29 w 59"/>
                <a:gd name="T13" fmla="*/ 81 h 81"/>
                <a:gd name="T14" fmla="*/ 59 w 59"/>
                <a:gd name="T15" fmla="*/ 49 h 81"/>
                <a:gd name="T16" fmla="*/ 47 w 59"/>
                <a:gd name="T17" fmla="*/ 2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81">
                  <a:moveTo>
                    <a:pt x="47" y="24"/>
                  </a:moveTo>
                  <a:cubicBezTo>
                    <a:pt x="47" y="23"/>
                    <a:pt x="47" y="21"/>
                    <a:pt x="47" y="20"/>
                  </a:cubicBezTo>
                  <a:cubicBezTo>
                    <a:pt x="47" y="9"/>
                    <a:pt x="39" y="0"/>
                    <a:pt x="29" y="0"/>
                  </a:cubicBezTo>
                  <a:cubicBezTo>
                    <a:pt x="19" y="0"/>
                    <a:pt x="11" y="9"/>
                    <a:pt x="11" y="20"/>
                  </a:cubicBezTo>
                  <a:cubicBezTo>
                    <a:pt x="11" y="21"/>
                    <a:pt x="11" y="23"/>
                    <a:pt x="11" y="24"/>
                  </a:cubicBezTo>
                  <a:cubicBezTo>
                    <a:pt x="4" y="30"/>
                    <a:pt x="0" y="39"/>
                    <a:pt x="0" y="49"/>
                  </a:cubicBezTo>
                  <a:cubicBezTo>
                    <a:pt x="0" y="66"/>
                    <a:pt x="13" y="81"/>
                    <a:pt x="29" y="81"/>
                  </a:cubicBezTo>
                  <a:cubicBezTo>
                    <a:pt x="45" y="81"/>
                    <a:pt x="59" y="66"/>
                    <a:pt x="59" y="49"/>
                  </a:cubicBezTo>
                  <a:cubicBezTo>
                    <a:pt x="59" y="39"/>
                    <a:pt x="54" y="30"/>
                    <a:pt x="47" y="24"/>
                  </a:cubicBez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2" name="Freeform 80"/>
            <p:cNvSpPr>
              <a:spLocks/>
            </p:cNvSpPr>
            <p:nvPr/>
          </p:nvSpPr>
          <p:spPr bwMode="auto">
            <a:xfrm>
              <a:off x="319088" y="4373563"/>
              <a:ext cx="112713" cy="304800"/>
            </a:xfrm>
            <a:custGeom>
              <a:avLst/>
              <a:gdLst>
                <a:gd name="T0" fmla="*/ 18 w 30"/>
                <a:gd name="T1" fmla="*/ 24 h 81"/>
                <a:gd name="T2" fmla="*/ 18 w 30"/>
                <a:gd name="T3" fmla="*/ 20 h 81"/>
                <a:gd name="T4" fmla="*/ 0 w 30"/>
                <a:gd name="T5" fmla="*/ 0 h 81"/>
                <a:gd name="T6" fmla="*/ 0 w 30"/>
                <a:gd name="T7" fmla="*/ 18 h 81"/>
                <a:gd name="T8" fmla="*/ 0 w 30"/>
                <a:gd name="T9" fmla="*/ 39 h 81"/>
                <a:gd name="T10" fmla="*/ 0 w 30"/>
                <a:gd name="T11" fmla="*/ 81 h 81"/>
                <a:gd name="T12" fmla="*/ 30 w 30"/>
                <a:gd name="T13" fmla="*/ 49 h 81"/>
                <a:gd name="T14" fmla="*/ 18 w 30"/>
                <a:gd name="T15" fmla="*/ 2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81">
                  <a:moveTo>
                    <a:pt x="18" y="24"/>
                  </a:moveTo>
                  <a:cubicBezTo>
                    <a:pt x="18" y="23"/>
                    <a:pt x="18" y="21"/>
                    <a:pt x="18" y="20"/>
                  </a:cubicBezTo>
                  <a:cubicBezTo>
                    <a:pt x="18" y="9"/>
                    <a:pt x="10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6" y="81"/>
                    <a:pt x="30" y="66"/>
                    <a:pt x="30" y="49"/>
                  </a:cubicBezTo>
                  <a:cubicBezTo>
                    <a:pt x="30" y="39"/>
                    <a:pt x="25" y="30"/>
                    <a:pt x="18" y="24"/>
                  </a:cubicBez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3" name="Freeform 81"/>
            <p:cNvSpPr>
              <a:spLocks/>
            </p:cNvSpPr>
            <p:nvPr/>
          </p:nvSpPr>
          <p:spPr bwMode="auto">
            <a:xfrm>
              <a:off x="304800" y="4565650"/>
              <a:ext cx="30163" cy="179388"/>
            </a:xfrm>
            <a:custGeom>
              <a:avLst/>
              <a:gdLst>
                <a:gd name="T0" fmla="*/ 5 w 19"/>
                <a:gd name="T1" fmla="*/ 0 h 113"/>
                <a:gd name="T2" fmla="*/ 0 w 19"/>
                <a:gd name="T3" fmla="*/ 113 h 113"/>
                <a:gd name="T4" fmla="*/ 19 w 19"/>
                <a:gd name="T5" fmla="*/ 113 h 113"/>
                <a:gd name="T6" fmla="*/ 16 w 19"/>
                <a:gd name="T7" fmla="*/ 0 h 113"/>
                <a:gd name="T8" fmla="*/ 5 w 19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13">
                  <a:moveTo>
                    <a:pt x="5" y="0"/>
                  </a:moveTo>
                  <a:lnTo>
                    <a:pt x="0" y="113"/>
                  </a:lnTo>
                  <a:lnTo>
                    <a:pt x="19" y="113"/>
                  </a:lnTo>
                  <a:lnTo>
                    <a:pt x="1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4" name="Freeform 82"/>
            <p:cNvSpPr>
              <a:spLocks/>
            </p:cNvSpPr>
            <p:nvPr/>
          </p:nvSpPr>
          <p:spPr bwMode="auto">
            <a:xfrm>
              <a:off x="319088" y="4565650"/>
              <a:ext cx="15875" cy="179388"/>
            </a:xfrm>
            <a:custGeom>
              <a:avLst/>
              <a:gdLst>
                <a:gd name="T0" fmla="*/ 0 w 10"/>
                <a:gd name="T1" fmla="*/ 0 h 113"/>
                <a:gd name="T2" fmla="*/ 0 w 10"/>
                <a:gd name="T3" fmla="*/ 113 h 113"/>
                <a:gd name="T4" fmla="*/ 10 w 10"/>
                <a:gd name="T5" fmla="*/ 113 h 113"/>
                <a:gd name="T6" fmla="*/ 7 w 10"/>
                <a:gd name="T7" fmla="*/ 0 h 113"/>
                <a:gd name="T8" fmla="*/ 0 w 10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3">
                  <a:moveTo>
                    <a:pt x="0" y="0"/>
                  </a:moveTo>
                  <a:lnTo>
                    <a:pt x="0" y="113"/>
                  </a:lnTo>
                  <a:lnTo>
                    <a:pt x="10" y="113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5" name="Freeform 83"/>
            <p:cNvSpPr>
              <a:spLocks/>
            </p:cNvSpPr>
            <p:nvPr/>
          </p:nvSpPr>
          <p:spPr bwMode="auto">
            <a:xfrm>
              <a:off x="946150" y="4132263"/>
              <a:ext cx="2706688" cy="612775"/>
            </a:xfrm>
            <a:custGeom>
              <a:avLst/>
              <a:gdLst>
                <a:gd name="T0" fmla="*/ 0 w 721"/>
                <a:gd name="T1" fmla="*/ 163 h 163"/>
                <a:gd name="T2" fmla="*/ 361 w 721"/>
                <a:gd name="T3" fmla="*/ 0 h 163"/>
                <a:gd name="T4" fmla="*/ 721 w 721"/>
                <a:gd name="T5" fmla="*/ 163 h 163"/>
                <a:gd name="T6" fmla="*/ 0 w 721"/>
                <a:gd name="T7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1" h="163">
                  <a:moveTo>
                    <a:pt x="0" y="163"/>
                  </a:moveTo>
                  <a:cubicBezTo>
                    <a:pt x="72" y="63"/>
                    <a:pt x="210" y="0"/>
                    <a:pt x="361" y="0"/>
                  </a:cubicBezTo>
                  <a:cubicBezTo>
                    <a:pt x="511" y="0"/>
                    <a:pt x="649" y="63"/>
                    <a:pt x="721" y="163"/>
                  </a:cubicBezTo>
                  <a:cubicBezTo>
                    <a:pt x="0" y="163"/>
                    <a:pt x="0" y="163"/>
                    <a:pt x="0" y="163"/>
                  </a:cubicBezTo>
                </a:path>
              </a:pathLst>
            </a:custGeom>
            <a:gradFill>
              <a:gsLst>
                <a:gs pos="0">
                  <a:srgbClr val="E2C18E"/>
                </a:gs>
                <a:gs pos="68000">
                  <a:srgbClr val="34949A"/>
                </a:gs>
              </a:gsLst>
              <a:lin ang="13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6" name="Rectangle 84"/>
            <p:cNvSpPr>
              <a:spLocks noChangeArrowheads="1"/>
            </p:cNvSpPr>
            <p:nvPr/>
          </p:nvSpPr>
          <p:spPr bwMode="auto">
            <a:xfrm>
              <a:off x="10280650" y="4313238"/>
              <a:ext cx="946150" cy="44450"/>
            </a:xfrm>
            <a:prstGeom prst="rect">
              <a:avLst/>
            </a:prstGeom>
            <a:solidFill>
              <a:srgbClr val="AF3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7" name="Rectangle 85"/>
            <p:cNvSpPr>
              <a:spLocks noChangeArrowheads="1"/>
            </p:cNvSpPr>
            <p:nvPr/>
          </p:nvSpPr>
          <p:spPr bwMode="auto">
            <a:xfrm>
              <a:off x="10333038" y="4357688"/>
              <a:ext cx="841375" cy="387350"/>
            </a:xfrm>
            <a:prstGeom prst="rect">
              <a:avLst/>
            </a:pr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" name="Freeform 86"/>
            <p:cNvSpPr>
              <a:spLocks/>
            </p:cNvSpPr>
            <p:nvPr/>
          </p:nvSpPr>
          <p:spPr bwMode="auto">
            <a:xfrm>
              <a:off x="10280650" y="4041775"/>
              <a:ext cx="946150" cy="271463"/>
            </a:xfrm>
            <a:custGeom>
              <a:avLst/>
              <a:gdLst>
                <a:gd name="T0" fmla="*/ 298 w 596"/>
                <a:gd name="T1" fmla="*/ 0 h 171"/>
                <a:gd name="T2" fmla="*/ 0 w 596"/>
                <a:gd name="T3" fmla="*/ 171 h 171"/>
                <a:gd name="T4" fmla="*/ 596 w 596"/>
                <a:gd name="T5" fmla="*/ 171 h 171"/>
                <a:gd name="T6" fmla="*/ 298 w 596"/>
                <a:gd name="T7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6" h="171">
                  <a:moveTo>
                    <a:pt x="298" y="0"/>
                  </a:moveTo>
                  <a:lnTo>
                    <a:pt x="0" y="171"/>
                  </a:lnTo>
                  <a:lnTo>
                    <a:pt x="596" y="171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E27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9" name="Freeform 87"/>
            <p:cNvSpPr>
              <a:spLocks/>
            </p:cNvSpPr>
            <p:nvPr/>
          </p:nvSpPr>
          <p:spPr bwMode="auto">
            <a:xfrm>
              <a:off x="10753725" y="4041775"/>
              <a:ext cx="473075" cy="271463"/>
            </a:xfrm>
            <a:custGeom>
              <a:avLst/>
              <a:gdLst>
                <a:gd name="T0" fmla="*/ 0 w 298"/>
                <a:gd name="T1" fmla="*/ 171 h 171"/>
                <a:gd name="T2" fmla="*/ 298 w 298"/>
                <a:gd name="T3" fmla="*/ 171 h 171"/>
                <a:gd name="T4" fmla="*/ 0 w 298"/>
                <a:gd name="T5" fmla="*/ 0 h 171"/>
                <a:gd name="T6" fmla="*/ 0 w 298"/>
                <a:gd name="T7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171">
                  <a:moveTo>
                    <a:pt x="0" y="171"/>
                  </a:moveTo>
                  <a:lnTo>
                    <a:pt x="298" y="171"/>
                  </a:lnTo>
                  <a:lnTo>
                    <a:pt x="0" y="0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D02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0" name="Freeform 88"/>
            <p:cNvSpPr>
              <a:spLocks/>
            </p:cNvSpPr>
            <p:nvPr/>
          </p:nvSpPr>
          <p:spPr bwMode="auto">
            <a:xfrm>
              <a:off x="10561638" y="4357688"/>
              <a:ext cx="612775" cy="387350"/>
            </a:xfrm>
            <a:custGeom>
              <a:avLst/>
              <a:gdLst>
                <a:gd name="T0" fmla="*/ 386 w 386"/>
                <a:gd name="T1" fmla="*/ 244 h 244"/>
                <a:gd name="T2" fmla="*/ 386 w 386"/>
                <a:gd name="T3" fmla="*/ 0 h 244"/>
                <a:gd name="T4" fmla="*/ 246 w 386"/>
                <a:gd name="T5" fmla="*/ 0 h 244"/>
                <a:gd name="T6" fmla="*/ 0 w 386"/>
                <a:gd name="T7" fmla="*/ 244 h 244"/>
                <a:gd name="T8" fmla="*/ 386 w 386"/>
                <a:gd name="T9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244">
                  <a:moveTo>
                    <a:pt x="386" y="244"/>
                  </a:moveTo>
                  <a:lnTo>
                    <a:pt x="386" y="0"/>
                  </a:lnTo>
                  <a:lnTo>
                    <a:pt x="246" y="0"/>
                  </a:lnTo>
                  <a:lnTo>
                    <a:pt x="0" y="244"/>
                  </a:lnTo>
                  <a:lnTo>
                    <a:pt x="386" y="244"/>
                  </a:lnTo>
                  <a:close/>
                </a:path>
              </a:pathLst>
            </a:custGeom>
            <a:solidFill>
              <a:srgbClr val="CCA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1" name="Rectangle 89"/>
            <p:cNvSpPr>
              <a:spLocks noChangeArrowheads="1"/>
            </p:cNvSpPr>
            <p:nvPr/>
          </p:nvSpPr>
          <p:spPr bwMode="auto">
            <a:xfrm>
              <a:off x="10929938" y="4572000"/>
              <a:ext cx="87313" cy="173038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2" name="Rectangle 90"/>
            <p:cNvSpPr>
              <a:spLocks noChangeArrowheads="1"/>
            </p:cNvSpPr>
            <p:nvPr/>
          </p:nvSpPr>
          <p:spPr bwMode="auto">
            <a:xfrm>
              <a:off x="10431463" y="4425950"/>
              <a:ext cx="85725" cy="79375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3" name="Rectangle 91"/>
            <p:cNvSpPr>
              <a:spLocks noChangeArrowheads="1"/>
            </p:cNvSpPr>
            <p:nvPr/>
          </p:nvSpPr>
          <p:spPr bwMode="auto">
            <a:xfrm>
              <a:off x="10574338" y="4425950"/>
              <a:ext cx="85725" cy="79375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4" name="Rectangle 92"/>
            <p:cNvSpPr>
              <a:spLocks noChangeArrowheads="1"/>
            </p:cNvSpPr>
            <p:nvPr/>
          </p:nvSpPr>
          <p:spPr bwMode="auto">
            <a:xfrm>
              <a:off x="10715625" y="4425950"/>
              <a:ext cx="87313" cy="79375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5" name="Rectangle 93"/>
            <p:cNvSpPr>
              <a:spLocks noChangeArrowheads="1"/>
            </p:cNvSpPr>
            <p:nvPr/>
          </p:nvSpPr>
          <p:spPr bwMode="auto">
            <a:xfrm>
              <a:off x="10858500" y="4425950"/>
              <a:ext cx="87313" cy="79375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6" name="Rectangle 94"/>
            <p:cNvSpPr>
              <a:spLocks noChangeArrowheads="1"/>
            </p:cNvSpPr>
            <p:nvPr/>
          </p:nvSpPr>
          <p:spPr bwMode="auto">
            <a:xfrm>
              <a:off x="11001375" y="4425950"/>
              <a:ext cx="85725" cy="79375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7" name="Rectangle 95"/>
            <p:cNvSpPr>
              <a:spLocks noChangeArrowheads="1"/>
            </p:cNvSpPr>
            <p:nvPr/>
          </p:nvSpPr>
          <p:spPr bwMode="auto">
            <a:xfrm>
              <a:off x="10431463" y="4535488"/>
              <a:ext cx="85725" cy="77788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8" name="Rectangle 96"/>
            <p:cNvSpPr>
              <a:spLocks noChangeArrowheads="1"/>
            </p:cNvSpPr>
            <p:nvPr/>
          </p:nvSpPr>
          <p:spPr bwMode="auto">
            <a:xfrm>
              <a:off x="10574338" y="4535488"/>
              <a:ext cx="85725" cy="77788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9" name="Rectangle 97"/>
            <p:cNvSpPr>
              <a:spLocks noChangeArrowheads="1"/>
            </p:cNvSpPr>
            <p:nvPr/>
          </p:nvSpPr>
          <p:spPr bwMode="auto">
            <a:xfrm>
              <a:off x="10715625" y="4535488"/>
              <a:ext cx="87313" cy="77788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0" name="Freeform 98"/>
            <p:cNvSpPr>
              <a:spLocks/>
            </p:cNvSpPr>
            <p:nvPr/>
          </p:nvSpPr>
          <p:spPr bwMode="auto">
            <a:xfrm>
              <a:off x="4414838" y="3816350"/>
              <a:ext cx="179388" cy="606425"/>
            </a:xfrm>
            <a:custGeom>
              <a:avLst/>
              <a:gdLst>
                <a:gd name="T0" fmla="*/ 0 w 48"/>
                <a:gd name="T1" fmla="*/ 0 h 161"/>
                <a:gd name="T2" fmla="*/ 24 w 48"/>
                <a:gd name="T3" fmla="*/ 25 h 161"/>
                <a:gd name="T4" fmla="*/ 29 w 48"/>
                <a:gd name="T5" fmla="*/ 48 h 161"/>
                <a:gd name="T6" fmla="*/ 48 w 48"/>
                <a:gd name="T7" fmla="*/ 108 h 161"/>
                <a:gd name="T8" fmla="*/ 2 w 48"/>
                <a:gd name="T9" fmla="*/ 161 h 161"/>
                <a:gd name="T10" fmla="*/ 0 w 48"/>
                <a:gd name="T11" fmla="*/ 161 h 161"/>
                <a:gd name="T12" fmla="*/ 0 w 48"/>
                <a:gd name="T13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61">
                  <a:moveTo>
                    <a:pt x="0" y="0"/>
                  </a:moveTo>
                  <a:cubicBezTo>
                    <a:pt x="9" y="0"/>
                    <a:pt x="17" y="10"/>
                    <a:pt x="24" y="25"/>
                  </a:cubicBezTo>
                  <a:cubicBezTo>
                    <a:pt x="31" y="41"/>
                    <a:pt x="29" y="48"/>
                    <a:pt x="29" y="48"/>
                  </a:cubicBezTo>
                  <a:cubicBezTo>
                    <a:pt x="38" y="48"/>
                    <a:pt x="48" y="82"/>
                    <a:pt x="48" y="108"/>
                  </a:cubicBezTo>
                  <a:cubicBezTo>
                    <a:pt x="48" y="133"/>
                    <a:pt x="33" y="159"/>
                    <a:pt x="2" y="161"/>
                  </a:cubicBezTo>
                  <a:cubicBezTo>
                    <a:pt x="1" y="161"/>
                    <a:pt x="1" y="161"/>
                    <a:pt x="0" y="1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1" name="Freeform 99"/>
            <p:cNvSpPr>
              <a:spLocks/>
            </p:cNvSpPr>
            <p:nvPr/>
          </p:nvSpPr>
          <p:spPr bwMode="auto">
            <a:xfrm>
              <a:off x="4233863" y="3816350"/>
              <a:ext cx="180975" cy="606425"/>
            </a:xfrm>
            <a:custGeom>
              <a:avLst/>
              <a:gdLst>
                <a:gd name="T0" fmla="*/ 48 w 48"/>
                <a:gd name="T1" fmla="*/ 0 h 161"/>
                <a:gd name="T2" fmla="*/ 24 w 48"/>
                <a:gd name="T3" fmla="*/ 25 h 161"/>
                <a:gd name="T4" fmla="*/ 19 w 48"/>
                <a:gd name="T5" fmla="*/ 48 h 161"/>
                <a:gd name="T6" fmla="*/ 0 w 48"/>
                <a:gd name="T7" fmla="*/ 108 h 161"/>
                <a:gd name="T8" fmla="*/ 45 w 48"/>
                <a:gd name="T9" fmla="*/ 161 h 161"/>
                <a:gd name="T10" fmla="*/ 48 w 48"/>
                <a:gd name="T11" fmla="*/ 161 h 161"/>
                <a:gd name="T12" fmla="*/ 48 w 48"/>
                <a:gd name="T13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61">
                  <a:moveTo>
                    <a:pt x="48" y="0"/>
                  </a:moveTo>
                  <a:cubicBezTo>
                    <a:pt x="39" y="0"/>
                    <a:pt x="31" y="10"/>
                    <a:pt x="24" y="25"/>
                  </a:cubicBezTo>
                  <a:cubicBezTo>
                    <a:pt x="17" y="41"/>
                    <a:pt x="19" y="48"/>
                    <a:pt x="19" y="48"/>
                  </a:cubicBezTo>
                  <a:cubicBezTo>
                    <a:pt x="10" y="48"/>
                    <a:pt x="0" y="82"/>
                    <a:pt x="0" y="108"/>
                  </a:cubicBezTo>
                  <a:cubicBezTo>
                    <a:pt x="0" y="133"/>
                    <a:pt x="15" y="159"/>
                    <a:pt x="45" y="161"/>
                  </a:cubicBezTo>
                  <a:cubicBezTo>
                    <a:pt x="46" y="161"/>
                    <a:pt x="47" y="161"/>
                    <a:pt x="48" y="161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2" name="Freeform 100"/>
            <p:cNvSpPr>
              <a:spLocks/>
            </p:cNvSpPr>
            <p:nvPr/>
          </p:nvSpPr>
          <p:spPr bwMode="auto">
            <a:xfrm>
              <a:off x="4387850" y="4252913"/>
              <a:ext cx="49213" cy="274638"/>
            </a:xfrm>
            <a:custGeom>
              <a:avLst/>
              <a:gdLst>
                <a:gd name="T0" fmla="*/ 26 w 31"/>
                <a:gd name="T1" fmla="*/ 0 h 173"/>
                <a:gd name="T2" fmla="*/ 31 w 31"/>
                <a:gd name="T3" fmla="*/ 173 h 173"/>
                <a:gd name="T4" fmla="*/ 0 w 31"/>
                <a:gd name="T5" fmla="*/ 173 h 173"/>
                <a:gd name="T6" fmla="*/ 7 w 31"/>
                <a:gd name="T7" fmla="*/ 0 h 173"/>
                <a:gd name="T8" fmla="*/ 26 w 31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73">
                  <a:moveTo>
                    <a:pt x="26" y="0"/>
                  </a:moveTo>
                  <a:lnTo>
                    <a:pt x="31" y="173"/>
                  </a:lnTo>
                  <a:lnTo>
                    <a:pt x="0" y="173"/>
                  </a:lnTo>
                  <a:lnTo>
                    <a:pt x="7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3" name="Freeform 101"/>
            <p:cNvSpPr>
              <a:spLocks/>
            </p:cNvSpPr>
            <p:nvPr/>
          </p:nvSpPr>
          <p:spPr bwMode="auto">
            <a:xfrm>
              <a:off x="4387850" y="4252913"/>
              <a:ext cx="26988" cy="274638"/>
            </a:xfrm>
            <a:custGeom>
              <a:avLst/>
              <a:gdLst>
                <a:gd name="T0" fmla="*/ 17 w 17"/>
                <a:gd name="T1" fmla="*/ 0 h 173"/>
                <a:gd name="T2" fmla="*/ 17 w 17"/>
                <a:gd name="T3" fmla="*/ 173 h 173"/>
                <a:gd name="T4" fmla="*/ 0 w 17"/>
                <a:gd name="T5" fmla="*/ 173 h 173"/>
                <a:gd name="T6" fmla="*/ 7 w 17"/>
                <a:gd name="T7" fmla="*/ 0 h 173"/>
                <a:gd name="T8" fmla="*/ 17 w 17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3">
                  <a:moveTo>
                    <a:pt x="17" y="0"/>
                  </a:moveTo>
                  <a:lnTo>
                    <a:pt x="17" y="173"/>
                  </a:lnTo>
                  <a:lnTo>
                    <a:pt x="0" y="173"/>
                  </a:lnTo>
                  <a:lnTo>
                    <a:pt x="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4" name="Freeform 102"/>
            <p:cNvSpPr>
              <a:spLocks/>
            </p:cNvSpPr>
            <p:nvPr/>
          </p:nvSpPr>
          <p:spPr bwMode="auto">
            <a:xfrm>
              <a:off x="4486275" y="4098925"/>
              <a:ext cx="254000" cy="349250"/>
            </a:xfrm>
            <a:custGeom>
              <a:avLst/>
              <a:gdLst>
                <a:gd name="T0" fmla="*/ 13 w 68"/>
                <a:gd name="T1" fmla="*/ 27 h 93"/>
                <a:gd name="T2" fmla="*/ 13 w 68"/>
                <a:gd name="T3" fmla="*/ 22 h 93"/>
                <a:gd name="T4" fmla="*/ 34 w 68"/>
                <a:gd name="T5" fmla="*/ 0 h 93"/>
                <a:gd name="T6" fmla="*/ 55 w 68"/>
                <a:gd name="T7" fmla="*/ 22 h 93"/>
                <a:gd name="T8" fmla="*/ 54 w 68"/>
                <a:gd name="T9" fmla="*/ 27 h 93"/>
                <a:gd name="T10" fmla="*/ 68 w 68"/>
                <a:gd name="T11" fmla="*/ 56 h 93"/>
                <a:gd name="T12" fmla="*/ 34 w 68"/>
                <a:gd name="T13" fmla="*/ 93 h 93"/>
                <a:gd name="T14" fmla="*/ 0 w 68"/>
                <a:gd name="T15" fmla="*/ 56 h 93"/>
                <a:gd name="T16" fmla="*/ 13 w 68"/>
                <a:gd name="T17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93">
                  <a:moveTo>
                    <a:pt x="13" y="27"/>
                  </a:moveTo>
                  <a:cubicBezTo>
                    <a:pt x="13" y="26"/>
                    <a:pt x="13" y="24"/>
                    <a:pt x="13" y="22"/>
                  </a:cubicBezTo>
                  <a:cubicBezTo>
                    <a:pt x="13" y="10"/>
                    <a:pt x="22" y="0"/>
                    <a:pt x="34" y="0"/>
                  </a:cubicBezTo>
                  <a:cubicBezTo>
                    <a:pt x="46" y="0"/>
                    <a:pt x="55" y="10"/>
                    <a:pt x="55" y="22"/>
                  </a:cubicBezTo>
                  <a:cubicBezTo>
                    <a:pt x="55" y="24"/>
                    <a:pt x="55" y="26"/>
                    <a:pt x="54" y="27"/>
                  </a:cubicBezTo>
                  <a:cubicBezTo>
                    <a:pt x="63" y="34"/>
                    <a:pt x="68" y="44"/>
                    <a:pt x="68" y="56"/>
                  </a:cubicBezTo>
                  <a:cubicBezTo>
                    <a:pt x="68" y="76"/>
                    <a:pt x="53" y="93"/>
                    <a:pt x="34" y="93"/>
                  </a:cubicBezTo>
                  <a:cubicBezTo>
                    <a:pt x="15" y="93"/>
                    <a:pt x="0" y="76"/>
                    <a:pt x="0" y="56"/>
                  </a:cubicBezTo>
                  <a:cubicBezTo>
                    <a:pt x="0" y="44"/>
                    <a:pt x="5" y="34"/>
                    <a:pt x="13" y="27"/>
                  </a:cubicBez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5" name="Freeform 103"/>
            <p:cNvSpPr>
              <a:spLocks/>
            </p:cNvSpPr>
            <p:nvPr/>
          </p:nvSpPr>
          <p:spPr bwMode="auto">
            <a:xfrm>
              <a:off x="4486275" y="4098925"/>
              <a:ext cx="127000" cy="349250"/>
            </a:xfrm>
            <a:custGeom>
              <a:avLst/>
              <a:gdLst>
                <a:gd name="T0" fmla="*/ 13 w 34"/>
                <a:gd name="T1" fmla="*/ 27 h 93"/>
                <a:gd name="T2" fmla="*/ 13 w 34"/>
                <a:gd name="T3" fmla="*/ 22 h 93"/>
                <a:gd name="T4" fmla="*/ 34 w 34"/>
                <a:gd name="T5" fmla="*/ 0 h 93"/>
                <a:gd name="T6" fmla="*/ 34 w 34"/>
                <a:gd name="T7" fmla="*/ 20 h 93"/>
                <a:gd name="T8" fmla="*/ 34 w 34"/>
                <a:gd name="T9" fmla="*/ 45 h 93"/>
                <a:gd name="T10" fmla="*/ 34 w 34"/>
                <a:gd name="T11" fmla="*/ 93 h 93"/>
                <a:gd name="T12" fmla="*/ 0 w 34"/>
                <a:gd name="T13" fmla="*/ 56 h 93"/>
                <a:gd name="T14" fmla="*/ 13 w 34"/>
                <a:gd name="T15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93">
                  <a:moveTo>
                    <a:pt x="13" y="27"/>
                  </a:moveTo>
                  <a:cubicBezTo>
                    <a:pt x="13" y="26"/>
                    <a:pt x="13" y="24"/>
                    <a:pt x="13" y="22"/>
                  </a:cubicBezTo>
                  <a:cubicBezTo>
                    <a:pt x="13" y="10"/>
                    <a:pt x="22" y="0"/>
                    <a:pt x="34" y="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15" y="93"/>
                    <a:pt x="0" y="76"/>
                    <a:pt x="0" y="56"/>
                  </a:cubicBezTo>
                  <a:cubicBezTo>
                    <a:pt x="0" y="44"/>
                    <a:pt x="5" y="34"/>
                    <a:pt x="13" y="27"/>
                  </a:cubicBez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6" name="Freeform 104"/>
            <p:cNvSpPr>
              <a:spLocks/>
            </p:cNvSpPr>
            <p:nvPr/>
          </p:nvSpPr>
          <p:spPr bwMode="auto">
            <a:xfrm>
              <a:off x="4594225" y="4321175"/>
              <a:ext cx="38100" cy="206375"/>
            </a:xfrm>
            <a:custGeom>
              <a:avLst/>
              <a:gdLst>
                <a:gd name="T0" fmla="*/ 19 w 24"/>
                <a:gd name="T1" fmla="*/ 0 h 130"/>
                <a:gd name="T2" fmla="*/ 24 w 24"/>
                <a:gd name="T3" fmla="*/ 130 h 130"/>
                <a:gd name="T4" fmla="*/ 0 w 24"/>
                <a:gd name="T5" fmla="*/ 130 h 130"/>
                <a:gd name="T6" fmla="*/ 5 w 24"/>
                <a:gd name="T7" fmla="*/ 0 h 130"/>
                <a:gd name="T8" fmla="*/ 19 w 24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30">
                  <a:moveTo>
                    <a:pt x="19" y="0"/>
                  </a:moveTo>
                  <a:lnTo>
                    <a:pt x="24" y="130"/>
                  </a:lnTo>
                  <a:lnTo>
                    <a:pt x="0" y="130"/>
                  </a:lnTo>
                  <a:lnTo>
                    <a:pt x="5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7" name="Freeform 105"/>
            <p:cNvSpPr>
              <a:spLocks/>
            </p:cNvSpPr>
            <p:nvPr/>
          </p:nvSpPr>
          <p:spPr bwMode="auto">
            <a:xfrm>
              <a:off x="4594225" y="4321175"/>
              <a:ext cx="19050" cy="206375"/>
            </a:xfrm>
            <a:custGeom>
              <a:avLst/>
              <a:gdLst>
                <a:gd name="T0" fmla="*/ 12 w 12"/>
                <a:gd name="T1" fmla="*/ 0 h 130"/>
                <a:gd name="T2" fmla="*/ 12 w 12"/>
                <a:gd name="T3" fmla="*/ 130 h 130"/>
                <a:gd name="T4" fmla="*/ 0 w 12"/>
                <a:gd name="T5" fmla="*/ 130 h 130"/>
                <a:gd name="T6" fmla="*/ 5 w 12"/>
                <a:gd name="T7" fmla="*/ 0 h 130"/>
                <a:gd name="T8" fmla="*/ 12 w 12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0">
                  <a:moveTo>
                    <a:pt x="12" y="0"/>
                  </a:moveTo>
                  <a:lnTo>
                    <a:pt x="12" y="130"/>
                  </a:lnTo>
                  <a:lnTo>
                    <a:pt x="0" y="130"/>
                  </a:lnTo>
                  <a:lnTo>
                    <a:pt x="5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" name="Freeform 106"/>
            <p:cNvSpPr>
              <a:spLocks/>
            </p:cNvSpPr>
            <p:nvPr/>
          </p:nvSpPr>
          <p:spPr bwMode="auto">
            <a:xfrm>
              <a:off x="11226800" y="4321175"/>
              <a:ext cx="109538" cy="363538"/>
            </a:xfrm>
            <a:custGeom>
              <a:avLst/>
              <a:gdLst>
                <a:gd name="T0" fmla="*/ 29 w 29"/>
                <a:gd name="T1" fmla="*/ 0 h 97"/>
                <a:gd name="T2" fmla="*/ 14 w 29"/>
                <a:gd name="T3" fmla="*/ 15 h 97"/>
                <a:gd name="T4" fmla="*/ 11 w 29"/>
                <a:gd name="T5" fmla="*/ 28 h 97"/>
                <a:gd name="T6" fmla="*/ 0 w 29"/>
                <a:gd name="T7" fmla="*/ 65 h 97"/>
                <a:gd name="T8" fmla="*/ 27 w 29"/>
                <a:gd name="T9" fmla="*/ 97 h 97"/>
                <a:gd name="T10" fmla="*/ 29 w 29"/>
                <a:gd name="T11" fmla="*/ 97 h 97"/>
                <a:gd name="T12" fmla="*/ 29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29" y="0"/>
                  </a:moveTo>
                  <a:cubicBezTo>
                    <a:pt x="23" y="0"/>
                    <a:pt x="18" y="6"/>
                    <a:pt x="14" y="15"/>
                  </a:cubicBezTo>
                  <a:cubicBezTo>
                    <a:pt x="10" y="25"/>
                    <a:pt x="11" y="28"/>
                    <a:pt x="11" y="28"/>
                  </a:cubicBezTo>
                  <a:cubicBezTo>
                    <a:pt x="6" y="28"/>
                    <a:pt x="0" y="49"/>
                    <a:pt x="0" y="65"/>
                  </a:cubicBezTo>
                  <a:cubicBezTo>
                    <a:pt x="0" y="80"/>
                    <a:pt x="9" y="96"/>
                    <a:pt x="27" y="97"/>
                  </a:cubicBezTo>
                  <a:cubicBezTo>
                    <a:pt x="28" y="97"/>
                    <a:pt x="28" y="97"/>
                    <a:pt x="29" y="97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9" name="Freeform 107"/>
            <p:cNvSpPr>
              <a:spLocks/>
            </p:cNvSpPr>
            <p:nvPr/>
          </p:nvSpPr>
          <p:spPr bwMode="auto">
            <a:xfrm>
              <a:off x="11336338" y="4321175"/>
              <a:ext cx="107950" cy="363538"/>
            </a:xfrm>
            <a:custGeom>
              <a:avLst/>
              <a:gdLst>
                <a:gd name="T0" fmla="*/ 0 w 29"/>
                <a:gd name="T1" fmla="*/ 0 h 97"/>
                <a:gd name="T2" fmla="*/ 14 w 29"/>
                <a:gd name="T3" fmla="*/ 15 h 97"/>
                <a:gd name="T4" fmla="*/ 17 w 29"/>
                <a:gd name="T5" fmla="*/ 28 h 97"/>
                <a:gd name="T6" fmla="*/ 29 w 29"/>
                <a:gd name="T7" fmla="*/ 65 h 97"/>
                <a:gd name="T8" fmla="*/ 1 w 29"/>
                <a:gd name="T9" fmla="*/ 97 h 97"/>
                <a:gd name="T10" fmla="*/ 0 w 29"/>
                <a:gd name="T11" fmla="*/ 97 h 97"/>
                <a:gd name="T12" fmla="*/ 0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0" y="0"/>
                  </a:moveTo>
                  <a:cubicBezTo>
                    <a:pt x="5" y="0"/>
                    <a:pt x="10" y="6"/>
                    <a:pt x="14" y="15"/>
                  </a:cubicBezTo>
                  <a:cubicBezTo>
                    <a:pt x="18" y="25"/>
                    <a:pt x="17" y="28"/>
                    <a:pt x="17" y="28"/>
                  </a:cubicBezTo>
                  <a:cubicBezTo>
                    <a:pt x="23" y="28"/>
                    <a:pt x="29" y="49"/>
                    <a:pt x="29" y="65"/>
                  </a:cubicBezTo>
                  <a:cubicBezTo>
                    <a:pt x="29" y="80"/>
                    <a:pt x="20" y="96"/>
                    <a:pt x="1" y="97"/>
                  </a:cubicBezTo>
                  <a:cubicBezTo>
                    <a:pt x="1" y="97"/>
                    <a:pt x="0" y="97"/>
                    <a:pt x="0" y="9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0" name="Freeform 108"/>
            <p:cNvSpPr>
              <a:spLocks/>
            </p:cNvSpPr>
            <p:nvPr/>
          </p:nvSpPr>
          <p:spPr bwMode="auto">
            <a:xfrm>
              <a:off x="11320463" y="4579938"/>
              <a:ext cx="30163" cy="168275"/>
            </a:xfrm>
            <a:custGeom>
              <a:avLst/>
              <a:gdLst>
                <a:gd name="T0" fmla="*/ 5 w 19"/>
                <a:gd name="T1" fmla="*/ 0 h 106"/>
                <a:gd name="T2" fmla="*/ 0 w 19"/>
                <a:gd name="T3" fmla="*/ 106 h 106"/>
                <a:gd name="T4" fmla="*/ 19 w 19"/>
                <a:gd name="T5" fmla="*/ 106 h 106"/>
                <a:gd name="T6" fmla="*/ 14 w 19"/>
                <a:gd name="T7" fmla="*/ 0 h 106"/>
                <a:gd name="T8" fmla="*/ 5 w 19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6">
                  <a:moveTo>
                    <a:pt x="5" y="0"/>
                  </a:moveTo>
                  <a:lnTo>
                    <a:pt x="0" y="106"/>
                  </a:lnTo>
                  <a:lnTo>
                    <a:pt x="19" y="106"/>
                  </a:lnTo>
                  <a:lnTo>
                    <a:pt x="1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1" name="Freeform 109"/>
            <p:cNvSpPr>
              <a:spLocks/>
            </p:cNvSpPr>
            <p:nvPr/>
          </p:nvSpPr>
          <p:spPr bwMode="auto">
            <a:xfrm>
              <a:off x="11336338" y="4579938"/>
              <a:ext cx="14288" cy="168275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106 h 106"/>
                <a:gd name="T4" fmla="*/ 9 w 9"/>
                <a:gd name="T5" fmla="*/ 106 h 106"/>
                <a:gd name="T6" fmla="*/ 4 w 9"/>
                <a:gd name="T7" fmla="*/ 0 h 106"/>
                <a:gd name="T8" fmla="*/ 0 w 9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6">
                  <a:moveTo>
                    <a:pt x="0" y="0"/>
                  </a:moveTo>
                  <a:lnTo>
                    <a:pt x="0" y="106"/>
                  </a:lnTo>
                  <a:lnTo>
                    <a:pt x="9" y="106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2" name="Freeform 110"/>
            <p:cNvSpPr>
              <a:spLocks/>
            </p:cNvSpPr>
            <p:nvPr/>
          </p:nvSpPr>
          <p:spPr bwMode="auto">
            <a:xfrm>
              <a:off x="8074025" y="3821113"/>
              <a:ext cx="109538" cy="363538"/>
            </a:xfrm>
            <a:custGeom>
              <a:avLst/>
              <a:gdLst>
                <a:gd name="T0" fmla="*/ 29 w 29"/>
                <a:gd name="T1" fmla="*/ 0 h 97"/>
                <a:gd name="T2" fmla="*/ 15 w 29"/>
                <a:gd name="T3" fmla="*/ 15 h 97"/>
                <a:gd name="T4" fmla="*/ 12 w 29"/>
                <a:gd name="T5" fmla="*/ 29 h 97"/>
                <a:gd name="T6" fmla="*/ 0 w 29"/>
                <a:gd name="T7" fmla="*/ 65 h 97"/>
                <a:gd name="T8" fmla="*/ 28 w 29"/>
                <a:gd name="T9" fmla="*/ 97 h 97"/>
                <a:gd name="T10" fmla="*/ 29 w 29"/>
                <a:gd name="T11" fmla="*/ 97 h 97"/>
                <a:gd name="T12" fmla="*/ 29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29" y="0"/>
                  </a:moveTo>
                  <a:cubicBezTo>
                    <a:pt x="24" y="0"/>
                    <a:pt x="19" y="6"/>
                    <a:pt x="15" y="15"/>
                  </a:cubicBezTo>
                  <a:cubicBezTo>
                    <a:pt x="10" y="25"/>
                    <a:pt x="12" y="29"/>
                    <a:pt x="12" y="29"/>
                  </a:cubicBezTo>
                  <a:cubicBezTo>
                    <a:pt x="6" y="29"/>
                    <a:pt x="0" y="50"/>
                    <a:pt x="0" y="65"/>
                  </a:cubicBezTo>
                  <a:cubicBezTo>
                    <a:pt x="0" y="81"/>
                    <a:pt x="9" y="96"/>
                    <a:pt x="28" y="97"/>
                  </a:cubicBezTo>
                  <a:cubicBezTo>
                    <a:pt x="28" y="97"/>
                    <a:pt x="29" y="97"/>
                    <a:pt x="29" y="97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3" name="Freeform 111"/>
            <p:cNvSpPr>
              <a:spLocks/>
            </p:cNvSpPr>
            <p:nvPr/>
          </p:nvSpPr>
          <p:spPr bwMode="auto">
            <a:xfrm>
              <a:off x="8183563" y="3821113"/>
              <a:ext cx="107950" cy="363538"/>
            </a:xfrm>
            <a:custGeom>
              <a:avLst/>
              <a:gdLst>
                <a:gd name="T0" fmla="*/ 0 w 29"/>
                <a:gd name="T1" fmla="*/ 0 h 97"/>
                <a:gd name="T2" fmla="*/ 14 w 29"/>
                <a:gd name="T3" fmla="*/ 15 h 97"/>
                <a:gd name="T4" fmla="*/ 17 w 29"/>
                <a:gd name="T5" fmla="*/ 29 h 97"/>
                <a:gd name="T6" fmla="*/ 29 w 29"/>
                <a:gd name="T7" fmla="*/ 65 h 97"/>
                <a:gd name="T8" fmla="*/ 1 w 29"/>
                <a:gd name="T9" fmla="*/ 97 h 97"/>
                <a:gd name="T10" fmla="*/ 0 w 29"/>
                <a:gd name="T11" fmla="*/ 97 h 97"/>
                <a:gd name="T12" fmla="*/ 0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0" y="0"/>
                  </a:moveTo>
                  <a:cubicBezTo>
                    <a:pt x="5" y="0"/>
                    <a:pt x="10" y="6"/>
                    <a:pt x="14" y="15"/>
                  </a:cubicBezTo>
                  <a:cubicBezTo>
                    <a:pt x="19" y="25"/>
                    <a:pt x="17" y="29"/>
                    <a:pt x="17" y="29"/>
                  </a:cubicBezTo>
                  <a:cubicBezTo>
                    <a:pt x="23" y="29"/>
                    <a:pt x="29" y="50"/>
                    <a:pt x="29" y="65"/>
                  </a:cubicBezTo>
                  <a:cubicBezTo>
                    <a:pt x="29" y="81"/>
                    <a:pt x="20" y="96"/>
                    <a:pt x="1" y="97"/>
                  </a:cubicBezTo>
                  <a:cubicBezTo>
                    <a:pt x="1" y="97"/>
                    <a:pt x="0" y="97"/>
                    <a:pt x="0" y="9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4" name="Freeform 112"/>
            <p:cNvSpPr>
              <a:spLocks/>
            </p:cNvSpPr>
            <p:nvPr/>
          </p:nvSpPr>
          <p:spPr bwMode="auto">
            <a:xfrm>
              <a:off x="8167688" y="4084638"/>
              <a:ext cx="30163" cy="165100"/>
            </a:xfrm>
            <a:custGeom>
              <a:avLst/>
              <a:gdLst>
                <a:gd name="T0" fmla="*/ 5 w 19"/>
                <a:gd name="T1" fmla="*/ 0 h 104"/>
                <a:gd name="T2" fmla="*/ 0 w 19"/>
                <a:gd name="T3" fmla="*/ 104 h 104"/>
                <a:gd name="T4" fmla="*/ 19 w 19"/>
                <a:gd name="T5" fmla="*/ 104 h 104"/>
                <a:gd name="T6" fmla="*/ 14 w 19"/>
                <a:gd name="T7" fmla="*/ 0 h 104"/>
                <a:gd name="T8" fmla="*/ 5 w 19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4">
                  <a:moveTo>
                    <a:pt x="5" y="0"/>
                  </a:moveTo>
                  <a:lnTo>
                    <a:pt x="0" y="104"/>
                  </a:lnTo>
                  <a:lnTo>
                    <a:pt x="19" y="104"/>
                  </a:lnTo>
                  <a:lnTo>
                    <a:pt x="1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5" name="Freeform 113"/>
            <p:cNvSpPr>
              <a:spLocks/>
            </p:cNvSpPr>
            <p:nvPr/>
          </p:nvSpPr>
          <p:spPr bwMode="auto">
            <a:xfrm>
              <a:off x="8183563" y="4084638"/>
              <a:ext cx="14288" cy="165100"/>
            </a:xfrm>
            <a:custGeom>
              <a:avLst/>
              <a:gdLst>
                <a:gd name="T0" fmla="*/ 0 w 9"/>
                <a:gd name="T1" fmla="*/ 0 h 104"/>
                <a:gd name="T2" fmla="*/ 0 w 9"/>
                <a:gd name="T3" fmla="*/ 104 h 104"/>
                <a:gd name="T4" fmla="*/ 9 w 9"/>
                <a:gd name="T5" fmla="*/ 104 h 104"/>
                <a:gd name="T6" fmla="*/ 4 w 9"/>
                <a:gd name="T7" fmla="*/ 0 h 104"/>
                <a:gd name="T8" fmla="*/ 0 w 9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4">
                  <a:moveTo>
                    <a:pt x="0" y="0"/>
                  </a:moveTo>
                  <a:lnTo>
                    <a:pt x="0" y="104"/>
                  </a:lnTo>
                  <a:lnTo>
                    <a:pt x="9" y="104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6" name="Freeform 114"/>
            <p:cNvSpPr>
              <a:spLocks/>
            </p:cNvSpPr>
            <p:nvPr/>
          </p:nvSpPr>
          <p:spPr bwMode="auto">
            <a:xfrm>
              <a:off x="6346825" y="4238625"/>
              <a:ext cx="101600" cy="341313"/>
            </a:xfrm>
            <a:custGeom>
              <a:avLst/>
              <a:gdLst>
                <a:gd name="T0" fmla="*/ 27 w 27"/>
                <a:gd name="T1" fmla="*/ 0 h 91"/>
                <a:gd name="T2" fmla="*/ 14 w 27"/>
                <a:gd name="T3" fmla="*/ 14 h 91"/>
                <a:gd name="T4" fmla="*/ 11 w 27"/>
                <a:gd name="T5" fmla="*/ 27 h 91"/>
                <a:gd name="T6" fmla="*/ 0 w 27"/>
                <a:gd name="T7" fmla="*/ 61 h 91"/>
                <a:gd name="T8" fmla="*/ 26 w 27"/>
                <a:gd name="T9" fmla="*/ 91 h 91"/>
                <a:gd name="T10" fmla="*/ 27 w 27"/>
                <a:gd name="T11" fmla="*/ 91 h 91"/>
                <a:gd name="T12" fmla="*/ 27 w 27"/>
                <a:gd name="T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91">
                  <a:moveTo>
                    <a:pt x="27" y="0"/>
                  </a:moveTo>
                  <a:cubicBezTo>
                    <a:pt x="22" y="0"/>
                    <a:pt x="18" y="6"/>
                    <a:pt x="14" y="14"/>
                  </a:cubicBezTo>
                  <a:cubicBezTo>
                    <a:pt x="10" y="23"/>
                    <a:pt x="11" y="27"/>
                    <a:pt x="11" y="27"/>
                  </a:cubicBezTo>
                  <a:cubicBezTo>
                    <a:pt x="6" y="27"/>
                    <a:pt x="0" y="46"/>
                    <a:pt x="0" y="61"/>
                  </a:cubicBezTo>
                  <a:cubicBezTo>
                    <a:pt x="0" y="75"/>
                    <a:pt x="9" y="90"/>
                    <a:pt x="26" y="91"/>
                  </a:cubicBezTo>
                  <a:cubicBezTo>
                    <a:pt x="27" y="91"/>
                    <a:pt x="27" y="91"/>
                    <a:pt x="27" y="91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7" name="Freeform 115"/>
            <p:cNvSpPr>
              <a:spLocks/>
            </p:cNvSpPr>
            <p:nvPr/>
          </p:nvSpPr>
          <p:spPr bwMode="auto">
            <a:xfrm>
              <a:off x="6448425" y="4238625"/>
              <a:ext cx="101600" cy="341313"/>
            </a:xfrm>
            <a:custGeom>
              <a:avLst/>
              <a:gdLst>
                <a:gd name="T0" fmla="*/ 0 w 27"/>
                <a:gd name="T1" fmla="*/ 0 h 91"/>
                <a:gd name="T2" fmla="*/ 14 w 27"/>
                <a:gd name="T3" fmla="*/ 14 h 91"/>
                <a:gd name="T4" fmla="*/ 17 w 27"/>
                <a:gd name="T5" fmla="*/ 27 h 91"/>
                <a:gd name="T6" fmla="*/ 27 w 27"/>
                <a:gd name="T7" fmla="*/ 61 h 91"/>
                <a:gd name="T8" fmla="*/ 2 w 27"/>
                <a:gd name="T9" fmla="*/ 91 h 91"/>
                <a:gd name="T10" fmla="*/ 0 w 27"/>
                <a:gd name="T11" fmla="*/ 91 h 91"/>
                <a:gd name="T12" fmla="*/ 0 w 27"/>
                <a:gd name="T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91">
                  <a:moveTo>
                    <a:pt x="0" y="0"/>
                  </a:moveTo>
                  <a:cubicBezTo>
                    <a:pt x="5" y="0"/>
                    <a:pt x="10" y="6"/>
                    <a:pt x="14" y="14"/>
                  </a:cubicBezTo>
                  <a:cubicBezTo>
                    <a:pt x="18" y="23"/>
                    <a:pt x="17" y="27"/>
                    <a:pt x="17" y="27"/>
                  </a:cubicBezTo>
                  <a:cubicBezTo>
                    <a:pt x="22" y="27"/>
                    <a:pt x="27" y="46"/>
                    <a:pt x="27" y="61"/>
                  </a:cubicBezTo>
                  <a:cubicBezTo>
                    <a:pt x="27" y="75"/>
                    <a:pt x="19" y="90"/>
                    <a:pt x="2" y="91"/>
                  </a:cubicBezTo>
                  <a:cubicBezTo>
                    <a:pt x="1" y="91"/>
                    <a:pt x="1" y="91"/>
                    <a:pt x="0" y="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" name="Freeform 116"/>
            <p:cNvSpPr>
              <a:spLocks/>
            </p:cNvSpPr>
            <p:nvPr/>
          </p:nvSpPr>
          <p:spPr bwMode="auto">
            <a:xfrm>
              <a:off x="6437313" y="4481513"/>
              <a:ext cx="26988" cy="158750"/>
            </a:xfrm>
            <a:custGeom>
              <a:avLst/>
              <a:gdLst>
                <a:gd name="T0" fmla="*/ 3 w 17"/>
                <a:gd name="T1" fmla="*/ 0 h 100"/>
                <a:gd name="T2" fmla="*/ 0 w 17"/>
                <a:gd name="T3" fmla="*/ 100 h 100"/>
                <a:gd name="T4" fmla="*/ 17 w 17"/>
                <a:gd name="T5" fmla="*/ 100 h 100"/>
                <a:gd name="T6" fmla="*/ 14 w 17"/>
                <a:gd name="T7" fmla="*/ 0 h 100"/>
                <a:gd name="T8" fmla="*/ 3 w 17"/>
                <a:gd name="T9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00">
                  <a:moveTo>
                    <a:pt x="3" y="0"/>
                  </a:moveTo>
                  <a:lnTo>
                    <a:pt x="0" y="100"/>
                  </a:lnTo>
                  <a:lnTo>
                    <a:pt x="17" y="100"/>
                  </a:lnTo>
                  <a:lnTo>
                    <a:pt x="1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9" name="Freeform 117"/>
            <p:cNvSpPr>
              <a:spLocks/>
            </p:cNvSpPr>
            <p:nvPr/>
          </p:nvSpPr>
          <p:spPr bwMode="auto">
            <a:xfrm>
              <a:off x="6448425" y="4481513"/>
              <a:ext cx="15875" cy="158750"/>
            </a:xfrm>
            <a:custGeom>
              <a:avLst/>
              <a:gdLst>
                <a:gd name="T0" fmla="*/ 0 w 10"/>
                <a:gd name="T1" fmla="*/ 0 h 100"/>
                <a:gd name="T2" fmla="*/ 0 w 10"/>
                <a:gd name="T3" fmla="*/ 100 h 100"/>
                <a:gd name="T4" fmla="*/ 10 w 10"/>
                <a:gd name="T5" fmla="*/ 100 h 100"/>
                <a:gd name="T6" fmla="*/ 7 w 10"/>
                <a:gd name="T7" fmla="*/ 0 h 100"/>
                <a:gd name="T8" fmla="*/ 0 w 10"/>
                <a:gd name="T9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0">
                  <a:moveTo>
                    <a:pt x="0" y="0"/>
                  </a:moveTo>
                  <a:lnTo>
                    <a:pt x="0" y="100"/>
                  </a:lnTo>
                  <a:lnTo>
                    <a:pt x="10" y="10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0" name="Freeform 118"/>
            <p:cNvSpPr>
              <a:spLocks/>
            </p:cNvSpPr>
            <p:nvPr/>
          </p:nvSpPr>
          <p:spPr bwMode="auto">
            <a:xfrm>
              <a:off x="6134100" y="4343400"/>
              <a:ext cx="100013" cy="341313"/>
            </a:xfrm>
            <a:custGeom>
              <a:avLst/>
              <a:gdLst>
                <a:gd name="T0" fmla="*/ 27 w 27"/>
                <a:gd name="T1" fmla="*/ 0 h 91"/>
                <a:gd name="T2" fmla="*/ 14 w 27"/>
                <a:gd name="T3" fmla="*/ 14 h 91"/>
                <a:gd name="T4" fmla="*/ 11 w 27"/>
                <a:gd name="T5" fmla="*/ 27 h 91"/>
                <a:gd name="T6" fmla="*/ 0 w 27"/>
                <a:gd name="T7" fmla="*/ 61 h 91"/>
                <a:gd name="T8" fmla="*/ 26 w 27"/>
                <a:gd name="T9" fmla="*/ 91 h 91"/>
                <a:gd name="T10" fmla="*/ 27 w 27"/>
                <a:gd name="T11" fmla="*/ 91 h 91"/>
                <a:gd name="T12" fmla="*/ 27 w 27"/>
                <a:gd name="T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91">
                  <a:moveTo>
                    <a:pt x="27" y="0"/>
                  </a:moveTo>
                  <a:cubicBezTo>
                    <a:pt x="22" y="0"/>
                    <a:pt x="18" y="6"/>
                    <a:pt x="14" y="14"/>
                  </a:cubicBezTo>
                  <a:cubicBezTo>
                    <a:pt x="10" y="23"/>
                    <a:pt x="11" y="27"/>
                    <a:pt x="11" y="27"/>
                  </a:cubicBezTo>
                  <a:cubicBezTo>
                    <a:pt x="6" y="27"/>
                    <a:pt x="0" y="46"/>
                    <a:pt x="0" y="61"/>
                  </a:cubicBezTo>
                  <a:cubicBezTo>
                    <a:pt x="0" y="75"/>
                    <a:pt x="9" y="90"/>
                    <a:pt x="26" y="91"/>
                  </a:cubicBezTo>
                  <a:cubicBezTo>
                    <a:pt x="27" y="91"/>
                    <a:pt x="27" y="91"/>
                    <a:pt x="27" y="91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1" name="Freeform 119"/>
            <p:cNvSpPr>
              <a:spLocks/>
            </p:cNvSpPr>
            <p:nvPr/>
          </p:nvSpPr>
          <p:spPr bwMode="auto">
            <a:xfrm>
              <a:off x="6234113" y="4343400"/>
              <a:ext cx="101600" cy="341313"/>
            </a:xfrm>
            <a:custGeom>
              <a:avLst/>
              <a:gdLst>
                <a:gd name="T0" fmla="*/ 0 w 27"/>
                <a:gd name="T1" fmla="*/ 0 h 91"/>
                <a:gd name="T2" fmla="*/ 14 w 27"/>
                <a:gd name="T3" fmla="*/ 14 h 91"/>
                <a:gd name="T4" fmla="*/ 17 w 27"/>
                <a:gd name="T5" fmla="*/ 27 h 91"/>
                <a:gd name="T6" fmla="*/ 27 w 27"/>
                <a:gd name="T7" fmla="*/ 61 h 91"/>
                <a:gd name="T8" fmla="*/ 2 w 27"/>
                <a:gd name="T9" fmla="*/ 91 h 91"/>
                <a:gd name="T10" fmla="*/ 0 w 27"/>
                <a:gd name="T11" fmla="*/ 91 h 91"/>
                <a:gd name="T12" fmla="*/ 0 w 27"/>
                <a:gd name="T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91">
                  <a:moveTo>
                    <a:pt x="0" y="0"/>
                  </a:moveTo>
                  <a:cubicBezTo>
                    <a:pt x="5" y="0"/>
                    <a:pt x="10" y="6"/>
                    <a:pt x="14" y="14"/>
                  </a:cubicBezTo>
                  <a:cubicBezTo>
                    <a:pt x="18" y="23"/>
                    <a:pt x="17" y="27"/>
                    <a:pt x="17" y="27"/>
                  </a:cubicBezTo>
                  <a:cubicBezTo>
                    <a:pt x="22" y="27"/>
                    <a:pt x="27" y="46"/>
                    <a:pt x="27" y="61"/>
                  </a:cubicBezTo>
                  <a:cubicBezTo>
                    <a:pt x="27" y="75"/>
                    <a:pt x="19" y="90"/>
                    <a:pt x="2" y="91"/>
                  </a:cubicBezTo>
                  <a:cubicBezTo>
                    <a:pt x="1" y="91"/>
                    <a:pt x="1" y="91"/>
                    <a:pt x="0" y="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2" name="Freeform 120"/>
            <p:cNvSpPr>
              <a:spLocks/>
            </p:cNvSpPr>
            <p:nvPr/>
          </p:nvSpPr>
          <p:spPr bwMode="auto">
            <a:xfrm>
              <a:off x="6223000" y="4587875"/>
              <a:ext cx="26988" cy="157163"/>
            </a:xfrm>
            <a:custGeom>
              <a:avLst/>
              <a:gdLst>
                <a:gd name="T0" fmla="*/ 3 w 17"/>
                <a:gd name="T1" fmla="*/ 0 h 99"/>
                <a:gd name="T2" fmla="*/ 0 w 17"/>
                <a:gd name="T3" fmla="*/ 99 h 99"/>
                <a:gd name="T4" fmla="*/ 17 w 17"/>
                <a:gd name="T5" fmla="*/ 99 h 99"/>
                <a:gd name="T6" fmla="*/ 12 w 17"/>
                <a:gd name="T7" fmla="*/ 0 h 99"/>
                <a:gd name="T8" fmla="*/ 3 w 17"/>
                <a:gd name="T9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9">
                  <a:moveTo>
                    <a:pt x="3" y="0"/>
                  </a:moveTo>
                  <a:lnTo>
                    <a:pt x="0" y="99"/>
                  </a:lnTo>
                  <a:lnTo>
                    <a:pt x="17" y="99"/>
                  </a:lnTo>
                  <a:lnTo>
                    <a:pt x="1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3" name="Freeform 121"/>
            <p:cNvSpPr>
              <a:spLocks/>
            </p:cNvSpPr>
            <p:nvPr/>
          </p:nvSpPr>
          <p:spPr bwMode="auto">
            <a:xfrm>
              <a:off x="6234113" y="4587875"/>
              <a:ext cx="15875" cy="157163"/>
            </a:xfrm>
            <a:custGeom>
              <a:avLst/>
              <a:gdLst>
                <a:gd name="T0" fmla="*/ 0 w 10"/>
                <a:gd name="T1" fmla="*/ 0 h 99"/>
                <a:gd name="T2" fmla="*/ 0 w 10"/>
                <a:gd name="T3" fmla="*/ 99 h 99"/>
                <a:gd name="T4" fmla="*/ 10 w 10"/>
                <a:gd name="T5" fmla="*/ 99 h 99"/>
                <a:gd name="T6" fmla="*/ 5 w 10"/>
                <a:gd name="T7" fmla="*/ 0 h 99"/>
                <a:gd name="T8" fmla="*/ 0 w 10"/>
                <a:gd name="T9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9">
                  <a:moveTo>
                    <a:pt x="0" y="0"/>
                  </a:moveTo>
                  <a:lnTo>
                    <a:pt x="0" y="99"/>
                  </a:lnTo>
                  <a:lnTo>
                    <a:pt x="10" y="9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4" name="Freeform 122"/>
            <p:cNvSpPr>
              <a:spLocks/>
            </p:cNvSpPr>
            <p:nvPr/>
          </p:nvSpPr>
          <p:spPr bwMode="auto">
            <a:xfrm>
              <a:off x="7067550" y="4132263"/>
              <a:ext cx="1958975" cy="395288"/>
            </a:xfrm>
            <a:custGeom>
              <a:avLst/>
              <a:gdLst>
                <a:gd name="T0" fmla="*/ 522 w 522"/>
                <a:gd name="T1" fmla="*/ 105 h 105"/>
                <a:gd name="T2" fmla="*/ 0 w 522"/>
                <a:gd name="T3" fmla="*/ 105 h 105"/>
                <a:gd name="T4" fmla="*/ 522 w 522"/>
                <a:gd name="T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2" h="105">
                  <a:moveTo>
                    <a:pt x="522" y="105"/>
                  </a:moveTo>
                  <a:cubicBezTo>
                    <a:pt x="364" y="0"/>
                    <a:pt x="158" y="0"/>
                    <a:pt x="0" y="105"/>
                  </a:cubicBezTo>
                  <a:lnTo>
                    <a:pt x="522" y="105"/>
                  </a:lnTo>
                  <a:close/>
                </a:path>
              </a:pathLst>
            </a:custGeom>
            <a:gradFill>
              <a:gsLst>
                <a:gs pos="0">
                  <a:srgbClr val="E2C18E"/>
                </a:gs>
                <a:gs pos="53000">
                  <a:srgbClr val="34949A"/>
                </a:gs>
              </a:gsLst>
              <a:lin ang="30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5" name="Freeform 123"/>
            <p:cNvSpPr>
              <a:spLocks/>
            </p:cNvSpPr>
            <p:nvPr/>
          </p:nvSpPr>
          <p:spPr bwMode="auto">
            <a:xfrm>
              <a:off x="6324600" y="4291013"/>
              <a:ext cx="2000250" cy="454025"/>
            </a:xfrm>
            <a:custGeom>
              <a:avLst/>
              <a:gdLst>
                <a:gd name="T0" fmla="*/ 0 w 533"/>
                <a:gd name="T1" fmla="*/ 121 h 121"/>
                <a:gd name="T2" fmla="*/ 267 w 533"/>
                <a:gd name="T3" fmla="*/ 0 h 121"/>
                <a:gd name="T4" fmla="*/ 533 w 533"/>
                <a:gd name="T5" fmla="*/ 121 h 121"/>
                <a:gd name="T6" fmla="*/ 0 w 533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3" h="121">
                  <a:moveTo>
                    <a:pt x="0" y="121"/>
                  </a:moveTo>
                  <a:cubicBezTo>
                    <a:pt x="53" y="47"/>
                    <a:pt x="156" y="0"/>
                    <a:pt x="267" y="0"/>
                  </a:cubicBezTo>
                  <a:cubicBezTo>
                    <a:pt x="378" y="0"/>
                    <a:pt x="480" y="47"/>
                    <a:pt x="533" y="121"/>
                  </a:cubicBezTo>
                  <a:lnTo>
                    <a:pt x="0" y="121"/>
                  </a:lnTo>
                  <a:close/>
                </a:path>
              </a:pathLst>
            </a:custGeom>
            <a:gradFill>
              <a:gsLst>
                <a:gs pos="0">
                  <a:srgbClr val="E2C18E"/>
                </a:gs>
                <a:gs pos="46000">
                  <a:srgbClr val="34949A"/>
                </a:gs>
              </a:gsLst>
              <a:lin ang="30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6" name="Freeform 124"/>
            <p:cNvSpPr>
              <a:spLocks/>
            </p:cNvSpPr>
            <p:nvPr/>
          </p:nvSpPr>
          <p:spPr bwMode="auto">
            <a:xfrm>
              <a:off x="4241800" y="4475163"/>
              <a:ext cx="2000250" cy="269875"/>
            </a:xfrm>
            <a:custGeom>
              <a:avLst/>
              <a:gdLst>
                <a:gd name="T0" fmla="*/ 0 w 533"/>
                <a:gd name="T1" fmla="*/ 72 h 72"/>
                <a:gd name="T2" fmla="*/ 266 w 533"/>
                <a:gd name="T3" fmla="*/ 0 h 72"/>
                <a:gd name="T4" fmla="*/ 533 w 533"/>
                <a:gd name="T5" fmla="*/ 72 h 72"/>
                <a:gd name="T6" fmla="*/ 0 w 533"/>
                <a:gd name="T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3" h="72">
                  <a:moveTo>
                    <a:pt x="0" y="72"/>
                  </a:moveTo>
                  <a:cubicBezTo>
                    <a:pt x="53" y="28"/>
                    <a:pt x="155" y="0"/>
                    <a:pt x="266" y="0"/>
                  </a:cubicBezTo>
                  <a:cubicBezTo>
                    <a:pt x="378" y="0"/>
                    <a:pt x="480" y="28"/>
                    <a:pt x="533" y="72"/>
                  </a:cubicBezTo>
                  <a:lnTo>
                    <a:pt x="0" y="72"/>
                  </a:lnTo>
                  <a:close/>
                </a:path>
              </a:pathLst>
            </a:custGeom>
            <a:gradFill>
              <a:gsLst>
                <a:gs pos="0">
                  <a:srgbClr val="E2C18E"/>
                </a:gs>
                <a:gs pos="53000">
                  <a:srgbClr val="34949A"/>
                </a:gs>
              </a:gsLst>
              <a:lin ang="13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7" name="Rectangle 125"/>
            <p:cNvSpPr>
              <a:spLocks noChangeArrowheads="1"/>
            </p:cNvSpPr>
            <p:nvPr/>
          </p:nvSpPr>
          <p:spPr bwMode="auto">
            <a:xfrm>
              <a:off x="8448675" y="4219575"/>
              <a:ext cx="1092200" cy="307975"/>
            </a:xfrm>
            <a:prstGeom prst="rect">
              <a:avLst/>
            </a:prstGeom>
            <a:solidFill>
              <a:srgbClr val="DCE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" name="Freeform 126"/>
            <p:cNvSpPr>
              <a:spLocks/>
            </p:cNvSpPr>
            <p:nvPr/>
          </p:nvSpPr>
          <p:spPr bwMode="auto">
            <a:xfrm>
              <a:off x="8861425" y="4219575"/>
              <a:ext cx="679450" cy="307975"/>
            </a:xfrm>
            <a:custGeom>
              <a:avLst/>
              <a:gdLst>
                <a:gd name="T0" fmla="*/ 0 w 428"/>
                <a:gd name="T1" fmla="*/ 194 h 194"/>
                <a:gd name="T2" fmla="*/ 428 w 428"/>
                <a:gd name="T3" fmla="*/ 194 h 194"/>
                <a:gd name="T4" fmla="*/ 428 w 428"/>
                <a:gd name="T5" fmla="*/ 0 h 194"/>
                <a:gd name="T6" fmla="*/ 194 w 428"/>
                <a:gd name="T7" fmla="*/ 0 h 194"/>
                <a:gd name="T8" fmla="*/ 0 w 428"/>
                <a:gd name="T9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194">
                  <a:moveTo>
                    <a:pt x="0" y="194"/>
                  </a:moveTo>
                  <a:lnTo>
                    <a:pt x="428" y="194"/>
                  </a:lnTo>
                  <a:lnTo>
                    <a:pt x="428" y="0"/>
                  </a:lnTo>
                  <a:lnTo>
                    <a:pt x="194" y="0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BAC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" name="Rectangle 127"/>
            <p:cNvSpPr>
              <a:spLocks noChangeArrowheads="1"/>
            </p:cNvSpPr>
            <p:nvPr/>
          </p:nvSpPr>
          <p:spPr bwMode="auto">
            <a:xfrm>
              <a:off x="9394825" y="3738563"/>
              <a:ext cx="79375" cy="161925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0" name="Rectangle 128"/>
            <p:cNvSpPr>
              <a:spLocks noChangeArrowheads="1"/>
            </p:cNvSpPr>
            <p:nvPr/>
          </p:nvSpPr>
          <p:spPr bwMode="auto">
            <a:xfrm>
              <a:off x="8385175" y="3840163"/>
              <a:ext cx="1220788" cy="330200"/>
            </a:xfrm>
            <a:prstGeom prst="rect">
              <a:avLst/>
            </a:prstGeom>
            <a:solidFill>
              <a:srgbClr val="E1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1" name="Rectangle 129"/>
            <p:cNvSpPr>
              <a:spLocks noChangeArrowheads="1"/>
            </p:cNvSpPr>
            <p:nvPr/>
          </p:nvSpPr>
          <p:spPr bwMode="auto">
            <a:xfrm>
              <a:off x="8385175" y="4019550"/>
              <a:ext cx="1220788" cy="150813"/>
            </a:xfrm>
            <a:prstGeom prst="rect">
              <a:avLst/>
            </a:prstGeom>
            <a:solidFill>
              <a:srgbClr val="D02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2" name="Rectangle 130"/>
            <p:cNvSpPr>
              <a:spLocks noChangeArrowheads="1"/>
            </p:cNvSpPr>
            <p:nvPr/>
          </p:nvSpPr>
          <p:spPr bwMode="auto">
            <a:xfrm>
              <a:off x="8385175" y="4170363"/>
              <a:ext cx="1220788" cy="49213"/>
            </a:xfrm>
            <a:prstGeom prst="rect">
              <a:avLst/>
            </a:prstGeom>
            <a:solidFill>
              <a:srgbClr val="AF3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3" name="Rectangle 131"/>
            <p:cNvSpPr>
              <a:spLocks noChangeArrowheads="1"/>
            </p:cNvSpPr>
            <p:nvPr/>
          </p:nvSpPr>
          <p:spPr bwMode="auto">
            <a:xfrm>
              <a:off x="8539163" y="4351338"/>
              <a:ext cx="101600" cy="93663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4" name="Rectangle 132"/>
            <p:cNvSpPr>
              <a:spLocks noChangeArrowheads="1"/>
            </p:cNvSpPr>
            <p:nvPr/>
          </p:nvSpPr>
          <p:spPr bwMode="auto">
            <a:xfrm>
              <a:off x="8696325" y="4351338"/>
              <a:ext cx="106363" cy="93663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5" name="Rectangle 133"/>
            <p:cNvSpPr>
              <a:spLocks noChangeArrowheads="1"/>
            </p:cNvSpPr>
            <p:nvPr/>
          </p:nvSpPr>
          <p:spPr bwMode="auto">
            <a:xfrm>
              <a:off x="8858250" y="4351338"/>
              <a:ext cx="101600" cy="93663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6" name="Rectangle 134"/>
            <p:cNvSpPr>
              <a:spLocks noChangeArrowheads="1"/>
            </p:cNvSpPr>
            <p:nvPr/>
          </p:nvSpPr>
          <p:spPr bwMode="auto">
            <a:xfrm>
              <a:off x="9015413" y="4351338"/>
              <a:ext cx="101600" cy="93663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7" name="Rectangle 135"/>
            <p:cNvSpPr>
              <a:spLocks noChangeArrowheads="1"/>
            </p:cNvSpPr>
            <p:nvPr/>
          </p:nvSpPr>
          <p:spPr bwMode="auto">
            <a:xfrm>
              <a:off x="9174163" y="4351338"/>
              <a:ext cx="104775" cy="176213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8" name="Rectangle 136"/>
            <p:cNvSpPr>
              <a:spLocks noChangeArrowheads="1"/>
            </p:cNvSpPr>
            <p:nvPr/>
          </p:nvSpPr>
          <p:spPr bwMode="auto">
            <a:xfrm>
              <a:off x="9331325" y="4351338"/>
              <a:ext cx="104775" cy="93663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9" name="Freeform 137"/>
            <p:cNvSpPr>
              <a:spLocks/>
            </p:cNvSpPr>
            <p:nvPr/>
          </p:nvSpPr>
          <p:spPr bwMode="auto">
            <a:xfrm>
              <a:off x="8696325" y="3989388"/>
              <a:ext cx="206375" cy="71438"/>
            </a:xfrm>
            <a:custGeom>
              <a:avLst/>
              <a:gdLst>
                <a:gd name="T0" fmla="*/ 109 w 130"/>
                <a:gd name="T1" fmla="*/ 0 h 45"/>
                <a:gd name="T2" fmla="*/ 22 w 130"/>
                <a:gd name="T3" fmla="*/ 0 h 45"/>
                <a:gd name="T4" fmla="*/ 0 w 130"/>
                <a:gd name="T5" fmla="*/ 45 h 45"/>
                <a:gd name="T6" fmla="*/ 130 w 130"/>
                <a:gd name="T7" fmla="*/ 45 h 45"/>
                <a:gd name="T8" fmla="*/ 109 w 130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45">
                  <a:moveTo>
                    <a:pt x="109" y="0"/>
                  </a:moveTo>
                  <a:lnTo>
                    <a:pt x="22" y="0"/>
                  </a:lnTo>
                  <a:lnTo>
                    <a:pt x="0" y="45"/>
                  </a:lnTo>
                  <a:lnTo>
                    <a:pt x="130" y="45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0" name="Freeform 138"/>
            <p:cNvSpPr>
              <a:spLocks/>
            </p:cNvSpPr>
            <p:nvPr/>
          </p:nvSpPr>
          <p:spPr bwMode="auto">
            <a:xfrm>
              <a:off x="9072563" y="3989388"/>
              <a:ext cx="206375" cy="71438"/>
            </a:xfrm>
            <a:custGeom>
              <a:avLst/>
              <a:gdLst>
                <a:gd name="T0" fmla="*/ 106 w 130"/>
                <a:gd name="T1" fmla="*/ 0 h 45"/>
                <a:gd name="T2" fmla="*/ 21 w 130"/>
                <a:gd name="T3" fmla="*/ 0 h 45"/>
                <a:gd name="T4" fmla="*/ 0 w 130"/>
                <a:gd name="T5" fmla="*/ 45 h 45"/>
                <a:gd name="T6" fmla="*/ 130 w 130"/>
                <a:gd name="T7" fmla="*/ 45 h 45"/>
                <a:gd name="T8" fmla="*/ 106 w 130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45">
                  <a:moveTo>
                    <a:pt x="106" y="0"/>
                  </a:moveTo>
                  <a:lnTo>
                    <a:pt x="21" y="0"/>
                  </a:lnTo>
                  <a:lnTo>
                    <a:pt x="0" y="45"/>
                  </a:lnTo>
                  <a:lnTo>
                    <a:pt x="130" y="4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1" name="Freeform 139"/>
            <p:cNvSpPr>
              <a:spLocks/>
            </p:cNvSpPr>
            <p:nvPr/>
          </p:nvSpPr>
          <p:spPr bwMode="auto">
            <a:xfrm>
              <a:off x="8696325" y="4019550"/>
              <a:ext cx="206375" cy="41275"/>
            </a:xfrm>
            <a:custGeom>
              <a:avLst/>
              <a:gdLst>
                <a:gd name="T0" fmla="*/ 0 w 130"/>
                <a:gd name="T1" fmla="*/ 26 h 26"/>
                <a:gd name="T2" fmla="*/ 130 w 130"/>
                <a:gd name="T3" fmla="*/ 26 h 26"/>
                <a:gd name="T4" fmla="*/ 116 w 130"/>
                <a:gd name="T5" fmla="*/ 0 h 26"/>
                <a:gd name="T6" fmla="*/ 15 w 130"/>
                <a:gd name="T7" fmla="*/ 0 h 26"/>
                <a:gd name="T8" fmla="*/ 0 w 130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26">
                  <a:moveTo>
                    <a:pt x="0" y="26"/>
                  </a:moveTo>
                  <a:lnTo>
                    <a:pt x="130" y="26"/>
                  </a:lnTo>
                  <a:lnTo>
                    <a:pt x="116" y="0"/>
                  </a:lnTo>
                  <a:lnTo>
                    <a:pt x="15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2" name="Freeform 140"/>
            <p:cNvSpPr>
              <a:spLocks/>
            </p:cNvSpPr>
            <p:nvPr/>
          </p:nvSpPr>
          <p:spPr bwMode="auto">
            <a:xfrm>
              <a:off x="9072563" y="4019550"/>
              <a:ext cx="206375" cy="41275"/>
            </a:xfrm>
            <a:custGeom>
              <a:avLst/>
              <a:gdLst>
                <a:gd name="T0" fmla="*/ 0 w 130"/>
                <a:gd name="T1" fmla="*/ 26 h 26"/>
                <a:gd name="T2" fmla="*/ 130 w 130"/>
                <a:gd name="T3" fmla="*/ 26 h 26"/>
                <a:gd name="T4" fmla="*/ 116 w 130"/>
                <a:gd name="T5" fmla="*/ 0 h 26"/>
                <a:gd name="T6" fmla="*/ 12 w 130"/>
                <a:gd name="T7" fmla="*/ 0 h 26"/>
                <a:gd name="T8" fmla="*/ 0 w 130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26">
                  <a:moveTo>
                    <a:pt x="0" y="26"/>
                  </a:moveTo>
                  <a:lnTo>
                    <a:pt x="130" y="26"/>
                  </a:lnTo>
                  <a:lnTo>
                    <a:pt x="116" y="0"/>
                  </a:lnTo>
                  <a:lnTo>
                    <a:pt x="12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3" name="Freeform 141"/>
            <p:cNvSpPr>
              <a:spLocks/>
            </p:cNvSpPr>
            <p:nvPr/>
          </p:nvSpPr>
          <p:spPr bwMode="auto">
            <a:xfrm>
              <a:off x="6621463" y="4522788"/>
              <a:ext cx="4151313" cy="222250"/>
            </a:xfrm>
            <a:custGeom>
              <a:avLst/>
              <a:gdLst>
                <a:gd name="T0" fmla="*/ 1106 w 1106"/>
                <a:gd name="T1" fmla="*/ 59 h 59"/>
                <a:gd name="T2" fmla="*/ 1047 w 1106"/>
                <a:gd name="T3" fmla="*/ 0 h 59"/>
                <a:gd name="T4" fmla="*/ 59 w 1106"/>
                <a:gd name="T5" fmla="*/ 0 h 59"/>
                <a:gd name="T6" fmla="*/ 0 w 1106"/>
                <a:gd name="T7" fmla="*/ 59 h 59"/>
                <a:gd name="T8" fmla="*/ 0 w 1106"/>
                <a:gd name="T9" fmla="*/ 59 h 59"/>
                <a:gd name="T10" fmla="*/ 1106 w 1106"/>
                <a:gd name="T11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6" h="59">
                  <a:moveTo>
                    <a:pt x="1106" y="59"/>
                  </a:moveTo>
                  <a:cubicBezTo>
                    <a:pt x="1106" y="27"/>
                    <a:pt x="1080" y="0"/>
                    <a:pt x="104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26" y="0"/>
                    <a:pt x="0" y="27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106" y="59"/>
                    <a:pt x="1106" y="59"/>
                    <a:pt x="1106" y="59"/>
                  </a:cubicBez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4" name="Freeform 142"/>
            <p:cNvSpPr>
              <a:spLocks/>
            </p:cNvSpPr>
            <p:nvPr/>
          </p:nvSpPr>
          <p:spPr bwMode="auto">
            <a:xfrm>
              <a:off x="747713" y="4522788"/>
              <a:ext cx="4151313" cy="222250"/>
            </a:xfrm>
            <a:custGeom>
              <a:avLst/>
              <a:gdLst>
                <a:gd name="T0" fmla="*/ 1106 w 1106"/>
                <a:gd name="T1" fmla="*/ 59 h 59"/>
                <a:gd name="T2" fmla="*/ 1047 w 1106"/>
                <a:gd name="T3" fmla="*/ 0 h 59"/>
                <a:gd name="T4" fmla="*/ 59 w 1106"/>
                <a:gd name="T5" fmla="*/ 0 h 59"/>
                <a:gd name="T6" fmla="*/ 0 w 1106"/>
                <a:gd name="T7" fmla="*/ 59 h 59"/>
                <a:gd name="T8" fmla="*/ 1106 w 1106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6" h="59">
                  <a:moveTo>
                    <a:pt x="1106" y="59"/>
                  </a:moveTo>
                  <a:cubicBezTo>
                    <a:pt x="1106" y="27"/>
                    <a:pt x="1080" y="0"/>
                    <a:pt x="104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27" y="0"/>
                    <a:pt x="0" y="27"/>
                    <a:pt x="0" y="59"/>
                  </a:cubicBezTo>
                  <a:cubicBezTo>
                    <a:pt x="1106" y="59"/>
                    <a:pt x="1106" y="59"/>
                    <a:pt x="1106" y="59"/>
                  </a:cubicBezTo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5" name="Freeform 143"/>
            <p:cNvSpPr>
              <a:spLocks/>
            </p:cNvSpPr>
            <p:nvPr/>
          </p:nvSpPr>
          <p:spPr bwMode="auto">
            <a:xfrm>
              <a:off x="6291263" y="4632325"/>
              <a:ext cx="3929063" cy="112713"/>
            </a:xfrm>
            <a:custGeom>
              <a:avLst/>
              <a:gdLst>
                <a:gd name="T0" fmla="*/ 1047 w 1047"/>
                <a:gd name="T1" fmla="*/ 30 h 30"/>
                <a:gd name="T2" fmla="*/ 1017 w 1047"/>
                <a:gd name="T3" fmla="*/ 0 h 30"/>
                <a:gd name="T4" fmla="*/ 29 w 1047"/>
                <a:gd name="T5" fmla="*/ 0 h 30"/>
                <a:gd name="T6" fmla="*/ 0 w 1047"/>
                <a:gd name="T7" fmla="*/ 30 h 30"/>
                <a:gd name="T8" fmla="*/ 1047 w 1047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7" h="30">
                  <a:moveTo>
                    <a:pt x="1047" y="30"/>
                  </a:moveTo>
                  <a:cubicBezTo>
                    <a:pt x="1047" y="14"/>
                    <a:pt x="1033" y="0"/>
                    <a:pt x="1017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4"/>
                    <a:pt x="0" y="30"/>
                  </a:cubicBezTo>
                  <a:lnTo>
                    <a:pt x="1047" y="30"/>
                  </a:lnTo>
                  <a:close/>
                </a:path>
              </a:pathLst>
            </a:custGeom>
            <a:solidFill>
              <a:srgbClr val="824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376" name="Picture 144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4688" y="4283075"/>
              <a:ext cx="1023938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7" name="Freeform 145"/>
            <p:cNvSpPr>
              <a:spLocks/>
            </p:cNvSpPr>
            <p:nvPr/>
          </p:nvSpPr>
          <p:spPr bwMode="auto">
            <a:xfrm>
              <a:off x="9369425" y="4208463"/>
              <a:ext cx="190500" cy="258763"/>
            </a:xfrm>
            <a:custGeom>
              <a:avLst/>
              <a:gdLst>
                <a:gd name="T0" fmla="*/ 41 w 51"/>
                <a:gd name="T1" fmla="*/ 20 h 69"/>
                <a:gd name="T2" fmla="*/ 41 w 51"/>
                <a:gd name="T3" fmla="*/ 17 h 69"/>
                <a:gd name="T4" fmla="*/ 25 w 51"/>
                <a:gd name="T5" fmla="*/ 0 h 69"/>
                <a:gd name="T6" fmla="*/ 10 w 51"/>
                <a:gd name="T7" fmla="*/ 17 h 69"/>
                <a:gd name="T8" fmla="*/ 10 w 51"/>
                <a:gd name="T9" fmla="*/ 20 h 69"/>
                <a:gd name="T10" fmla="*/ 0 w 51"/>
                <a:gd name="T11" fmla="*/ 42 h 69"/>
                <a:gd name="T12" fmla="*/ 25 w 51"/>
                <a:gd name="T13" fmla="*/ 69 h 69"/>
                <a:gd name="T14" fmla="*/ 51 w 51"/>
                <a:gd name="T15" fmla="*/ 42 h 69"/>
                <a:gd name="T16" fmla="*/ 41 w 51"/>
                <a:gd name="T17" fmla="*/ 2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69">
                  <a:moveTo>
                    <a:pt x="41" y="20"/>
                  </a:moveTo>
                  <a:cubicBezTo>
                    <a:pt x="41" y="19"/>
                    <a:pt x="41" y="18"/>
                    <a:pt x="41" y="17"/>
                  </a:cubicBezTo>
                  <a:cubicBezTo>
                    <a:pt x="41" y="7"/>
                    <a:pt x="34" y="0"/>
                    <a:pt x="25" y="0"/>
                  </a:cubicBezTo>
                  <a:cubicBezTo>
                    <a:pt x="17" y="0"/>
                    <a:pt x="10" y="7"/>
                    <a:pt x="10" y="17"/>
                  </a:cubicBezTo>
                  <a:cubicBezTo>
                    <a:pt x="10" y="18"/>
                    <a:pt x="10" y="19"/>
                    <a:pt x="10" y="20"/>
                  </a:cubicBezTo>
                  <a:cubicBezTo>
                    <a:pt x="4" y="25"/>
                    <a:pt x="0" y="33"/>
                    <a:pt x="0" y="42"/>
                  </a:cubicBezTo>
                  <a:cubicBezTo>
                    <a:pt x="0" y="57"/>
                    <a:pt x="11" y="69"/>
                    <a:pt x="25" y="69"/>
                  </a:cubicBezTo>
                  <a:cubicBezTo>
                    <a:pt x="40" y="69"/>
                    <a:pt x="51" y="57"/>
                    <a:pt x="51" y="42"/>
                  </a:cubicBezTo>
                  <a:cubicBezTo>
                    <a:pt x="51" y="33"/>
                    <a:pt x="47" y="25"/>
                    <a:pt x="41" y="20"/>
                  </a:cubicBez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8" name="Freeform 146"/>
            <p:cNvSpPr>
              <a:spLocks/>
            </p:cNvSpPr>
            <p:nvPr/>
          </p:nvSpPr>
          <p:spPr bwMode="auto">
            <a:xfrm>
              <a:off x="9463088" y="4208463"/>
              <a:ext cx="96838" cy="258763"/>
            </a:xfrm>
            <a:custGeom>
              <a:avLst/>
              <a:gdLst>
                <a:gd name="T0" fmla="*/ 16 w 26"/>
                <a:gd name="T1" fmla="*/ 20 h 69"/>
                <a:gd name="T2" fmla="*/ 16 w 26"/>
                <a:gd name="T3" fmla="*/ 17 h 69"/>
                <a:gd name="T4" fmla="*/ 0 w 26"/>
                <a:gd name="T5" fmla="*/ 0 h 69"/>
                <a:gd name="T6" fmla="*/ 0 w 26"/>
                <a:gd name="T7" fmla="*/ 15 h 69"/>
                <a:gd name="T8" fmla="*/ 0 w 26"/>
                <a:gd name="T9" fmla="*/ 33 h 69"/>
                <a:gd name="T10" fmla="*/ 0 w 26"/>
                <a:gd name="T11" fmla="*/ 69 h 69"/>
                <a:gd name="T12" fmla="*/ 26 w 26"/>
                <a:gd name="T13" fmla="*/ 42 h 69"/>
                <a:gd name="T14" fmla="*/ 16 w 26"/>
                <a:gd name="T15" fmla="*/ 2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69">
                  <a:moveTo>
                    <a:pt x="16" y="20"/>
                  </a:moveTo>
                  <a:cubicBezTo>
                    <a:pt x="16" y="19"/>
                    <a:pt x="16" y="18"/>
                    <a:pt x="16" y="17"/>
                  </a:cubicBezTo>
                  <a:cubicBezTo>
                    <a:pt x="16" y="7"/>
                    <a:pt x="9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5" y="69"/>
                    <a:pt x="26" y="57"/>
                    <a:pt x="26" y="42"/>
                  </a:cubicBezTo>
                  <a:cubicBezTo>
                    <a:pt x="26" y="33"/>
                    <a:pt x="22" y="25"/>
                    <a:pt x="16" y="20"/>
                  </a:cubicBez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" name="Freeform 147"/>
            <p:cNvSpPr>
              <a:spLocks/>
            </p:cNvSpPr>
            <p:nvPr/>
          </p:nvSpPr>
          <p:spPr bwMode="auto">
            <a:xfrm>
              <a:off x="9451975" y="4373563"/>
              <a:ext cx="25400" cy="153988"/>
            </a:xfrm>
            <a:custGeom>
              <a:avLst/>
              <a:gdLst>
                <a:gd name="T0" fmla="*/ 2 w 16"/>
                <a:gd name="T1" fmla="*/ 0 h 97"/>
                <a:gd name="T2" fmla="*/ 0 w 16"/>
                <a:gd name="T3" fmla="*/ 97 h 97"/>
                <a:gd name="T4" fmla="*/ 16 w 16"/>
                <a:gd name="T5" fmla="*/ 97 h 97"/>
                <a:gd name="T6" fmla="*/ 14 w 16"/>
                <a:gd name="T7" fmla="*/ 0 h 97"/>
                <a:gd name="T8" fmla="*/ 2 w 16"/>
                <a:gd name="T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7">
                  <a:moveTo>
                    <a:pt x="2" y="0"/>
                  </a:moveTo>
                  <a:lnTo>
                    <a:pt x="0" y="97"/>
                  </a:lnTo>
                  <a:lnTo>
                    <a:pt x="16" y="97"/>
                  </a:lnTo>
                  <a:lnTo>
                    <a:pt x="1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0" name="Freeform 148"/>
            <p:cNvSpPr>
              <a:spLocks/>
            </p:cNvSpPr>
            <p:nvPr/>
          </p:nvSpPr>
          <p:spPr bwMode="auto">
            <a:xfrm>
              <a:off x="9463088" y="4373563"/>
              <a:ext cx="14288" cy="153988"/>
            </a:xfrm>
            <a:custGeom>
              <a:avLst/>
              <a:gdLst>
                <a:gd name="T0" fmla="*/ 0 w 9"/>
                <a:gd name="T1" fmla="*/ 0 h 97"/>
                <a:gd name="T2" fmla="*/ 0 w 9"/>
                <a:gd name="T3" fmla="*/ 97 h 97"/>
                <a:gd name="T4" fmla="*/ 9 w 9"/>
                <a:gd name="T5" fmla="*/ 97 h 97"/>
                <a:gd name="T6" fmla="*/ 7 w 9"/>
                <a:gd name="T7" fmla="*/ 0 h 97"/>
                <a:gd name="T8" fmla="*/ 0 w 9"/>
                <a:gd name="T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7">
                  <a:moveTo>
                    <a:pt x="0" y="0"/>
                  </a:moveTo>
                  <a:lnTo>
                    <a:pt x="0" y="97"/>
                  </a:lnTo>
                  <a:lnTo>
                    <a:pt x="9" y="9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1" name="Freeform 149"/>
            <p:cNvSpPr>
              <a:spLocks/>
            </p:cNvSpPr>
            <p:nvPr/>
          </p:nvSpPr>
          <p:spPr bwMode="auto">
            <a:xfrm>
              <a:off x="2846388" y="4459288"/>
              <a:ext cx="434975" cy="101600"/>
            </a:xfrm>
            <a:custGeom>
              <a:avLst/>
              <a:gdLst>
                <a:gd name="T0" fmla="*/ 47 w 274"/>
                <a:gd name="T1" fmla="*/ 0 h 64"/>
                <a:gd name="T2" fmla="*/ 0 w 274"/>
                <a:gd name="T3" fmla="*/ 64 h 64"/>
                <a:gd name="T4" fmla="*/ 125 w 274"/>
                <a:gd name="T5" fmla="*/ 64 h 64"/>
                <a:gd name="T6" fmla="*/ 262 w 274"/>
                <a:gd name="T7" fmla="*/ 64 h 64"/>
                <a:gd name="T8" fmla="*/ 274 w 274"/>
                <a:gd name="T9" fmla="*/ 64 h 64"/>
                <a:gd name="T10" fmla="*/ 274 w 274"/>
                <a:gd name="T11" fmla="*/ 0 h 64"/>
                <a:gd name="T12" fmla="*/ 47 w 274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64">
                  <a:moveTo>
                    <a:pt x="47" y="0"/>
                  </a:moveTo>
                  <a:lnTo>
                    <a:pt x="0" y="64"/>
                  </a:lnTo>
                  <a:lnTo>
                    <a:pt x="125" y="64"/>
                  </a:lnTo>
                  <a:lnTo>
                    <a:pt x="262" y="64"/>
                  </a:lnTo>
                  <a:lnTo>
                    <a:pt x="274" y="64"/>
                  </a:lnTo>
                  <a:lnTo>
                    <a:pt x="274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D02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2" name="Rectangle 150"/>
            <p:cNvSpPr>
              <a:spLocks noChangeArrowheads="1"/>
            </p:cNvSpPr>
            <p:nvPr/>
          </p:nvSpPr>
          <p:spPr bwMode="auto">
            <a:xfrm>
              <a:off x="2894013" y="4557713"/>
              <a:ext cx="382588" cy="187325"/>
            </a:xfrm>
            <a:prstGeom prst="rect">
              <a:avLst/>
            </a:pr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3" name="Rectangle 151"/>
            <p:cNvSpPr>
              <a:spLocks noChangeArrowheads="1"/>
            </p:cNvSpPr>
            <p:nvPr/>
          </p:nvSpPr>
          <p:spPr bwMode="auto">
            <a:xfrm>
              <a:off x="2894013" y="4557713"/>
              <a:ext cx="382588" cy="187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4" name="Freeform 152"/>
            <p:cNvSpPr>
              <a:spLocks/>
            </p:cNvSpPr>
            <p:nvPr/>
          </p:nvSpPr>
          <p:spPr bwMode="auto">
            <a:xfrm>
              <a:off x="2973388" y="4557713"/>
              <a:ext cx="303213" cy="187325"/>
            </a:xfrm>
            <a:custGeom>
              <a:avLst/>
              <a:gdLst>
                <a:gd name="T0" fmla="*/ 191 w 191"/>
                <a:gd name="T1" fmla="*/ 118 h 118"/>
                <a:gd name="T2" fmla="*/ 191 w 191"/>
                <a:gd name="T3" fmla="*/ 0 h 118"/>
                <a:gd name="T4" fmla="*/ 118 w 191"/>
                <a:gd name="T5" fmla="*/ 0 h 118"/>
                <a:gd name="T6" fmla="*/ 0 w 191"/>
                <a:gd name="T7" fmla="*/ 118 h 118"/>
                <a:gd name="T8" fmla="*/ 191 w 191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118">
                  <a:moveTo>
                    <a:pt x="191" y="118"/>
                  </a:moveTo>
                  <a:lnTo>
                    <a:pt x="191" y="0"/>
                  </a:lnTo>
                  <a:lnTo>
                    <a:pt x="118" y="0"/>
                  </a:lnTo>
                  <a:lnTo>
                    <a:pt x="0" y="118"/>
                  </a:lnTo>
                  <a:lnTo>
                    <a:pt x="191" y="118"/>
                  </a:lnTo>
                  <a:close/>
                </a:path>
              </a:pathLst>
            </a:custGeom>
            <a:solidFill>
              <a:srgbClr val="CCA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5" name="Freeform 153"/>
            <p:cNvSpPr>
              <a:spLocks/>
            </p:cNvSpPr>
            <p:nvPr/>
          </p:nvSpPr>
          <p:spPr bwMode="auto">
            <a:xfrm>
              <a:off x="2973388" y="4557713"/>
              <a:ext cx="303213" cy="187325"/>
            </a:xfrm>
            <a:custGeom>
              <a:avLst/>
              <a:gdLst>
                <a:gd name="T0" fmla="*/ 191 w 191"/>
                <a:gd name="T1" fmla="*/ 118 h 118"/>
                <a:gd name="T2" fmla="*/ 191 w 191"/>
                <a:gd name="T3" fmla="*/ 0 h 118"/>
                <a:gd name="T4" fmla="*/ 118 w 191"/>
                <a:gd name="T5" fmla="*/ 0 h 118"/>
                <a:gd name="T6" fmla="*/ 0 w 191"/>
                <a:gd name="T7" fmla="*/ 118 h 118"/>
                <a:gd name="T8" fmla="*/ 191 w 191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118">
                  <a:moveTo>
                    <a:pt x="191" y="118"/>
                  </a:moveTo>
                  <a:lnTo>
                    <a:pt x="191" y="0"/>
                  </a:lnTo>
                  <a:lnTo>
                    <a:pt x="118" y="0"/>
                  </a:lnTo>
                  <a:lnTo>
                    <a:pt x="0" y="118"/>
                  </a:lnTo>
                  <a:lnTo>
                    <a:pt x="191" y="1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6" name="Rectangle 154"/>
            <p:cNvSpPr>
              <a:spLocks noChangeArrowheads="1"/>
            </p:cNvSpPr>
            <p:nvPr/>
          </p:nvSpPr>
          <p:spPr bwMode="auto">
            <a:xfrm>
              <a:off x="3224213" y="4384675"/>
              <a:ext cx="1003300" cy="49213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7" name="Rectangle 155"/>
            <p:cNvSpPr>
              <a:spLocks noChangeArrowheads="1"/>
            </p:cNvSpPr>
            <p:nvPr/>
          </p:nvSpPr>
          <p:spPr bwMode="auto">
            <a:xfrm>
              <a:off x="3276600" y="4433888"/>
              <a:ext cx="893763" cy="311150"/>
            </a:xfrm>
            <a:prstGeom prst="rect">
              <a:avLst/>
            </a:pr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8" name="Freeform 156"/>
            <p:cNvSpPr>
              <a:spLocks/>
            </p:cNvSpPr>
            <p:nvPr/>
          </p:nvSpPr>
          <p:spPr bwMode="auto">
            <a:xfrm>
              <a:off x="3224213" y="4057650"/>
              <a:ext cx="1003300" cy="327025"/>
            </a:xfrm>
            <a:custGeom>
              <a:avLst/>
              <a:gdLst>
                <a:gd name="T0" fmla="*/ 0 w 632"/>
                <a:gd name="T1" fmla="*/ 0 h 206"/>
                <a:gd name="T2" fmla="*/ 0 w 632"/>
                <a:gd name="T3" fmla="*/ 206 h 206"/>
                <a:gd name="T4" fmla="*/ 632 w 632"/>
                <a:gd name="T5" fmla="*/ 206 h 206"/>
                <a:gd name="T6" fmla="*/ 632 w 632"/>
                <a:gd name="T7" fmla="*/ 142 h 206"/>
                <a:gd name="T8" fmla="*/ 0 w 632"/>
                <a:gd name="T9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2" h="206">
                  <a:moveTo>
                    <a:pt x="0" y="0"/>
                  </a:moveTo>
                  <a:lnTo>
                    <a:pt x="0" y="206"/>
                  </a:lnTo>
                  <a:lnTo>
                    <a:pt x="632" y="206"/>
                  </a:lnTo>
                  <a:lnTo>
                    <a:pt x="632" y="1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7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9" name="Rectangle 157"/>
            <p:cNvSpPr>
              <a:spLocks noChangeArrowheads="1"/>
            </p:cNvSpPr>
            <p:nvPr/>
          </p:nvSpPr>
          <p:spPr bwMode="auto">
            <a:xfrm>
              <a:off x="3375025" y="4565650"/>
              <a:ext cx="115888" cy="107950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0" name="Freeform 158"/>
            <p:cNvSpPr>
              <a:spLocks/>
            </p:cNvSpPr>
            <p:nvPr/>
          </p:nvSpPr>
          <p:spPr bwMode="auto">
            <a:xfrm>
              <a:off x="3559175" y="4433888"/>
              <a:ext cx="611188" cy="311150"/>
            </a:xfrm>
            <a:custGeom>
              <a:avLst/>
              <a:gdLst>
                <a:gd name="T0" fmla="*/ 385 w 385"/>
                <a:gd name="T1" fmla="*/ 196 h 196"/>
                <a:gd name="T2" fmla="*/ 385 w 385"/>
                <a:gd name="T3" fmla="*/ 0 h 196"/>
                <a:gd name="T4" fmla="*/ 196 w 385"/>
                <a:gd name="T5" fmla="*/ 0 h 196"/>
                <a:gd name="T6" fmla="*/ 0 w 385"/>
                <a:gd name="T7" fmla="*/ 196 h 196"/>
                <a:gd name="T8" fmla="*/ 385 w 385"/>
                <a:gd name="T9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5" h="196">
                  <a:moveTo>
                    <a:pt x="385" y="196"/>
                  </a:moveTo>
                  <a:lnTo>
                    <a:pt x="385" y="0"/>
                  </a:lnTo>
                  <a:lnTo>
                    <a:pt x="196" y="0"/>
                  </a:lnTo>
                  <a:lnTo>
                    <a:pt x="0" y="196"/>
                  </a:lnTo>
                  <a:lnTo>
                    <a:pt x="385" y="196"/>
                  </a:lnTo>
                  <a:close/>
                </a:path>
              </a:pathLst>
            </a:custGeom>
            <a:solidFill>
              <a:srgbClr val="CCA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1" name="Rectangle 159"/>
            <p:cNvSpPr>
              <a:spLocks noChangeArrowheads="1"/>
            </p:cNvSpPr>
            <p:nvPr/>
          </p:nvSpPr>
          <p:spPr bwMode="auto">
            <a:xfrm>
              <a:off x="3570288" y="4565650"/>
              <a:ext cx="115888" cy="107950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2" name="Rectangle 160"/>
            <p:cNvSpPr>
              <a:spLocks noChangeArrowheads="1"/>
            </p:cNvSpPr>
            <p:nvPr/>
          </p:nvSpPr>
          <p:spPr bwMode="auto">
            <a:xfrm>
              <a:off x="3956050" y="4565650"/>
              <a:ext cx="120650" cy="107950"/>
            </a:xfrm>
            <a:prstGeom prst="rect">
              <a:avLst/>
            </a:prstGeom>
            <a:solidFill>
              <a:srgbClr val="136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3" name="Rectangle 161"/>
            <p:cNvSpPr>
              <a:spLocks noChangeArrowheads="1"/>
            </p:cNvSpPr>
            <p:nvPr/>
          </p:nvSpPr>
          <p:spPr bwMode="auto">
            <a:xfrm>
              <a:off x="3760788" y="4565650"/>
              <a:ext cx="120650" cy="179388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4" name="Freeform 162"/>
            <p:cNvSpPr>
              <a:spLocks/>
            </p:cNvSpPr>
            <p:nvPr/>
          </p:nvSpPr>
          <p:spPr bwMode="auto">
            <a:xfrm>
              <a:off x="3224213" y="4167188"/>
              <a:ext cx="979488" cy="217488"/>
            </a:xfrm>
            <a:custGeom>
              <a:avLst/>
              <a:gdLst>
                <a:gd name="T0" fmla="*/ 0 w 617"/>
                <a:gd name="T1" fmla="*/ 0 h 137"/>
                <a:gd name="T2" fmla="*/ 0 w 617"/>
                <a:gd name="T3" fmla="*/ 137 h 137"/>
                <a:gd name="T4" fmla="*/ 617 w 617"/>
                <a:gd name="T5" fmla="*/ 137 h 137"/>
                <a:gd name="T6" fmla="*/ 0 w 617"/>
                <a:gd name="T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7" h="137">
                  <a:moveTo>
                    <a:pt x="0" y="0"/>
                  </a:moveTo>
                  <a:lnTo>
                    <a:pt x="0" y="137"/>
                  </a:lnTo>
                  <a:lnTo>
                    <a:pt x="617" y="1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2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5" name="Rectangle 163"/>
            <p:cNvSpPr>
              <a:spLocks noChangeArrowheads="1"/>
            </p:cNvSpPr>
            <p:nvPr/>
          </p:nvSpPr>
          <p:spPr bwMode="auto">
            <a:xfrm>
              <a:off x="2970213" y="4613275"/>
              <a:ext cx="234950" cy="131763"/>
            </a:xfrm>
            <a:prstGeom prst="rect">
              <a:avLst/>
            </a:pr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6" name="Rectangle 164"/>
            <p:cNvSpPr>
              <a:spLocks noChangeArrowheads="1"/>
            </p:cNvSpPr>
            <p:nvPr/>
          </p:nvSpPr>
          <p:spPr bwMode="auto">
            <a:xfrm>
              <a:off x="2970213" y="4613275"/>
              <a:ext cx="234950" cy="131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7" name="Rectangle 165"/>
            <p:cNvSpPr>
              <a:spLocks noChangeArrowheads="1"/>
            </p:cNvSpPr>
            <p:nvPr/>
          </p:nvSpPr>
          <p:spPr bwMode="auto">
            <a:xfrm>
              <a:off x="3089275" y="4613275"/>
              <a:ext cx="115888" cy="131763"/>
            </a:xfrm>
            <a:prstGeom prst="rect">
              <a:avLst/>
            </a:prstGeom>
            <a:solidFill>
              <a:srgbClr val="452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8" name="Freeform 166"/>
            <p:cNvSpPr>
              <a:spLocks/>
            </p:cNvSpPr>
            <p:nvPr/>
          </p:nvSpPr>
          <p:spPr bwMode="auto">
            <a:xfrm>
              <a:off x="2301875" y="4313238"/>
              <a:ext cx="36513" cy="109538"/>
            </a:xfrm>
            <a:custGeom>
              <a:avLst/>
              <a:gdLst>
                <a:gd name="T0" fmla="*/ 19 w 23"/>
                <a:gd name="T1" fmla="*/ 0 h 69"/>
                <a:gd name="T2" fmla="*/ 23 w 23"/>
                <a:gd name="T3" fmla="*/ 69 h 69"/>
                <a:gd name="T4" fmla="*/ 0 w 23"/>
                <a:gd name="T5" fmla="*/ 69 h 69"/>
                <a:gd name="T6" fmla="*/ 4 w 23"/>
                <a:gd name="T7" fmla="*/ 0 h 69"/>
                <a:gd name="T8" fmla="*/ 19 w 23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9">
                  <a:moveTo>
                    <a:pt x="19" y="0"/>
                  </a:moveTo>
                  <a:lnTo>
                    <a:pt x="23" y="69"/>
                  </a:lnTo>
                  <a:lnTo>
                    <a:pt x="0" y="69"/>
                  </a:lnTo>
                  <a:lnTo>
                    <a:pt x="4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9" name="Freeform 167"/>
            <p:cNvSpPr>
              <a:spLocks/>
            </p:cNvSpPr>
            <p:nvPr/>
          </p:nvSpPr>
          <p:spPr bwMode="auto">
            <a:xfrm>
              <a:off x="2301875" y="4313238"/>
              <a:ext cx="19050" cy="109538"/>
            </a:xfrm>
            <a:custGeom>
              <a:avLst/>
              <a:gdLst>
                <a:gd name="T0" fmla="*/ 12 w 12"/>
                <a:gd name="T1" fmla="*/ 0 h 69"/>
                <a:gd name="T2" fmla="*/ 12 w 12"/>
                <a:gd name="T3" fmla="*/ 69 h 69"/>
                <a:gd name="T4" fmla="*/ 0 w 12"/>
                <a:gd name="T5" fmla="*/ 69 h 69"/>
                <a:gd name="T6" fmla="*/ 4 w 12"/>
                <a:gd name="T7" fmla="*/ 0 h 69"/>
                <a:gd name="T8" fmla="*/ 12 w 12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9">
                  <a:moveTo>
                    <a:pt x="12" y="0"/>
                  </a:moveTo>
                  <a:lnTo>
                    <a:pt x="12" y="69"/>
                  </a:lnTo>
                  <a:lnTo>
                    <a:pt x="0" y="69"/>
                  </a:lnTo>
                  <a:lnTo>
                    <a:pt x="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0" name="Freeform 168"/>
            <p:cNvSpPr>
              <a:spLocks/>
            </p:cNvSpPr>
            <p:nvPr/>
          </p:nvSpPr>
          <p:spPr bwMode="auto">
            <a:xfrm>
              <a:off x="2208213" y="3870325"/>
              <a:ext cx="112713" cy="476250"/>
            </a:xfrm>
            <a:custGeom>
              <a:avLst/>
              <a:gdLst>
                <a:gd name="T0" fmla="*/ 19 w 71"/>
                <a:gd name="T1" fmla="*/ 220 h 300"/>
                <a:gd name="T2" fmla="*/ 4 w 71"/>
                <a:gd name="T3" fmla="*/ 220 h 300"/>
                <a:gd name="T4" fmla="*/ 28 w 71"/>
                <a:gd name="T5" fmla="*/ 149 h 300"/>
                <a:gd name="T6" fmla="*/ 19 w 71"/>
                <a:gd name="T7" fmla="*/ 149 h 300"/>
                <a:gd name="T8" fmla="*/ 71 w 71"/>
                <a:gd name="T9" fmla="*/ 0 h 300"/>
                <a:gd name="T10" fmla="*/ 71 w 71"/>
                <a:gd name="T11" fmla="*/ 149 h 300"/>
                <a:gd name="T12" fmla="*/ 71 w 71"/>
                <a:gd name="T13" fmla="*/ 220 h 300"/>
                <a:gd name="T14" fmla="*/ 71 w 71"/>
                <a:gd name="T15" fmla="*/ 300 h 300"/>
                <a:gd name="T16" fmla="*/ 0 w 71"/>
                <a:gd name="T17" fmla="*/ 300 h 300"/>
                <a:gd name="T18" fmla="*/ 19 w 71"/>
                <a:gd name="T19" fmla="*/ 22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0">
                  <a:moveTo>
                    <a:pt x="19" y="220"/>
                  </a:moveTo>
                  <a:lnTo>
                    <a:pt x="4" y="220"/>
                  </a:lnTo>
                  <a:lnTo>
                    <a:pt x="28" y="149"/>
                  </a:lnTo>
                  <a:lnTo>
                    <a:pt x="19" y="149"/>
                  </a:lnTo>
                  <a:lnTo>
                    <a:pt x="71" y="0"/>
                  </a:lnTo>
                  <a:lnTo>
                    <a:pt x="71" y="149"/>
                  </a:lnTo>
                  <a:lnTo>
                    <a:pt x="71" y="220"/>
                  </a:lnTo>
                  <a:lnTo>
                    <a:pt x="71" y="300"/>
                  </a:lnTo>
                  <a:lnTo>
                    <a:pt x="0" y="300"/>
                  </a:lnTo>
                  <a:lnTo>
                    <a:pt x="19" y="22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1" name="Freeform 169"/>
            <p:cNvSpPr>
              <a:spLocks/>
            </p:cNvSpPr>
            <p:nvPr/>
          </p:nvSpPr>
          <p:spPr bwMode="auto">
            <a:xfrm>
              <a:off x="2320925" y="3870325"/>
              <a:ext cx="111125" cy="476250"/>
            </a:xfrm>
            <a:custGeom>
              <a:avLst/>
              <a:gdLst>
                <a:gd name="T0" fmla="*/ 52 w 70"/>
                <a:gd name="T1" fmla="*/ 220 h 300"/>
                <a:gd name="T2" fmla="*/ 63 w 70"/>
                <a:gd name="T3" fmla="*/ 220 h 300"/>
                <a:gd name="T4" fmla="*/ 42 w 70"/>
                <a:gd name="T5" fmla="*/ 149 h 300"/>
                <a:gd name="T6" fmla="*/ 52 w 70"/>
                <a:gd name="T7" fmla="*/ 149 h 300"/>
                <a:gd name="T8" fmla="*/ 0 w 70"/>
                <a:gd name="T9" fmla="*/ 0 h 300"/>
                <a:gd name="T10" fmla="*/ 0 w 70"/>
                <a:gd name="T11" fmla="*/ 149 h 300"/>
                <a:gd name="T12" fmla="*/ 0 w 70"/>
                <a:gd name="T13" fmla="*/ 220 h 300"/>
                <a:gd name="T14" fmla="*/ 0 w 70"/>
                <a:gd name="T15" fmla="*/ 300 h 300"/>
                <a:gd name="T16" fmla="*/ 70 w 70"/>
                <a:gd name="T17" fmla="*/ 300 h 300"/>
                <a:gd name="T18" fmla="*/ 52 w 70"/>
                <a:gd name="T19" fmla="*/ 22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300">
                  <a:moveTo>
                    <a:pt x="52" y="220"/>
                  </a:moveTo>
                  <a:lnTo>
                    <a:pt x="63" y="220"/>
                  </a:lnTo>
                  <a:lnTo>
                    <a:pt x="42" y="149"/>
                  </a:lnTo>
                  <a:lnTo>
                    <a:pt x="52" y="149"/>
                  </a:lnTo>
                  <a:lnTo>
                    <a:pt x="0" y="0"/>
                  </a:lnTo>
                  <a:lnTo>
                    <a:pt x="0" y="149"/>
                  </a:lnTo>
                  <a:lnTo>
                    <a:pt x="0" y="220"/>
                  </a:lnTo>
                  <a:lnTo>
                    <a:pt x="0" y="300"/>
                  </a:lnTo>
                  <a:lnTo>
                    <a:pt x="70" y="300"/>
                  </a:lnTo>
                  <a:lnTo>
                    <a:pt x="52" y="22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2" name="Freeform 170"/>
            <p:cNvSpPr>
              <a:spLocks/>
            </p:cNvSpPr>
            <p:nvPr/>
          </p:nvSpPr>
          <p:spPr bwMode="auto">
            <a:xfrm>
              <a:off x="1836738" y="4297363"/>
              <a:ext cx="36513" cy="109538"/>
            </a:xfrm>
            <a:custGeom>
              <a:avLst/>
              <a:gdLst>
                <a:gd name="T0" fmla="*/ 18 w 23"/>
                <a:gd name="T1" fmla="*/ 0 h 69"/>
                <a:gd name="T2" fmla="*/ 23 w 23"/>
                <a:gd name="T3" fmla="*/ 69 h 69"/>
                <a:gd name="T4" fmla="*/ 0 w 23"/>
                <a:gd name="T5" fmla="*/ 69 h 69"/>
                <a:gd name="T6" fmla="*/ 4 w 23"/>
                <a:gd name="T7" fmla="*/ 0 h 69"/>
                <a:gd name="T8" fmla="*/ 18 w 23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9">
                  <a:moveTo>
                    <a:pt x="18" y="0"/>
                  </a:moveTo>
                  <a:lnTo>
                    <a:pt x="23" y="69"/>
                  </a:lnTo>
                  <a:lnTo>
                    <a:pt x="0" y="69"/>
                  </a:lnTo>
                  <a:lnTo>
                    <a:pt x="4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3" name="Freeform 171"/>
            <p:cNvSpPr>
              <a:spLocks/>
            </p:cNvSpPr>
            <p:nvPr/>
          </p:nvSpPr>
          <p:spPr bwMode="auto">
            <a:xfrm>
              <a:off x="1836738" y="4297363"/>
              <a:ext cx="17463" cy="109538"/>
            </a:xfrm>
            <a:custGeom>
              <a:avLst/>
              <a:gdLst>
                <a:gd name="T0" fmla="*/ 11 w 11"/>
                <a:gd name="T1" fmla="*/ 0 h 69"/>
                <a:gd name="T2" fmla="*/ 11 w 11"/>
                <a:gd name="T3" fmla="*/ 69 h 69"/>
                <a:gd name="T4" fmla="*/ 0 w 11"/>
                <a:gd name="T5" fmla="*/ 69 h 69"/>
                <a:gd name="T6" fmla="*/ 4 w 11"/>
                <a:gd name="T7" fmla="*/ 0 h 69"/>
                <a:gd name="T8" fmla="*/ 11 w 11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9">
                  <a:moveTo>
                    <a:pt x="11" y="0"/>
                  </a:moveTo>
                  <a:lnTo>
                    <a:pt x="11" y="69"/>
                  </a:lnTo>
                  <a:lnTo>
                    <a:pt x="0" y="69"/>
                  </a:lnTo>
                  <a:lnTo>
                    <a:pt x="4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4" name="Freeform 172"/>
            <p:cNvSpPr>
              <a:spLocks/>
            </p:cNvSpPr>
            <p:nvPr/>
          </p:nvSpPr>
          <p:spPr bwMode="auto">
            <a:xfrm>
              <a:off x="1741488" y="3854450"/>
              <a:ext cx="112713" cy="477838"/>
            </a:xfrm>
            <a:custGeom>
              <a:avLst/>
              <a:gdLst>
                <a:gd name="T0" fmla="*/ 19 w 71"/>
                <a:gd name="T1" fmla="*/ 220 h 301"/>
                <a:gd name="T2" fmla="*/ 8 w 71"/>
                <a:gd name="T3" fmla="*/ 220 h 301"/>
                <a:gd name="T4" fmla="*/ 29 w 71"/>
                <a:gd name="T5" fmla="*/ 147 h 301"/>
                <a:gd name="T6" fmla="*/ 19 w 71"/>
                <a:gd name="T7" fmla="*/ 147 h 301"/>
                <a:gd name="T8" fmla="*/ 71 w 71"/>
                <a:gd name="T9" fmla="*/ 0 h 301"/>
                <a:gd name="T10" fmla="*/ 71 w 71"/>
                <a:gd name="T11" fmla="*/ 147 h 301"/>
                <a:gd name="T12" fmla="*/ 71 w 71"/>
                <a:gd name="T13" fmla="*/ 220 h 301"/>
                <a:gd name="T14" fmla="*/ 71 w 71"/>
                <a:gd name="T15" fmla="*/ 301 h 301"/>
                <a:gd name="T16" fmla="*/ 0 w 71"/>
                <a:gd name="T17" fmla="*/ 301 h 301"/>
                <a:gd name="T18" fmla="*/ 19 w 71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1">
                  <a:moveTo>
                    <a:pt x="19" y="220"/>
                  </a:moveTo>
                  <a:lnTo>
                    <a:pt x="8" y="220"/>
                  </a:lnTo>
                  <a:lnTo>
                    <a:pt x="29" y="147"/>
                  </a:lnTo>
                  <a:lnTo>
                    <a:pt x="19" y="147"/>
                  </a:lnTo>
                  <a:lnTo>
                    <a:pt x="71" y="0"/>
                  </a:lnTo>
                  <a:lnTo>
                    <a:pt x="71" y="147"/>
                  </a:lnTo>
                  <a:lnTo>
                    <a:pt x="71" y="220"/>
                  </a:lnTo>
                  <a:lnTo>
                    <a:pt x="71" y="301"/>
                  </a:lnTo>
                  <a:lnTo>
                    <a:pt x="0" y="301"/>
                  </a:lnTo>
                  <a:lnTo>
                    <a:pt x="19" y="22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5" name="Freeform 173"/>
            <p:cNvSpPr>
              <a:spLocks/>
            </p:cNvSpPr>
            <p:nvPr/>
          </p:nvSpPr>
          <p:spPr bwMode="auto">
            <a:xfrm>
              <a:off x="1854200" y="3854450"/>
              <a:ext cx="112713" cy="477838"/>
            </a:xfrm>
            <a:custGeom>
              <a:avLst/>
              <a:gdLst>
                <a:gd name="T0" fmla="*/ 52 w 71"/>
                <a:gd name="T1" fmla="*/ 220 h 301"/>
                <a:gd name="T2" fmla="*/ 64 w 71"/>
                <a:gd name="T3" fmla="*/ 220 h 301"/>
                <a:gd name="T4" fmla="*/ 43 w 71"/>
                <a:gd name="T5" fmla="*/ 147 h 301"/>
                <a:gd name="T6" fmla="*/ 52 w 71"/>
                <a:gd name="T7" fmla="*/ 147 h 301"/>
                <a:gd name="T8" fmla="*/ 0 w 71"/>
                <a:gd name="T9" fmla="*/ 0 h 301"/>
                <a:gd name="T10" fmla="*/ 0 w 71"/>
                <a:gd name="T11" fmla="*/ 147 h 301"/>
                <a:gd name="T12" fmla="*/ 0 w 71"/>
                <a:gd name="T13" fmla="*/ 220 h 301"/>
                <a:gd name="T14" fmla="*/ 0 w 71"/>
                <a:gd name="T15" fmla="*/ 301 h 301"/>
                <a:gd name="T16" fmla="*/ 71 w 71"/>
                <a:gd name="T17" fmla="*/ 301 h 301"/>
                <a:gd name="T18" fmla="*/ 52 w 71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1">
                  <a:moveTo>
                    <a:pt x="52" y="220"/>
                  </a:moveTo>
                  <a:lnTo>
                    <a:pt x="64" y="220"/>
                  </a:lnTo>
                  <a:lnTo>
                    <a:pt x="43" y="147"/>
                  </a:lnTo>
                  <a:lnTo>
                    <a:pt x="52" y="147"/>
                  </a:lnTo>
                  <a:lnTo>
                    <a:pt x="0" y="0"/>
                  </a:lnTo>
                  <a:lnTo>
                    <a:pt x="0" y="147"/>
                  </a:lnTo>
                  <a:lnTo>
                    <a:pt x="0" y="220"/>
                  </a:lnTo>
                  <a:lnTo>
                    <a:pt x="0" y="301"/>
                  </a:lnTo>
                  <a:lnTo>
                    <a:pt x="71" y="301"/>
                  </a:lnTo>
                  <a:lnTo>
                    <a:pt x="52" y="22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6" name="Freeform 174"/>
            <p:cNvSpPr>
              <a:spLocks/>
            </p:cNvSpPr>
            <p:nvPr/>
          </p:nvSpPr>
          <p:spPr bwMode="auto">
            <a:xfrm>
              <a:off x="1647825" y="4392613"/>
              <a:ext cx="38100" cy="107950"/>
            </a:xfrm>
            <a:custGeom>
              <a:avLst/>
              <a:gdLst>
                <a:gd name="T0" fmla="*/ 19 w 24"/>
                <a:gd name="T1" fmla="*/ 0 h 68"/>
                <a:gd name="T2" fmla="*/ 24 w 24"/>
                <a:gd name="T3" fmla="*/ 68 h 68"/>
                <a:gd name="T4" fmla="*/ 0 w 24"/>
                <a:gd name="T5" fmla="*/ 68 h 68"/>
                <a:gd name="T6" fmla="*/ 5 w 24"/>
                <a:gd name="T7" fmla="*/ 0 h 68"/>
                <a:gd name="T8" fmla="*/ 19 w 2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68">
                  <a:moveTo>
                    <a:pt x="19" y="0"/>
                  </a:moveTo>
                  <a:lnTo>
                    <a:pt x="24" y="68"/>
                  </a:lnTo>
                  <a:lnTo>
                    <a:pt x="0" y="68"/>
                  </a:lnTo>
                  <a:lnTo>
                    <a:pt x="5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7" name="Freeform 175"/>
            <p:cNvSpPr>
              <a:spLocks/>
            </p:cNvSpPr>
            <p:nvPr/>
          </p:nvSpPr>
          <p:spPr bwMode="auto">
            <a:xfrm>
              <a:off x="1647825" y="4392613"/>
              <a:ext cx="19050" cy="107950"/>
            </a:xfrm>
            <a:custGeom>
              <a:avLst/>
              <a:gdLst>
                <a:gd name="T0" fmla="*/ 12 w 12"/>
                <a:gd name="T1" fmla="*/ 0 h 68"/>
                <a:gd name="T2" fmla="*/ 12 w 12"/>
                <a:gd name="T3" fmla="*/ 68 h 68"/>
                <a:gd name="T4" fmla="*/ 0 w 12"/>
                <a:gd name="T5" fmla="*/ 68 h 68"/>
                <a:gd name="T6" fmla="*/ 5 w 12"/>
                <a:gd name="T7" fmla="*/ 0 h 68"/>
                <a:gd name="T8" fmla="*/ 12 w 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8">
                  <a:moveTo>
                    <a:pt x="12" y="0"/>
                  </a:moveTo>
                  <a:lnTo>
                    <a:pt x="12" y="68"/>
                  </a:lnTo>
                  <a:lnTo>
                    <a:pt x="0" y="68"/>
                  </a:lnTo>
                  <a:lnTo>
                    <a:pt x="5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8" name="Freeform 176"/>
            <p:cNvSpPr>
              <a:spLocks/>
            </p:cNvSpPr>
            <p:nvPr/>
          </p:nvSpPr>
          <p:spPr bwMode="auto">
            <a:xfrm>
              <a:off x="1554163" y="3948113"/>
              <a:ext cx="112713" cy="477838"/>
            </a:xfrm>
            <a:custGeom>
              <a:avLst/>
              <a:gdLst>
                <a:gd name="T0" fmla="*/ 19 w 71"/>
                <a:gd name="T1" fmla="*/ 220 h 301"/>
                <a:gd name="T2" fmla="*/ 7 w 71"/>
                <a:gd name="T3" fmla="*/ 220 h 301"/>
                <a:gd name="T4" fmla="*/ 29 w 71"/>
                <a:gd name="T5" fmla="*/ 147 h 301"/>
                <a:gd name="T6" fmla="*/ 19 w 71"/>
                <a:gd name="T7" fmla="*/ 147 h 301"/>
                <a:gd name="T8" fmla="*/ 71 w 71"/>
                <a:gd name="T9" fmla="*/ 0 h 301"/>
                <a:gd name="T10" fmla="*/ 71 w 71"/>
                <a:gd name="T11" fmla="*/ 147 h 301"/>
                <a:gd name="T12" fmla="*/ 71 w 71"/>
                <a:gd name="T13" fmla="*/ 220 h 301"/>
                <a:gd name="T14" fmla="*/ 71 w 71"/>
                <a:gd name="T15" fmla="*/ 301 h 301"/>
                <a:gd name="T16" fmla="*/ 0 w 71"/>
                <a:gd name="T17" fmla="*/ 301 h 301"/>
                <a:gd name="T18" fmla="*/ 19 w 71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1">
                  <a:moveTo>
                    <a:pt x="19" y="220"/>
                  </a:moveTo>
                  <a:lnTo>
                    <a:pt x="7" y="220"/>
                  </a:lnTo>
                  <a:lnTo>
                    <a:pt x="29" y="147"/>
                  </a:lnTo>
                  <a:lnTo>
                    <a:pt x="19" y="147"/>
                  </a:lnTo>
                  <a:lnTo>
                    <a:pt x="71" y="0"/>
                  </a:lnTo>
                  <a:lnTo>
                    <a:pt x="71" y="147"/>
                  </a:lnTo>
                  <a:lnTo>
                    <a:pt x="71" y="220"/>
                  </a:lnTo>
                  <a:lnTo>
                    <a:pt x="71" y="301"/>
                  </a:lnTo>
                  <a:lnTo>
                    <a:pt x="0" y="301"/>
                  </a:lnTo>
                  <a:lnTo>
                    <a:pt x="19" y="22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9" name="Freeform 177"/>
            <p:cNvSpPr>
              <a:spLocks/>
            </p:cNvSpPr>
            <p:nvPr/>
          </p:nvSpPr>
          <p:spPr bwMode="auto">
            <a:xfrm>
              <a:off x="1666875" y="3948113"/>
              <a:ext cx="112713" cy="477838"/>
            </a:xfrm>
            <a:custGeom>
              <a:avLst/>
              <a:gdLst>
                <a:gd name="T0" fmla="*/ 52 w 71"/>
                <a:gd name="T1" fmla="*/ 220 h 301"/>
                <a:gd name="T2" fmla="*/ 64 w 71"/>
                <a:gd name="T3" fmla="*/ 220 h 301"/>
                <a:gd name="T4" fmla="*/ 43 w 71"/>
                <a:gd name="T5" fmla="*/ 147 h 301"/>
                <a:gd name="T6" fmla="*/ 52 w 71"/>
                <a:gd name="T7" fmla="*/ 147 h 301"/>
                <a:gd name="T8" fmla="*/ 0 w 71"/>
                <a:gd name="T9" fmla="*/ 0 h 301"/>
                <a:gd name="T10" fmla="*/ 0 w 71"/>
                <a:gd name="T11" fmla="*/ 147 h 301"/>
                <a:gd name="T12" fmla="*/ 0 w 71"/>
                <a:gd name="T13" fmla="*/ 220 h 301"/>
                <a:gd name="T14" fmla="*/ 0 w 71"/>
                <a:gd name="T15" fmla="*/ 301 h 301"/>
                <a:gd name="T16" fmla="*/ 71 w 71"/>
                <a:gd name="T17" fmla="*/ 301 h 301"/>
                <a:gd name="T18" fmla="*/ 52 w 71"/>
                <a:gd name="T19" fmla="*/ 22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01">
                  <a:moveTo>
                    <a:pt x="52" y="220"/>
                  </a:moveTo>
                  <a:lnTo>
                    <a:pt x="64" y="220"/>
                  </a:lnTo>
                  <a:lnTo>
                    <a:pt x="43" y="147"/>
                  </a:lnTo>
                  <a:lnTo>
                    <a:pt x="52" y="147"/>
                  </a:lnTo>
                  <a:lnTo>
                    <a:pt x="0" y="0"/>
                  </a:lnTo>
                  <a:lnTo>
                    <a:pt x="0" y="147"/>
                  </a:lnTo>
                  <a:lnTo>
                    <a:pt x="0" y="220"/>
                  </a:lnTo>
                  <a:lnTo>
                    <a:pt x="0" y="301"/>
                  </a:lnTo>
                  <a:lnTo>
                    <a:pt x="71" y="301"/>
                  </a:lnTo>
                  <a:lnTo>
                    <a:pt x="52" y="22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" name="Freeform 178"/>
            <p:cNvSpPr>
              <a:spLocks/>
            </p:cNvSpPr>
            <p:nvPr/>
          </p:nvSpPr>
          <p:spPr bwMode="auto">
            <a:xfrm>
              <a:off x="2470150" y="4376738"/>
              <a:ext cx="33338" cy="93663"/>
            </a:xfrm>
            <a:custGeom>
              <a:avLst/>
              <a:gdLst>
                <a:gd name="T0" fmla="*/ 17 w 21"/>
                <a:gd name="T1" fmla="*/ 0 h 59"/>
                <a:gd name="T2" fmla="*/ 21 w 21"/>
                <a:gd name="T3" fmla="*/ 59 h 59"/>
                <a:gd name="T4" fmla="*/ 0 w 21"/>
                <a:gd name="T5" fmla="*/ 59 h 59"/>
                <a:gd name="T6" fmla="*/ 5 w 21"/>
                <a:gd name="T7" fmla="*/ 0 h 59"/>
                <a:gd name="T8" fmla="*/ 17 w 21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9">
                  <a:moveTo>
                    <a:pt x="17" y="0"/>
                  </a:moveTo>
                  <a:lnTo>
                    <a:pt x="21" y="59"/>
                  </a:lnTo>
                  <a:lnTo>
                    <a:pt x="0" y="59"/>
                  </a:lnTo>
                  <a:lnTo>
                    <a:pt x="5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1" name="Freeform 179"/>
            <p:cNvSpPr>
              <a:spLocks/>
            </p:cNvSpPr>
            <p:nvPr/>
          </p:nvSpPr>
          <p:spPr bwMode="auto">
            <a:xfrm>
              <a:off x="2470150" y="4376738"/>
              <a:ext cx="15875" cy="93663"/>
            </a:xfrm>
            <a:custGeom>
              <a:avLst/>
              <a:gdLst>
                <a:gd name="T0" fmla="*/ 10 w 10"/>
                <a:gd name="T1" fmla="*/ 0 h 59"/>
                <a:gd name="T2" fmla="*/ 10 w 10"/>
                <a:gd name="T3" fmla="*/ 59 h 59"/>
                <a:gd name="T4" fmla="*/ 0 w 10"/>
                <a:gd name="T5" fmla="*/ 59 h 59"/>
                <a:gd name="T6" fmla="*/ 5 w 10"/>
                <a:gd name="T7" fmla="*/ 0 h 59"/>
                <a:gd name="T8" fmla="*/ 10 w 10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9">
                  <a:moveTo>
                    <a:pt x="10" y="0"/>
                  </a:moveTo>
                  <a:lnTo>
                    <a:pt x="10" y="59"/>
                  </a:lnTo>
                  <a:lnTo>
                    <a:pt x="0" y="59"/>
                  </a:lnTo>
                  <a:lnTo>
                    <a:pt x="5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2" name="Freeform 180"/>
            <p:cNvSpPr>
              <a:spLocks/>
            </p:cNvSpPr>
            <p:nvPr/>
          </p:nvSpPr>
          <p:spPr bwMode="auto">
            <a:xfrm>
              <a:off x="2390775" y="4000500"/>
              <a:ext cx="95250" cy="406400"/>
            </a:xfrm>
            <a:custGeom>
              <a:avLst/>
              <a:gdLst>
                <a:gd name="T0" fmla="*/ 17 w 60"/>
                <a:gd name="T1" fmla="*/ 187 h 256"/>
                <a:gd name="T2" fmla="*/ 5 w 60"/>
                <a:gd name="T3" fmla="*/ 187 h 256"/>
                <a:gd name="T4" fmla="*/ 24 w 60"/>
                <a:gd name="T5" fmla="*/ 126 h 256"/>
                <a:gd name="T6" fmla="*/ 17 w 60"/>
                <a:gd name="T7" fmla="*/ 126 h 256"/>
                <a:gd name="T8" fmla="*/ 60 w 60"/>
                <a:gd name="T9" fmla="*/ 0 h 256"/>
                <a:gd name="T10" fmla="*/ 60 w 60"/>
                <a:gd name="T11" fmla="*/ 126 h 256"/>
                <a:gd name="T12" fmla="*/ 60 w 60"/>
                <a:gd name="T13" fmla="*/ 187 h 256"/>
                <a:gd name="T14" fmla="*/ 60 w 60"/>
                <a:gd name="T15" fmla="*/ 256 h 256"/>
                <a:gd name="T16" fmla="*/ 0 w 60"/>
                <a:gd name="T17" fmla="*/ 256 h 256"/>
                <a:gd name="T18" fmla="*/ 17 w 60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256">
                  <a:moveTo>
                    <a:pt x="17" y="187"/>
                  </a:moveTo>
                  <a:lnTo>
                    <a:pt x="5" y="187"/>
                  </a:lnTo>
                  <a:lnTo>
                    <a:pt x="24" y="126"/>
                  </a:lnTo>
                  <a:lnTo>
                    <a:pt x="17" y="126"/>
                  </a:lnTo>
                  <a:lnTo>
                    <a:pt x="60" y="0"/>
                  </a:lnTo>
                  <a:lnTo>
                    <a:pt x="60" y="126"/>
                  </a:lnTo>
                  <a:lnTo>
                    <a:pt x="60" y="187"/>
                  </a:lnTo>
                  <a:lnTo>
                    <a:pt x="60" y="256"/>
                  </a:lnTo>
                  <a:lnTo>
                    <a:pt x="0" y="256"/>
                  </a:lnTo>
                  <a:lnTo>
                    <a:pt x="17" y="187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3" name="Freeform 181"/>
            <p:cNvSpPr>
              <a:spLocks/>
            </p:cNvSpPr>
            <p:nvPr/>
          </p:nvSpPr>
          <p:spPr bwMode="auto">
            <a:xfrm>
              <a:off x="2486025" y="4000500"/>
              <a:ext cx="96838" cy="406400"/>
            </a:xfrm>
            <a:custGeom>
              <a:avLst/>
              <a:gdLst>
                <a:gd name="T0" fmla="*/ 44 w 61"/>
                <a:gd name="T1" fmla="*/ 187 h 256"/>
                <a:gd name="T2" fmla="*/ 56 w 61"/>
                <a:gd name="T3" fmla="*/ 187 h 256"/>
                <a:gd name="T4" fmla="*/ 37 w 61"/>
                <a:gd name="T5" fmla="*/ 126 h 256"/>
                <a:gd name="T6" fmla="*/ 44 w 61"/>
                <a:gd name="T7" fmla="*/ 126 h 256"/>
                <a:gd name="T8" fmla="*/ 0 w 61"/>
                <a:gd name="T9" fmla="*/ 0 h 256"/>
                <a:gd name="T10" fmla="*/ 0 w 61"/>
                <a:gd name="T11" fmla="*/ 126 h 256"/>
                <a:gd name="T12" fmla="*/ 0 w 61"/>
                <a:gd name="T13" fmla="*/ 187 h 256"/>
                <a:gd name="T14" fmla="*/ 0 w 61"/>
                <a:gd name="T15" fmla="*/ 256 h 256"/>
                <a:gd name="T16" fmla="*/ 61 w 61"/>
                <a:gd name="T17" fmla="*/ 256 h 256"/>
                <a:gd name="T18" fmla="*/ 44 w 61"/>
                <a:gd name="T19" fmla="*/ 18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256">
                  <a:moveTo>
                    <a:pt x="44" y="187"/>
                  </a:moveTo>
                  <a:lnTo>
                    <a:pt x="56" y="187"/>
                  </a:lnTo>
                  <a:lnTo>
                    <a:pt x="37" y="126"/>
                  </a:lnTo>
                  <a:lnTo>
                    <a:pt x="44" y="126"/>
                  </a:lnTo>
                  <a:lnTo>
                    <a:pt x="0" y="0"/>
                  </a:lnTo>
                  <a:lnTo>
                    <a:pt x="0" y="126"/>
                  </a:lnTo>
                  <a:lnTo>
                    <a:pt x="0" y="187"/>
                  </a:lnTo>
                  <a:lnTo>
                    <a:pt x="0" y="256"/>
                  </a:lnTo>
                  <a:lnTo>
                    <a:pt x="61" y="256"/>
                  </a:lnTo>
                  <a:lnTo>
                    <a:pt x="44" y="187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4" name="Freeform 182"/>
            <p:cNvSpPr>
              <a:spLocks/>
            </p:cNvSpPr>
            <p:nvPr/>
          </p:nvSpPr>
          <p:spPr bwMode="auto">
            <a:xfrm>
              <a:off x="1287463" y="4384675"/>
              <a:ext cx="1587500" cy="360363"/>
            </a:xfrm>
            <a:custGeom>
              <a:avLst/>
              <a:gdLst>
                <a:gd name="T0" fmla="*/ 0 w 423"/>
                <a:gd name="T1" fmla="*/ 96 h 96"/>
                <a:gd name="T2" fmla="*/ 211 w 423"/>
                <a:gd name="T3" fmla="*/ 0 h 96"/>
                <a:gd name="T4" fmla="*/ 423 w 423"/>
                <a:gd name="T5" fmla="*/ 96 h 96"/>
                <a:gd name="T6" fmla="*/ 0 w 423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3" h="96">
                  <a:moveTo>
                    <a:pt x="0" y="96"/>
                  </a:moveTo>
                  <a:cubicBezTo>
                    <a:pt x="42" y="37"/>
                    <a:pt x="123" y="0"/>
                    <a:pt x="211" y="0"/>
                  </a:cubicBezTo>
                  <a:cubicBezTo>
                    <a:pt x="299" y="0"/>
                    <a:pt x="380" y="37"/>
                    <a:pt x="423" y="96"/>
                  </a:cubicBezTo>
                  <a:lnTo>
                    <a:pt x="0" y="96"/>
                  </a:lnTo>
                  <a:close/>
                </a:path>
              </a:pathLst>
            </a:custGeom>
            <a:gradFill>
              <a:gsLst>
                <a:gs pos="0">
                  <a:srgbClr val="E2C18E"/>
                </a:gs>
                <a:gs pos="68000">
                  <a:srgbClr val="34949A"/>
                </a:gs>
              </a:gsLst>
              <a:lin ang="13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5" name="Freeform 183"/>
            <p:cNvSpPr>
              <a:spLocks/>
            </p:cNvSpPr>
            <p:nvPr/>
          </p:nvSpPr>
          <p:spPr bwMode="auto">
            <a:xfrm>
              <a:off x="5011738" y="4244975"/>
              <a:ext cx="127000" cy="425450"/>
            </a:xfrm>
            <a:custGeom>
              <a:avLst/>
              <a:gdLst>
                <a:gd name="T0" fmla="*/ 0 w 34"/>
                <a:gd name="T1" fmla="*/ 0 h 113"/>
                <a:gd name="T2" fmla="*/ 17 w 34"/>
                <a:gd name="T3" fmla="*/ 17 h 113"/>
                <a:gd name="T4" fmla="*/ 20 w 34"/>
                <a:gd name="T5" fmla="*/ 33 h 113"/>
                <a:gd name="T6" fmla="*/ 34 w 34"/>
                <a:gd name="T7" fmla="*/ 76 h 113"/>
                <a:gd name="T8" fmla="*/ 2 w 34"/>
                <a:gd name="T9" fmla="*/ 113 h 113"/>
                <a:gd name="T10" fmla="*/ 0 w 34"/>
                <a:gd name="T11" fmla="*/ 113 h 113"/>
                <a:gd name="T12" fmla="*/ 0 w 34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3">
                  <a:moveTo>
                    <a:pt x="0" y="0"/>
                  </a:moveTo>
                  <a:cubicBezTo>
                    <a:pt x="6" y="0"/>
                    <a:pt x="12" y="7"/>
                    <a:pt x="17" y="17"/>
                  </a:cubicBezTo>
                  <a:cubicBezTo>
                    <a:pt x="22" y="29"/>
                    <a:pt x="20" y="33"/>
                    <a:pt x="20" y="33"/>
                  </a:cubicBezTo>
                  <a:cubicBezTo>
                    <a:pt x="27" y="33"/>
                    <a:pt x="34" y="57"/>
                    <a:pt x="34" y="76"/>
                  </a:cubicBezTo>
                  <a:cubicBezTo>
                    <a:pt x="34" y="93"/>
                    <a:pt x="23" y="112"/>
                    <a:pt x="2" y="113"/>
                  </a:cubicBezTo>
                  <a:cubicBezTo>
                    <a:pt x="1" y="113"/>
                    <a:pt x="0" y="113"/>
                    <a:pt x="0" y="1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6" name="Freeform 184"/>
            <p:cNvSpPr>
              <a:spLocks/>
            </p:cNvSpPr>
            <p:nvPr/>
          </p:nvSpPr>
          <p:spPr bwMode="auto">
            <a:xfrm>
              <a:off x="4883150" y="4244975"/>
              <a:ext cx="128588" cy="425450"/>
            </a:xfrm>
            <a:custGeom>
              <a:avLst/>
              <a:gdLst>
                <a:gd name="T0" fmla="*/ 34 w 34"/>
                <a:gd name="T1" fmla="*/ 0 h 113"/>
                <a:gd name="T2" fmla="*/ 17 w 34"/>
                <a:gd name="T3" fmla="*/ 17 h 113"/>
                <a:gd name="T4" fmla="*/ 14 w 34"/>
                <a:gd name="T5" fmla="*/ 33 h 113"/>
                <a:gd name="T6" fmla="*/ 0 w 34"/>
                <a:gd name="T7" fmla="*/ 76 h 113"/>
                <a:gd name="T8" fmla="*/ 32 w 34"/>
                <a:gd name="T9" fmla="*/ 113 h 113"/>
                <a:gd name="T10" fmla="*/ 34 w 34"/>
                <a:gd name="T11" fmla="*/ 113 h 113"/>
                <a:gd name="T12" fmla="*/ 34 w 34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3">
                  <a:moveTo>
                    <a:pt x="34" y="0"/>
                  </a:moveTo>
                  <a:cubicBezTo>
                    <a:pt x="28" y="0"/>
                    <a:pt x="22" y="7"/>
                    <a:pt x="17" y="17"/>
                  </a:cubicBezTo>
                  <a:cubicBezTo>
                    <a:pt x="12" y="29"/>
                    <a:pt x="14" y="33"/>
                    <a:pt x="14" y="33"/>
                  </a:cubicBezTo>
                  <a:cubicBezTo>
                    <a:pt x="7" y="33"/>
                    <a:pt x="0" y="57"/>
                    <a:pt x="0" y="76"/>
                  </a:cubicBezTo>
                  <a:cubicBezTo>
                    <a:pt x="0" y="93"/>
                    <a:pt x="11" y="112"/>
                    <a:pt x="32" y="113"/>
                  </a:cubicBezTo>
                  <a:cubicBezTo>
                    <a:pt x="33" y="113"/>
                    <a:pt x="33" y="113"/>
                    <a:pt x="34" y="113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7" name="Freeform 185"/>
            <p:cNvSpPr>
              <a:spLocks/>
            </p:cNvSpPr>
            <p:nvPr/>
          </p:nvSpPr>
          <p:spPr bwMode="auto">
            <a:xfrm>
              <a:off x="4992688" y="4549775"/>
              <a:ext cx="33338" cy="195263"/>
            </a:xfrm>
            <a:custGeom>
              <a:avLst/>
              <a:gdLst>
                <a:gd name="T0" fmla="*/ 16 w 21"/>
                <a:gd name="T1" fmla="*/ 0 h 123"/>
                <a:gd name="T2" fmla="*/ 21 w 21"/>
                <a:gd name="T3" fmla="*/ 123 h 123"/>
                <a:gd name="T4" fmla="*/ 0 w 21"/>
                <a:gd name="T5" fmla="*/ 123 h 123"/>
                <a:gd name="T6" fmla="*/ 5 w 21"/>
                <a:gd name="T7" fmla="*/ 0 h 123"/>
                <a:gd name="T8" fmla="*/ 16 w 21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3">
                  <a:moveTo>
                    <a:pt x="16" y="0"/>
                  </a:moveTo>
                  <a:lnTo>
                    <a:pt x="21" y="123"/>
                  </a:lnTo>
                  <a:lnTo>
                    <a:pt x="0" y="123"/>
                  </a:lnTo>
                  <a:lnTo>
                    <a:pt x="5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8" name="Freeform 186"/>
            <p:cNvSpPr>
              <a:spLocks/>
            </p:cNvSpPr>
            <p:nvPr/>
          </p:nvSpPr>
          <p:spPr bwMode="auto">
            <a:xfrm>
              <a:off x="4992688" y="4549775"/>
              <a:ext cx="19050" cy="195263"/>
            </a:xfrm>
            <a:custGeom>
              <a:avLst/>
              <a:gdLst>
                <a:gd name="T0" fmla="*/ 12 w 12"/>
                <a:gd name="T1" fmla="*/ 0 h 123"/>
                <a:gd name="T2" fmla="*/ 12 w 12"/>
                <a:gd name="T3" fmla="*/ 123 h 123"/>
                <a:gd name="T4" fmla="*/ 0 w 12"/>
                <a:gd name="T5" fmla="*/ 123 h 123"/>
                <a:gd name="T6" fmla="*/ 5 w 12"/>
                <a:gd name="T7" fmla="*/ 0 h 123"/>
                <a:gd name="T8" fmla="*/ 12 w 12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3">
                  <a:moveTo>
                    <a:pt x="12" y="0"/>
                  </a:moveTo>
                  <a:lnTo>
                    <a:pt x="12" y="123"/>
                  </a:lnTo>
                  <a:lnTo>
                    <a:pt x="0" y="123"/>
                  </a:lnTo>
                  <a:lnTo>
                    <a:pt x="5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9" name="Freeform 187"/>
            <p:cNvSpPr>
              <a:spLocks/>
            </p:cNvSpPr>
            <p:nvPr/>
          </p:nvSpPr>
          <p:spPr bwMode="auto">
            <a:xfrm>
              <a:off x="2846388" y="4244975"/>
              <a:ext cx="127000" cy="425450"/>
            </a:xfrm>
            <a:custGeom>
              <a:avLst/>
              <a:gdLst>
                <a:gd name="T0" fmla="*/ 0 w 34"/>
                <a:gd name="T1" fmla="*/ 0 h 113"/>
                <a:gd name="T2" fmla="*/ 17 w 34"/>
                <a:gd name="T3" fmla="*/ 17 h 113"/>
                <a:gd name="T4" fmla="*/ 20 w 34"/>
                <a:gd name="T5" fmla="*/ 33 h 113"/>
                <a:gd name="T6" fmla="*/ 34 w 34"/>
                <a:gd name="T7" fmla="*/ 76 h 113"/>
                <a:gd name="T8" fmla="*/ 2 w 34"/>
                <a:gd name="T9" fmla="*/ 113 h 113"/>
                <a:gd name="T10" fmla="*/ 0 w 34"/>
                <a:gd name="T11" fmla="*/ 113 h 113"/>
                <a:gd name="T12" fmla="*/ 0 w 34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3">
                  <a:moveTo>
                    <a:pt x="0" y="0"/>
                  </a:moveTo>
                  <a:cubicBezTo>
                    <a:pt x="6" y="0"/>
                    <a:pt x="12" y="7"/>
                    <a:pt x="17" y="17"/>
                  </a:cubicBezTo>
                  <a:cubicBezTo>
                    <a:pt x="22" y="29"/>
                    <a:pt x="20" y="33"/>
                    <a:pt x="20" y="33"/>
                  </a:cubicBezTo>
                  <a:cubicBezTo>
                    <a:pt x="27" y="33"/>
                    <a:pt x="34" y="57"/>
                    <a:pt x="34" y="76"/>
                  </a:cubicBezTo>
                  <a:cubicBezTo>
                    <a:pt x="34" y="93"/>
                    <a:pt x="23" y="112"/>
                    <a:pt x="2" y="113"/>
                  </a:cubicBezTo>
                  <a:cubicBezTo>
                    <a:pt x="1" y="113"/>
                    <a:pt x="1" y="113"/>
                    <a:pt x="0" y="1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" name="Freeform 188"/>
            <p:cNvSpPr>
              <a:spLocks/>
            </p:cNvSpPr>
            <p:nvPr/>
          </p:nvSpPr>
          <p:spPr bwMode="auto">
            <a:xfrm>
              <a:off x="2717800" y="4244975"/>
              <a:ext cx="128588" cy="425450"/>
            </a:xfrm>
            <a:custGeom>
              <a:avLst/>
              <a:gdLst>
                <a:gd name="T0" fmla="*/ 34 w 34"/>
                <a:gd name="T1" fmla="*/ 0 h 113"/>
                <a:gd name="T2" fmla="*/ 17 w 34"/>
                <a:gd name="T3" fmla="*/ 17 h 113"/>
                <a:gd name="T4" fmla="*/ 14 w 34"/>
                <a:gd name="T5" fmla="*/ 33 h 113"/>
                <a:gd name="T6" fmla="*/ 0 w 34"/>
                <a:gd name="T7" fmla="*/ 76 h 113"/>
                <a:gd name="T8" fmla="*/ 32 w 34"/>
                <a:gd name="T9" fmla="*/ 113 h 113"/>
                <a:gd name="T10" fmla="*/ 34 w 34"/>
                <a:gd name="T11" fmla="*/ 113 h 113"/>
                <a:gd name="T12" fmla="*/ 34 w 34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3">
                  <a:moveTo>
                    <a:pt x="34" y="0"/>
                  </a:moveTo>
                  <a:cubicBezTo>
                    <a:pt x="28" y="0"/>
                    <a:pt x="22" y="7"/>
                    <a:pt x="17" y="17"/>
                  </a:cubicBezTo>
                  <a:cubicBezTo>
                    <a:pt x="12" y="29"/>
                    <a:pt x="14" y="33"/>
                    <a:pt x="14" y="33"/>
                  </a:cubicBezTo>
                  <a:cubicBezTo>
                    <a:pt x="7" y="33"/>
                    <a:pt x="0" y="57"/>
                    <a:pt x="0" y="76"/>
                  </a:cubicBezTo>
                  <a:cubicBezTo>
                    <a:pt x="0" y="93"/>
                    <a:pt x="11" y="112"/>
                    <a:pt x="32" y="113"/>
                  </a:cubicBezTo>
                  <a:cubicBezTo>
                    <a:pt x="33" y="113"/>
                    <a:pt x="33" y="113"/>
                    <a:pt x="34" y="113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1" name="Freeform 189"/>
            <p:cNvSpPr>
              <a:spLocks/>
            </p:cNvSpPr>
            <p:nvPr/>
          </p:nvSpPr>
          <p:spPr bwMode="auto">
            <a:xfrm>
              <a:off x="2827338" y="4549775"/>
              <a:ext cx="33338" cy="195263"/>
            </a:xfrm>
            <a:custGeom>
              <a:avLst/>
              <a:gdLst>
                <a:gd name="T0" fmla="*/ 19 w 21"/>
                <a:gd name="T1" fmla="*/ 0 h 123"/>
                <a:gd name="T2" fmla="*/ 21 w 21"/>
                <a:gd name="T3" fmla="*/ 123 h 123"/>
                <a:gd name="T4" fmla="*/ 0 w 21"/>
                <a:gd name="T5" fmla="*/ 123 h 123"/>
                <a:gd name="T6" fmla="*/ 4 w 21"/>
                <a:gd name="T7" fmla="*/ 0 h 123"/>
                <a:gd name="T8" fmla="*/ 19 w 21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3">
                  <a:moveTo>
                    <a:pt x="19" y="0"/>
                  </a:moveTo>
                  <a:lnTo>
                    <a:pt x="21" y="123"/>
                  </a:lnTo>
                  <a:lnTo>
                    <a:pt x="0" y="123"/>
                  </a:lnTo>
                  <a:lnTo>
                    <a:pt x="4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2" name="Freeform 190"/>
            <p:cNvSpPr>
              <a:spLocks/>
            </p:cNvSpPr>
            <p:nvPr/>
          </p:nvSpPr>
          <p:spPr bwMode="auto">
            <a:xfrm>
              <a:off x="2827338" y="4549775"/>
              <a:ext cx="19050" cy="195263"/>
            </a:xfrm>
            <a:custGeom>
              <a:avLst/>
              <a:gdLst>
                <a:gd name="T0" fmla="*/ 12 w 12"/>
                <a:gd name="T1" fmla="*/ 0 h 123"/>
                <a:gd name="T2" fmla="*/ 12 w 12"/>
                <a:gd name="T3" fmla="*/ 123 h 123"/>
                <a:gd name="T4" fmla="*/ 0 w 12"/>
                <a:gd name="T5" fmla="*/ 123 h 123"/>
                <a:gd name="T6" fmla="*/ 4 w 12"/>
                <a:gd name="T7" fmla="*/ 0 h 123"/>
                <a:gd name="T8" fmla="*/ 12 w 12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3">
                  <a:moveTo>
                    <a:pt x="12" y="0"/>
                  </a:moveTo>
                  <a:lnTo>
                    <a:pt x="12" y="123"/>
                  </a:lnTo>
                  <a:lnTo>
                    <a:pt x="0" y="123"/>
                  </a:lnTo>
                  <a:lnTo>
                    <a:pt x="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3" name="Freeform 191"/>
            <p:cNvSpPr>
              <a:spLocks/>
            </p:cNvSpPr>
            <p:nvPr/>
          </p:nvSpPr>
          <p:spPr bwMode="auto">
            <a:xfrm>
              <a:off x="1393825" y="4464050"/>
              <a:ext cx="561975" cy="280988"/>
            </a:xfrm>
            <a:custGeom>
              <a:avLst/>
              <a:gdLst>
                <a:gd name="T0" fmla="*/ 75 w 150"/>
                <a:gd name="T1" fmla="*/ 0 h 75"/>
                <a:gd name="T2" fmla="*/ 0 w 150"/>
                <a:gd name="T3" fmla="*/ 75 h 75"/>
                <a:gd name="T4" fmla="*/ 150 w 150"/>
                <a:gd name="T5" fmla="*/ 75 h 75"/>
                <a:gd name="T6" fmla="*/ 75 w 150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75">
                  <a:moveTo>
                    <a:pt x="75" y="0"/>
                  </a:moveTo>
                  <a:cubicBezTo>
                    <a:pt x="33" y="0"/>
                    <a:pt x="0" y="33"/>
                    <a:pt x="0" y="75"/>
                  </a:cubicBezTo>
                  <a:cubicBezTo>
                    <a:pt x="150" y="75"/>
                    <a:pt x="150" y="75"/>
                    <a:pt x="150" y="75"/>
                  </a:cubicBezTo>
                  <a:cubicBezTo>
                    <a:pt x="150" y="33"/>
                    <a:pt x="117" y="0"/>
                    <a:pt x="75" y="0"/>
                  </a:cubicBezTo>
                  <a:close/>
                </a:path>
              </a:pathLst>
            </a:custGeom>
            <a:solidFill>
              <a:srgbClr val="F9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4" name="Freeform 192"/>
            <p:cNvSpPr>
              <a:spLocks/>
            </p:cNvSpPr>
            <p:nvPr/>
          </p:nvSpPr>
          <p:spPr bwMode="auto">
            <a:xfrm>
              <a:off x="1817688" y="4579938"/>
              <a:ext cx="330200" cy="165100"/>
            </a:xfrm>
            <a:custGeom>
              <a:avLst/>
              <a:gdLst>
                <a:gd name="T0" fmla="*/ 44 w 88"/>
                <a:gd name="T1" fmla="*/ 0 h 44"/>
                <a:gd name="T2" fmla="*/ 0 w 88"/>
                <a:gd name="T3" fmla="*/ 44 h 44"/>
                <a:gd name="T4" fmla="*/ 88 w 88"/>
                <a:gd name="T5" fmla="*/ 44 h 44"/>
                <a:gd name="T6" fmla="*/ 44 w 88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44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88" y="44"/>
                    <a:pt x="88" y="44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</a:path>
              </a:pathLst>
            </a:custGeom>
            <a:solidFill>
              <a:srgbClr val="FAF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5" name="Freeform 193"/>
            <p:cNvSpPr>
              <a:spLocks/>
            </p:cNvSpPr>
            <p:nvPr/>
          </p:nvSpPr>
          <p:spPr bwMode="auto">
            <a:xfrm>
              <a:off x="8910638" y="4618038"/>
              <a:ext cx="417513" cy="123825"/>
            </a:xfrm>
            <a:custGeom>
              <a:avLst/>
              <a:gdLst>
                <a:gd name="T0" fmla="*/ 55 w 111"/>
                <a:gd name="T1" fmla="*/ 0 h 33"/>
                <a:gd name="T2" fmla="*/ 0 w 111"/>
                <a:gd name="T3" fmla="*/ 33 h 33"/>
                <a:gd name="T4" fmla="*/ 111 w 111"/>
                <a:gd name="T5" fmla="*/ 33 h 33"/>
                <a:gd name="T6" fmla="*/ 55 w 111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33">
                  <a:moveTo>
                    <a:pt x="55" y="0"/>
                  </a:moveTo>
                  <a:cubicBezTo>
                    <a:pt x="25" y="0"/>
                    <a:pt x="0" y="15"/>
                    <a:pt x="0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1" y="15"/>
                    <a:pt x="86" y="0"/>
                    <a:pt x="55" y="0"/>
                  </a:cubicBezTo>
                  <a:close/>
                </a:path>
              </a:pathLst>
            </a:custGeom>
            <a:solidFill>
              <a:srgbClr val="F7C78E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6" name="Freeform 194"/>
            <p:cNvSpPr>
              <a:spLocks/>
            </p:cNvSpPr>
            <p:nvPr/>
          </p:nvSpPr>
          <p:spPr bwMode="auto">
            <a:xfrm>
              <a:off x="6888163" y="4618038"/>
              <a:ext cx="330200" cy="123825"/>
            </a:xfrm>
            <a:custGeom>
              <a:avLst/>
              <a:gdLst>
                <a:gd name="T0" fmla="*/ 44 w 88"/>
                <a:gd name="T1" fmla="*/ 0 h 33"/>
                <a:gd name="T2" fmla="*/ 0 w 88"/>
                <a:gd name="T3" fmla="*/ 33 h 33"/>
                <a:gd name="T4" fmla="*/ 88 w 88"/>
                <a:gd name="T5" fmla="*/ 33 h 33"/>
                <a:gd name="T6" fmla="*/ 44 w 88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33">
                  <a:moveTo>
                    <a:pt x="44" y="0"/>
                  </a:moveTo>
                  <a:cubicBezTo>
                    <a:pt x="20" y="0"/>
                    <a:pt x="0" y="15"/>
                    <a:pt x="0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15"/>
                    <a:pt x="68" y="0"/>
                    <a:pt x="44" y="0"/>
                  </a:cubicBezTo>
                  <a:close/>
                </a:path>
              </a:pathLst>
            </a:custGeom>
            <a:solidFill>
              <a:srgbClr val="F6C78E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7" name="Freeform 195"/>
            <p:cNvSpPr>
              <a:spLocks/>
            </p:cNvSpPr>
            <p:nvPr/>
          </p:nvSpPr>
          <p:spPr bwMode="auto">
            <a:xfrm>
              <a:off x="8362950" y="4654550"/>
              <a:ext cx="292100" cy="87313"/>
            </a:xfrm>
            <a:custGeom>
              <a:avLst/>
              <a:gdLst>
                <a:gd name="T0" fmla="*/ 39 w 78"/>
                <a:gd name="T1" fmla="*/ 0 h 23"/>
                <a:gd name="T2" fmla="*/ 0 w 78"/>
                <a:gd name="T3" fmla="*/ 23 h 23"/>
                <a:gd name="T4" fmla="*/ 78 w 78"/>
                <a:gd name="T5" fmla="*/ 23 h 23"/>
                <a:gd name="T6" fmla="*/ 39 w 78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23">
                  <a:moveTo>
                    <a:pt x="39" y="0"/>
                  </a:moveTo>
                  <a:cubicBezTo>
                    <a:pt x="18" y="0"/>
                    <a:pt x="0" y="10"/>
                    <a:pt x="0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10"/>
                    <a:pt x="61" y="0"/>
                    <a:pt x="39" y="0"/>
                  </a:cubicBezTo>
                  <a:close/>
                </a:path>
              </a:pathLst>
            </a:custGeom>
            <a:solidFill>
              <a:srgbClr val="F9F5D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8" name="Freeform 196"/>
            <p:cNvSpPr>
              <a:spLocks/>
            </p:cNvSpPr>
            <p:nvPr/>
          </p:nvSpPr>
          <p:spPr bwMode="auto">
            <a:xfrm>
              <a:off x="9969500" y="4098925"/>
              <a:ext cx="107950" cy="365125"/>
            </a:xfrm>
            <a:custGeom>
              <a:avLst/>
              <a:gdLst>
                <a:gd name="T0" fmla="*/ 29 w 29"/>
                <a:gd name="T1" fmla="*/ 0 h 97"/>
                <a:gd name="T2" fmla="*/ 15 w 29"/>
                <a:gd name="T3" fmla="*/ 15 h 97"/>
                <a:gd name="T4" fmla="*/ 12 w 29"/>
                <a:gd name="T5" fmla="*/ 29 h 97"/>
                <a:gd name="T6" fmla="*/ 0 w 29"/>
                <a:gd name="T7" fmla="*/ 65 h 97"/>
                <a:gd name="T8" fmla="*/ 28 w 29"/>
                <a:gd name="T9" fmla="*/ 97 h 97"/>
                <a:gd name="T10" fmla="*/ 29 w 29"/>
                <a:gd name="T11" fmla="*/ 97 h 97"/>
                <a:gd name="T12" fmla="*/ 29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29" y="0"/>
                  </a:moveTo>
                  <a:cubicBezTo>
                    <a:pt x="24" y="0"/>
                    <a:pt x="19" y="6"/>
                    <a:pt x="15" y="15"/>
                  </a:cubicBezTo>
                  <a:cubicBezTo>
                    <a:pt x="11" y="25"/>
                    <a:pt x="12" y="29"/>
                    <a:pt x="12" y="29"/>
                  </a:cubicBezTo>
                  <a:cubicBezTo>
                    <a:pt x="6" y="29"/>
                    <a:pt x="0" y="49"/>
                    <a:pt x="0" y="65"/>
                  </a:cubicBezTo>
                  <a:cubicBezTo>
                    <a:pt x="0" y="80"/>
                    <a:pt x="9" y="96"/>
                    <a:pt x="28" y="97"/>
                  </a:cubicBezTo>
                  <a:cubicBezTo>
                    <a:pt x="28" y="97"/>
                    <a:pt x="29" y="97"/>
                    <a:pt x="29" y="97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9" name="Freeform 197"/>
            <p:cNvSpPr>
              <a:spLocks/>
            </p:cNvSpPr>
            <p:nvPr/>
          </p:nvSpPr>
          <p:spPr bwMode="auto">
            <a:xfrm>
              <a:off x="10077450" y="4098925"/>
              <a:ext cx="109538" cy="365125"/>
            </a:xfrm>
            <a:custGeom>
              <a:avLst/>
              <a:gdLst>
                <a:gd name="T0" fmla="*/ 0 w 29"/>
                <a:gd name="T1" fmla="*/ 0 h 97"/>
                <a:gd name="T2" fmla="*/ 15 w 29"/>
                <a:gd name="T3" fmla="*/ 15 h 97"/>
                <a:gd name="T4" fmla="*/ 18 w 29"/>
                <a:gd name="T5" fmla="*/ 29 h 97"/>
                <a:gd name="T6" fmla="*/ 29 w 29"/>
                <a:gd name="T7" fmla="*/ 65 h 97"/>
                <a:gd name="T8" fmla="*/ 2 w 29"/>
                <a:gd name="T9" fmla="*/ 97 h 97"/>
                <a:gd name="T10" fmla="*/ 0 w 29"/>
                <a:gd name="T11" fmla="*/ 97 h 97"/>
                <a:gd name="T12" fmla="*/ 0 w 29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97">
                  <a:moveTo>
                    <a:pt x="0" y="0"/>
                  </a:moveTo>
                  <a:cubicBezTo>
                    <a:pt x="6" y="0"/>
                    <a:pt x="11" y="6"/>
                    <a:pt x="15" y="15"/>
                  </a:cubicBezTo>
                  <a:cubicBezTo>
                    <a:pt x="19" y="25"/>
                    <a:pt x="18" y="29"/>
                    <a:pt x="18" y="29"/>
                  </a:cubicBezTo>
                  <a:cubicBezTo>
                    <a:pt x="23" y="29"/>
                    <a:pt x="29" y="49"/>
                    <a:pt x="29" y="65"/>
                  </a:cubicBezTo>
                  <a:cubicBezTo>
                    <a:pt x="29" y="80"/>
                    <a:pt x="20" y="96"/>
                    <a:pt x="2" y="97"/>
                  </a:cubicBezTo>
                  <a:cubicBezTo>
                    <a:pt x="1" y="97"/>
                    <a:pt x="1" y="97"/>
                    <a:pt x="0" y="9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0" name="Freeform 198"/>
            <p:cNvSpPr>
              <a:spLocks/>
            </p:cNvSpPr>
            <p:nvPr/>
          </p:nvSpPr>
          <p:spPr bwMode="auto">
            <a:xfrm>
              <a:off x="10063163" y="4362450"/>
              <a:ext cx="30163" cy="165100"/>
            </a:xfrm>
            <a:custGeom>
              <a:avLst/>
              <a:gdLst>
                <a:gd name="T0" fmla="*/ 5 w 19"/>
                <a:gd name="T1" fmla="*/ 0 h 104"/>
                <a:gd name="T2" fmla="*/ 0 w 19"/>
                <a:gd name="T3" fmla="*/ 104 h 104"/>
                <a:gd name="T4" fmla="*/ 19 w 19"/>
                <a:gd name="T5" fmla="*/ 104 h 104"/>
                <a:gd name="T6" fmla="*/ 14 w 19"/>
                <a:gd name="T7" fmla="*/ 0 h 104"/>
                <a:gd name="T8" fmla="*/ 5 w 19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4">
                  <a:moveTo>
                    <a:pt x="5" y="0"/>
                  </a:moveTo>
                  <a:lnTo>
                    <a:pt x="0" y="104"/>
                  </a:lnTo>
                  <a:lnTo>
                    <a:pt x="19" y="104"/>
                  </a:lnTo>
                  <a:lnTo>
                    <a:pt x="1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1" name="Freeform 199"/>
            <p:cNvSpPr>
              <a:spLocks/>
            </p:cNvSpPr>
            <p:nvPr/>
          </p:nvSpPr>
          <p:spPr bwMode="auto">
            <a:xfrm>
              <a:off x="10077450" y="4362450"/>
              <a:ext cx="15875" cy="165100"/>
            </a:xfrm>
            <a:custGeom>
              <a:avLst/>
              <a:gdLst>
                <a:gd name="T0" fmla="*/ 0 w 10"/>
                <a:gd name="T1" fmla="*/ 0 h 104"/>
                <a:gd name="T2" fmla="*/ 0 w 10"/>
                <a:gd name="T3" fmla="*/ 104 h 104"/>
                <a:gd name="T4" fmla="*/ 10 w 10"/>
                <a:gd name="T5" fmla="*/ 104 h 104"/>
                <a:gd name="T6" fmla="*/ 5 w 10"/>
                <a:gd name="T7" fmla="*/ 0 h 104"/>
                <a:gd name="T8" fmla="*/ 0 w 10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4">
                  <a:moveTo>
                    <a:pt x="0" y="0"/>
                  </a:moveTo>
                  <a:lnTo>
                    <a:pt x="0" y="104"/>
                  </a:lnTo>
                  <a:lnTo>
                    <a:pt x="10" y="104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2" name="Freeform 200"/>
            <p:cNvSpPr>
              <a:spLocks/>
            </p:cNvSpPr>
            <p:nvPr/>
          </p:nvSpPr>
          <p:spPr bwMode="auto">
            <a:xfrm>
              <a:off x="9785350" y="4181475"/>
              <a:ext cx="85725" cy="293688"/>
            </a:xfrm>
            <a:custGeom>
              <a:avLst/>
              <a:gdLst>
                <a:gd name="T0" fmla="*/ 23 w 23"/>
                <a:gd name="T1" fmla="*/ 0 h 78"/>
                <a:gd name="T2" fmla="*/ 11 w 23"/>
                <a:gd name="T3" fmla="*/ 12 h 78"/>
                <a:gd name="T4" fmla="*/ 9 w 23"/>
                <a:gd name="T5" fmla="*/ 23 h 78"/>
                <a:gd name="T6" fmla="*/ 0 w 23"/>
                <a:gd name="T7" fmla="*/ 53 h 78"/>
                <a:gd name="T8" fmla="*/ 22 w 23"/>
                <a:gd name="T9" fmla="*/ 78 h 78"/>
                <a:gd name="T10" fmla="*/ 23 w 23"/>
                <a:gd name="T11" fmla="*/ 78 h 78"/>
                <a:gd name="T12" fmla="*/ 23 w 23"/>
                <a:gd name="T1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78">
                  <a:moveTo>
                    <a:pt x="23" y="0"/>
                  </a:moveTo>
                  <a:cubicBezTo>
                    <a:pt x="19" y="0"/>
                    <a:pt x="15" y="5"/>
                    <a:pt x="11" y="12"/>
                  </a:cubicBezTo>
                  <a:cubicBezTo>
                    <a:pt x="8" y="20"/>
                    <a:pt x="9" y="23"/>
                    <a:pt x="9" y="23"/>
                  </a:cubicBezTo>
                  <a:cubicBezTo>
                    <a:pt x="5" y="23"/>
                    <a:pt x="0" y="40"/>
                    <a:pt x="0" y="53"/>
                  </a:cubicBezTo>
                  <a:cubicBezTo>
                    <a:pt x="0" y="65"/>
                    <a:pt x="7" y="78"/>
                    <a:pt x="22" y="78"/>
                  </a:cubicBezTo>
                  <a:cubicBezTo>
                    <a:pt x="22" y="78"/>
                    <a:pt x="23" y="78"/>
                    <a:pt x="23" y="78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6DB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3" name="Freeform 201"/>
            <p:cNvSpPr>
              <a:spLocks/>
            </p:cNvSpPr>
            <p:nvPr/>
          </p:nvSpPr>
          <p:spPr bwMode="auto">
            <a:xfrm>
              <a:off x="9871075" y="4181475"/>
              <a:ext cx="87313" cy="293688"/>
            </a:xfrm>
            <a:custGeom>
              <a:avLst/>
              <a:gdLst>
                <a:gd name="T0" fmla="*/ 0 w 23"/>
                <a:gd name="T1" fmla="*/ 0 h 78"/>
                <a:gd name="T2" fmla="*/ 12 w 23"/>
                <a:gd name="T3" fmla="*/ 12 h 78"/>
                <a:gd name="T4" fmla="*/ 14 w 23"/>
                <a:gd name="T5" fmla="*/ 23 h 78"/>
                <a:gd name="T6" fmla="*/ 23 w 23"/>
                <a:gd name="T7" fmla="*/ 53 h 78"/>
                <a:gd name="T8" fmla="*/ 1 w 23"/>
                <a:gd name="T9" fmla="*/ 78 h 78"/>
                <a:gd name="T10" fmla="*/ 0 w 23"/>
                <a:gd name="T11" fmla="*/ 78 h 78"/>
                <a:gd name="T12" fmla="*/ 0 w 23"/>
                <a:gd name="T1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78">
                  <a:moveTo>
                    <a:pt x="0" y="0"/>
                  </a:moveTo>
                  <a:cubicBezTo>
                    <a:pt x="4" y="0"/>
                    <a:pt x="8" y="5"/>
                    <a:pt x="12" y="12"/>
                  </a:cubicBezTo>
                  <a:cubicBezTo>
                    <a:pt x="15" y="20"/>
                    <a:pt x="14" y="23"/>
                    <a:pt x="14" y="23"/>
                  </a:cubicBezTo>
                  <a:cubicBezTo>
                    <a:pt x="18" y="23"/>
                    <a:pt x="23" y="40"/>
                    <a:pt x="23" y="53"/>
                  </a:cubicBezTo>
                  <a:cubicBezTo>
                    <a:pt x="23" y="65"/>
                    <a:pt x="16" y="78"/>
                    <a:pt x="1" y="78"/>
                  </a:cubicBezTo>
                  <a:cubicBezTo>
                    <a:pt x="1" y="78"/>
                    <a:pt x="0" y="78"/>
                    <a:pt x="0" y="7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D9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4" name="Freeform 202"/>
            <p:cNvSpPr>
              <a:spLocks/>
            </p:cNvSpPr>
            <p:nvPr/>
          </p:nvSpPr>
          <p:spPr bwMode="auto">
            <a:xfrm>
              <a:off x="9859963" y="4392613"/>
              <a:ext cx="23813" cy="134938"/>
            </a:xfrm>
            <a:custGeom>
              <a:avLst/>
              <a:gdLst>
                <a:gd name="T0" fmla="*/ 3 w 15"/>
                <a:gd name="T1" fmla="*/ 0 h 85"/>
                <a:gd name="T2" fmla="*/ 0 w 15"/>
                <a:gd name="T3" fmla="*/ 85 h 85"/>
                <a:gd name="T4" fmla="*/ 15 w 15"/>
                <a:gd name="T5" fmla="*/ 85 h 85"/>
                <a:gd name="T6" fmla="*/ 12 w 15"/>
                <a:gd name="T7" fmla="*/ 0 h 85"/>
                <a:gd name="T8" fmla="*/ 3 w 15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85">
                  <a:moveTo>
                    <a:pt x="3" y="0"/>
                  </a:moveTo>
                  <a:lnTo>
                    <a:pt x="0" y="85"/>
                  </a:lnTo>
                  <a:lnTo>
                    <a:pt x="15" y="85"/>
                  </a:lnTo>
                  <a:lnTo>
                    <a:pt x="1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6D3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5" name="Freeform 203"/>
            <p:cNvSpPr>
              <a:spLocks/>
            </p:cNvSpPr>
            <p:nvPr/>
          </p:nvSpPr>
          <p:spPr bwMode="auto">
            <a:xfrm>
              <a:off x="9871075" y="4392613"/>
              <a:ext cx="12700" cy="134938"/>
            </a:xfrm>
            <a:custGeom>
              <a:avLst/>
              <a:gdLst>
                <a:gd name="T0" fmla="*/ 0 w 8"/>
                <a:gd name="T1" fmla="*/ 0 h 85"/>
                <a:gd name="T2" fmla="*/ 0 w 8"/>
                <a:gd name="T3" fmla="*/ 85 h 85"/>
                <a:gd name="T4" fmla="*/ 8 w 8"/>
                <a:gd name="T5" fmla="*/ 85 h 85"/>
                <a:gd name="T6" fmla="*/ 5 w 8"/>
                <a:gd name="T7" fmla="*/ 0 h 85"/>
                <a:gd name="T8" fmla="*/ 0 w 8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5">
                  <a:moveTo>
                    <a:pt x="0" y="0"/>
                  </a:moveTo>
                  <a:lnTo>
                    <a:pt x="0" y="85"/>
                  </a:lnTo>
                  <a:lnTo>
                    <a:pt x="8" y="85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2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36" name="组合 435"/>
            <p:cNvGrpSpPr/>
            <p:nvPr/>
          </p:nvGrpSpPr>
          <p:grpSpPr>
            <a:xfrm>
              <a:off x="-447676" y="4742192"/>
              <a:ext cx="13354050" cy="311151"/>
              <a:chOff x="-447676" y="3701710"/>
              <a:chExt cx="13354050" cy="311151"/>
            </a:xfrm>
          </p:grpSpPr>
          <p:sp>
            <p:nvSpPr>
              <p:cNvPr id="437" name="Freeform 207"/>
              <p:cNvSpPr>
                <a:spLocks/>
              </p:cNvSpPr>
              <p:nvPr/>
            </p:nvSpPr>
            <p:spPr bwMode="auto">
              <a:xfrm>
                <a:off x="-447676" y="3701710"/>
                <a:ext cx="13354050" cy="311150"/>
              </a:xfrm>
              <a:custGeom>
                <a:avLst/>
                <a:gdLst>
                  <a:gd name="T0" fmla="*/ 3558 w 3558"/>
                  <a:gd name="T1" fmla="*/ 40 h 80"/>
                  <a:gd name="T2" fmla="*/ 3511 w 3558"/>
                  <a:gd name="T3" fmla="*/ 80 h 80"/>
                  <a:gd name="T4" fmla="*/ 47 w 3558"/>
                  <a:gd name="T5" fmla="*/ 80 h 80"/>
                  <a:gd name="T6" fmla="*/ 0 w 3558"/>
                  <a:gd name="T7" fmla="*/ 40 h 80"/>
                  <a:gd name="T8" fmla="*/ 0 w 3558"/>
                  <a:gd name="T9" fmla="*/ 40 h 80"/>
                  <a:gd name="T10" fmla="*/ 47 w 3558"/>
                  <a:gd name="T11" fmla="*/ 0 h 80"/>
                  <a:gd name="T12" fmla="*/ 3511 w 3558"/>
                  <a:gd name="T13" fmla="*/ 0 h 80"/>
                  <a:gd name="T14" fmla="*/ 3558 w 3558"/>
                  <a:gd name="T15" fmla="*/ 4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58" h="80">
                    <a:moveTo>
                      <a:pt x="3558" y="40"/>
                    </a:moveTo>
                    <a:cubicBezTo>
                      <a:pt x="3558" y="62"/>
                      <a:pt x="3537" y="80"/>
                      <a:pt x="3511" y="80"/>
                    </a:cubicBezTo>
                    <a:cubicBezTo>
                      <a:pt x="47" y="80"/>
                      <a:pt x="47" y="80"/>
                      <a:pt x="47" y="80"/>
                    </a:cubicBezTo>
                    <a:cubicBezTo>
                      <a:pt x="21" y="80"/>
                      <a:pt x="0" y="62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18"/>
                      <a:pt x="21" y="0"/>
                      <a:pt x="47" y="0"/>
                    </a:cubicBezTo>
                    <a:cubicBezTo>
                      <a:pt x="3511" y="0"/>
                      <a:pt x="3511" y="0"/>
                      <a:pt x="3511" y="0"/>
                    </a:cubicBezTo>
                    <a:cubicBezTo>
                      <a:pt x="3537" y="0"/>
                      <a:pt x="3558" y="18"/>
                      <a:pt x="3558" y="4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5C78E"/>
                  </a:gs>
                  <a:gs pos="46000">
                    <a:srgbClr val="489998"/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8" name="任意多边形 437"/>
              <p:cNvSpPr>
                <a:spLocks/>
              </p:cNvSpPr>
              <p:nvPr/>
            </p:nvSpPr>
            <p:spPr bwMode="auto">
              <a:xfrm>
                <a:off x="-438921" y="3895498"/>
                <a:ext cx="13336540" cy="117363"/>
              </a:xfrm>
              <a:custGeom>
                <a:avLst/>
                <a:gdLst>
                  <a:gd name="connsiteX0" fmla="*/ 0 w 13336540"/>
                  <a:gd name="connsiteY0" fmla="*/ 0 h 117363"/>
                  <a:gd name="connsiteX1" fmla="*/ 13336540 w 13336540"/>
                  <a:gd name="connsiteY1" fmla="*/ 0 h 117363"/>
                  <a:gd name="connsiteX2" fmla="*/ 13331455 w 13336540"/>
                  <a:gd name="connsiteY2" fmla="*/ 22195 h 117363"/>
                  <a:gd name="connsiteX3" fmla="*/ 13168892 w 13336540"/>
                  <a:gd name="connsiteY3" fmla="*/ 117363 h 117363"/>
                  <a:gd name="connsiteX4" fmla="*/ 167648 w 13336540"/>
                  <a:gd name="connsiteY4" fmla="*/ 117363 h 117363"/>
                  <a:gd name="connsiteX5" fmla="*/ 5085 w 13336540"/>
                  <a:gd name="connsiteY5" fmla="*/ 22195 h 117363"/>
                  <a:gd name="connsiteX6" fmla="*/ 0 w 13336540"/>
                  <a:gd name="connsiteY6" fmla="*/ 0 h 11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336540" h="117363">
                    <a:moveTo>
                      <a:pt x="0" y="0"/>
                    </a:moveTo>
                    <a:lnTo>
                      <a:pt x="13336540" y="0"/>
                    </a:lnTo>
                    <a:lnTo>
                      <a:pt x="13331455" y="22195"/>
                    </a:lnTo>
                    <a:cubicBezTo>
                      <a:pt x="13304713" y="77983"/>
                      <a:pt x="13242081" y="117363"/>
                      <a:pt x="13168892" y="117363"/>
                    </a:cubicBezTo>
                    <a:cubicBezTo>
                      <a:pt x="167648" y="117363"/>
                      <a:pt x="167648" y="117363"/>
                      <a:pt x="167648" y="117363"/>
                    </a:cubicBezTo>
                    <a:cubicBezTo>
                      <a:pt x="94459" y="117363"/>
                      <a:pt x="31827" y="77983"/>
                      <a:pt x="5085" y="2219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618" name="文本框 617"/>
          <p:cNvSpPr txBox="1"/>
          <p:nvPr/>
        </p:nvSpPr>
        <p:spPr>
          <a:xfrm>
            <a:off x="4721039" y="157668"/>
            <a:ext cx="290891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8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阵营</a:t>
            </a:r>
          </a:p>
        </p:txBody>
      </p:sp>
      <p:sp>
        <p:nvSpPr>
          <p:cNvPr id="2" name="矩形 1"/>
          <p:cNvSpPr/>
          <p:nvPr/>
        </p:nvSpPr>
        <p:spPr>
          <a:xfrm>
            <a:off x="642808" y="2291879"/>
            <a:ext cx="6594605" cy="389818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</a:pP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当局可以在关键时刻实施以下干预：</a:t>
            </a:r>
            <a:endParaRPr lang="en-US" altLang="zh-CN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marL="342900" lvl="0" indent="-34290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严格的处罚措施</a:t>
            </a:r>
            <a:endParaRPr lang="en-US" altLang="zh-CN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marL="342900" lvl="0" indent="-34290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经济奖励、补贴</a:t>
            </a:r>
            <a:endParaRPr lang="en-US" altLang="zh-CN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marL="342900" lvl="0" indent="-342900">
              <a:lnSpc>
                <a:spcPct val="150000"/>
              </a:lnSpc>
              <a:buFont typeface="Wingdings" panose="05000000000000000000" pitchFamily="2" charset="2"/>
              <a:buChar char="ü"/>
            </a:pPr>
            <a:endParaRPr lang="zh-CN" altLang="en-US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lvl="0">
              <a:lnSpc>
                <a:spcPct val="150000"/>
              </a:lnSpc>
            </a:pPr>
            <a:r>
              <a:rPr lang="zh-CN" altLang="en-US" sz="28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游戏目标</a:t>
            </a:r>
            <a:endParaRPr lang="en-US" altLang="zh-CN" sz="28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lvl="0">
              <a:lnSpc>
                <a:spcPct val="150000"/>
              </a:lnSpc>
            </a:pP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作为政府，推动企业完成生态转型是你的首要任务。在保障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生态值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提升的同时，还需确保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经济增长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，每一次决策都必须权衡经济发展、环境可持续性和公平性</a:t>
            </a:r>
            <a:endParaRPr kumimoji="0" lang="zh-CN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pic>
        <p:nvPicPr>
          <p:cNvPr id="2050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0326" y="109096"/>
            <a:ext cx="5829300" cy="44862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9" name="文本框 228"/>
          <p:cNvSpPr txBox="1"/>
          <p:nvPr/>
        </p:nvSpPr>
        <p:spPr>
          <a:xfrm>
            <a:off x="-21927" y="1237738"/>
            <a:ext cx="290891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政府</a:t>
            </a:r>
          </a:p>
        </p:txBody>
      </p:sp>
    </p:spTree>
    <p:extLst>
      <p:ext uri="{BB962C8B-B14F-4D97-AF65-F5344CB8AC3E}">
        <p14:creationId xmlns:p14="http://schemas.microsoft.com/office/powerpoint/2010/main" val="3110819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5000"/>
    </mc:Choice>
    <mc:Fallback xmlns="">
      <p:transition advClick="0" advTm="5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6" presetClass="emph" presetSubtype="0" repeatCount="indefinite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 tmFilter="0, 0; .2, .5; .8, .5; 1, 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4" dur="250" autoRev="1" fill="hold"/>
                                        <p:tgtEl>
                                          <p:spTgt spid="20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26" presetClass="emph" presetSubtype="0" repeatCount="indefinite" fill="hold" grpId="1" nodeType="withEffect">
                                  <p:stCondLst>
                                    <p:cond delay="1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 tmFilter="0, 0; .2, .5; .8, .5; 1, 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7" dur="250" autoRev="1" fill="hold"/>
                                        <p:tgtEl>
                                          <p:spTgt spid="20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8" presetID="26" presetClass="emph" presetSubtype="0" repeatCount="indefinite" fill="hold" grpId="1" nodeType="withEffect">
                                  <p:stCondLst>
                                    <p:cond delay="9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 tmFilter="0, 0; .2, .5; .8, .5; 1, 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0" dur="250" autoRev="1" fill="hold"/>
                                        <p:tgtEl>
                                          <p:spTgt spid="21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26" presetClass="emph" presetSubtype="0" repeatCount="indefinite" fill="hold" grpId="1" nodeType="withEffect">
                                  <p:stCondLst>
                                    <p:cond delay="13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 tmFilter="0, 0; .2, .5; .8, .5; 1, 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3" dur="250" autoRev="1" fill="hold"/>
                                        <p:tgtEl>
                                          <p:spTgt spid="21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4" presetID="26" presetClass="emph" presetSubtype="0" repeatCount="indefinite" fill="hold" grpId="1" nodeType="withEffect">
                                  <p:stCondLst>
                                    <p:cond delay="1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 tmFilter="0, 0; .2, .5; .8, .5; 1, 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6" dur="250" autoRev="1" fill="hold"/>
                                        <p:tgtEl>
                                          <p:spTgt spid="21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7" presetID="26" presetClass="emph" presetSubtype="0" repeatCount="indefinite" fill="hold" grpId="1" nodeType="withEffect">
                                  <p:stCondLst>
                                    <p:cond delay="1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 tmFilter="0, 0; .2, .5; .8, .5; 1, 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9" dur="250" autoRev="1" fill="hold"/>
                                        <p:tgtEl>
                                          <p:spTgt spid="21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0" presetID="26" presetClass="emph" presetSubtype="0" repeatCount="indefinite" fill="hold" grpId="1" nodeType="withEffect">
                                  <p:stCondLst>
                                    <p:cond delay="13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 tmFilter="0, 0; .2, .5; .8, .5; 1, 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2" dur="250" autoRev="1" fill="hold"/>
                                        <p:tgtEl>
                                          <p:spTgt spid="21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26" presetClass="emph" presetSubtype="0" repeatCount="indefinite" fill="hold" grpId="1" nodeType="withEffect">
                                  <p:stCondLst>
                                    <p:cond delay="1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 tmFilter="0, 0; .2, .5; .8, .5; 1, 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5" dur="250" autoRev="1" fill="hold"/>
                                        <p:tgtEl>
                                          <p:spTgt spid="21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6" presetID="26" presetClass="emph" presetSubtype="0" repeatCount="indefinite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 tmFilter="0, 0; .2, .5; .8, .5; 1, 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8" dur="250" autoRev="1" fill="hold"/>
                                        <p:tgtEl>
                                          <p:spTgt spid="2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9" presetID="26" presetClass="emph" presetSubtype="0" repeatCount="indefinite" fill="hold" grpId="1" nodeType="withEffect">
                                  <p:stCondLst>
                                    <p:cond delay="1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 tmFilter="0, 0; .2, .5; .8, .5; 1, 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1" dur="250" autoRev="1" fill="hold"/>
                                        <p:tgtEl>
                                          <p:spTgt spid="21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26" presetClass="emph" presetSubtype="0" repeatCount="indefinite" fill="hold" grpId="1" nodeType="withEffect">
                                  <p:stCondLst>
                                    <p:cond delay="1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 tmFilter="0, 0; .2, .5; .8, .5; 1, 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4" dur="250" autoRev="1" fill="hold"/>
                                        <p:tgtEl>
                                          <p:spTgt spid="21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95" presetID="26" presetClass="emph" presetSubtype="0" repeatCount="indefinite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 tmFilter="0, 0; .2, .5; .8, .5; 1, 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7" dur="250" autoRev="1" fill="hold"/>
                                        <p:tgtEl>
                                          <p:spTgt spid="22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98" presetID="26" presetClass="emph" presetSubtype="0" repeatCount="indefinite" fill="hold" grpId="1" nodeType="withEffect">
                                  <p:stCondLst>
                                    <p:cond delay="1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 tmFilter="0, 0; .2, .5; .8, .5; 1, 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0" dur="250" autoRev="1" fill="hold"/>
                                        <p:tgtEl>
                                          <p:spTgt spid="2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1" presetID="26" presetClass="emph" presetSubtype="0" repeatCount="indefinite" fill="hold" grpId="1" nodeType="withEffect">
                                  <p:stCondLst>
                                    <p:cond delay="13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 tmFilter="0, 0; .2, .5; .8, .5; 1, 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3" dur="250" autoRev="1" fill="hold"/>
                                        <p:tgtEl>
                                          <p:spTgt spid="2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4" presetID="26" presetClass="emph" presetSubtype="0" repeatCount="indefinite" fill="hold" grpId="1" nodeType="withEffect">
                                  <p:stCondLst>
                                    <p:cond delay="1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 tmFilter="0, 0; .2, .5; .8, .5; 1, 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6" dur="250" autoRev="1" fill="hold"/>
                                        <p:tgtEl>
                                          <p:spTgt spid="2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7" presetID="26" presetClass="emph" presetSubtype="0" repeatCount="indefinite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 tmFilter="0, 0; .2, .5; .8, .5; 1, 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9" dur="250" autoRev="1" fill="hold"/>
                                        <p:tgtEl>
                                          <p:spTgt spid="22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0" presetID="26" presetClass="emph" presetSubtype="0" repeatCount="indefinite" fill="hold" grpId="1" nodeType="withEffect">
                                  <p:stCondLst>
                                    <p:cond delay="1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 tmFilter="0, 0; .2, .5; .8, .5; 1, 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2" dur="250" autoRev="1" fill="hold"/>
                                        <p:tgtEl>
                                          <p:spTgt spid="22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26" presetClass="emph" presetSubtype="0" repeatCount="indefinite" fill="hold" grpId="1" nodeType="withEffect">
                                  <p:stCondLst>
                                    <p:cond delay="13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5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6" presetID="26" presetClass="emph" presetSubtype="0" repeatCount="indefinite" fill="hold" grpId="1" nodeType="withEffect">
                                  <p:stCondLst>
                                    <p:cond delay="1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 tmFilter="0, 0; .2, .5; .8, .5; 1, 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8" dur="250" autoRev="1" fill="hold"/>
                                        <p:tgtEl>
                                          <p:spTgt spid="22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grpId="2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7" grpId="0" animBg="1"/>
      <p:bldP spid="207" grpId="1" animBg="1"/>
      <p:bldP spid="207" grpId="2" animBg="1"/>
      <p:bldP spid="209" grpId="0" animBg="1"/>
      <p:bldP spid="209" grpId="1" animBg="1"/>
      <p:bldP spid="209" grpId="2" animBg="1"/>
      <p:bldP spid="210" grpId="0" animBg="1"/>
      <p:bldP spid="210" grpId="1" animBg="1"/>
      <p:bldP spid="210" grpId="2" animBg="1"/>
      <p:bldP spid="212" grpId="0" animBg="1"/>
      <p:bldP spid="212" grpId="1" animBg="1"/>
      <p:bldP spid="212" grpId="2" animBg="1"/>
      <p:bldP spid="213" grpId="0" animBg="1"/>
      <p:bldP spid="213" grpId="1" animBg="1"/>
      <p:bldP spid="213" grpId="2" animBg="1"/>
      <p:bldP spid="214" grpId="0" animBg="1"/>
      <p:bldP spid="214" grpId="1" animBg="1"/>
      <p:bldP spid="214" grpId="2" animBg="1"/>
      <p:bldP spid="215" grpId="0" animBg="1"/>
      <p:bldP spid="215" grpId="1" animBg="1"/>
      <p:bldP spid="215" grpId="2" animBg="1"/>
      <p:bldP spid="216" grpId="0" animBg="1"/>
      <p:bldP spid="216" grpId="1" animBg="1"/>
      <p:bldP spid="216" grpId="2" animBg="1"/>
      <p:bldP spid="217" grpId="0" animBg="1"/>
      <p:bldP spid="217" grpId="1" animBg="1"/>
      <p:bldP spid="217" grpId="2" animBg="1"/>
      <p:bldP spid="218" grpId="0" animBg="1"/>
      <p:bldP spid="218" grpId="1" animBg="1"/>
      <p:bldP spid="218" grpId="2" animBg="1"/>
      <p:bldP spid="219" grpId="0" animBg="1"/>
      <p:bldP spid="219" grpId="1" animBg="1"/>
      <p:bldP spid="219" grpId="2" animBg="1"/>
      <p:bldP spid="220" grpId="0" animBg="1"/>
      <p:bldP spid="220" grpId="1" animBg="1"/>
      <p:bldP spid="220" grpId="2" animBg="1"/>
      <p:bldP spid="221" grpId="0" animBg="1"/>
      <p:bldP spid="221" grpId="1" animBg="1"/>
      <p:bldP spid="221" grpId="2" animBg="1"/>
      <p:bldP spid="222" grpId="0" animBg="1"/>
      <p:bldP spid="222" grpId="1" animBg="1"/>
      <p:bldP spid="222" grpId="2" animBg="1"/>
      <p:bldP spid="223" grpId="0" animBg="1"/>
      <p:bldP spid="223" grpId="1" animBg="1"/>
      <p:bldP spid="223" grpId="2" animBg="1"/>
      <p:bldP spid="224" grpId="0" animBg="1"/>
      <p:bldP spid="224" grpId="1" animBg="1"/>
      <p:bldP spid="224" grpId="2" animBg="1"/>
      <p:bldP spid="225" grpId="0" animBg="1"/>
      <p:bldP spid="225" grpId="1" animBg="1"/>
      <p:bldP spid="225" grpId="2" animBg="1"/>
      <p:bldP spid="226" grpId="0" animBg="1"/>
      <p:bldP spid="226" grpId="1" animBg="1"/>
      <p:bldP spid="226" grpId="2" animBg="1"/>
      <p:bldP spid="227" grpId="0" animBg="1"/>
      <p:bldP spid="227" grpId="1" animBg="1"/>
      <p:bldP spid="227" grpId="2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152A62"/>
            </a:gs>
            <a:gs pos="37000">
              <a:srgbClr val="2F275A"/>
            </a:gs>
            <a:gs pos="70000">
              <a:srgbClr val="452554"/>
            </a:gs>
            <a:gs pos="100000">
              <a:srgbClr val="522450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3"/>
          <p:cNvSpPr>
            <a:spLocks noChangeAspect="1" noChangeArrowheads="1" noTextEdit="1"/>
          </p:cNvSpPr>
          <p:nvPr/>
        </p:nvSpPr>
        <p:spPr bwMode="auto">
          <a:xfrm>
            <a:off x="-581025" y="-610041"/>
            <a:ext cx="13354050" cy="536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41"/>
          <p:cNvSpPr>
            <a:spLocks/>
          </p:cNvSpPr>
          <p:nvPr/>
        </p:nvSpPr>
        <p:spPr bwMode="auto">
          <a:xfrm>
            <a:off x="5391150" y="-568766"/>
            <a:ext cx="193675" cy="173038"/>
          </a:xfrm>
          <a:custGeom>
            <a:avLst/>
            <a:gdLst>
              <a:gd name="T0" fmla="*/ 49 w 52"/>
              <a:gd name="T1" fmla="*/ 17 h 46"/>
              <a:gd name="T2" fmla="*/ 34 w 52"/>
              <a:gd name="T3" fmla="*/ 15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5 h 46"/>
              <a:gd name="T12" fmla="*/ 3 w 52"/>
              <a:gd name="T13" fmla="*/ 17 h 46"/>
              <a:gd name="T14" fmla="*/ 3 w 52"/>
              <a:gd name="T15" fmla="*/ 20 h 46"/>
              <a:gd name="T16" fmla="*/ 13 w 52"/>
              <a:gd name="T17" fmla="*/ 30 h 46"/>
              <a:gd name="T18" fmla="*/ 10 w 52"/>
              <a:gd name="T19" fmla="*/ 44 h 46"/>
              <a:gd name="T20" fmla="*/ 13 w 52"/>
              <a:gd name="T21" fmla="*/ 46 h 46"/>
              <a:gd name="T22" fmla="*/ 25 w 52"/>
              <a:gd name="T23" fmla="*/ 39 h 46"/>
              <a:gd name="T24" fmla="*/ 26 w 52"/>
              <a:gd name="T25" fmla="*/ 38 h 46"/>
              <a:gd name="T26" fmla="*/ 27 w 52"/>
              <a:gd name="T27" fmla="*/ 39 h 46"/>
              <a:gd name="T28" fmla="*/ 40 w 52"/>
              <a:gd name="T29" fmla="*/ 46 h 46"/>
              <a:gd name="T30" fmla="*/ 42 w 52"/>
              <a:gd name="T31" fmla="*/ 44 h 46"/>
              <a:gd name="T32" fmla="*/ 39 w 52"/>
              <a:gd name="T33" fmla="*/ 30 h 46"/>
              <a:gd name="T34" fmla="*/ 49 w 52"/>
              <a:gd name="T35" fmla="*/ 20 h 46"/>
              <a:gd name="T36" fmla="*/ 49 w 52"/>
              <a:gd name="T37" fmla="*/ 1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7"/>
                </a:moveTo>
                <a:cubicBezTo>
                  <a:pt x="45" y="16"/>
                  <a:pt x="34" y="15"/>
                  <a:pt x="34" y="15"/>
                </a:cubicBezTo>
                <a:cubicBezTo>
                  <a:pt x="34" y="15"/>
                  <a:pt x="28" y="4"/>
                  <a:pt x="27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5"/>
                </a:cubicBezTo>
                <a:cubicBezTo>
                  <a:pt x="18" y="15"/>
                  <a:pt x="7" y="16"/>
                  <a:pt x="3" y="17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30"/>
                  <a:pt x="13" y="30"/>
                </a:cubicBezTo>
                <a:cubicBezTo>
                  <a:pt x="13" y="30"/>
                  <a:pt x="11" y="42"/>
                  <a:pt x="10" y="44"/>
                </a:cubicBezTo>
                <a:cubicBezTo>
                  <a:pt x="10" y="46"/>
                  <a:pt x="11" y="46"/>
                  <a:pt x="13" y="46"/>
                </a:cubicBezTo>
                <a:cubicBezTo>
                  <a:pt x="14" y="45"/>
                  <a:pt x="25" y="39"/>
                  <a:pt x="25" y="39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38" y="45"/>
                  <a:pt x="40" y="46"/>
                </a:cubicBezTo>
                <a:cubicBezTo>
                  <a:pt x="41" y="46"/>
                  <a:pt x="42" y="46"/>
                  <a:pt x="42" y="44"/>
                </a:cubicBezTo>
                <a:cubicBezTo>
                  <a:pt x="41" y="42"/>
                  <a:pt x="39" y="30"/>
                  <a:pt x="39" y="30"/>
                </a:cubicBezTo>
                <a:cubicBezTo>
                  <a:pt x="39" y="30"/>
                  <a:pt x="48" y="21"/>
                  <a:pt x="49" y="20"/>
                </a:cubicBezTo>
                <a:cubicBezTo>
                  <a:pt x="51" y="19"/>
                  <a:pt x="52" y="17"/>
                  <a:pt x="49" y="17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46"/>
          <p:cNvSpPr>
            <a:spLocks/>
          </p:cNvSpPr>
          <p:nvPr/>
        </p:nvSpPr>
        <p:spPr bwMode="auto">
          <a:xfrm>
            <a:off x="8137525" y="-452878"/>
            <a:ext cx="198438" cy="173038"/>
          </a:xfrm>
          <a:custGeom>
            <a:avLst/>
            <a:gdLst>
              <a:gd name="T0" fmla="*/ 49 w 53"/>
              <a:gd name="T1" fmla="*/ 16 h 46"/>
              <a:gd name="T2" fmla="*/ 34 w 53"/>
              <a:gd name="T3" fmla="*/ 15 h 46"/>
              <a:gd name="T4" fmla="*/ 28 w 53"/>
              <a:gd name="T5" fmla="*/ 2 h 46"/>
              <a:gd name="T6" fmla="*/ 26 w 53"/>
              <a:gd name="T7" fmla="*/ 0 h 46"/>
              <a:gd name="T8" fmla="*/ 25 w 53"/>
              <a:gd name="T9" fmla="*/ 2 h 46"/>
              <a:gd name="T10" fmla="*/ 18 w 53"/>
              <a:gd name="T11" fmla="*/ 14 h 46"/>
              <a:gd name="T12" fmla="*/ 4 w 53"/>
              <a:gd name="T13" fmla="*/ 16 h 46"/>
              <a:gd name="T14" fmla="*/ 3 w 53"/>
              <a:gd name="T15" fmla="*/ 19 h 46"/>
              <a:gd name="T16" fmla="*/ 13 w 53"/>
              <a:gd name="T17" fmla="*/ 29 h 46"/>
              <a:gd name="T18" fmla="*/ 11 w 53"/>
              <a:gd name="T19" fmla="*/ 43 h 46"/>
              <a:gd name="T20" fmla="*/ 13 w 53"/>
              <a:gd name="T21" fmla="*/ 45 h 46"/>
              <a:gd name="T22" fmla="*/ 26 w 53"/>
              <a:gd name="T23" fmla="*/ 38 h 46"/>
              <a:gd name="T24" fmla="*/ 27 w 53"/>
              <a:gd name="T25" fmla="*/ 38 h 46"/>
              <a:gd name="T26" fmla="*/ 27 w 53"/>
              <a:gd name="T27" fmla="*/ 38 h 46"/>
              <a:gd name="T28" fmla="*/ 40 w 53"/>
              <a:gd name="T29" fmla="*/ 45 h 46"/>
              <a:gd name="T30" fmla="*/ 42 w 53"/>
              <a:gd name="T31" fmla="*/ 43 h 46"/>
              <a:gd name="T32" fmla="*/ 40 w 53"/>
              <a:gd name="T33" fmla="*/ 29 h 46"/>
              <a:gd name="T34" fmla="*/ 50 w 53"/>
              <a:gd name="T35" fmla="*/ 19 h 46"/>
              <a:gd name="T36" fmla="*/ 49 w 53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3" h="46">
                <a:moveTo>
                  <a:pt x="49" y="16"/>
                </a:moveTo>
                <a:cubicBezTo>
                  <a:pt x="46" y="16"/>
                  <a:pt x="34" y="15"/>
                  <a:pt x="34" y="15"/>
                </a:cubicBezTo>
                <a:cubicBezTo>
                  <a:pt x="34" y="15"/>
                  <a:pt x="29" y="3"/>
                  <a:pt x="28" y="2"/>
                </a:cubicBezTo>
                <a:cubicBezTo>
                  <a:pt x="28" y="1"/>
                  <a:pt x="27" y="0"/>
                  <a:pt x="26" y="0"/>
                </a:cubicBezTo>
                <a:cubicBezTo>
                  <a:pt x="26" y="0"/>
                  <a:pt x="25" y="1"/>
                  <a:pt x="25" y="2"/>
                </a:cubicBezTo>
                <a:cubicBezTo>
                  <a:pt x="24" y="4"/>
                  <a:pt x="20" y="11"/>
                  <a:pt x="18" y="14"/>
                </a:cubicBezTo>
                <a:cubicBezTo>
                  <a:pt x="18" y="14"/>
                  <a:pt x="7" y="16"/>
                  <a:pt x="4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5" y="20"/>
                  <a:pt x="13" y="29"/>
                  <a:pt x="13" y="29"/>
                </a:cubicBezTo>
                <a:cubicBezTo>
                  <a:pt x="13" y="29"/>
                  <a:pt x="11" y="41"/>
                  <a:pt x="11" y="43"/>
                </a:cubicBezTo>
                <a:cubicBezTo>
                  <a:pt x="10" y="46"/>
                  <a:pt x="12" y="46"/>
                  <a:pt x="13" y="45"/>
                </a:cubicBezTo>
                <a:cubicBezTo>
                  <a:pt x="15" y="45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9" y="45"/>
                  <a:pt x="40" y="45"/>
                </a:cubicBezTo>
                <a:cubicBezTo>
                  <a:pt x="42" y="46"/>
                  <a:pt x="43" y="46"/>
                  <a:pt x="42" y="43"/>
                </a:cubicBezTo>
                <a:cubicBezTo>
                  <a:pt x="42" y="41"/>
                  <a:pt x="40" y="29"/>
                  <a:pt x="40" y="29"/>
                </a:cubicBezTo>
                <a:cubicBezTo>
                  <a:pt x="40" y="29"/>
                  <a:pt x="49" y="20"/>
                  <a:pt x="50" y="19"/>
                </a:cubicBezTo>
                <a:cubicBezTo>
                  <a:pt x="51" y="18"/>
                  <a:pt x="53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48"/>
          <p:cNvSpPr>
            <a:spLocks/>
          </p:cNvSpPr>
          <p:nvPr/>
        </p:nvSpPr>
        <p:spPr bwMode="auto">
          <a:xfrm>
            <a:off x="3240088" y="-606866"/>
            <a:ext cx="195263" cy="173038"/>
          </a:xfrm>
          <a:custGeom>
            <a:avLst/>
            <a:gdLst>
              <a:gd name="T0" fmla="*/ 49 w 52"/>
              <a:gd name="T1" fmla="*/ 16 h 46"/>
              <a:gd name="T2" fmla="*/ 34 w 52"/>
              <a:gd name="T3" fmla="*/ 14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4 h 46"/>
              <a:gd name="T12" fmla="*/ 3 w 52"/>
              <a:gd name="T13" fmla="*/ 16 h 46"/>
              <a:gd name="T14" fmla="*/ 3 w 52"/>
              <a:gd name="T15" fmla="*/ 19 h 46"/>
              <a:gd name="T16" fmla="*/ 13 w 52"/>
              <a:gd name="T17" fmla="*/ 29 h 46"/>
              <a:gd name="T18" fmla="*/ 10 w 52"/>
              <a:gd name="T19" fmla="*/ 43 h 46"/>
              <a:gd name="T20" fmla="*/ 13 w 52"/>
              <a:gd name="T21" fmla="*/ 45 h 46"/>
              <a:gd name="T22" fmla="*/ 25 w 52"/>
              <a:gd name="T23" fmla="*/ 38 h 46"/>
              <a:gd name="T24" fmla="*/ 26 w 52"/>
              <a:gd name="T25" fmla="*/ 38 h 46"/>
              <a:gd name="T26" fmla="*/ 27 w 52"/>
              <a:gd name="T27" fmla="*/ 38 h 46"/>
              <a:gd name="T28" fmla="*/ 39 w 52"/>
              <a:gd name="T29" fmla="*/ 45 h 46"/>
              <a:gd name="T30" fmla="*/ 42 w 52"/>
              <a:gd name="T31" fmla="*/ 43 h 46"/>
              <a:gd name="T32" fmla="*/ 39 w 52"/>
              <a:gd name="T33" fmla="*/ 29 h 46"/>
              <a:gd name="T34" fmla="*/ 49 w 52"/>
              <a:gd name="T35" fmla="*/ 19 h 46"/>
              <a:gd name="T36" fmla="*/ 49 w 52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6"/>
                </a:move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7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0" y="43"/>
                </a:cubicBezTo>
                <a:cubicBezTo>
                  <a:pt x="10" y="46"/>
                  <a:pt x="11" y="46"/>
                  <a:pt x="13" y="45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39" y="45"/>
                </a:cubicBezTo>
                <a:cubicBezTo>
                  <a:pt x="41" y="46"/>
                  <a:pt x="42" y="46"/>
                  <a:pt x="42" y="43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19"/>
                </a:cubicBezTo>
                <a:cubicBezTo>
                  <a:pt x="50" y="18"/>
                  <a:pt x="52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55"/>
          <p:cNvSpPr>
            <a:spLocks/>
          </p:cNvSpPr>
          <p:nvPr/>
        </p:nvSpPr>
        <p:spPr bwMode="auto">
          <a:xfrm>
            <a:off x="10491788" y="-519553"/>
            <a:ext cx="153988" cy="134938"/>
          </a:xfrm>
          <a:custGeom>
            <a:avLst/>
            <a:gdLst>
              <a:gd name="T0" fmla="*/ 38 w 41"/>
              <a:gd name="T1" fmla="*/ 13 h 36"/>
              <a:gd name="T2" fmla="*/ 27 w 41"/>
              <a:gd name="T3" fmla="*/ 11 h 36"/>
              <a:gd name="T4" fmla="*/ 21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2 w 41"/>
              <a:gd name="T13" fmla="*/ 13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6 h 36"/>
              <a:gd name="T22" fmla="*/ 20 w 41"/>
              <a:gd name="T23" fmla="*/ 30 h 36"/>
              <a:gd name="T24" fmla="*/ 20 w 41"/>
              <a:gd name="T25" fmla="*/ 30 h 36"/>
              <a:gd name="T26" fmla="*/ 21 w 41"/>
              <a:gd name="T27" fmla="*/ 30 h 36"/>
              <a:gd name="T28" fmla="*/ 31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8" y="13"/>
                </a:moveTo>
                <a:cubicBezTo>
                  <a:pt x="35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1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619223" y="5299304"/>
            <a:ext cx="5154613" cy="1925933"/>
            <a:chOff x="-447676" y="-230628"/>
            <a:chExt cx="13354050" cy="4989512"/>
          </a:xfrm>
        </p:grpSpPr>
        <p:sp>
          <p:nvSpPr>
            <p:cNvPr id="17" name="Oval 13"/>
            <p:cNvSpPr>
              <a:spLocks noChangeArrowheads="1"/>
            </p:cNvSpPr>
            <p:nvPr/>
          </p:nvSpPr>
          <p:spPr bwMode="auto">
            <a:xfrm>
              <a:off x="4899025" y="632972"/>
              <a:ext cx="1384300" cy="1387475"/>
            </a:xfrm>
            <a:prstGeom prst="ellipse">
              <a:avLst/>
            </a:prstGeom>
            <a:solidFill>
              <a:srgbClr val="39376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2703513" y="1891859"/>
              <a:ext cx="2124075" cy="1423988"/>
            </a:xfrm>
            <a:custGeom>
              <a:avLst/>
              <a:gdLst>
                <a:gd name="T0" fmla="*/ 669 w 1338"/>
                <a:gd name="T1" fmla="*/ 0 h 897"/>
                <a:gd name="T2" fmla="*/ 0 w 1338"/>
                <a:gd name="T3" fmla="*/ 897 h 897"/>
                <a:gd name="T4" fmla="*/ 182 w 1338"/>
                <a:gd name="T5" fmla="*/ 897 h 897"/>
                <a:gd name="T6" fmla="*/ 444 w 1338"/>
                <a:gd name="T7" fmla="*/ 897 h 897"/>
                <a:gd name="T8" fmla="*/ 1338 w 1338"/>
                <a:gd name="T9" fmla="*/ 897 h 897"/>
                <a:gd name="T10" fmla="*/ 669 w 1338"/>
                <a:gd name="T1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8" h="897">
                  <a:moveTo>
                    <a:pt x="669" y="0"/>
                  </a:moveTo>
                  <a:lnTo>
                    <a:pt x="0" y="897"/>
                  </a:lnTo>
                  <a:lnTo>
                    <a:pt x="182" y="897"/>
                  </a:lnTo>
                  <a:lnTo>
                    <a:pt x="444" y="897"/>
                  </a:lnTo>
                  <a:lnTo>
                    <a:pt x="1338" y="897"/>
                  </a:lnTo>
                  <a:lnTo>
                    <a:pt x="6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620713" y="1083822"/>
              <a:ext cx="3332163" cy="2232025"/>
            </a:xfrm>
            <a:custGeom>
              <a:avLst/>
              <a:gdLst>
                <a:gd name="T0" fmla="*/ 286 w 2099"/>
                <a:gd name="T1" fmla="*/ 1406 h 1406"/>
                <a:gd name="T2" fmla="*/ 2099 w 2099"/>
                <a:gd name="T3" fmla="*/ 1406 h 1406"/>
                <a:gd name="T4" fmla="*/ 1049 w 2099"/>
                <a:gd name="T5" fmla="*/ 0 h 1406"/>
                <a:gd name="T6" fmla="*/ 0 w 2099"/>
                <a:gd name="T7" fmla="*/ 1406 h 1406"/>
                <a:gd name="T8" fmla="*/ 286 w 2099"/>
                <a:gd name="T9" fmla="*/ 140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9" h="1406">
                  <a:moveTo>
                    <a:pt x="286" y="1406"/>
                  </a:moveTo>
                  <a:lnTo>
                    <a:pt x="2099" y="1406"/>
                  </a:lnTo>
                  <a:lnTo>
                    <a:pt x="1049" y="0"/>
                  </a:lnTo>
                  <a:lnTo>
                    <a:pt x="0" y="1406"/>
                  </a:lnTo>
                  <a:lnTo>
                    <a:pt x="286" y="14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" name="Freeform 31"/>
            <p:cNvSpPr>
              <a:spLocks/>
            </p:cNvSpPr>
            <p:nvPr/>
          </p:nvSpPr>
          <p:spPr bwMode="auto">
            <a:xfrm>
              <a:off x="2894013" y="632972"/>
              <a:ext cx="885825" cy="230188"/>
            </a:xfrm>
            <a:custGeom>
              <a:avLst/>
              <a:gdLst>
                <a:gd name="T0" fmla="*/ 236 w 236"/>
                <a:gd name="T1" fmla="*/ 31 h 61"/>
                <a:gd name="T2" fmla="*/ 206 w 236"/>
                <a:gd name="T3" fmla="*/ 61 h 61"/>
                <a:gd name="T4" fmla="*/ 30 w 236"/>
                <a:gd name="T5" fmla="*/ 61 h 61"/>
                <a:gd name="T6" fmla="*/ 0 w 236"/>
                <a:gd name="T7" fmla="*/ 31 h 61"/>
                <a:gd name="T8" fmla="*/ 30 w 236"/>
                <a:gd name="T9" fmla="*/ 0 h 61"/>
                <a:gd name="T10" fmla="*/ 206 w 236"/>
                <a:gd name="T11" fmla="*/ 0 h 61"/>
                <a:gd name="T12" fmla="*/ 236 w 236"/>
                <a:gd name="T13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6" h="61">
                  <a:moveTo>
                    <a:pt x="236" y="31"/>
                  </a:moveTo>
                  <a:cubicBezTo>
                    <a:pt x="236" y="48"/>
                    <a:pt x="223" y="61"/>
                    <a:pt x="206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14" y="61"/>
                    <a:pt x="0" y="48"/>
                    <a:pt x="0" y="31"/>
                  </a:cubicBezTo>
                  <a:cubicBezTo>
                    <a:pt x="0" y="14"/>
                    <a:pt x="14" y="0"/>
                    <a:pt x="30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23" y="0"/>
                    <a:pt x="236" y="14"/>
                    <a:pt x="236" y="31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" name="Freeform 33"/>
            <p:cNvSpPr>
              <a:spLocks noEditPoints="1"/>
            </p:cNvSpPr>
            <p:nvPr/>
          </p:nvSpPr>
          <p:spPr bwMode="auto">
            <a:xfrm>
              <a:off x="10179050" y="88459"/>
              <a:ext cx="1397000" cy="206375"/>
            </a:xfrm>
            <a:custGeom>
              <a:avLst/>
              <a:gdLst>
                <a:gd name="T0" fmla="*/ 158 w 372"/>
                <a:gd name="T1" fmla="*/ 27 h 55"/>
                <a:gd name="T2" fmla="*/ 186 w 372"/>
                <a:gd name="T3" fmla="*/ 0 h 55"/>
                <a:gd name="T4" fmla="*/ 344 w 372"/>
                <a:gd name="T5" fmla="*/ 0 h 55"/>
                <a:gd name="T6" fmla="*/ 372 w 372"/>
                <a:gd name="T7" fmla="*/ 27 h 55"/>
                <a:gd name="T8" fmla="*/ 344 w 372"/>
                <a:gd name="T9" fmla="*/ 55 h 55"/>
                <a:gd name="T10" fmla="*/ 186 w 372"/>
                <a:gd name="T11" fmla="*/ 55 h 55"/>
                <a:gd name="T12" fmla="*/ 158 w 372"/>
                <a:gd name="T13" fmla="*/ 27 h 55"/>
                <a:gd name="T14" fmla="*/ 107 w 372"/>
                <a:gd name="T15" fmla="*/ 55 h 55"/>
                <a:gd name="T16" fmla="*/ 134 w 372"/>
                <a:gd name="T17" fmla="*/ 27 h 55"/>
                <a:gd name="T18" fmla="*/ 107 w 372"/>
                <a:gd name="T19" fmla="*/ 0 h 55"/>
                <a:gd name="T20" fmla="*/ 79 w 372"/>
                <a:gd name="T21" fmla="*/ 27 h 55"/>
                <a:gd name="T22" fmla="*/ 107 w 372"/>
                <a:gd name="T23" fmla="*/ 55 h 55"/>
                <a:gd name="T24" fmla="*/ 28 w 372"/>
                <a:gd name="T25" fmla="*/ 55 h 55"/>
                <a:gd name="T26" fmla="*/ 55 w 372"/>
                <a:gd name="T27" fmla="*/ 27 h 55"/>
                <a:gd name="T28" fmla="*/ 28 w 372"/>
                <a:gd name="T29" fmla="*/ 0 h 55"/>
                <a:gd name="T30" fmla="*/ 0 w 372"/>
                <a:gd name="T31" fmla="*/ 27 h 55"/>
                <a:gd name="T32" fmla="*/ 28 w 372"/>
                <a:gd name="T3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2" h="55">
                  <a:moveTo>
                    <a:pt x="158" y="27"/>
                  </a:moveTo>
                  <a:cubicBezTo>
                    <a:pt x="158" y="12"/>
                    <a:pt x="171" y="0"/>
                    <a:pt x="186" y="0"/>
                  </a:cubicBezTo>
                  <a:cubicBezTo>
                    <a:pt x="344" y="0"/>
                    <a:pt x="344" y="0"/>
                    <a:pt x="344" y="0"/>
                  </a:cubicBezTo>
                  <a:cubicBezTo>
                    <a:pt x="359" y="0"/>
                    <a:pt x="372" y="12"/>
                    <a:pt x="372" y="27"/>
                  </a:cubicBezTo>
                  <a:cubicBezTo>
                    <a:pt x="372" y="42"/>
                    <a:pt x="359" y="55"/>
                    <a:pt x="344" y="55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71" y="55"/>
                    <a:pt x="158" y="42"/>
                    <a:pt x="158" y="27"/>
                  </a:cubicBezTo>
                  <a:close/>
                  <a:moveTo>
                    <a:pt x="107" y="55"/>
                  </a:moveTo>
                  <a:cubicBezTo>
                    <a:pt x="122" y="55"/>
                    <a:pt x="134" y="42"/>
                    <a:pt x="134" y="27"/>
                  </a:cubicBezTo>
                  <a:cubicBezTo>
                    <a:pt x="134" y="12"/>
                    <a:pt x="122" y="0"/>
                    <a:pt x="107" y="0"/>
                  </a:cubicBezTo>
                  <a:cubicBezTo>
                    <a:pt x="92" y="0"/>
                    <a:pt x="79" y="12"/>
                    <a:pt x="79" y="27"/>
                  </a:cubicBezTo>
                  <a:cubicBezTo>
                    <a:pt x="79" y="42"/>
                    <a:pt x="92" y="55"/>
                    <a:pt x="107" y="55"/>
                  </a:cubicBezTo>
                  <a:close/>
                  <a:moveTo>
                    <a:pt x="28" y="55"/>
                  </a:moveTo>
                  <a:cubicBezTo>
                    <a:pt x="43" y="55"/>
                    <a:pt x="55" y="42"/>
                    <a:pt x="55" y="27"/>
                  </a:cubicBezTo>
                  <a:cubicBezTo>
                    <a:pt x="55" y="12"/>
                    <a:pt x="43" y="0"/>
                    <a:pt x="28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5"/>
                    <a:pt x="28" y="55"/>
                  </a:cubicBez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Freeform 34"/>
            <p:cNvSpPr>
              <a:spLocks noEditPoints="1"/>
            </p:cNvSpPr>
            <p:nvPr/>
          </p:nvSpPr>
          <p:spPr bwMode="auto">
            <a:xfrm>
              <a:off x="11174413" y="1399734"/>
              <a:ext cx="1095375" cy="206375"/>
            </a:xfrm>
            <a:custGeom>
              <a:avLst/>
              <a:gdLst>
                <a:gd name="T0" fmla="*/ 79 w 292"/>
                <a:gd name="T1" fmla="*/ 27 h 55"/>
                <a:gd name="T2" fmla="*/ 106 w 292"/>
                <a:gd name="T3" fmla="*/ 0 h 55"/>
                <a:gd name="T4" fmla="*/ 265 w 292"/>
                <a:gd name="T5" fmla="*/ 0 h 55"/>
                <a:gd name="T6" fmla="*/ 292 w 292"/>
                <a:gd name="T7" fmla="*/ 27 h 55"/>
                <a:gd name="T8" fmla="*/ 265 w 292"/>
                <a:gd name="T9" fmla="*/ 55 h 55"/>
                <a:gd name="T10" fmla="*/ 106 w 292"/>
                <a:gd name="T11" fmla="*/ 55 h 55"/>
                <a:gd name="T12" fmla="*/ 79 w 292"/>
                <a:gd name="T13" fmla="*/ 27 h 55"/>
                <a:gd name="T14" fmla="*/ 27 w 292"/>
                <a:gd name="T15" fmla="*/ 55 h 55"/>
                <a:gd name="T16" fmla="*/ 55 w 292"/>
                <a:gd name="T17" fmla="*/ 27 h 55"/>
                <a:gd name="T18" fmla="*/ 27 w 292"/>
                <a:gd name="T19" fmla="*/ 0 h 55"/>
                <a:gd name="T20" fmla="*/ 0 w 292"/>
                <a:gd name="T21" fmla="*/ 27 h 55"/>
                <a:gd name="T22" fmla="*/ 27 w 292"/>
                <a:gd name="T2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2" h="55">
                  <a:moveTo>
                    <a:pt x="79" y="27"/>
                  </a:moveTo>
                  <a:cubicBezTo>
                    <a:pt x="79" y="12"/>
                    <a:pt x="91" y="0"/>
                    <a:pt x="106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280" y="0"/>
                    <a:pt x="292" y="12"/>
                    <a:pt x="292" y="27"/>
                  </a:cubicBezTo>
                  <a:cubicBezTo>
                    <a:pt x="292" y="43"/>
                    <a:pt x="280" y="55"/>
                    <a:pt x="265" y="55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91" y="55"/>
                    <a:pt x="79" y="43"/>
                    <a:pt x="79" y="27"/>
                  </a:cubicBezTo>
                  <a:close/>
                  <a:moveTo>
                    <a:pt x="27" y="55"/>
                  </a:moveTo>
                  <a:cubicBezTo>
                    <a:pt x="43" y="55"/>
                    <a:pt x="55" y="43"/>
                    <a:pt x="55" y="27"/>
                  </a:cubicBezTo>
                  <a:cubicBezTo>
                    <a:pt x="55" y="12"/>
                    <a:pt x="43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3"/>
                    <a:pt x="12" y="55"/>
                    <a:pt x="27" y="55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Freeform 35"/>
            <p:cNvSpPr>
              <a:spLocks noEditPoints="1"/>
            </p:cNvSpPr>
            <p:nvPr/>
          </p:nvSpPr>
          <p:spPr bwMode="auto">
            <a:xfrm>
              <a:off x="315913" y="1272734"/>
              <a:ext cx="1095375" cy="206375"/>
            </a:xfrm>
            <a:custGeom>
              <a:avLst/>
              <a:gdLst>
                <a:gd name="T0" fmla="*/ 213 w 292"/>
                <a:gd name="T1" fmla="*/ 27 h 55"/>
                <a:gd name="T2" fmla="*/ 186 w 292"/>
                <a:gd name="T3" fmla="*/ 55 h 55"/>
                <a:gd name="T4" fmla="*/ 27 w 292"/>
                <a:gd name="T5" fmla="*/ 55 h 55"/>
                <a:gd name="T6" fmla="*/ 0 w 292"/>
                <a:gd name="T7" fmla="*/ 27 h 55"/>
                <a:gd name="T8" fmla="*/ 27 w 292"/>
                <a:gd name="T9" fmla="*/ 0 h 55"/>
                <a:gd name="T10" fmla="*/ 186 w 292"/>
                <a:gd name="T11" fmla="*/ 0 h 55"/>
                <a:gd name="T12" fmla="*/ 213 w 292"/>
                <a:gd name="T13" fmla="*/ 27 h 55"/>
                <a:gd name="T14" fmla="*/ 265 w 292"/>
                <a:gd name="T15" fmla="*/ 0 h 55"/>
                <a:gd name="T16" fmla="*/ 237 w 292"/>
                <a:gd name="T17" fmla="*/ 27 h 55"/>
                <a:gd name="T18" fmla="*/ 265 w 292"/>
                <a:gd name="T19" fmla="*/ 55 h 55"/>
                <a:gd name="T20" fmla="*/ 292 w 292"/>
                <a:gd name="T21" fmla="*/ 27 h 55"/>
                <a:gd name="T22" fmla="*/ 265 w 292"/>
                <a:gd name="T2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2" h="55">
                  <a:moveTo>
                    <a:pt x="213" y="27"/>
                  </a:moveTo>
                  <a:cubicBezTo>
                    <a:pt x="213" y="42"/>
                    <a:pt x="201" y="55"/>
                    <a:pt x="186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12" y="55"/>
                    <a:pt x="0" y="42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201" y="0"/>
                    <a:pt x="213" y="12"/>
                    <a:pt x="213" y="27"/>
                  </a:cubicBezTo>
                  <a:close/>
                  <a:moveTo>
                    <a:pt x="265" y="0"/>
                  </a:moveTo>
                  <a:cubicBezTo>
                    <a:pt x="250" y="0"/>
                    <a:pt x="237" y="12"/>
                    <a:pt x="237" y="27"/>
                  </a:cubicBezTo>
                  <a:cubicBezTo>
                    <a:pt x="237" y="42"/>
                    <a:pt x="250" y="55"/>
                    <a:pt x="265" y="55"/>
                  </a:cubicBezTo>
                  <a:cubicBezTo>
                    <a:pt x="280" y="55"/>
                    <a:pt x="292" y="42"/>
                    <a:pt x="292" y="27"/>
                  </a:cubicBezTo>
                  <a:cubicBezTo>
                    <a:pt x="292" y="12"/>
                    <a:pt x="280" y="0"/>
                    <a:pt x="265" y="0"/>
                  </a:cubicBezTo>
                  <a:close/>
                </a:path>
              </a:pathLst>
            </a:custGeom>
            <a:solidFill>
              <a:srgbClr val="663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" name="Freeform 36"/>
            <p:cNvSpPr>
              <a:spLocks noEditPoints="1"/>
            </p:cNvSpPr>
            <p:nvPr/>
          </p:nvSpPr>
          <p:spPr bwMode="auto">
            <a:xfrm>
              <a:off x="6846888" y="1429897"/>
              <a:ext cx="1395413" cy="203200"/>
            </a:xfrm>
            <a:custGeom>
              <a:avLst/>
              <a:gdLst>
                <a:gd name="T0" fmla="*/ 158 w 372"/>
                <a:gd name="T1" fmla="*/ 27 h 54"/>
                <a:gd name="T2" fmla="*/ 186 w 372"/>
                <a:gd name="T3" fmla="*/ 0 h 54"/>
                <a:gd name="T4" fmla="*/ 344 w 372"/>
                <a:gd name="T5" fmla="*/ 0 h 54"/>
                <a:gd name="T6" fmla="*/ 372 w 372"/>
                <a:gd name="T7" fmla="*/ 27 h 54"/>
                <a:gd name="T8" fmla="*/ 344 w 372"/>
                <a:gd name="T9" fmla="*/ 54 h 54"/>
                <a:gd name="T10" fmla="*/ 186 w 372"/>
                <a:gd name="T11" fmla="*/ 54 h 54"/>
                <a:gd name="T12" fmla="*/ 158 w 372"/>
                <a:gd name="T13" fmla="*/ 27 h 54"/>
                <a:gd name="T14" fmla="*/ 107 w 372"/>
                <a:gd name="T15" fmla="*/ 54 h 54"/>
                <a:gd name="T16" fmla="*/ 134 w 372"/>
                <a:gd name="T17" fmla="*/ 27 h 54"/>
                <a:gd name="T18" fmla="*/ 107 w 372"/>
                <a:gd name="T19" fmla="*/ 0 h 54"/>
                <a:gd name="T20" fmla="*/ 79 w 372"/>
                <a:gd name="T21" fmla="*/ 27 h 54"/>
                <a:gd name="T22" fmla="*/ 107 w 372"/>
                <a:gd name="T23" fmla="*/ 54 h 54"/>
                <a:gd name="T24" fmla="*/ 27 w 372"/>
                <a:gd name="T25" fmla="*/ 54 h 54"/>
                <a:gd name="T26" fmla="*/ 55 w 372"/>
                <a:gd name="T27" fmla="*/ 27 h 54"/>
                <a:gd name="T28" fmla="*/ 27 w 372"/>
                <a:gd name="T29" fmla="*/ 0 h 54"/>
                <a:gd name="T30" fmla="*/ 0 w 372"/>
                <a:gd name="T31" fmla="*/ 27 h 54"/>
                <a:gd name="T32" fmla="*/ 27 w 372"/>
                <a:gd name="T3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2" h="54">
                  <a:moveTo>
                    <a:pt x="158" y="27"/>
                  </a:moveTo>
                  <a:cubicBezTo>
                    <a:pt x="158" y="12"/>
                    <a:pt x="171" y="0"/>
                    <a:pt x="186" y="0"/>
                  </a:cubicBezTo>
                  <a:cubicBezTo>
                    <a:pt x="344" y="0"/>
                    <a:pt x="344" y="0"/>
                    <a:pt x="344" y="0"/>
                  </a:cubicBezTo>
                  <a:cubicBezTo>
                    <a:pt x="359" y="0"/>
                    <a:pt x="372" y="12"/>
                    <a:pt x="372" y="27"/>
                  </a:cubicBezTo>
                  <a:cubicBezTo>
                    <a:pt x="372" y="42"/>
                    <a:pt x="359" y="54"/>
                    <a:pt x="344" y="54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71" y="54"/>
                    <a:pt x="158" y="42"/>
                    <a:pt x="158" y="27"/>
                  </a:cubicBezTo>
                  <a:close/>
                  <a:moveTo>
                    <a:pt x="107" y="54"/>
                  </a:moveTo>
                  <a:cubicBezTo>
                    <a:pt x="122" y="54"/>
                    <a:pt x="134" y="42"/>
                    <a:pt x="134" y="27"/>
                  </a:cubicBezTo>
                  <a:cubicBezTo>
                    <a:pt x="134" y="12"/>
                    <a:pt x="122" y="0"/>
                    <a:pt x="107" y="0"/>
                  </a:cubicBezTo>
                  <a:cubicBezTo>
                    <a:pt x="92" y="0"/>
                    <a:pt x="79" y="12"/>
                    <a:pt x="79" y="27"/>
                  </a:cubicBezTo>
                  <a:cubicBezTo>
                    <a:pt x="79" y="42"/>
                    <a:pt x="92" y="54"/>
                    <a:pt x="107" y="54"/>
                  </a:cubicBezTo>
                  <a:close/>
                  <a:moveTo>
                    <a:pt x="27" y="54"/>
                  </a:moveTo>
                  <a:cubicBezTo>
                    <a:pt x="43" y="54"/>
                    <a:pt x="55" y="42"/>
                    <a:pt x="55" y="27"/>
                  </a:cubicBezTo>
                  <a:cubicBezTo>
                    <a:pt x="55" y="12"/>
                    <a:pt x="43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</a:path>
              </a:pathLst>
            </a:custGeom>
            <a:gradFill>
              <a:gsLst>
                <a:gs pos="21000">
                  <a:srgbClr val="9C938C"/>
                </a:gs>
                <a:gs pos="100000">
                  <a:srgbClr val="23518A"/>
                </a:gs>
              </a:gsLst>
              <a:lin ang="21594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" name="Freeform 37"/>
            <p:cNvSpPr>
              <a:spLocks noEditPoints="1"/>
            </p:cNvSpPr>
            <p:nvPr/>
          </p:nvSpPr>
          <p:spPr bwMode="auto">
            <a:xfrm>
              <a:off x="1119188" y="-8378"/>
              <a:ext cx="1884363" cy="206375"/>
            </a:xfrm>
            <a:custGeom>
              <a:avLst/>
              <a:gdLst>
                <a:gd name="T0" fmla="*/ 344 w 502"/>
                <a:gd name="T1" fmla="*/ 28 h 55"/>
                <a:gd name="T2" fmla="*/ 317 w 502"/>
                <a:gd name="T3" fmla="*/ 55 h 55"/>
                <a:gd name="T4" fmla="*/ 28 w 502"/>
                <a:gd name="T5" fmla="*/ 55 h 55"/>
                <a:gd name="T6" fmla="*/ 0 w 502"/>
                <a:gd name="T7" fmla="*/ 28 h 55"/>
                <a:gd name="T8" fmla="*/ 28 w 502"/>
                <a:gd name="T9" fmla="*/ 0 h 55"/>
                <a:gd name="T10" fmla="*/ 317 w 502"/>
                <a:gd name="T11" fmla="*/ 0 h 55"/>
                <a:gd name="T12" fmla="*/ 344 w 502"/>
                <a:gd name="T13" fmla="*/ 28 h 55"/>
                <a:gd name="T14" fmla="*/ 396 w 502"/>
                <a:gd name="T15" fmla="*/ 0 h 55"/>
                <a:gd name="T16" fmla="*/ 368 w 502"/>
                <a:gd name="T17" fmla="*/ 28 h 55"/>
                <a:gd name="T18" fmla="*/ 396 w 502"/>
                <a:gd name="T19" fmla="*/ 55 h 55"/>
                <a:gd name="T20" fmla="*/ 423 w 502"/>
                <a:gd name="T21" fmla="*/ 28 h 55"/>
                <a:gd name="T22" fmla="*/ 396 w 502"/>
                <a:gd name="T23" fmla="*/ 0 h 55"/>
                <a:gd name="T24" fmla="*/ 475 w 502"/>
                <a:gd name="T25" fmla="*/ 0 h 55"/>
                <a:gd name="T26" fmla="*/ 448 w 502"/>
                <a:gd name="T27" fmla="*/ 28 h 55"/>
                <a:gd name="T28" fmla="*/ 475 w 502"/>
                <a:gd name="T29" fmla="*/ 55 h 55"/>
                <a:gd name="T30" fmla="*/ 502 w 502"/>
                <a:gd name="T31" fmla="*/ 28 h 55"/>
                <a:gd name="T32" fmla="*/ 475 w 502"/>
                <a:gd name="T3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02" h="55">
                  <a:moveTo>
                    <a:pt x="344" y="28"/>
                  </a:moveTo>
                  <a:cubicBezTo>
                    <a:pt x="344" y="43"/>
                    <a:pt x="332" y="55"/>
                    <a:pt x="317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12" y="55"/>
                    <a:pt x="0" y="43"/>
                    <a:pt x="0" y="28"/>
                  </a:cubicBezTo>
                  <a:cubicBezTo>
                    <a:pt x="0" y="13"/>
                    <a:pt x="12" y="0"/>
                    <a:pt x="28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332" y="0"/>
                    <a:pt x="344" y="13"/>
                    <a:pt x="344" y="28"/>
                  </a:cubicBezTo>
                  <a:close/>
                  <a:moveTo>
                    <a:pt x="396" y="0"/>
                  </a:moveTo>
                  <a:cubicBezTo>
                    <a:pt x="381" y="0"/>
                    <a:pt x="368" y="13"/>
                    <a:pt x="368" y="28"/>
                  </a:cubicBezTo>
                  <a:cubicBezTo>
                    <a:pt x="368" y="43"/>
                    <a:pt x="381" y="55"/>
                    <a:pt x="396" y="55"/>
                  </a:cubicBezTo>
                  <a:cubicBezTo>
                    <a:pt x="411" y="55"/>
                    <a:pt x="423" y="43"/>
                    <a:pt x="423" y="28"/>
                  </a:cubicBezTo>
                  <a:cubicBezTo>
                    <a:pt x="423" y="13"/>
                    <a:pt x="411" y="0"/>
                    <a:pt x="396" y="0"/>
                  </a:cubicBezTo>
                  <a:close/>
                  <a:moveTo>
                    <a:pt x="475" y="0"/>
                  </a:moveTo>
                  <a:cubicBezTo>
                    <a:pt x="460" y="0"/>
                    <a:pt x="448" y="13"/>
                    <a:pt x="448" y="28"/>
                  </a:cubicBezTo>
                  <a:cubicBezTo>
                    <a:pt x="448" y="43"/>
                    <a:pt x="460" y="55"/>
                    <a:pt x="475" y="55"/>
                  </a:cubicBezTo>
                  <a:cubicBezTo>
                    <a:pt x="490" y="55"/>
                    <a:pt x="502" y="43"/>
                    <a:pt x="502" y="28"/>
                  </a:cubicBezTo>
                  <a:cubicBezTo>
                    <a:pt x="502" y="13"/>
                    <a:pt x="490" y="0"/>
                    <a:pt x="475" y="0"/>
                  </a:cubicBezTo>
                  <a:close/>
                </a:path>
              </a:pathLst>
            </a:custGeom>
            <a:solidFill>
              <a:srgbClr val="154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4252913" y="-125853"/>
              <a:ext cx="1763713" cy="508000"/>
            </a:xfrm>
            <a:custGeom>
              <a:avLst/>
              <a:gdLst>
                <a:gd name="T0" fmla="*/ 444 w 470"/>
                <a:gd name="T1" fmla="*/ 84 h 135"/>
                <a:gd name="T2" fmla="*/ 389 w 470"/>
                <a:gd name="T3" fmla="*/ 84 h 135"/>
                <a:gd name="T4" fmla="*/ 372 w 470"/>
                <a:gd name="T5" fmla="*/ 67 h 135"/>
                <a:gd name="T6" fmla="*/ 389 w 470"/>
                <a:gd name="T7" fmla="*/ 50 h 135"/>
                <a:gd name="T8" fmla="*/ 428 w 470"/>
                <a:gd name="T9" fmla="*/ 50 h 135"/>
                <a:gd name="T10" fmla="*/ 453 w 470"/>
                <a:gd name="T11" fmla="*/ 25 h 135"/>
                <a:gd name="T12" fmla="*/ 428 w 470"/>
                <a:gd name="T13" fmla="*/ 0 h 135"/>
                <a:gd name="T14" fmla="*/ 131 w 470"/>
                <a:gd name="T15" fmla="*/ 0 h 135"/>
                <a:gd name="T16" fmla="*/ 105 w 470"/>
                <a:gd name="T17" fmla="*/ 25 h 135"/>
                <a:gd name="T18" fmla="*/ 131 w 470"/>
                <a:gd name="T19" fmla="*/ 50 h 135"/>
                <a:gd name="T20" fmla="*/ 327 w 470"/>
                <a:gd name="T21" fmla="*/ 50 h 135"/>
                <a:gd name="T22" fmla="*/ 344 w 470"/>
                <a:gd name="T23" fmla="*/ 67 h 135"/>
                <a:gd name="T24" fmla="*/ 327 w 470"/>
                <a:gd name="T25" fmla="*/ 84 h 135"/>
                <a:gd name="T26" fmla="*/ 25 w 470"/>
                <a:gd name="T27" fmla="*/ 84 h 135"/>
                <a:gd name="T28" fmla="*/ 0 w 470"/>
                <a:gd name="T29" fmla="*/ 110 h 135"/>
                <a:gd name="T30" fmla="*/ 25 w 470"/>
                <a:gd name="T31" fmla="*/ 135 h 135"/>
                <a:gd name="T32" fmla="*/ 444 w 470"/>
                <a:gd name="T33" fmla="*/ 135 h 135"/>
                <a:gd name="T34" fmla="*/ 470 w 470"/>
                <a:gd name="T35" fmla="*/ 110 h 135"/>
                <a:gd name="T36" fmla="*/ 444 w 470"/>
                <a:gd name="T37" fmla="*/ 8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0" h="135">
                  <a:moveTo>
                    <a:pt x="444" y="84"/>
                  </a:moveTo>
                  <a:cubicBezTo>
                    <a:pt x="389" y="84"/>
                    <a:pt x="389" y="84"/>
                    <a:pt x="389" y="84"/>
                  </a:cubicBezTo>
                  <a:cubicBezTo>
                    <a:pt x="380" y="84"/>
                    <a:pt x="372" y="77"/>
                    <a:pt x="372" y="67"/>
                  </a:cubicBezTo>
                  <a:cubicBezTo>
                    <a:pt x="372" y="58"/>
                    <a:pt x="380" y="50"/>
                    <a:pt x="389" y="50"/>
                  </a:cubicBezTo>
                  <a:cubicBezTo>
                    <a:pt x="428" y="50"/>
                    <a:pt x="428" y="50"/>
                    <a:pt x="428" y="50"/>
                  </a:cubicBezTo>
                  <a:cubicBezTo>
                    <a:pt x="442" y="50"/>
                    <a:pt x="453" y="39"/>
                    <a:pt x="453" y="25"/>
                  </a:cubicBezTo>
                  <a:cubicBezTo>
                    <a:pt x="453" y="11"/>
                    <a:pt x="442" y="0"/>
                    <a:pt x="428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17" y="0"/>
                    <a:pt x="105" y="11"/>
                    <a:pt x="105" y="25"/>
                  </a:cubicBezTo>
                  <a:cubicBezTo>
                    <a:pt x="105" y="39"/>
                    <a:pt x="117" y="50"/>
                    <a:pt x="131" y="50"/>
                  </a:cubicBezTo>
                  <a:cubicBezTo>
                    <a:pt x="327" y="50"/>
                    <a:pt x="327" y="50"/>
                    <a:pt x="327" y="50"/>
                  </a:cubicBezTo>
                  <a:cubicBezTo>
                    <a:pt x="337" y="50"/>
                    <a:pt x="344" y="58"/>
                    <a:pt x="344" y="67"/>
                  </a:cubicBezTo>
                  <a:cubicBezTo>
                    <a:pt x="344" y="77"/>
                    <a:pt x="337" y="84"/>
                    <a:pt x="327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12" y="84"/>
                    <a:pt x="0" y="96"/>
                    <a:pt x="0" y="110"/>
                  </a:cubicBezTo>
                  <a:cubicBezTo>
                    <a:pt x="0" y="124"/>
                    <a:pt x="12" y="135"/>
                    <a:pt x="25" y="135"/>
                  </a:cubicBezTo>
                  <a:cubicBezTo>
                    <a:pt x="444" y="135"/>
                    <a:pt x="444" y="135"/>
                    <a:pt x="444" y="135"/>
                  </a:cubicBezTo>
                  <a:cubicBezTo>
                    <a:pt x="458" y="135"/>
                    <a:pt x="470" y="124"/>
                    <a:pt x="470" y="110"/>
                  </a:cubicBezTo>
                  <a:cubicBezTo>
                    <a:pt x="470" y="96"/>
                    <a:pt x="458" y="84"/>
                    <a:pt x="444" y="84"/>
                  </a:cubicBezTo>
                  <a:close/>
                </a:path>
              </a:pathLst>
            </a:custGeom>
            <a:gradFill>
              <a:gsLst>
                <a:gs pos="0">
                  <a:srgbClr val="60728B"/>
                </a:gs>
                <a:gs pos="84000">
                  <a:srgbClr val="23518A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6745288" y="336109"/>
              <a:ext cx="2286000" cy="598488"/>
            </a:xfrm>
            <a:custGeom>
              <a:avLst/>
              <a:gdLst>
                <a:gd name="T0" fmla="*/ 580 w 609"/>
                <a:gd name="T1" fmla="*/ 0 h 159"/>
                <a:gd name="T2" fmla="*/ 138 w 609"/>
                <a:gd name="T3" fmla="*/ 0 h 159"/>
                <a:gd name="T4" fmla="*/ 109 w 609"/>
                <a:gd name="T5" fmla="*/ 28 h 159"/>
                <a:gd name="T6" fmla="*/ 138 w 609"/>
                <a:gd name="T7" fmla="*/ 57 h 159"/>
                <a:gd name="T8" fmla="*/ 142 w 609"/>
                <a:gd name="T9" fmla="*/ 57 h 159"/>
                <a:gd name="T10" fmla="*/ 164 w 609"/>
                <a:gd name="T11" fmla="*/ 79 h 159"/>
                <a:gd name="T12" fmla="*/ 142 w 609"/>
                <a:gd name="T13" fmla="*/ 101 h 159"/>
                <a:gd name="T14" fmla="*/ 29 w 609"/>
                <a:gd name="T15" fmla="*/ 101 h 159"/>
                <a:gd name="T16" fmla="*/ 0 w 609"/>
                <a:gd name="T17" fmla="*/ 130 h 159"/>
                <a:gd name="T18" fmla="*/ 29 w 609"/>
                <a:gd name="T19" fmla="*/ 159 h 159"/>
                <a:gd name="T20" fmla="*/ 262 w 609"/>
                <a:gd name="T21" fmla="*/ 159 h 159"/>
                <a:gd name="T22" fmla="*/ 290 w 609"/>
                <a:gd name="T23" fmla="*/ 130 h 159"/>
                <a:gd name="T24" fmla="*/ 262 w 609"/>
                <a:gd name="T25" fmla="*/ 101 h 159"/>
                <a:gd name="T26" fmla="*/ 221 w 609"/>
                <a:gd name="T27" fmla="*/ 101 h 159"/>
                <a:gd name="T28" fmla="*/ 199 w 609"/>
                <a:gd name="T29" fmla="*/ 79 h 159"/>
                <a:gd name="T30" fmla="*/ 221 w 609"/>
                <a:gd name="T31" fmla="*/ 57 h 159"/>
                <a:gd name="T32" fmla="*/ 580 w 609"/>
                <a:gd name="T33" fmla="*/ 57 h 159"/>
                <a:gd name="T34" fmla="*/ 609 w 609"/>
                <a:gd name="T35" fmla="*/ 28 h 159"/>
                <a:gd name="T36" fmla="*/ 580 w 609"/>
                <a:gd name="T3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9" h="159">
                  <a:moveTo>
                    <a:pt x="580" y="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22" y="0"/>
                    <a:pt x="109" y="12"/>
                    <a:pt x="109" y="28"/>
                  </a:cubicBezTo>
                  <a:cubicBezTo>
                    <a:pt x="109" y="44"/>
                    <a:pt x="122" y="57"/>
                    <a:pt x="138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54" y="57"/>
                    <a:pt x="164" y="67"/>
                    <a:pt x="164" y="79"/>
                  </a:cubicBezTo>
                  <a:cubicBezTo>
                    <a:pt x="164" y="91"/>
                    <a:pt x="154" y="101"/>
                    <a:pt x="142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13" y="101"/>
                    <a:pt x="0" y="114"/>
                    <a:pt x="0" y="130"/>
                  </a:cubicBezTo>
                  <a:cubicBezTo>
                    <a:pt x="0" y="146"/>
                    <a:pt x="13" y="159"/>
                    <a:pt x="29" y="159"/>
                  </a:cubicBezTo>
                  <a:cubicBezTo>
                    <a:pt x="262" y="159"/>
                    <a:pt x="262" y="159"/>
                    <a:pt x="262" y="159"/>
                  </a:cubicBezTo>
                  <a:cubicBezTo>
                    <a:pt x="277" y="159"/>
                    <a:pt x="290" y="146"/>
                    <a:pt x="290" y="130"/>
                  </a:cubicBezTo>
                  <a:cubicBezTo>
                    <a:pt x="290" y="114"/>
                    <a:pt x="277" y="101"/>
                    <a:pt x="262" y="10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09" y="101"/>
                    <a:pt x="199" y="91"/>
                    <a:pt x="199" y="79"/>
                  </a:cubicBezTo>
                  <a:cubicBezTo>
                    <a:pt x="199" y="67"/>
                    <a:pt x="209" y="57"/>
                    <a:pt x="221" y="57"/>
                  </a:cubicBezTo>
                  <a:cubicBezTo>
                    <a:pt x="580" y="57"/>
                    <a:pt x="580" y="57"/>
                    <a:pt x="580" y="57"/>
                  </a:cubicBezTo>
                  <a:cubicBezTo>
                    <a:pt x="596" y="57"/>
                    <a:pt x="609" y="44"/>
                    <a:pt x="609" y="28"/>
                  </a:cubicBezTo>
                  <a:cubicBezTo>
                    <a:pt x="609" y="12"/>
                    <a:pt x="596" y="0"/>
                    <a:pt x="580" y="0"/>
                  </a:cubicBezTo>
                  <a:close/>
                </a:path>
              </a:pathLst>
            </a:custGeom>
            <a:gradFill>
              <a:gsLst>
                <a:gs pos="21000">
                  <a:srgbClr val="9C938C"/>
                </a:gs>
                <a:gs pos="100000">
                  <a:srgbClr val="23518A"/>
                </a:gs>
              </a:gsLst>
              <a:lin ang="21594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5278438" y="929834"/>
              <a:ext cx="630238" cy="793750"/>
            </a:xfrm>
            <a:custGeom>
              <a:avLst/>
              <a:gdLst>
                <a:gd name="T0" fmla="*/ 105 w 168"/>
                <a:gd name="T1" fmla="*/ 0 h 211"/>
                <a:gd name="T2" fmla="*/ 168 w 168"/>
                <a:gd name="T3" fmla="*/ 21 h 211"/>
                <a:gd name="T4" fmla="*/ 87 w 168"/>
                <a:gd name="T5" fmla="*/ 106 h 211"/>
                <a:gd name="T6" fmla="*/ 168 w 168"/>
                <a:gd name="T7" fmla="*/ 191 h 211"/>
                <a:gd name="T8" fmla="*/ 105 w 168"/>
                <a:gd name="T9" fmla="*/ 211 h 211"/>
                <a:gd name="T10" fmla="*/ 0 w 168"/>
                <a:gd name="T11" fmla="*/ 106 h 211"/>
                <a:gd name="T12" fmla="*/ 105 w 168"/>
                <a:gd name="T13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211">
                  <a:moveTo>
                    <a:pt x="105" y="0"/>
                  </a:moveTo>
                  <a:cubicBezTo>
                    <a:pt x="129" y="0"/>
                    <a:pt x="150" y="8"/>
                    <a:pt x="168" y="21"/>
                  </a:cubicBezTo>
                  <a:cubicBezTo>
                    <a:pt x="123" y="23"/>
                    <a:pt x="87" y="60"/>
                    <a:pt x="87" y="106"/>
                  </a:cubicBezTo>
                  <a:cubicBezTo>
                    <a:pt x="87" y="151"/>
                    <a:pt x="123" y="188"/>
                    <a:pt x="168" y="191"/>
                  </a:cubicBezTo>
                  <a:cubicBezTo>
                    <a:pt x="150" y="203"/>
                    <a:pt x="129" y="211"/>
                    <a:pt x="105" y="211"/>
                  </a:cubicBezTo>
                  <a:cubicBezTo>
                    <a:pt x="47" y="211"/>
                    <a:pt x="0" y="164"/>
                    <a:pt x="0" y="106"/>
                  </a:cubicBezTo>
                  <a:cubicBezTo>
                    <a:pt x="0" y="47"/>
                    <a:pt x="47" y="0"/>
                    <a:pt x="105" y="0"/>
                  </a:cubicBezTo>
                  <a:close/>
                </a:path>
              </a:pathLst>
            </a:custGeom>
            <a:solidFill>
              <a:srgbClr val="F6C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1685925" y="464697"/>
              <a:ext cx="198438" cy="173038"/>
            </a:xfrm>
            <a:custGeom>
              <a:avLst/>
              <a:gdLst>
                <a:gd name="T0" fmla="*/ 26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4 h 46"/>
                <a:gd name="T8" fmla="*/ 3 w 53"/>
                <a:gd name="T9" fmla="*/ 16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5 w 53"/>
                <a:gd name="T21" fmla="*/ 38 h 46"/>
                <a:gd name="T22" fmla="*/ 26 w 53"/>
                <a:gd name="T23" fmla="*/ 38 h 46"/>
                <a:gd name="T24" fmla="*/ 27 w 53"/>
                <a:gd name="T25" fmla="*/ 38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39 w 53"/>
                <a:gd name="T33" fmla="*/ 29 h 46"/>
                <a:gd name="T34" fmla="*/ 49 w 53"/>
                <a:gd name="T35" fmla="*/ 20 h 46"/>
                <a:gd name="T36" fmla="*/ 49 w 53"/>
                <a:gd name="T37" fmla="*/ 16 h 46"/>
                <a:gd name="T38" fmla="*/ 34 w 53"/>
                <a:gd name="T39" fmla="*/ 14 h 46"/>
                <a:gd name="T40" fmla="*/ 28 w 53"/>
                <a:gd name="T41" fmla="*/ 2 h 46"/>
                <a:gd name="T42" fmla="*/ 26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1"/>
                    <a:pt x="25" y="2"/>
                  </a:cubicBezTo>
                  <a:cubicBezTo>
                    <a:pt x="23" y="4"/>
                    <a:pt x="20" y="11"/>
                    <a:pt x="18" y="14"/>
                  </a:cubicBezTo>
                  <a:cubicBezTo>
                    <a:pt x="18" y="14"/>
                    <a:pt x="7" y="16"/>
                    <a:pt x="3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1"/>
                    <a:pt x="11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2" y="46"/>
                    <a:pt x="12" y="46"/>
                    <a:pt x="13" y="46"/>
                  </a:cubicBezTo>
                  <a:cubicBezTo>
                    <a:pt x="14" y="45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0" y="46"/>
                    <a:pt x="41" y="46"/>
                    <a:pt x="41" y="46"/>
                  </a:cubicBezTo>
                  <a:cubicBezTo>
                    <a:pt x="42" y="46"/>
                    <a:pt x="42" y="45"/>
                    <a:pt x="42" y="44"/>
                  </a:cubicBezTo>
                  <a:cubicBezTo>
                    <a:pt x="41" y="41"/>
                    <a:pt x="39" y="29"/>
                    <a:pt x="39" y="29"/>
                  </a:cubicBezTo>
                  <a:cubicBezTo>
                    <a:pt x="39" y="29"/>
                    <a:pt x="48" y="21"/>
                    <a:pt x="49" y="20"/>
                  </a:cubicBezTo>
                  <a:cubicBezTo>
                    <a:pt x="51" y="19"/>
                    <a:pt x="53" y="17"/>
                    <a:pt x="49" y="16"/>
                  </a:cubicBezTo>
                  <a:cubicBezTo>
                    <a:pt x="45" y="16"/>
                    <a:pt x="34" y="14"/>
                    <a:pt x="34" y="14"/>
                  </a:cubicBezTo>
                  <a:cubicBezTo>
                    <a:pt x="34" y="14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6538913" y="-230628"/>
              <a:ext cx="198438" cy="168275"/>
            </a:xfrm>
            <a:custGeom>
              <a:avLst/>
              <a:gdLst>
                <a:gd name="T0" fmla="*/ 26 w 53"/>
                <a:gd name="T1" fmla="*/ 0 h 45"/>
                <a:gd name="T2" fmla="*/ 26 w 53"/>
                <a:gd name="T3" fmla="*/ 0 h 45"/>
                <a:gd name="T4" fmla="*/ 25 w 53"/>
                <a:gd name="T5" fmla="*/ 1 h 45"/>
                <a:gd name="T6" fmla="*/ 18 w 53"/>
                <a:gd name="T7" fmla="*/ 14 h 45"/>
                <a:gd name="T8" fmla="*/ 4 w 53"/>
                <a:gd name="T9" fmla="*/ 16 h 45"/>
                <a:gd name="T10" fmla="*/ 3 w 53"/>
                <a:gd name="T11" fmla="*/ 19 h 45"/>
                <a:gd name="T12" fmla="*/ 13 w 53"/>
                <a:gd name="T13" fmla="*/ 29 h 45"/>
                <a:gd name="T14" fmla="*/ 11 w 53"/>
                <a:gd name="T15" fmla="*/ 43 h 45"/>
                <a:gd name="T16" fmla="*/ 12 w 53"/>
                <a:gd name="T17" fmla="*/ 45 h 45"/>
                <a:gd name="T18" fmla="*/ 13 w 53"/>
                <a:gd name="T19" fmla="*/ 45 h 45"/>
                <a:gd name="T20" fmla="*/ 26 w 53"/>
                <a:gd name="T21" fmla="*/ 38 h 45"/>
                <a:gd name="T22" fmla="*/ 27 w 53"/>
                <a:gd name="T23" fmla="*/ 37 h 45"/>
                <a:gd name="T24" fmla="*/ 27 w 53"/>
                <a:gd name="T25" fmla="*/ 38 h 45"/>
                <a:gd name="T26" fmla="*/ 40 w 53"/>
                <a:gd name="T27" fmla="*/ 45 h 45"/>
                <a:gd name="T28" fmla="*/ 41 w 53"/>
                <a:gd name="T29" fmla="*/ 45 h 45"/>
                <a:gd name="T30" fmla="*/ 42 w 53"/>
                <a:gd name="T31" fmla="*/ 43 h 45"/>
                <a:gd name="T32" fmla="*/ 40 w 53"/>
                <a:gd name="T33" fmla="*/ 29 h 45"/>
                <a:gd name="T34" fmla="*/ 50 w 53"/>
                <a:gd name="T35" fmla="*/ 19 h 45"/>
                <a:gd name="T36" fmla="*/ 49 w 53"/>
                <a:gd name="T37" fmla="*/ 16 h 45"/>
                <a:gd name="T38" fmla="*/ 35 w 53"/>
                <a:gd name="T39" fmla="*/ 14 h 45"/>
                <a:gd name="T40" fmla="*/ 28 w 53"/>
                <a:gd name="T41" fmla="*/ 1 h 45"/>
                <a:gd name="T42" fmla="*/ 26 w 53"/>
                <a:gd name="T4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5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24" y="3"/>
                    <a:pt x="20" y="10"/>
                    <a:pt x="18" y="14"/>
                  </a:cubicBezTo>
                  <a:cubicBezTo>
                    <a:pt x="18" y="14"/>
                    <a:pt x="7" y="15"/>
                    <a:pt x="4" y="16"/>
                  </a:cubicBezTo>
                  <a:cubicBezTo>
                    <a:pt x="0" y="16"/>
                    <a:pt x="2" y="18"/>
                    <a:pt x="3" y="19"/>
                  </a:cubicBezTo>
                  <a:cubicBezTo>
                    <a:pt x="4" y="20"/>
                    <a:pt x="13" y="29"/>
                    <a:pt x="13" y="29"/>
                  </a:cubicBezTo>
                  <a:cubicBezTo>
                    <a:pt x="13" y="29"/>
                    <a:pt x="11" y="41"/>
                    <a:pt x="11" y="43"/>
                  </a:cubicBezTo>
                  <a:cubicBezTo>
                    <a:pt x="11" y="45"/>
                    <a:pt x="11" y="45"/>
                    <a:pt x="12" y="45"/>
                  </a:cubicBezTo>
                  <a:cubicBezTo>
                    <a:pt x="12" y="45"/>
                    <a:pt x="13" y="45"/>
                    <a:pt x="13" y="45"/>
                  </a:cubicBezTo>
                  <a:cubicBezTo>
                    <a:pt x="15" y="44"/>
                    <a:pt x="26" y="38"/>
                    <a:pt x="26" y="38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9" y="44"/>
                    <a:pt x="40" y="45"/>
                  </a:cubicBezTo>
                  <a:cubicBezTo>
                    <a:pt x="40" y="45"/>
                    <a:pt x="41" y="45"/>
                    <a:pt x="41" y="45"/>
                  </a:cubicBezTo>
                  <a:cubicBezTo>
                    <a:pt x="42" y="45"/>
                    <a:pt x="43" y="45"/>
                    <a:pt x="42" y="43"/>
                  </a:cubicBezTo>
                  <a:cubicBezTo>
                    <a:pt x="42" y="41"/>
                    <a:pt x="40" y="29"/>
                    <a:pt x="40" y="29"/>
                  </a:cubicBezTo>
                  <a:cubicBezTo>
                    <a:pt x="40" y="29"/>
                    <a:pt x="49" y="20"/>
                    <a:pt x="50" y="19"/>
                  </a:cubicBezTo>
                  <a:cubicBezTo>
                    <a:pt x="51" y="18"/>
                    <a:pt x="53" y="16"/>
                    <a:pt x="49" y="16"/>
                  </a:cubicBezTo>
                  <a:cubicBezTo>
                    <a:pt x="46" y="15"/>
                    <a:pt x="35" y="14"/>
                    <a:pt x="35" y="14"/>
                  </a:cubicBezTo>
                  <a:cubicBezTo>
                    <a:pt x="35" y="14"/>
                    <a:pt x="29" y="3"/>
                    <a:pt x="28" y="1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8" name="Freeform 44"/>
            <p:cNvSpPr>
              <a:spLocks/>
            </p:cNvSpPr>
            <p:nvPr/>
          </p:nvSpPr>
          <p:spPr bwMode="auto">
            <a:xfrm>
              <a:off x="7146925" y="1990284"/>
              <a:ext cx="198438" cy="173038"/>
            </a:xfrm>
            <a:custGeom>
              <a:avLst/>
              <a:gdLst>
                <a:gd name="T0" fmla="*/ 27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5 h 46"/>
                <a:gd name="T8" fmla="*/ 4 w 53"/>
                <a:gd name="T9" fmla="*/ 17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6 w 53"/>
                <a:gd name="T21" fmla="*/ 39 h 46"/>
                <a:gd name="T22" fmla="*/ 27 w 53"/>
                <a:gd name="T23" fmla="*/ 38 h 46"/>
                <a:gd name="T24" fmla="*/ 27 w 53"/>
                <a:gd name="T25" fmla="*/ 39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7 h 46"/>
                <a:gd name="T38" fmla="*/ 35 w 53"/>
                <a:gd name="T39" fmla="*/ 15 h 46"/>
                <a:gd name="T40" fmla="*/ 28 w 53"/>
                <a:gd name="T41" fmla="*/ 2 h 46"/>
                <a:gd name="T42" fmla="*/ 27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7" y="0"/>
                  </a:moveTo>
                  <a:cubicBezTo>
                    <a:pt x="27" y="0"/>
                    <a:pt x="26" y="0"/>
                    <a:pt x="26" y="0"/>
                  </a:cubicBezTo>
                  <a:cubicBezTo>
                    <a:pt x="26" y="0"/>
                    <a:pt x="26" y="1"/>
                    <a:pt x="25" y="2"/>
                  </a:cubicBezTo>
                  <a:cubicBezTo>
                    <a:pt x="24" y="4"/>
                    <a:pt x="20" y="11"/>
                    <a:pt x="18" y="15"/>
                  </a:cubicBezTo>
                  <a:cubicBezTo>
                    <a:pt x="18" y="15"/>
                    <a:pt x="7" y="16"/>
                    <a:pt x="4" y="17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5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1" y="45"/>
                    <a:pt x="11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5" y="45"/>
                    <a:pt x="26" y="39"/>
                    <a:pt x="26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39" y="45"/>
                    <a:pt x="40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2" y="46"/>
                    <a:pt x="43" y="45"/>
                    <a:pt x="42" y="44"/>
                  </a:cubicBezTo>
                  <a:cubicBezTo>
                    <a:pt x="42" y="42"/>
                    <a:pt x="40" y="29"/>
                    <a:pt x="40" y="29"/>
                  </a:cubicBezTo>
                  <a:cubicBezTo>
                    <a:pt x="40" y="29"/>
                    <a:pt x="49" y="21"/>
                    <a:pt x="50" y="20"/>
                  </a:cubicBezTo>
                  <a:cubicBezTo>
                    <a:pt x="51" y="19"/>
                    <a:pt x="53" y="17"/>
                    <a:pt x="49" y="17"/>
                  </a:cubicBezTo>
                  <a:cubicBezTo>
                    <a:pt x="46" y="16"/>
                    <a:pt x="35" y="15"/>
                    <a:pt x="35" y="15"/>
                  </a:cubicBezTo>
                  <a:cubicBezTo>
                    <a:pt x="35" y="15"/>
                    <a:pt x="29" y="4"/>
                    <a:pt x="28" y="2"/>
                  </a:cubicBezTo>
                  <a:cubicBezTo>
                    <a:pt x="28" y="1"/>
                    <a:pt x="27" y="0"/>
                    <a:pt x="27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" name="Freeform 45"/>
            <p:cNvSpPr>
              <a:spLocks/>
            </p:cNvSpPr>
            <p:nvPr/>
          </p:nvSpPr>
          <p:spPr bwMode="auto">
            <a:xfrm>
              <a:off x="4752975" y="2076009"/>
              <a:ext cx="198438" cy="173038"/>
            </a:xfrm>
            <a:custGeom>
              <a:avLst/>
              <a:gdLst>
                <a:gd name="T0" fmla="*/ 26 w 53"/>
                <a:gd name="T1" fmla="*/ 0 h 46"/>
                <a:gd name="T2" fmla="*/ 26 w 53"/>
                <a:gd name="T3" fmla="*/ 0 h 46"/>
                <a:gd name="T4" fmla="*/ 25 w 53"/>
                <a:gd name="T5" fmla="*/ 2 h 46"/>
                <a:gd name="T6" fmla="*/ 18 w 53"/>
                <a:gd name="T7" fmla="*/ 14 h 46"/>
                <a:gd name="T8" fmla="*/ 4 w 53"/>
                <a:gd name="T9" fmla="*/ 16 h 46"/>
                <a:gd name="T10" fmla="*/ 3 w 53"/>
                <a:gd name="T11" fmla="*/ 20 h 46"/>
                <a:gd name="T12" fmla="*/ 13 w 53"/>
                <a:gd name="T13" fmla="*/ 29 h 46"/>
                <a:gd name="T14" fmla="*/ 11 w 53"/>
                <a:gd name="T15" fmla="*/ 44 h 46"/>
                <a:gd name="T16" fmla="*/ 12 w 53"/>
                <a:gd name="T17" fmla="*/ 46 h 46"/>
                <a:gd name="T18" fmla="*/ 13 w 53"/>
                <a:gd name="T19" fmla="*/ 46 h 46"/>
                <a:gd name="T20" fmla="*/ 26 w 53"/>
                <a:gd name="T21" fmla="*/ 38 h 46"/>
                <a:gd name="T22" fmla="*/ 26 w 53"/>
                <a:gd name="T23" fmla="*/ 38 h 46"/>
                <a:gd name="T24" fmla="*/ 27 w 53"/>
                <a:gd name="T25" fmla="*/ 38 h 46"/>
                <a:gd name="T26" fmla="*/ 40 w 53"/>
                <a:gd name="T27" fmla="*/ 46 h 46"/>
                <a:gd name="T28" fmla="*/ 41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6 h 46"/>
                <a:gd name="T38" fmla="*/ 35 w 53"/>
                <a:gd name="T39" fmla="*/ 14 h 46"/>
                <a:gd name="T40" fmla="*/ 28 w 53"/>
                <a:gd name="T41" fmla="*/ 2 h 46"/>
                <a:gd name="T42" fmla="*/ 26 w 53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4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1"/>
                    <a:pt x="25" y="2"/>
                  </a:cubicBezTo>
                  <a:cubicBezTo>
                    <a:pt x="24" y="4"/>
                    <a:pt x="20" y="11"/>
                    <a:pt x="18" y="14"/>
                  </a:cubicBezTo>
                  <a:cubicBezTo>
                    <a:pt x="18" y="14"/>
                    <a:pt x="7" y="16"/>
                    <a:pt x="4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4" y="45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0" y="46"/>
                    <a:pt x="41" y="46"/>
                    <a:pt x="41" y="46"/>
                  </a:cubicBezTo>
                  <a:cubicBezTo>
                    <a:pt x="42" y="46"/>
                    <a:pt x="42" y="45"/>
                    <a:pt x="42" y="44"/>
                  </a:cubicBezTo>
                  <a:cubicBezTo>
                    <a:pt x="42" y="42"/>
                    <a:pt x="40" y="29"/>
                    <a:pt x="40" y="29"/>
                  </a:cubicBezTo>
                  <a:cubicBezTo>
                    <a:pt x="40" y="29"/>
                    <a:pt x="48" y="21"/>
                    <a:pt x="50" y="20"/>
                  </a:cubicBezTo>
                  <a:cubicBezTo>
                    <a:pt x="51" y="19"/>
                    <a:pt x="53" y="17"/>
                    <a:pt x="49" y="16"/>
                  </a:cubicBezTo>
                  <a:cubicBezTo>
                    <a:pt x="46" y="16"/>
                    <a:pt x="35" y="14"/>
                    <a:pt x="35" y="14"/>
                  </a:cubicBezTo>
                  <a:cubicBezTo>
                    <a:pt x="35" y="14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" name="Freeform 47"/>
            <p:cNvSpPr>
              <a:spLocks/>
            </p:cNvSpPr>
            <p:nvPr/>
          </p:nvSpPr>
          <p:spPr bwMode="auto">
            <a:xfrm>
              <a:off x="8932863" y="998097"/>
              <a:ext cx="195263" cy="173038"/>
            </a:xfrm>
            <a:custGeom>
              <a:avLst/>
              <a:gdLst>
                <a:gd name="T0" fmla="*/ 49 w 52"/>
                <a:gd name="T1" fmla="*/ 16 h 46"/>
                <a:gd name="T2" fmla="*/ 34 w 52"/>
                <a:gd name="T3" fmla="*/ 14 h 46"/>
                <a:gd name="T4" fmla="*/ 27 w 52"/>
                <a:gd name="T5" fmla="*/ 2 h 46"/>
                <a:gd name="T6" fmla="*/ 26 w 52"/>
                <a:gd name="T7" fmla="*/ 0 h 46"/>
                <a:gd name="T8" fmla="*/ 24 w 52"/>
                <a:gd name="T9" fmla="*/ 2 h 46"/>
                <a:gd name="T10" fmla="*/ 18 w 52"/>
                <a:gd name="T11" fmla="*/ 14 h 46"/>
                <a:gd name="T12" fmla="*/ 3 w 52"/>
                <a:gd name="T13" fmla="*/ 16 h 46"/>
                <a:gd name="T14" fmla="*/ 3 w 52"/>
                <a:gd name="T15" fmla="*/ 19 h 46"/>
                <a:gd name="T16" fmla="*/ 13 w 52"/>
                <a:gd name="T17" fmla="*/ 29 h 46"/>
                <a:gd name="T18" fmla="*/ 10 w 52"/>
                <a:gd name="T19" fmla="*/ 43 h 46"/>
                <a:gd name="T20" fmla="*/ 12 w 52"/>
                <a:gd name="T21" fmla="*/ 45 h 46"/>
                <a:gd name="T22" fmla="*/ 25 w 52"/>
                <a:gd name="T23" fmla="*/ 38 h 46"/>
                <a:gd name="T24" fmla="*/ 26 w 52"/>
                <a:gd name="T25" fmla="*/ 38 h 46"/>
                <a:gd name="T26" fmla="*/ 27 w 52"/>
                <a:gd name="T27" fmla="*/ 38 h 46"/>
                <a:gd name="T28" fmla="*/ 39 w 52"/>
                <a:gd name="T29" fmla="*/ 45 h 46"/>
                <a:gd name="T30" fmla="*/ 42 w 52"/>
                <a:gd name="T31" fmla="*/ 43 h 46"/>
                <a:gd name="T32" fmla="*/ 39 w 52"/>
                <a:gd name="T33" fmla="*/ 29 h 46"/>
                <a:gd name="T34" fmla="*/ 49 w 52"/>
                <a:gd name="T35" fmla="*/ 19 h 46"/>
                <a:gd name="T36" fmla="*/ 49 w 52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46">
                  <a:moveTo>
                    <a:pt x="49" y="16"/>
                  </a:moveTo>
                  <a:cubicBezTo>
                    <a:pt x="45" y="16"/>
                    <a:pt x="34" y="14"/>
                    <a:pt x="34" y="14"/>
                  </a:cubicBezTo>
                  <a:cubicBezTo>
                    <a:pt x="34" y="14"/>
                    <a:pt x="28" y="3"/>
                    <a:pt x="27" y="2"/>
                  </a:cubicBezTo>
                  <a:cubicBezTo>
                    <a:pt x="27" y="1"/>
                    <a:pt x="26" y="0"/>
                    <a:pt x="26" y="0"/>
                  </a:cubicBezTo>
                  <a:cubicBezTo>
                    <a:pt x="25" y="0"/>
                    <a:pt x="25" y="1"/>
                    <a:pt x="24" y="2"/>
                  </a:cubicBezTo>
                  <a:cubicBezTo>
                    <a:pt x="23" y="4"/>
                    <a:pt x="20" y="11"/>
                    <a:pt x="18" y="14"/>
                  </a:cubicBezTo>
                  <a:cubicBezTo>
                    <a:pt x="18" y="14"/>
                    <a:pt x="7" y="16"/>
                    <a:pt x="3" y="16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1"/>
                    <a:pt x="10" y="43"/>
                  </a:cubicBezTo>
                  <a:cubicBezTo>
                    <a:pt x="10" y="46"/>
                    <a:pt x="11" y="46"/>
                    <a:pt x="12" y="45"/>
                  </a:cubicBezTo>
                  <a:cubicBezTo>
                    <a:pt x="14" y="45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39" y="45"/>
                  </a:cubicBezTo>
                  <a:cubicBezTo>
                    <a:pt x="41" y="46"/>
                    <a:pt x="42" y="46"/>
                    <a:pt x="42" y="43"/>
                  </a:cubicBezTo>
                  <a:cubicBezTo>
                    <a:pt x="41" y="41"/>
                    <a:pt x="39" y="29"/>
                    <a:pt x="39" y="29"/>
                  </a:cubicBezTo>
                  <a:cubicBezTo>
                    <a:pt x="39" y="29"/>
                    <a:pt x="48" y="21"/>
                    <a:pt x="49" y="19"/>
                  </a:cubicBezTo>
                  <a:cubicBezTo>
                    <a:pt x="50" y="18"/>
                    <a:pt x="52" y="16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" name="Freeform 49"/>
            <p:cNvSpPr>
              <a:spLocks/>
            </p:cNvSpPr>
            <p:nvPr/>
          </p:nvSpPr>
          <p:spPr bwMode="auto">
            <a:xfrm>
              <a:off x="3157538" y="1193359"/>
              <a:ext cx="198438" cy="173038"/>
            </a:xfrm>
            <a:custGeom>
              <a:avLst/>
              <a:gdLst>
                <a:gd name="T0" fmla="*/ 49 w 53"/>
                <a:gd name="T1" fmla="*/ 16 h 46"/>
                <a:gd name="T2" fmla="*/ 34 w 53"/>
                <a:gd name="T3" fmla="*/ 15 h 46"/>
                <a:gd name="T4" fmla="*/ 28 w 53"/>
                <a:gd name="T5" fmla="*/ 2 h 46"/>
                <a:gd name="T6" fmla="*/ 26 w 53"/>
                <a:gd name="T7" fmla="*/ 0 h 46"/>
                <a:gd name="T8" fmla="*/ 25 w 53"/>
                <a:gd name="T9" fmla="*/ 2 h 46"/>
                <a:gd name="T10" fmla="*/ 18 w 53"/>
                <a:gd name="T11" fmla="*/ 15 h 46"/>
                <a:gd name="T12" fmla="*/ 3 w 53"/>
                <a:gd name="T13" fmla="*/ 16 h 46"/>
                <a:gd name="T14" fmla="*/ 3 w 53"/>
                <a:gd name="T15" fmla="*/ 20 h 46"/>
                <a:gd name="T16" fmla="*/ 13 w 53"/>
                <a:gd name="T17" fmla="*/ 29 h 46"/>
                <a:gd name="T18" fmla="*/ 11 w 53"/>
                <a:gd name="T19" fmla="*/ 44 h 46"/>
                <a:gd name="T20" fmla="*/ 13 w 53"/>
                <a:gd name="T21" fmla="*/ 46 h 46"/>
                <a:gd name="T22" fmla="*/ 26 w 53"/>
                <a:gd name="T23" fmla="*/ 38 h 46"/>
                <a:gd name="T24" fmla="*/ 26 w 53"/>
                <a:gd name="T25" fmla="*/ 38 h 46"/>
                <a:gd name="T26" fmla="*/ 27 w 53"/>
                <a:gd name="T27" fmla="*/ 38 h 46"/>
                <a:gd name="T28" fmla="*/ 40 w 53"/>
                <a:gd name="T29" fmla="*/ 46 h 46"/>
                <a:gd name="T30" fmla="*/ 42 w 53"/>
                <a:gd name="T31" fmla="*/ 44 h 46"/>
                <a:gd name="T32" fmla="*/ 40 w 53"/>
                <a:gd name="T33" fmla="*/ 29 h 46"/>
                <a:gd name="T34" fmla="*/ 50 w 53"/>
                <a:gd name="T35" fmla="*/ 20 h 46"/>
                <a:gd name="T36" fmla="*/ 49 w 53"/>
                <a:gd name="T37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" h="46">
                  <a:moveTo>
                    <a:pt x="49" y="16"/>
                  </a:moveTo>
                  <a:cubicBezTo>
                    <a:pt x="45" y="16"/>
                    <a:pt x="34" y="15"/>
                    <a:pt x="34" y="15"/>
                  </a:cubicBezTo>
                  <a:cubicBezTo>
                    <a:pt x="34" y="15"/>
                    <a:pt x="28" y="3"/>
                    <a:pt x="28" y="2"/>
                  </a:cubicBezTo>
                  <a:cubicBezTo>
                    <a:pt x="27" y="1"/>
                    <a:pt x="27" y="0"/>
                    <a:pt x="26" y="0"/>
                  </a:cubicBezTo>
                  <a:cubicBezTo>
                    <a:pt x="25" y="0"/>
                    <a:pt x="25" y="1"/>
                    <a:pt x="25" y="2"/>
                  </a:cubicBezTo>
                  <a:cubicBezTo>
                    <a:pt x="24" y="4"/>
                    <a:pt x="20" y="11"/>
                    <a:pt x="18" y="15"/>
                  </a:cubicBezTo>
                  <a:cubicBezTo>
                    <a:pt x="18" y="15"/>
                    <a:pt x="7" y="16"/>
                    <a:pt x="3" y="16"/>
                  </a:cubicBezTo>
                  <a:cubicBezTo>
                    <a:pt x="0" y="17"/>
                    <a:pt x="2" y="19"/>
                    <a:pt x="3" y="20"/>
                  </a:cubicBezTo>
                  <a:cubicBezTo>
                    <a:pt x="4" y="21"/>
                    <a:pt x="13" y="29"/>
                    <a:pt x="13" y="29"/>
                  </a:cubicBezTo>
                  <a:cubicBezTo>
                    <a:pt x="13" y="29"/>
                    <a:pt x="11" y="42"/>
                    <a:pt x="11" y="44"/>
                  </a:cubicBezTo>
                  <a:cubicBezTo>
                    <a:pt x="10" y="46"/>
                    <a:pt x="11" y="46"/>
                    <a:pt x="13" y="46"/>
                  </a:cubicBezTo>
                  <a:cubicBezTo>
                    <a:pt x="14" y="45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38" y="45"/>
                    <a:pt x="40" y="46"/>
                  </a:cubicBezTo>
                  <a:cubicBezTo>
                    <a:pt x="41" y="46"/>
                    <a:pt x="42" y="46"/>
                    <a:pt x="42" y="44"/>
                  </a:cubicBezTo>
                  <a:cubicBezTo>
                    <a:pt x="41" y="42"/>
                    <a:pt x="40" y="29"/>
                    <a:pt x="40" y="29"/>
                  </a:cubicBezTo>
                  <a:cubicBezTo>
                    <a:pt x="40" y="29"/>
                    <a:pt x="48" y="21"/>
                    <a:pt x="50" y="20"/>
                  </a:cubicBezTo>
                  <a:cubicBezTo>
                    <a:pt x="51" y="19"/>
                    <a:pt x="53" y="17"/>
                    <a:pt x="49" y="16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" name="Freeform 50"/>
            <p:cNvSpPr>
              <a:spLocks/>
            </p:cNvSpPr>
            <p:nvPr/>
          </p:nvSpPr>
          <p:spPr bwMode="auto">
            <a:xfrm>
              <a:off x="7950200" y="1091759"/>
              <a:ext cx="157163" cy="134938"/>
            </a:xfrm>
            <a:custGeom>
              <a:avLst/>
              <a:gdLst>
                <a:gd name="T0" fmla="*/ 39 w 42"/>
                <a:gd name="T1" fmla="*/ 12 h 36"/>
                <a:gd name="T2" fmla="*/ 28 w 42"/>
                <a:gd name="T3" fmla="*/ 11 h 36"/>
                <a:gd name="T4" fmla="*/ 22 w 42"/>
                <a:gd name="T5" fmla="*/ 1 h 36"/>
                <a:gd name="T6" fmla="*/ 21 w 42"/>
                <a:gd name="T7" fmla="*/ 0 h 36"/>
                <a:gd name="T8" fmla="*/ 20 w 42"/>
                <a:gd name="T9" fmla="*/ 1 h 36"/>
                <a:gd name="T10" fmla="*/ 15 w 42"/>
                <a:gd name="T11" fmla="*/ 11 h 36"/>
                <a:gd name="T12" fmla="*/ 3 w 42"/>
                <a:gd name="T13" fmla="*/ 12 h 36"/>
                <a:gd name="T14" fmla="*/ 3 w 42"/>
                <a:gd name="T15" fmla="*/ 15 h 36"/>
                <a:gd name="T16" fmla="*/ 11 w 42"/>
                <a:gd name="T17" fmla="*/ 23 h 36"/>
                <a:gd name="T18" fmla="*/ 9 w 42"/>
                <a:gd name="T19" fmla="*/ 34 h 36"/>
                <a:gd name="T20" fmla="*/ 11 w 42"/>
                <a:gd name="T21" fmla="*/ 36 h 36"/>
                <a:gd name="T22" fmla="*/ 21 w 42"/>
                <a:gd name="T23" fmla="*/ 30 h 36"/>
                <a:gd name="T24" fmla="*/ 21 w 42"/>
                <a:gd name="T25" fmla="*/ 30 h 36"/>
                <a:gd name="T26" fmla="*/ 22 w 42"/>
                <a:gd name="T27" fmla="*/ 30 h 36"/>
                <a:gd name="T28" fmla="*/ 32 w 42"/>
                <a:gd name="T29" fmla="*/ 36 h 36"/>
                <a:gd name="T30" fmla="*/ 34 w 42"/>
                <a:gd name="T31" fmla="*/ 34 h 36"/>
                <a:gd name="T32" fmla="*/ 32 w 42"/>
                <a:gd name="T33" fmla="*/ 23 h 36"/>
                <a:gd name="T34" fmla="*/ 40 w 42"/>
                <a:gd name="T35" fmla="*/ 15 h 36"/>
                <a:gd name="T36" fmla="*/ 39 w 42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6">
                  <a:moveTo>
                    <a:pt x="39" y="12"/>
                  </a:moveTo>
                  <a:cubicBezTo>
                    <a:pt x="36" y="12"/>
                    <a:pt x="28" y="11"/>
                    <a:pt x="28" y="11"/>
                  </a:cubicBezTo>
                  <a:cubicBezTo>
                    <a:pt x="28" y="11"/>
                    <a:pt x="23" y="2"/>
                    <a:pt x="22" y="1"/>
                  </a:cubicBezTo>
                  <a:cubicBezTo>
                    <a:pt x="22" y="1"/>
                    <a:pt x="22" y="0"/>
                    <a:pt x="21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6"/>
                    <a:pt x="9" y="36"/>
                    <a:pt x="11" y="36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6"/>
                  </a:cubicBezTo>
                  <a:cubicBezTo>
                    <a:pt x="33" y="36"/>
                    <a:pt x="34" y="36"/>
                    <a:pt x="34" y="34"/>
                  </a:cubicBezTo>
                  <a:cubicBezTo>
                    <a:pt x="33" y="32"/>
                    <a:pt x="32" y="23"/>
                    <a:pt x="32" y="23"/>
                  </a:cubicBezTo>
                  <a:cubicBezTo>
                    <a:pt x="32" y="23"/>
                    <a:pt x="39" y="16"/>
                    <a:pt x="40" y="15"/>
                  </a:cubicBezTo>
                  <a:cubicBezTo>
                    <a:pt x="40" y="14"/>
                    <a:pt x="42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" name="Freeform 51"/>
            <p:cNvSpPr>
              <a:spLocks/>
            </p:cNvSpPr>
            <p:nvPr/>
          </p:nvSpPr>
          <p:spPr bwMode="auto">
            <a:xfrm>
              <a:off x="6561138" y="1160022"/>
              <a:ext cx="153988" cy="134938"/>
            </a:xfrm>
            <a:custGeom>
              <a:avLst/>
              <a:gdLst>
                <a:gd name="T0" fmla="*/ 39 w 41"/>
                <a:gd name="T1" fmla="*/ 13 h 36"/>
                <a:gd name="T2" fmla="*/ 27 w 41"/>
                <a:gd name="T3" fmla="*/ 11 h 36"/>
                <a:gd name="T4" fmla="*/ 22 w 41"/>
                <a:gd name="T5" fmla="*/ 1 h 36"/>
                <a:gd name="T6" fmla="*/ 20 w 41"/>
                <a:gd name="T7" fmla="*/ 0 h 36"/>
                <a:gd name="T8" fmla="*/ 19 w 41"/>
                <a:gd name="T9" fmla="*/ 1 h 36"/>
                <a:gd name="T10" fmla="*/ 14 w 41"/>
                <a:gd name="T11" fmla="*/ 11 h 36"/>
                <a:gd name="T12" fmla="*/ 3 w 41"/>
                <a:gd name="T13" fmla="*/ 13 h 36"/>
                <a:gd name="T14" fmla="*/ 2 w 41"/>
                <a:gd name="T15" fmla="*/ 15 h 36"/>
                <a:gd name="T16" fmla="*/ 10 w 41"/>
                <a:gd name="T17" fmla="*/ 23 h 36"/>
                <a:gd name="T18" fmla="*/ 8 w 41"/>
                <a:gd name="T19" fmla="*/ 34 h 36"/>
                <a:gd name="T20" fmla="*/ 10 w 41"/>
                <a:gd name="T21" fmla="*/ 36 h 36"/>
                <a:gd name="T22" fmla="*/ 20 w 41"/>
                <a:gd name="T23" fmla="*/ 30 h 36"/>
                <a:gd name="T24" fmla="*/ 21 w 41"/>
                <a:gd name="T25" fmla="*/ 30 h 36"/>
                <a:gd name="T26" fmla="*/ 21 w 41"/>
                <a:gd name="T27" fmla="*/ 30 h 36"/>
                <a:gd name="T28" fmla="*/ 31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9 w 41"/>
                <a:gd name="T37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36">
                  <a:moveTo>
                    <a:pt x="39" y="13"/>
                  </a:move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2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6" y="8"/>
                    <a:pt x="14" y="11"/>
                  </a:cubicBezTo>
                  <a:cubicBezTo>
                    <a:pt x="14" y="11"/>
                    <a:pt x="5" y="12"/>
                    <a:pt x="3" y="13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9" y="32"/>
                    <a:pt x="8" y="34"/>
                  </a:cubicBezTo>
                  <a:cubicBezTo>
                    <a:pt x="8" y="36"/>
                    <a:pt x="9" y="36"/>
                    <a:pt x="10" y="36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6"/>
                  </a:cubicBezTo>
                  <a:cubicBezTo>
                    <a:pt x="32" y="36"/>
                    <a:pt x="33" y="36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9" y="13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4087813" y="1561659"/>
              <a:ext cx="157163" cy="134938"/>
            </a:xfrm>
            <a:custGeom>
              <a:avLst/>
              <a:gdLst>
                <a:gd name="T0" fmla="*/ 21 w 42"/>
                <a:gd name="T1" fmla="*/ 0 h 36"/>
                <a:gd name="T2" fmla="*/ 21 w 42"/>
                <a:gd name="T3" fmla="*/ 0 h 36"/>
                <a:gd name="T4" fmla="*/ 20 w 42"/>
                <a:gd name="T5" fmla="*/ 1 h 36"/>
                <a:gd name="T6" fmla="*/ 15 w 42"/>
                <a:gd name="T7" fmla="*/ 11 h 36"/>
                <a:gd name="T8" fmla="*/ 3 w 42"/>
                <a:gd name="T9" fmla="*/ 13 h 36"/>
                <a:gd name="T10" fmla="*/ 3 w 42"/>
                <a:gd name="T11" fmla="*/ 16 h 36"/>
                <a:gd name="T12" fmla="*/ 11 w 42"/>
                <a:gd name="T13" fmla="*/ 23 h 36"/>
                <a:gd name="T14" fmla="*/ 9 w 42"/>
                <a:gd name="T15" fmla="*/ 34 h 36"/>
                <a:gd name="T16" fmla="*/ 10 w 42"/>
                <a:gd name="T17" fmla="*/ 36 h 36"/>
                <a:gd name="T18" fmla="*/ 11 w 42"/>
                <a:gd name="T19" fmla="*/ 36 h 36"/>
                <a:gd name="T20" fmla="*/ 21 w 42"/>
                <a:gd name="T21" fmla="*/ 30 h 36"/>
                <a:gd name="T22" fmla="*/ 21 w 42"/>
                <a:gd name="T23" fmla="*/ 30 h 36"/>
                <a:gd name="T24" fmla="*/ 22 w 42"/>
                <a:gd name="T25" fmla="*/ 30 h 36"/>
                <a:gd name="T26" fmla="*/ 32 w 42"/>
                <a:gd name="T27" fmla="*/ 36 h 36"/>
                <a:gd name="T28" fmla="*/ 33 w 42"/>
                <a:gd name="T29" fmla="*/ 36 h 36"/>
                <a:gd name="T30" fmla="*/ 33 w 42"/>
                <a:gd name="T31" fmla="*/ 34 h 36"/>
                <a:gd name="T32" fmla="*/ 32 w 42"/>
                <a:gd name="T33" fmla="*/ 23 h 36"/>
                <a:gd name="T34" fmla="*/ 39 w 42"/>
                <a:gd name="T35" fmla="*/ 16 h 36"/>
                <a:gd name="T36" fmla="*/ 39 w 42"/>
                <a:gd name="T37" fmla="*/ 13 h 36"/>
                <a:gd name="T38" fmla="*/ 28 w 42"/>
                <a:gd name="T39" fmla="*/ 11 h 36"/>
                <a:gd name="T40" fmla="*/ 22 w 42"/>
                <a:gd name="T41" fmla="*/ 2 h 36"/>
                <a:gd name="T42" fmla="*/ 21 w 42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6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1"/>
                    <a:pt x="20" y="1"/>
                  </a:cubicBezTo>
                  <a:cubicBezTo>
                    <a:pt x="19" y="3"/>
                    <a:pt x="16" y="9"/>
                    <a:pt x="15" y="11"/>
                  </a:cubicBezTo>
                  <a:cubicBezTo>
                    <a:pt x="15" y="11"/>
                    <a:pt x="6" y="13"/>
                    <a:pt x="3" y="13"/>
                  </a:cubicBezTo>
                  <a:cubicBezTo>
                    <a:pt x="0" y="13"/>
                    <a:pt x="2" y="15"/>
                    <a:pt x="3" y="16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3"/>
                    <a:pt x="9" y="34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6"/>
                  </a:cubicBezTo>
                  <a:cubicBezTo>
                    <a:pt x="32" y="36"/>
                    <a:pt x="32" y="36"/>
                    <a:pt x="33" y="36"/>
                  </a:cubicBezTo>
                  <a:cubicBezTo>
                    <a:pt x="33" y="36"/>
                    <a:pt x="34" y="36"/>
                    <a:pt x="33" y="34"/>
                  </a:cubicBezTo>
                  <a:cubicBezTo>
                    <a:pt x="33" y="33"/>
                    <a:pt x="32" y="23"/>
                    <a:pt x="32" y="23"/>
                  </a:cubicBezTo>
                  <a:cubicBezTo>
                    <a:pt x="32" y="23"/>
                    <a:pt x="39" y="16"/>
                    <a:pt x="39" y="16"/>
                  </a:cubicBezTo>
                  <a:cubicBezTo>
                    <a:pt x="40" y="15"/>
                    <a:pt x="42" y="13"/>
                    <a:pt x="39" y="13"/>
                  </a:cubicBezTo>
                  <a:cubicBezTo>
                    <a:pt x="36" y="13"/>
                    <a:pt x="28" y="11"/>
                    <a:pt x="28" y="11"/>
                  </a:cubicBezTo>
                  <a:cubicBezTo>
                    <a:pt x="28" y="11"/>
                    <a:pt x="23" y="3"/>
                    <a:pt x="22" y="2"/>
                  </a:cubicBezTo>
                  <a:cubicBezTo>
                    <a:pt x="22" y="1"/>
                    <a:pt x="22" y="0"/>
                    <a:pt x="21" y="0"/>
                  </a:cubicBezTo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5724525" y="2282384"/>
              <a:ext cx="157163" cy="139700"/>
            </a:xfrm>
            <a:custGeom>
              <a:avLst/>
              <a:gdLst>
                <a:gd name="T0" fmla="*/ 39 w 42"/>
                <a:gd name="T1" fmla="*/ 13 h 37"/>
                <a:gd name="T2" fmla="*/ 28 w 42"/>
                <a:gd name="T3" fmla="*/ 12 h 37"/>
                <a:gd name="T4" fmla="*/ 22 w 42"/>
                <a:gd name="T5" fmla="*/ 2 h 37"/>
                <a:gd name="T6" fmla="*/ 21 w 42"/>
                <a:gd name="T7" fmla="*/ 1 h 37"/>
                <a:gd name="T8" fmla="*/ 20 w 42"/>
                <a:gd name="T9" fmla="*/ 2 h 37"/>
                <a:gd name="T10" fmla="*/ 15 w 42"/>
                <a:gd name="T11" fmla="*/ 12 h 37"/>
                <a:gd name="T12" fmla="*/ 3 w 42"/>
                <a:gd name="T13" fmla="*/ 13 h 37"/>
                <a:gd name="T14" fmla="*/ 3 w 42"/>
                <a:gd name="T15" fmla="*/ 16 h 37"/>
                <a:gd name="T16" fmla="*/ 11 w 42"/>
                <a:gd name="T17" fmla="*/ 23 h 37"/>
                <a:gd name="T18" fmla="*/ 9 w 42"/>
                <a:gd name="T19" fmla="*/ 35 h 37"/>
                <a:gd name="T20" fmla="*/ 11 w 42"/>
                <a:gd name="T21" fmla="*/ 36 h 37"/>
                <a:gd name="T22" fmla="*/ 21 w 42"/>
                <a:gd name="T23" fmla="*/ 31 h 37"/>
                <a:gd name="T24" fmla="*/ 21 w 42"/>
                <a:gd name="T25" fmla="*/ 30 h 37"/>
                <a:gd name="T26" fmla="*/ 22 w 42"/>
                <a:gd name="T27" fmla="*/ 31 h 37"/>
                <a:gd name="T28" fmla="*/ 32 w 42"/>
                <a:gd name="T29" fmla="*/ 36 h 37"/>
                <a:gd name="T30" fmla="*/ 34 w 42"/>
                <a:gd name="T31" fmla="*/ 35 h 37"/>
                <a:gd name="T32" fmla="*/ 32 w 42"/>
                <a:gd name="T33" fmla="*/ 23 h 37"/>
                <a:gd name="T34" fmla="*/ 40 w 42"/>
                <a:gd name="T35" fmla="*/ 16 h 37"/>
                <a:gd name="T36" fmla="*/ 39 w 42"/>
                <a:gd name="T37" fmla="*/ 1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7">
                  <a:moveTo>
                    <a:pt x="39" y="13"/>
                  </a:moveTo>
                  <a:cubicBezTo>
                    <a:pt x="36" y="13"/>
                    <a:pt x="28" y="12"/>
                    <a:pt x="28" y="12"/>
                  </a:cubicBezTo>
                  <a:cubicBezTo>
                    <a:pt x="28" y="12"/>
                    <a:pt x="23" y="3"/>
                    <a:pt x="22" y="2"/>
                  </a:cubicBezTo>
                  <a:cubicBezTo>
                    <a:pt x="22" y="1"/>
                    <a:pt x="22" y="0"/>
                    <a:pt x="21" y="1"/>
                  </a:cubicBezTo>
                  <a:cubicBezTo>
                    <a:pt x="21" y="1"/>
                    <a:pt x="20" y="1"/>
                    <a:pt x="20" y="2"/>
                  </a:cubicBezTo>
                  <a:cubicBezTo>
                    <a:pt x="19" y="4"/>
                    <a:pt x="16" y="9"/>
                    <a:pt x="15" y="12"/>
                  </a:cubicBezTo>
                  <a:cubicBezTo>
                    <a:pt x="15" y="12"/>
                    <a:pt x="6" y="13"/>
                    <a:pt x="3" y="13"/>
                  </a:cubicBezTo>
                  <a:cubicBezTo>
                    <a:pt x="0" y="14"/>
                    <a:pt x="2" y="15"/>
                    <a:pt x="3" y="16"/>
                  </a:cubicBezTo>
                  <a:cubicBezTo>
                    <a:pt x="4" y="17"/>
                    <a:pt x="11" y="23"/>
                    <a:pt x="11" y="23"/>
                  </a:cubicBezTo>
                  <a:cubicBezTo>
                    <a:pt x="11" y="23"/>
                    <a:pt x="9" y="33"/>
                    <a:pt x="9" y="35"/>
                  </a:cubicBezTo>
                  <a:cubicBezTo>
                    <a:pt x="8" y="37"/>
                    <a:pt x="9" y="37"/>
                    <a:pt x="11" y="36"/>
                  </a:cubicBezTo>
                  <a:cubicBezTo>
                    <a:pt x="12" y="36"/>
                    <a:pt x="21" y="31"/>
                    <a:pt x="21" y="31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31" y="36"/>
                    <a:pt x="32" y="36"/>
                  </a:cubicBezTo>
                  <a:cubicBezTo>
                    <a:pt x="33" y="37"/>
                    <a:pt x="34" y="37"/>
                    <a:pt x="34" y="35"/>
                  </a:cubicBezTo>
                  <a:cubicBezTo>
                    <a:pt x="33" y="33"/>
                    <a:pt x="32" y="23"/>
                    <a:pt x="32" y="23"/>
                  </a:cubicBezTo>
                  <a:cubicBezTo>
                    <a:pt x="32" y="23"/>
                    <a:pt x="39" y="17"/>
                    <a:pt x="40" y="16"/>
                  </a:cubicBezTo>
                  <a:cubicBezTo>
                    <a:pt x="40" y="15"/>
                    <a:pt x="42" y="14"/>
                    <a:pt x="39" y="13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11095038" y="817122"/>
              <a:ext cx="158750" cy="136525"/>
            </a:xfrm>
            <a:custGeom>
              <a:avLst/>
              <a:gdLst>
                <a:gd name="T0" fmla="*/ 21 w 42"/>
                <a:gd name="T1" fmla="*/ 0 h 36"/>
                <a:gd name="T2" fmla="*/ 21 w 42"/>
                <a:gd name="T3" fmla="*/ 0 h 36"/>
                <a:gd name="T4" fmla="*/ 20 w 42"/>
                <a:gd name="T5" fmla="*/ 1 h 36"/>
                <a:gd name="T6" fmla="*/ 15 w 42"/>
                <a:gd name="T7" fmla="*/ 11 h 36"/>
                <a:gd name="T8" fmla="*/ 3 w 42"/>
                <a:gd name="T9" fmla="*/ 12 h 36"/>
                <a:gd name="T10" fmla="*/ 3 w 42"/>
                <a:gd name="T11" fmla="*/ 15 h 36"/>
                <a:gd name="T12" fmla="*/ 11 w 42"/>
                <a:gd name="T13" fmla="*/ 23 h 36"/>
                <a:gd name="T14" fmla="*/ 9 w 42"/>
                <a:gd name="T15" fmla="*/ 34 h 36"/>
                <a:gd name="T16" fmla="*/ 9 w 42"/>
                <a:gd name="T17" fmla="*/ 36 h 36"/>
                <a:gd name="T18" fmla="*/ 10 w 42"/>
                <a:gd name="T19" fmla="*/ 35 h 36"/>
                <a:gd name="T20" fmla="*/ 20 w 42"/>
                <a:gd name="T21" fmla="*/ 30 h 36"/>
                <a:gd name="T22" fmla="*/ 21 w 42"/>
                <a:gd name="T23" fmla="*/ 30 h 36"/>
                <a:gd name="T24" fmla="*/ 22 w 42"/>
                <a:gd name="T25" fmla="*/ 30 h 36"/>
                <a:gd name="T26" fmla="*/ 32 w 42"/>
                <a:gd name="T27" fmla="*/ 35 h 36"/>
                <a:gd name="T28" fmla="*/ 33 w 42"/>
                <a:gd name="T29" fmla="*/ 36 h 36"/>
                <a:gd name="T30" fmla="*/ 33 w 42"/>
                <a:gd name="T31" fmla="*/ 34 h 36"/>
                <a:gd name="T32" fmla="*/ 31 w 42"/>
                <a:gd name="T33" fmla="*/ 23 h 36"/>
                <a:gd name="T34" fmla="*/ 39 w 42"/>
                <a:gd name="T35" fmla="*/ 15 h 36"/>
                <a:gd name="T36" fmla="*/ 39 w 42"/>
                <a:gd name="T37" fmla="*/ 12 h 36"/>
                <a:gd name="T38" fmla="*/ 27 w 42"/>
                <a:gd name="T39" fmla="*/ 11 h 36"/>
                <a:gd name="T40" fmla="*/ 22 w 42"/>
                <a:gd name="T41" fmla="*/ 1 h 36"/>
                <a:gd name="T42" fmla="*/ 21 w 42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6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5"/>
                    <a:pt x="9" y="36"/>
                    <a:pt x="9" y="36"/>
                  </a:cubicBezTo>
                  <a:cubicBezTo>
                    <a:pt x="10" y="36"/>
                    <a:pt x="10" y="36"/>
                    <a:pt x="10" y="35"/>
                  </a:cubicBezTo>
                  <a:cubicBezTo>
                    <a:pt x="12" y="35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0" y="35"/>
                    <a:pt x="32" y="35"/>
                  </a:cubicBezTo>
                  <a:cubicBezTo>
                    <a:pt x="32" y="36"/>
                    <a:pt x="32" y="36"/>
                    <a:pt x="33" y="36"/>
                  </a:cubicBezTo>
                  <a:cubicBezTo>
                    <a:pt x="33" y="36"/>
                    <a:pt x="34" y="35"/>
                    <a:pt x="33" y="34"/>
                  </a:cubicBezTo>
                  <a:cubicBezTo>
                    <a:pt x="33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2" y="13"/>
                    <a:pt x="39" y="12"/>
                  </a:cubicBez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3" y="2"/>
                    <a:pt x="22" y="1"/>
                  </a:cubicBezTo>
                  <a:cubicBezTo>
                    <a:pt x="22" y="0"/>
                    <a:pt x="21" y="0"/>
                    <a:pt x="21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" name="Freeform 56"/>
            <p:cNvSpPr>
              <a:spLocks/>
            </p:cNvSpPr>
            <p:nvPr/>
          </p:nvSpPr>
          <p:spPr bwMode="auto">
            <a:xfrm>
              <a:off x="9440863" y="269434"/>
              <a:ext cx="153988" cy="134938"/>
            </a:xfrm>
            <a:custGeom>
              <a:avLst/>
              <a:gdLst>
                <a:gd name="T0" fmla="*/ 20 w 41"/>
                <a:gd name="T1" fmla="*/ 0 h 36"/>
                <a:gd name="T2" fmla="*/ 20 w 41"/>
                <a:gd name="T3" fmla="*/ 0 h 36"/>
                <a:gd name="T4" fmla="*/ 19 w 41"/>
                <a:gd name="T5" fmla="*/ 1 h 36"/>
                <a:gd name="T6" fmla="*/ 14 w 41"/>
                <a:gd name="T7" fmla="*/ 11 h 36"/>
                <a:gd name="T8" fmla="*/ 2 w 41"/>
                <a:gd name="T9" fmla="*/ 12 h 36"/>
                <a:gd name="T10" fmla="*/ 2 w 41"/>
                <a:gd name="T11" fmla="*/ 15 h 36"/>
                <a:gd name="T12" fmla="*/ 10 w 41"/>
                <a:gd name="T13" fmla="*/ 23 h 36"/>
                <a:gd name="T14" fmla="*/ 8 w 41"/>
                <a:gd name="T15" fmla="*/ 34 h 36"/>
                <a:gd name="T16" fmla="*/ 9 w 41"/>
                <a:gd name="T17" fmla="*/ 36 h 36"/>
                <a:gd name="T18" fmla="*/ 10 w 41"/>
                <a:gd name="T19" fmla="*/ 35 h 36"/>
                <a:gd name="T20" fmla="*/ 20 w 41"/>
                <a:gd name="T21" fmla="*/ 30 h 36"/>
                <a:gd name="T22" fmla="*/ 20 w 41"/>
                <a:gd name="T23" fmla="*/ 29 h 36"/>
                <a:gd name="T24" fmla="*/ 21 w 41"/>
                <a:gd name="T25" fmla="*/ 30 h 36"/>
                <a:gd name="T26" fmla="*/ 31 w 41"/>
                <a:gd name="T27" fmla="*/ 35 h 36"/>
                <a:gd name="T28" fmla="*/ 32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8 w 41"/>
                <a:gd name="T37" fmla="*/ 12 h 36"/>
                <a:gd name="T38" fmla="*/ 27 w 41"/>
                <a:gd name="T39" fmla="*/ 11 h 36"/>
                <a:gd name="T40" fmla="*/ 21 w 41"/>
                <a:gd name="T41" fmla="*/ 1 h 36"/>
                <a:gd name="T42" fmla="*/ 20 w 41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36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8" y="32"/>
                    <a:pt x="8" y="34"/>
                  </a:cubicBezTo>
                  <a:cubicBezTo>
                    <a:pt x="8" y="35"/>
                    <a:pt x="8" y="36"/>
                    <a:pt x="9" y="36"/>
                  </a:cubicBezTo>
                  <a:cubicBezTo>
                    <a:pt x="9" y="36"/>
                    <a:pt x="9" y="36"/>
                    <a:pt x="10" y="35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5"/>
                  </a:cubicBezTo>
                  <a:cubicBezTo>
                    <a:pt x="31" y="36"/>
                    <a:pt x="32" y="36"/>
                    <a:pt x="32" y="36"/>
                  </a:cubicBezTo>
                  <a:cubicBezTo>
                    <a:pt x="33" y="36"/>
                    <a:pt x="33" y="35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8" y="12"/>
                  </a:cubicBez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1" y="1"/>
                  </a:cubicBezTo>
                  <a:cubicBezTo>
                    <a:pt x="21" y="0"/>
                    <a:pt x="21" y="0"/>
                    <a:pt x="20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" name="Freeform 57"/>
            <p:cNvSpPr>
              <a:spLocks/>
            </p:cNvSpPr>
            <p:nvPr/>
          </p:nvSpPr>
          <p:spPr bwMode="auto">
            <a:xfrm>
              <a:off x="3705225" y="28134"/>
              <a:ext cx="153988" cy="134938"/>
            </a:xfrm>
            <a:custGeom>
              <a:avLst/>
              <a:gdLst>
                <a:gd name="T0" fmla="*/ 20 w 41"/>
                <a:gd name="T1" fmla="*/ 0 h 36"/>
                <a:gd name="T2" fmla="*/ 20 w 41"/>
                <a:gd name="T3" fmla="*/ 0 h 36"/>
                <a:gd name="T4" fmla="*/ 19 w 41"/>
                <a:gd name="T5" fmla="*/ 1 h 36"/>
                <a:gd name="T6" fmla="*/ 14 w 41"/>
                <a:gd name="T7" fmla="*/ 11 h 36"/>
                <a:gd name="T8" fmla="*/ 2 w 41"/>
                <a:gd name="T9" fmla="*/ 13 h 36"/>
                <a:gd name="T10" fmla="*/ 2 w 41"/>
                <a:gd name="T11" fmla="*/ 15 h 36"/>
                <a:gd name="T12" fmla="*/ 10 w 41"/>
                <a:gd name="T13" fmla="*/ 23 h 36"/>
                <a:gd name="T14" fmla="*/ 8 w 41"/>
                <a:gd name="T15" fmla="*/ 34 h 36"/>
                <a:gd name="T16" fmla="*/ 9 w 41"/>
                <a:gd name="T17" fmla="*/ 36 h 36"/>
                <a:gd name="T18" fmla="*/ 10 w 41"/>
                <a:gd name="T19" fmla="*/ 36 h 36"/>
                <a:gd name="T20" fmla="*/ 20 w 41"/>
                <a:gd name="T21" fmla="*/ 30 h 36"/>
                <a:gd name="T22" fmla="*/ 20 w 41"/>
                <a:gd name="T23" fmla="*/ 30 h 36"/>
                <a:gd name="T24" fmla="*/ 21 w 41"/>
                <a:gd name="T25" fmla="*/ 30 h 36"/>
                <a:gd name="T26" fmla="*/ 31 w 41"/>
                <a:gd name="T27" fmla="*/ 36 h 36"/>
                <a:gd name="T28" fmla="*/ 32 w 41"/>
                <a:gd name="T29" fmla="*/ 36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8 w 41"/>
                <a:gd name="T37" fmla="*/ 13 h 36"/>
                <a:gd name="T38" fmla="*/ 27 w 41"/>
                <a:gd name="T39" fmla="*/ 11 h 36"/>
                <a:gd name="T40" fmla="*/ 21 w 41"/>
                <a:gd name="T41" fmla="*/ 1 h 36"/>
                <a:gd name="T42" fmla="*/ 20 w 41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36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9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3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8" y="32"/>
                    <a:pt x="8" y="34"/>
                  </a:cubicBezTo>
                  <a:cubicBezTo>
                    <a:pt x="8" y="35"/>
                    <a:pt x="8" y="36"/>
                    <a:pt x="9" y="36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6"/>
                  </a:cubicBezTo>
                  <a:cubicBezTo>
                    <a:pt x="31" y="36"/>
                    <a:pt x="32" y="36"/>
                    <a:pt x="32" y="36"/>
                  </a:cubicBezTo>
                  <a:cubicBezTo>
                    <a:pt x="32" y="36"/>
                    <a:pt x="33" y="35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8" y="13"/>
                  </a:cubicBezTo>
                  <a:cubicBezTo>
                    <a:pt x="35" y="12"/>
                    <a:pt x="27" y="11"/>
                    <a:pt x="27" y="11"/>
                  </a:cubicBezTo>
                  <a:cubicBezTo>
                    <a:pt x="27" y="11"/>
                    <a:pt x="22" y="2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</a:path>
              </a:pathLst>
            </a:custGeom>
            <a:solidFill>
              <a:srgbClr val="FFFD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" name="Freeform 58"/>
            <p:cNvSpPr>
              <a:spLocks/>
            </p:cNvSpPr>
            <p:nvPr/>
          </p:nvSpPr>
          <p:spPr bwMode="auto">
            <a:xfrm>
              <a:off x="1003300" y="764734"/>
              <a:ext cx="153988" cy="134938"/>
            </a:xfrm>
            <a:custGeom>
              <a:avLst/>
              <a:gdLst>
                <a:gd name="T0" fmla="*/ 39 w 41"/>
                <a:gd name="T1" fmla="*/ 12 h 36"/>
                <a:gd name="T2" fmla="*/ 27 w 41"/>
                <a:gd name="T3" fmla="*/ 11 h 36"/>
                <a:gd name="T4" fmla="*/ 22 w 41"/>
                <a:gd name="T5" fmla="*/ 1 h 36"/>
                <a:gd name="T6" fmla="*/ 20 w 41"/>
                <a:gd name="T7" fmla="*/ 0 h 36"/>
                <a:gd name="T8" fmla="*/ 19 w 41"/>
                <a:gd name="T9" fmla="*/ 1 h 36"/>
                <a:gd name="T10" fmla="*/ 14 w 41"/>
                <a:gd name="T11" fmla="*/ 11 h 36"/>
                <a:gd name="T12" fmla="*/ 2 w 41"/>
                <a:gd name="T13" fmla="*/ 12 h 36"/>
                <a:gd name="T14" fmla="*/ 2 w 41"/>
                <a:gd name="T15" fmla="*/ 15 h 36"/>
                <a:gd name="T16" fmla="*/ 10 w 41"/>
                <a:gd name="T17" fmla="*/ 23 h 36"/>
                <a:gd name="T18" fmla="*/ 8 w 41"/>
                <a:gd name="T19" fmla="*/ 34 h 36"/>
                <a:gd name="T20" fmla="*/ 10 w 41"/>
                <a:gd name="T21" fmla="*/ 35 h 36"/>
                <a:gd name="T22" fmla="*/ 20 w 41"/>
                <a:gd name="T23" fmla="*/ 30 h 36"/>
                <a:gd name="T24" fmla="*/ 20 w 41"/>
                <a:gd name="T25" fmla="*/ 29 h 36"/>
                <a:gd name="T26" fmla="*/ 21 w 41"/>
                <a:gd name="T27" fmla="*/ 30 h 36"/>
                <a:gd name="T28" fmla="*/ 31 w 41"/>
                <a:gd name="T29" fmla="*/ 35 h 36"/>
                <a:gd name="T30" fmla="*/ 33 w 41"/>
                <a:gd name="T31" fmla="*/ 34 h 36"/>
                <a:gd name="T32" fmla="*/ 31 w 41"/>
                <a:gd name="T33" fmla="*/ 23 h 36"/>
                <a:gd name="T34" fmla="*/ 39 w 41"/>
                <a:gd name="T35" fmla="*/ 15 h 36"/>
                <a:gd name="T36" fmla="*/ 39 w 41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36">
                  <a:moveTo>
                    <a:pt x="39" y="12"/>
                  </a:moveTo>
                  <a:cubicBezTo>
                    <a:pt x="36" y="12"/>
                    <a:pt x="27" y="11"/>
                    <a:pt x="27" y="11"/>
                  </a:cubicBezTo>
                  <a:cubicBezTo>
                    <a:pt x="27" y="11"/>
                    <a:pt x="22" y="2"/>
                    <a:pt x="22" y="1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8" y="3"/>
                    <a:pt x="15" y="8"/>
                    <a:pt x="14" y="11"/>
                  </a:cubicBezTo>
                  <a:cubicBezTo>
                    <a:pt x="14" y="11"/>
                    <a:pt x="5" y="12"/>
                    <a:pt x="2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3" y="16"/>
                    <a:pt x="10" y="23"/>
                    <a:pt x="10" y="23"/>
                  </a:cubicBezTo>
                  <a:cubicBezTo>
                    <a:pt x="10" y="23"/>
                    <a:pt x="9" y="32"/>
                    <a:pt x="8" y="34"/>
                  </a:cubicBezTo>
                  <a:cubicBezTo>
                    <a:pt x="8" y="36"/>
                    <a:pt x="9" y="36"/>
                    <a:pt x="10" y="35"/>
                  </a:cubicBezTo>
                  <a:cubicBezTo>
                    <a:pt x="11" y="35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30" y="35"/>
                    <a:pt x="31" y="35"/>
                  </a:cubicBezTo>
                  <a:cubicBezTo>
                    <a:pt x="32" y="36"/>
                    <a:pt x="33" y="36"/>
                    <a:pt x="33" y="34"/>
                  </a:cubicBezTo>
                  <a:cubicBezTo>
                    <a:pt x="32" y="32"/>
                    <a:pt x="31" y="23"/>
                    <a:pt x="31" y="23"/>
                  </a:cubicBezTo>
                  <a:cubicBezTo>
                    <a:pt x="31" y="23"/>
                    <a:pt x="38" y="16"/>
                    <a:pt x="39" y="15"/>
                  </a:cubicBezTo>
                  <a:cubicBezTo>
                    <a:pt x="40" y="14"/>
                    <a:pt x="41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" name="Freeform 59"/>
            <p:cNvSpPr>
              <a:spLocks/>
            </p:cNvSpPr>
            <p:nvPr/>
          </p:nvSpPr>
          <p:spPr bwMode="auto">
            <a:xfrm>
              <a:off x="4346575" y="764734"/>
              <a:ext cx="158750" cy="134938"/>
            </a:xfrm>
            <a:custGeom>
              <a:avLst/>
              <a:gdLst>
                <a:gd name="T0" fmla="*/ 39 w 42"/>
                <a:gd name="T1" fmla="*/ 12 h 36"/>
                <a:gd name="T2" fmla="*/ 28 w 42"/>
                <a:gd name="T3" fmla="*/ 11 h 36"/>
                <a:gd name="T4" fmla="*/ 22 w 42"/>
                <a:gd name="T5" fmla="*/ 1 h 36"/>
                <a:gd name="T6" fmla="*/ 21 w 42"/>
                <a:gd name="T7" fmla="*/ 0 h 36"/>
                <a:gd name="T8" fmla="*/ 20 w 42"/>
                <a:gd name="T9" fmla="*/ 1 h 36"/>
                <a:gd name="T10" fmla="*/ 15 w 42"/>
                <a:gd name="T11" fmla="*/ 11 h 36"/>
                <a:gd name="T12" fmla="*/ 3 w 42"/>
                <a:gd name="T13" fmla="*/ 12 h 36"/>
                <a:gd name="T14" fmla="*/ 3 w 42"/>
                <a:gd name="T15" fmla="*/ 15 h 36"/>
                <a:gd name="T16" fmla="*/ 11 w 42"/>
                <a:gd name="T17" fmla="*/ 23 h 36"/>
                <a:gd name="T18" fmla="*/ 9 w 42"/>
                <a:gd name="T19" fmla="*/ 34 h 36"/>
                <a:gd name="T20" fmla="*/ 11 w 42"/>
                <a:gd name="T21" fmla="*/ 35 h 36"/>
                <a:gd name="T22" fmla="*/ 21 w 42"/>
                <a:gd name="T23" fmla="*/ 30 h 36"/>
                <a:gd name="T24" fmla="*/ 21 w 42"/>
                <a:gd name="T25" fmla="*/ 29 h 36"/>
                <a:gd name="T26" fmla="*/ 22 w 42"/>
                <a:gd name="T27" fmla="*/ 30 h 36"/>
                <a:gd name="T28" fmla="*/ 32 w 42"/>
                <a:gd name="T29" fmla="*/ 35 h 36"/>
                <a:gd name="T30" fmla="*/ 34 w 42"/>
                <a:gd name="T31" fmla="*/ 34 h 36"/>
                <a:gd name="T32" fmla="*/ 32 w 42"/>
                <a:gd name="T33" fmla="*/ 23 h 36"/>
                <a:gd name="T34" fmla="*/ 40 w 42"/>
                <a:gd name="T35" fmla="*/ 15 h 36"/>
                <a:gd name="T36" fmla="*/ 39 w 42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36">
                  <a:moveTo>
                    <a:pt x="39" y="12"/>
                  </a:moveTo>
                  <a:cubicBezTo>
                    <a:pt x="36" y="12"/>
                    <a:pt x="28" y="11"/>
                    <a:pt x="28" y="11"/>
                  </a:cubicBezTo>
                  <a:cubicBezTo>
                    <a:pt x="28" y="11"/>
                    <a:pt x="23" y="2"/>
                    <a:pt x="22" y="1"/>
                  </a:cubicBezTo>
                  <a:cubicBezTo>
                    <a:pt x="22" y="0"/>
                    <a:pt x="22" y="0"/>
                    <a:pt x="21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6" y="8"/>
                    <a:pt x="15" y="11"/>
                  </a:cubicBezTo>
                  <a:cubicBezTo>
                    <a:pt x="15" y="11"/>
                    <a:pt x="6" y="12"/>
                    <a:pt x="3" y="12"/>
                  </a:cubicBezTo>
                  <a:cubicBezTo>
                    <a:pt x="0" y="13"/>
                    <a:pt x="2" y="14"/>
                    <a:pt x="3" y="15"/>
                  </a:cubicBezTo>
                  <a:cubicBezTo>
                    <a:pt x="4" y="16"/>
                    <a:pt x="11" y="23"/>
                    <a:pt x="11" y="23"/>
                  </a:cubicBezTo>
                  <a:cubicBezTo>
                    <a:pt x="11" y="23"/>
                    <a:pt x="9" y="32"/>
                    <a:pt x="9" y="34"/>
                  </a:cubicBezTo>
                  <a:cubicBezTo>
                    <a:pt x="8" y="36"/>
                    <a:pt x="9" y="36"/>
                    <a:pt x="11" y="35"/>
                  </a:cubicBezTo>
                  <a:cubicBezTo>
                    <a:pt x="12" y="35"/>
                    <a:pt x="21" y="30"/>
                    <a:pt x="21" y="30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31" y="35"/>
                    <a:pt x="32" y="35"/>
                  </a:cubicBezTo>
                  <a:cubicBezTo>
                    <a:pt x="33" y="36"/>
                    <a:pt x="34" y="36"/>
                    <a:pt x="34" y="34"/>
                  </a:cubicBezTo>
                  <a:cubicBezTo>
                    <a:pt x="33" y="32"/>
                    <a:pt x="32" y="23"/>
                    <a:pt x="32" y="23"/>
                  </a:cubicBezTo>
                  <a:cubicBezTo>
                    <a:pt x="32" y="23"/>
                    <a:pt x="39" y="16"/>
                    <a:pt x="40" y="15"/>
                  </a:cubicBezTo>
                  <a:cubicBezTo>
                    <a:pt x="40" y="14"/>
                    <a:pt x="42" y="13"/>
                    <a:pt x="39" y="12"/>
                  </a:cubicBezTo>
                  <a:close/>
                </a:path>
              </a:pathLst>
            </a:custGeom>
            <a:solidFill>
              <a:srgbClr val="FFF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-447676" y="798072"/>
              <a:ext cx="13354050" cy="3960812"/>
              <a:chOff x="-447676" y="798072"/>
              <a:chExt cx="13354050" cy="3960812"/>
            </a:xfrm>
          </p:grpSpPr>
          <p:sp>
            <p:nvSpPr>
              <p:cNvPr id="9" name="Freeform 5"/>
              <p:cNvSpPr>
                <a:spLocks/>
              </p:cNvSpPr>
              <p:nvPr/>
            </p:nvSpPr>
            <p:spPr bwMode="auto">
              <a:xfrm>
                <a:off x="8220075" y="798072"/>
                <a:ext cx="3752850" cy="2517775"/>
              </a:xfrm>
              <a:custGeom>
                <a:avLst/>
                <a:gdLst>
                  <a:gd name="T0" fmla="*/ 2045 w 2364"/>
                  <a:gd name="T1" fmla="*/ 1586 h 1586"/>
                  <a:gd name="T2" fmla="*/ 0 w 2364"/>
                  <a:gd name="T3" fmla="*/ 1586 h 1586"/>
                  <a:gd name="T4" fmla="*/ 1185 w 2364"/>
                  <a:gd name="T5" fmla="*/ 0 h 1586"/>
                  <a:gd name="T6" fmla="*/ 2364 w 2364"/>
                  <a:gd name="T7" fmla="*/ 1586 h 1586"/>
                  <a:gd name="T8" fmla="*/ 2045 w 2364"/>
                  <a:gd name="T9" fmla="*/ 1586 h 1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64" h="1586">
                    <a:moveTo>
                      <a:pt x="2045" y="1586"/>
                    </a:moveTo>
                    <a:lnTo>
                      <a:pt x="0" y="1586"/>
                    </a:lnTo>
                    <a:lnTo>
                      <a:pt x="1185" y="0"/>
                    </a:lnTo>
                    <a:lnTo>
                      <a:pt x="2364" y="1586"/>
                    </a:lnTo>
                    <a:lnTo>
                      <a:pt x="2045" y="1586"/>
                    </a:lnTo>
                    <a:close/>
                  </a:path>
                </a:pathLst>
              </a:custGeom>
              <a:solidFill>
                <a:srgbClr val="154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" name="Freeform 6"/>
              <p:cNvSpPr>
                <a:spLocks/>
              </p:cNvSpPr>
              <p:nvPr/>
            </p:nvSpPr>
            <p:spPr bwMode="auto">
              <a:xfrm>
                <a:off x="10101263" y="798072"/>
                <a:ext cx="1871663" cy="2517775"/>
              </a:xfrm>
              <a:custGeom>
                <a:avLst/>
                <a:gdLst>
                  <a:gd name="T0" fmla="*/ 1179 w 1179"/>
                  <a:gd name="T1" fmla="*/ 1586 h 1586"/>
                  <a:gd name="T2" fmla="*/ 860 w 1179"/>
                  <a:gd name="T3" fmla="*/ 1586 h 1586"/>
                  <a:gd name="T4" fmla="*/ 395 w 1179"/>
                  <a:gd name="T5" fmla="*/ 1586 h 1586"/>
                  <a:gd name="T6" fmla="*/ 0 w 1179"/>
                  <a:gd name="T7" fmla="*/ 0 h 1586"/>
                  <a:gd name="T8" fmla="*/ 1179 w 1179"/>
                  <a:gd name="T9" fmla="*/ 1586 h 1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9" h="1586">
                    <a:moveTo>
                      <a:pt x="1179" y="1586"/>
                    </a:moveTo>
                    <a:lnTo>
                      <a:pt x="860" y="1586"/>
                    </a:lnTo>
                    <a:lnTo>
                      <a:pt x="395" y="1586"/>
                    </a:lnTo>
                    <a:lnTo>
                      <a:pt x="0" y="0"/>
                    </a:lnTo>
                    <a:lnTo>
                      <a:pt x="1179" y="1586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" name="Freeform 7"/>
              <p:cNvSpPr>
                <a:spLocks/>
              </p:cNvSpPr>
              <p:nvPr/>
            </p:nvSpPr>
            <p:spPr bwMode="auto">
              <a:xfrm>
                <a:off x="9523413" y="798072"/>
                <a:ext cx="1204913" cy="2517775"/>
              </a:xfrm>
              <a:custGeom>
                <a:avLst/>
                <a:gdLst>
                  <a:gd name="T0" fmla="*/ 364 w 759"/>
                  <a:gd name="T1" fmla="*/ 0 h 1586"/>
                  <a:gd name="T2" fmla="*/ 0 w 759"/>
                  <a:gd name="T3" fmla="*/ 1586 h 1586"/>
                  <a:gd name="T4" fmla="*/ 759 w 759"/>
                  <a:gd name="T5" fmla="*/ 1586 h 1586"/>
                  <a:gd name="T6" fmla="*/ 364 w 759"/>
                  <a:gd name="T7" fmla="*/ 0 h 1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9" h="1586">
                    <a:moveTo>
                      <a:pt x="364" y="0"/>
                    </a:moveTo>
                    <a:lnTo>
                      <a:pt x="0" y="1586"/>
                    </a:lnTo>
                    <a:lnTo>
                      <a:pt x="759" y="1586"/>
                    </a:lnTo>
                    <a:lnTo>
                      <a:pt x="364" y="0"/>
                    </a:lnTo>
                    <a:close/>
                  </a:path>
                </a:pathLst>
              </a:custGeom>
              <a:solidFill>
                <a:srgbClr val="1B3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" name="Freeform 8"/>
              <p:cNvSpPr>
                <a:spLocks/>
              </p:cNvSpPr>
              <p:nvPr/>
            </p:nvSpPr>
            <p:spPr bwMode="auto">
              <a:xfrm>
                <a:off x="10101263" y="798072"/>
                <a:ext cx="558800" cy="895350"/>
              </a:xfrm>
              <a:custGeom>
                <a:avLst/>
                <a:gdLst>
                  <a:gd name="T0" fmla="*/ 0 w 149"/>
                  <a:gd name="T1" fmla="*/ 0 h 238"/>
                  <a:gd name="T2" fmla="*/ 149 w 149"/>
                  <a:gd name="T3" fmla="*/ 200 h 238"/>
                  <a:gd name="T4" fmla="*/ 141 w 149"/>
                  <a:gd name="T5" fmla="*/ 196 h 238"/>
                  <a:gd name="T6" fmla="*/ 105 w 149"/>
                  <a:gd name="T7" fmla="*/ 195 h 238"/>
                  <a:gd name="T8" fmla="*/ 104 w 149"/>
                  <a:gd name="T9" fmla="*/ 238 h 238"/>
                  <a:gd name="T10" fmla="*/ 55 w 149"/>
                  <a:gd name="T11" fmla="*/ 220 h 238"/>
                  <a:gd name="T12" fmla="*/ 0 w 149"/>
                  <a:gd name="T1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238">
                    <a:moveTo>
                      <a:pt x="0" y="0"/>
                    </a:moveTo>
                    <a:cubicBezTo>
                      <a:pt x="149" y="200"/>
                      <a:pt x="149" y="200"/>
                      <a:pt x="149" y="200"/>
                    </a:cubicBezTo>
                    <a:cubicBezTo>
                      <a:pt x="141" y="196"/>
                      <a:pt x="141" y="196"/>
                      <a:pt x="141" y="196"/>
                    </a:cubicBezTo>
                    <a:cubicBezTo>
                      <a:pt x="127" y="191"/>
                      <a:pt x="107" y="179"/>
                      <a:pt x="105" y="195"/>
                    </a:cubicBezTo>
                    <a:cubicBezTo>
                      <a:pt x="104" y="238"/>
                      <a:pt x="104" y="238"/>
                      <a:pt x="104" y="238"/>
                    </a:cubicBezTo>
                    <a:cubicBezTo>
                      <a:pt x="55" y="220"/>
                      <a:pt x="55" y="220"/>
                      <a:pt x="55" y="2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" name="Freeform 9"/>
              <p:cNvSpPr>
                <a:spLocks/>
              </p:cNvSpPr>
              <p:nvPr/>
            </p:nvSpPr>
            <p:spPr bwMode="auto">
              <a:xfrm>
                <a:off x="9920288" y="798072"/>
                <a:ext cx="387350" cy="1104900"/>
              </a:xfrm>
              <a:custGeom>
                <a:avLst/>
                <a:gdLst>
                  <a:gd name="T0" fmla="*/ 0 w 103"/>
                  <a:gd name="T1" fmla="*/ 209 h 294"/>
                  <a:gd name="T2" fmla="*/ 8 w 103"/>
                  <a:gd name="T3" fmla="*/ 289 h 294"/>
                  <a:gd name="T4" fmla="*/ 43 w 103"/>
                  <a:gd name="T5" fmla="*/ 238 h 294"/>
                  <a:gd name="T6" fmla="*/ 60 w 103"/>
                  <a:gd name="T7" fmla="*/ 238 h 294"/>
                  <a:gd name="T8" fmla="*/ 97 w 103"/>
                  <a:gd name="T9" fmla="*/ 294 h 294"/>
                  <a:gd name="T10" fmla="*/ 103 w 103"/>
                  <a:gd name="T11" fmla="*/ 220 h 294"/>
                  <a:gd name="T12" fmla="*/ 48 w 103"/>
                  <a:gd name="T13" fmla="*/ 0 h 294"/>
                  <a:gd name="T14" fmla="*/ 0 w 103"/>
                  <a:gd name="T15" fmla="*/ 209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3" h="294">
                    <a:moveTo>
                      <a:pt x="0" y="209"/>
                    </a:moveTo>
                    <a:cubicBezTo>
                      <a:pt x="8" y="289"/>
                      <a:pt x="8" y="289"/>
                      <a:pt x="8" y="289"/>
                    </a:cubicBezTo>
                    <a:cubicBezTo>
                      <a:pt x="43" y="238"/>
                      <a:pt x="43" y="238"/>
                      <a:pt x="43" y="238"/>
                    </a:cubicBezTo>
                    <a:cubicBezTo>
                      <a:pt x="47" y="232"/>
                      <a:pt x="56" y="232"/>
                      <a:pt x="60" y="238"/>
                    </a:cubicBezTo>
                    <a:cubicBezTo>
                      <a:pt x="97" y="294"/>
                      <a:pt x="97" y="294"/>
                      <a:pt x="97" y="294"/>
                    </a:cubicBezTo>
                    <a:cubicBezTo>
                      <a:pt x="103" y="220"/>
                      <a:pt x="103" y="220"/>
                      <a:pt x="103" y="220"/>
                    </a:cubicBezTo>
                    <a:cubicBezTo>
                      <a:pt x="48" y="0"/>
                      <a:pt x="48" y="0"/>
                      <a:pt x="48" y="0"/>
                    </a:cubicBezTo>
                    <a:lnTo>
                      <a:pt x="0" y="209"/>
                    </a:lnTo>
                    <a:close/>
                  </a:path>
                </a:pathLst>
              </a:custGeom>
              <a:solidFill>
                <a:srgbClr val="F6D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" name="Freeform 10"/>
              <p:cNvSpPr>
                <a:spLocks/>
              </p:cNvSpPr>
              <p:nvPr/>
            </p:nvSpPr>
            <p:spPr bwMode="auto">
              <a:xfrm>
                <a:off x="9469438" y="798072"/>
                <a:ext cx="631825" cy="958850"/>
              </a:xfrm>
              <a:custGeom>
                <a:avLst/>
                <a:gdLst>
                  <a:gd name="T0" fmla="*/ 168 w 168"/>
                  <a:gd name="T1" fmla="*/ 0 h 255"/>
                  <a:gd name="T2" fmla="*/ 0 w 168"/>
                  <a:gd name="T3" fmla="*/ 225 h 255"/>
                  <a:gd name="T4" fmla="*/ 50 w 168"/>
                  <a:gd name="T5" fmla="*/ 197 h 255"/>
                  <a:gd name="T6" fmla="*/ 68 w 168"/>
                  <a:gd name="T7" fmla="*/ 206 h 255"/>
                  <a:gd name="T8" fmla="*/ 68 w 168"/>
                  <a:gd name="T9" fmla="*/ 255 h 255"/>
                  <a:gd name="T10" fmla="*/ 120 w 168"/>
                  <a:gd name="T11" fmla="*/ 209 h 255"/>
                  <a:gd name="T12" fmla="*/ 168 w 168"/>
                  <a:gd name="T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8" h="255">
                    <a:moveTo>
                      <a:pt x="168" y="0"/>
                    </a:moveTo>
                    <a:cubicBezTo>
                      <a:pt x="0" y="225"/>
                      <a:pt x="0" y="225"/>
                      <a:pt x="0" y="225"/>
                    </a:cubicBezTo>
                    <a:cubicBezTo>
                      <a:pt x="50" y="197"/>
                      <a:pt x="50" y="197"/>
                      <a:pt x="50" y="197"/>
                    </a:cubicBezTo>
                    <a:cubicBezTo>
                      <a:pt x="57" y="192"/>
                      <a:pt x="67" y="197"/>
                      <a:pt x="68" y="206"/>
                    </a:cubicBezTo>
                    <a:cubicBezTo>
                      <a:pt x="68" y="255"/>
                      <a:pt x="68" y="255"/>
                      <a:pt x="68" y="255"/>
                    </a:cubicBezTo>
                    <a:cubicBezTo>
                      <a:pt x="120" y="209"/>
                      <a:pt x="120" y="209"/>
                      <a:pt x="120" y="209"/>
                    </a:cubicBezTo>
                    <a:lnTo>
                      <a:pt x="168" y="0"/>
                    </a:lnTo>
                    <a:close/>
                  </a:path>
                </a:pathLst>
              </a:custGeom>
              <a:solidFill>
                <a:srgbClr val="FA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" name="Freeform 11"/>
              <p:cNvSpPr>
                <a:spLocks/>
              </p:cNvSpPr>
              <p:nvPr/>
            </p:nvSpPr>
            <p:spPr bwMode="auto">
              <a:xfrm>
                <a:off x="8167688" y="3180909"/>
                <a:ext cx="3929063" cy="112713"/>
              </a:xfrm>
              <a:custGeom>
                <a:avLst/>
                <a:gdLst>
                  <a:gd name="T0" fmla="*/ 1047 w 1047"/>
                  <a:gd name="T1" fmla="*/ 30 h 30"/>
                  <a:gd name="T2" fmla="*/ 1018 w 1047"/>
                  <a:gd name="T3" fmla="*/ 0 h 30"/>
                  <a:gd name="T4" fmla="*/ 30 w 1047"/>
                  <a:gd name="T5" fmla="*/ 0 h 30"/>
                  <a:gd name="T6" fmla="*/ 0 w 1047"/>
                  <a:gd name="T7" fmla="*/ 30 h 30"/>
                  <a:gd name="T8" fmla="*/ 1047 w 1047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7" h="30">
                    <a:moveTo>
                      <a:pt x="1047" y="30"/>
                    </a:moveTo>
                    <a:cubicBezTo>
                      <a:pt x="1047" y="14"/>
                      <a:pt x="1034" y="0"/>
                      <a:pt x="1018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4"/>
                      <a:pt x="0" y="30"/>
                    </a:cubicBezTo>
                    <a:lnTo>
                      <a:pt x="1047" y="30"/>
                    </a:lnTo>
                    <a:close/>
                  </a:path>
                </a:pathLst>
              </a:custGeom>
              <a:solidFill>
                <a:srgbClr val="824D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" name="Freeform 12"/>
              <p:cNvSpPr>
                <a:spLocks/>
              </p:cNvSpPr>
              <p:nvPr/>
            </p:nvSpPr>
            <p:spPr bwMode="auto">
              <a:xfrm>
                <a:off x="5922963" y="2210947"/>
                <a:ext cx="1647825" cy="1104900"/>
              </a:xfrm>
              <a:custGeom>
                <a:avLst/>
                <a:gdLst>
                  <a:gd name="T0" fmla="*/ 518 w 1038"/>
                  <a:gd name="T1" fmla="*/ 0 h 696"/>
                  <a:gd name="T2" fmla="*/ 0 w 1038"/>
                  <a:gd name="T3" fmla="*/ 696 h 696"/>
                  <a:gd name="T4" fmla="*/ 140 w 1038"/>
                  <a:gd name="T5" fmla="*/ 696 h 696"/>
                  <a:gd name="T6" fmla="*/ 345 w 1038"/>
                  <a:gd name="T7" fmla="*/ 696 h 696"/>
                  <a:gd name="T8" fmla="*/ 1038 w 1038"/>
                  <a:gd name="T9" fmla="*/ 696 h 696"/>
                  <a:gd name="T10" fmla="*/ 518 w 1038"/>
                  <a:gd name="T11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38" h="696">
                    <a:moveTo>
                      <a:pt x="518" y="0"/>
                    </a:moveTo>
                    <a:lnTo>
                      <a:pt x="0" y="696"/>
                    </a:lnTo>
                    <a:lnTo>
                      <a:pt x="140" y="696"/>
                    </a:lnTo>
                    <a:lnTo>
                      <a:pt x="345" y="696"/>
                    </a:lnTo>
                    <a:lnTo>
                      <a:pt x="1038" y="696"/>
                    </a:lnTo>
                    <a:lnTo>
                      <a:pt x="518" y="0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" name="Freeform 14"/>
              <p:cNvSpPr>
                <a:spLocks/>
              </p:cNvSpPr>
              <p:nvPr/>
            </p:nvSpPr>
            <p:spPr bwMode="auto">
              <a:xfrm>
                <a:off x="6291263" y="2625284"/>
                <a:ext cx="2398713" cy="638175"/>
              </a:xfrm>
              <a:custGeom>
                <a:avLst/>
                <a:gdLst>
                  <a:gd name="T0" fmla="*/ 0 w 639"/>
                  <a:gd name="T1" fmla="*/ 170 h 170"/>
                  <a:gd name="T2" fmla="*/ 319 w 639"/>
                  <a:gd name="T3" fmla="*/ 0 h 170"/>
                  <a:gd name="T4" fmla="*/ 639 w 639"/>
                  <a:gd name="T5" fmla="*/ 170 h 170"/>
                  <a:gd name="T6" fmla="*/ 0 w 639"/>
                  <a:gd name="T7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9" h="170">
                    <a:moveTo>
                      <a:pt x="0" y="170"/>
                    </a:moveTo>
                    <a:cubicBezTo>
                      <a:pt x="45" y="69"/>
                      <a:pt x="174" y="0"/>
                      <a:pt x="319" y="0"/>
                    </a:cubicBezTo>
                    <a:cubicBezTo>
                      <a:pt x="465" y="0"/>
                      <a:pt x="593" y="69"/>
                      <a:pt x="639" y="170"/>
                    </a:cubicBezTo>
                    <a:lnTo>
                      <a:pt x="0" y="170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" name="Freeform 15"/>
              <p:cNvSpPr>
                <a:spLocks/>
              </p:cNvSpPr>
              <p:nvPr/>
            </p:nvSpPr>
            <p:spPr bwMode="auto">
              <a:xfrm>
                <a:off x="4365625" y="2842772"/>
                <a:ext cx="2743200" cy="454025"/>
              </a:xfrm>
              <a:custGeom>
                <a:avLst/>
                <a:gdLst>
                  <a:gd name="T0" fmla="*/ 0 w 731"/>
                  <a:gd name="T1" fmla="*/ 121 h 121"/>
                  <a:gd name="T2" fmla="*/ 365 w 731"/>
                  <a:gd name="T3" fmla="*/ 0 h 121"/>
                  <a:gd name="T4" fmla="*/ 731 w 731"/>
                  <a:gd name="T5" fmla="*/ 121 h 121"/>
                  <a:gd name="T6" fmla="*/ 0 w 731"/>
                  <a:gd name="T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1" h="121">
                    <a:moveTo>
                      <a:pt x="0" y="121"/>
                    </a:moveTo>
                    <a:cubicBezTo>
                      <a:pt x="72" y="47"/>
                      <a:pt x="213" y="0"/>
                      <a:pt x="365" y="0"/>
                    </a:cubicBezTo>
                    <a:cubicBezTo>
                      <a:pt x="518" y="0"/>
                      <a:pt x="658" y="47"/>
                      <a:pt x="731" y="121"/>
                    </a:cubicBez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" name="Freeform 16"/>
              <p:cNvSpPr>
                <a:spLocks/>
              </p:cNvSpPr>
              <p:nvPr/>
            </p:nvSpPr>
            <p:spPr bwMode="auto">
              <a:xfrm>
                <a:off x="7256463" y="1693422"/>
                <a:ext cx="2432050" cy="1622425"/>
              </a:xfrm>
              <a:custGeom>
                <a:avLst/>
                <a:gdLst>
                  <a:gd name="T0" fmla="*/ 0 w 1532"/>
                  <a:gd name="T1" fmla="*/ 1022 h 1022"/>
                  <a:gd name="T2" fmla="*/ 768 w 1532"/>
                  <a:gd name="T3" fmla="*/ 0 h 1022"/>
                  <a:gd name="T4" fmla="*/ 1532 w 1532"/>
                  <a:gd name="T5" fmla="*/ 1022 h 1022"/>
                  <a:gd name="T6" fmla="*/ 1324 w 1532"/>
                  <a:gd name="T7" fmla="*/ 1022 h 1022"/>
                  <a:gd name="T8" fmla="*/ 281 w 1532"/>
                  <a:gd name="T9" fmla="*/ 1022 h 1022"/>
                  <a:gd name="T10" fmla="*/ 0 w 1532"/>
                  <a:gd name="T11" fmla="*/ 1022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32" h="1022">
                    <a:moveTo>
                      <a:pt x="0" y="1022"/>
                    </a:moveTo>
                    <a:lnTo>
                      <a:pt x="768" y="0"/>
                    </a:lnTo>
                    <a:lnTo>
                      <a:pt x="1532" y="1022"/>
                    </a:lnTo>
                    <a:lnTo>
                      <a:pt x="1324" y="1022"/>
                    </a:lnTo>
                    <a:lnTo>
                      <a:pt x="281" y="1022"/>
                    </a:lnTo>
                    <a:lnTo>
                      <a:pt x="0" y="1022"/>
                    </a:lnTo>
                    <a:close/>
                  </a:path>
                </a:pathLst>
              </a:custGeom>
              <a:solidFill>
                <a:srgbClr val="154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" name="Freeform 17"/>
              <p:cNvSpPr>
                <a:spLocks/>
              </p:cNvSpPr>
              <p:nvPr/>
            </p:nvSpPr>
            <p:spPr bwMode="auto">
              <a:xfrm>
                <a:off x="8475663" y="1693422"/>
                <a:ext cx="1212850" cy="1622425"/>
              </a:xfrm>
              <a:custGeom>
                <a:avLst/>
                <a:gdLst>
                  <a:gd name="T0" fmla="*/ 764 w 764"/>
                  <a:gd name="T1" fmla="*/ 1022 h 1022"/>
                  <a:gd name="T2" fmla="*/ 556 w 764"/>
                  <a:gd name="T3" fmla="*/ 1022 h 1022"/>
                  <a:gd name="T4" fmla="*/ 253 w 764"/>
                  <a:gd name="T5" fmla="*/ 1022 h 1022"/>
                  <a:gd name="T6" fmla="*/ 0 w 764"/>
                  <a:gd name="T7" fmla="*/ 0 h 1022"/>
                  <a:gd name="T8" fmla="*/ 764 w 764"/>
                  <a:gd name="T9" fmla="*/ 1022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4" h="1022">
                    <a:moveTo>
                      <a:pt x="764" y="1022"/>
                    </a:moveTo>
                    <a:lnTo>
                      <a:pt x="556" y="1022"/>
                    </a:lnTo>
                    <a:lnTo>
                      <a:pt x="253" y="1022"/>
                    </a:lnTo>
                    <a:lnTo>
                      <a:pt x="0" y="0"/>
                    </a:lnTo>
                    <a:lnTo>
                      <a:pt x="764" y="1022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" name="Freeform 18"/>
              <p:cNvSpPr>
                <a:spLocks/>
              </p:cNvSpPr>
              <p:nvPr/>
            </p:nvSpPr>
            <p:spPr bwMode="auto">
              <a:xfrm>
                <a:off x="8101013" y="1693422"/>
                <a:ext cx="776288" cy="1622425"/>
              </a:xfrm>
              <a:custGeom>
                <a:avLst/>
                <a:gdLst>
                  <a:gd name="T0" fmla="*/ 236 w 489"/>
                  <a:gd name="T1" fmla="*/ 0 h 1022"/>
                  <a:gd name="T2" fmla="*/ 0 w 489"/>
                  <a:gd name="T3" fmla="*/ 1022 h 1022"/>
                  <a:gd name="T4" fmla="*/ 489 w 489"/>
                  <a:gd name="T5" fmla="*/ 1022 h 1022"/>
                  <a:gd name="T6" fmla="*/ 236 w 489"/>
                  <a:gd name="T7" fmla="*/ 0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9" h="1022">
                    <a:moveTo>
                      <a:pt x="236" y="0"/>
                    </a:moveTo>
                    <a:lnTo>
                      <a:pt x="0" y="1022"/>
                    </a:lnTo>
                    <a:lnTo>
                      <a:pt x="489" y="1022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1B3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" name="Freeform 19"/>
              <p:cNvSpPr>
                <a:spLocks/>
              </p:cNvSpPr>
              <p:nvPr/>
            </p:nvSpPr>
            <p:spPr bwMode="auto">
              <a:xfrm>
                <a:off x="8475663" y="1693422"/>
                <a:ext cx="360363" cy="577850"/>
              </a:xfrm>
              <a:custGeom>
                <a:avLst/>
                <a:gdLst>
                  <a:gd name="T0" fmla="*/ 0 w 96"/>
                  <a:gd name="T1" fmla="*/ 0 h 154"/>
                  <a:gd name="T2" fmla="*/ 96 w 96"/>
                  <a:gd name="T3" fmla="*/ 129 h 154"/>
                  <a:gd name="T4" fmla="*/ 91 w 96"/>
                  <a:gd name="T5" fmla="*/ 126 h 154"/>
                  <a:gd name="T6" fmla="*/ 70 w 96"/>
                  <a:gd name="T7" fmla="*/ 140 h 154"/>
                  <a:gd name="T8" fmla="*/ 69 w 96"/>
                  <a:gd name="T9" fmla="*/ 154 h 154"/>
                  <a:gd name="T10" fmla="*/ 35 w 96"/>
                  <a:gd name="T11" fmla="*/ 141 h 154"/>
                  <a:gd name="T12" fmla="*/ 0 w 96"/>
                  <a:gd name="T1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54">
                    <a:moveTo>
                      <a:pt x="0" y="0"/>
                    </a:moveTo>
                    <a:cubicBezTo>
                      <a:pt x="96" y="129"/>
                      <a:pt x="96" y="129"/>
                      <a:pt x="96" y="129"/>
                    </a:cubicBezTo>
                    <a:cubicBezTo>
                      <a:pt x="91" y="126"/>
                      <a:pt x="91" y="126"/>
                      <a:pt x="91" y="126"/>
                    </a:cubicBezTo>
                    <a:cubicBezTo>
                      <a:pt x="81" y="122"/>
                      <a:pt x="70" y="129"/>
                      <a:pt x="70" y="140"/>
                    </a:cubicBezTo>
                    <a:cubicBezTo>
                      <a:pt x="69" y="154"/>
                      <a:pt x="69" y="154"/>
                      <a:pt x="69" y="154"/>
                    </a:cubicBezTo>
                    <a:cubicBezTo>
                      <a:pt x="35" y="141"/>
                      <a:pt x="35" y="141"/>
                      <a:pt x="35" y="14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" name="Freeform 20"/>
              <p:cNvSpPr>
                <a:spLocks/>
              </p:cNvSpPr>
              <p:nvPr/>
            </p:nvSpPr>
            <p:spPr bwMode="auto">
              <a:xfrm>
                <a:off x="8359775" y="1693422"/>
                <a:ext cx="247650" cy="660400"/>
              </a:xfrm>
              <a:custGeom>
                <a:avLst/>
                <a:gdLst>
                  <a:gd name="T0" fmla="*/ 0 w 66"/>
                  <a:gd name="T1" fmla="*/ 135 h 176"/>
                  <a:gd name="T2" fmla="*/ 12 w 66"/>
                  <a:gd name="T3" fmla="*/ 154 h 176"/>
                  <a:gd name="T4" fmla="*/ 19 w 66"/>
                  <a:gd name="T5" fmla="*/ 145 h 176"/>
                  <a:gd name="T6" fmla="*/ 40 w 66"/>
                  <a:gd name="T7" fmla="*/ 150 h 176"/>
                  <a:gd name="T8" fmla="*/ 56 w 66"/>
                  <a:gd name="T9" fmla="*/ 176 h 176"/>
                  <a:gd name="T10" fmla="*/ 66 w 66"/>
                  <a:gd name="T11" fmla="*/ 141 h 176"/>
                  <a:gd name="T12" fmla="*/ 31 w 66"/>
                  <a:gd name="T13" fmla="*/ 0 h 176"/>
                  <a:gd name="T14" fmla="*/ 0 w 66"/>
                  <a:gd name="T15" fmla="*/ 135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176">
                    <a:moveTo>
                      <a:pt x="0" y="135"/>
                    </a:moveTo>
                    <a:cubicBezTo>
                      <a:pt x="12" y="154"/>
                      <a:pt x="12" y="154"/>
                      <a:pt x="12" y="154"/>
                    </a:cubicBezTo>
                    <a:cubicBezTo>
                      <a:pt x="19" y="145"/>
                      <a:pt x="19" y="145"/>
                      <a:pt x="19" y="145"/>
                    </a:cubicBezTo>
                    <a:cubicBezTo>
                      <a:pt x="25" y="136"/>
                      <a:pt x="36" y="142"/>
                      <a:pt x="40" y="150"/>
                    </a:cubicBezTo>
                    <a:cubicBezTo>
                      <a:pt x="56" y="176"/>
                      <a:pt x="56" y="176"/>
                      <a:pt x="56" y="176"/>
                    </a:cubicBezTo>
                    <a:cubicBezTo>
                      <a:pt x="66" y="141"/>
                      <a:pt x="66" y="141"/>
                      <a:pt x="66" y="14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F6D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" name="Freeform 21"/>
              <p:cNvSpPr>
                <a:spLocks/>
              </p:cNvSpPr>
              <p:nvPr/>
            </p:nvSpPr>
            <p:spPr bwMode="auto">
              <a:xfrm>
                <a:off x="8062913" y="1693422"/>
                <a:ext cx="412750" cy="544513"/>
              </a:xfrm>
              <a:custGeom>
                <a:avLst/>
                <a:gdLst>
                  <a:gd name="T0" fmla="*/ 110 w 110"/>
                  <a:gd name="T1" fmla="*/ 0 h 145"/>
                  <a:gd name="T2" fmla="*/ 0 w 110"/>
                  <a:gd name="T3" fmla="*/ 145 h 145"/>
                  <a:gd name="T4" fmla="*/ 28 w 110"/>
                  <a:gd name="T5" fmla="*/ 124 h 145"/>
                  <a:gd name="T6" fmla="*/ 55 w 110"/>
                  <a:gd name="T7" fmla="*/ 135 h 145"/>
                  <a:gd name="T8" fmla="*/ 56 w 110"/>
                  <a:gd name="T9" fmla="*/ 143 h 145"/>
                  <a:gd name="T10" fmla="*/ 79 w 110"/>
                  <a:gd name="T11" fmla="*/ 135 h 145"/>
                  <a:gd name="T12" fmla="*/ 110 w 110"/>
                  <a:gd name="T13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0" h="145">
                    <a:moveTo>
                      <a:pt x="110" y="0"/>
                    </a:moveTo>
                    <a:cubicBezTo>
                      <a:pt x="0" y="145"/>
                      <a:pt x="0" y="145"/>
                      <a:pt x="0" y="145"/>
                    </a:cubicBezTo>
                    <a:cubicBezTo>
                      <a:pt x="28" y="124"/>
                      <a:pt x="28" y="124"/>
                      <a:pt x="28" y="124"/>
                    </a:cubicBezTo>
                    <a:cubicBezTo>
                      <a:pt x="38" y="116"/>
                      <a:pt x="53" y="122"/>
                      <a:pt x="55" y="135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79" y="135"/>
                      <a:pt x="79" y="135"/>
                      <a:pt x="79" y="135"/>
                    </a:cubicBez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FA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" name="Freeform 22"/>
              <p:cNvSpPr>
                <a:spLocks/>
              </p:cNvSpPr>
              <p:nvPr/>
            </p:nvSpPr>
            <p:spPr bwMode="auto">
              <a:xfrm>
                <a:off x="2703513" y="1891859"/>
                <a:ext cx="2124075" cy="1423988"/>
              </a:xfrm>
              <a:custGeom>
                <a:avLst/>
                <a:gdLst>
                  <a:gd name="T0" fmla="*/ 669 w 1338"/>
                  <a:gd name="T1" fmla="*/ 0 h 897"/>
                  <a:gd name="T2" fmla="*/ 0 w 1338"/>
                  <a:gd name="T3" fmla="*/ 897 h 897"/>
                  <a:gd name="T4" fmla="*/ 182 w 1338"/>
                  <a:gd name="T5" fmla="*/ 897 h 897"/>
                  <a:gd name="T6" fmla="*/ 444 w 1338"/>
                  <a:gd name="T7" fmla="*/ 897 h 897"/>
                  <a:gd name="T8" fmla="*/ 1338 w 1338"/>
                  <a:gd name="T9" fmla="*/ 897 h 897"/>
                  <a:gd name="T10" fmla="*/ 669 w 1338"/>
                  <a:gd name="T11" fmla="*/ 0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38" h="897">
                    <a:moveTo>
                      <a:pt x="669" y="0"/>
                    </a:moveTo>
                    <a:lnTo>
                      <a:pt x="0" y="897"/>
                    </a:lnTo>
                    <a:lnTo>
                      <a:pt x="182" y="897"/>
                    </a:lnTo>
                    <a:lnTo>
                      <a:pt x="444" y="897"/>
                    </a:lnTo>
                    <a:lnTo>
                      <a:pt x="1338" y="897"/>
                    </a:lnTo>
                    <a:lnTo>
                      <a:pt x="669" y="0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620713" y="1083822"/>
                <a:ext cx="3332163" cy="2232025"/>
              </a:xfrm>
              <a:custGeom>
                <a:avLst/>
                <a:gdLst>
                  <a:gd name="T0" fmla="*/ 286 w 2099"/>
                  <a:gd name="T1" fmla="*/ 1406 h 1406"/>
                  <a:gd name="T2" fmla="*/ 2099 w 2099"/>
                  <a:gd name="T3" fmla="*/ 1406 h 1406"/>
                  <a:gd name="T4" fmla="*/ 1049 w 2099"/>
                  <a:gd name="T5" fmla="*/ 0 h 1406"/>
                  <a:gd name="T6" fmla="*/ 0 w 2099"/>
                  <a:gd name="T7" fmla="*/ 1406 h 1406"/>
                  <a:gd name="T8" fmla="*/ 286 w 2099"/>
                  <a:gd name="T9" fmla="*/ 1406 h 1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99" h="1406">
                    <a:moveTo>
                      <a:pt x="286" y="1406"/>
                    </a:moveTo>
                    <a:lnTo>
                      <a:pt x="2099" y="1406"/>
                    </a:lnTo>
                    <a:lnTo>
                      <a:pt x="1049" y="0"/>
                    </a:lnTo>
                    <a:lnTo>
                      <a:pt x="0" y="1406"/>
                    </a:lnTo>
                    <a:lnTo>
                      <a:pt x="286" y="1406"/>
                    </a:lnTo>
                    <a:close/>
                  </a:path>
                </a:pathLst>
              </a:custGeom>
              <a:solidFill>
                <a:srgbClr val="154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620713" y="1083822"/>
                <a:ext cx="1665288" cy="2232025"/>
              </a:xfrm>
              <a:custGeom>
                <a:avLst/>
                <a:gdLst>
                  <a:gd name="T0" fmla="*/ 0 w 1049"/>
                  <a:gd name="T1" fmla="*/ 1406 h 1406"/>
                  <a:gd name="T2" fmla="*/ 286 w 1049"/>
                  <a:gd name="T3" fmla="*/ 1406 h 1406"/>
                  <a:gd name="T4" fmla="*/ 699 w 1049"/>
                  <a:gd name="T5" fmla="*/ 1406 h 1406"/>
                  <a:gd name="T6" fmla="*/ 1049 w 1049"/>
                  <a:gd name="T7" fmla="*/ 0 h 1406"/>
                  <a:gd name="T8" fmla="*/ 0 w 1049"/>
                  <a:gd name="T9" fmla="*/ 1406 h 1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9" h="1406">
                    <a:moveTo>
                      <a:pt x="0" y="1406"/>
                    </a:moveTo>
                    <a:lnTo>
                      <a:pt x="286" y="1406"/>
                    </a:lnTo>
                    <a:lnTo>
                      <a:pt x="699" y="1406"/>
                    </a:lnTo>
                    <a:lnTo>
                      <a:pt x="1049" y="0"/>
                    </a:lnTo>
                    <a:lnTo>
                      <a:pt x="0" y="1406"/>
                    </a:lnTo>
                    <a:close/>
                  </a:path>
                </a:pathLst>
              </a:custGeom>
              <a:solidFill>
                <a:srgbClr val="131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" name="Freeform 27"/>
              <p:cNvSpPr>
                <a:spLocks/>
              </p:cNvSpPr>
              <p:nvPr/>
            </p:nvSpPr>
            <p:spPr bwMode="auto">
              <a:xfrm>
                <a:off x="1730375" y="1083822"/>
                <a:ext cx="1066800" cy="2232025"/>
              </a:xfrm>
              <a:custGeom>
                <a:avLst/>
                <a:gdLst>
                  <a:gd name="T0" fmla="*/ 350 w 672"/>
                  <a:gd name="T1" fmla="*/ 0 h 1406"/>
                  <a:gd name="T2" fmla="*/ 672 w 672"/>
                  <a:gd name="T3" fmla="*/ 1406 h 1406"/>
                  <a:gd name="T4" fmla="*/ 0 w 672"/>
                  <a:gd name="T5" fmla="*/ 1406 h 1406"/>
                  <a:gd name="T6" fmla="*/ 350 w 672"/>
                  <a:gd name="T7" fmla="*/ 0 h 1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2" h="1406">
                    <a:moveTo>
                      <a:pt x="350" y="0"/>
                    </a:moveTo>
                    <a:lnTo>
                      <a:pt x="672" y="1406"/>
                    </a:lnTo>
                    <a:lnTo>
                      <a:pt x="0" y="1406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rgbClr val="1B3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" name="Freeform 28"/>
              <p:cNvSpPr>
                <a:spLocks/>
              </p:cNvSpPr>
              <p:nvPr/>
            </p:nvSpPr>
            <p:spPr bwMode="auto">
              <a:xfrm>
                <a:off x="1790700" y="1083822"/>
                <a:ext cx="495300" cy="1090613"/>
              </a:xfrm>
              <a:custGeom>
                <a:avLst/>
                <a:gdLst>
                  <a:gd name="T0" fmla="*/ 132 w 132"/>
                  <a:gd name="T1" fmla="*/ 0 h 290"/>
                  <a:gd name="T2" fmla="*/ 0 w 132"/>
                  <a:gd name="T3" fmla="*/ 177 h 290"/>
                  <a:gd name="T4" fmla="*/ 7 w 132"/>
                  <a:gd name="T5" fmla="*/ 173 h 290"/>
                  <a:gd name="T6" fmla="*/ 28 w 132"/>
                  <a:gd name="T7" fmla="*/ 192 h 290"/>
                  <a:gd name="T8" fmla="*/ 5 w 132"/>
                  <a:gd name="T9" fmla="*/ 290 h 290"/>
                  <a:gd name="T10" fmla="*/ 83 w 132"/>
                  <a:gd name="T11" fmla="*/ 195 h 290"/>
                  <a:gd name="T12" fmla="*/ 132 w 132"/>
                  <a:gd name="T13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2" h="290">
                    <a:moveTo>
                      <a:pt x="132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7" y="173"/>
                      <a:pt x="7" y="173"/>
                      <a:pt x="7" y="173"/>
                    </a:cubicBezTo>
                    <a:cubicBezTo>
                      <a:pt x="19" y="169"/>
                      <a:pt x="31" y="179"/>
                      <a:pt x="28" y="192"/>
                    </a:cubicBezTo>
                    <a:cubicBezTo>
                      <a:pt x="5" y="290"/>
                      <a:pt x="5" y="290"/>
                      <a:pt x="5" y="290"/>
                    </a:cubicBezTo>
                    <a:cubicBezTo>
                      <a:pt x="83" y="195"/>
                      <a:pt x="83" y="195"/>
                      <a:pt x="83" y="195"/>
                    </a:cubicBez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" name="Freeform 29"/>
              <p:cNvSpPr>
                <a:spLocks/>
              </p:cNvSpPr>
              <p:nvPr/>
            </p:nvSpPr>
            <p:spPr bwMode="auto">
              <a:xfrm>
                <a:off x="2101850" y="1083822"/>
                <a:ext cx="342900" cy="977900"/>
              </a:xfrm>
              <a:custGeom>
                <a:avLst/>
                <a:gdLst>
                  <a:gd name="T0" fmla="*/ 91 w 91"/>
                  <a:gd name="T1" fmla="*/ 185 h 260"/>
                  <a:gd name="T2" fmla="*/ 84 w 91"/>
                  <a:gd name="T3" fmla="*/ 256 h 260"/>
                  <a:gd name="T4" fmla="*/ 53 w 91"/>
                  <a:gd name="T5" fmla="*/ 211 h 260"/>
                  <a:gd name="T6" fmla="*/ 38 w 91"/>
                  <a:gd name="T7" fmla="*/ 211 h 260"/>
                  <a:gd name="T8" fmla="*/ 5 w 91"/>
                  <a:gd name="T9" fmla="*/ 260 h 260"/>
                  <a:gd name="T10" fmla="*/ 0 w 91"/>
                  <a:gd name="T11" fmla="*/ 195 h 260"/>
                  <a:gd name="T12" fmla="*/ 49 w 91"/>
                  <a:gd name="T13" fmla="*/ 0 h 260"/>
                  <a:gd name="T14" fmla="*/ 91 w 91"/>
                  <a:gd name="T15" fmla="*/ 185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260">
                    <a:moveTo>
                      <a:pt x="91" y="185"/>
                    </a:moveTo>
                    <a:cubicBezTo>
                      <a:pt x="84" y="256"/>
                      <a:pt x="84" y="256"/>
                      <a:pt x="84" y="256"/>
                    </a:cubicBezTo>
                    <a:cubicBezTo>
                      <a:pt x="53" y="211"/>
                      <a:pt x="53" y="211"/>
                      <a:pt x="53" y="211"/>
                    </a:cubicBezTo>
                    <a:cubicBezTo>
                      <a:pt x="49" y="205"/>
                      <a:pt x="41" y="205"/>
                      <a:pt x="38" y="211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91" y="185"/>
                    </a:lnTo>
                    <a:close/>
                  </a:path>
                </a:pathLst>
              </a:custGeom>
              <a:solidFill>
                <a:srgbClr val="F6D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" name="Freeform 30"/>
              <p:cNvSpPr>
                <a:spLocks/>
              </p:cNvSpPr>
              <p:nvPr/>
            </p:nvSpPr>
            <p:spPr bwMode="auto">
              <a:xfrm>
                <a:off x="2286000" y="1083822"/>
                <a:ext cx="560388" cy="782638"/>
              </a:xfrm>
              <a:custGeom>
                <a:avLst/>
                <a:gdLst>
                  <a:gd name="T0" fmla="*/ 0 w 149"/>
                  <a:gd name="T1" fmla="*/ 0 h 208"/>
                  <a:gd name="T2" fmla="*/ 149 w 149"/>
                  <a:gd name="T3" fmla="*/ 199 h 208"/>
                  <a:gd name="T4" fmla="*/ 105 w 149"/>
                  <a:gd name="T5" fmla="*/ 174 h 208"/>
                  <a:gd name="T6" fmla="*/ 88 w 149"/>
                  <a:gd name="T7" fmla="*/ 182 h 208"/>
                  <a:gd name="T8" fmla="*/ 85 w 149"/>
                  <a:gd name="T9" fmla="*/ 208 h 208"/>
                  <a:gd name="T10" fmla="*/ 42 w 149"/>
                  <a:gd name="T11" fmla="*/ 185 h 208"/>
                  <a:gd name="T12" fmla="*/ 0 w 149"/>
                  <a:gd name="T13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208">
                    <a:moveTo>
                      <a:pt x="0" y="0"/>
                    </a:moveTo>
                    <a:cubicBezTo>
                      <a:pt x="149" y="199"/>
                      <a:pt x="149" y="199"/>
                      <a:pt x="149" y="199"/>
                    </a:cubicBezTo>
                    <a:cubicBezTo>
                      <a:pt x="105" y="174"/>
                      <a:pt x="105" y="174"/>
                      <a:pt x="105" y="174"/>
                    </a:cubicBezTo>
                    <a:cubicBezTo>
                      <a:pt x="98" y="170"/>
                      <a:pt x="89" y="175"/>
                      <a:pt x="88" y="182"/>
                    </a:cubicBezTo>
                    <a:cubicBezTo>
                      <a:pt x="85" y="208"/>
                      <a:pt x="85" y="208"/>
                      <a:pt x="85" y="208"/>
                    </a:cubicBezTo>
                    <a:cubicBezTo>
                      <a:pt x="42" y="185"/>
                      <a:pt x="42" y="185"/>
                      <a:pt x="42" y="1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29" name="Freeform 62"/>
              <p:cNvSpPr>
                <a:spLocks noEditPoints="1"/>
              </p:cNvSpPr>
              <p:nvPr/>
            </p:nvSpPr>
            <p:spPr bwMode="auto">
              <a:xfrm>
                <a:off x="519113" y="3593659"/>
                <a:ext cx="11436350" cy="1165225"/>
              </a:xfrm>
              <a:custGeom>
                <a:avLst/>
                <a:gdLst>
                  <a:gd name="T0" fmla="*/ 1408 w 3047"/>
                  <a:gd name="T1" fmla="*/ 279 h 310"/>
                  <a:gd name="T2" fmla="*/ 1471 w 3047"/>
                  <a:gd name="T3" fmla="*/ 279 h 310"/>
                  <a:gd name="T4" fmla="*/ 1561 w 3047"/>
                  <a:gd name="T5" fmla="*/ 279 h 310"/>
                  <a:gd name="T6" fmla="*/ 1498 w 3047"/>
                  <a:gd name="T7" fmla="*/ 279 h 310"/>
                  <a:gd name="T8" fmla="*/ 1561 w 3047"/>
                  <a:gd name="T9" fmla="*/ 279 h 310"/>
                  <a:gd name="T10" fmla="*/ 643 w 3047"/>
                  <a:gd name="T11" fmla="*/ 248 h 310"/>
                  <a:gd name="T12" fmla="*/ 643 w 3047"/>
                  <a:gd name="T13" fmla="*/ 310 h 310"/>
                  <a:gd name="T14" fmla="*/ 2583 w 3047"/>
                  <a:gd name="T15" fmla="*/ 279 h 310"/>
                  <a:gd name="T16" fmla="*/ 2521 w 3047"/>
                  <a:gd name="T17" fmla="*/ 279 h 310"/>
                  <a:gd name="T18" fmla="*/ 2583 w 3047"/>
                  <a:gd name="T19" fmla="*/ 279 h 310"/>
                  <a:gd name="T20" fmla="*/ 3010 w 3047"/>
                  <a:gd name="T21" fmla="*/ 64 h 310"/>
                  <a:gd name="T22" fmla="*/ 2206 w 3047"/>
                  <a:gd name="T23" fmla="*/ 95 h 310"/>
                  <a:gd name="T24" fmla="*/ 2807 w 3047"/>
                  <a:gd name="T25" fmla="*/ 126 h 310"/>
                  <a:gd name="T26" fmla="*/ 2807 w 3047"/>
                  <a:gd name="T27" fmla="*/ 189 h 310"/>
                  <a:gd name="T28" fmla="*/ 2321 w 3047"/>
                  <a:gd name="T29" fmla="*/ 219 h 310"/>
                  <a:gd name="T30" fmla="*/ 2454 w 3047"/>
                  <a:gd name="T31" fmla="*/ 248 h 310"/>
                  <a:gd name="T32" fmla="*/ 2454 w 3047"/>
                  <a:gd name="T33" fmla="*/ 310 h 310"/>
                  <a:gd name="T34" fmla="*/ 2107 w 3047"/>
                  <a:gd name="T35" fmla="*/ 279 h 310"/>
                  <a:gd name="T36" fmla="*/ 2240 w 3047"/>
                  <a:gd name="T37" fmla="*/ 248 h 310"/>
                  <a:gd name="T38" fmla="*/ 2240 w 3047"/>
                  <a:gd name="T39" fmla="*/ 189 h 310"/>
                  <a:gd name="T40" fmla="*/ 1252 w 3047"/>
                  <a:gd name="T41" fmla="*/ 219 h 310"/>
                  <a:gd name="T42" fmla="*/ 1328 w 3047"/>
                  <a:gd name="T43" fmla="*/ 248 h 310"/>
                  <a:gd name="T44" fmla="*/ 1328 w 3047"/>
                  <a:gd name="T45" fmla="*/ 310 h 310"/>
                  <a:gd name="T46" fmla="*/ 714 w 3047"/>
                  <a:gd name="T47" fmla="*/ 279 h 310"/>
                  <a:gd name="T48" fmla="*/ 1171 w 3047"/>
                  <a:gd name="T49" fmla="*/ 248 h 310"/>
                  <a:gd name="T50" fmla="*/ 1171 w 3047"/>
                  <a:gd name="T51" fmla="*/ 189 h 310"/>
                  <a:gd name="T52" fmla="*/ 0 w 3047"/>
                  <a:gd name="T53" fmla="*/ 157 h 310"/>
                  <a:gd name="T54" fmla="*/ 1069 w 3047"/>
                  <a:gd name="T55" fmla="*/ 126 h 310"/>
                  <a:gd name="T56" fmla="*/ 1065 w 3047"/>
                  <a:gd name="T57" fmla="*/ 64 h 310"/>
                  <a:gd name="T58" fmla="*/ 251 w 3047"/>
                  <a:gd name="T59" fmla="*/ 32 h 310"/>
                  <a:gd name="T60" fmla="*/ 3010 w 3047"/>
                  <a:gd name="T61" fmla="*/ 0 h 310"/>
                  <a:gd name="T62" fmla="*/ 1630 w 3047"/>
                  <a:gd name="T63" fmla="*/ 95 h 310"/>
                  <a:gd name="T64" fmla="*/ 1569 w 3047"/>
                  <a:gd name="T65" fmla="*/ 95 h 310"/>
                  <a:gd name="T66" fmla="*/ 1630 w 3047"/>
                  <a:gd name="T67" fmla="*/ 95 h 310"/>
                  <a:gd name="T68" fmla="*/ 1689 w 3047"/>
                  <a:gd name="T69" fmla="*/ 64 h 310"/>
                  <a:gd name="T70" fmla="*/ 1689 w 3047"/>
                  <a:gd name="T71" fmla="*/ 126 h 310"/>
                  <a:gd name="T72" fmla="*/ 2122 w 3047"/>
                  <a:gd name="T73" fmla="*/ 95 h 310"/>
                  <a:gd name="T74" fmla="*/ 1778 w 3047"/>
                  <a:gd name="T75" fmla="*/ 64 h 310"/>
                  <a:gd name="T76" fmla="*/ 1778 w 3047"/>
                  <a:gd name="T77" fmla="*/ 126 h 310"/>
                  <a:gd name="T78" fmla="*/ 2122 w 3047"/>
                  <a:gd name="T79" fmla="*/ 9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47" h="310">
                    <a:moveTo>
                      <a:pt x="1439" y="310"/>
                    </a:moveTo>
                    <a:cubicBezTo>
                      <a:pt x="1422" y="310"/>
                      <a:pt x="1408" y="296"/>
                      <a:pt x="1408" y="279"/>
                    </a:cubicBezTo>
                    <a:cubicBezTo>
                      <a:pt x="1408" y="262"/>
                      <a:pt x="1422" y="248"/>
                      <a:pt x="1439" y="248"/>
                    </a:cubicBezTo>
                    <a:cubicBezTo>
                      <a:pt x="1457" y="248"/>
                      <a:pt x="1471" y="262"/>
                      <a:pt x="1471" y="279"/>
                    </a:cubicBezTo>
                    <a:cubicBezTo>
                      <a:pt x="1471" y="296"/>
                      <a:pt x="1457" y="310"/>
                      <a:pt x="1439" y="310"/>
                    </a:cubicBezTo>
                    <a:close/>
                    <a:moveTo>
                      <a:pt x="1561" y="279"/>
                    </a:moveTo>
                    <a:cubicBezTo>
                      <a:pt x="1561" y="262"/>
                      <a:pt x="1547" y="248"/>
                      <a:pt x="1530" y="248"/>
                    </a:cubicBezTo>
                    <a:cubicBezTo>
                      <a:pt x="1512" y="248"/>
                      <a:pt x="1498" y="262"/>
                      <a:pt x="1498" y="279"/>
                    </a:cubicBezTo>
                    <a:cubicBezTo>
                      <a:pt x="1498" y="296"/>
                      <a:pt x="1512" y="310"/>
                      <a:pt x="1530" y="310"/>
                    </a:cubicBezTo>
                    <a:cubicBezTo>
                      <a:pt x="1547" y="310"/>
                      <a:pt x="1561" y="296"/>
                      <a:pt x="1561" y="279"/>
                    </a:cubicBezTo>
                    <a:close/>
                    <a:moveTo>
                      <a:pt x="675" y="279"/>
                    </a:moveTo>
                    <a:cubicBezTo>
                      <a:pt x="675" y="262"/>
                      <a:pt x="661" y="248"/>
                      <a:pt x="643" y="248"/>
                    </a:cubicBezTo>
                    <a:cubicBezTo>
                      <a:pt x="626" y="248"/>
                      <a:pt x="612" y="262"/>
                      <a:pt x="612" y="279"/>
                    </a:cubicBezTo>
                    <a:cubicBezTo>
                      <a:pt x="612" y="296"/>
                      <a:pt x="626" y="310"/>
                      <a:pt x="643" y="310"/>
                    </a:cubicBezTo>
                    <a:cubicBezTo>
                      <a:pt x="661" y="310"/>
                      <a:pt x="675" y="296"/>
                      <a:pt x="675" y="279"/>
                    </a:cubicBezTo>
                    <a:close/>
                    <a:moveTo>
                      <a:pt x="2583" y="279"/>
                    </a:moveTo>
                    <a:cubicBezTo>
                      <a:pt x="2583" y="262"/>
                      <a:pt x="2569" y="248"/>
                      <a:pt x="2552" y="248"/>
                    </a:cubicBezTo>
                    <a:cubicBezTo>
                      <a:pt x="2535" y="248"/>
                      <a:pt x="2521" y="262"/>
                      <a:pt x="2521" y="279"/>
                    </a:cubicBezTo>
                    <a:cubicBezTo>
                      <a:pt x="2521" y="296"/>
                      <a:pt x="2535" y="310"/>
                      <a:pt x="2552" y="310"/>
                    </a:cubicBezTo>
                    <a:cubicBezTo>
                      <a:pt x="2569" y="310"/>
                      <a:pt x="2583" y="296"/>
                      <a:pt x="2583" y="279"/>
                    </a:cubicBezTo>
                    <a:close/>
                    <a:moveTo>
                      <a:pt x="3047" y="32"/>
                    </a:moveTo>
                    <a:cubicBezTo>
                      <a:pt x="3047" y="50"/>
                      <a:pt x="3030" y="64"/>
                      <a:pt x="3010" y="64"/>
                    </a:cubicBezTo>
                    <a:cubicBezTo>
                      <a:pt x="2237" y="64"/>
                      <a:pt x="2237" y="64"/>
                      <a:pt x="2237" y="64"/>
                    </a:cubicBezTo>
                    <a:cubicBezTo>
                      <a:pt x="2220" y="64"/>
                      <a:pt x="2206" y="78"/>
                      <a:pt x="2206" y="95"/>
                    </a:cubicBezTo>
                    <a:cubicBezTo>
                      <a:pt x="2206" y="111"/>
                      <a:pt x="2217" y="124"/>
                      <a:pt x="2233" y="126"/>
                    </a:cubicBezTo>
                    <a:cubicBezTo>
                      <a:pt x="2807" y="126"/>
                      <a:pt x="2807" y="126"/>
                      <a:pt x="2807" y="126"/>
                    </a:cubicBezTo>
                    <a:cubicBezTo>
                      <a:pt x="2827" y="126"/>
                      <a:pt x="2843" y="140"/>
                      <a:pt x="2843" y="157"/>
                    </a:cubicBezTo>
                    <a:cubicBezTo>
                      <a:pt x="2843" y="175"/>
                      <a:pt x="2827" y="189"/>
                      <a:pt x="2807" y="189"/>
                    </a:cubicBezTo>
                    <a:cubicBezTo>
                      <a:pt x="2353" y="189"/>
                      <a:pt x="2353" y="189"/>
                      <a:pt x="2353" y="189"/>
                    </a:cubicBezTo>
                    <a:cubicBezTo>
                      <a:pt x="2335" y="189"/>
                      <a:pt x="2321" y="202"/>
                      <a:pt x="2321" y="219"/>
                    </a:cubicBezTo>
                    <a:cubicBezTo>
                      <a:pt x="2321" y="235"/>
                      <a:pt x="2335" y="248"/>
                      <a:pt x="2353" y="248"/>
                    </a:cubicBezTo>
                    <a:cubicBezTo>
                      <a:pt x="2454" y="248"/>
                      <a:pt x="2454" y="248"/>
                      <a:pt x="2454" y="248"/>
                    </a:cubicBezTo>
                    <a:cubicBezTo>
                      <a:pt x="2471" y="248"/>
                      <a:pt x="2485" y="262"/>
                      <a:pt x="2485" y="279"/>
                    </a:cubicBezTo>
                    <a:cubicBezTo>
                      <a:pt x="2485" y="296"/>
                      <a:pt x="2471" y="310"/>
                      <a:pt x="2454" y="310"/>
                    </a:cubicBezTo>
                    <a:cubicBezTo>
                      <a:pt x="2138" y="310"/>
                      <a:pt x="2138" y="310"/>
                      <a:pt x="2138" y="310"/>
                    </a:cubicBezTo>
                    <a:cubicBezTo>
                      <a:pt x="2121" y="310"/>
                      <a:pt x="2107" y="296"/>
                      <a:pt x="2107" y="279"/>
                    </a:cubicBezTo>
                    <a:cubicBezTo>
                      <a:pt x="2107" y="262"/>
                      <a:pt x="2121" y="248"/>
                      <a:pt x="2138" y="248"/>
                    </a:cubicBezTo>
                    <a:cubicBezTo>
                      <a:pt x="2240" y="248"/>
                      <a:pt x="2240" y="248"/>
                      <a:pt x="2240" y="248"/>
                    </a:cubicBezTo>
                    <a:cubicBezTo>
                      <a:pt x="2257" y="248"/>
                      <a:pt x="2271" y="235"/>
                      <a:pt x="2271" y="219"/>
                    </a:cubicBezTo>
                    <a:cubicBezTo>
                      <a:pt x="2271" y="202"/>
                      <a:pt x="2257" y="189"/>
                      <a:pt x="2240" y="189"/>
                    </a:cubicBezTo>
                    <a:cubicBezTo>
                      <a:pt x="1284" y="189"/>
                      <a:pt x="1284" y="189"/>
                      <a:pt x="1284" y="189"/>
                    </a:cubicBezTo>
                    <a:cubicBezTo>
                      <a:pt x="1266" y="189"/>
                      <a:pt x="1252" y="202"/>
                      <a:pt x="1252" y="219"/>
                    </a:cubicBezTo>
                    <a:cubicBezTo>
                      <a:pt x="1252" y="235"/>
                      <a:pt x="1266" y="248"/>
                      <a:pt x="1284" y="248"/>
                    </a:cubicBezTo>
                    <a:cubicBezTo>
                      <a:pt x="1328" y="248"/>
                      <a:pt x="1328" y="248"/>
                      <a:pt x="1328" y="248"/>
                    </a:cubicBezTo>
                    <a:cubicBezTo>
                      <a:pt x="1346" y="248"/>
                      <a:pt x="1360" y="262"/>
                      <a:pt x="1360" y="279"/>
                    </a:cubicBezTo>
                    <a:cubicBezTo>
                      <a:pt x="1360" y="296"/>
                      <a:pt x="1346" y="310"/>
                      <a:pt x="1328" y="310"/>
                    </a:cubicBezTo>
                    <a:cubicBezTo>
                      <a:pt x="745" y="310"/>
                      <a:pt x="745" y="310"/>
                      <a:pt x="745" y="310"/>
                    </a:cubicBezTo>
                    <a:cubicBezTo>
                      <a:pt x="728" y="310"/>
                      <a:pt x="714" y="296"/>
                      <a:pt x="714" y="279"/>
                    </a:cubicBezTo>
                    <a:cubicBezTo>
                      <a:pt x="714" y="262"/>
                      <a:pt x="728" y="248"/>
                      <a:pt x="745" y="248"/>
                    </a:cubicBezTo>
                    <a:cubicBezTo>
                      <a:pt x="1171" y="248"/>
                      <a:pt x="1171" y="248"/>
                      <a:pt x="1171" y="248"/>
                    </a:cubicBezTo>
                    <a:cubicBezTo>
                      <a:pt x="1188" y="248"/>
                      <a:pt x="1202" y="235"/>
                      <a:pt x="1202" y="219"/>
                    </a:cubicBezTo>
                    <a:cubicBezTo>
                      <a:pt x="1202" y="202"/>
                      <a:pt x="1188" y="189"/>
                      <a:pt x="1171" y="189"/>
                    </a:cubicBezTo>
                    <a:cubicBezTo>
                      <a:pt x="37" y="189"/>
                      <a:pt x="37" y="189"/>
                      <a:pt x="37" y="189"/>
                    </a:cubicBezTo>
                    <a:cubicBezTo>
                      <a:pt x="17" y="189"/>
                      <a:pt x="0" y="175"/>
                      <a:pt x="0" y="157"/>
                    </a:cubicBezTo>
                    <a:cubicBezTo>
                      <a:pt x="0" y="140"/>
                      <a:pt x="17" y="126"/>
                      <a:pt x="37" y="126"/>
                    </a:cubicBezTo>
                    <a:cubicBezTo>
                      <a:pt x="1069" y="126"/>
                      <a:pt x="1069" y="126"/>
                      <a:pt x="1069" y="126"/>
                    </a:cubicBezTo>
                    <a:cubicBezTo>
                      <a:pt x="1084" y="124"/>
                      <a:pt x="1096" y="111"/>
                      <a:pt x="1096" y="95"/>
                    </a:cubicBezTo>
                    <a:cubicBezTo>
                      <a:pt x="1096" y="78"/>
                      <a:pt x="1082" y="64"/>
                      <a:pt x="1065" y="64"/>
                    </a:cubicBezTo>
                    <a:cubicBezTo>
                      <a:pt x="287" y="64"/>
                      <a:pt x="287" y="64"/>
                      <a:pt x="287" y="64"/>
                    </a:cubicBezTo>
                    <a:cubicBezTo>
                      <a:pt x="267" y="64"/>
                      <a:pt x="251" y="50"/>
                      <a:pt x="251" y="32"/>
                    </a:cubicBezTo>
                    <a:cubicBezTo>
                      <a:pt x="251" y="15"/>
                      <a:pt x="267" y="0"/>
                      <a:pt x="287" y="0"/>
                    </a:cubicBezTo>
                    <a:cubicBezTo>
                      <a:pt x="3010" y="0"/>
                      <a:pt x="3010" y="0"/>
                      <a:pt x="3010" y="0"/>
                    </a:cubicBezTo>
                    <a:cubicBezTo>
                      <a:pt x="3030" y="0"/>
                      <a:pt x="3047" y="15"/>
                      <a:pt x="3047" y="32"/>
                    </a:cubicBezTo>
                    <a:close/>
                    <a:moveTo>
                      <a:pt x="1630" y="95"/>
                    </a:moveTo>
                    <a:cubicBezTo>
                      <a:pt x="1630" y="78"/>
                      <a:pt x="1616" y="64"/>
                      <a:pt x="1599" y="64"/>
                    </a:cubicBezTo>
                    <a:cubicBezTo>
                      <a:pt x="1582" y="64"/>
                      <a:pt x="1569" y="78"/>
                      <a:pt x="1569" y="95"/>
                    </a:cubicBezTo>
                    <a:cubicBezTo>
                      <a:pt x="1569" y="112"/>
                      <a:pt x="1582" y="126"/>
                      <a:pt x="1599" y="126"/>
                    </a:cubicBezTo>
                    <a:cubicBezTo>
                      <a:pt x="1616" y="126"/>
                      <a:pt x="1630" y="112"/>
                      <a:pt x="1630" y="95"/>
                    </a:cubicBezTo>
                    <a:close/>
                    <a:moveTo>
                      <a:pt x="1720" y="95"/>
                    </a:moveTo>
                    <a:cubicBezTo>
                      <a:pt x="1720" y="78"/>
                      <a:pt x="1706" y="64"/>
                      <a:pt x="1689" y="64"/>
                    </a:cubicBezTo>
                    <a:cubicBezTo>
                      <a:pt x="1672" y="64"/>
                      <a:pt x="1658" y="78"/>
                      <a:pt x="1658" y="95"/>
                    </a:cubicBezTo>
                    <a:cubicBezTo>
                      <a:pt x="1658" y="112"/>
                      <a:pt x="1672" y="126"/>
                      <a:pt x="1689" y="126"/>
                    </a:cubicBezTo>
                    <a:cubicBezTo>
                      <a:pt x="1706" y="126"/>
                      <a:pt x="1720" y="112"/>
                      <a:pt x="1720" y="95"/>
                    </a:cubicBezTo>
                    <a:close/>
                    <a:moveTo>
                      <a:pt x="2122" y="95"/>
                    </a:moveTo>
                    <a:cubicBezTo>
                      <a:pt x="2122" y="78"/>
                      <a:pt x="2108" y="64"/>
                      <a:pt x="2091" y="64"/>
                    </a:cubicBezTo>
                    <a:cubicBezTo>
                      <a:pt x="1778" y="64"/>
                      <a:pt x="1778" y="64"/>
                      <a:pt x="1778" y="64"/>
                    </a:cubicBezTo>
                    <a:cubicBezTo>
                      <a:pt x="1761" y="64"/>
                      <a:pt x="1747" y="78"/>
                      <a:pt x="1747" y="95"/>
                    </a:cubicBezTo>
                    <a:cubicBezTo>
                      <a:pt x="1747" y="112"/>
                      <a:pt x="1761" y="126"/>
                      <a:pt x="1778" y="126"/>
                    </a:cubicBezTo>
                    <a:cubicBezTo>
                      <a:pt x="2091" y="126"/>
                      <a:pt x="2091" y="126"/>
                      <a:pt x="2091" y="126"/>
                    </a:cubicBezTo>
                    <a:cubicBezTo>
                      <a:pt x="2108" y="126"/>
                      <a:pt x="2122" y="112"/>
                      <a:pt x="2122" y="95"/>
                    </a:cubicBezTo>
                    <a:close/>
                  </a:path>
                </a:pathLst>
              </a:custGeom>
              <a:gradFill>
                <a:gsLst>
                  <a:gs pos="0">
                    <a:srgbClr val="9D6D6B"/>
                  </a:gs>
                  <a:gs pos="100000">
                    <a:srgbClr val="6E405C"/>
                  </a:gs>
                </a:gsLst>
                <a:lin ang="5400000" scaled="1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30" name="Freeform 63"/>
              <p:cNvSpPr>
                <a:spLocks/>
              </p:cNvSpPr>
              <p:nvPr/>
            </p:nvSpPr>
            <p:spPr bwMode="auto">
              <a:xfrm>
                <a:off x="7042150" y="2774509"/>
                <a:ext cx="41275" cy="109538"/>
              </a:xfrm>
              <a:custGeom>
                <a:avLst/>
                <a:gdLst>
                  <a:gd name="T0" fmla="*/ 5 w 26"/>
                  <a:gd name="T1" fmla="*/ 0 h 69"/>
                  <a:gd name="T2" fmla="*/ 0 w 26"/>
                  <a:gd name="T3" fmla="*/ 69 h 69"/>
                  <a:gd name="T4" fmla="*/ 26 w 26"/>
                  <a:gd name="T5" fmla="*/ 69 h 69"/>
                  <a:gd name="T6" fmla="*/ 19 w 26"/>
                  <a:gd name="T7" fmla="*/ 0 h 69"/>
                  <a:gd name="T8" fmla="*/ 5 w 26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9">
                    <a:moveTo>
                      <a:pt x="5" y="0"/>
                    </a:moveTo>
                    <a:lnTo>
                      <a:pt x="0" y="69"/>
                    </a:lnTo>
                    <a:lnTo>
                      <a:pt x="26" y="69"/>
                    </a:lnTo>
                    <a:lnTo>
                      <a:pt x="19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31" name="Freeform 64"/>
              <p:cNvSpPr>
                <a:spLocks/>
              </p:cNvSpPr>
              <p:nvPr/>
            </p:nvSpPr>
            <p:spPr bwMode="auto">
              <a:xfrm>
                <a:off x="7061200" y="2774509"/>
                <a:ext cx="22225" cy="109538"/>
              </a:xfrm>
              <a:custGeom>
                <a:avLst/>
                <a:gdLst>
                  <a:gd name="T0" fmla="*/ 0 w 14"/>
                  <a:gd name="T1" fmla="*/ 0 h 69"/>
                  <a:gd name="T2" fmla="*/ 0 w 14"/>
                  <a:gd name="T3" fmla="*/ 69 h 69"/>
                  <a:gd name="T4" fmla="*/ 14 w 14"/>
                  <a:gd name="T5" fmla="*/ 69 h 69"/>
                  <a:gd name="T6" fmla="*/ 7 w 14"/>
                  <a:gd name="T7" fmla="*/ 0 h 69"/>
                  <a:gd name="T8" fmla="*/ 0 w 14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69">
                    <a:moveTo>
                      <a:pt x="0" y="0"/>
                    </a:moveTo>
                    <a:lnTo>
                      <a:pt x="0" y="69"/>
                    </a:lnTo>
                    <a:lnTo>
                      <a:pt x="14" y="69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32" name="Freeform 65"/>
              <p:cNvSpPr>
                <a:spLocks/>
              </p:cNvSpPr>
              <p:nvPr/>
            </p:nvSpPr>
            <p:spPr bwMode="auto">
              <a:xfrm>
                <a:off x="7061200" y="2331597"/>
                <a:ext cx="112713" cy="477838"/>
              </a:xfrm>
              <a:custGeom>
                <a:avLst/>
                <a:gdLst>
                  <a:gd name="T0" fmla="*/ 52 w 71"/>
                  <a:gd name="T1" fmla="*/ 220 h 301"/>
                  <a:gd name="T2" fmla="*/ 66 w 71"/>
                  <a:gd name="T3" fmla="*/ 220 h 301"/>
                  <a:gd name="T4" fmla="*/ 45 w 71"/>
                  <a:gd name="T5" fmla="*/ 147 h 301"/>
                  <a:gd name="T6" fmla="*/ 52 w 71"/>
                  <a:gd name="T7" fmla="*/ 147 h 301"/>
                  <a:gd name="T8" fmla="*/ 0 w 71"/>
                  <a:gd name="T9" fmla="*/ 0 h 301"/>
                  <a:gd name="T10" fmla="*/ 0 w 71"/>
                  <a:gd name="T11" fmla="*/ 147 h 301"/>
                  <a:gd name="T12" fmla="*/ 0 w 71"/>
                  <a:gd name="T13" fmla="*/ 220 h 301"/>
                  <a:gd name="T14" fmla="*/ 0 w 71"/>
                  <a:gd name="T15" fmla="*/ 301 h 301"/>
                  <a:gd name="T16" fmla="*/ 71 w 71"/>
                  <a:gd name="T17" fmla="*/ 301 h 301"/>
                  <a:gd name="T18" fmla="*/ 52 w 71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1">
                    <a:moveTo>
                      <a:pt x="52" y="220"/>
                    </a:moveTo>
                    <a:lnTo>
                      <a:pt x="66" y="220"/>
                    </a:lnTo>
                    <a:lnTo>
                      <a:pt x="45" y="147"/>
                    </a:lnTo>
                    <a:lnTo>
                      <a:pt x="52" y="147"/>
                    </a:lnTo>
                    <a:lnTo>
                      <a:pt x="0" y="0"/>
                    </a:lnTo>
                    <a:lnTo>
                      <a:pt x="0" y="147"/>
                    </a:lnTo>
                    <a:lnTo>
                      <a:pt x="0" y="220"/>
                    </a:lnTo>
                    <a:lnTo>
                      <a:pt x="0" y="301"/>
                    </a:lnTo>
                    <a:lnTo>
                      <a:pt x="71" y="301"/>
                    </a:lnTo>
                    <a:lnTo>
                      <a:pt x="52" y="22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33" name="Freeform 66"/>
              <p:cNvSpPr>
                <a:spLocks/>
              </p:cNvSpPr>
              <p:nvPr/>
            </p:nvSpPr>
            <p:spPr bwMode="auto">
              <a:xfrm>
                <a:off x="6951663" y="2331597"/>
                <a:ext cx="109538" cy="477838"/>
              </a:xfrm>
              <a:custGeom>
                <a:avLst/>
                <a:gdLst>
                  <a:gd name="T0" fmla="*/ 19 w 69"/>
                  <a:gd name="T1" fmla="*/ 220 h 301"/>
                  <a:gd name="T2" fmla="*/ 5 w 69"/>
                  <a:gd name="T3" fmla="*/ 220 h 301"/>
                  <a:gd name="T4" fmla="*/ 26 w 69"/>
                  <a:gd name="T5" fmla="*/ 147 h 301"/>
                  <a:gd name="T6" fmla="*/ 17 w 69"/>
                  <a:gd name="T7" fmla="*/ 147 h 301"/>
                  <a:gd name="T8" fmla="*/ 69 w 69"/>
                  <a:gd name="T9" fmla="*/ 0 h 301"/>
                  <a:gd name="T10" fmla="*/ 69 w 69"/>
                  <a:gd name="T11" fmla="*/ 147 h 301"/>
                  <a:gd name="T12" fmla="*/ 69 w 69"/>
                  <a:gd name="T13" fmla="*/ 220 h 301"/>
                  <a:gd name="T14" fmla="*/ 69 w 69"/>
                  <a:gd name="T15" fmla="*/ 301 h 301"/>
                  <a:gd name="T16" fmla="*/ 0 w 69"/>
                  <a:gd name="T17" fmla="*/ 301 h 301"/>
                  <a:gd name="T18" fmla="*/ 19 w 69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9" h="301">
                    <a:moveTo>
                      <a:pt x="19" y="220"/>
                    </a:moveTo>
                    <a:lnTo>
                      <a:pt x="5" y="220"/>
                    </a:lnTo>
                    <a:lnTo>
                      <a:pt x="26" y="147"/>
                    </a:lnTo>
                    <a:lnTo>
                      <a:pt x="17" y="147"/>
                    </a:lnTo>
                    <a:lnTo>
                      <a:pt x="69" y="0"/>
                    </a:lnTo>
                    <a:lnTo>
                      <a:pt x="69" y="147"/>
                    </a:lnTo>
                    <a:lnTo>
                      <a:pt x="69" y="220"/>
                    </a:lnTo>
                    <a:lnTo>
                      <a:pt x="69" y="301"/>
                    </a:lnTo>
                    <a:lnTo>
                      <a:pt x="0" y="301"/>
                    </a:lnTo>
                    <a:lnTo>
                      <a:pt x="19" y="22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34" name="Freeform 67"/>
              <p:cNvSpPr>
                <a:spLocks/>
              </p:cNvSpPr>
              <p:nvPr/>
            </p:nvSpPr>
            <p:spPr bwMode="auto">
              <a:xfrm>
                <a:off x="6877050" y="2839597"/>
                <a:ext cx="33338" cy="90488"/>
              </a:xfrm>
              <a:custGeom>
                <a:avLst/>
                <a:gdLst>
                  <a:gd name="T0" fmla="*/ 4 w 21"/>
                  <a:gd name="T1" fmla="*/ 0 h 57"/>
                  <a:gd name="T2" fmla="*/ 0 w 21"/>
                  <a:gd name="T3" fmla="*/ 57 h 57"/>
                  <a:gd name="T4" fmla="*/ 21 w 21"/>
                  <a:gd name="T5" fmla="*/ 57 h 57"/>
                  <a:gd name="T6" fmla="*/ 16 w 21"/>
                  <a:gd name="T7" fmla="*/ 0 h 57"/>
                  <a:gd name="T8" fmla="*/ 4 w 21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7">
                    <a:moveTo>
                      <a:pt x="4" y="0"/>
                    </a:moveTo>
                    <a:lnTo>
                      <a:pt x="0" y="57"/>
                    </a:lnTo>
                    <a:lnTo>
                      <a:pt x="21" y="57"/>
                    </a:lnTo>
                    <a:lnTo>
                      <a:pt x="1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35" name="Freeform 68"/>
              <p:cNvSpPr>
                <a:spLocks/>
              </p:cNvSpPr>
              <p:nvPr/>
            </p:nvSpPr>
            <p:spPr bwMode="auto">
              <a:xfrm>
                <a:off x="6896100" y="2839597"/>
                <a:ext cx="14288" cy="90488"/>
              </a:xfrm>
              <a:custGeom>
                <a:avLst/>
                <a:gdLst>
                  <a:gd name="T0" fmla="*/ 0 w 9"/>
                  <a:gd name="T1" fmla="*/ 0 h 57"/>
                  <a:gd name="T2" fmla="*/ 0 w 9"/>
                  <a:gd name="T3" fmla="*/ 57 h 57"/>
                  <a:gd name="T4" fmla="*/ 9 w 9"/>
                  <a:gd name="T5" fmla="*/ 57 h 57"/>
                  <a:gd name="T6" fmla="*/ 4 w 9"/>
                  <a:gd name="T7" fmla="*/ 0 h 57"/>
                  <a:gd name="T8" fmla="*/ 0 w 9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7">
                    <a:moveTo>
                      <a:pt x="0" y="0"/>
                    </a:moveTo>
                    <a:lnTo>
                      <a:pt x="0" y="57"/>
                    </a:lnTo>
                    <a:lnTo>
                      <a:pt x="9" y="57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36" name="Freeform 69"/>
              <p:cNvSpPr>
                <a:spLocks/>
              </p:cNvSpPr>
              <p:nvPr/>
            </p:nvSpPr>
            <p:spPr bwMode="auto">
              <a:xfrm>
                <a:off x="6896100" y="2463359"/>
                <a:ext cx="93663" cy="406400"/>
              </a:xfrm>
              <a:custGeom>
                <a:avLst/>
                <a:gdLst>
                  <a:gd name="T0" fmla="*/ 42 w 59"/>
                  <a:gd name="T1" fmla="*/ 187 h 256"/>
                  <a:gd name="T2" fmla="*/ 54 w 59"/>
                  <a:gd name="T3" fmla="*/ 187 h 256"/>
                  <a:gd name="T4" fmla="*/ 35 w 59"/>
                  <a:gd name="T5" fmla="*/ 125 h 256"/>
                  <a:gd name="T6" fmla="*/ 42 w 59"/>
                  <a:gd name="T7" fmla="*/ 125 h 256"/>
                  <a:gd name="T8" fmla="*/ 0 w 59"/>
                  <a:gd name="T9" fmla="*/ 0 h 256"/>
                  <a:gd name="T10" fmla="*/ 0 w 59"/>
                  <a:gd name="T11" fmla="*/ 125 h 256"/>
                  <a:gd name="T12" fmla="*/ 0 w 59"/>
                  <a:gd name="T13" fmla="*/ 187 h 256"/>
                  <a:gd name="T14" fmla="*/ 0 w 59"/>
                  <a:gd name="T15" fmla="*/ 256 h 256"/>
                  <a:gd name="T16" fmla="*/ 59 w 59"/>
                  <a:gd name="T17" fmla="*/ 256 h 256"/>
                  <a:gd name="T18" fmla="*/ 42 w 59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256">
                    <a:moveTo>
                      <a:pt x="42" y="187"/>
                    </a:moveTo>
                    <a:lnTo>
                      <a:pt x="54" y="187"/>
                    </a:lnTo>
                    <a:lnTo>
                      <a:pt x="35" y="125"/>
                    </a:lnTo>
                    <a:lnTo>
                      <a:pt x="42" y="125"/>
                    </a:lnTo>
                    <a:lnTo>
                      <a:pt x="0" y="0"/>
                    </a:lnTo>
                    <a:lnTo>
                      <a:pt x="0" y="125"/>
                    </a:lnTo>
                    <a:lnTo>
                      <a:pt x="0" y="187"/>
                    </a:lnTo>
                    <a:lnTo>
                      <a:pt x="0" y="256"/>
                    </a:lnTo>
                    <a:lnTo>
                      <a:pt x="59" y="256"/>
                    </a:lnTo>
                    <a:lnTo>
                      <a:pt x="42" y="187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37" name="Freeform 70"/>
              <p:cNvSpPr>
                <a:spLocks/>
              </p:cNvSpPr>
              <p:nvPr/>
            </p:nvSpPr>
            <p:spPr bwMode="auto">
              <a:xfrm>
                <a:off x="6800850" y="2463359"/>
                <a:ext cx="95250" cy="406400"/>
              </a:xfrm>
              <a:custGeom>
                <a:avLst/>
                <a:gdLst>
                  <a:gd name="T0" fmla="*/ 15 w 60"/>
                  <a:gd name="T1" fmla="*/ 187 h 256"/>
                  <a:gd name="T2" fmla="*/ 5 w 60"/>
                  <a:gd name="T3" fmla="*/ 187 h 256"/>
                  <a:gd name="T4" fmla="*/ 22 w 60"/>
                  <a:gd name="T5" fmla="*/ 125 h 256"/>
                  <a:gd name="T6" fmla="*/ 15 w 60"/>
                  <a:gd name="T7" fmla="*/ 125 h 256"/>
                  <a:gd name="T8" fmla="*/ 60 w 60"/>
                  <a:gd name="T9" fmla="*/ 0 h 256"/>
                  <a:gd name="T10" fmla="*/ 60 w 60"/>
                  <a:gd name="T11" fmla="*/ 125 h 256"/>
                  <a:gd name="T12" fmla="*/ 60 w 60"/>
                  <a:gd name="T13" fmla="*/ 187 h 256"/>
                  <a:gd name="T14" fmla="*/ 60 w 60"/>
                  <a:gd name="T15" fmla="*/ 256 h 256"/>
                  <a:gd name="T16" fmla="*/ 0 w 60"/>
                  <a:gd name="T17" fmla="*/ 256 h 256"/>
                  <a:gd name="T18" fmla="*/ 15 w 60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256">
                    <a:moveTo>
                      <a:pt x="15" y="187"/>
                    </a:moveTo>
                    <a:lnTo>
                      <a:pt x="5" y="187"/>
                    </a:lnTo>
                    <a:lnTo>
                      <a:pt x="22" y="125"/>
                    </a:lnTo>
                    <a:lnTo>
                      <a:pt x="15" y="125"/>
                    </a:lnTo>
                    <a:lnTo>
                      <a:pt x="60" y="0"/>
                    </a:lnTo>
                    <a:lnTo>
                      <a:pt x="60" y="125"/>
                    </a:lnTo>
                    <a:lnTo>
                      <a:pt x="60" y="187"/>
                    </a:lnTo>
                    <a:lnTo>
                      <a:pt x="60" y="256"/>
                    </a:lnTo>
                    <a:lnTo>
                      <a:pt x="0" y="256"/>
                    </a:lnTo>
                    <a:lnTo>
                      <a:pt x="15" y="187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38" name="Freeform 71"/>
              <p:cNvSpPr>
                <a:spLocks/>
              </p:cNvSpPr>
              <p:nvPr/>
            </p:nvSpPr>
            <p:spPr bwMode="auto">
              <a:xfrm>
                <a:off x="7394575" y="2768159"/>
                <a:ext cx="33338" cy="93663"/>
              </a:xfrm>
              <a:custGeom>
                <a:avLst/>
                <a:gdLst>
                  <a:gd name="T0" fmla="*/ 5 w 21"/>
                  <a:gd name="T1" fmla="*/ 0 h 59"/>
                  <a:gd name="T2" fmla="*/ 0 w 21"/>
                  <a:gd name="T3" fmla="*/ 59 h 59"/>
                  <a:gd name="T4" fmla="*/ 21 w 21"/>
                  <a:gd name="T5" fmla="*/ 59 h 59"/>
                  <a:gd name="T6" fmla="*/ 17 w 21"/>
                  <a:gd name="T7" fmla="*/ 0 h 59"/>
                  <a:gd name="T8" fmla="*/ 5 w 21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9">
                    <a:moveTo>
                      <a:pt x="5" y="0"/>
                    </a:moveTo>
                    <a:lnTo>
                      <a:pt x="0" y="59"/>
                    </a:lnTo>
                    <a:lnTo>
                      <a:pt x="21" y="59"/>
                    </a:lnTo>
                    <a:lnTo>
                      <a:pt x="1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39" name="Freeform 72"/>
              <p:cNvSpPr>
                <a:spLocks/>
              </p:cNvSpPr>
              <p:nvPr/>
            </p:nvSpPr>
            <p:spPr bwMode="auto">
              <a:xfrm>
                <a:off x="7408863" y="2768159"/>
                <a:ext cx="19050" cy="93663"/>
              </a:xfrm>
              <a:custGeom>
                <a:avLst/>
                <a:gdLst>
                  <a:gd name="T0" fmla="*/ 0 w 12"/>
                  <a:gd name="T1" fmla="*/ 0 h 59"/>
                  <a:gd name="T2" fmla="*/ 0 w 12"/>
                  <a:gd name="T3" fmla="*/ 59 h 59"/>
                  <a:gd name="T4" fmla="*/ 12 w 12"/>
                  <a:gd name="T5" fmla="*/ 59 h 59"/>
                  <a:gd name="T6" fmla="*/ 8 w 12"/>
                  <a:gd name="T7" fmla="*/ 0 h 59"/>
                  <a:gd name="T8" fmla="*/ 0 w 12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59">
                    <a:moveTo>
                      <a:pt x="0" y="0"/>
                    </a:moveTo>
                    <a:lnTo>
                      <a:pt x="0" y="59"/>
                    </a:lnTo>
                    <a:lnTo>
                      <a:pt x="12" y="59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40" name="Freeform 73"/>
              <p:cNvSpPr>
                <a:spLocks/>
              </p:cNvSpPr>
              <p:nvPr/>
            </p:nvSpPr>
            <p:spPr bwMode="auto">
              <a:xfrm>
                <a:off x="7408863" y="2391922"/>
                <a:ext cx="95250" cy="406400"/>
              </a:xfrm>
              <a:custGeom>
                <a:avLst/>
                <a:gdLst>
                  <a:gd name="T0" fmla="*/ 45 w 60"/>
                  <a:gd name="T1" fmla="*/ 187 h 256"/>
                  <a:gd name="T2" fmla="*/ 55 w 60"/>
                  <a:gd name="T3" fmla="*/ 187 h 256"/>
                  <a:gd name="T4" fmla="*/ 38 w 60"/>
                  <a:gd name="T5" fmla="*/ 125 h 256"/>
                  <a:gd name="T6" fmla="*/ 45 w 60"/>
                  <a:gd name="T7" fmla="*/ 125 h 256"/>
                  <a:gd name="T8" fmla="*/ 0 w 60"/>
                  <a:gd name="T9" fmla="*/ 0 h 256"/>
                  <a:gd name="T10" fmla="*/ 0 w 60"/>
                  <a:gd name="T11" fmla="*/ 125 h 256"/>
                  <a:gd name="T12" fmla="*/ 0 w 60"/>
                  <a:gd name="T13" fmla="*/ 187 h 256"/>
                  <a:gd name="T14" fmla="*/ 0 w 60"/>
                  <a:gd name="T15" fmla="*/ 256 h 256"/>
                  <a:gd name="T16" fmla="*/ 60 w 60"/>
                  <a:gd name="T17" fmla="*/ 256 h 256"/>
                  <a:gd name="T18" fmla="*/ 45 w 60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256">
                    <a:moveTo>
                      <a:pt x="45" y="187"/>
                    </a:moveTo>
                    <a:lnTo>
                      <a:pt x="55" y="187"/>
                    </a:lnTo>
                    <a:lnTo>
                      <a:pt x="38" y="125"/>
                    </a:lnTo>
                    <a:lnTo>
                      <a:pt x="45" y="125"/>
                    </a:lnTo>
                    <a:lnTo>
                      <a:pt x="0" y="0"/>
                    </a:lnTo>
                    <a:lnTo>
                      <a:pt x="0" y="125"/>
                    </a:lnTo>
                    <a:lnTo>
                      <a:pt x="0" y="187"/>
                    </a:lnTo>
                    <a:lnTo>
                      <a:pt x="0" y="256"/>
                    </a:lnTo>
                    <a:lnTo>
                      <a:pt x="60" y="256"/>
                    </a:lnTo>
                    <a:lnTo>
                      <a:pt x="45" y="187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41" name="Freeform 74"/>
              <p:cNvSpPr>
                <a:spLocks/>
              </p:cNvSpPr>
              <p:nvPr/>
            </p:nvSpPr>
            <p:spPr bwMode="auto">
              <a:xfrm>
                <a:off x="7315200" y="2391922"/>
                <a:ext cx="93663" cy="406400"/>
              </a:xfrm>
              <a:custGeom>
                <a:avLst/>
                <a:gdLst>
                  <a:gd name="T0" fmla="*/ 17 w 59"/>
                  <a:gd name="T1" fmla="*/ 187 h 256"/>
                  <a:gd name="T2" fmla="*/ 5 w 59"/>
                  <a:gd name="T3" fmla="*/ 187 h 256"/>
                  <a:gd name="T4" fmla="*/ 24 w 59"/>
                  <a:gd name="T5" fmla="*/ 125 h 256"/>
                  <a:gd name="T6" fmla="*/ 17 w 59"/>
                  <a:gd name="T7" fmla="*/ 125 h 256"/>
                  <a:gd name="T8" fmla="*/ 59 w 59"/>
                  <a:gd name="T9" fmla="*/ 0 h 256"/>
                  <a:gd name="T10" fmla="*/ 59 w 59"/>
                  <a:gd name="T11" fmla="*/ 125 h 256"/>
                  <a:gd name="T12" fmla="*/ 59 w 59"/>
                  <a:gd name="T13" fmla="*/ 187 h 256"/>
                  <a:gd name="T14" fmla="*/ 59 w 59"/>
                  <a:gd name="T15" fmla="*/ 256 h 256"/>
                  <a:gd name="T16" fmla="*/ 0 w 59"/>
                  <a:gd name="T17" fmla="*/ 256 h 256"/>
                  <a:gd name="T18" fmla="*/ 17 w 59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256">
                    <a:moveTo>
                      <a:pt x="17" y="187"/>
                    </a:moveTo>
                    <a:lnTo>
                      <a:pt x="5" y="187"/>
                    </a:lnTo>
                    <a:lnTo>
                      <a:pt x="24" y="125"/>
                    </a:lnTo>
                    <a:lnTo>
                      <a:pt x="17" y="125"/>
                    </a:lnTo>
                    <a:lnTo>
                      <a:pt x="59" y="0"/>
                    </a:lnTo>
                    <a:lnTo>
                      <a:pt x="59" y="125"/>
                    </a:lnTo>
                    <a:lnTo>
                      <a:pt x="59" y="187"/>
                    </a:lnTo>
                    <a:lnTo>
                      <a:pt x="59" y="256"/>
                    </a:lnTo>
                    <a:lnTo>
                      <a:pt x="0" y="256"/>
                    </a:lnTo>
                    <a:lnTo>
                      <a:pt x="17" y="187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42" name="Freeform 75"/>
              <p:cNvSpPr>
                <a:spLocks/>
              </p:cNvSpPr>
              <p:nvPr/>
            </p:nvSpPr>
            <p:spPr bwMode="auto">
              <a:xfrm>
                <a:off x="398463" y="2680847"/>
                <a:ext cx="153988" cy="522288"/>
              </a:xfrm>
              <a:custGeom>
                <a:avLst/>
                <a:gdLst>
                  <a:gd name="T0" fmla="*/ 41 w 41"/>
                  <a:gd name="T1" fmla="*/ 0 h 139"/>
                  <a:gd name="T2" fmla="*/ 20 w 41"/>
                  <a:gd name="T3" fmla="*/ 21 h 139"/>
                  <a:gd name="T4" fmla="*/ 16 w 41"/>
                  <a:gd name="T5" fmla="*/ 41 h 139"/>
                  <a:gd name="T6" fmla="*/ 0 w 41"/>
                  <a:gd name="T7" fmla="*/ 93 h 139"/>
                  <a:gd name="T8" fmla="*/ 39 w 41"/>
                  <a:gd name="T9" fmla="*/ 138 h 139"/>
                  <a:gd name="T10" fmla="*/ 41 w 41"/>
                  <a:gd name="T11" fmla="*/ 139 h 139"/>
                  <a:gd name="T12" fmla="*/ 41 w 41"/>
                  <a:gd name="T1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39">
                    <a:moveTo>
                      <a:pt x="41" y="0"/>
                    </a:moveTo>
                    <a:cubicBezTo>
                      <a:pt x="33" y="0"/>
                      <a:pt x="26" y="9"/>
                      <a:pt x="20" y="21"/>
                    </a:cubicBezTo>
                    <a:cubicBezTo>
                      <a:pt x="14" y="35"/>
                      <a:pt x="16" y="41"/>
                      <a:pt x="16" y="41"/>
                    </a:cubicBezTo>
                    <a:cubicBezTo>
                      <a:pt x="8" y="41"/>
                      <a:pt x="0" y="70"/>
                      <a:pt x="0" y="93"/>
                    </a:cubicBezTo>
                    <a:cubicBezTo>
                      <a:pt x="0" y="115"/>
                      <a:pt x="13" y="137"/>
                      <a:pt x="39" y="138"/>
                    </a:cubicBezTo>
                    <a:cubicBezTo>
                      <a:pt x="40" y="139"/>
                      <a:pt x="40" y="139"/>
                      <a:pt x="41" y="139"/>
                    </a:cubicBez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43" name="Freeform 76"/>
              <p:cNvSpPr>
                <a:spLocks/>
              </p:cNvSpPr>
              <p:nvPr/>
            </p:nvSpPr>
            <p:spPr bwMode="auto">
              <a:xfrm>
                <a:off x="552450" y="2680847"/>
                <a:ext cx="153988" cy="522288"/>
              </a:xfrm>
              <a:custGeom>
                <a:avLst/>
                <a:gdLst>
                  <a:gd name="T0" fmla="*/ 0 w 41"/>
                  <a:gd name="T1" fmla="*/ 0 h 139"/>
                  <a:gd name="T2" fmla="*/ 21 w 41"/>
                  <a:gd name="T3" fmla="*/ 21 h 139"/>
                  <a:gd name="T4" fmla="*/ 25 w 41"/>
                  <a:gd name="T5" fmla="*/ 41 h 139"/>
                  <a:gd name="T6" fmla="*/ 41 w 41"/>
                  <a:gd name="T7" fmla="*/ 93 h 139"/>
                  <a:gd name="T8" fmla="*/ 2 w 41"/>
                  <a:gd name="T9" fmla="*/ 138 h 139"/>
                  <a:gd name="T10" fmla="*/ 0 w 41"/>
                  <a:gd name="T11" fmla="*/ 139 h 139"/>
                  <a:gd name="T12" fmla="*/ 0 w 41"/>
                  <a:gd name="T1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39">
                    <a:moveTo>
                      <a:pt x="0" y="0"/>
                    </a:moveTo>
                    <a:cubicBezTo>
                      <a:pt x="8" y="0"/>
                      <a:pt x="15" y="9"/>
                      <a:pt x="21" y="21"/>
                    </a:cubicBezTo>
                    <a:cubicBezTo>
                      <a:pt x="26" y="35"/>
                      <a:pt x="25" y="41"/>
                      <a:pt x="25" y="41"/>
                    </a:cubicBezTo>
                    <a:cubicBezTo>
                      <a:pt x="32" y="41"/>
                      <a:pt x="41" y="70"/>
                      <a:pt x="41" y="93"/>
                    </a:cubicBezTo>
                    <a:cubicBezTo>
                      <a:pt x="41" y="115"/>
                      <a:pt x="28" y="137"/>
                      <a:pt x="2" y="138"/>
                    </a:cubicBezTo>
                    <a:cubicBezTo>
                      <a:pt x="1" y="139"/>
                      <a:pt x="1" y="139"/>
                      <a:pt x="0" y="13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44" name="Freeform 77"/>
              <p:cNvSpPr>
                <a:spLocks/>
              </p:cNvSpPr>
              <p:nvPr/>
            </p:nvSpPr>
            <p:spPr bwMode="auto">
              <a:xfrm>
                <a:off x="530225" y="3057084"/>
                <a:ext cx="41275" cy="236538"/>
              </a:xfrm>
              <a:custGeom>
                <a:avLst/>
                <a:gdLst>
                  <a:gd name="T0" fmla="*/ 7 w 26"/>
                  <a:gd name="T1" fmla="*/ 0 h 149"/>
                  <a:gd name="T2" fmla="*/ 0 w 26"/>
                  <a:gd name="T3" fmla="*/ 149 h 149"/>
                  <a:gd name="T4" fmla="*/ 26 w 26"/>
                  <a:gd name="T5" fmla="*/ 149 h 149"/>
                  <a:gd name="T6" fmla="*/ 21 w 26"/>
                  <a:gd name="T7" fmla="*/ 0 h 149"/>
                  <a:gd name="T8" fmla="*/ 7 w 26"/>
                  <a:gd name="T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9">
                    <a:moveTo>
                      <a:pt x="7" y="0"/>
                    </a:moveTo>
                    <a:lnTo>
                      <a:pt x="0" y="149"/>
                    </a:lnTo>
                    <a:lnTo>
                      <a:pt x="26" y="149"/>
                    </a:lnTo>
                    <a:lnTo>
                      <a:pt x="21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45" name="Freeform 78"/>
              <p:cNvSpPr>
                <a:spLocks/>
              </p:cNvSpPr>
              <p:nvPr/>
            </p:nvSpPr>
            <p:spPr bwMode="auto">
              <a:xfrm>
                <a:off x="552450" y="3057084"/>
                <a:ext cx="19050" cy="236538"/>
              </a:xfrm>
              <a:custGeom>
                <a:avLst/>
                <a:gdLst>
                  <a:gd name="T0" fmla="*/ 0 w 12"/>
                  <a:gd name="T1" fmla="*/ 0 h 149"/>
                  <a:gd name="T2" fmla="*/ 0 w 12"/>
                  <a:gd name="T3" fmla="*/ 149 h 149"/>
                  <a:gd name="T4" fmla="*/ 12 w 12"/>
                  <a:gd name="T5" fmla="*/ 149 h 149"/>
                  <a:gd name="T6" fmla="*/ 7 w 12"/>
                  <a:gd name="T7" fmla="*/ 0 h 149"/>
                  <a:gd name="T8" fmla="*/ 0 w 12"/>
                  <a:gd name="T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49">
                    <a:moveTo>
                      <a:pt x="0" y="0"/>
                    </a:moveTo>
                    <a:lnTo>
                      <a:pt x="0" y="149"/>
                    </a:lnTo>
                    <a:lnTo>
                      <a:pt x="12" y="149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46" name="Freeform 79"/>
              <p:cNvSpPr>
                <a:spLocks/>
              </p:cNvSpPr>
              <p:nvPr/>
            </p:nvSpPr>
            <p:spPr bwMode="auto">
              <a:xfrm>
                <a:off x="211138" y="2922147"/>
                <a:ext cx="220663" cy="304800"/>
              </a:xfrm>
              <a:custGeom>
                <a:avLst/>
                <a:gdLst>
                  <a:gd name="T0" fmla="*/ 47 w 59"/>
                  <a:gd name="T1" fmla="*/ 24 h 81"/>
                  <a:gd name="T2" fmla="*/ 47 w 59"/>
                  <a:gd name="T3" fmla="*/ 20 h 81"/>
                  <a:gd name="T4" fmla="*/ 29 w 59"/>
                  <a:gd name="T5" fmla="*/ 0 h 81"/>
                  <a:gd name="T6" fmla="*/ 11 w 59"/>
                  <a:gd name="T7" fmla="*/ 20 h 81"/>
                  <a:gd name="T8" fmla="*/ 11 w 59"/>
                  <a:gd name="T9" fmla="*/ 24 h 81"/>
                  <a:gd name="T10" fmla="*/ 0 w 59"/>
                  <a:gd name="T11" fmla="*/ 49 h 81"/>
                  <a:gd name="T12" fmla="*/ 29 w 59"/>
                  <a:gd name="T13" fmla="*/ 81 h 81"/>
                  <a:gd name="T14" fmla="*/ 59 w 59"/>
                  <a:gd name="T15" fmla="*/ 49 h 81"/>
                  <a:gd name="T16" fmla="*/ 47 w 59"/>
                  <a:gd name="T17" fmla="*/ 2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81">
                    <a:moveTo>
                      <a:pt x="47" y="24"/>
                    </a:moveTo>
                    <a:cubicBezTo>
                      <a:pt x="47" y="23"/>
                      <a:pt x="47" y="21"/>
                      <a:pt x="47" y="20"/>
                    </a:cubicBezTo>
                    <a:cubicBezTo>
                      <a:pt x="47" y="9"/>
                      <a:pt x="39" y="0"/>
                      <a:pt x="29" y="0"/>
                    </a:cubicBezTo>
                    <a:cubicBezTo>
                      <a:pt x="19" y="0"/>
                      <a:pt x="11" y="9"/>
                      <a:pt x="11" y="20"/>
                    </a:cubicBezTo>
                    <a:cubicBezTo>
                      <a:pt x="11" y="21"/>
                      <a:pt x="11" y="23"/>
                      <a:pt x="11" y="24"/>
                    </a:cubicBezTo>
                    <a:cubicBezTo>
                      <a:pt x="4" y="30"/>
                      <a:pt x="0" y="39"/>
                      <a:pt x="0" y="49"/>
                    </a:cubicBezTo>
                    <a:cubicBezTo>
                      <a:pt x="0" y="66"/>
                      <a:pt x="13" y="81"/>
                      <a:pt x="29" y="81"/>
                    </a:cubicBezTo>
                    <a:cubicBezTo>
                      <a:pt x="45" y="81"/>
                      <a:pt x="59" y="66"/>
                      <a:pt x="59" y="49"/>
                    </a:cubicBezTo>
                    <a:cubicBezTo>
                      <a:pt x="59" y="39"/>
                      <a:pt x="54" y="30"/>
                      <a:pt x="47" y="24"/>
                    </a:cubicBez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47" name="Freeform 80"/>
              <p:cNvSpPr>
                <a:spLocks/>
              </p:cNvSpPr>
              <p:nvPr/>
            </p:nvSpPr>
            <p:spPr bwMode="auto">
              <a:xfrm>
                <a:off x="319088" y="2922147"/>
                <a:ext cx="112713" cy="304800"/>
              </a:xfrm>
              <a:custGeom>
                <a:avLst/>
                <a:gdLst>
                  <a:gd name="T0" fmla="*/ 18 w 30"/>
                  <a:gd name="T1" fmla="*/ 24 h 81"/>
                  <a:gd name="T2" fmla="*/ 18 w 30"/>
                  <a:gd name="T3" fmla="*/ 20 h 81"/>
                  <a:gd name="T4" fmla="*/ 0 w 30"/>
                  <a:gd name="T5" fmla="*/ 0 h 81"/>
                  <a:gd name="T6" fmla="*/ 0 w 30"/>
                  <a:gd name="T7" fmla="*/ 18 h 81"/>
                  <a:gd name="T8" fmla="*/ 0 w 30"/>
                  <a:gd name="T9" fmla="*/ 39 h 81"/>
                  <a:gd name="T10" fmla="*/ 0 w 30"/>
                  <a:gd name="T11" fmla="*/ 81 h 81"/>
                  <a:gd name="T12" fmla="*/ 30 w 30"/>
                  <a:gd name="T13" fmla="*/ 49 h 81"/>
                  <a:gd name="T14" fmla="*/ 18 w 30"/>
                  <a:gd name="T15" fmla="*/ 2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81">
                    <a:moveTo>
                      <a:pt x="18" y="24"/>
                    </a:moveTo>
                    <a:cubicBezTo>
                      <a:pt x="18" y="23"/>
                      <a:pt x="18" y="21"/>
                      <a:pt x="18" y="20"/>
                    </a:cubicBezTo>
                    <a:cubicBezTo>
                      <a:pt x="18" y="9"/>
                      <a:pt x="10" y="0"/>
                      <a:pt x="0" y="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6" y="81"/>
                      <a:pt x="30" y="66"/>
                      <a:pt x="30" y="49"/>
                    </a:cubicBezTo>
                    <a:cubicBezTo>
                      <a:pt x="30" y="39"/>
                      <a:pt x="25" y="30"/>
                      <a:pt x="18" y="24"/>
                    </a:cubicBez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48" name="Freeform 81"/>
              <p:cNvSpPr>
                <a:spLocks/>
              </p:cNvSpPr>
              <p:nvPr/>
            </p:nvSpPr>
            <p:spPr bwMode="auto">
              <a:xfrm>
                <a:off x="304800" y="3114234"/>
                <a:ext cx="30163" cy="179388"/>
              </a:xfrm>
              <a:custGeom>
                <a:avLst/>
                <a:gdLst>
                  <a:gd name="T0" fmla="*/ 5 w 19"/>
                  <a:gd name="T1" fmla="*/ 0 h 113"/>
                  <a:gd name="T2" fmla="*/ 0 w 19"/>
                  <a:gd name="T3" fmla="*/ 113 h 113"/>
                  <a:gd name="T4" fmla="*/ 19 w 19"/>
                  <a:gd name="T5" fmla="*/ 113 h 113"/>
                  <a:gd name="T6" fmla="*/ 16 w 19"/>
                  <a:gd name="T7" fmla="*/ 0 h 113"/>
                  <a:gd name="T8" fmla="*/ 5 w 19"/>
                  <a:gd name="T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3">
                    <a:moveTo>
                      <a:pt x="5" y="0"/>
                    </a:moveTo>
                    <a:lnTo>
                      <a:pt x="0" y="113"/>
                    </a:lnTo>
                    <a:lnTo>
                      <a:pt x="19" y="113"/>
                    </a:lnTo>
                    <a:lnTo>
                      <a:pt x="1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49" name="Freeform 82"/>
              <p:cNvSpPr>
                <a:spLocks/>
              </p:cNvSpPr>
              <p:nvPr/>
            </p:nvSpPr>
            <p:spPr bwMode="auto">
              <a:xfrm>
                <a:off x="319088" y="3114234"/>
                <a:ext cx="15875" cy="179388"/>
              </a:xfrm>
              <a:custGeom>
                <a:avLst/>
                <a:gdLst>
                  <a:gd name="T0" fmla="*/ 0 w 10"/>
                  <a:gd name="T1" fmla="*/ 0 h 113"/>
                  <a:gd name="T2" fmla="*/ 0 w 10"/>
                  <a:gd name="T3" fmla="*/ 113 h 113"/>
                  <a:gd name="T4" fmla="*/ 10 w 10"/>
                  <a:gd name="T5" fmla="*/ 113 h 113"/>
                  <a:gd name="T6" fmla="*/ 7 w 10"/>
                  <a:gd name="T7" fmla="*/ 0 h 113"/>
                  <a:gd name="T8" fmla="*/ 0 w 10"/>
                  <a:gd name="T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3">
                    <a:moveTo>
                      <a:pt x="0" y="0"/>
                    </a:moveTo>
                    <a:lnTo>
                      <a:pt x="0" y="113"/>
                    </a:lnTo>
                    <a:lnTo>
                      <a:pt x="10" y="11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50" name="Freeform 83"/>
              <p:cNvSpPr>
                <a:spLocks/>
              </p:cNvSpPr>
              <p:nvPr/>
            </p:nvSpPr>
            <p:spPr bwMode="auto">
              <a:xfrm>
                <a:off x="946150" y="2680847"/>
                <a:ext cx="2706688" cy="612775"/>
              </a:xfrm>
              <a:custGeom>
                <a:avLst/>
                <a:gdLst>
                  <a:gd name="T0" fmla="*/ 0 w 721"/>
                  <a:gd name="T1" fmla="*/ 163 h 163"/>
                  <a:gd name="T2" fmla="*/ 361 w 721"/>
                  <a:gd name="T3" fmla="*/ 0 h 163"/>
                  <a:gd name="T4" fmla="*/ 721 w 721"/>
                  <a:gd name="T5" fmla="*/ 163 h 163"/>
                  <a:gd name="T6" fmla="*/ 0 w 721"/>
                  <a:gd name="T7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1" h="163">
                    <a:moveTo>
                      <a:pt x="0" y="163"/>
                    </a:moveTo>
                    <a:cubicBezTo>
                      <a:pt x="72" y="63"/>
                      <a:pt x="210" y="0"/>
                      <a:pt x="361" y="0"/>
                    </a:cubicBezTo>
                    <a:cubicBezTo>
                      <a:pt x="511" y="0"/>
                      <a:pt x="649" y="63"/>
                      <a:pt x="721" y="163"/>
                    </a:cubicBezTo>
                    <a:cubicBezTo>
                      <a:pt x="0" y="163"/>
                      <a:pt x="0" y="163"/>
                      <a:pt x="0" y="163"/>
                    </a:cubicBezTo>
                  </a:path>
                </a:pathLst>
              </a:custGeom>
              <a:gradFill>
                <a:gsLst>
                  <a:gs pos="0">
                    <a:srgbClr val="E2C18E"/>
                  </a:gs>
                  <a:gs pos="68000">
                    <a:srgbClr val="34949A"/>
                  </a:gs>
                </a:gsLst>
                <a:lin ang="13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51" name="Rectangle 84"/>
              <p:cNvSpPr>
                <a:spLocks noChangeArrowheads="1"/>
              </p:cNvSpPr>
              <p:nvPr/>
            </p:nvSpPr>
            <p:spPr bwMode="auto">
              <a:xfrm>
                <a:off x="10280650" y="2861822"/>
                <a:ext cx="946150" cy="44450"/>
              </a:xfrm>
              <a:prstGeom prst="rect">
                <a:avLst/>
              </a:prstGeom>
              <a:solidFill>
                <a:srgbClr val="AF3C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52" name="Rectangle 85"/>
              <p:cNvSpPr>
                <a:spLocks noChangeArrowheads="1"/>
              </p:cNvSpPr>
              <p:nvPr/>
            </p:nvSpPr>
            <p:spPr bwMode="auto">
              <a:xfrm>
                <a:off x="10333038" y="2906272"/>
                <a:ext cx="841375" cy="387350"/>
              </a:xfrm>
              <a:prstGeom prst="rect">
                <a:avLst/>
              </a:pr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53" name="Freeform 86"/>
              <p:cNvSpPr>
                <a:spLocks/>
              </p:cNvSpPr>
              <p:nvPr/>
            </p:nvSpPr>
            <p:spPr bwMode="auto">
              <a:xfrm>
                <a:off x="10280650" y="2590359"/>
                <a:ext cx="946150" cy="271463"/>
              </a:xfrm>
              <a:custGeom>
                <a:avLst/>
                <a:gdLst>
                  <a:gd name="T0" fmla="*/ 298 w 596"/>
                  <a:gd name="T1" fmla="*/ 0 h 171"/>
                  <a:gd name="T2" fmla="*/ 0 w 596"/>
                  <a:gd name="T3" fmla="*/ 171 h 171"/>
                  <a:gd name="T4" fmla="*/ 596 w 596"/>
                  <a:gd name="T5" fmla="*/ 171 h 171"/>
                  <a:gd name="T6" fmla="*/ 298 w 596"/>
                  <a:gd name="T7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6" h="171">
                    <a:moveTo>
                      <a:pt x="298" y="0"/>
                    </a:moveTo>
                    <a:lnTo>
                      <a:pt x="0" y="171"/>
                    </a:lnTo>
                    <a:lnTo>
                      <a:pt x="596" y="171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E27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54" name="Freeform 87"/>
              <p:cNvSpPr>
                <a:spLocks/>
              </p:cNvSpPr>
              <p:nvPr/>
            </p:nvSpPr>
            <p:spPr bwMode="auto">
              <a:xfrm>
                <a:off x="10753725" y="2590359"/>
                <a:ext cx="473075" cy="271463"/>
              </a:xfrm>
              <a:custGeom>
                <a:avLst/>
                <a:gdLst>
                  <a:gd name="T0" fmla="*/ 0 w 298"/>
                  <a:gd name="T1" fmla="*/ 171 h 171"/>
                  <a:gd name="T2" fmla="*/ 298 w 298"/>
                  <a:gd name="T3" fmla="*/ 171 h 171"/>
                  <a:gd name="T4" fmla="*/ 0 w 298"/>
                  <a:gd name="T5" fmla="*/ 0 h 171"/>
                  <a:gd name="T6" fmla="*/ 0 w 298"/>
                  <a:gd name="T7" fmla="*/ 17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8" h="171">
                    <a:moveTo>
                      <a:pt x="0" y="171"/>
                    </a:moveTo>
                    <a:lnTo>
                      <a:pt x="298" y="171"/>
                    </a:lnTo>
                    <a:lnTo>
                      <a:pt x="0" y="0"/>
                    </a:lnTo>
                    <a:lnTo>
                      <a:pt x="0" y="171"/>
                    </a:lnTo>
                    <a:close/>
                  </a:path>
                </a:pathLst>
              </a:custGeom>
              <a:solidFill>
                <a:srgbClr val="D02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55" name="Freeform 88"/>
              <p:cNvSpPr>
                <a:spLocks/>
              </p:cNvSpPr>
              <p:nvPr/>
            </p:nvSpPr>
            <p:spPr bwMode="auto">
              <a:xfrm>
                <a:off x="10561638" y="2906272"/>
                <a:ext cx="612775" cy="387350"/>
              </a:xfrm>
              <a:custGeom>
                <a:avLst/>
                <a:gdLst>
                  <a:gd name="T0" fmla="*/ 386 w 386"/>
                  <a:gd name="T1" fmla="*/ 244 h 244"/>
                  <a:gd name="T2" fmla="*/ 386 w 386"/>
                  <a:gd name="T3" fmla="*/ 0 h 244"/>
                  <a:gd name="T4" fmla="*/ 246 w 386"/>
                  <a:gd name="T5" fmla="*/ 0 h 244"/>
                  <a:gd name="T6" fmla="*/ 0 w 386"/>
                  <a:gd name="T7" fmla="*/ 244 h 244"/>
                  <a:gd name="T8" fmla="*/ 386 w 386"/>
                  <a:gd name="T9" fmla="*/ 24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244">
                    <a:moveTo>
                      <a:pt x="386" y="244"/>
                    </a:moveTo>
                    <a:lnTo>
                      <a:pt x="386" y="0"/>
                    </a:lnTo>
                    <a:lnTo>
                      <a:pt x="246" y="0"/>
                    </a:lnTo>
                    <a:lnTo>
                      <a:pt x="0" y="244"/>
                    </a:lnTo>
                    <a:lnTo>
                      <a:pt x="386" y="244"/>
                    </a:lnTo>
                    <a:close/>
                  </a:path>
                </a:pathLst>
              </a:custGeom>
              <a:solidFill>
                <a:srgbClr val="CCA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57" name="Rectangle 89"/>
              <p:cNvSpPr>
                <a:spLocks noChangeArrowheads="1"/>
              </p:cNvSpPr>
              <p:nvPr/>
            </p:nvSpPr>
            <p:spPr bwMode="auto">
              <a:xfrm>
                <a:off x="10929938" y="3120584"/>
                <a:ext cx="87313" cy="173038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58" name="Rectangle 90"/>
              <p:cNvSpPr>
                <a:spLocks noChangeArrowheads="1"/>
              </p:cNvSpPr>
              <p:nvPr/>
            </p:nvSpPr>
            <p:spPr bwMode="auto">
              <a:xfrm>
                <a:off x="10431463" y="2974534"/>
                <a:ext cx="85725" cy="79375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59" name="Rectangle 91"/>
              <p:cNvSpPr>
                <a:spLocks noChangeArrowheads="1"/>
              </p:cNvSpPr>
              <p:nvPr/>
            </p:nvSpPr>
            <p:spPr bwMode="auto">
              <a:xfrm>
                <a:off x="10574338" y="2974534"/>
                <a:ext cx="85725" cy="79375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60" name="Rectangle 92"/>
              <p:cNvSpPr>
                <a:spLocks noChangeArrowheads="1"/>
              </p:cNvSpPr>
              <p:nvPr/>
            </p:nvSpPr>
            <p:spPr bwMode="auto">
              <a:xfrm>
                <a:off x="10715625" y="2974534"/>
                <a:ext cx="87313" cy="79375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61" name="Rectangle 93"/>
              <p:cNvSpPr>
                <a:spLocks noChangeArrowheads="1"/>
              </p:cNvSpPr>
              <p:nvPr/>
            </p:nvSpPr>
            <p:spPr bwMode="auto">
              <a:xfrm>
                <a:off x="10858500" y="2974534"/>
                <a:ext cx="87313" cy="79375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62" name="Rectangle 94"/>
              <p:cNvSpPr>
                <a:spLocks noChangeArrowheads="1"/>
              </p:cNvSpPr>
              <p:nvPr/>
            </p:nvSpPr>
            <p:spPr bwMode="auto">
              <a:xfrm>
                <a:off x="11001375" y="2974534"/>
                <a:ext cx="85725" cy="79375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63" name="Rectangle 95"/>
              <p:cNvSpPr>
                <a:spLocks noChangeArrowheads="1"/>
              </p:cNvSpPr>
              <p:nvPr/>
            </p:nvSpPr>
            <p:spPr bwMode="auto">
              <a:xfrm>
                <a:off x="10431463" y="3084072"/>
                <a:ext cx="85725" cy="77788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64" name="Rectangle 96"/>
              <p:cNvSpPr>
                <a:spLocks noChangeArrowheads="1"/>
              </p:cNvSpPr>
              <p:nvPr/>
            </p:nvSpPr>
            <p:spPr bwMode="auto">
              <a:xfrm>
                <a:off x="10574338" y="3084072"/>
                <a:ext cx="85725" cy="77788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65" name="Rectangle 97"/>
              <p:cNvSpPr>
                <a:spLocks noChangeArrowheads="1"/>
              </p:cNvSpPr>
              <p:nvPr/>
            </p:nvSpPr>
            <p:spPr bwMode="auto">
              <a:xfrm>
                <a:off x="10715625" y="3084072"/>
                <a:ext cx="87313" cy="77788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66" name="Freeform 98"/>
              <p:cNvSpPr>
                <a:spLocks/>
              </p:cNvSpPr>
              <p:nvPr/>
            </p:nvSpPr>
            <p:spPr bwMode="auto">
              <a:xfrm>
                <a:off x="4414838" y="2364934"/>
                <a:ext cx="179388" cy="606425"/>
              </a:xfrm>
              <a:custGeom>
                <a:avLst/>
                <a:gdLst>
                  <a:gd name="T0" fmla="*/ 0 w 48"/>
                  <a:gd name="T1" fmla="*/ 0 h 161"/>
                  <a:gd name="T2" fmla="*/ 24 w 48"/>
                  <a:gd name="T3" fmla="*/ 25 h 161"/>
                  <a:gd name="T4" fmla="*/ 29 w 48"/>
                  <a:gd name="T5" fmla="*/ 48 h 161"/>
                  <a:gd name="T6" fmla="*/ 48 w 48"/>
                  <a:gd name="T7" fmla="*/ 108 h 161"/>
                  <a:gd name="T8" fmla="*/ 2 w 48"/>
                  <a:gd name="T9" fmla="*/ 161 h 161"/>
                  <a:gd name="T10" fmla="*/ 0 w 48"/>
                  <a:gd name="T11" fmla="*/ 161 h 161"/>
                  <a:gd name="T12" fmla="*/ 0 w 48"/>
                  <a:gd name="T13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161">
                    <a:moveTo>
                      <a:pt x="0" y="0"/>
                    </a:moveTo>
                    <a:cubicBezTo>
                      <a:pt x="9" y="0"/>
                      <a:pt x="17" y="10"/>
                      <a:pt x="24" y="25"/>
                    </a:cubicBezTo>
                    <a:cubicBezTo>
                      <a:pt x="31" y="41"/>
                      <a:pt x="29" y="48"/>
                      <a:pt x="29" y="48"/>
                    </a:cubicBezTo>
                    <a:cubicBezTo>
                      <a:pt x="38" y="48"/>
                      <a:pt x="48" y="82"/>
                      <a:pt x="48" y="108"/>
                    </a:cubicBezTo>
                    <a:cubicBezTo>
                      <a:pt x="48" y="133"/>
                      <a:pt x="33" y="159"/>
                      <a:pt x="2" y="161"/>
                    </a:cubicBezTo>
                    <a:cubicBezTo>
                      <a:pt x="1" y="161"/>
                      <a:pt x="1" y="161"/>
                      <a:pt x="0" y="16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67" name="Freeform 99"/>
              <p:cNvSpPr>
                <a:spLocks/>
              </p:cNvSpPr>
              <p:nvPr/>
            </p:nvSpPr>
            <p:spPr bwMode="auto">
              <a:xfrm>
                <a:off x="4233863" y="2364934"/>
                <a:ext cx="180975" cy="606425"/>
              </a:xfrm>
              <a:custGeom>
                <a:avLst/>
                <a:gdLst>
                  <a:gd name="T0" fmla="*/ 48 w 48"/>
                  <a:gd name="T1" fmla="*/ 0 h 161"/>
                  <a:gd name="T2" fmla="*/ 24 w 48"/>
                  <a:gd name="T3" fmla="*/ 25 h 161"/>
                  <a:gd name="T4" fmla="*/ 19 w 48"/>
                  <a:gd name="T5" fmla="*/ 48 h 161"/>
                  <a:gd name="T6" fmla="*/ 0 w 48"/>
                  <a:gd name="T7" fmla="*/ 108 h 161"/>
                  <a:gd name="T8" fmla="*/ 45 w 48"/>
                  <a:gd name="T9" fmla="*/ 161 h 161"/>
                  <a:gd name="T10" fmla="*/ 48 w 48"/>
                  <a:gd name="T11" fmla="*/ 161 h 161"/>
                  <a:gd name="T12" fmla="*/ 48 w 48"/>
                  <a:gd name="T13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161">
                    <a:moveTo>
                      <a:pt x="48" y="0"/>
                    </a:moveTo>
                    <a:cubicBezTo>
                      <a:pt x="39" y="0"/>
                      <a:pt x="31" y="10"/>
                      <a:pt x="24" y="25"/>
                    </a:cubicBezTo>
                    <a:cubicBezTo>
                      <a:pt x="17" y="41"/>
                      <a:pt x="19" y="48"/>
                      <a:pt x="19" y="48"/>
                    </a:cubicBezTo>
                    <a:cubicBezTo>
                      <a:pt x="10" y="48"/>
                      <a:pt x="0" y="82"/>
                      <a:pt x="0" y="108"/>
                    </a:cubicBezTo>
                    <a:cubicBezTo>
                      <a:pt x="0" y="133"/>
                      <a:pt x="15" y="159"/>
                      <a:pt x="45" y="161"/>
                    </a:cubicBezTo>
                    <a:cubicBezTo>
                      <a:pt x="46" y="161"/>
                      <a:pt x="47" y="161"/>
                      <a:pt x="48" y="161"/>
                    </a:cubicBez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68" name="Freeform 100"/>
              <p:cNvSpPr>
                <a:spLocks/>
              </p:cNvSpPr>
              <p:nvPr/>
            </p:nvSpPr>
            <p:spPr bwMode="auto">
              <a:xfrm>
                <a:off x="4387850" y="2801497"/>
                <a:ext cx="49213" cy="274638"/>
              </a:xfrm>
              <a:custGeom>
                <a:avLst/>
                <a:gdLst>
                  <a:gd name="T0" fmla="*/ 26 w 31"/>
                  <a:gd name="T1" fmla="*/ 0 h 173"/>
                  <a:gd name="T2" fmla="*/ 31 w 31"/>
                  <a:gd name="T3" fmla="*/ 173 h 173"/>
                  <a:gd name="T4" fmla="*/ 0 w 31"/>
                  <a:gd name="T5" fmla="*/ 173 h 173"/>
                  <a:gd name="T6" fmla="*/ 7 w 31"/>
                  <a:gd name="T7" fmla="*/ 0 h 173"/>
                  <a:gd name="T8" fmla="*/ 26 w 31"/>
                  <a:gd name="T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73">
                    <a:moveTo>
                      <a:pt x="26" y="0"/>
                    </a:moveTo>
                    <a:lnTo>
                      <a:pt x="31" y="173"/>
                    </a:lnTo>
                    <a:lnTo>
                      <a:pt x="0" y="173"/>
                    </a:lnTo>
                    <a:lnTo>
                      <a:pt x="7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69" name="Freeform 101"/>
              <p:cNvSpPr>
                <a:spLocks/>
              </p:cNvSpPr>
              <p:nvPr/>
            </p:nvSpPr>
            <p:spPr bwMode="auto">
              <a:xfrm>
                <a:off x="4387850" y="2801497"/>
                <a:ext cx="26988" cy="274638"/>
              </a:xfrm>
              <a:custGeom>
                <a:avLst/>
                <a:gdLst>
                  <a:gd name="T0" fmla="*/ 17 w 17"/>
                  <a:gd name="T1" fmla="*/ 0 h 173"/>
                  <a:gd name="T2" fmla="*/ 17 w 17"/>
                  <a:gd name="T3" fmla="*/ 173 h 173"/>
                  <a:gd name="T4" fmla="*/ 0 w 17"/>
                  <a:gd name="T5" fmla="*/ 173 h 173"/>
                  <a:gd name="T6" fmla="*/ 7 w 17"/>
                  <a:gd name="T7" fmla="*/ 0 h 173"/>
                  <a:gd name="T8" fmla="*/ 17 w 17"/>
                  <a:gd name="T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3">
                    <a:moveTo>
                      <a:pt x="17" y="0"/>
                    </a:moveTo>
                    <a:lnTo>
                      <a:pt x="17" y="173"/>
                    </a:lnTo>
                    <a:lnTo>
                      <a:pt x="0" y="173"/>
                    </a:lnTo>
                    <a:lnTo>
                      <a:pt x="7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70" name="Freeform 102"/>
              <p:cNvSpPr>
                <a:spLocks/>
              </p:cNvSpPr>
              <p:nvPr/>
            </p:nvSpPr>
            <p:spPr bwMode="auto">
              <a:xfrm>
                <a:off x="4486275" y="2647509"/>
                <a:ext cx="254000" cy="349250"/>
              </a:xfrm>
              <a:custGeom>
                <a:avLst/>
                <a:gdLst>
                  <a:gd name="T0" fmla="*/ 13 w 68"/>
                  <a:gd name="T1" fmla="*/ 27 h 93"/>
                  <a:gd name="T2" fmla="*/ 13 w 68"/>
                  <a:gd name="T3" fmla="*/ 22 h 93"/>
                  <a:gd name="T4" fmla="*/ 34 w 68"/>
                  <a:gd name="T5" fmla="*/ 0 h 93"/>
                  <a:gd name="T6" fmla="*/ 55 w 68"/>
                  <a:gd name="T7" fmla="*/ 22 h 93"/>
                  <a:gd name="T8" fmla="*/ 54 w 68"/>
                  <a:gd name="T9" fmla="*/ 27 h 93"/>
                  <a:gd name="T10" fmla="*/ 68 w 68"/>
                  <a:gd name="T11" fmla="*/ 56 h 93"/>
                  <a:gd name="T12" fmla="*/ 34 w 68"/>
                  <a:gd name="T13" fmla="*/ 93 h 93"/>
                  <a:gd name="T14" fmla="*/ 0 w 68"/>
                  <a:gd name="T15" fmla="*/ 56 h 93"/>
                  <a:gd name="T16" fmla="*/ 13 w 68"/>
                  <a:gd name="T17" fmla="*/ 2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93">
                    <a:moveTo>
                      <a:pt x="13" y="27"/>
                    </a:moveTo>
                    <a:cubicBezTo>
                      <a:pt x="13" y="26"/>
                      <a:pt x="13" y="24"/>
                      <a:pt x="13" y="22"/>
                    </a:cubicBezTo>
                    <a:cubicBezTo>
                      <a:pt x="13" y="10"/>
                      <a:pt x="22" y="0"/>
                      <a:pt x="34" y="0"/>
                    </a:cubicBezTo>
                    <a:cubicBezTo>
                      <a:pt x="46" y="0"/>
                      <a:pt x="55" y="10"/>
                      <a:pt x="55" y="22"/>
                    </a:cubicBezTo>
                    <a:cubicBezTo>
                      <a:pt x="55" y="24"/>
                      <a:pt x="55" y="26"/>
                      <a:pt x="54" y="27"/>
                    </a:cubicBezTo>
                    <a:cubicBezTo>
                      <a:pt x="63" y="34"/>
                      <a:pt x="68" y="44"/>
                      <a:pt x="68" y="56"/>
                    </a:cubicBezTo>
                    <a:cubicBezTo>
                      <a:pt x="68" y="76"/>
                      <a:pt x="53" y="93"/>
                      <a:pt x="34" y="93"/>
                    </a:cubicBezTo>
                    <a:cubicBezTo>
                      <a:pt x="15" y="93"/>
                      <a:pt x="0" y="76"/>
                      <a:pt x="0" y="56"/>
                    </a:cubicBezTo>
                    <a:cubicBezTo>
                      <a:pt x="0" y="44"/>
                      <a:pt x="5" y="34"/>
                      <a:pt x="13" y="27"/>
                    </a:cubicBez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71" name="Freeform 103"/>
              <p:cNvSpPr>
                <a:spLocks/>
              </p:cNvSpPr>
              <p:nvPr/>
            </p:nvSpPr>
            <p:spPr bwMode="auto">
              <a:xfrm>
                <a:off x="4486275" y="2647509"/>
                <a:ext cx="127000" cy="349250"/>
              </a:xfrm>
              <a:custGeom>
                <a:avLst/>
                <a:gdLst>
                  <a:gd name="T0" fmla="*/ 13 w 34"/>
                  <a:gd name="T1" fmla="*/ 27 h 93"/>
                  <a:gd name="T2" fmla="*/ 13 w 34"/>
                  <a:gd name="T3" fmla="*/ 22 h 93"/>
                  <a:gd name="T4" fmla="*/ 34 w 34"/>
                  <a:gd name="T5" fmla="*/ 0 h 93"/>
                  <a:gd name="T6" fmla="*/ 34 w 34"/>
                  <a:gd name="T7" fmla="*/ 20 h 93"/>
                  <a:gd name="T8" fmla="*/ 34 w 34"/>
                  <a:gd name="T9" fmla="*/ 45 h 93"/>
                  <a:gd name="T10" fmla="*/ 34 w 34"/>
                  <a:gd name="T11" fmla="*/ 93 h 93"/>
                  <a:gd name="T12" fmla="*/ 0 w 34"/>
                  <a:gd name="T13" fmla="*/ 56 h 93"/>
                  <a:gd name="T14" fmla="*/ 13 w 34"/>
                  <a:gd name="T15" fmla="*/ 2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93">
                    <a:moveTo>
                      <a:pt x="13" y="27"/>
                    </a:moveTo>
                    <a:cubicBezTo>
                      <a:pt x="13" y="26"/>
                      <a:pt x="13" y="24"/>
                      <a:pt x="13" y="22"/>
                    </a:cubicBezTo>
                    <a:cubicBezTo>
                      <a:pt x="13" y="10"/>
                      <a:pt x="22" y="0"/>
                      <a:pt x="34" y="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15" y="93"/>
                      <a:pt x="0" y="76"/>
                      <a:pt x="0" y="56"/>
                    </a:cubicBezTo>
                    <a:cubicBezTo>
                      <a:pt x="0" y="44"/>
                      <a:pt x="5" y="34"/>
                      <a:pt x="13" y="27"/>
                    </a:cubicBez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72" name="Freeform 104"/>
              <p:cNvSpPr>
                <a:spLocks/>
              </p:cNvSpPr>
              <p:nvPr/>
            </p:nvSpPr>
            <p:spPr bwMode="auto">
              <a:xfrm>
                <a:off x="4594225" y="2869759"/>
                <a:ext cx="38100" cy="206375"/>
              </a:xfrm>
              <a:custGeom>
                <a:avLst/>
                <a:gdLst>
                  <a:gd name="T0" fmla="*/ 19 w 24"/>
                  <a:gd name="T1" fmla="*/ 0 h 130"/>
                  <a:gd name="T2" fmla="*/ 24 w 24"/>
                  <a:gd name="T3" fmla="*/ 130 h 130"/>
                  <a:gd name="T4" fmla="*/ 0 w 24"/>
                  <a:gd name="T5" fmla="*/ 130 h 130"/>
                  <a:gd name="T6" fmla="*/ 5 w 24"/>
                  <a:gd name="T7" fmla="*/ 0 h 130"/>
                  <a:gd name="T8" fmla="*/ 19 w 24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30">
                    <a:moveTo>
                      <a:pt x="19" y="0"/>
                    </a:moveTo>
                    <a:lnTo>
                      <a:pt x="24" y="130"/>
                    </a:lnTo>
                    <a:lnTo>
                      <a:pt x="0" y="130"/>
                    </a:lnTo>
                    <a:lnTo>
                      <a:pt x="5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73" name="Freeform 105"/>
              <p:cNvSpPr>
                <a:spLocks/>
              </p:cNvSpPr>
              <p:nvPr/>
            </p:nvSpPr>
            <p:spPr bwMode="auto">
              <a:xfrm>
                <a:off x="4594225" y="2869759"/>
                <a:ext cx="19050" cy="206375"/>
              </a:xfrm>
              <a:custGeom>
                <a:avLst/>
                <a:gdLst>
                  <a:gd name="T0" fmla="*/ 12 w 12"/>
                  <a:gd name="T1" fmla="*/ 0 h 130"/>
                  <a:gd name="T2" fmla="*/ 12 w 12"/>
                  <a:gd name="T3" fmla="*/ 130 h 130"/>
                  <a:gd name="T4" fmla="*/ 0 w 12"/>
                  <a:gd name="T5" fmla="*/ 130 h 130"/>
                  <a:gd name="T6" fmla="*/ 5 w 12"/>
                  <a:gd name="T7" fmla="*/ 0 h 130"/>
                  <a:gd name="T8" fmla="*/ 12 w 12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0">
                    <a:moveTo>
                      <a:pt x="12" y="0"/>
                    </a:moveTo>
                    <a:lnTo>
                      <a:pt x="12" y="130"/>
                    </a:lnTo>
                    <a:lnTo>
                      <a:pt x="0" y="130"/>
                    </a:lnTo>
                    <a:lnTo>
                      <a:pt x="5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74" name="Freeform 106"/>
              <p:cNvSpPr>
                <a:spLocks/>
              </p:cNvSpPr>
              <p:nvPr/>
            </p:nvSpPr>
            <p:spPr bwMode="auto">
              <a:xfrm>
                <a:off x="11226800" y="2869759"/>
                <a:ext cx="109538" cy="363538"/>
              </a:xfrm>
              <a:custGeom>
                <a:avLst/>
                <a:gdLst>
                  <a:gd name="T0" fmla="*/ 29 w 29"/>
                  <a:gd name="T1" fmla="*/ 0 h 97"/>
                  <a:gd name="T2" fmla="*/ 14 w 29"/>
                  <a:gd name="T3" fmla="*/ 15 h 97"/>
                  <a:gd name="T4" fmla="*/ 11 w 29"/>
                  <a:gd name="T5" fmla="*/ 28 h 97"/>
                  <a:gd name="T6" fmla="*/ 0 w 29"/>
                  <a:gd name="T7" fmla="*/ 65 h 97"/>
                  <a:gd name="T8" fmla="*/ 27 w 29"/>
                  <a:gd name="T9" fmla="*/ 97 h 97"/>
                  <a:gd name="T10" fmla="*/ 29 w 29"/>
                  <a:gd name="T11" fmla="*/ 97 h 97"/>
                  <a:gd name="T12" fmla="*/ 29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29" y="0"/>
                    </a:moveTo>
                    <a:cubicBezTo>
                      <a:pt x="23" y="0"/>
                      <a:pt x="18" y="6"/>
                      <a:pt x="14" y="15"/>
                    </a:cubicBezTo>
                    <a:cubicBezTo>
                      <a:pt x="10" y="25"/>
                      <a:pt x="11" y="28"/>
                      <a:pt x="11" y="28"/>
                    </a:cubicBezTo>
                    <a:cubicBezTo>
                      <a:pt x="6" y="28"/>
                      <a:pt x="0" y="49"/>
                      <a:pt x="0" y="65"/>
                    </a:cubicBezTo>
                    <a:cubicBezTo>
                      <a:pt x="0" y="80"/>
                      <a:pt x="9" y="96"/>
                      <a:pt x="27" y="97"/>
                    </a:cubicBezTo>
                    <a:cubicBezTo>
                      <a:pt x="28" y="97"/>
                      <a:pt x="28" y="97"/>
                      <a:pt x="29" y="97"/>
                    </a:cubicBez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75" name="Freeform 107"/>
              <p:cNvSpPr>
                <a:spLocks/>
              </p:cNvSpPr>
              <p:nvPr/>
            </p:nvSpPr>
            <p:spPr bwMode="auto">
              <a:xfrm>
                <a:off x="11336338" y="2869759"/>
                <a:ext cx="107950" cy="363538"/>
              </a:xfrm>
              <a:custGeom>
                <a:avLst/>
                <a:gdLst>
                  <a:gd name="T0" fmla="*/ 0 w 29"/>
                  <a:gd name="T1" fmla="*/ 0 h 97"/>
                  <a:gd name="T2" fmla="*/ 14 w 29"/>
                  <a:gd name="T3" fmla="*/ 15 h 97"/>
                  <a:gd name="T4" fmla="*/ 17 w 29"/>
                  <a:gd name="T5" fmla="*/ 28 h 97"/>
                  <a:gd name="T6" fmla="*/ 29 w 29"/>
                  <a:gd name="T7" fmla="*/ 65 h 97"/>
                  <a:gd name="T8" fmla="*/ 1 w 29"/>
                  <a:gd name="T9" fmla="*/ 97 h 97"/>
                  <a:gd name="T10" fmla="*/ 0 w 29"/>
                  <a:gd name="T11" fmla="*/ 97 h 97"/>
                  <a:gd name="T12" fmla="*/ 0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0" y="0"/>
                    </a:moveTo>
                    <a:cubicBezTo>
                      <a:pt x="5" y="0"/>
                      <a:pt x="10" y="6"/>
                      <a:pt x="14" y="15"/>
                    </a:cubicBezTo>
                    <a:cubicBezTo>
                      <a:pt x="18" y="25"/>
                      <a:pt x="17" y="28"/>
                      <a:pt x="17" y="28"/>
                    </a:cubicBezTo>
                    <a:cubicBezTo>
                      <a:pt x="23" y="28"/>
                      <a:pt x="29" y="49"/>
                      <a:pt x="29" y="65"/>
                    </a:cubicBezTo>
                    <a:cubicBezTo>
                      <a:pt x="29" y="80"/>
                      <a:pt x="20" y="96"/>
                      <a:pt x="1" y="97"/>
                    </a:cubicBezTo>
                    <a:cubicBezTo>
                      <a:pt x="1" y="97"/>
                      <a:pt x="0" y="97"/>
                      <a:pt x="0" y="9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76" name="Freeform 108"/>
              <p:cNvSpPr>
                <a:spLocks/>
              </p:cNvSpPr>
              <p:nvPr/>
            </p:nvSpPr>
            <p:spPr bwMode="auto">
              <a:xfrm>
                <a:off x="11320463" y="3128522"/>
                <a:ext cx="30163" cy="168275"/>
              </a:xfrm>
              <a:custGeom>
                <a:avLst/>
                <a:gdLst>
                  <a:gd name="T0" fmla="*/ 5 w 19"/>
                  <a:gd name="T1" fmla="*/ 0 h 106"/>
                  <a:gd name="T2" fmla="*/ 0 w 19"/>
                  <a:gd name="T3" fmla="*/ 106 h 106"/>
                  <a:gd name="T4" fmla="*/ 19 w 19"/>
                  <a:gd name="T5" fmla="*/ 106 h 106"/>
                  <a:gd name="T6" fmla="*/ 14 w 19"/>
                  <a:gd name="T7" fmla="*/ 0 h 106"/>
                  <a:gd name="T8" fmla="*/ 5 w 19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06">
                    <a:moveTo>
                      <a:pt x="5" y="0"/>
                    </a:moveTo>
                    <a:lnTo>
                      <a:pt x="0" y="106"/>
                    </a:lnTo>
                    <a:lnTo>
                      <a:pt x="19" y="106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77" name="Freeform 109"/>
              <p:cNvSpPr>
                <a:spLocks/>
              </p:cNvSpPr>
              <p:nvPr/>
            </p:nvSpPr>
            <p:spPr bwMode="auto">
              <a:xfrm>
                <a:off x="11336338" y="3128522"/>
                <a:ext cx="14288" cy="168275"/>
              </a:xfrm>
              <a:custGeom>
                <a:avLst/>
                <a:gdLst>
                  <a:gd name="T0" fmla="*/ 0 w 9"/>
                  <a:gd name="T1" fmla="*/ 0 h 106"/>
                  <a:gd name="T2" fmla="*/ 0 w 9"/>
                  <a:gd name="T3" fmla="*/ 106 h 106"/>
                  <a:gd name="T4" fmla="*/ 9 w 9"/>
                  <a:gd name="T5" fmla="*/ 106 h 106"/>
                  <a:gd name="T6" fmla="*/ 4 w 9"/>
                  <a:gd name="T7" fmla="*/ 0 h 106"/>
                  <a:gd name="T8" fmla="*/ 0 w 9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6">
                    <a:moveTo>
                      <a:pt x="0" y="0"/>
                    </a:moveTo>
                    <a:lnTo>
                      <a:pt x="0" y="106"/>
                    </a:lnTo>
                    <a:lnTo>
                      <a:pt x="9" y="10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78" name="Freeform 110"/>
              <p:cNvSpPr>
                <a:spLocks/>
              </p:cNvSpPr>
              <p:nvPr/>
            </p:nvSpPr>
            <p:spPr bwMode="auto">
              <a:xfrm>
                <a:off x="8074025" y="2369697"/>
                <a:ext cx="109538" cy="363538"/>
              </a:xfrm>
              <a:custGeom>
                <a:avLst/>
                <a:gdLst>
                  <a:gd name="T0" fmla="*/ 29 w 29"/>
                  <a:gd name="T1" fmla="*/ 0 h 97"/>
                  <a:gd name="T2" fmla="*/ 15 w 29"/>
                  <a:gd name="T3" fmla="*/ 15 h 97"/>
                  <a:gd name="T4" fmla="*/ 12 w 29"/>
                  <a:gd name="T5" fmla="*/ 29 h 97"/>
                  <a:gd name="T6" fmla="*/ 0 w 29"/>
                  <a:gd name="T7" fmla="*/ 65 h 97"/>
                  <a:gd name="T8" fmla="*/ 28 w 29"/>
                  <a:gd name="T9" fmla="*/ 97 h 97"/>
                  <a:gd name="T10" fmla="*/ 29 w 29"/>
                  <a:gd name="T11" fmla="*/ 97 h 97"/>
                  <a:gd name="T12" fmla="*/ 29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29" y="0"/>
                    </a:moveTo>
                    <a:cubicBezTo>
                      <a:pt x="24" y="0"/>
                      <a:pt x="19" y="6"/>
                      <a:pt x="15" y="15"/>
                    </a:cubicBezTo>
                    <a:cubicBezTo>
                      <a:pt x="10" y="25"/>
                      <a:pt x="12" y="29"/>
                      <a:pt x="12" y="29"/>
                    </a:cubicBezTo>
                    <a:cubicBezTo>
                      <a:pt x="6" y="29"/>
                      <a:pt x="0" y="50"/>
                      <a:pt x="0" y="65"/>
                    </a:cubicBezTo>
                    <a:cubicBezTo>
                      <a:pt x="0" y="81"/>
                      <a:pt x="9" y="96"/>
                      <a:pt x="28" y="97"/>
                    </a:cubicBezTo>
                    <a:cubicBezTo>
                      <a:pt x="28" y="97"/>
                      <a:pt x="29" y="97"/>
                      <a:pt x="29" y="97"/>
                    </a:cubicBez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79" name="Freeform 111"/>
              <p:cNvSpPr>
                <a:spLocks/>
              </p:cNvSpPr>
              <p:nvPr/>
            </p:nvSpPr>
            <p:spPr bwMode="auto">
              <a:xfrm>
                <a:off x="8183563" y="2369697"/>
                <a:ext cx="107950" cy="363538"/>
              </a:xfrm>
              <a:custGeom>
                <a:avLst/>
                <a:gdLst>
                  <a:gd name="T0" fmla="*/ 0 w 29"/>
                  <a:gd name="T1" fmla="*/ 0 h 97"/>
                  <a:gd name="T2" fmla="*/ 14 w 29"/>
                  <a:gd name="T3" fmla="*/ 15 h 97"/>
                  <a:gd name="T4" fmla="*/ 17 w 29"/>
                  <a:gd name="T5" fmla="*/ 29 h 97"/>
                  <a:gd name="T6" fmla="*/ 29 w 29"/>
                  <a:gd name="T7" fmla="*/ 65 h 97"/>
                  <a:gd name="T8" fmla="*/ 1 w 29"/>
                  <a:gd name="T9" fmla="*/ 97 h 97"/>
                  <a:gd name="T10" fmla="*/ 0 w 29"/>
                  <a:gd name="T11" fmla="*/ 97 h 97"/>
                  <a:gd name="T12" fmla="*/ 0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0" y="0"/>
                    </a:moveTo>
                    <a:cubicBezTo>
                      <a:pt x="5" y="0"/>
                      <a:pt x="10" y="6"/>
                      <a:pt x="14" y="15"/>
                    </a:cubicBezTo>
                    <a:cubicBezTo>
                      <a:pt x="19" y="25"/>
                      <a:pt x="17" y="29"/>
                      <a:pt x="17" y="29"/>
                    </a:cubicBezTo>
                    <a:cubicBezTo>
                      <a:pt x="23" y="29"/>
                      <a:pt x="29" y="50"/>
                      <a:pt x="29" y="65"/>
                    </a:cubicBezTo>
                    <a:cubicBezTo>
                      <a:pt x="29" y="81"/>
                      <a:pt x="20" y="96"/>
                      <a:pt x="1" y="97"/>
                    </a:cubicBezTo>
                    <a:cubicBezTo>
                      <a:pt x="1" y="97"/>
                      <a:pt x="0" y="97"/>
                      <a:pt x="0" y="9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80" name="Freeform 112"/>
              <p:cNvSpPr>
                <a:spLocks/>
              </p:cNvSpPr>
              <p:nvPr/>
            </p:nvSpPr>
            <p:spPr bwMode="auto">
              <a:xfrm>
                <a:off x="8167688" y="2633222"/>
                <a:ext cx="30163" cy="165100"/>
              </a:xfrm>
              <a:custGeom>
                <a:avLst/>
                <a:gdLst>
                  <a:gd name="T0" fmla="*/ 5 w 19"/>
                  <a:gd name="T1" fmla="*/ 0 h 104"/>
                  <a:gd name="T2" fmla="*/ 0 w 19"/>
                  <a:gd name="T3" fmla="*/ 104 h 104"/>
                  <a:gd name="T4" fmla="*/ 19 w 19"/>
                  <a:gd name="T5" fmla="*/ 104 h 104"/>
                  <a:gd name="T6" fmla="*/ 14 w 19"/>
                  <a:gd name="T7" fmla="*/ 0 h 104"/>
                  <a:gd name="T8" fmla="*/ 5 w 19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04">
                    <a:moveTo>
                      <a:pt x="5" y="0"/>
                    </a:moveTo>
                    <a:lnTo>
                      <a:pt x="0" y="104"/>
                    </a:lnTo>
                    <a:lnTo>
                      <a:pt x="19" y="104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81" name="Freeform 113"/>
              <p:cNvSpPr>
                <a:spLocks/>
              </p:cNvSpPr>
              <p:nvPr/>
            </p:nvSpPr>
            <p:spPr bwMode="auto">
              <a:xfrm>
                <a:off x="8183563" y="2633222"/>
                <a:ext cx="14288" cy="165100"/>
              </a:xfrm>
              <a:custGeom>
                <a:avLst/>
                <a:gdLst>
                  <a:gd name="T0" fmla="*/ 0 w 9"/>
                  <a:gd name="T1" fmla="*/ 0 h 104"/>
                  <a:gd name="T2" fmla="*/ 0 w 9"/>
                  <a:gd name="T3" fmla="*/ 104 h 104"/>
                  <a:gd name="T4" fmla="*/ 9 w 9"/>
                  <a:gd name="T5" fmla="*/ 104 h 104"/>
                  <a:gd name="T6" fmla="*/ 4 w 9"/>
                  <a:gd name="T7" fmla="*/ 0 h 104"/>
                  <a:gd name="T8" fmla="*/ 0 w 9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4">
                    <a:moveTo>
                      <a:pt x="0" y="0"/>
                    </a:moveTo>
                    <a:lnTo>
                      <a:pt x="0" y="104"/>
                    </a:lnTo>
                    <a:lnTo>
                      <a:pt x="9" y="10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82" name="Freeform 114"/>
              <p:cNvSpPr>
                <a:spLocks/>
              </p:cNvSpPr>
              <p:nvPr/>
            </p:nvSpPr>
            <p:spPr bwMode="auto">
              <a:xfrm>
                <a:off x="6346825" y="2787209"/>
                <a:ext cx="101600" cy="341313"/>
              </a:xfrm>
              <a:custGeom>
                <a:avLst/>
                <a:gdLst>
                  <a:gd name="T0" fmla="*/ 27 w 27"/>
                  <a:gd name="T1" fmla="*/ 0 h 91"/>
                  <a:gd name="T2" fmla="*/ 14 w 27"/>
                  <a:gd name="T3" fmla="*/ 14 h 91"/>
                  <a:gd name="T4" fmla="*/ 11 w 27"/>
                  <a:gd name="T5" fmla="*/ 27 h 91"/>
                  <a:gd name="T6" fmla="*/ 0 w 27"/>
                  <a:gd name="T7" fmla="*/ 61 h 91"/>
                  <a:gd name="T8" fmla="*/ 26 w 27"/>
                  <a:gd name="T9" fmla="*/ 91 h 91"/>
                  <a:gd name="T10" fmla="*/ 27 w 27"/>
                  <a:gd name="T11" fmla="*/ 91 h 91"/>
                  <a:gd name="T12" fmla="*/ 27 w 27"/>
                  <a:gd name="T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91">
                    <a:moveTo>
                      <a:pt x="27" y="0"/>
                    </a:moveTo>
                    <a:cubicBezTo>
                      <a:pt x="22" y="0"/>
                      <a:pt x="18" y="6"/>
                      <a:pt x="14" y="14"/>
                    </a:cubicBezTo>
                    <a:cubicBezTo>
                      <a:pt x="10" y="23"/>
                      <a:pt x="11" y="27"/>
                      <a:pt x="11" y="27"/>
                    </a:cubicBezTo>
                    <a:cubicBezTo>
                      <a:pt x="6" y="27"/>
                      <a:pt x="0" y="46"/>
                      <a:pt x="0" y="61"/>
                    </a:cubicBezTo>
                    <a:cubicBezTo>
                      <a:pt x="0" y="75"/>
                      <a:pt x="9" y="90"/>
                      <a:pt x="26" y="91"/>
                    </a:cubicBezTo>
                    <a:cubicBezTo>
                      <a:pt x="27" y="91"/>
                      <a:pt x="27" y="91"/>
                      <a:pt x="27" y="91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83" name="Freeform 115"/>
              <p:cNvSpPr>
                <a:spLocks/>
              </p:cNvSpPr>
              <p:nvPr/>
            </p:nvSpPr>
            <p:spPr bwMode="auto">
              <a:xfrm>
                <a:off x="6448425" y="2787209"/>
                <a:ext cx="101600" cy="341313"/>
              </a:xfrm>
              <a:custGeom>
                <a:avLst/>
                <a:gdLst>
                  <a:gd name="T0" fmla="*/ 0 w 27"/>
                  <a:gd name="T1" fmla="*/ 0 h 91"/>
                  <a:gd name="T2" fmla="*/ 14 w 27"/>
                  <a:gd name="T3" fmla="*/ 14 h 91"/>
                  <a:gd name="T4" fmla="*/ 17 w 27"/>
                  <a:gd name="T5" fmla="*/ 27 h 91"/>
                  <a:gd name="T6" fmla="*/ 27 w 27"/>
                  <a:gd name="T7" fmla="*/ 61 h 91"/>
                  <a:gd name="T8" fmla="*/ 2 w 27"/>
                  <a:gd name="T9" fmla="*/ 91 h 91"/>
                  <a:gd name="T10" fmla="*/ 0 w 27"/>
                  <a:gd name="T11" fmla="*/ 91 h 91"/>
                  <a:gd name="T12" fmla="*/ 0 w 27"/>
                  <a:gd name="T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91">
                    <a:moveTo>
                      <a:pt x="0" y="0"/>
                    </a:moveTo>
                    <a:cubicBezTo>
                      <a:pt x="5" y="0"/>
                      <a:pt x="10" y="6"/>
                      <a:pt x="14" y="14"/>
                    </a:cubicBezTo>
                    <a:cubicBezTo>
                      <a:pt x="18" y="23"/>
                      <a:pt x="17" y="27"/>
                      <a:pt x="17" y="27"/>
                    </a:cubicBezTo>
                    <a:cubicBezTo>
                      <a:pt x="22" y="27"/>
                      <a:pt x="27" y="46"/>
                      <a:pt x="27" y="61"/>
                    </a:cubicBezTo>
                    <a:cubicBezTo>
                      <a:pt x="27" y="75"/>
                      <a:pt x="19" y="90"/>
                      <a:pt x="2" y="91"/>
                    </a:cubicBezTo>
                    <a:cubicBezTo>
                      <a:pt x="1" y="91"/>
                      <a:pt x="1" y="91"/>
                      <a:pt x="0" y="9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84" name="Freeform 116"/>
              <p:cNvSpPr>
                <a:spLocks/>
              </p:cNvSpPr>
              <p:nvPr/>
            </p:nvSpPr>
            <p:spPr bwMode="auto">
              <a:xfrm>
                <a:off x="6437313" y="3030097"/>
                <a:ext cx="26988" cy="158750"/>
              </a:xfrm>
              <a:custGeom>
                <a:avLst/>
                <a:gdLst>
                  <a:gd name="T0" fmla="*/ 3 w 17"/>
                  <a:gd name="T1" fmla="*/ 0 h 100"/>
                  <a:gd name="T2" fmla="*/ 0 w 17"/>
                  <a:gd name="T3" fmla="*/ 100 h 100"/>
                  <a:gd name="T4" fmla="*/ 17 w 17"/>
                  <a:gd name="T5" fmla="*/ 100 h 100"/>
                  <a:gd name="T6" fmla="*/ 14 w 17"/>
                  <a:gd name="T7" fmla="*/ 0 h 100"/>
                  <a:gd name="T8" fmla="*/ 3 w 17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0">
                    <a:moveTo>
                      <a:pt x="3" y="0"/>
                    </a:moveTo>
                    <a:lnTo>
                      <a:pt x="0" y="100"/>
                    </a:lnTo>
                    <a:lnTo>
                      <a:pt x="17" y="100"/>
                    </a:lnTo>
                    <a:lnTo>
                      <a:pt x="1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85" name="Freeform 117"/>
              <p:cNvSpPr>
                <a:spLocks/>
              </p:cNvSpPr>
              <p:nvPr/>
            </p:nvSpPr>
            <p:spPr bwMode="auto">
              <a:xfrm>
                <a:off x="6448425" y="3030097"/>
                <a:ext cx="15875" cy="158750"/>
              </a:xfrm>
              <a:custGeom>
                <a:avLst/>
                <a:gdLst>
                  <a:gd name="T0" fmla="*/ 0 w 10"/>
                  <a:gd name="T1" fmla="*/ 0 h 100"/>
                  <a:gd name="T2" fmla="*/ 0 w 10"/>
                  <a:gd name="T3" fmla="*/ 100 h 100"/>
                  <a:gd name="T4" fmla="*/ 10 w 10"/>
                  <a:gd name="T5" fmla="*/ 100 h 100"/>
                  <a:gd name="T6" fmla="*/ 7 w 10"/>
                  <a:gd name="T7" fmla="*/ 0 h 100"/>
                  <a:gd name="T8" fmla="*/ 0 w 10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0">
                    <a:moveTo>
                      <a:pt x="0" y="0"/>
                    </a:moveTo>
                    <a:lnTo>
                      <a:pt x="0" y="100"/>
                    </a:lnTo>
                    <a:lnTo>
                      <a:pt x="10" y="10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86" name="Freeform 118"/>
              <p:cNvSpPr>
                <a:spLocks/>
              </p:cNvSpPr>
              <p:nvPr/>
            </p:nvSpPr>
            <p:spPr bwMode="auto">
              <a:xfrm>
                <a:off x="6134100" y="2891984"/>
                <a:ext cx="100013" cy="341313"/>
              </a:xfrm>
              <a:custGeom>
                <a:avLst/>
                <a:gdLst>
                  <a:gd name="T0" fmla="*/ 27 w 27"/>
                  <a:gd name="T1" fmla="*/ 0 h 91"/>
                  <a:gd name="T2" fmla="*/ 14 w 27"/>
                  <a:gd name="T3" fmla="*/ 14 h 91"/>
                  <a:gd name="T4" fmla="*/ 11 w 27"/>
                  <a:gd name="T5" fmla="*/ 27 h 91"/>
                  <a:gd name="T6" fmla="*/ 0 w 27"/>
                  <a:gd name="T7" fmla="*/ 61 h 91"/>
                  <a:gd name="T8" fmla="*/ 26 w 27"/>
                  <a:gd name="T9" fmla="*/ 91 h 91"/>
                  <a:gd name="T10" fmla="*/ 27 w 27"/>
                  <a:gd name="T11" fmla="*/ 91 h 91"/>
                  <a:gd name="T12" fmla="*/ 27 w 27"/>
                  <a:gd name="T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91">
                    <a:moveTo>
                      <a:pt x="27" y="0"/>
                    </a:moveTo>
                    <a:cubicBezTo>
                      <a:pt x="22" y="0"/>
                      <a:pt x="18" y="6"/>
                      <a:pt x="14" y="14"/>
                    </a:cubicBezTo>
                    <a:cubicBezTo>
                      <a:pt x="10" y="23"/>
                      <a:pt x="11" y="27"/>
                      <a:pt x="11" y="27"/>
                    </a:cubicBezTo>
                    <a:cubicBezTo>
                      <a:pt x="6" y="27"/>
                      <a:pt x="0" y="46"/>
                      <a:pt x="0" y="61"/>
                    </a:cubicBezTo>
                    <a:cubicBezTo>
                      <a:pt x="0" y="75"/>
                      <a:pt x="9" y="90"/>
                      <a:pt x="26" y="91"/>
                    </a:cubicBezTo>
                    <a:cubicBezTo>
                      <a:pt x="27" y="91"/>
                      <a:pt x="27" y="91"/>
                      <a:pt x="27" y="91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87" name="Freeform 119"/>
              <p:cNvSpPr>
                <a:spLocks/>
              </p:cNvSpPr>
              <p:nvPr/>
            </p:nvSpPr>
            <p:spPr bwMode="auto">
              <a:xfrm>
                <a:off x="6234113" y="2891984"/>
                <a:ext cx="101600" cy="341313"/>
              </a:xfrm>
              <a:custGeom>
                <a:avLst/>
                <a:gdLst>
                  <a:gd name="T0" fmla="*/ 0 w 27"/>
                  <a:gd name="T1" fmla="*/ 0 h 91"/>
                  <a:gd name="T2" fmla="*/ 14 w 27"/>
                  <a:gd name="T3" fmla="*/ 14 h 91"/>
                  <a:gd name="T4" fmla="*/ 17 w 27"/>
                  <a:gd name="T5" fmla="*/ 27 h 91"/>
                  <a:gd name="T6" fmla="*/ 27 w 27"/>
                  <a:gd name="T7" fmla="*/ 61 h 91"/>
                  <a:gd name="T8" fmla="*/ 2 w 27"/>
                  <a:gd name="T9" fmla="*/ 91 h 91"/>
                  <a:gd name="T10" fmla="*/ 0 w 27"/>
                  <a:gd name="T11" fmla="*/ 91 h 91"/>
                  <a:gd name="T12" fmla="*/ 0 w 27"/>
                  <a:gd name="T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91">
                    <a:moveTo>
                      <a:pt x="0" y="0"/>
                    </a:moveTo>
                    <a:cubicBezTo>
                      <a:pt x="5" y="0"/>
                      <a:pt x="10" y="6"/>
                      <a:pt x="14" y="14"/>
                    </a:cubicBezTo>
                    <a:cubicBezTo>
                      <a:pt x="18" y="23"/>
                      <a:pt x="17" y="27"/>
                      <a:pt x="17" y="27"/>
                    </a:cubicBezTo>
                    <a:cubicBezTo>
                      <a:pt x="22" y="27"/>
                      <a:pt x="27" y="46"/>
                      <a:pt x="27" y="61"/>
                    </a:cubicBezTo>
                    <a:cubicBezTo>
                      <a:pt x="27" y="75"/>
                      <a:pt x="19" y="90"/>
                      <a:pt x="2" y="91"/>
                    </a:cubicBezTo>
                    <a:cubicBezTo>
                      <a:pt x="1" y="91"/>
                      <a:pt x="1" y="91"/>
                      <a:pt x="0" y="9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88" name="Freeform 120"/>
              <p:cNvSpPr>
                <a:spLocks/>
              </p:cNvSpPr>
              <p:nvPr/>
            </p:nvSpPr>
            <p:spPr bwMode="auto">
              <a:xfrm>
                <a:off x="6223000" y="3136459"/>
                <a:ext cx="26988" cy="157163"/>
              </a:xfrm>
              <a:custGeom>
                <a:avLst/>
                <a:gdLst>
                  <a:gd name="T0" fmla="*/ 3 w 17"/>
                  <a:gd name="T1" fmla="*/ 0 h 99"/>
                  <a:gd name="T2" fmla="*/ 0 w 17"/>
                  <a:gd name="T3" fmla="*/ 99 h 99"/>
                  <a:gd name="T4" fmla="*/ 17 w 17"/>
                  <a:gd name="T5" fmla="*/ 99 h 99"/>
                  <a:gd name="T6" fmla="*/ 12 w 17"/>
                  <a:gd name="T7" fmla="*/ 0 h 99"/>
                  <a:gd name="T8" fmla="*/ 3 w 17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9">
                    <a:moveTo>
                      <a:pt x="3" y="0"/>
                    </a:moveTo>
                    <a:lnTo>
                      <a:pt x="0" y="99"/>
                    </a:lnTo>
                    <a:lnTo>
                      <a:pt x="17" y="99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89" name="Freeform 121"/>
              <p:cNvSpPr>
                <a:spLocks/>
              </p:cNvSpPr>
              <p:nvPr/>
            </p:nvSpPr>
            <p:spPr bwMode="auto">
              <a:xfrm>
                <a:off x="6234113" y="3136459"/>
                <a:ext cx="15875" cy="157163"/>
              </a:xfrm>
              <a:custGeom>
                <a:avLst/>
                <a:gdLst>
                  <a:gd name="T0" fmla="*/ 0 w 10"/>
                  <a:gd name="T1" fmla="*/ 0 h 99"/>
                  <a:gd name="T2" fmla="*/ 0 w 10"/>
                  <a:gd name="T3" fmla="*/ 99 h 99"/>
                  <a:gd name="T4" fmla="*/ 10 w 10"/>
                  <a:gd name="T5" fmla="*/ 99 h 99"/>
                  <a:gd name="T6" fmla="*/ 5 w 10"/>
                  <a:gd name="T7" fmla="*/ 0 h 99"/>
                  <a:gd name="T8" fmla="*/ 0 w 10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9">
                    <a:moveTo>
                      <a:pt x="0" y="0"/>
                    </a:moveTo>
                    <a:lnTo>
                      <a:pt x="0" y="99"/>
                    </a:lnTo>
                    <a:lnTo>
                      <a:pt x="10" y="99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90" name="Freeform 122"/>
              <p:cNvSpPr>
                <a:spLocks/>
              </p:cNvSpPr>
              <p:nvPr/>
            </p:nvSpPr>
            <p:spPr bwMode="auto">
              <a:xfrm>
                <a:off x="7067550" y="2680847"/>
                <a:ext cx="1958975" cy="395288"/>
              </a:xfrm>
              <a:custGeom>
                <a:avLst/>
                <a:gdLst>
                  <a:gd name="T0" fmla="*/ 522 w 522"/>
                  <a:gd name="T1" fmla="*/ 105 h 105"/>
                  <a:gd name="T2" fmla="*/ 0 w 522"/>
                  <a:gd name="T3" fmla="*/ 105 h 105"/>
                  <a:gd name="T4" fmla="*/ 522 w 522"/>
                  <a:gd name="T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22" h="105">
                    <a:moveTo>
                      <a:pt x="522" y="105"/>
                    </a:moveTo>
                    <a:cubicBezTo>
                      <a:pt x="364" y="0"/>
                      <a:pt x="158" y="0"/>
                      <a:pt x="0" y="105"/>
                    </a:cubicBezTo>
                    <a:lnTo>
                      <a:pt x="522" y="105"/>
                    </a:lnTo>
                    <a:close/>
                  </a:path>
                </a:pathLst>
              </a:custGeom>
              <a:gradFill>
                <a:gsLst>
                  <a:gs pos="0">
                    <a:srgbClr val="E2C18E"/>
                  </a:gs>
                  <a:gs pos="53000">
                    <a:srgbClr val="34949A"/>
                  </a:gs>
                </a:gsLst>
                <a:lin ang="30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91" name="Freeform 123"/>
              <p:cNvSpPr>
                <a:spLocks/>
              </p:cNvSpPr>
              <p:nvPr/>
            </p:nvSpPr>
            <p:spPr bwMode="auto">
              <a:xfrm>
                <a:off x="6324600" y="2839597"/>
                <a:ext cx="2000250" cy="454025"/>
              </a:xfrm>
              <a:custGeom>
                <a:avLst/>
                <a:gdLst>
                  <a:gd name="T0" fmla="*/ 0 w 533"/>
                  <a:gd name="T1" fmla="*/ 121 h 121"/>
                  <a:gd name="T2" fmla="*/ 267 w 533"/>
                  <a:gd name="T3" fmla="*/ 0 h 121"/>
                  <a:gd name="T4" fmla="*/ 533 w 533"/>
                  <a:gd name="T5" fmla="*/ 121 h 121"/>
                  <a:gd name="T6" fmla="*/ 0 w 533"/>
                  <a:gd name="T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3" h="121">
                    <a:moveTo>
                      <a:pt x="0" y="121"/>
                    </a:moveTo>
                    <a:cubicBezTo>
                      <a:pt x="53" y="47"/>
                      <a:pt x="156" y="0"/>
                      <a:pt x="267" y="0"/>
                    </a:cubicBezTo>
                    <a:cubicBezTo>
                      <a:pt x="378" y="0"/>
                      <a:pt x="480" y="47"/>
                      <a:pt x="533" y="121"/>
                    </a:cubicBezTo>
                    <a:lnTo>
                      <a:pt x="0" y="121"/>
                    </a:lnTo>
                    <a:close/>
                  </a:path>
                </a:pathLst>
              </a:custGeom>
              <a:gradFill>
                <a:gsLst>
                  <a:gs pos="0">
                    <a:srgbClr val="E2C18E"/>
                  </a:gs>
                  <a:gs pos="46000">
                    <a:srgbClr val="34949A"/>
                  </a:gs>
                </a:gsLst>
                <a:lin ang="30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92" name="Freeform 124"/>
              <p:cNvSpPr>
                <a:spLocks/>
              </p:cNvSpPr>
              <p:nvPr/>
            </p:nvSpPr>
            <p:spPr bwMode="auto">
              <a:xfrm>
                <a:off x="4241800" y="3023747"/>
                <a:ext cx="2000250" cy="269875"/>
              </a:xfrm>
              <a:custGeom>
                <a:avLst/>
                <a:gdLst>
                  <a:gd name="T0" fmla="*/ 0 w 533"/>
                  <a:gd name="T1" fmla="*/ 72 h 72"/>
                  <a:gd name="T2" fmla="*/ 266 w 533"/>
                  <a:gd name="T3" fmla="*/ 0 h 72"/>
                  <a:gd name="T4" fmla="*/ 533 w 533"/>
                  <a:gd name="T5" fmla="*/ 72 h 72"/>
                  <a:gd name="T6" fmla="*/ 0 w 533"/>
                  <a:gd name="T7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3" h="72">
                    <a:moveTo>
                      <a:pt x="0" y="72"/>
                    </a:moveTo>
                    <a:cubicBezTo>
                      <a:pt x="53" y="28"/>
                      <a:pt x="155" y="0"/>
                      <a:pt x="266" y="0"/>
                    </a:cubicBezTo>
                    <a:cubicBezTo>
                      <a:pt x="378" y="0"/>
                      <a:pt x="480" y="28"/>
                      <a:pt x="533" y="72"/>
                    </a:cubicBezTo>
                    <a:lnTo>
                      <a:pt x="0" y="72"/>
                    </a:lnTo>
                    <a:close/>
                  </a:path>
                </a:pathLst>
              </a:custGeom>
              <a:gradFill>
                <a:gsLst>
                  <a:gs pos="0">
                    <a:srgbClr val="E2C18E"/>
                  </a:gs>
                  <a:gs pos="53000">
                    <a:srgbClr val="34949A"/>
                  </a:gs>
                </a:gsLst>
                <a:lin ang="13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93" name="Rectangle 125"/>
              <p:cNvSpPr>
                <a:spLocks noChangeArrowheads="1"/>
              </p:cNvSpPr>
              <p:nvPr/>
            </p:nvSpPr>
            <p:spPr bwMode="auto">
              <a:xfrm>
                <a:off x="8448675" y="2768159"/>
                <a:ext cx="1092200" cy="307975"/>
              </a:xfrm>
              <a:prstGeom prst="rect">
                <a:avLst/>
              </a:prstGeom>
              <a:solidFill>
                <a:srgbClr val="DCE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94" name="Freeform 126"/>
              <p:cNvSpPr>
                <a:spLocks/>
              </p:cNvSpPr>
              <p:nvPr/>
            </p:nvSpPr>
            <p:spPr bwMode="auto">
              <a:xfrm>
                <a:off x="8861425" y="2768159"/>
                <a:ext cx="679450" cy="307975"/>
              </a:xfrm>
              <a:custGeom>
                <a:avLst/>
                <a:gdLst>
                  <a:gd name="T0" fmla="*/ 0 w 428"/>
                  <a:gd name="T1" fmla="*/ 194 h 194"/>
                  <a:gd name="T2" fmla="*/ 428 w 428"/>
                  <a:gd name="T3" fmla="*/ 194 h 194"/>
                  <a:gd name="T4" fmla="*/ 428 w 428"/>
                  <a:gd name="T5" fmla="*/ 0 h 194"/>
                  <a:gd name="T6" fmla="*/ 194 w 428"/>
                  <a:gd name="T7" fmla="*/ 0 h 194"/>
                  <a:gd name="T8" fmla="*/ 0 w 428"/>
                  <a:gd name="T9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8" h="194">
                    <a:moveTo>
                      <a:pt x="0" y="194"/>
                    </a:moveTo>
                    <a:lnTo>
                      <a:pt x="428" y="194"/>
                    </a:lnTo>
                    <a:lnTo>
                      <a:pt x="428" y="0"/>
                    </a:lnTo>
                    <a:lnTo>
                      <a:pt x="194" y="0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BACE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95" name="Rectangle 127"/>
              <p:cNvSpPr>
                <a:spLocks noChangeArrowheads="1"/>
              </p:cNvSpPr>
              <p:nvPr/>
            </p:nvSpPr>
            <p:spPr bwMode="auto">
              <a:xfrm>
                <a:off x="9394825" y="2287147"/>
                <a:ext cx="79375" cy="161925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96" name="Rectangle 128"/>
              <p:cNvSpPr>
                <a:spLocks noChangeArrowheads="1"/>
              </p:cNvSpPr>
              <p:nvPr/>
            </p:nvSpPr>
            <p:spPr bwMode="auto">
              <a:xfrm>
                <a:off x="8385175" y="2388747"/>
                <a:ext cx="1220788" cy="330200"/>
              </a:xfrm>
              <a:prstGeom prst="rect">
                <a:avLst/>
              </a:prstGeom>
              <a:solidFill>
                <a:srgbClr val="E15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97" name="Rectangle 129"/>
              <p:cNvSpPr>
                <a:spLocks noChangeArrowheads="1"/>
              </p:cNvSpPr>
              <p:nvPr/>
            </p:nvSpPr>
            <p:spPr bwMode="auto">
              <a:xfrm>
                <a:off x="8385175" y="2568134"/>
                <a:ext cx="1220788" cy="150813"/>
              </a:xfrm>
              <a:prstGeom prst="rect">
                <a:avLst/>
              </a:prstGeom>
              <a:solidFill>
                <a:srgbClr val="D02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98" name="Rectangle 130"/>
              <p:cNvSpPr>
                <a:spLocks noChangeArrowheads="1"/>
              </p:cNvSpPr>
              <p:nvPr/>
            </p:nvSpPr>
            <p:spPr bwMode="auto">
              <a:xfrm>
                <a:off x="8385175" y="2718947"/>
                <a:ext cx="1220788" cy="49213"/>
              </a:xfrm>
              <a:prstGeom prst="rect">
                <a:avLst/>
              </a:prstGeom>
              <a:solidFill>
                <a:srgbClr val="AF3C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99" name="Rectangle 131"/>
              <p:cNvSpPr>
                <a:spLocks noChangeArrowheads="1"/>
              </p:cNvSpPr>
              <p:nvPr/>
            </p:nvSpPr>
            <p:spPr bwMode="auto">
              <a:xfrm>
                <a:off x="8539163" y="2899922"/>
                <a:ext cx="101600" cy="93663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0" name="Rectangle 132"/>
              <p:cNvSpPr>
                <a:spLocks noChangeArrowheads="1"/>
              </p:cNvSpPr>
              <p:nvPr/>
            </p:nvSpPr>
            <p:spPr bwMode="auto">
              <a:xfrm>
                <a:off x="8696325" y="2899922"/>
                <a:ext cx="106363" cy="93663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1" name="Rectangle 133"/>
              <p:cNvSpPr>
                <a:spLocks noChangeArrowheads="1"/>
              </p:cNvSpPr>
              <p:nvPr/>
            </p:nvSpPr>
            <p:spPr bwMode="auto">
              <a:xfrm>
                <a:off x="8858250" y="2899922"/>
                <a:ext cx="101600" cy="93663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2" name="Rectangle 134"/>
              <p:cNvSpPr>
                <a:spLocks noChangeArrowheads="1"/>
              </p:cNvSpPr>
              <p:nvPr/>
            </p:nvSpPr>
            <p:spPr bwMode="auto">
              <a:xfrm>
                <a:off x="9015413" y="2899922"/>
                <a:ext cx="101600" cy="93663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3" name="Rectangle 135"/>
              <p:cNvSpPr>
                <a:spLocks noChangeArrowheads="1"/>
              </p:cNvSpPr>
              <p:nvPr/>
            </p:nvSpPr>
            <p:spPr bwMode="auto">
              <a:xfrm>
                <a:off x="9174163" y="2899922"/>
                <a:ext cx="104775" cy="176213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4" name="Rectangle 136"/>
              <p:cNvSpPr>
                <a:spLocks noChangeArrowheads="1"/>
              </p:cNvSpPr>
              <p:nvPr/>
            </p:nvSpPr>
            <p:spPr bwMode="auto">
              <a:xfrm>
                <a:off x="9331325" y="2899922"/>
                <a:ext cx="104775" cy="93663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5" name="Freeform 137"/>
              <p:cNvSpPr>
                <a:spLocks/>
              </p:cNvSpPr>
              <p:nvPr/>
            </p:nvSpPr>
            <p:spPr bwMode="auto">
              <a:xfrm>
                <a:off x="8696325" y="2537972"/>
                <a:ext cx="206375" cy="71438"/>
              </a:xfrm>
              <a:custGeom>
                <a:avLst/>
                <a:gdLst>
                  <a:gd name="T0" fmla="*/ 109 w 130"/>
                  <a:gd name="T1" fmla="*/ 0 h 45"/>
                  <a:gd name="T2" fmla="*/ 22 w 130"/>
                  <a:gd name="T3" fmla="*/ 0 h 45"/>
                  <a:gd name="T4" fmla="*/ 0 w 130"/>
                  <a:gd name="T5" fmla="*/ 45 h 45"/>
                  <a:gd name="T6" fmla="*/ 130 w 130"/>
                  <a:gd name="T7" fmla="*/ 45 h 45"/>
                  <a:gd name="T8" fmla="*/ 109 w 130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45">
                    <a:moveTo>
                      <a:pt x="109" y="0"/>
                    </a:moveTo>
                    <a:lnTo>
                      <a:pt x="22" y="0"/>
                    </a:lnTo>
                    <a:lnTo>
                      <a:pt x="0" y="45"/>
                    </a:lnTo>
                    <a:lnTo>
                      <a:pt x="130" y="45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6" name="Freeform 138"/>
              <p:cNvSpPr>
                <a:spLocks/>
              </p:cNvSpPr>
              <p:nvPr/>
            </p:nvSpPr>
            <p:spPr bwMode="auto">
              <a:xfrm>
                <a:off x="9072563" y="2537972"/>
                <a:ext cx="206375" cy="71438"/>
              </a:xfrm>
              <a:custGeom>
                <a:avLst/>
                <a:gdLst>
                  <a:gd name="T0" fmla="*/ 106 w 130"/>
                  <a:gd name="T1" fmla="*/ 0 h 45"/>
                  <a:gd name="T2" fmla="*/ 21 w 130"/>
                  <a:gd name="T3" fmla="*/ 0 h 45"/>
                  <a:gd name="T4" fmla="*/ 0 w 130"/>
                  <a:gd name="T5" fmla="*/ 45 h 45"/>
                  <a:gd name="T6" fmla="*/ 130 w 130"/>
                  <a:gd name="T7" fmla="*/ 45 h 45"/>
                  <a:gd name="T8" fmla="*/ 106 w 130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45">
                    <a:moveTo>
                      <a:pt x="106" y="0"/>
                    </a:moveTo>
                    <a:lnTo>
                      <a:pt x="21" y="0"/>
                    </a:lnTo>
                    <a:lnTo>
                      <a:pt x="0" y="45"/>
                    </a:lnTo>
                    <a:lnTo>
                      <a:pt x="130" y="45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7" name="Freeform 139"/>
              <p:cNvSpPr>
                <a:spLocks/>
              </p:cNvSpPr>
              <p:nvPr/>
            </p:nvSpPr>
            <p:spPr bwMode="auto">
              <a:xfrm>
                <a:off x="8696325" y="2568134"/>
                <a:ext cx="206375" cy="41275"/>
              </a:xfrm>
              <a:custGeom>
                <a:avLst/>
                <a:gdLst>
                  <a:gd name="T0" fmla="*/ 0 w 130"/>
                  <a:gd name="T1" fmla="*/ 26 h 26"/>
                  <a:gd name="T2" fmla="*/ 130 w 130"/>
                  <a:gd name="T3" fmla="*/ 26 h 26"/>
                  <a:gd name="T4" fmla="*/ 116 w 130"/>
                  <a:gd name="T5" fmla="*/ 0 h 26"/>
                  <a:gd name="T6" fmla="*/ 15 w 130"/>
                  <a:gd name="T7" fmla="*/ 0 h 26"/>
                  <a:gd name="T8" fmla="*/ 0 w 13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26">
                    <a:moveTo>
                      <a:pt x="0" y="26"/>
                    </a:moveTo>
                    <a:lnTo>
                      <a:pt x="130" y="26"/>
                    </a:lnTo>
                    <a:lnTo>
                      <a:pt x="116" y="0"/>
                    </a:lnTo>
                    <a:lnTo>
                      <a:pt x="15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8" name="Freeform 140"/>
              <p:cNvSpPr>
                <a:spLocks/>
              </p:cNvSpPr>
              <p:nvPr/>
            </p:nvSpPr>
            <p:spPr bwMode="auto">
              <a:xfrm>
                <a:off x="9072563" y="2568134"/>
                <a:ext cx="206375" cy="41275"/>
              </a:xfrm>
              <a:custGeom>
                <a:avLst/>
                <a:gdLst>
                  <a:gd name="T0" fmla="*/ 0 w 130"/>
                  <a:gd name="T1" fmla="*/ 26 h 26"/>
                  <a:gd name="T2" fmla="*/ 130 w 130"/>
                  <a:gd name="T3" fmla="*/ 26 h 26"/>
                  <a:gd name="T4" fmla="*/ 116 w 130"/>
                  <a:gd name="T5" fmla="*/ 0 h 26"/>
                  <a:gd name="T6" fmla="*/ 12 w 130"/>
                  <a:gd name="T7" fmla="*/ 0 h 26"/>
                  <a:gd name="T8" fmla="*/ 0 w 13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26">
                    <a:moveTo>
                      <a:pt x="0" y="26"/>
                    </a:moveTo>
                    <a:lnTo>
                      <a:pt x="130" y="26"/>
                    </a:lnTo>
                    <a:lnTo>
                      <a:pt x="116" y="0"/>
                    </a:lnTo>
                    <a:lnTo>
                      <a:pt x="12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9" name="Freeform 141"/>
              <p:cNvSpPr>
                <a:spLocks/>
              </p:cNvSpPr>
              <p:nvPr/>
            </p:nvSpPr>
            <p:spPr bwMode="auto">
              <a:xfrm>
                <a:off x="6621463" y="3071372"/>
                <a:ext cx="4151313" cy="222250"/>
              </a:xfrm>
              <a:custGeom>
                <a:avLst/>
                <a:gdLst>
                  <a:gd name="T0" fmla="*/ 1106 w 1106"/>
                  <a:gd name="T1" fmla="*/ 59 h 59"/>
                  <a:gd name="T2" fmla="*/ 1047 w 1106"/>
                  <a:gd name="T3" fmla="*/ 0 h 59"/>
                  <a:gd name="T4" fmla="*/ 59 w 1106"/>
                  <a:gd name="T5" fmla="*/ 0 h 59"/>
                  <a:gd name="T6" fmla="*/ 0 w 1106"/>
                  <a:gd name="T7" fmla="*/ 59 h 59"/>
                  <a:gd name="T8" fmla="*/ 0 w 1106"/>
                  <a:gd name="T9" fmla="*/ 59 h 59"/>
                  <a:gd name="T10" fmla="*/ 1106 w 1106"/>
                  <a:gd name="T11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6" h="59">
                    <a:moveTo>
                      <a:pt x="1106" y="59"/>
                    </a:moveTo>
                    <a:cubicBezTo>
                      <a:pt x="1106" y="27"/>
                      <a:pt x="1080" y="0"/>
                      <a:pt x="1047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26" y="0"/>
                      <a:pt x="0" y="27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106" y="59"/>
                      <a:pt x="1106" y="59"/>
                      <a:pt x="1106" y="59"/>
                    </a:cubicBez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10" name="Freeform 142"/>
              <p:cNvSpPr>
                <a:spLocks/>
              </p:cNvSpPr>
              <p:nvPr/>
            </p:nvSpPr>
            <p:spPr bwMode="auto">
              <a:xfrm>
                <a:off x="747713" y="3071372"/>
                <a:ext cx="4151313" cy="222250"/>
              </a:xfrm>
              <a:custGeom>
                <a:avLst/>
                <a:gdLst>
                  <a:gd name="T0" fmla="*/ 1106 w 1106"/>
                  <a:gd name="T1" fmla="*/ 59 h 59"/>
                  <a:gd name="T2" fmla="*/ 1047 w 1106"/>
                  <a:gd name="T3" fmla="*/ 0 h 59"/>
                  <a:gd name="T4" fmla="*/ 59 w 1106"/>
                  <a:gd name="T5" fmla="*/ 0 h 59"/>
                  <a:gd name="T6" fmla="*/ 0 w 1106"/>
                  <a:gd name="T7" fmla="*/ 59 h 59"/>
                  <a:gd name="T8" fmla="*/ 1106 w 1106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6" h="59">
                    <a:moveTo>
                      <a:pt x="1106" y="59"/>
                    </a:moveTo>
                    <a:cubicBezTo>
                      <a:pt x="1106" y="27"/>
                      <a:pt x="1080" y="0"/>
                      <a:pt x="1047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27" y="0"/>
                      <a:pt x="0" y="27"/>
                      <a:pt x="0" y="59"/>
                    </a:cubicBezTo>
                    <a:cubicBezTo>
                      <a:pt x="1106" y="59"/>
                      <a:pt x="1106" y="59"/>
                      <a:pt x="1106" y="59"/>
                    </a:cubicBezTo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11" name="Freeform 143"/>
              <p:cNvSpPr>
                <a:spLocks/>
              </p:cNvSpPr>
              <p:nvPr/>
            </p:nvSpPr>
            <p:spPr bwMode="auto">
              <a:xfrm>
                <a:off x="6291263" y="3180909"/>
                <a:ext cx="3929063" cy="112713"/>
              </a:xfrm>
              <a:custGeom>
                <a:avLst/>
                <a:gdLst>
                  <a:gd name="T0" fmla="*/ 1047 w 1047"/>
                  <a:gd name="T1" fmla="*/ 30 h 30"/>
                  <a:gd name="T2" fmla="*/ 1017 w 1047"/>
                  <a:gd name="T3" fmla="*/ 0 h 30"/>
                  <a:gd name="T4" fmla="*/ 29 w 1047"/>
                  <a:gd name="T5" fmla="*/ 0 h 30"/>
                  <a:gd name="T6" fmla="*/ 0 w 1047"/>
                  <a:gd name="T7" fmla="*/ 30 h 30"/>
                  <a:gd name="T8" fmla="*/ 1047 w 1047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7" h="30">
                    <a:moveTo>
                      <a:pt x="1047" y="30"/>
                    </a:moveTo>
                    <a:cubicBezTo>
                      <a:pt x="1047" y="14"/>
                      <a:pt x="1033" y="0"/>
                      <a:pt x="1017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3" y="0"/>
                      <a:pt x="0" y="14"/>
                      <a:pt x="0" y="30"/>
                    </a:cubicBezTo>
                    <a:lnTo>
                      <a:pt x="1047" y="30"/>
                    </a:lnTo>
                    <a:close/>
                  </a:path>
                </a:pathLst>
              </a:custGeom>
              <a:solidFill>
                <a:srgbClr val="824D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pic>
            <p:nvPicPr>
              <p:cNvPr id="4240" name="Picture 144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64688" y="2831659"/>
                <a:ext cx="1023938" cy="258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12" name="Freeform 145"/>
              <p:cNvSpPr>
                <a:spLocks/>
              </p:cNvSpPr>
              <p:nvPr/>
            </p:nvSpPr>
            <p:spPr bwMode="auto">
              <a:xfrm>
                <a:off x="9369425" y="2757047"/>
                <a:ext cx="190500" cy="258763"/>
              </a:xfrm>
              <a:custGeom>
                <a:avLst/>
                <a:gdLst>
                  <a:gd name="T0" fmla="*/ 41 w 51"/>
                  <a:gd name="T1" fmla="*/ 20 h 69"/>
                  <a:gd name="T2" fmla="*/ 41 w 51"/>
                  <a:gd name="T3" fmla="*/ 17 h 69"/>
                  <a:gd name="T4" fmla="*/ 25 w 51"/>
                  <a:gd name="T5" fmla="*/ 0 h 69"/>
                  <a:gd name="T6" fmla="*/ 10 w 51"/>
                  <a:gd name="T7" fmla="*/ 17 h 69"/>
                  <a:gd name="T8" fmla="*/ 10 w 51"/>
                  <a:gd name="T9" fmla="*/ 20 h 69"/>
                  <a:gd name="T10" fmla="*/ 0 w 51"/>
                  <a:gd name="T11" fmla="*/ 42 h 69"/>
                  <a:gd name="T12" fmla="*/ 25 w 51"/>
                  <a:gd name="T13" fmla="*/ 69 h 69"/>
                  <a:gd name="T14" fmla="*/ 51 w 51"/>
                  <a:gd name="T15" fmla="*/ 42 h 69"/>
                  <a:gd name="T16" fmla="*/ 41 w 51"/>
                  <a:gd name="T17" fmla="*/ 2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69">
                    <a:moveTo>
                      <a:pt x="41" y="20"/>
                    </a:moveTo>
                    <a:cubicBezTo>
                      <a:pt x="41" y="19"/>
                      <a:pt x="41" y="18"/>
                      <a:pt x="41" y="17"/>
                    </a:cubicBezTo>
                    <a:cubicBezTo>
                      <a:pt x="41" y="7"/>
                      <a:pt x="34" y="0"/>
                      <a:pt x="25" y="0"/>
                    </a:cubicBezTo>
                    <a:cubicBezTo>
                      <a:pt x="17" y="0"/>
                      <a:pt x="10" y="7"/>
                      <a:pt x="10" y="17"/>
                    </a:cubicBezTo>
                    <a:cubicBezTo>
                      <a:pt x="10" y="18"/>
                      <a:pt x="10" y="19"/>
                      <a:pt x="10" y="20"/>
                    </a:cubicBezTo>
                    <a:cubicBezTo>
                      <a:pt x="4" y="25"/>
                      <a:pt x="0" y="33"/>
                      <a:pt x="0" y="42"/>
                    </a:cubicBezTo>
                    <a:cubicBezTo>
                      <a:pt x="0" y="57"/>
                      <a:pt x="11" y="69"/>
                      <a:pt x="25" y="69"/>
                    </a:cubicBezTo>
                    <a:cubicBezTo>
                      <a:pt x="40" y="69"/>
                      <a:pt x="51" y="57"/>
                      <a:pt x="51" y="42"/>
                    </a:cubicBezTo>
                    <a:cubicBezTo>
                      <a:pt x="51" y="33"/>
                      <a:pt x="47" y="25"/>
                      <a:pt x="41" y="20"/>
                    </a:cubicBez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13" name="Freeform 146"/>
              <p:cNvSpPr>
                <a:spLocks/>
              </p:cNvSpPr>
              <p:nvPr/>
            </p:nvSpPr>
            <p:spPr bwMode="auto">
              <a:xfrm>
                <a:off x="9463088" y="2757047"/>
                <a:ext cx="96838" cy="258763"/>
              </a:xfrm>
              <a:custGeom>
                <a:avLst/>
                <a:gdLst>
                  <a:gd name="T0" fmla="*/ 16 w 26"/>
                  <a:gd name="T1" fmla="*/ 20 h 69"/>
                  <a:gd name="T2" fmla="*/ 16 w 26"/>
                  <a:gd name="T3" fmla="*/ 17 h 69"/>
                  <a:gd name="T4" fmla="*/ 0 w 26"/>
                  <a:gd name="T5" fmla="*/ 0 h 69"/>
                  <a:gd name="T6" fmla="*/ 0 w 26"/>
                  <a:gd name="T7" fmla="*/ 15 h 69"/>
                  <a:gd name="T8" fmla="*/ 0 w 26"/>
                  <a:gd name="T9" fmla="*/ 33 h 69"/>
                  <a:gd name="T10" fmla="*/ 0 w 26"/>
                  <a:gd name="T11" fmla="*/ 69 h 69"/>
                  <a:gd name="T12" fmla="*/ 26 w 26"/>
                  <a:gd name="T13" fmla="*/ 42 h 69"/>
                  <a:gd name="T14" fmla="*/ 16 w 26"/>
                  <a:gd name="T15" fmla="*/ 2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69">
                    <a:moveTo>
                      <a:pt x="16" y="20"/>
                    </a:moveTo>
                    <a:cubicBezTo>
                      <a:pt x="16" y="19"/>
                      <a:pt x="16" y="18"/>
                      <a:pt x="16" y="17"/>
                    </a:cubicBezTo>
                    <a:cubicBezTo>
                      <a:pt x="16" y="7"/>
                      <a:pt x="9" y="0"/>
                      <a:pt x="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5" y="69"/>
                      <a:pt x="26" y="57"/>
                      <a:pt x="26" y="42"/>
                    </a:cubicBezTo>
                    <a:cubicBezTo>
                      <a:pt x="26" y="33"/>
                      <a:pt x="22" y="25"/>
                      <a:pt x="16" y="20"/>
                    </a:cubicBez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14" name="Freeform 147"/>
              <p:cNvSpPr>
                <a:spLocks/>
              </p:cNvSpPr>
              <p:nvPr/>
            </p:nvSpPr>
            <p:spPr bwMode="auto">
              <a:xfrm>
                <a:off x="9451975" y="2922147"/>
                <a:ext cx="25400" cy="153988"/>
              </a:xfrm>
              <a:custGeom>
                <a:avLst/>
                <a:gdLst>
                  <a:gd name="T0" fmla="*/ 2 w 16"/>
                  <a:gd name="T1" fmla="*/ 0 h 97"/>
                  <a:gd name="T2" fmla="*/ 0 w 16"/>
                  <a:gd name="T3" fmla="*/ 97 h 97"/>
                  <a:gd name="T4" fmla="*/ 16 w 16"/>
                  <a:gd name="T5" fmla="*/ 97 h 97"/>
                  <a:gd name="T6" fmla="*/ 14 w 16"/>
                  <a:gd name="T7" fmla="*/ 0 h 97"/>
                  <a:gd name="T8" fmla="*/ 2 w 16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7">
                    <a:moveTo>
                      <a:pt x="2" y="0"/>
                    </a:moveTo>
                    <a:lnTo>
                      <a:pt x="0" y="97"/>
                    </a:lnTo>
                    <a:lnTo>
                      <a:pt x="16" y="97"/>
                    </a:lnTo>
                    <a:lnTo>
                      <a:pt x="1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15" name="Freeform 148"/>
              <p:cNvSpPr>
                <a:spLocks/>
              </p:cNvSpPr>
              <p:nvPr/>
            </p:nvSpPr>
            <p:spPr bwMode="auto">
              <a:xfrm>
                <a:off x="9463088" y="2922147"/>
                <a:ext cx="14288" cy="153988"/>
              </a:xfrm>
              <a:custGeom>
                <a:avLst/>
                <a:gdLst>
                  <a:gd name="T0" fmla="*/ 0 w 9"/>
                  <a:gd name="T1" fmla="*/ 0 h 97"/>
                  <a:gd name="T2" fmla="*/ 0 w 9"/>
                  <a:gd name="T3" fmla="*/ 97 h 97"/>
                  <a:gd name="T4" fmla="*/ 9 w 9"/>
                  <a:gd name="T5" fmla="*/ 97 h 97"/>
                  <a:gd name="T6" fmla="*/ 7 w 9"/>
                  <a:gd name="T7" fmla="*/ 0 h 97"/>
                  <a:gd name="T8" fmla="*/ 0 w 9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7">
                    <a:moveTo>
                      <a:pt x="0" y="0"/>
                    </a:moveTo>
                    <a:lnTo>
                      <a:pt x="0" y="97"/>
                    </a:lnTo>
                    <a:lnTo>
                      <a:pt x="9" y="97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16" name="Freeform 149"/>
              <p:cNvSpPr>
                <a:spLocks/>
              </p:cNvSpPr>
              <p:nvPr/>
            </p:nvSpPr>
            <p:spPr bwMode="auto">
              <a:xfrm>
                <a:off x="2846388" y="3007872"/>
                <a:ext cx="434975" cy="101600"/>
              </a:xfrm>
              <a:custGeom>
                <a:avLst/>
                <a:gdLst>
                  <a:gd name="T0" fmla="*/ 47 w 274"/>
                  <a:gd name="T1" fmla="*/ 0 h 64"/>
                  <a:gd name="T2" fmla="*/ 0 w 274"/>
                  <a:gd name="T3" fmla="*/ 64 h 64"/>
                  <a:gd name="T4" fmla="*/ 125 w 274"/>
                  <a:gd name="T5" fmla="*/ 64 h 64"/>
                  <a:gd name="T6" fmla="*/ 262 w 274"/>
                  <a:gd name="T7" fmla="*/ 64 h 64"/>
                  <a:gd name="T8" fmla="*/ 274 w 274"/>
                  <a:gd name="T9" fmla="*/ 64 h 64"/>
                  <a:gd name="T10" fmla="*/ 274 w 274"/>
                  <a:gd name="T11" fmla="*/ 0 h 64"/>
                  <a:gd name="T12" fmla="*/ 47 w 274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4" h="64">
                    <a:moveTo>
                      <a:pt x="47" y="0"/>
                    </a:moveTo>
                    <a:lnTo>
                      <a:pt x="0" y="64"/>
                    </a:lnTo>
                    <a:lnTo>
                      <a:pt x="125" y="64"/>
                    </a:lnTo>
                    <a:lnTo>
                      <a:pt x="262" y="64"/>
                    </a:lnTo>
                    <a:lnTo>
                      <a:pt x="274" y="64"/>
                    </a:lnTo>
                    <a:lnTo>
                      <a:pt x="274" y="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D02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17" name="Rectangle 150"/>
              <p:cNvSpPr>
                <a:spLocks noChangeArrowheads="1"/>
              </p:cNvSpPr>
              <p:nvPr/>
            </p:nvSpPr>
            <p:spPr bwMode="auto">
              <a:xfrm>
                <a:off x="2894013" y="3106297"/>
                <a:ext cx="382588" cy="187325"/>
              </a:xfrm>
              <a:prstGeom prst="rect">
                <a:avLst/>
              </a:pr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18" name="Rectangle 151"/>
              <p:cNvSpPr>
                <a:spLocks noChangeArrowheads="1"/>
              </p:cNvSpPr>
              <p:nvPr/>
            </p:nvSpPr>
            <p:spPr bwMode="auto">
              <a:xfrm>
                <a:off x="2894013" y="3106297"/>
                <a:ext cx="382588" cy="187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19" name="Freeform 152"/>
              <p:cNvSpPr>
                <a:spLocks/>
              </p:cNvSpPr>
              <p:nvPr/>
            </p:nvSpPr>
            <p:spPr bwMode="auto">
              <a:xfrm>
                <a:off x="2973388" y="3106297"/>
                <a:ext cx="303213" cy="187325"/>
              </a:xfrm>
              <a:custGeom>
                <a:avLst/>
                <a:gdLst>
                  <a:gd name="T0" fmla="*/ 191 w 191"/>
                  <a:gd name="T1" fmla="*/ 118 h 118"/>
                  <a:gd name="T2" fmla="*/ 191 w 191"/>
                  <a:gd name="T3" fmla="*/ 0 h 118"/>
                  <a:gd name="T4" fmla="*/ 118 w 191"/>
                  <a:gd name="T5" fmla="*/ 0 h 118"/>
                  <a:gd name="T6" fmla="*/ 0 w 191"/>
                  <a:gd name="T7" fmla="*/ 118 h 118"/>
                  <a:gd name="T8" fmla="*/ 191 w 191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1" h="118">
                    <a:moveTo>
                      <a:pt x="191" y="118"/>
                    </a:moveTo>
                    <a:lnTo>
                      <a:pt x="191" y="0"/>
                    </a:lnTo>
                    <a:lnTo>
                      <a:pt x="118" y="0"/>
                    </a:lnTo>
                    <a:lnTo>
                      <a:pt x="0" y="118"/>
                    </a:lnTo>
                    <a:lnTo>
                      <a:pt x="191" y="118"/>
                    </a:lnTo>
                    <a:close/>
                  </a:path>
                </a:pathLst>
              </a:custGeom>
              <a:solidFill>
                <a:srgbClr val="CCA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20" name="Freeform 153"/>
              <p:cNvSpPr>
                <a:spLocks/>
              </p:cNvSpPr>
              <p:nvPr/>
            </p:nvSpPr>
            <p:spPr bwMode="auto">
              <a:xfrm>
                <a:off x="2973388" y="3106297"/>
                <a:ext cx="303213" cy="187325"/>
              </a:xfrm>
              <a:custGeom>
                <a:avLst/>
                <a:gdLst>
                  <a:gd name="T0" fmla="*/ 191 w 191"/>
                  <a:gd name="T1" fmla="*/ 118 h 118"/>
                  <a:gd name="T2" fmla="*/ 191 w 191"/>
                  <a:gd name="T3" fmla="*/ 0 h 118"/>
                  <a:gd name="T4" fmla="*/ 118 w 191"/>
                  <a:gd name="T5" fmla="*/ 0 h 118"/>
                  <a:gd name="T6" fmla="*/ 0 w 191"/>
                  <a:gd name="T7" fmla="*/ 118 h 118"/>
                  <a:gd name="T8" fmla="*/ 191 w 191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1" h="118">
                    <a:moveTo>
                      <a:pt x="191" y="118"/>
                    </a:moveTo>
                    <a:lnTo>
                      <a:pt x="191" y="0"/>
                    </a:lnTo>
                    <a:lnTo>
                      <a:pt x="118" y="0"/>
                    </a:lnTo>
                    <a:lnTo>
                      <a:pt x="0" y="118"/>
                    </a:lnTo>
                    <a:lnTo>
                      <a:pt x="191" y="11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21" name="Rectangle 154"/>
              <p:cNvSpPr>
                <a:spLocks noChangeArrowheads="1"/>
              </p:cNvSpPr>
              <p:nvPr/>
            </p:nvSpPr>
            <p:spPr bwMode="auto">
              <a:xfrm>
                <a:off x="3224213" y="2933259"/>
                <a:ext cx="1003300" cy="49213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22" name="Rectangle 155"/>
              <p:cNvSpPr>
                <a:spLocks noChangeArrowheads="1"/>
              </p:cNvSpPr>
              <p:nvPr/>
            </p:nvSpPr>
            <p:spPr bwMode="auto">
              <a:xfrm>
                <a:off x="3276600" y="2982472"/>
                <a:ext cx="893763" cy="311150"/>
              </a:xfrm>
              <a:prstGeom prst="rect">
                <a:avLst/>
              </a:pr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23" name="Freeform 156"/>
              <p:cNvSpPr>
                <a:spLocks/>
              </p:cNvSpPr>
              <p:nvPr/>
            </p:nvSpPr>
            <p:spPr bwMode="auto">
              <a:xfrm>
                <a:off x="3224213" y="2606234"/>
                <a:ext cx="1003300" cy="327025"/>
              </a:xfrm>
              <a:custGeom>
                <a:avLst/>
                <a:gdLst>
                  <a:gd name="T0" fmla="*/ 0 w 632"/>
                  <a:gd name="T1" fmla="*/ 0 h 206"/>
                  <a:gd name="T2" fmla="*/ 0 w 632"/>
                  <a:gd name="T3" fmla="*/ 206 h 206"/>
                  <a:gd name="T4" fmla="*/ 632 w 632"/>
                  <a:gd name="T5" fmla="*/ 206 h 206"/>
                  <a:gd name="T6" fmla="*/ 632 w 632"/>
                  <a:gd name="T7" fmla="*/ 142 h 206"/>
                  <a:gd name="T8" fmla="*/ 0 w 632"/>
                  <a:gd name="T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2" h="206">
                    <a:moveTo>
                      <a:pt x="0" y="0"/>
                    </a:moveTo>
                    <a:lnTo>
                      <a:pt x="0" y="206"/>
                    </a:lnTo>
                    <a:lnTo>
                      <a:pt x="632" y="206"/>
                    </a:lnTo>
                    <a:lnTo>
                      <a:pt x="632" y="1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7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24" name="Rectangle 157"/>
              <p:cNvSpPr>
                <a:spLocks noChangeArrowheads="1"/>
              </p:cNvSpPr>
              <p:nvPr/>
            </p:nvSpPr>
            <p:spPr bwMode="auto">
              <a:xfrm>
                <a:off x="3375025" y="3114234"/>
                <a:ext cx="115888" cy="107950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25" name="Freeform 158"/>
              <p:cNvSpPr>
                <a:spLocks/>
              </p:cNvSpPr>
              <p:nvPr/>
            </p:nvSpPr>
            <p:spPr bwMode="auto">
              <a:xfrm>
                <a:off x="3559175" y="2982472"/>
                <a:ext cx="611188" cy="311150"/>
              </a:xfrm>
              <a:custGeom>
                <a:avLst/>
                <a:gdLst>
                  <a:gd name="T0" fmla="*/ 385 w 385"/>
                  <a:gd name="T1" fmla="*/ 196 h 196"/>
                  <a:gd name="T2" fmla="*/ 385 w 385"/>
                  <a:gd name="T3" fmla="*/ 0 h 196"/>
                  <a:gd name="T4" fmla="*/ 196 w 385"/>
                  <a:gd name="T5" fmla="*/ 0 h 196"/>
                  <a:gd name="T6" fmla="*/ 0 w 385"/>
                  <a:gd name="T7" fmla="*/ 196 h 196"/>
                  <a:gd name="T8" fmla="*/ 385 w 385"/>
                  <a:gd name="T9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5" h="196">
                    <a:moveTo>
                      <a:pt x="385" y="196"/>
                    </a:moveTo>
                    <a:lnTo>
                      <a:pt x="385" y="0"/>
                    </a:lnTo>
                    <a:lnTo>
                      <a:pt x="196" y="0"/>
                    </a:lnTo>
                    <a:lnTo>
                      <a:pt x="0" y="196"/>
                    </a:lnTo>
                    <a:lnTo>
                      <a:pt x="385" y="196"/>
                    </a:lnTo>
                    <a:close/>
                  </a:path>
                </a:pathLst>
              </a:custGeom>
              <a:solidFill>
                <a:srgbClr val="CCA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26" name="Rectangle 159"/>
              <p:cNvSpPr>
                <a:spLocks noChangeArrowheads="1"/>
              </p:cNvSpPr>
              <p:nvPr/>
            </p:nvSpPr>
            <p:spPr bwMode="auto">
              <a:xfrm>
                <a:off x="3570288" y="3114234"/>
                <a:ext cx="115888" cy="107950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27" name="Rectangle 160"/>
              <p:cNvSpPr>
                <a:spLocks noChangeArrowheads="1"/>
              </p:cNvSpPr>
              <p:nvPr/>
            </p:nvSpPr>
            <p:spPr bwMode="auto">
              <a:xfrm>
                <a:off x="3956050" y="3114234"/>
                <a:ext cx="120650" cy="107950"/>
              </a:xfrm>
              <a:prstGeom prst="rect">
                <a:avLst/>
              </a:prstGeom>
              <a:solidFill>
                <a:srgbClr val="136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28" name="Rectangle 161"/>
              <p:cNvSpPr>
                <a:spLocks noChangeArrowheads="1"/>
              </p:cNvSpPr>
              <p:nvPr/>
            </p:nvSpPr>
            <p:spPr bwMode="auto">
              <a:xfrm>
                <a:off x="3760788" y="3114234"/>
                <a:ext cx="120650" cy="179388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29" name="Freeform 162"/>
              <p:cNvSpPr>
                <a:spLocks/>
              </p:cNvSpPr>
              <p:nvPr/>
            </p:nvSpPr>
            <p:spPr bwMode="auto">
              <a:xfrm>
                <a:off x="3224213" y="2715772"/>
                <a:ext cx="979488" cy="217488"/>
              </a:xfrm>
              <a:custGeom>
                <a:avLst/>
                <a:gdLst>
                  <a:gd name="T0" fmla="*/ 0 w 617"/>
                  <a:gd name="T1" fmla="*/ 0 h 137"/>
                  <a:gd name="T2" fmla="*/ 0 w 617"/>
                  <a:gd name="T3" fmla="*/ 137 h 137"/>
                  <a:gd name="T4" fmla="*/ 617 w 617"/>
                  <a:gd name="T5" fmla="*/ 137 h 137"/>
                  <a:gd name="T6" fmla="*/ 0 w 617"/>
                  <a:gd name="T7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7" h="137">
                    <a:moveTo>
                      <a:pt x="0" y="0"/>
                    </a:moveTo>
                    <a:lnTo>
                      <a:pt x="0" y="137"/>
                    </a:lnTo>
                    <a:lnTo>
                      <a:pt x="617" y="13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2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30" name="Rectangle 163"/>
              <p:cNvSpPr>
                <a:spLocks noChangeArrowheads="1"/>
              </p:cNvSpPr>
              <p:nvPr/>
            </p:nvSpPr>
            <p:spPr bwMode="auto">
              <a:xfrm>
                <a:off x="2970213" y="3161859"/>
                <a:ext cx="234950" cy="131763"/>
              </a:xfrm>
              <a:prstGeom prst="rect">
                <a:avLst/>
              </a:pr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31" name="Rectangle 164"/>
              <p:cNvSpPr>
                <a:spLocks noChangeArrowheads="1"/>
              </p:cNvSpPr>
              <p:nvPr/>
            </p:nvSpPr>
            <p:spPr bwMode="auto">
              <a:xfrm>
                <a:off x="2970213" y="3161859"/>
                <a:ext cx="234950" cy="131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32" name="Rectangle 165"/>
              <p:cNvSpPr>
                <a:spLocks noChangeArrowheads="1"/>
              </p:cNvSpPr>
              <p:nvPr/>
            </p:nvSpPr>
            <p:spPr bwMode="auto">
              <a:xfrm>
                <a:off x="3089275" y="3161859"/>
                <a:ext cx="115888" cy="131763"/>
              </a:xfrm>
              <a:prstGeom prst="rect">
                <a:avLst/>
              </a:prstGeom>
              <a:solidFill>
                <a:srgbClr val="452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33" name="Freeform 166"/>
              <p:cNvSpPr>
                <a:spLocks/>
              </p:cNvSpPr>
              <p:nvPr/>
            </p:nvSpPr>
            <p:spPr bwMode="auto">
              <a:xfrm>
                <a:off x="2301875" y="2861822"/>
                <a:ext cx="36513" cy="109538"/>
              </a:xfrm>
              <a:custGeom>
                <a:avLst/>
                <a:gdLst>
                  <a:gd name="T0" fmla="*/ 19 w 23"/>
                  <a:gd name="T1" fmla="*/ 0 h 69"/>
                  <a:gd name="T2" fmla="*/ 23 w 23"/>
                  <a:gd name="T3" fmla="*/ 69 h 69"/>
                  <a:gd name="T4" fmla="*/ 0 w 23"/>
                  <a:gd name="T5" fmla="*/ 69 h 69"/>
                  <a:gd name="T6" fmla="*/ 4 w 23"/>
                  <a:gd name="T7" fmla="*/ 0 h 69"/>
                  <a:gd name="T8" fmla="*/ 19 w 23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69">
                    <a:moveTo>
                      <a:pt x="19" y="0"/>
                    </a:moveTo>
                    <a:lnTo>
                      <a:pt x="23" y="69"/>
                    </a:lnTo>
                    <a:lnTo>
                      <a:pt x="0" y="69"/>
                    </a:lnTo>
                    <a:lnTo>
                      <a:pt x="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34" name="Freeform 167"/>
              <p:cNvSpPr>
                <a:spLocks/>
              </p:cNvSpPr>
              <p:nvPr/>
            </p:nvSpPr>
            <p:spPr bwMode="auto">
              <a:xfrm>
                <a:off x="2301875" y="2861822"/>
                <a:ext cx="19050" cy="109538"/>
              </a:xfrm>
              <a:custGeom>
                <a:avLst/>
                <a:gdLst>
                  <a:gd name="T0" fmla="*/ 12 w 12"/>
                  <a:gd name="T1" fmla="*/ 0 h 69"/>
                  <a:gd name="T2" fmla="*/ 12 w 12"/>
                  <a:gd name="T3" fmla="*/ 69 h 69"/>
                  <a:gd name="T4" fmla="*/ 0 w 12"/>
                  <a:gd name="T5" fmla="*/ 69 h 69"/>
                  <a:gd name="T6" fmla="*/ 4 w 12"/>
                  <a:gd name="T7" fmla="*/ 0 h 69"/>
                  <a:gd name="T8" fmla="*/ 12 w 12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9">
                    <a:moveTo>
                      <a:pt x="12" y="0"/>
                    </a:moveTo>
                    <a:lnTo>
                      <a:pt x="12" y="69"/>
                    </a:lnTo>
                    <a:lnTo>
                      <a:pt x="0" y="69"/>
                    </a:lnTo>
                    <a:lnTo>
                      <a:pt x="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35" name="Freeform 168"/>
              <p:cNvSpPr>
                <a:spLocks/>
              </p:cNvSpPr>
              <p:nvPr/>
            </p:nvSpPr>
            <p:spPr bwMode="auto">
              <a:xfrm>
                <a:off x="2208213" y="2418909"/>
                <a:ext cx="112713" cy="476250"/>
              </a:xfrm>
              <a:custGeom>
                <a:avLst/>
                <a:gdLst>
                  <a:gd name="T0" fmla="*/ 19 w 71"/>
                  <a:gd name="T1" fmla="*/ 220 h 300"/>
                  <a:gd name="T2" fmla="*/ 4 w 71"/>
                  <a:gd name="T3" fmla="*/ 220 h 300"/>
                  <a:gd name="T4" fmla="*/ 28 w 71"/>
                  <a:gd name="T5" fmla="*/ 149 h 300"/>
                  <a:gd name="T6" fmla="*/ 19 w 71"/>
                  <a:gd name="T7" fmla="*/ 149 h 300"/>
                  <a:gd name="T8" fmla="*/ 71 w 71"/>
                  <a:gd name="T9" fmla="*/ 0 h 300"/>
                  <a:gd name="T10" fmla="*/ 71 w 71"/>
                  <a:gd name="T11" fmla="*/ 149 h 300"/>
                  <a:gd name="T12" fmla="*/ 71 w 71"/>
                  <a:gd name="T13" fmla="*/ 220 h 300"/>
                  <a:gd name="T14" fmla="*/ 71 w 71"/>
                  <a:gd name="T15" fmla="*/ 300 h 300"/>
                  <a:gd name="T16" fmla="*/ 0 w 71"/>
                  <a:gd name="T17" fmla="*/ 300 h 300"/>
                  <a:gd name="T18" fmla="*/ 19 w 71"/>
                  <a:gd name="T19" fmla="*/ 22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0">
                    <a:moveTo>
                      <a:pt x="19" y="220"/>
                    </a:moveTo>
                    <a:lnTo>
                      <a:pt x="4" y="220"/>
                    </a:lnTo>
                    <a:lnTo>
                      <a:pt x="28" y="149"/>
                    </a:lnTo>
                    <a:lnTo>
                      <a:pt x="19" y="149"/>
                    </a:lnTo>
                    <a:lnTo>
                      <a:pt x="71" y="0"/>
                    </a:lnTo>
                    <a:lnTo>
                      <a:pt x="71" y="149"/>
                    </a:lnTo>
                    <a:lnTo>
                      <a:pt x="71" y="220"/>
                    </a:lnTo>
                    <a:lnTo>
                      <a:pt x="71" y="300"/>
                    </a:lnTo>
                    <a:lnTo>
                      <a:pt x="0" y="300"/>
                    </a:lnTo>
                    <a:lnTo>
                      <a:pt x="19" y="22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36" name="Freeform 169"/>
              <p:cNvSpPr>
                <a:spLocks/>
              </p:cNvSpPr>
              <p:nvPr/>
            </p:nvSpPr>
            <p:spPr bwMode="auto">
              <a:xfrm>
                <a:off x="2320925" y="2418909"/>
                <a:ext cx="111125" cy="476250"/>
              </a:xfrm>
              <a:custGeom>
                <a:avLst/>
                <a:gdLst>
                  <a:gd name="T0" fmla="*/ 52 w 70"/>
                  <a:gd name="T1" fmla="*/ 220 h 300"/>
                  <a:gd name="T2" fmla="*/ 63 w 70"/>
                  <a:gd name="T3" fmla="*/ 220 h 300"/>
                  <a:gd name="T4" fmla="*/ 42 w 70"/>
                  <a:gd name="T5" fmla="*/ 149 h 300"/>
                  <a:gd name="T6" fmla="*/ 52 w 70"/>
                  <a:gd name="T7" fmla="*/ 149 h 300"/>
                  <a:gd name="T8" fmla="*/ 0 w 70"/>
                  <a:gd name="T9" fmla="*/ 0 h 300"/>
                  <a:gd name="T10" fmla="*/ 0 w 70"/>
                  <a:gd name="T11" fmla="*/ 149 h 300"/>
                  <a:gd name="T12" fmla="*/ 0 w 70"/>
                  <a:gd name="T13" fmla="*/ 220 h 300"/>
                  <a:gd name="T14" fmla="*/ 0 w 70"/>
                  <a:gd name="T15" fmla="*/ 300 h 300"/>
                  <a:gd name="T16" fmla="*/ 70 w 70"/>
                  <a:gd name="T17" fmla="*/ 300 h 300"/>
                  <a:gd name="T18" fmla="*/ 52 w 70"/>
                  <a:gd name="T19" fmla="*/ 22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300">
                    <a:moveTo>
                      <a:pt x="52" y="220"/>
                    </a:moveTo>
                    <a:lnTo>
                      <a:pt x="63" y="220"/>
                    </a:lnTo>
                    <a:lnTo>
                      <a:pt x="42" y="149"/>
                    </a:lnTo>
                    <a:lnTo>
                      <a:pt x="52" y="149"/>
                    </a:lnTo>
                    <a:lnTo>
                      <a:pt x="0" y="0"/>
                    </a:lnTo>
                    <a:lnTo>
                      <a:pt x="0" y="149"/>
                    </a:lnTo>
                    <a:lnTo>
                      <a:pt x="0" y="220"/>
                    </a:lnTo>
                    <a:lnTo>
                      <a:pt x="0" y="300"/>
                    </a:lnTo>
                    <a:lnTo>
                      <a:pt x="70" y="300"/>
                    </a:lnTo>
                    <a:lnTo>
                      <a:pt x="52" y="22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37" name="Freeform 170"/>
              <p:cNvSpPr>
                <a:spLocks/>
              </p:cNvSpPr>
              <p:nvPr/>
            </p:nvSpPr>
            <p:spPr bwMode="auto">
              <a:xfrm>
                <a:off x="1836738" y="2845947"/>
                <a:ext cx="36513" cy="109538"/>
              </a:xfrm>
              <a:custGeom>
                <a:avLst/>
                <a:gdLst>
                  <a:gd name="T0" fmla="*/ 18 w 23"/>
                  <a:gd name="T1" fmla="*/ 0 h 69"/>
                  <a:gd name="T2" fmla="*/ 23 w 23"/>
                  <a:gd name="T3" fmla="*/ 69 h 69"/>
                  <a:gd name="T4" fmla="*/ 0 w 23"/>
                  <a:gd name="T5" fmla="*/ 69 h 69"/>
                  <a:gd name="T6" fmla="*/ 4 w 23"/>
                  <a:gd name="T7" fmla="*/ 0 h 69"/>
                  <a:gd name="T8" fmla="*/ 18 w 23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69">
                    <a:moveTo>
                      <a:pt x="18" y="0"/>
                    </a:moveTo>
                    <a:lnTo>
                      <a:pt x="23" y="69"/>
                    </a:lnTo>
                    <a:lnTo>
                      <a:pt x="0" y="69"/>
                    </a:lnTo>
                    <a:lnTo>
                      <a:pt x="4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38" name="Freeform 171"/>
              <p:cNvSpPr>
                <a:spLocks/>
              </p:cNvSpPr>
              <p:nvPr/>
            </p:nvSpPr>
            <p:spPr bwMode="auto">
              <a:xfrm>
                <a:off x="1836738" y="2845947"/>
                <a:ext cx="17463" cy="109538"/>
              </a:xfrm>
              <a:custGeom>
                <a:avLst/>
                <a:gdLst>
                  <a:gd name="T0" fmla="*/ 11 w 11"/>
                  <a:gd name="T1" fmla="*/ 0 h 69"/>
                  <a:gd name="T2" fmla="*/ 11 w 11"/>
                  <a:gd name="T3" fmla="*/ 69 h 69"/>
                  <a:gd name="T4" fmla="*/ 0 w 11"/>
                  <a:gd name="T5" fmla="*/ 69 h 69"/>
                  <a:gd name="T6" fmla="*/ 4 w 11"/>
                  <a:gd name="T7" fmla="*/ 0 h 69"/>
                  <a:gd name="T8" fmla="*/ 11 w 11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9">
                    <a:moveTo>
                      <a:pt x="11" y="0"/>
                    </a:moveTo>
                    <a:lnTo>
                      <a:pt x="11" y="69"/>
                    </a:lnTo>
                    <a:lnTo>
                      <a:pt x="0" y="69"/>
                    </a:lnTo>
                    <a:lnTo>
                      <a:pt x="4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39" name="Freeform 172"/>
              <p:cNvSpPr>
                <a:spLocks/>
              </p:cNvSpPr>
              <p:nvPr/>
            </p:nvSpPr>
            <p:spPr bwMode="auto">
              <a:xfrm>
                <a:off x="1741488" y="2403034"/>
                <a:ext cx="112713" cy="477838"/>
              </a:xfrm>
              <a:custGeom>
                <a:avLst/>
                <a:gdLst>
                  <a:gd name="T0" fmla="*/ 19 w 71"/>
                  <a:gd name="T1" fmla="*/ 220 h 301"/>
                  <a:gd name="T2" fmla="*/ 8 w 71"/>
                  <a:gd name="T3" fmla="*/ 220 h 301"/>
                  <a:gd name="T4" fmla="*/ 29 w 71"/>
                  <a:gd name="T5" fmla="*/ 147 h 301"/>
                  <a:gd name="T6" fmla="*/ 19 w 71"/>
                  <a:gd name="T7" fmla="*/ 147 h 301"/>
                  <a:gd name="T8" fmla="*/ 71 w 71"/>
                  <a:gd name="T9" fmla="*/ 0 h 301"/>
                  <a:gd name="T10" fmla="*/ 71 w 71"/>
                  <a:gd name="T11" fmla="*/ 147 h 301"/>
                  <a:gd name="T12" fmla="*/ 71 w 71"/>
                  <a:gd name="T13" fmla="*/ 220 h 301"/>
                  <a:gd name="T14" fmla="*/ 71 w 71"/>
                  <a:gd name="T15" fmla="*/ 301 h 301"/>
                  <a:gd name="T16" fmla="*/ 0 w 71"/>
                  <a:gd name="T17" fmla="*/ 301 h 301"/>
                  <a:gd name="T18" fmla="*/ 19 w 71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1">
                    <a:moveTo>
                      <a:pt x="19" y="220"/>
                    </a:moveTo>
                    <a:lnTo>
                      <a:pt x="8" y="220"/>
                    </a:lnTo>
                    <a:lnTo>
                      <a:pt x="29" y="147"/>
                    </a:lnTo>
                    <a:lnTo>
                      <a:pt x="19" y="147"/>
                    </a:lnTo>
                    <a:lnTo>
                      <a:pt x="71" y="0"/>
                    </a:lnTo>
                    <a:lnTo>
                      <a:pt x="71" y="147"/>
                    </a:lnTo>
                    <a:lnTo>
                      <a:pt x="71" y="220"/>
                    </a:lnTo>
                    <a:lnTo>
                      <a:pt x="71" y="301"/>
                    </a:lnTo>
                    <a:lnTo>
                      <a:pt x="0" y="301"/>
                    </a:lnTo>
                    <a:lnTo>
                      <a:pt x="19" y="22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41" name="Freeform 173"/>
              <p:cNvSpPr>
                <a:spLocks/>
              </p:cNvSpPr>
              <p:nvPr/>
            </p:nvSpPr>
            <p:spPr bwMode="auto">
              <a:xfrm>
                <a:off x="1854200" y="2403034"/>
                <a:ext cx="112713" cy="477838"/>
              </a:xfrm>
              <a:custGeom>
                <a:avLst/>
                <a:gdLst>
                  <a:gd name="T0" fmla="*/ 52 w 71"/>
                  <a:gd name="T1" fmla="*/ 220 h 301"/>
                  <a:gd name="T2" fmla="*/ 64 w 71"/>
                  <a:gd name="T3" fmla="*/ 220 h 301"/>
                  <a:gd name="T4" fmla="*/ 43 w 71"/>
                  <a:gd name="T5" fmla="*/ 147 h 301"/>
                  <a:gd name="T6" fmla="*/ 52 w 71"/>
                  <a:gd name="T7" fmla="*/ 147 h 301"/>
                  <a:gd name="T8" fmla="*/ 0 w 71"/>
                  <a:gd name="T9" fmla="*/ 0 h 301"/>
                  <a:gd name="T10" fmla="*/ 0 w 71"/>
                  <a:gd name="T11" fmla="*/ 147 h 301"/>
                  <a:gd name="T12" fmla="*/ 0 w 71"/>
                  <a:gd name="T13" fmla="*/ 220 h 301"/>
                  <a:gd name="T14" fmla="*/ 0 w 71"/>
                  <a:gd name="T15" fmla="*/ 301 h 301"/>
                  <a:gd name="T16" fmla="*/ 71 w 71"/>
                  <a:gd name="T17" fmla="*/ 301 h 301"/>
                  <a:gd name="T18" fmla="*/ 52 w 71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1">
                    <a:moveTo>
                      <a:pt x="52" y="220"/>
                    </a:moveTo>
                    <a:lnTo>
                      <a:pt x="64" y="220"/>
                    </a:lnTo>
                    <a:lnTo>
                      <a:pt x="43" y="147"/>
                    </a:lnTo>
                    <a:lnTo>
                      <a:pt x="52" y="147"/>
                    </a:lnTo>
                    <a:lnTo>
                      <a:pt x="0" y="0"/>
                    </a:lnTo>
                    <a:lnTo>
                      <a:pt x="0" y="147"/>
                    </a:lnTo>
                    <a:lnTo>
                      <a:pt x="0" y="220"/>
                    </a:lnTo>
                    <a:lnTo>
                      <a:pt x="0" y="301"/>
                    </a:lnTo>
                    <a:lnTo>
                      <a:pt x="71" y="301"/>
                    </a:lnTo>
                    <a:lnTo>
                      <a:pt x="52" y="22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42" name="Freeform 174"/>
              <p:cNvSpPr>
                <a:spLocks/>
              </p:cNvSpPr>
              <p:nvPr/>
            </p:nvSpPr>
            <p:spPr bwMode="auto">
              <a:xfrm>
                <a:off x="1647825" y="2941197"/>
                <a:ext cx="38100" cy="107950"/>
              </a:xfrm>
              <a:custGeom>
                <a:avLst/>
                <a:gdLst>
                  <a:gd name="T0" fmla="*/ 19 w 24"/>
                  <a:gd name="T1" fmla="*/ 0 h 68"/>
                  <a:gd name="T2" fmla="*/ 24 w 24"/>
                  <a:gd name="T3" fmla="*/ 68 h 68"/>
                  <a:gd name="T4" fmla="*/ 0 w 24"/>
                  <a:gd name="T5" fmla="*/ 68 h 68"/>
                  <a:gd name="T6" fmla="*/ 5 w 24"/>
                  <a:gd name="T7" fmla="*/ 0 h 68"/>
                  <a:gd name="T8" fmla="*/ 19 w 24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68">
                    <a:moveTo>
                      <a:pt x="19" y="0"/>
                    </a:moveTo>
                    <a:lnTo>
                      <a:pt x="24" y="68"/>
                    </a:lnTo>
                    <a:lnTo>
                      <a:pt x="0" y="68"/>
                    </a:lnTo>
                    <a:lnTo>
                      <a:pt x="5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43" name="Freeform 175"/>
              <p:cNvSpPr>
                <a:spLocks/>
              </p:cNvSpPr>
              <p:nvPr/>
            </p:nvSpPr>
            <p:spPr bwMode="auto">
              <a:xfrm>
                <a:off x="1647825" y="2941197"/>
                <a:ext cx="19050" cy="107950"/>
              </a:xfrm>
              <a:custGeom>
                <a:avLst/>
                <a:gdLst>
                  <a:gd name="T0" fmla="*/ 12 w 12"/>
                  <a:gd name="T1" fmla="*/ 0 h 68"/>
                  <a:gd name="T2" fmla="*/ 12 w 12"/>
                  <a:gd name="T3" fmla="*/ 68 h 68"/>
                  <a:gd name="T4" fmla="*/ 0 w 12"/>
                  <a:gd name="T5" fmla="*/ 68 h 68"/>
                  <a:gd name="T6" fmla="*/ 5 w 12"/>
                  <a:gd name="T7" fmla="*/ 0 h 68"/>
                  <a:gd name="T8" fmla="*/ 12 w 12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8">
                    <a:moveTo>
                      <a:pt x="12" y="0"/>
                    </a:moveTo>
                    <a:lnTo>
                      <a:pt x="12" y="68"/>
                    </a:lnTo>
                    <a:lnTo>
                      <a:pt x="0" y="68"/>
                    </a:lnTo>
                    <a:lnTo>
                      <a:pt x="5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44" name="Freeform 176"/>
              <p:cNvSpPr>
                <a:spLocks/>
              </p:cNvSpPr>
              <p:nvPr/>
            </p:nvSpPr>
            <p:spPr bwMode="auto">
              <a:xfrm>
                <a:off x="1554163" y="2496697"/>
                <a:ext cx="112713" cy="477838"/>
              </a:xfrm>
              <a:custGeom>
                <a:avLst/>
                <a:gdLst>
                  <a:gd name="T0" fmla="*/ 19 w 71"/>
                  <a:gd name="T1" fmla="*/ 220 h 301"/>
                  <a:gd name="T2" fmla="*/ 7 w 71"/>
                  <a:gd name="T3" fmla="*/ 220 h 301"/>
                  <a:gd name="T4" fmla="*/ 29 w 71"/>
                  <a:gd name="T5" fmla="*/ 147 h 301"/>
                  <a:gd name="T6" fmla="*/ 19 w 71"/>
                  <a:gd name="T7" fmla="*/ 147 h 301"/>
                  <a:gd name="T8" fmla="*/ 71 w 71"/>
                  <a:gd name="T9" fmla="*/ 0 h 301"/>
                  <a:gd name="T10" fmla="*/ 71 w 71"/>
                  <a:gd name="T11" fmla="*/ 147 h 301"/>
                  <a:gd name="T12" fmla="*/ 71 w 71"/>
                  <a:gd name="T13" fmla="*/ 220 h 301"/>
                  <a:gd name="T14" fmla="*/ 71 w 71"/>
                  <a:gd name="T15" fmla="*/ 301 h 301"/>
                  <a:gd name="T16" fmla="*/ 0 w 71"/>
                  <a:gd name="T17" fmla="*/ 301 h 301"/>
                  <a:gd name="T18" fmla="*/ 19 w 71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1">
                    <a:moveTo>
                      <a:pt x="19" y="220"/>
                    </a:moveTo>
                    <a:lnTo>
                      <a:pt x="7" y="220"/>
                    </a:lnTo>
                    <a:lnTo>
                      <a:pt x="29" y="147"/>
                    </a:lnTo>
                    <a:lnTo>
                      <a:pt x="19" y="147"/>
                    </a:lnTo>
                    <a:lnTo>
                      <a:pt x="71" y="0"/>
                    </a:lnTo>
                    <a:lnTo>
                      <a:pt x="71" y="147"/>
                    </a:lnTo>
                    <a:lnTo>
                      <a:pt x="71" y="220"/>
                    </a:lnTo>
                    <a:lnTo>
                      <a:pt x="71" y="301"/>
                    </a:lnTo>
                    <a:lnTo>
                      <a:pt x="0" y="301"/>
                    </a:lnTo>
                    <a:lnTo>
                      <a:pt x="19" y="22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45" name="Freeform 177"/>
              <p:cNvSpPr>
                <a:spLocks/>
              </p:cNvSpPr>
              <p:nvPr/>
            </p:nvSpPr>
            <p:spPr bwMode="auto">
              <a:xfrm>
                <a:off x="1666875" y="2496697"/>
                <a:ext cx="112713" cy="477838"/>
              </a:xfrm>
              <a:custGeom>
                <a:avLst/>
                <a:gdLst>
                  <a:gd name="T0" fmla="*/ 52 w 71"/>
                  <a:gd name="T1" fmla="*/ 220 h 301"/>
                  <a:gd name="T2" fmla="*/ 64 w 71"/>
                  <a:gd name="T3" fmla="*/ 220 h 301"/>
                  <a:gd name="T4" fmla="*/ 43 w 71"/>
                  <a:gd name="T5" fmla="*/ 147 h 301"/>
                  <a:gd name="T6" fmla="*/ 52 w 71"/>
                  <a:gd name="T7" fmla="*/ 147 h 301"/>
                  <a:gd name="T8" fmla="*/ 0 w 71"/>
                  <a:gd name="T9" fmla="*/ 0 h 301"/>
                  <a:gd name="T10" fmla="*/ 0 w 71"/>
                  <a:gd name="T11" fmla="*/ 147 h 301"/>
                  <a:gd name="T12" fmla="*/ 0 w 71"/>
                  <a:gd name="T13" fmla="*/ 220 h 301"/>
                  <a:gd name="T14" fmla="*/ 0 w 71"/>
                  <a:gd name="T15" fmla="*/ 301 h 301"/>
                  <a:gd name="T16" fmla="*/ 71 w 71"/>
                  <a:gd name="T17" fmla="*/ 301 h 301"/>
                  <a:gd name="T18" fmla="*/ 52 w 71"/>
                  <a:gd name="T19" fmla="*/ 22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01">
                    <a:moveTo>
                      <a:pt x="52" y="220"/>
                    </a:moveTo>
                    <a:lnTo>
                      <a:pt x="64" y="220"/>
                    </a:lnTo>
                    <a:lnTo>
                      <a:pt x="43" y="147"/>
                    </a:lnTo>
                    <a:lnTo>
                      <a:pt x="52" y="147"/>
                    </a:lnTo>
                    <a:lnTo>
                      <a:pt x="0" y="0"/>
                    </a:lnTo>
                    <a:lnTo>
                      <a:pt x="0" y="147"/>
                    </a:lnTo>
                    <a:lnTo>
                      <a:pt x="0" y="220"/>
                    </a:lnTo>
                    <a:lnTo>
                      <a:pt x="0" y="301"/>
                    </a:lnTo>
                    <a:lnTo>
                      <a:pt x="71" y="301"/>
                    </a:lnTo>
                    <a:lnTo>
                      <a:pt x="52" y="22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46" name="Freeform 178"/>
              <p:cNvSpPr>
                <a:spLocks/>
              </p:cNvSpPr>
              <p:nvPr/>
            </p:nvSpPr>
            <p:spPr bwMode="auto">
              <a:xfrm>
                <a:off x="2470150" y="2925322"/>
                <a:ext cx="33338" cy="93663"/>
              </a:xfrm>
              <a:custGeom>
                <a:avLst/>
                <a:gdLst>
                  <a:gd name="T0" fmla="*/ 17 w 21"/>
                  <a:gd name="T1" fmla="*/ 0 h 59"/>
                  <a:gd name="T2" fmla="*/ 21 w 21"/>
                  <a:gd name="T3" fmla="*/ 59 h 59"/>
                  <a:gd name="T4" fmla="*/ 0 w 21"/>
                  <a:gd name="T5" fmla="*/ 59 h 59"/>
                  <a:gd name="T6" fmla="*/ 5 w 21"/>
                  <a:gd name="T7" fmla="*/ 0 h 59"/>
                  <a:gd name="T8" fmla="*/ 17 w 21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9">
                    <a:moveTo>
                      <a:pt x="17" y="0"/>
                    </a:moveTo>
                    <a:lnTo>
                      <a:pt x="21" y="59"/>
                    </a:lnTo>
                    <a:lnTo>
                      <a:pt x="0" y="59"/>
                    </a:lnTo>
                    <a:lnTo>
                      <a:pt x="5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47" name="Freeform 179"/>
              <p:cNvSpPr>
                <a:spLocks/>
              </p:cNvSpPr>
              <p:nvPr/>
            </p:nvSpPr>
            <p:spPr bwMode="auto">
              <a:xfrm>
                <a:off x="2470150" y="2925322"/>
                <a:ext cx="15875" cy="93663"/>
              </a:xfrm>
              <a:custGeom>
                <a:avLst/>
                <a:gdLst>
                  <a:gd name="T0" fmla="*/ 10 w 10"/>
                  <a:gd name="T1" fmla="*/ 0 h 59"/>
                  <a:gd name="T2" fmla="*/ 10 w 10"/>
                  <a:gd name="T3" fmla="*/ 59 h 59"/>
                  <a:gd name="T4" fmla="*/ 0 w 10"/>
                  <a:gd name="T5" fmla="*/ 59 h 59"/>
                  <a:gd name="T6" fmla="*/ 5 w 10"/>
                  <a:gd name="T7" fmla="*/ 0 h 59"/>
                  <a:gd name="T8" fmla="*/ 10 w 10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9">
                    <a:moveTo>
                      <a:pt x="10" y="0"/>
                    </a:moveTo>
                    <a:lnTo>
                      <a:pt x="10" y="59"/>
                    </a:lnTo>
                    <a:lnTo>
                      <a:pt x="0" y="59"/>
                    </a:lnTo>
                    <a:lnTo>
                      <a:pt x="5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48" name="Freeform 180"/>
              <p:cNvSpPr>
                <a:spLocks/>
              </p:cNvSpPr>
              <p:nvPr/>
            </p:nvSpPr>
            <p:spPr bwMode="auto">
              <a:xfrm>
                <a:off x="2390775" y="2549084"/>
                <a:ext cx="95250" cy="406400"/>
              </a:xfrm>
              <a:custGeom>
                <a:avLst/>
                <a:gdLst>
                  <a:gd name="T0" fmla="*/ 17 w 60"/>
                  <a:gd name="T1" fmla="*/ 187 h 256"/>
                  <a:gd name="T2" fmla="*/ 5 w 60"/>
                  <a:gd name="T3" fmla="*/ 187 h 256"/>
                  <a:gd name="T4" fmla="*/ 24 w 60"/>
                  <a:gd name="T5" fmla="*/ 126 h 256"/>
                  <a:gd name="T6" fmla="*/ 17 w 60"/>
                  <a:gd name="T7" fmla="*/ 126 h 256"/>
                  <a:gd name="T8" fmla="*/ 60 w 60"/>
                  <a:gd name="T9" fmla="*/ 0 h 256"/>
                  <a:gd name="T10" fmla="*/ 60 w 60"/>
                  <a:gd name="T11" fmla="*/ 126 h 256"/>
                  <a:gd name="T12" fmla="*/ 60 w 60"/>
                  <a:gd name="T13" fmla="*/ 187 h 256"/>
                  <a:gd name="T14" fmla="*/ 60 w 60"/>
                  <a:gd name="T15" fmla="*/ 256 h 256"/>
                  <a:gd name="T16" fmla="*/ 0 w 60"/>
                  <a:gd name="T17" fmla="*/ 256 h 256"/>
                  <a:gd name="T18" fmla="*/ 17 w 60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256">
                    <a:moveTo>
                      <a:pt x="17" y="187"/>
                    </a:moveTo>
                    <a:lnTo>
                      <a:pt x="5" y="187"/>
                    </a:lnTo>
                    <a:lnTo>
                      <a:pt x="24" y="126"/>
                    </a:lnTo>
                    <a:lnTo>
                      <a:pt x="17" y="126"/>
                    </a:lnTo>
                    <a:lnTo>
                      <a:pt x="60" y="0"/>
                    </a:lnTo>
                    <a:lnTo>
                      <a:pt x="60" y="126"/>
                    </a:lnTo>
                    <a:lnTo>
                      <a:pt x="60" y="187"/>
                    </a:lnTo>
                    <a:lnTo>
                      <a:pt x="60" y="256"/>
                    </a:lnTo>
                    <a:lnTo>
                      <a:pt x="0" y="256"/>
                    </a:lnTo>
                    <a:lnTo>
                      <a:pt x="17" y="187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49" name="Freeform 181"/>
              <p:cNvSpPr>
                <a:spLocks/>
              </p:cNvSpPr>
              <p:nvPr/>
            </p:nvSpPr>
            <p:spPr bwMode="auto">
              <a:xfrm>
                <a:off x="2486025" y="2549084"/>
                <a:ext cx="96838" cy="406400"/>
              </a:xfrm>
              <a:custGeom>
                <a:avLst/>
                <a:gdLst>
                  <a:gd name="T0" fmla="*/ 44 w 61"/>
                  <a:gd name="T1" fmla="*/ 187 h 256"/>
                  <a:gd name="T2" fmla="*/ 56 w 61"/>
                  <a:gd name="T3" fmla="*/ 187 h 256"/>
                  <a:gd name="T4" fmla="*/ 37 w 61"/>
                  <a:gd name="T5" fmla="*/ 126 h 256"/>
                  <a:gd name="T6" fmla="*/ 44 w 61"/>
                  <a:gd name="T7" fmla="*/ 126 h 256"/>
                  <a:gd name="T8" fmla="*/ 0 w 61"/>
                  <a:gd name="T9" fmla="*/ 0 h 256"/>
                  <a:gd name="T10" fmla="*/ 0 w 61"/>
                  <a:gd name="T11" fmla="*/ 126 h 256"/>
                  <a:gd name="T12" fmla="*/ 0 w 61"/>
                  <a:gd name="T13" fmla="*/ 187 h 256"/>
                  <a:gd name="T14" fmla="*/ 0 w 61"/>
                  <a:gd name="T15" fmla="*/ 256 h 256"/>
                  <a:gd name="T16" fmla="*/ 61 w 61"/>
                  <a:gd name="T17" fmla="*/ 256 h 256"/>
                  <a:gd name="T18" fmla="*/ 44 w 61"/>
                  <a:gd name="T19" fmla="*/ 18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256">
                    <a:moveTo>
                      <a:pt x="44" y="187"/>
                    </a:moveTo>
                    <a:lnTo>
                      <a:pt x="56" y="187"/>
                    </a:lnTo>
                    <a:lnTo>
                      <a:pt x="37" y="126"/>
                    </a:lnTo>
                    <a:lnTo>
                      <a:pt x="44" y="126"/>
                    </a:lnTo>
                    <a:lnTo>
                      <a:pt x="0" y="0"/>
                    </a:lnTo>
                    <a:lnTo>
                      <a:pt x="0" y="126"/>
                    </a:lnTo>
                    <a:lnTo>
                      <a:pt x="0" y="187"/>
                    </a:lnTo>
                    <a:lnTo>
                      <a:pt x="0" y="256"/>
                    </a:lnTo>
                    <a:lnTo>
                      <a:pt x="61" y="256"/>
                    </a:lnTo>
                    <a:lnTo>
                      <a:pt x="44" y="187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50" name="Freeform 182"/>
              <p:cNvSpPr>
                <a:spLocks/>
              </p:cNvSpPr>
              <p:nvPr/>
            </p:nvSpPr>
            <p:spPr bwMode="auto">
              <a:xfrm>
                <a:off x="1287463" y="2933259"/>
                <a:ext cx="1587500" cy="360363"/>
              </a:xfrm>
              <a:custGeom>
                <a:avLst/>
                <a:gdLst>
                  <a:gd name="T0" fmla="*/ 0 w 423"/>
                  <a:gd name="T1" fmla="*/ 96 h 96"/>
                  <a:gd name="T2" fmla="*/ 211 w 423"/>
                  <a:gd name="T3" fmla="*/ 0 h 96"/>
                  <a:gd name="T4" fmla="*/ 423 w 423"/>
                  <a:gd name="T5" fmla="*/ 96 h 96"/>
                  <a:gd name="T6" fmla="*/ 0 w 423"/>
                  <a:gd name="T7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3" h="96">
                    <a:moveTo>
                      <a:pt x="0" y="96"/>
                    </a:moveTo>
                    <a:cubicBezTo>
                      <a:pt x="42" y="37"/>
                      <a:pt x="123" y="0"/>
                      <a:pt x="211" y="0"/>
                    </a:cubicBezTo>
                    <a:cubicBezTo>
                      <a:pt x="299" y="0"/>
                      <a:pt x="380" y="37"/>
                      <a:pt x="423" y="96"/>
                    </a:cubicBezTo>
                    <a:lnTo>
                      <a:pt x="0" y="96"/>
                    </a:lnTo>
                    <a:close/>
                  </a:path>
                </a:pathLst>
              </a:custGeom>
              <a:gradFill>
                <a:gsLst>
                  <a:gs pos="0">
                    <a:srgbClr val="E2C18E"/>
                  </a:gs>
                  <a:gs pos="68000">
                    <a:srgbClr val="34949A"/>
                  </a:gs>
                </a:gsLst>
                <a:lin ang="13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51" name="Freeform 183"/>
              <p:cNvSpPr>
                <a:spLocks/>
              </p:cNvSpPr>
              <p:nvPr/>
            </p:nvSpPr>
            <p:spPr bwMode="auto">
              <a:xfrm>
                <a:off x="5011738" y="2793559"/>
                <a:ext cx="127000" cy="425450"/>
              </a:xfrm>
              <a:custGeom>
                <a:avLst/>
                <a:gdLst>
                  <a:gd name="T0" fmla="*/ 0 w 34"/>
                  <a:gd name="T1" fmla="*/ 0 h 113"/>
                  <a:gd name="T2" fmla="*/ 17 w 34"/>
                  <a:gd name="T3" fmla="*/ 17 h 113"/>
                  <a:gd name="T4" fmla="*/ 20 w 34"/>
                  <a:gd name="T5" fmla="*/ 33 h 113"/>
                  <a:gd name="T6" fmla="*/ 34 w 34"/>
                  <a:gd name="T7" fmla="*/ 76 h 113"/>
                  <a:gd name="T8" fmla="*/ 2 w 34"/>
                  <a:gd name="T9" fmla="*/ 113 h 113"/>
                  <a:gd name="T10" fmla="*/ 0 w 34"/>
                  <a:gd name="T11" fmla="*/ 113 h 113"/>
                  <a:gd name="T12" fmla="*/ 0 w 34"/>
                  <a:gd name="T1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13">
                    <a:moveTo>
                      <a:pt x="0" y="0"/>
                    </a:moveTo>
                    <a:cubicBezTo>
                      <a:pt x="6" y="0"/>
                      <a:pt x="12" y="7"/>
                      <a:pt x="17" y="17"/>
                    </a:cubicBezTo>
                    <a:cubicBezTo>
                      <a:pt x="22" y="29"/>
                      <a:pt x="20" y="33"/>
                      <a:pt x="20" y="33"/>
                    </a:cubicBezTo>
                    <a:cubicBezTo>
                      <a:pt x="27" y="33"/>
                      <a:pt x="34" y="57"/>
                      <a:pt x="34" y="76"/>
                    </a:cubicBezTo>
                    <a:cubicBezTo>
                      <a:pt x="34" y="93"/>
                      <a:pt x="23" y="112"/>
                      <a:pt x="2" y="113"/>
                    </a:cubicBezTo>
                    <a:cubicBezTo>
                      <a:pt x="1" y="113"/>
                      <a:pt x="0" y="113"/>
                      <a:pt x="0" y="11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52" name="Freeform 184"/>
              <p:cNvSpPr>
                <a:spLocks/>
              </p:cNvSpPr>
              <p:nvPr/>
            </p:nvSpPr>
            <p:spPr bwMode="auto">
              <a:xfrm>
                <a:off x="4883150" y="2793559"/>
                <a:ext cx="128588" cy="425450"/>
              </a:xfrm>
              <a:custGeom>
                <a:avLst/>
                <a:gdLst>
                  <a:gd name="T0" fmla="*/ 34 w 34"/>
                  <a:gd name="T1" fmla="*/ 0 h 113"/>
                  <a:gd name="T2" fmla="*/ 17 w 34"/>
                  <a:gd name="T3" fmla="*/ 17 h 113"/>
                  <a:gd name="T4" fmla="*/ 14 w 34"/>
                  <a:gd name="T5" fmla="*/ 33 h 113"/>
                  <a:gd name="T6" fmla="*/ 0 w 34"/>
                  <a:gd name="T7" fmla="*/ 76 h 113"/>
                  <a:gd name="T8" fmla="*/ 32 w 34"/>
                  <a:gd name="T9" fmla="*/ 113 h 113"/>
                  <a:gd name="T10" fmla="*/ 34 w 34"/>
                  <a:gd name="T11" fmla="*/ 113 h 113"/>
                  <a:gd name="T12" fmla="*/ 34 w 34"/>
                  <a:gd name="T1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13">
                    <a:moveTo>
                      <a:pt x="34" y="0"/>
                    </a:moveTo>
                    <a:cubicBezTo>
                      <a:pt x="28" y="0"/>
                      <a:pt x="22" y="7"/>
                      <a:pt x="17" y="17"/>
                    </a:cubicBezTo>
                    <a:cubicBezTo>
                      <a:pt x="12" y="29"/>
                      <a:pt x="14" y="33"/>
                      <a:pt x="14" y="33"/>
                    </a:cubicBezTo>
                    <a:cubicBezTo>
                      <a:pt x="7" y="33"/>
                      <a:pt x="0" y="57"/>
                      <a:pt x="0" y="76"/>
                    </a:cubicBezTo>
                    <a:cubicBezTo>
                      <a:pt x="0" y="93"/>
                      <a:pt x="11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53" name="Freeform 185"/>
              <p:cNvSpPr>
                <a:spLocks/>
              </p:cNvSpPr>
              <p:nvPr/>
            </p:nvSpPr>
            <p:spPr bwMode="auto">
              <a:xfrm>
                <a:off x="4992688" y="3098359"/>
                <a:ext cx="33338" cy="195263"/>
              </a:xfrm>
              <a:custGeom>
                <a:avLst/>
                <a:gdLst>
                  <a:gd name="T0" fmla="*/ 16 w 21"/>
                  <a:gd name="T1" fmla="*/ 0 h 123"/>
                  <a:gd name="T2" fmla="*/ 21 w 21"/>
                  <a:gd name="T3" fmla="*/ 123 h 123"/>
                  <a:gd name="T4" fmla="*/ 0 w 21"/>
                  <a:gd name="T5" fmla="*/ 123 h 123"/>
                  <a:gd name="T6" fmla="*/ 5 w 21"/>
                  <a:gd name="T7" fmla="*/ 0 h 123"/>
                  <a:gd name="T8" fmla="*/ 16 w 21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23">
                    <a:moveTo>
                      <a:pt x="16" y="0"/>
                    </a:moveTo>
                    <a:lnTo>
                      <a:pt x="21" y="123"/>
                    </a:lnTo>
                    <a:lnTo>
                      <a:pt x="0" y="123"/>
                    </a:lnTo>
                    <a:lnTo>
                      <a:pt x="5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54" name="Freeform 186"/>
              <p:cNvSpPr>
                <a:spLocks/>
              </p:cNvSpPr>
              <p:nvPr/>
            </p:nvSpPr>
            <p:spPr bwMode="auto">
              <a:xfrm>
                <a:off x="4992688" y="3098359"/>
                <a:ext cx="19050" cy="195263"/>
              </a:xfrm>
              <a:custGeom>
                <a:avLst/>
                <a:gdLst>
                  <a:gd name="T0" fmla="*/ 12 w 12"/>
                  <a:gd name="T1" fmla="*/ 0 h 123"/>
                  <a:gd name="T2" fmla="*/ 12 w 12"/>
                  <a:gd name="T3" fmla="*/ 123 h 123"/>
                  <a:gd name="T4" fmla="*/ 0 w 12"/>
                  <a:gd name="T5" fmla="*/ 123 h 123"/>
                  <a:gd name="T6" fmla="*/ 5 w 12"/>
                  <a:gd name="T7" fmla="*/ 0 h 123"/>
                  <a:gd name="T8" fmla="*/ 12 w 12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3">
                    <a:moveTo>
                      <a:pt x="12" y="0"/>
                    </a:moveTo>
                    <a:lnTo>
                      <a:pt x="12" y="123"/>
                    </a:lnTo>
                    <a:lnTo>
                      <a:pt x="0" y="123"/>
                    </a:lnTo>
                    <a:lnTo>
                      <a:pt x="5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55" name="Freeform 187"/>
              <p:cNvSpPr>
                <a:spLocks/>
              </p:cNvSpPr>
              <p:nvPr/>
            </p:nvSpPr>
            <p:spPr bwMode="auto">
              <a:xfrm>
                <a:off x="2846388" y="2793559"/>
                <a:ext cx="127000" cy="425450"/>
              </a:xfrm>
              <a:custGeom>
                <a:avLst/>
                <a:gdLst>
                  <a:gd name="T0" fmla="*/ 0 w 34"/>
                  <a:gd name="T1" fmla="*/ 0 h 113"/>
                  <a:gd name="T2" fmla="*/ 17 w 34"/>
                  <a:gd name="T3" fmla="*/ 17 h 113"/>
                  <a:gd name="T4" fmla="*/ 20 w 34"/>
                  <a:gd name="T5" fmla="*/ 33 h 113"/>
                  <a:gd name="T6" fmla="*/ 34 w 34"/>
                  <a:gd name="T7" fmla="*/ 76 h 113"/>
                  <a:gd name="T8" fmla="*/ 2 w 34"/>
                  <a:gd name="T9" fmla="*/ 113 h 113"/>
                  <a:gd name="T10" fmla="*/ 0 w 34"/>
                  <a:gd name="T11" fmla="*/ 113 h 113"/>
                  <a:gd name="T12" fmla="*/ 0 w 34"/>
                  <a:gd name="T1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13">
                    <a:moveTo>
                      <a:pt x="0" y="0"/>
                    </a:moveTo>
                    <a:cubicBezTo>
                      <a:pt x="6" y="0"/>
                      <a:pt x="12" y="7"/>
                      <a:pt x="17" y="17"/>
                    </a:cubicBezTo>
                    <a:cubicBezTo>
                      <a:pt x="22" y="29"/>
                      <a:pt x="20" y="33"/>
                      <a:pt x="20" y="33"/>
                    </a:cubicBezTo>
                    <a:cubicBezTo>
                      <a:pt x="27" y="33"/>
                      <a:pt x="34" y="57"/>
                      <a:pt x="34" y="76"/>
                    </a:cubicBezTo>
                    <a:cubicBezTo>
                      <a:pt x="34" y="93"/>
                      <a:pt x="23" y="112"/>
                      <a:pt x="2" y="113"/>
                    </a:cubicBezTo>
                    <a:cubicBezTo>
                      <a:pt x="1" y="113"/>
                      <a:pt x="1" y="113"/>
                      <a:pt x="0" y="11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56" name="Freeform 188"/>
              <p:cNvSpPr>
                <a:spLocks/>
              </p:cNvSpPr>
              <p:nvPr/>
            </p:nvSpPr>
            <p:spPr bwMode="auto">
              <a:xfrm>
                <a:off x="2717800" y="2793559"/>
                <a:ext cx="128588" cy="425450"/>
              </a:xfrm>
              <a:custGeom>
                <a:avLst/>
                <a:gdLst>
                  <a:gd name="T0" fmla="*/ 34 w 34"/>
                  <a:gd name="T1" fmla="*/ 0 h 113"/>
                  <a:gd name="T2" fmla="*/ 17 w 34"/>
                  <a:gd name="T3" fmla="*/ 17 h 113"/>
                  <a:gd name="T4" fmla="*/ 14 w 34"/>
                  <a:gd name="T5" fmla="*/ 33 h 113"/>
                  <a:gd name="T6" fmla="*/ 0 w 34"/>
                  <a:gd name="T7" fmla="*/ 76 h 113"/>
                  <a:gd name="T8" fmla="*/ 32 w 34"/>
                  <a:gd name="T9" fmla="*/ 113 h 113"/>
                  <a:gd name="T10" fmla="*/ 34 w 34"/>
                  <a:gd name="T11" fmla="*/ 113 h 113"/>
                  <a:gd name="T12" fmla="*/ 34 w 34"/>
                  <a:gd name="T1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13">
                    <a:moveTo>
                      <a:pt x="34" y="0"/>
                    </a:moveTo>
                    <a:cubicBezTo>
                      <a:pt x="28" y="0"/>
                      <a:pt x="22" y="7"/>
                      <a:pt x="17" y="17"/>
                    </a:cubicBezTo>
                    <a:cubicBezTo>
                      <a:pt x="12" y="29"/>
                      <a:pt x="14" y="33"/>
                      <a:pt x="14" y="33"/>
                    </a:cubicBezTo>
                    <a:cubicBezTo>
                      <a:pt x="7" y="33"/>
                      <a:pt x="0" y="57"/>
                      <a:pt x="0" y="76"/>
                    </a:cubicBezTo>
                    <a:cubicBezTo>
                      <a:pt x="0" y="93"/>
                      <a:pt x="11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57" name="Freeform 189"/>
              <p:cNvSpPr>
                <a:spLocks/>
              </p:cNvSpPr>
              <p:nvPr/>
            </p:nvSpPr>
            <p:spPr bwMode="auto">
              <a:xfrm>
                <a:off x="2827338" y="3098359"/>
                <a:ext cx="33338" cy="195263"/>
              </a:xfrm>
              <a:custGeom>
                <a:avLst/>
                <a:gdLst>
                  <a:gd name="T0" fmla="*/ 19 w 21"/>
                  <a:gd name="T1" fmla="*/ 0 h 123"/>
                  <a:gd name="T2" fmla="*/ 21 w 21"/>
                  <a:gd name="T3" fmla="*/ 123 h 123"/>
                  <a:gd name="T4" fmla="*/ 0 w 21"/>
                  <a:gd name="T5" fmla="*/ 123 h 123"/>
                  <a:gd name="T6" fmla="*/ 4 w 21"/>
                  <a:gd name="T7" fmla="*/ 0 h 123"/>
                  <a:gd name="T8" fmla="*/ 19 w 21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23">
                    <a:moveTo>
                      <a:pt x="19" y="0"/>
                    </a:moveTo>
                    <a:lnTo>
                      <a:pt x="21" y="123"/>
                    </a:lnTo>
                    <a:lnTo>
                      <a:pt x="0" y="123"/>
                    </a:lnTo>
                    <a:lnTo>
                      <a:pt x="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58" name="Freeform 190"/>
              <p:cNvSpPr>
                <a:spLocks/>
              </p:cNvSpPr>
              <p:nvPr/>
            </p:nvSpPr>
            <p:spPr bwMode="auto">
              <a:xfrm>
                <a:off x="2827338" y="3098359"/>
                <a:ext cx="19050" cy="195263"/>
              </a:xfrm>
              <a:custGeom>
                <a:avLst/>
                <a:gdLst>
                  <a:gd name="T0" fmla="*/ 12 w 12"/>
                  <a:gd name="T1" fmla="*/ 0 h 123"/>
                  <a:gd name="T2" fmla="*/ 12 w 12"/>
                  <a:gd name="T3" fmla="*/ 123 h 123"/>
                  <a:gd name="T4" fmla="*/ 0 w 12"/>
                  <a:gd name="T5" fmla="*/ 123 h 123"/>
                  <a:gd name="T6" fmla="*/ 4 w 12"/>
                  <a:gd name="T7" fmla="*/ 0 h 123"/>
                  <a:gd name="T8" fmla="*/ 12 w 12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3">
                    <a:moveTo>
                      <a:pt x="12" y="0"/>
                    </a:moveTo>
                    <a:lnTo>
                      <a:pt x="12" y="123"/>
                    </a:lnTo>
                    <a:lnTo>
                      <a:pt x="0" y="123"/>
                    </a:lnTo>
                    <a:lnTo>
                      <a:pt x="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59" name="Freeform 191"/>
              <p:cNvSpPr>
                <a:spLocks/>
              </p:cNvSpPr>
              <p:nvPr/>
            </p:nvSpPr>
            <p:spPr bwMode="auto">
              <a:xfrm>
                <a:off x="1393825" y="3012634"/>
                <a:ext cx="561975" cy="280988"/>
              </a:xfrm>
              <a:custGeom>
                <a:avLst/>
                <a:gdLst>
                  <a:gd name="T0" fmla="*/ 75 w 150"/>
                  <a:gd name="T1" fmla="*/ 0 h 75"/>
                  <a:gd name="T2" fmla="*/ 0 w 150"/>
                  <a:gd name="T3" fmla="*/ 75 h 75"/>
                  <a:gd name="T4" fmla="*/ 150 w 150"/>
                  <a:gd name="T5" fmla="*/ 75 h 75"/>
                  <a:gd name="T6" fmla="*/ 75 w 150"/>
                  <a:gd name="T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0" h="75">
                    <a:moveTo>
                      <a:pt x="75" y="0"/>
                    </a:moveTo>
                    <a:cubicBezTo>
                      <a:pt x="33" y="0"/>
                      <a:pt x="0" y="33"/>
                      <a:pt x="0" y="75"/>
                    </a:cubicBezTo>
                    <a:cubicBezTo>
                      <a:pt x="150" y="75"/>
                      <a:pt x="150" y="75"/>
                      <a:pt x="150" y="75"/>
                    </a:cubicBezTo>
                    <a:cubicBezTo>
                      <a:pt x="150" y="33"/>
                      <a:pt x="117" y="0"/>
                      <a:pt x="75" y="0"/>
                    </a:cubicBezTo>
                    <a:close/>
                  </a:path>
                </a:pathLst>
              </a:custGeom>
              <a:solidFill>
                <a:srgbClr val="F9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60" name="Freeform 192"/>
              <p:cNvSpPr>
                <a:spLocks/>
              </p:cNvSpPr>
              <p:nvPr/>
            </p:nvSpPr>
            <p:spPr bwMode="auto">
              <a:xfrm>
                <a:off x="1817688" y="3128522"/>
                <a:ext cx="330200" cy="165100"/>
              </a:xfrm>
              <a:custGeom>
                <a:avLst/>
                <a:gdLst>
                  <a:gd name="T0" fmla="*/ 44 w 88"/>
                  <a:gd name="T1" fmla="*/ 0 h 44"/>
                  <a:gd name="T2" fmla="*/ 0 w 88"/>
                  <a:gd name="T3" fmla="*/ 44 h 44"/>
                  <a:gd name="T4" fmla="*/ 88 w 88"/>
                  <a:gd name="T5" fmla="*/ 44 h 44"/>
                  <a:gd name="T6" fmla="*/ 44 w 88"/>
                  <a:gd name="T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44">
                    <a:moveTo>
                      <a:pt x="44" y="0"/>
                    </a:moveTo>
                    <a:cubicBezTo>
                      <a:pt x="20" y="0"/>
                      <a:pt x="0" y="20"/>
                      <a:pt x="0" y="4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88" y="20"/>
                      <a:pt x="68" y="0"/>
                      <a:pt x="44" y="0"/>
                    </a:cubicBezTo>
                    <a:close/>
                  </a:path>
                </a:pathLst>
              </a:custGeom>
              <a:solidFill>
                <a:srgbClr val="FA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61" name="Freeform 193"/>
              <p:cNvSpPr>
                <a:spLocks/>
              </p:cNvSpPr>
              <p:nvPr/>
            </p:nvSpPr>
            <p:spPr bwMode="auto">
              <a:xfrm>
                <a:off x="8910638" y="3166622"/>
                <a:ext cx="417513" cy="123825"/>
              </a:xfrm>
              <a:custGeom>
                <a:avLst/>
                <a:gdLst>
                  <a:gd name="T0" fmla="*/ 55 w 111"/>
                  <a:gd name="T1" fmla="*/ 0 h 33"/>
                  <a:gd name="T2" fmla="*/ 0 w 111"/>
                  <a:gd name="T3" fmla="*/ 33 h 33"/>
                  <a:gd name="T4" fmla="*/ 111 w 111"/>
                  <a:gd name="T5" fmla="*/ 33 h 33"/>
                  <a:gd name="T6" fmla="*/ 55 w 111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" h="33">
                    <a:moveTo>
                      <a:pt x="55" y="0"/>
                    </a:moveTo>
                    <a:cubicBezTo>
                      <a:pt x="25" y="0"/>
                      <a:pt x="0" y="15"/>
                      <a:pt x="0" y="33"/>
                    </a:cubicBezTo>
                    <a:cubicBezTo>
                      <a:pt x="111" y="33"/>
                      <a:pt x="111" y="33"/>
                      <a:pt x="111" y="33"/>
                    </a:cubicBezTo>
                    <a:cubicBezTo>
                      <a:pt x="111" y="15"/>
                      <a:pt x="86" y="0"/>
                      <a:pt x="55" y="0"/>
                    </a:cubicBezTo>
                    <a:close/>
                  </a:path>
                </a:pathLst>
              </a:custGeom>
              <a:solidFill>
                <a:srgbClr val="F7C78E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62" name="Freeform 194"/>
              <p:cNvSpPr>
                <a:spLocks/>
              </p:cNvSpPr>
              <p:nvPr/>
            </p:nvSpPr>
            <p:spPr bwMode="auto">
              <a:xfrm>
                <a:off x="6888163" y="3166622"/>
                <a:ext cx="330200" cy="123825"/>
              </a:xfrm>
              <a:custGeom>
                <a:avLst/>
                <a:gdLst>
                  <a:gd name="T0" fmla="*/ 44 w 88"/>
                  <a:gd name="T1" fmla="*/ 0 h 33"/>
                  <a:gd name="T2" fmla="*/ 0 w 88"/>
                  <a:gd name="T3" fmla="*/ 33 h 33"/>
                  <a:gd name="T4" fmla="*/ 88 w 88"/>
                  <a:gd name="T5" fmla="*/ 33 h 33"/>
                  <a:gd name="T6" fmla="*/ 44 w 88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33">
                    <a:moveTo>
                      <a:pt x="44" y="0"/>
                    </a:moveTo>
                    <a:cubicBezTo>
                      <a:pt x="20" y="0"/>
                      <a:pt x="0" y="15"/>
                      <a:pt x="0" y="33"/>
                    </a:cubicBezTo>
                    <a:cubicBezTo>
                      <a:pt x="88" y="33"/>
                      <a:pt x="88" y="33"/>
                      <a:pt x="88" y="33"/>
                    </a:cubicBezTo>
                    <a:cubicBezTo>
                      <a:pt x="88" y="15"/>
                      <a:pt x="68" y="0"/>
                      <a:pt x="44" y="0"/>
                    </a:cubicBezTo>
                    <a:close/>
                  </a:path>
                </a:pathLst>
              </a:custGeom>
              <a:solidFill>
                <a:srgbClr val="F6C78E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63" name="Freeform 195"/>
              <p:cNvSpPr>
                <a:spLocks/>
              </p:cNvSpPr>
              <p:nvPr/>
            </p:nvSpPr>
            <p:spPr bwMode="auto">
              <a:xfrm>
                <a:off x="8362950" y="3203134"/>
                <a:ext cx="292100" cy="87313"/>
              </a:xfrm>
              <a:custGeom>
                <a:avLst/>
                <a:gdLst>
                  <a:gd name="T0" fmla="*/ 39 w 78"/>
                  <a:gd name="T1" fmla="*/ 0 h 23"/>
                  <a:gd name="T2" fmla="*/ 0 w 78"/>
                  <a:gd name="T3" fmla="*/ 23 h 23"/>
                  <a:gd name="T4" fmla="*/ 78 w 78"/>
                  <a:gd name="T5" fmla="*/ 23 h 23"/>
                  <a:gd name="T6" fmla="*/ 39 w 78"/>
                  <a:gd name="T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23">
                    <a:moveTo>
                      <a:pt x="39" y="0"/>
                    </a:moveTo>
                    <a:cubicBezTo>
                      <a:pt x="18" y="0"/>
                      <a:pt x="0" y="10"/>
                      <a:pt x="0" y="23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78" y="10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rgbClr val="F9F5D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64" name="Freeform 196"/>
              <p:cNvSpPr>
                <a:spLocks/>
              </p:cNvSpPr>
              <p:nvPr/>
            </p:nvSpPr>
            <p:spPr bwMode="auto">
              <a:xfrm>
                <a:off x="9969500" y="2647509"/>
                <a:ext cx="107950" cy="365125"/>
              </a:xfrm>
              <a:custGeom>
                <a:avLst/>
                <a:gdLst>
                  <a:gd name="T0" fmla="*/ 29 w 29"/>
                  <a:gd name="T1" fmla="*/ 0 h 97"/>
                  <a:gd name="T2" fmla="*/ 15 w 29"/>
                  <a:gd name="T3" fmla="*/ 15 h 97"/>
                  <a:gd name="T4" fmla="*/ 12 w 29"/>
                  <a:gd name="T5" fmla="*/ 29 h 97"/>
                  <a:gd name="T6" fmla="*/ 0 w 29"/>
                  <a:gd name="T7" fmla="*/ 65 h 97"/>
                  <a:gd name="T8" fmla="*/ 28 w 29"/>
                  <a:gd name="T9" fmla="*/ 97 h 97"/>
                  <a:gd name="T10" fmla="*/ 29 w 29"/>
                  <a:gd name="T11" fmla="*/ 97 h 97"/>
                  <a:gd name="T12" fmla="*/ 29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29" y="0"/>
                    </a:moveTo>
                    <a:cubicBezTo>
                      <a:pt x="24" y="0"/>
                      <a:pt x="19" y="6"/>
                      <a:pt x="15" y="15"/>
                    </a:cubicBezTo>
                    <a:cubicBezTo>
                      <a:pt x="11" y="25"/>
                      <a:pt x="12" y="29"/>
                      <a:pt x="12" y="29"/>
                    </a:cubicBezTo>
                    <a:cubicBezTo>
                      <a:pt x="6" y="29"/>
                      <a:pt x="0" y="49"/>
                      <a:pt x="0" y="65"/>
                    </a:cubicBezTo>
                    <a:cubicBezTo>
                      <a:pt x="0" y="80"/>
                      <a:pt x="9" y="96"/>
                      <a:pt x="28" y="97"/>
                    </a:cubicBezTo>
                    <a:cubicBezTo>
                      <a:pt x="28" y="97"/>
                      <a:pt x="29" y="97"/>
                      <a:pt x="29" y="97"/>
                    </a:cubicBez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65" name="Freeform 197"/>
              <p:cNvSpPr>
                <a:spLocks/>
              </p:cNvSpPr>
              <p:nvPr/>
            </p:nvSpPr>
            <p:spPr bwMode="auto">
              <a:xfrm>
                <a:off x="10077450" y="2647509"/>
                <a:ext cx="109538" cy="365125"/>
              </a:xfrm>
              <a:custGeom>
                <a:avLst/>
                <a:gdLst>
                  <a:gd name="T0" fmla="*/ 0 w 29"/>
                  <a:gd name="T1" fmla="*/ 0 h 97"/>
                  <a:gd name="T2" fmla="*/ 15 w 29"/>
                  <a:gd name="T3" fmla="*/ 15 h 97"/>
                  <a:gd name="T4" fmla="*/ 18 w 29"/>
                  <a:gd name="T5" fmla="*/ 29 h 97"/>
                  <a:gd name="T6" fmla="*/ 29 w 29"/>
                  <a:gd name="T7" fmla="*/ 65 h 97"/>
                  <a:gd name="T8" fmla="*/ 2 w 29"/>
                  <a:gd name="T9" fmla="*/ 97 h 97"/>
                  <a:gd name="T10" fmla="*/ 0 w 29"/>
                  <a:gd name="T11" fmla="*/ 97 h 97"/>
                  <a:gd name="T12" fmla="*/ 0 w 29"/>
                  <a:gd name="T1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97">
                    <a:moveTo>
                      <a:pt x="0" y="0"/>
                    </a:moveTo>
                    <a:cubicBezTo>
                      <a:pt x="6" y="0"/>
                      <a:pt x="11" y="6"/>
                      <a:pt x="15" y="15"/>
                    </a:cubicBezTo>
                    <a:cubicBezTo>
                      <a:pt x="19" y="25"/>
                      <a:pt x="18" y="29"/>
                      <a:pt x="18" y="29"/>
                    </a:cubicBezTo>
                    <a:cubicBezTo>
                      <a:pt x="23" y="29"/>
                      <a:pt x="29" y="49"/>
                      <a:pt x="29" y="65"/>
                    </a:cubicBezTo>
                    <a:cubicBezTo>
                      <a:pt x="29" y="80"/>
                      <a:pt x="20" y="96"/>
                      <a:pt x="2" y="97"/>
                    </a:cubicBezTo>
                    <a:cubicBezTo>
                      <a:pt x="1" y="97"/>
                      <a:pt x="1" y="97"/>
                      <a:pt x="0" y="9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66" name="Freeform 198"/>
              <p:cNvSpPr>
                <a:spLocks/>
              </p:cNvSpPr>
              <p:nvPr/>
            </p:nvSpPr>
            <p:spPr bwMode="auto">
              <a:xfrm>
                <a:off x="10063163" y="2911034"/>
                <a:ext cx="30163" cy="165100"/>
              </a:xfrm>
              <a:custGeom>
                <a:avLst/>
                <a:gdLst>
                  <a:gd name="T0" fmla="*/ 5 w 19"/>
                  <a:gd name="T1" fmla="*/ 0 h 104"/>
                  <a:gd name="T2" fmla="*/ 0 w 19"/>
                  <a:gd name="T3" fmla="*/ 104 h 104"/>
                  <a:gd name="T4" fmla="*/ 19 w 19"/>
                  <a:gd name="T5" fmla="*/ 104 h 104"/>
                  <a:gd name="T6" fmla="*/ 14 w 19"/>
                  <a:gd name="T7" fmla="*/ 0 h 104"/>
                  <a:gd name="T8" fmla="*/ 5 w 19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04">
                    <a:moveTo>
                      <a:pt x="5" y="0"/>
                    </a:moveTo>
                    <a:lnTo>
                      <a:pt x="0" y="104"/>
                    </a:lnTo>
                    <a:lnTo>
                      <a:pt x="19" y="104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67" name="Freeform 199"/>
              <p:cNvSpPr>
                <a:spLocks/>
              </p:cNvSpPr>
              <p:nvPr/>
            </p:nvSpPr>
            <p:spPr bwMode="auto">
              <a:xfrm>
                <a:off x="10077450" y="2911034"/>
                <a:ext cx="15875" cy="165100"/>
              </a:xfrm>
              <a:custGeom>
                <a:avLst/>
                <a:gdLst>
                  <a:gd name="T0" fmla="*/ 0 w 10"/>
                  <a:gd name="T1" fmla="*/ 0 h 104"/>
                  <a:gd name="T2" fmla="*/ 0 w 10"/>
                  <a:gd name="T3" fmla="*/ 104 h 104"/>
                  <a:gd name="T4" fmla="*/ 10 w 10"/>
                  <a:gd name="T5" fmla="*/ 104 h 104"/>
                  <a:gd name="T6" fmla="*/ 5 w 10"/>
                  <a:gd name="T7" fmla="*/ 0 h 104"/>
                  <a:gd name="T8" fmla="*/ 0 w 10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4">
                    <a:moveTo>
                      <a:pt x="0" y="0"/>
                    </a:moveTo>
                    <a:lnTo>
                      <a:pt x="0" y="104"/>
                    </a:lnTo>
                    <a:lnTo>
                      <a:pt x="10" y="104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68" name="Freeform 200"/>
              <p:cNvSpPr>
                <a:spLocks/>
              </p:cNvSpPr>
              <p:nvPr/>
            </p:nvSpPr>
            <p:spPr bwMode="auto">
              <a:xfrm>
                <a:off x="9785350" y="2730059"/>
                <a:ext cx="85725" cy="293688"/>
              </a:xfrm>
              <a:custGeom>
                <a:avLst/>
                <a:gdLst>
                  <a:gd name="T0" fmla="*/ 23 w 23"/>
                  <a:gd name="T1" fmla="*/ 0 h 78"/>
                  <a:gd name="T2" fmla="*/ 11 w 23"/>
                  <a:gd name="T3" fmla="*/ 12 h 78"/>
                  <a:gd name="T4" fmla="*/ 9 w 23"/>
                  <a:gd name="T5" fmla="*/ 23 h 78"/>
                  <a:gd name="T6" fmla="*/ 0 w 23"/>
                  <a:gd name="T7" fmla="*/ 53 h 78"/>
                  <a:gd name="T8" fmla="*/ 22 w 23"/>
                  <a:gd name="T9" fmla="*/ 78 h 78"/>
                  <a:gd name="T10" fmla="*/ 23 w 23"/>
                  <a:gd name="T11" fmla="*/ 78 h 78"/>
                  <a:gd name="T12" fmla="*/ 23 w 23"/>
                  <a:gd name="T1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78">
                    <a:moveTo>
                      <a:pt x="23" y="0"/>
                    </a:moveTo>
                    <a:cubicBezTo>
                      <a:pt x="19" y="0"/>
                      <a:pt x="15" y="5"/>
                      <a:pt x="11" y="12"/>
                    </a:cubicBezTo>
                    <a:cubicBezTo>
                      <a:pt x="8" y="20"/>
                      <a:pt x="9" y="23"/>
                      <a:pt x="9" y="23"/>
                    </a:cubicBezTo>
                    <a:cubicBezTo>
                      <a:pt x="5" y="23"/>
                      <a:pt x="0" y="40"/>
                      <a:pt x="0" y="53"/>
                    </a:cubicBezTo>
                    <a:cubicBezTo>
                      <a:pt x="0" y="65"/>
                      <a:pt x="7" y="78"/>
                      <a:pt x="22" y="78"/>
                    </a:cubicBezTo>
                    <a:cubicBezTo>
                      <a:pt x="22" y="78"/>
                      <a:pt x="23" y="78"/>
                      <a:pt x="23" y="78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6DB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69" name="Freeform 201"/>
              <p:cNvSpPr>
                <a:spLocks/>
              </p:cNvSpPr>
              <p:nvPr/>
            </p:nvSpPr>
            <p:spPr bwMode="auto">
              <a:xfrm>
                <a:off x="9871075" y="2730059"/>
                <a:ext cx="87313" cy="293688"/>
              </a:xfrm>
              <a:custGeom>
                <a:avLst/>
                <a:gdLst>
                  <a:gd name="T0" fmla="*/ 0 w 23"/>
                  <a:gd name="T1" fmla="*/ 0 h 78"/>
                  <a:gd name="T2" fmla="*/ 12 w 23"/>
                  <a:gd name="T3" fmla="*/ 12 h 78"/>
                  <a:gd name="T4" fmla="*/ 14 w 23"/>
                  <a:gd name="T5" fmla="*/ 23 h 78"/>
                  <a:gd name="T6" fmla="*/ 23 w 23"/>
                  <a:gd name="T7" fmla="*/ 53 h 78"/>
                  <a:gd name="T8" fmla="*/ 1 w 23"/>
                  <a:gd name="T9" fmla="*/ 78 h 78"/>
                  <a:gd name="T10" fmla="*/ 0 w 23"/>
                  <a:gd name="T11" fmla="*/ 78 h 78"/>
                  <a:gd name="T12" fmla="*/ 0 w 23"/>
                  <a:gd name="T1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78">
                    <a:moveTo>
                      <a:pt x="0" y="0"/>
                    </a:moveTo>
                    <a:cubicBezTo>
                      <a:pt x="4" y="0"/>
                      <a:pt x="8" y="5"/>
                      <a:pt x="12" y="12"/>
                    </a:cubicBezTo>
                    <a:cubicBezTo>
                      <a:pt x="15" y="20"/>
                      <a:pt x="14" y="23"/>
                      <a:pt x="14" y="23"/>
                    </a:cubicBezTo>
                    <a:cubicBezTo>
                      <a:pt x="18" y="23"/>
                      <a:pt x="23" y="40"/>
                      <a:pt x="23" y="53"/>
                    </a:cubicBezTo>
                    <a:cubicBezTo>
                      <a:pt x="23" y="65"/>
                      <a:pt x="16" y="78"/>
                      <a:pt x="1" y="78"/>
                    </a:cubicBezTo>
                    <a:cubicBezTo>
                      <a:pt x="1" y="78"/>
                      <a:pt x="0" y="78"/>
                      <a:pt x="0" y="7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D9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70" name="Freeform 202"/>
              <p:cNvSpPr>
                <a:spLocks/>
              </p:cNvSpPr>
              <p:nvPr/>
            </p:nvSpPr>
            <p:spPr bwMode="auto">
              <a:xfrm>
                <a:off x="9859963" y="2941197"/>
                <a:ext cx="23813" cy="134938"/>
              </a:xfrm>
              <a:custGeom>
                <a:avLst/>
                <a:gdLst>
                  <a:gd name="T0" fmla="*/ 3 w 15"/>
                  <a:gd name="T1" fmla="*/ 0 h 85"/>
                  <a:gd name="T2" fmla="*/ 0 w 15"/>
                  <a:gd name="T3" fmla="*/ 85 h 85"/>
                  <a:gd name="T4" fmla="*/ 15 w 15"/>
                  <a:gd name="T5" fmla="*/ 85 h 85"/>
                  <a:gd name="T6" fmla="*/ 12 w 15"/>
                  <a:gd name="T7" fmla="*/ 0 h 85"/>
                  <a:gd name="T8" fmla="*/ 3 w 15"/>
                  <a:gd name="T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5">
                    <a:moveTo>
                      <a:pt x="3" y="0"/>
                    </a:moveTo>
                    <a:lnTo>
                      <a:pt x="0" y="85"/>
                    </a:lnTo>
                    <a:lnTo>
                      <a:pt x="15" y="85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D3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71" name="Freeform 203"/>
              <p:cNvSpPr>
                <a:spLocks/>
              </p:cNvSpPr>
              <p:nvPr/>
            </p:nvSpPr>
            <p:spPr bwMode="auto">
              <a:xfrm>
                <a:off x="9871075" y="2941197"/>
                <a:ext cx="12700" cy="134938"/>
              </a:xfrm>
              <a:custGeom>
                <a:avLst/>
                <a:gdLst>
                  <a:gd name="T0" fmla="*/ 0 w 8"/>
                  <a:gd name="T1" fmla="*/ 0 h 85"/>
                  <a:gd name="T2" fmla="*/ 0 w 8"/>
                  <a:gd name="T3" fmla="*/ 85 h 85"/>
                  <a:gd name="T4" fmla="*/ 8 w 8"/>
                  <a:gd name="T5" fmla="*/ 85 h 85"/>
                  <a:gd name="T6" fmla="*/ 5 w 8"/>
                  <a:gd name="T7" fmla="*/ 0 h 85"/>
                  <a:gd name="T8" fmla="*/ 0 w 8"/>
                  <a:gd name="T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5">
                    <a:moveTo>
                      <a:pt x="0" y="0"/>
                    </a:moveTo>
                    <a:lnTo>
                      <a:pt x="0" y="85"/>
                    </a:lnTo>
                    <a:lnTo>
                      <a:pt x="8" y="85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2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276" name="组合 4275"/>
              <p:cNvGrpSpPr/>
              <p:nvPr/>
            </p:nvGrpSpPr>
            <p:grpSpPr>
              <a:xfrm>
                <a:off x="-447676" y="3290776"/>
                <a:ext cx="13354050" cy="311151"/>
                <a:chOff x="-447676" y="3701710"/>
                <a:chExt cx="13354050" cy="311151"/>
              </a:xfrm>
            </p:grpSpPr>
            <p:sp>
              <p:nvSpPr>
                <p:cNvPr id="4275" name="Freeform 207"/>
                <p:cNvSpPr>
                  <a:spLocks/>
                </p:cNvSpPr>
                <p:nvPr/>
              </p:nvSpPr>
              <p:spPr bwMode="auto">
                <a:xfrm>
                  <a:off x="-447676" y="3701710"/>
                  <a:ext cx="13354050" cy="311150"/>
                </a:xfrm>
                <a:custGeom>
                  <a:avLst/>
                  <a:gdLst>
                    <a:gd name="T0" fmla="*/ 3558 w 3558"/>
                    <a:gd name="T1" fmla="*/ 40 h 80"/>
                    <a:gd name="T2" fmla="*/ 3511 w 3558"/>
                    <a:gd name="T3" fmla="*/ 80 h 80"/>
                    <a:gd name="T4" fmla="*/ 47 w 3558"/>
                    <a:gd name="T5" fmla="*/ 80 h 80"/>
                    <a:gd name="T6" fmla="*/ 0 w 3558"/>
                    <a:gd name="T7" fmla="*/ 40 h 80"/>
                    <a:gd name="T8" fmla="*/ 0 w 3558"/>
                    <a:gd name="T9" fmla="*/ 40 h 80"/>
                    <a:gd name="T10" fmla="*/ 47 w 3558"/>
                    <a:gd name="T11" fmla="*/ 0 h 80"/>
                    <a:gd name="T12" fmla="*/ 3511 w 3558"/>
                    <a:gd name="T13" fmla="*/ 0 h 80"/>
                    <a:gd name="T14" fmla="*/ 3558 w 3558"/>
                    <a:gd name="T15" fmla="*/ 4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58" h="80">
                      <a:moveTo>
                        <a:pt x="3558" y="40"/>
                      </a:moveTo>
                      <a:cubicBezTo>
                        <a:pt x="3558" y="62"/>
                        <a:pt x="3537" y="80"/>
                        <a:pt x="3511" y="80"/>
                      </a:cubicBezTo>
                      <a:cubicBezTo>
                        <a:pt x="47" y="80"/>
                        <a:pt x="47" y="80"/>
                        <a:pt x="47" y="80"/>
                      </a:cubicBezTo>
                      <a:cubicBezTo>
                        <a:pt x="21" y="80"/>
                        <a:pt x="0" y="62"/>
                        <a:pt x="0" y="40"/>
                      </a:cubicBezTo>
                      <a:cubicBezTo>
                        <a:pt x="0" y="40"/>
                        <a:pt x="0" y="40"/>
                        <a:pt x="0" y="40"/>
                      </a:cubicBezTo>
                      <a:cubicBezTo>
                        <a:pt x="0" y="18"/>
                        <a:pt x="21" y="0"/>
                        <a:pt x="47" y="0"/>
                      </a:cubicBezTo>
                      <a:cubicBezTo>
                        <a:pt x="3511" y="0"/>
                        <a:pt x="3511" y="0"/>
                        <a:pt x="3511" y="0"/>
                      </a:cubicBezTo>
                      <a:cubicBezTo>
                        <a:pt x="3537" y="0"/>
                        <a:pt x="3558" y="18"/>
                        <a:pt x="3558" y="4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5C78E"/>
                    </a:gs>
                    <a:gs pos="46000">
                      <a:srgbClr val="489998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215" name="任意多边形 214"/>
                <p:cNvSpPr>
                  <a:spLocks/>
                </p:cNvSpPr>
                <p:nvPr/>
              </p:nvSpPr>
              <p:spPr bwMode="auto">
                <a:xfrm>
                  <a:off x="-438921" y="3895498"/>
                  <a:ext cx="13336540" cy="117363"/>
                </a:xfrm>
                <a:custGeom>
                  <a:avLst/>
                  <a:gdLst>
                    <a:gd name="connsiteX0" fmla="*/ 0 w 13336540"/>
                    <a:gd name="connsiteY0" fmla="*/ 0 h 117363"/>
                    <a:gd name="connsiteX1" fmla="*/ 13336540 w 13336540"/>
                    <a:gd name="connsiteY1" fmla="*/ 0 h 117363"/>
                    <a:gd name="connsiteX2" fmla="*/ 13331455 w 13336540"/>
                    <a:gd name="connsiteY2" fmla="*/ 22195 h 117363"/>
                    <a:gd name="connsiteX3" fmla="*/ 13168892 w 13336540"/>
                    <a:gd name="connsiteY3" fmla="*/ 117363 h 117363"/>
                    <a:gd name="connsiteX4" fmla="*/ 167648 w 13336540"/>
                    <a:gd name="connsiteY4" fmla="*/ 117363 h 117363"/>
                    <a:gd name="connsiteX5" fmla="*/ 5085 w 13336540"/>
                    <a:gd name="connsiteY5" fmla="*/ 22195 h 117363"/>
                    <a:gd name="connsiteX6" fmla="*/ 0 w 13336540"/>
                    <a:gd name="connsiteY6" fmla="*/ 0 h 117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336540" h="117363">
                      <a:moveTo>
                        <a:pt x="0" y="0"/>
                      </a:moveTo>
                      <a:lnTo>
                        <a:pt x="13336540" y="0"/>
                      </a:lnTo>
                      <a:lnTo>
                        <a:pt x="13331455" y="22195"/>
                      </a:lnTo>
                      <a:cubicBezTo>
                        <a:pt x="13304713" y="77983"/>
                        <a:pt x="13242081" y="117363"/>
                        <a:pt x="13168892" y="117363"/>
                      </a:cubicBezTo>
                      <a:cubicBezTo>
                        <a:pt x="167648" y="117363"/>
                        <a:pt x="167648" y="117363"/>
                        <a:pt x="167648" y="117363"/>
                      </a:cubicBezTo>
                      <a:cubicBezTo>
                        <a:pt x="94459" y="117363"/>
                        <a:pt x="31827" y="77983"/>
                        <a:pt x="5085" y="2219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D929A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sp>
        <p:nvSpPr>
          <p:cNvPr id="4279" name="文本框 4278"/>
          <p:cNvSpPr txBox="1"/>
          <p:nvPr/>
        </p:nvSpPr>
        <p:spPr>
          <a:xfrm>
            <a:off x="9278938" y="634797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4" name="文本框 243"/>
          <p:cNvSpPr txBox="1"/>
          <p:nvPr/>
        </p:nvSpPr>
        <p:spPr>
          <a:xfrm>
            <a:off x="4721039" y="157668"/>
            <a:ext cx="290891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8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指标</a:t>
            </a:r>
          </a:p>
        </p:txBody>
      </p:sp>
      <p:sp>
        <p:nvSpPr>
          <p:cNvPr id="3" name="矩形 2"/>
          <p:cNvSpPr/>
          <p:nvPr/>
        </p:nvSpPr>
        <p:spPr>
          <a:xfrm>
            <a:off x="252482" y="2493395"/>
            <a:ext cx="3621042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全社会</a:t>
            </a:r>
            <a:r>
              <a:rPr kumimoji="0" lang="zh-CN" alt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黑体" panose="02010609060101010101" pitchFamily="49" charset="-122"/>
                <a:ea typeface="黑体" panose="02010609060101010101" pitchFamily="49" charset="-122"/>
                <a:cs typeface="+mn-cs"/>
              </a:rPr>
              <a:t>初始值</a:t>
            </a: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黑体" panose="02010609060101010101" pitchFamily="49" charset="-122"/>
                <a:ea typeface="黑体" panose="02010609060101010101" pitchFamily="49" charset="-122"/>
                <a:cs typeface="+mn-cs"/>
              </a:rPr>
              <a:t>：</a:t>
            </a:r>
            <a:r>
              <a:rPr kumimoji="0" lang="en-US" altLang="zh-CN" sz="2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黑体" panose="02010609060101010101" pitchFamily="49" charset="-122"/>
                <a:ea typeface="黑体" panose="02010609060101010101" pitchFamily="49" charset="-122"/>
                <a:cs typeface="+mn-cs"/>
              </a:rPr>
              <a:t>60*3=180</a:t>
            </a:r>
            <a:endParaRPr kumimoji="0" lang="en-US" altLang="zh-CN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000" b="1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黑体" panose="02010609060101010101" pitchFamily="49" charset="-122"/>
                <a:ea typeface="黑体" panose="02010609060101010101" pitchFamily="49" charset="-122"/>
                <a:cs typeface="+mn-cs"/>
              </a:rPr>
              <a:t>政府的目的是将最终全社会的总生态值改善到</a:t>
            </a:r>
            <a:r>
              <a:rPr kumimoji="0" lang="en-US" altLang="zh-CN" sz="2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黑体" panose="02010609060101010101" pitchFamily="49" charset="-122"/>
                <a:ea typeface="黑体" panose="02010609060101010101" pitchFamily="49" charset="-122"/>
                <a:cs typeface="+mn-cs"/>
              </a:rPr>
              <a:t>【240】</a:t>
            </a:r>
            <a:r>
              <a:rPr kumimoji="0" lang="zh-CN" alt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黑体" panose="02010609060101010101" pitchFamily="49" charset="-122"/>
                <a:ea typeface="黑体" panose="02010609060101010101" pitchFamily="49" charset="-122"/>
                <a:cs typeface="+mn-cs"/>
              </a:rPr>
              <a:t>以上！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4520924" y="2428391"/>
            <a:ext cx="3259614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  <a:p>
            <a:pPr lvl="0">
              <a:defRPr/>
            </a:pP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全社会</a:t>
            </a:r>
            <a:r>
              <a:rPr kumimoji="0" lang="zh-CN" alt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黑体" panose="02010609060101010101" pitchFamily="49" charset="-122"/>
                <a:ea typeface="黑体" panose="02010609060101010101" pitchFamily="49" charset="-122"/>
                <a:cs typeface="+mn-cs"/>
              </a:rPr>
              <a:t>初始值：</a:t>
            </a:r>
            <a:r>
              <a:rPr lang="en-US" altLang="zh-CN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60*3=180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000" b="1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  <a:p>
            <a:pPr lvl="0">
              <a:defRPr/>
            </a:pP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政府的目的</a:t>
            </a:r>
            <a:r>
              <a:rPr lang="zh-CN" altLang="en-US" sz="2000" b="1" dirty="0" smtClean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是促进经济发展，将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最终全社会的</a:t>
            </a:r>
            <a:r>
              <a:rPr lang="zh-CN" altLang="en-US" sz="2000" b="1" dirty="0" smtClean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总经济值提升到</a:t>
            </a:r>
            <a:r>
              <a:rPr lang="en-US" altLang="zh-CN" sz="2000" b="1" dirty="0" smtClean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【320】</a:t>
            </a: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以上！</a:t>
            </a:r>
            <a:endParaRPr lang="zh-CN" altLang="en-US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pic>
        <p:nvPicPr>
          <p:cNvPr id="4098" name="Picture 2" descr="卡通树叶icon_图标_矢量素材免费下载- 爱给网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287" y="1329491"/>
            <a:ext cx="1234119" cy="1234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5" name="文本框 244"/>
          <p:cNvSpPr txBox="1"/>
          <p:nvPr/>
        </p:nvSpPr>
        <p:spPr>
          <a:xfrm>
            <a:off x="1109222" y="1580833"/>
            <a:ext cx="187189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生态</a:t>
            </a:r>
          </a:p>
        </p:txBody>
      </p:sp>
      <p:sp>
        <p:nvSpPr>
          <p:cNvPr id="246" name="文本框 245"/>
          <p:cNvSpPr txBox="1"/>
          <p:nvPr/>
        </p:nvSpPr>
        <p:spPr>
          <a:xfrm>
            <a:off x="5249750" y="1598146"/>
            <a:ext cx="290891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经济</a:t>
            </a:r>
          </a:p>
        </p:txBody>
      </p:sp>
      <p:pic>
        <p:nvPicPr>
          <p:cNvPr id="4100" name="Picture 4" descr="金币icon元素_免抠素材_PNG图片下载-摄图网"/>
          <p:cNvPicPr>
            <a:picLocks noChangeAspect="1" noChangeArrowheads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4495" y="1214227"/>
            <a:ext cx="1427174" cy="14271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 descr="Budget - Ecommerce &amp; Shopping Icons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04819" y="1294410"/>
            <a:ext cx="1185852" cy="1185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7" name="文本框 216"/>
          <p:cNvSpPr txBox="1"/>
          <p:nvPr/>
        </p:nvSpPr>
        <p:spPr>
          <a:xfrm>
            <a:off x="9223792" y="1630253"/>
            <a:ext cx="290891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4400" b="1" dirty="0" smtClean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财政</a:t>
            </a:r>
            <a:endParaRPr kumimoji="0" lang="zh-CN" altLang="en-US" sz="4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光综艺_CNKI" panose="02000500000000000000" pitchFamily="2" charset="-122"/>
              <a:ea typeface="华光综艺_CNKI" panose="02000500000000000000" pitchFamily="2" charset="-122"/>
              <a:cs typeface="+mn-cs"/>
            </a:endParaRPr>
          </a:p>
        </p:txBody>
      </p:sp>
      <p:sp>
        <p:nvSpPr>
          <p:cNvPr id="218" name="矩形 217"/>
          <p:cNvSpPr/>
          <p:nvPr/>
        </p:nvSpPr>
        <p:spPr>
          <a:xfrm>
            <a:off x="8604819" y="2462188"/>
            <a:ext cx="3259614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  <a:p>
            <a:pPr lvl="0">
              <a:defRPr/>
            </a:pPr>
            <a:r>
              <a:rPr kumimoji="0" lang="zh-CN" alt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黑体" panose="02010609060101010101" pitchFamily="49" charset="-122"/>
                <a:ea typeface="黑体" panose="02010609060101010101" pitchFamily="49" charset="-122"/>
                <a:cs typeface="+mn-cs"/>
              </a:rPr>
              <a:t>初始值：</a:t>
            </a:r>
            <a:r>
              <a:rPr lang="en-US" altLang="zh-CN" sz="2000" b="1" dirty="0" smtClean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100</a:t>
            </a:r>
            <a:endParaRPr lang="en-US" altLang="zh-CN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000" b="1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  <a:p>
            <a:pPr lvl="0">
              <a:defRPr/>
            </a:pPr>
            <a:r>
              <a:rPr lang="zh-CN" altLang="en-US" sz="2000" b="1" dirty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政府的目的</a:t>
            </a:r>
            <a:r>
              <a:rPr lang="zh-CN" altLang="en-US" sz="2000" b="1" dirty="0" smtClean="0">
                <a:solidFill>
                  <a:prstClr val="white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是在全年合理分配财政支出！</a:t>
            </a:r>
            <a:endParaRPr lang="zh-CN" altLang="en-US" sz="2000" b="1" dirty="0">
              <a:solidFill>
                <a:prstClr val="white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4318412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4000"/>
    </mc:Choice>
    <mc:Fallback xmlns="">
      <p:transition advClick="0" advTm="4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50" grpId="0" animBg="1"/>
      <p:bldP spid="52" grpId="0" animBg="1"/>
      <p:bldP spid="59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152A62"/>
            </a:gs>
            <a:gs pos="37000">
              <a:srgbClr val="2F275A"/>
            </a:gs>
            <a:gs pos="70000">
              <a:srgbClr val="452554"/>
            </a:gs>
            <a:gs pos="100000">
              <a:srgbClr val="522450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13"/>
          <p:cNvSpPr>
            <a:spLocks noChangeArrowheads="1"/>
          </p:cNvSpPr>
          <p:nvPr/>
        </p:nvSpPr>
        <p:spPr bwMode="auto">
          <a:xfrm>
            <a:off x="4690608" y="1008515"/>
            <a:ext cx="1384300" cy="1387475"/>
          </a:xfrm>
          <a:prstGeom prst="ellipse">
            <a:avLst/>
          </a:prstGeom>
          <a:solidFill>
            <a:srgbClr val="39376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31"/>
          <p:cNvSpPr>
            <a:spLocks/>
          </p:cNvSpPr>
          <p:nvPr/>
        </p:nvSpPr>
        <p:spPr bwMode="auto">
          <a:xfrm>
            <a:off x="2685596" y="1008515"/>
            <a:ext cx="885825" cy="230188"/>
          </a:xfrm>
          <a:custGeom>
            <a:avLst/>
            <a:gdLst>
              <a:gd name="T0" fmla="*/ 236 w 236"/>
              <a:gd name="T1" fmla="*/ 31 h 61"/>
              <a:gd name="T2" fmla="*/ 206 w 236"/>
              <a:gd name="T3" fmla="*/ 61 h 61"/>
              <a:gd name="T4" fmla="*/ 30 w 236"/>
              <a:gd name="T5" fmla="*/ 61 h 61"/>
              <a:gd name="T6" fmla="*/ 0 w 236"/>
              <a:gd name="T7" fmla="*/ 31 h 61"/>
              <a:gd name="T8" fmla="*/ 30 w 236"/>
              <a:gd name="T9" fmla="*/ 0 h 61"/>
              <a:gd name="T10" fmla="*/ 206 w 236"/>
              <a:gd name="T11" fmla="*/ 0 h 61"/>
              <a:gd name="T12" fmla="*/ 236 w 236"/>
              <a:gd name="T13" fmla="*/ 3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6" h="61">
                <a:moveTo>
                  <a:pt x="236" y="31"/>
                </a:moveTo>
                <a:cubicBezTo>
                  <a:pt x="236" y="48"/>
                  <a:pt x="223" y="61"/>
                  <a:pt x="206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14" y="61"/>
                  <a:pt x="0" y="48"/>
                  <a:pt x="0" y="31"/>
                </a:cubicBezTo>
                <a:cubicBezTo>
                  <a:pt x="0" y="14"/>
                  <a:pt x="14" y="0"/>
                  <a:pt x="30" y="0"/>
                </a:cubicBezTo>
                <a:cubicBezTo>
                  <a:pt x="206" y="0"/>
                  <a:pt x="206" y="0"/>
                  <a:pt x="206" y="0"/>
                </a:cubicBezTo>
                <a:cubicBezTo>
                  <a:pt x="223" y="0"/>
                  <a:pt x="236" y="14"/>
                  <a:pt x="236" y="31"/>
                </a:cubicBezTo>
                <a:close/>
              </a:path>
            </a:pathLst>
          </a:custGeom>
          <a:solidFill>
            <a:srgbClr val="6638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32"/>
          <p:cNvSpPr>
            <a:spLocks/>
          </p:cNvSpPr>
          <p:nvPr/>
        </p:nvSpPr>
        <p:spPr bwMode="auto">
          <a:xfrm>
            <a:off x="8429171" y="40140"/>
            <a:ext cx="1350963" cy="206375"/>
          </a:xfrm>
          <a:custGeom>
            <a:avLst/>
            <a:gdLst>
              <a:gd name="T0" fmla="*/ 0 w 360"/>
              <a:gd name="T1" fmla="*/ 28 h 55"/>
              <a:gd name="T2" fmla="*/ 28 w 360"/>
              <a:gd name="T3" fmla="*/ 0 h 55"/>
              <a:gd name="T4" fmla="*/ 332 w 360"/>
              <a:gd name="T5" fmla="*/ 0 h 55"/>
              <a:gd name="T6" fmla="*/ 360 w 360"/>
              <a:gd name="T7" fmla="*/ 28 h 55"/>
              <a:gd name="T8" fmla="*/ 332 w 360"/>
              <a:gd name="T9" fmla="*/ 55 h 55"/>
              <a:gd name="T10" fmla="*/ 28 w 360"/>
              <a:gd name="T11" fmla="*/ 55 h 55"/>
              <a:gd name="T12" fmla="*/ 0 w 360"/>
              <a:gd name="T13" fmla="*/ 28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0" h="55">
                <a:moveTo>
                  <a:pt x="0" y="28"/>
                </a:moveTo>
                <a:cubicBezTo>
                  <a:pt x="0" y="12"/>
                  <a:pt x="13" y="0"/>
                  <a:pt x="28" y="0"/>
                </a:cubicBezTo>
                <a:cubicBezTo>
                  <a:pt x="332" y="0"/>
                  <a:pt x="332" y="0"/>
                  <a:pt x="332" y="0"/>
                </a:cubicBezTo>
                <a:cubicBezTo>
                  <a:pt x="347" y="0"/>
                  <a:pt x="360" y="12"/>
                  <a:pt x="360" y="28"/>
                </a:cubicBezTo>
                <a:cubicBezTo>
                  <a:pt x="360" y="43"/>
                  <a:pt x="347" y="55"/>
                  <a:pt x="332" y="55"/>
                </a:cubicBezTo>
                <a:cubicBezTo>
                  <a:pt x="28" y="55"/>
                  <a:pt x="28" y="55"/>
                  <a:pt x="28" y="55"/>
                </a:cubicBezTo>
                <a:cubicBezTo>
                  <a:pt x="13" y="55"/>
                  <a:pt x="0" y="43"/>
                  <a:pt x="0" y="28"/>
                </a:cubicBezTo>
                <a:close/>
              </a:path>
            </a:pathLst>
          </a:custGeom>
          <a:solidFill>
            <a:srgbClr val="6638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33"/>
          <p:cNvSpPr>
            <a:spLocks noEditPoints="1"/>
          </p:cNvSpPr>
          <p:nvPr/>
        </p:nvSpPr>
        <p:spPr bwMode="auto">
          <a:xfrm>
            <a:off x="9970633" y="464002"/>
            <a:ext cx="1397000" cy="206375"/>
          </a:xfrm>
          <a:custGeom>
            <a:avLst/>
            <a:gdLst>
              <a:gd name="T0" fmla="*/ 158 w 372"/>
              <a:gd name="T1" fmla="*/ 27 h 55"/>
              <a:gd name="T2" fmla="*/ 186 w 372"/>
              <a:gd name="T3" fmla="*/ 0 h 55"/>
              <a:gd name="T4" fmla="*/ 344 w 372"/>
              <a:gd name="T5" fmla="*/ 0 h 55"/>
              <a:gd name="T6" fmla="*/ 372 w 372"/>
              <a:gd name="T7" fmla="*/ 27 h 55"/>
              <a:gd name="T8" fmla="*/ 344 w 372"/>
              <a:gd name="T9" fmla="*/ 55 h 55"/>
              <a:gd name="T10" fmla="*/ 186 w 372"/>
              <a:gd name="T11" fmla="*/ 55 h 55"/>
              <a:gd name="T12" fmla="*/ 158 w 372"/>
              <a:gd name="T13" fmla="*/ 27 h 55"/>
              <a:gd name="T14" fmla="*/ 107 w 372"/>
              <a:gd name="T15" fmla="*/ 55 h 55"/>
              <a:gd name="T16" fmla="*/ 134 w 372"/>
              <a:gd name="T17" fmla="*/ 27 h 55"/>
              <a:gd name="T18" fmla="*/ 107 w 372"/>
              <a:gd name="T19" fmla="*/ 0 h 55"/>
              <a:gd name="T20" fmla="*/ 79 w 372"/>
              <a:gd name="T21" fmla="*/ 27 h 55"/>
              <a:gd name="T22" fmla="*/ 107 w 372"/>
              <a:gd name="T23" fmla="*/ 55 h 55"/>
              <a:gd name="T24" fmla="*/ 28 w 372"/>
              <a:gd name="T25" fmla="*/ 55 h 55"/>
              <a:gd name="T26" fmla="*/ 55 w 372"/>
              <a:gd name="T27" fmla="*/ 27 h 55"/>
              <a:gd name="T28" fmla="*/ 28 w 372"/>
              <a:gd name="T29" fmla="*/ 0 h 55"/>
              <a:gd name="T30" fmla="*/ 0 w 372"/>
              <a:gd name="T31" fmla="*/ 27 h 55"/>
              <a:gd name="T32" fmla="*/ 28 w 372"/>
              <a:gd name="T3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72" h="55">
                <a:moveTo>
                  <a:pt x="158" y="27"/>
                </a:moveTo>
                <a:cubicBezTo>
                  <a:pt x="158" y="12"/>
                  <a:pt x="171" y="0"/>
                  <a:pt x="186" y="0"/>
                </a:cubicBezTo>
                <a:cubicBezTo>
                  <a:pt x="344" y="0"/>
                  <a:pt x="344" y="0"/>
                  <a:pt x="344" y="0"/>
                </a:cubicBezTo>
                <a:cubicBezTo>
                  <a:pt x="359" y="0"/>
                  <a:pt x="372" y="12"/>
                  <a:pt x="372" y="27"/>
                </a:cubicBezTo>
                <a:cubicBezTo>
                  <a:pt x="372" y="42"/>
                  <a:pt x="359" y="55"/>
                  <a:pt x="344" y="55"/>
                </a:cubicBezTo>
                <a:cubicBezTo>
                  <a:pt x="186" y="55"/>
                  <a:pt x="186" y="55"/>
                  <a:pt x="186" y="55"/>
                </a:cubicBezTo>
                <a:cubicBezTo>
                  <a:pt x="171" y="55"/>
                  <a:pt x="158" y="42"/>
                  <a:pt x="158" y="27"/>
                </a:cubicBezTo>
                <a:close/>
                <a:moveTo>
                  <a:pt x="107" y="55"/>
                </a:moveTo>
                <a:cubicBezTo>
                  <a:pt x="122" y="55"/>
                  <a:pt x="134" y="42"/>
                  <a:pt x="134" y="27"/>
                </a:cubicBezTo>
                <a:cubicBezTo>
                  <a:pt x="134" y="12"/>
                  <a:pt x="122" y="0"/>
                  <a:pt x="107" y="0"/>
                </a:cubicBezTo>
                <a:cubicBezTo>
                  <a:pt x="92" y="0"/>
                  <a:pt x="79" y="12"/>
                  <a:pt x="79" y="27"/>
                </a:cubicBezTo>
                <a:cubicBezTo>
                  <a:pt x="79" y="42"/>
                  <a:pt x="92" y="55"/>
                  <a:pt x="107" y="55"/>
                </a:cubicBezTo>
                <a:close/>
                <a:moveTo>
                  <a:pt x="28" y="55"/>
                </a:moveTo>
                <a:cubicBezTo>
                  <a:pt x="43" y="55"/>
                  <a:pt x="55" y="42"/>
                  <a:pt x="55" y="27"/>
                </a:cubicBez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close/>
              </a:path>
            </a:pathLst>
          </a:custGeom>
          <a:solidFill>
            <a:srgbClr val="1548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34"/>
          <p:cNvSpPr>
            <a:spLocks noEditPoints="1"/>
          </p:cNvSpPr>
          <p:nvPr/>
        </p:nvSpPr>
        <p:spPr bwMode="auto">
          <a:xfrm>
            <a:off x="10965996" y="1775277"/>
            <a:ext cx="1095375" cy="206375"/>
          </a:xfrm>
          <a:custGeom>
            <a:avLst/>
            <a:gdLst>
              <a:gd name="T0" fmla="*/ 79 w 292"/>
              <a:gd name="T1" fmla="*/ 27 h 55"/>
              <a:gd name="T2" fmla="*/ 106 w 292"/>
              <a:gd name="T3" fmla="*/ 0 h 55"/>
              <a:gd name="T4" fmla="*/ 265 w 292"/>
              <a:gd name="T5" fmla="*/ 0 h 55"/>
              <a:gd name="T6" fmla="*/ 292 w 292"/>
              <a:gd name="T7" fmla="*/ 27 h 55"/>
              <a:gd name="T8" fmla="*/ 265 w 292"/>
              <a:gd name="T9" fmla="*/ 55 h 55"/>
              <a:gd name="T10" fmla="*/ 106 w 292"/>
              <a:gd name="T11" fmla="*/ 55 h 55"/>
              <a:gd name="T12" fmla="*/ 79 w 292"/>
              <a:gd name="T13" fmla="*/ 27 h 55"/>
              <a:gd name="T14" fmla="*/ 27 w 292"/>
              <a:gd name="T15" fmla="*/ 55 h 55"/>
              <a:gd name="T16" fmla="*/ 55 w 292"/>
              <a:gd name="T17" fmla="*/ 27 h 55"/>
              <a:gd name="T18" fmla="*/ 27 w 292"/>
              <a:gd name="T19" fmla="*/ 0 h 55"/>
              <a:gd name="T20" fmla="*/ 0 w 292"/>
              <a:gd name="T21" fmla="*/ 27 h 55"/>
              <a:gd name="T22" fmla="*/ 27 w 292"/>
              <a:gd name="T2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2" h="55">
                <a:moveTo>
                  <a:pt x="79" y="27"/>
                </a:moveTo>
                <a:cubicBezTo>
                  <a:pt x="79" y="12"/>
                  <a:pt x="91" y="0"/>
                  <a:pt x="106" y="0"/>
                </a:cubicBezTo>
                <a:cubicBezTo>
                  <a:pt x="265" y="0"/>
                  <a:pt x="265" y="0"/>
                  <a:pt x="265" y="0"/>
                </a:cubicBezTo>
                <a:cubicBezTo>
                  <a:pt x="280" y="0"/>
                  <a:pt x="292" y="12"/>
                  <a:pt x="292" y="27"/>
                </a:cubicBezTo>
                <a:cubicBezTo>
                  <a:pt x="292" y="43"/>
                  <a:pt x="280" y="55"/>
                  <a:pt x="265" y="55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91" y="55"/>
                  <a:pt x="79" y="43"/>
                  <a:pt x="79" y="27"/>
                </a:cubicBezTo>
                <a:close/>
                <a:moveTo>
                  <a:pt x="27" y="55"/>
                </a:moveTo>
                <a:cubicBezTo>
                  <a:pt x="43" y="55"/>
                  <a:pt x="55" y="43"/>
                  <a:pt x="55" y="27"/>
                </a:cubicBez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6638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35"/>
          <p:cNvSpPr>
            <a:spLocks noEditPoints="1"/>
          </p:cNvSpPr>
          <p:nvPr/>
        </p:nvSpPr>
        <p:spPr bwMode="auto">
          <a:xfrm>
            <a:off x="107496" y="1648277"/>
            <a:ext cx="1095375" cy="206375"/>
          </a:xfrm>
          <a:custGeom>
            <a:avLst/>
            <a:gdLst>
              <a:gd name="T0" fmla="*/ 213 w 292"/>
              <a:gd name="T1" fmla="*/ 27 h 55"/>
              <a:gd name="T2" fmla="*/ 186 w 292"/>
              <a:gd name="T3" fmla="*/ 55 h 55"/>
              <a:gd name="T4" fmla="*/ 27 w 292"/>
              <a:gd name="T5" fmla="*/ 55 h 55"/>
              <a:gd name="T6" fmla="*/ 0 w 292"/>
              <a:gd name="T7" fmla="*/ 27 h 55"/>
              <a:gd name="T8" fmla="*/ 27 w 292"/>
              <a:gd name="T9" fmla="*/ 0 h 55"/>
              <a:gd name="T10" fmla="*/ 186 w 292"/>
              <a:gd name="T11" fmla="*/ 0 h 55"/>
              <a:gd name="T12" fmla="*/ 213 w 292"/>
              <a:gd name="T13" fmla="*/ 27 h 55"/>
              <a:gd name="T14" fmla="*/ 265 w 292"/>
              <a:gd name="T15" fmla="*/ 0 h 55"/>
              <a:gd name="T16" fmla="*/ 237 w 292"/>
              <a:gd name="T17" fmla="*/ 27 h 55"/>
              <a:gd name="T18" fmla="*/ 265 w 292"/>
              <a:gd name="T19" fmla="*/ 55 h 55"/>
              <a:gd name="T20" fmla="*/ 292 w 292"/>
              <a:gd name="T21" fmla="*/ 27 h 55"/>
              <a:gd name="T22" fmla="*/ 265 w 292"/>
              <a:gd name="T2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2" h="55">
                <a:moveTo>
                  <a:pt x="213" y="27"/>
                </a:moveTo>
                <a:cubicBezTo>
                  <a:pt x="213" y="42"/>
                  <a:pt x="201" y="55"/>
                  <a:pt x="186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201" y="0"/>
                  <a:pt x="213" y="12"/>
                  <a:pt x="213" y="27"/>
                </a:cubicBezTo>
                <a:close/>
                <a:moveTo>
                  <a:pt x="265" y="0"/>
                </a:moveTo>
                <a:cubicBezTo>
                  <a:pt x="250" y="0"/>
                  <a:pt x="237" y="12"/>
                  <a:pt x="237" y="27"/>
                </a:cubicBezTo>
                <a:cubicBezTo>
                  <a:pt x="237" y="42"/>
                  <a:pt x="250" y="55"/>
                  <a:pt x="265" y="55"/>
                </a:cubicBezTo>
                <a:cubicBezTo>
                  <a:pt x="280" y="55"/>
                  <a:pt x="292" y="42"/>
                  <a:pt x="292" y="27"/>
                </a:cubicBezTo>
                <a:cubicBezTo>
                  <a:pt x="292" y="12"/>
                  <a:pt x="280" y="0"/>
                  <a:pt x="265" y="0"/>
                </a:cubicBezTo>
                <a:close/>
              </a:path>
            </a:pathLst>
          </a:custGeom>
          <a:solidFill>
            <a:srgbClr val="6638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36"/>
          <p:cNvSpPr>
            <a:spLocks noEditPoints="1"/>
          </p:cNvSpPr>
          <p:nvPr/>
        </p:nvSpPr>
        <p:spPr bwMode="auto">
          <a:xfrm>
            <a:off x="6638471" y="1805440"/>
            <a:ext cx="1395413" cy="203200"/>
          </a:xfrm>
          <a:custGeom>
            <a:avLst/>
            <a:gdLst>
              <a:gd name="T0" fmla="*/ 158 w 372"/>
              <a:gd name="T1" fmla="*/ 27 h 54"/>
              <a:gd name="T2" fmla="*/ 186 w 372"/>
              <a:gd name="T3" fmla="*/ 0 h 54"/>
              <a:gd name="T4" fmla="*/ 344 w 372"/>
              <a:gd name="T5" fmla="*/ 0 h 54"/>
              <a:gd name="T6" fmla="*/ 372 w 372"/>
              <a:gd name="T7" fmla="*/ 27 h 54"/>
              <a:gd name="T8" fmla="*/ 344 w 372"/>
              <a:gd name="T9" fmla="*/ 54 h 54"/>
              <a:gd name="T10" fmla="*/ 186 w 372"/>
              <a:gd name="T11" fmla="*/ 54 h 54"/>
              <a:gd name="T12" fmla="*/ 158 w 372"/>
              <a:gd name="T13" fmla="*/ 27 h 54"/>
              <a:gd name="T14" fmla="*/ 107 w 372"/>
              <a:gd name="T15" fmla="*/ 54 h 54"/>
              <a:gd name="T16" fmla="*/ 134 w 372"/>
              <a:gd name="T17" fmla="*/ 27 h 54"/>
              <a:gd name="T18" fmla="*/ 107 w 372"/>
              <a:gd name="T19" fmla="*/ 0 h 54"/>
              <a:gd name="T20" fmla="*/ 79 w 372"/>
              <a:gd name="T21" fmla="*/ 27 h 54"/>
              <a:gd name="T22" fmla="*/ 107 w 372"/>
              <a:gd name="T23" fmla="*/ 54 h 54"/>
              <a:gd name="T24" fmla="*/ 27 w 372"/>
              <a:gd name="T25" fmla="*/ 54 h 54"/>
              <a:gd name="T26" fmla="*/ 55 w 372"/>
              <a:gd name="T27" fmla="*/ 27 h 54"/>
              <a:gd name="T28" fmla="*/ 27 w 372"/>
              <a:gd name="T29" fmla="*/ 0 h 54"/>
              <a:gd name="T30" fmla="*/ 0 w 372"/>
              <a:gd name="T31" fmla="*/ 27 h 54"/>
              <a:gd name="T32" fmla="*/ 27 w 372"/>
              <a:gd name="T33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72" h="54">
                <a:moveTo>
                  <a:pt x="158" y="27"/>
                </a:moveTo>
                <a:cubicBezTo>
                  <a:pt x="158" y="12"/>
                  <a:pt x="171" y="0"/>
                  <a:pt x="186" y="0"/>
                </a:cubicBezTo>
                <a:cubicBezTo>
                  <a:pt x="344" y="0"/>
                  <a:pt x="344" y="0"/>
                  <a:pt x="344" y="0"/>
                </a:cubicBezTo>
                <a:cubicBezTo>
                  <a:pt x="359" y="0"/>
                  <a:pt x="372" y="12"/>
                  <a:pt x="372" y="27"/>
                </a:cubicBezTo>
                <a:cubicBezTo>
                  <a:pt x="372" y="42"/>
                  <a:pt x="359" y="54"/>
                  <a:pt x="344" y="54"/>
                </a:cubicBezTo>
                <a:cubicBezTo>
                  <a:pt x="186" y="54"/>
                  <a:pt x="186" y="54"/>
                  <a:pt x="186" y="54"/>
                </a:cubicBezTo>
                <a:cubicBezTo>
                  <a:pt x="171" y="54"/>
                  <a:pt x="158" y="42"/>
                  <a:pt x="158" y="27"/>
                </a:cubicBezTo>
                <a:close/>
                <a:moveTo>
                  <a:pt x="107" y="54"/>
                </a:moveTo>
                <a:cubicBezTo>
                  <a:pt x="122" y="54"/>
                  <a:pt x="134" y="42"/>
                  <a:pt x="134" y="27"/>
                </a:cubicBezTo>
                <a:cubicBezTo>
                  <a:pt x="134" y="12"/>
                  <a:pt x="122" y="0"/>
                  <a:pt x="107" y="0"/>
                </a:cubicBezTo>
                <a:cubicBezTo>
                  <a:pt x="92" y="0"/>
                  <a:pt x="79" y="12"/>
                  <a:pt x="79" y="27"/>
                </a:cubicBezTo>
                <a:cubicBezTo>
                  <a:pt x="79" y="42"/>
                  <a:pt x="92" y="54"/>
                  <a:pt x="107" y="54"/>
                </a:cubicBezTo>
                <a:close/>
                <a:moveTo>
                  <a:pt x="27" y="54"/>
                </a:moveTo>
                <a:cubicBezTo>
                  <a:pt x="43" y="54"/>
                  <a:pt x="55" y="42"/>
                  <a:pt x="55" y="27"/>
                </a:cubicBez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4"/>
                  <a:pt x="27" y="54"/>
                </a:cubicBezTo>
                <a:close/>
              </a:path>
            </a:pathLst>
          </a:custGeom>
          <a:gradFill>
            <a:gsLst>
              <a:gs pos="21000">
                <a:srgbClr val="9C938C"/>
              </a:gs>
              <a:gs pos="100000">
                <a:srgbClr val="23518A"/>
              </a:gs>
            </a:gsLst>
            <a:lin ang="21594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37"/>
          <p:cNvSpPr>
            <a:spLocks noEditPoints="1"/>
          </p:cNvSpPr>
          <p:nvPr/>
        </p:nvSpPr>
        <p:spPr bwMode="auto">
          <a:xfrm>
            <a:off x="910771" y="367165"/>
            <a:ext cx="1884363" cy="206375"/>
          </a:xfrm>
          <a:custGeom>
            <a:avLst/>
            <a:gdLst>
              <a:gd name="T0" fmla="*/ 344 w 502"/>
              <a:gd name="T1" fmla="*/ 28 h 55"/>
              <a:gd name="T2" fmla="*/ 317 w 502"/>
              <a:gd name="T3" fmla="*/ 55 h 55"/>
              <a:gd name="T4" fmla="*/ 28 w 502"/>
              <a:gd name="T5" fmla="*/ 55 h 55"/>
              <a:gd name="T6" fmla="*/ 0 w 502"/>
              <a:gd name="T7" fmla="*/ 28 h 55"/>
              <a:gd name="T8" fmla="*/ 28 w 502"/>
              <a:gd name="T9" fmla="*/ 0 h 55"/>
              <a:gd name="T10" fmla="*/ 317 w 502"/>
              <a:gd name="T11" fmla="*/ 0 h 55"/>
              <a:gd name="T12" fmla="*/ 344 w 502"/>
              <a:gd name="T13" fmla="*/ 28 h 55"/>
              <a:gd name="T14" fmla="*/ 396 w 502"/>
              <a:gd name="T15" fmla="*/ 0 h 55"/>
              <a:gd name="T16" fmla="*/ 368 w 502"/>
              <a:gd name="T17" fmla="*/ 28 h 55"/>
              <a:gd name="T18" fmla="*/ 396 w 502"/>
              <a:gd name="T19" fmla="*/ 55 h 55"/>
              <a:gd name="T20" fmla="*/ 423 w 502"/>
              <a:gd name="T21" fmla="*/ 28 h 55"/>
              <a:gd name="T22" fmla="*/ 396 w 502"/>
              <a:gd name="T23" fmla="*/ 0 h 55"/>
              <a:gd name="T24" fmla="*/ 475 w 502"/>
              <a:gd name="T25" fmla="*/ 0 h 55"/>
              <a:gd name="T26" fmla="*/ 448 w 502"/>
              <a:gd name="T27" fmla="*/ 28 h 55"/>
              <a:gd name="T28" fmla="*/ 475 w 502"/>
              <a:gd name="T29" fmla="*/ 55 h 55"/>
              <a:gd name="T30" fmla="*/ 502 w 502"/>
              <a:gd name="T31" fmla="*/ 28 h 55"/>
              <a:gd name="T32" fmla="*/ 475 w 502"/>
              <a:gd name="T3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02" h="55">
                <a:moveTo>
                  <a:pt x="344" y="28"/>
                </a:moveTo>
                <a:cubicBezTo>
                  <a:pt x="344" y="43"/>
                  <a:pt x="332" y="55"/>
                  <a:pt x="317" y="55"/>
                </a:cubicBezTo>
                <a:cubicBezTo>
                  <a:pt x="28" y="55"/>
                  <a:pt x="28" y="55"/>
                  <a:pt x="28" y="55"/>
                </a:cubicBez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17" y="0"/>
                  <a:pt x="317" y="0"/>
                  <a:pt x="317" y="0"/>
                </a:cubicBezTo>
                <a:cubicBezTo>
                  <a:pt x="332" y="0"/>
                  <a:pt x="344" y="13"/>
                  <a:pt x="344" y="28"/>
                </a:cubicBezTo>
                <a:close/>
                <a:moveTo>
                  <a:pt x="396" y="0"/>
                </a:moveTo>
                <a:cubicBezTo>
                  <a:pt x="381" y="0"/>
                  <a:pt x="368" y="13"/>
                  <a:pt x="368" y="28"/>
                </a:cubicBezTo>
                <a:cubicBezTo>
                  <a:pt x="368" y="43"/>
                  <a:pt x="381" y="55"/>
                  <a:pt x="396" y="55"/>
                </a:cubicBezTo>
                <a:cubicBezTo>
                  <a:pt x="411" y="55"/>
                  <a:pt x="423" y="43"/>
                  <a:pt x="423" y="28"/>
                </a:cubicBezTo>
                <a:cubicBezTo>
                  <a:pt x="423" y="13"/>
                  <a:pt x="411" y="0"/>
                  <a:pt x="396" y="0"/>
                </a:cubicBezTo>
                <a:close/>
                <a:moveTo>
                  <a:pt x="475" y="0"/>
                </a:moveTo>
                <a:cubicBezTo>
                  <a:pt x="460" y="0"/>
                  <a:pt x="448" y="13"/>
                  <a:pt x="448" y="28"/>
                </a:cubicBezTo>
                <a:cubicBezTo>
                  <a:pt x="448" y="43"/>
                  <a:pt x="460" y="55"/>
                  <a:pt x="475" y="55"/>
                </a:cubicBezTo>
                <a:cubicBezTo>
                  <a:pt x="490" y="55"/>
                  <a:pt x="502" y="43"/>
                  <a:pt x="502" y="28"/>
                </a:cubicBezTo>
                <a:cubicBezTo>
                  <a:pt x="502" y="13"/>
                  <a:pt x="490" y="0"/>
                  <a:pt x="475" y="0"/>
                </a:cubicBezTo>
                <a:close/>
              </a:path>
            </a:pathLst>
          </a:custGeom>
          <a:solidFill>
            <a:srgbClr val="1548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38"/>
          <p:cNvSpPr>
            <a:spLocks/>
          </p:cNvSpPr>
          <p:nvPr/>
        </p:nvSpPr>
        <p:spPr bwMode="auto">
          <a:xfrm>
            <a:off x="4044496" y="249690"/>
            <a:ext cx="1763713" cy="508000"/>
          </a:xfrm>
          <a:custGeom>
            <a:avLst/>
            <a:gdLst>
              <a:gd name="T0" fmla="*/ 444 w 470"/>
              <a:gd name="T1" fmla="*/ 84 h 135"/>
              <a:gd name="T2" fmla="*/ 389 w 470"/>
              <a:gd name="T3" fmla="*/ 84 h 135"/>
              <a:gd name="T4" fmla="*/ 372 w 470"/>
              <a:gd name="T5" fmla="*/ 67 h 135"/>
              <a:gd name="T6" fmla="*/ 389 w 470"/>
              <a:gd name="T7" fmla="*/ 50 h 135"/>
              <a:gd name="T8" fmla="*/ 428 w 470"/>
              <a:gd name="T9" fmla="*/ 50 h 135"/>
              <a:gd name="T10" fmla="*/ 453 w 470"/>
              <a:gd name="T11" fmla="*/ 25 h 135"/>
              <a:gd name="T12" fmla="*/ 428 w 470"/>
              <a:gd name="T13" fmla="*/ 0 h 135"/>
              <a:gd name="T14" fmla="*/ 131 w 470"/>
              <a:gd name="T15" fmla="*/ 0 h 135"/>
              <a:gd name="T16" fmla="*/ 105 w 470"/>
              <a:gd name="T17" fmla="*/ 25 h 135"/>
              <a:gd name="T18" fmla="*/ 131 w 470"/>
              <a:gd name="T19" fmla="*/ 50 h 135"/>
              <a:gd name="T20" fmla="*/ 327 w 470"/>
              <a:gd name="T21" fmla="*/ 50 h 135"/>
              <a:gd name="T22" fmla="*/ 344 w 470"/>
              <a:gd name="T23" fmla="*/ 67 h 135"/>
              <a:gd name="T24" fmla="*/ 327 w 470"/>
              <a:gd name="T25" fmla="*/ 84 h 135"/>
              <a:gd name="T26" fmla="*/ 25 w 470"/>
              <a:gd name="T27" fmla="*/ 84 h 135"/>
              <a:gd name="T28" fmla="*/ 0 w 470"/>
              <a:gd name="T29" fmla="*/ 110 h 135"/>
              <a:gd name="T30" fmla="*/ 25 w 470"/>
              <a:gd name="T31" fmla="*/ 135 h 135"/>
              <a:gd name="T32" fmla="*/ 444 w 470"/>
              <a:gd name="T33" fmla="*/ 135 h 135"/>
              <a:gd name="T34" fmla="*/ 470 w 470"/>
              <a:gd name="T35" fmla="*/ 110 h 135"/>
              <a:gd name="T36" fmla="*/ 444 w 470"/>
              <a:gd name="T37" fmla="*/ 84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0" h="135">
                <a:moveTo>
                  <a:pt x="444" y="84"/>
                </a:moveTo>
                <a:cubicBezTo>
                  <a:pt x="389" y="84"/>
                  <a:pt x="389" y="84"/>
                  <a:pt x="389" y="84"/>
                </a:cubicBezTo>
                <a:cubicBezTo>
                  <a:pt x="380" y="84"/>
                  <a:pt x="372" y="77"/>
                  <a:pt x="372" y="67"/>
                </a:cubicBezTo>
                <a:cubicBezTo>
                  <a:pt x="372" y="58"/>
                  <a:pt x="380" y="50"/>
                  <a:pt x="389" y="50"/>
                </a:cubicBezTo>
                <a:cubicBezTo>
                  <a:pt x="428" y="50"/>
                  <a:pt x="428" y="50"/>
                  <a:pt x="428" y="50"/>
                </a:cubicBezTo>
                <a:cubicBezTo>
                  <a:pt x="442" y="50"/>
                  <a:pt x="453" y="39"/>
                  <a:pt x="453" y="25"/>
                </a:cubicBezTo>
                <a:cubicBezTo>
                  <a:pt x="453" y="11"/>
                  <a:pt x="442" y="0"/>
                  <a:pt x="428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17" y="0"/>
                  <a:pt x="105" y="11"/>
                  <a:pt x="105" y="25"/>
                </a:cubicBezTo>
                <a:cubicBezTo>
                  <a:pt x="105" y="39"/>
                  <a:pt x="117" y="50"/>
                  <a:pt x="131" y="50"/>
                </a:cubicBezTo>
                <a:cubicBezTo>
                  <a:pt x="327" y="50"/>
                  <a:pt x="327" y="50"/>
                  <a:pt x="327" y="50"/>
                </a:cubicBezTo>
                <a:cubicBezTo>
                  <a:pt x="337" y="50"/>
                  <a:pt x="344" y="58"/>
                  <a:pt x="344" y="67"/>
                </a:cubicBezTo>
                <a:cubicBezTo>
                  <a:pt x="344" y="77"/>
                  <a:pt x="337" y="84"/>
                  <a:pt x="327" y="84"/>
                </a:cubicBezTo>
                <a:cubicBezTo>
                  <a:pt x="25" y="84"/>
                  <a:pt x="25" y="84"/>
                  <a:pt x="25" y="84"/>
                </a:cubicBezTo>
                <a:cubicBezTo>
                  <a:pt x="12" y="84"/>
                  <a:pt x="0" y="96"/>
                  <a:pt x="0" y="110"/>
                </a:cubicBezTo>
                <a:cubicBezTo>
                  <a:pt x="0" y="124"/>
                  <a:pt x="12" y="135"/>
                  <a:pt x="25" y="135"/>
                </a:cubicBezTo>
                <a:cubicBezTo>
                  <a:pt x="444" y="135"/>
                  <a:pt x="444" y="135"/>
                  <a:pt x="444" y="135"/>
                </a:cubicBezTo>
                <a:cubicBezTo>
                  <a:pt x="458" y="135"/>
                  <a:pt x="470" y="124"/>
                  <a:pt x="470" y="110"/>
                </a:cubicBezTo>
                <a:cubicBezTo>
                  <a:pt x="470" y="96"/>
                  <a:pt x="458" y="84"/>
                  <a:pt x="444" y="84"/>
                </a:cubicBezTo>
                <a:close/>
              </a:path>
            </a:pathLst>
          </a:custGeom>
          <a:gradFill>
            <a:gsLst>
              <a:gs pos="0">
                <a:srgbClr val="60728B"/>
              </a:gs>
              <a:gs pos="84000">
                <a:srgbClr val="23518A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39"/>
          <p:cNvSpPr>
            <a:spLocks/>
          </p:cNvSpPr>
          <p:nvPr/>
        </p:nvSpPr>
        <p:spPr bwMode="auto">
          <a:xfrm>
            <a:off x="6536871" y="711652"/>
            <a:ext cx="2286000" cy="598488"/>
          </a:xfrm>
          <a:custGeom>
            <a:avLst/>
            <a:gdLst>
              <a:gd name="T0" fmla="*/ 580 w 609"/>
              <a:gd name="T1" fmla="*/ 0 h 159"/>
              <a:gd name="T2" fmla="*/ 138 w 609"/>
              <a:gd name="T3" fmla="*/ 0 h 159"/>
              <a:gd name="T4" fmla="*/ 109 w 609"/>
              <a:gd name="T5" fmla="*/ 28 h 159"/>
              <a:gd name="T6" fmla="*/ 138 w 609"/>
              <a:gd name="T7" fmla="*/ 57 h 159"/>
              <a:gd name="T8" fmla="*/ 142 w 609"/>
              <a:gd name="T9" fmla="*/ 57 h 159"/>
              <a:gd name="T10" fmla="*/ 164 w 609"/>
              <a:gd name="T11" fmla="*/ 79 h 159"/>
              <a:gd name="T12" fmla="*/ 142 w 609"/>
              <a:gd name="T13" fmla="*/ 101 h 159"/>
              <a:gd name="T14" fmla="*/ 29 w 609"/>
              <a:gd name="T15" fmla="*/ 101 h 159"/>
              <a:gd name="T16" fmla="*/ 0 w 609"/>
              <a:gd name="T17" fmla="*/ 130 h 159"/>
              <a:gd name="T18" fmla="*/ 29 w 609"/>
              <a:gd name="T19" fmla="*/ 159 h 159"/>
              <a:gd name="T20" fmla="*/ 262 w 609"/>
              <a:gd name="T21" fmla="*/ 159 h 159"/>
              <a:gd name="T22" fmla="*/ 290 w 609"/>
              <a:gd name="T23" fmla="*/ 130 h 159"/>
              <a:gd name="T24" fmla="*/ 262 w 609"/>
              <a:gd name="T25" fmla="*/ 101 h 159"/>
              <a:gd name="T26" fmla="*/ 221 w 609"/>
              <a:gd name="T27" fmla="*/ 101 h 159"/>
              <a:gd name="T28" fmla="*/ 199 w 609"/>
              <a:gd name="T29" fmla="*/ 79 h 159"/>
              <a:gd name="T30" fmla="*/ 221 w 609"/>
              <a:gd name="T31" fmla="*/ 57 h 159"/>
              <a:gd name="T32" fmla="*/ 580 w 609"/>
              <a:gd name="T33" fmla="*/ 57 h 159"/>
              <a:gd name="T34" fmla="*/ 609 w 609"/>
              <a:gd name="T35" fmla="*/ 28 h 159"/>
              <a:gd name="T36" fmla="*/ 580 w 609"/>
              <a:gd name="T37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09" h="159">
                <a:moveTo>
                  <a:pt x="580" y="0"/>
                </a:moveTo>
                <a:cubicBezTo>
                  <a:pt x="138" y="0"/>
                  <a:pt x="138" y="0"/>
                  <a:pt x="138" y="0"/>
                </a:cubicBezTo>
                <a:cubicBezTo>
                  <a:pt x="122" y="0"/>
                  <a:pt x="109" y="12"/>
                  <a:pt x="109" y="28"/>
                </a:cubicBezTo>
                <a:cubicBezTo>
                  <a:pt x="109" y="44"/>
                  <a:pt x="122" y="57"/>
                  <a:pt x="138" y="57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54" y="57"/>
                  <a:pt x="164" y="67"/>
                  <a:pt x="164" y="79"/>
                </a:cubicBezTo>
                <a:cubicBezTo>
                  <a:pt x="164" y="91"/>
                  <a:pt x="154" y="101"/>
                  <a:pt x="142" y="101"/>
                </a:cubicBezTo>
                <a:cubicBezTo>
                  <a:pt x="29" y="101"/>
                  <a:pt x="29" y="101"/>
                  <a:pt x="29" y="101"/>
                </a:cubicBezTo>
                <a:cubicBezTo>
                  <a:pt x="13" y="101"/>
                  <a:pt x="0" y="114"/>
                  <a:pt x="0" y="130"/>
                </a:cubicBezTo>
                <a:cubicBezTo>
                  <a:pt x="0" y="146"/>
                  <a:pt x="13" y="159"/>
                  <a:pt x="29" y="159"/>
                </a:cubicBezTo>
                <a:cubicBezTo>
                  <a:pt x="262" y="159"/>
                  <a:pt x="262" y="159"/>
                  <a:pt x="262" y="159"/>
                </a:cubicBezTo>
                <a:cubicBezTo>
                  <a:pt x="277" y="159"/>
                  <a:pt x="290" y="146"/>
                  <a:pt x="290" y="130"/>
                </a:cubicBezTo>
                <a:cubicBezTo>
                  <a:pt x="290" y="114"/>
                  <a:pt x="277" y="101"/>
                  <a:pt x="262" y="101"/>
                </a:cubicBezTo>
                <a:cubicBezTo>
                  <a:pt x="221" y="101"/>
                  <a:pt x="221" y="101"/>
                  <a:pt x="221" y="101"/>
                </a:cubicBezTo>
                <a:cubicBezTo>
                  <a:pt x="209" y="101"/>
                  <a:pt x="199" y="91"/>
                  <a:pt x="199" y="79"/>
                </a:cubicBezTo>
                <a:cubicBezTo>
                  <a:pt x="199" y="67"/>
                  <a:pt x="209" y="57"/>
                  <a:pt x="221" y="57"/>
                </a:cubicBezTo>
                <a:cubicBezTo>
                  <a:pt x="580" y="57"/>
                  <a:pt x="580" y="57"/>
                  <a:pt x="580" y="57"/>
                </a:cubicBezTo>
                <a:cubicBezTo>
                  <a:pt x="596" y="57"/>
                  <a:pt x="609" y="44"/>
                  <a:pt x="609" y="28"/>
                </a:cubicBezTo>
                <a:cubicBezTo>
                  <a:pt x="609" y="12"/>
                  <a:pt x="596" y="0"/>
                  <a:pt x="580" y="0"/>
                </a:cubicBezTo>
                <a:close/>
              </a:path>
            </a:pathLst>
          </a:custGeom>
          <a:gradFill>
            <a:gsLst>
              <a:gs pos="21000">
                <a:srgbClr val="9C938C"/>
              </a:gs>
              <a:gs pos="100000">
                <a:srgbClr val="23518A"/>
              </a:gs>
            </a:gsLst>
            <a:lin ang="21594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40"/>
          <p:cNvSpPr>
            <a:spLocks/>
          </p:cNvSpPr>
          <p:nvPr/>
        </p:nvSpPr>
        <p:spPr bwMode="auto">
          <a:xfrm>
            <a:off x="5070021" y="1305377"/>
            <a:ext cx="630238" cy="793750"/>
          </a:xfrm>
          <a:custGeom>
            <a:avLst/>
            <a:gdLst>
              <a:gd name="T0" fmla="*/ 105 w 168"/>
              <a:gd name="T1" fmla="*/ 0 h 211"/>
              <a:gd name="T2" fmla="*/ 168 w 168"/>
              <a:gd name="T3" fmla="*/ 21 h 211"/>
              <a:gd name="T4" fmla="*/ 87 w 168"/>
              <a:gd name="T5" fmla="*/ 106 h 211"/>
              <a:gd name="T6" fmla="*/ 168 w 168"/>
              <a:gd name="T7" fmla="*/ 191 h 211"/>
              <a:gd name="T8" fmla="*/ 105 w 168"/>
              <a:gd name="T9" fmla="*/ 211 h 211"/>
              <a:gd name="T10" fmla="*/ 0 w 168"/>
              <a:gd name="T11" fmla="*/ 106 h 211"/>
              <a:gd name="T12" fmla="*/ 105 w 168"/>
              <a:gd name="T13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8" h="211">
                <a:moveTo>
                  <a:pt x="105" y="0"/>
                </a:moveTo>
                <a:cubicBezTo>
                  <a:pt x="129" y="0"/>
                  <a:pt x="150" y="8"/>
                  <a:pt x="168" y="21"/>
                </a:cubicBezTo>
                <a:cubicBezTo>
                  <a:pt x="123" y="23"/>
                  <a:pt x="87" y="60"/>
                  <a:pt x="87" y="106"/>
                </a:cubicBezTo>
                <a:cubicBezTo>
                  <a:pt x="87" y="151"/>
                  <a:pt x="123" y="188"/>
                  <a:pt x="168" y="191"/>
                </a:cubicBezTo>
                <a:cubicBezTo>
                  <a:pt x="150" y="203"/>
                  <a:pt x="129" y="211"/>
                  <a:pt x="105" y="211"/>
                </a:cubicBezTo>
                <a:cubicBezTo>
                  <a:pt x="47" y="211"/>
                  <a:pt x="0" y="164"/>
                  <a:pt x="0" y="106"/>
                </a:cubicBezTo>
                <a:cubicBezTo>
                  <a:pt x="0" y="47"/>
                  <a:pt x="47" y="0"/>
                  <a:pt x="105" y="0"/>
                </a:cubicBezTo>
                <a:close/>
              </a:path>
            </a:pathLst>
          </a:custGeom>
          <a:solidFill>
            <a:srgbClr val="F6C89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41"/>
          <p:cNvSpPr>
            <a:spLocks/>
          </p:cNvSpPr>
          <p:nvPr/>
        </p:nvSpPr>
        <p:spPr bwMode="auto">
          <a:xfrm>
            <a:off x="5182733" y="-193223"/>
            <a:ext cx="193675" cy="173038"/>
          </a:xfrm>
          <a:custGeom>
            <a:avLst/>
            <a:gdLst>
              <a:gd name="T0" fmla="*/ 49 w 52"/>
              <a:gd name="T1" fmla="*/ 17 h 46"/>
              <a:gd name="T2" fmla="*/ 34 w 52"/>
              <a:gd name="T3" fmla="*/ 15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5 h 46"/>
              <a:gd name="T12" fmla="*/ 3 w 52"/>
              <a:gd name="T13" fmla="*/ 17 h 46"/>
              <a:gd name="T14" fmla="*/ 3 w 52"/>
              <a:gd name="T15" fmla="*/ 20 h 46"/>
              <a:gd name="T16" fmla="*/ 13 w 52"/>
              <a:gd name="T17" fmla="*/ 30 h 46"/>
              <a:gd name="T18" fmla="*/ 10 w 52"/>
              <a:gd name="T19" fmla="*/ 44 h 46"/>
              <a:gd name="T20" fmla="*/ 13 w 52"/>
              <a:gd name="T21" fmla="*/ 46 h 46"/>
              <a:gd name="T22" fmla="*/ 25 w 52"/>
              <a:gd name="T23" fmla="*/ 39 h 46"/>
              <a:gd name="T24" fmla="*/ 26 w 52"/>
              <a:gd name="T25" fmla="*/ 38 h 46"/>
              <a:gd name="T26" fmla="*/ 27 w 52"/>
              <a:gd name="T27" fmla="*/ 39 h 46"/>
              <a:gd name="T28" fmla="*/ 40 w 52"/>
              <a:gd name="T29" fmla="*/ 46 h 46"/>
              <a:gd name="T30" fmla="*/ 42 w 52"/>
              <a:gd name="T31" fmla="*/ 44 h 46"/>
              <a:gd name="T32" fmla="*/ 39 w 52"/>
              <a:gd name="T33" fmla="*/ 30 h 46"/>
              <a:gd name="T34" fmla="*/ 49 w 52"/>
              <a:gd name="T35" fmla="*/ 20 h 46"/>
              <a:gd name="T36" fmla="*/ 49 w 52"/>
              <a:gd name="T37" fmla="*/ 1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7"/>
                </a:moveTo>
                <a:cubicBezTo>
                  <a:pt x="45" y="16"/>
                  <a:pt x="34" y="15"/>
                  <a:pt x="34" y="15"/>
                </a:cubicBezTo>
                <a:cubicBezTo>
                  <a:pt x="34" y="15"/>
                  <a:pt x="28" y="4"/>
                  <a:pt x="27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5"/>
                </a:cubicBezTo>
                <a:cubicBezTo>
                  <a:pt x="18" y="15"/>
                  <a:pt x="7" y="16"/>
                  <a:pt x="3" y="17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30"/>
                  <a:pt x="13" y="30"/>
                </a:cubicBezTo>
                <a:cubicBezTo>
                  <a:pt x="13" y="30"/>
                  <a:pt x="11" y="42"/>
                  <a:pt x="10" y="44"/>
                </a:cubicBezTo>
                <a:cubicBezTo>
                  <a:pt x="10" y="46"/>
                  <a:pt x="11" y="46"/>
                  <a:pt x="13" y="46"/>
                </a:cubicBezTo>
                <a:cubicBezTo>
                  <a:pt x="14" y="45"/>
                  <a:pt x="25" y="39"/>
                  <a:pt x="25" y="39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38" y="45"/>
                  <a:pt x="40" y="46"/>
                </a:cubicBezTo>
                <a:cubicBezTo>
                  <a:pt x="41" y="46"/>
                  <a:pt x="42" y="46"/>
                  <a:pt x="42" y="44"/>
                </a:cubicBezTo>
                <a:cubicBezTo>
                  <a:pt x="41" y="42"/>
                  <a:pt x="39" y="30"/>
                  <a:pt x="39" y="30"/>
                </a:cubicBezTo>
                <a:cubicBezTo>
                  <a:pt x="39" y="30"/>
                  <a:pt x="48" y="21"/>
                  <a:pt x="49" y="20"/>
                </a:cubicBezTo>
                <a:cubicBezTo>
                  <a:pt x="51" y="19"/>
                  <a:pt x="52" y="17"/>
                  <a:pt x="49" y="17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42"/>
          <p:cNvSpPr>
            <a:spLocks/>
          </p:cNvSpPr>
          <p:nvPr/>
        </p:nvSpPr>
        <p:spPr bwMode="auto">
          <a:xfrm>
            <a:off x="1477508" y="840240"/>
            <a:ext cx="198438" cy="173038"/>
          </a:xfrm>
          <a:custGeom>
            <a:avLst/>
            <a:gdLst>
              <a:gd name="T0" fmla="*/ 26 w 53"/>
              <a:gd name="T1" fmla="*/ 0 h 46"/>
              <a:gd name="T2" fmla="*/ 26 w 53"/>
              <a:gd name="T3" fmla="*/ 0 h 46"/>
              <a:gd name="T4" fmla="*/ 25 w 53"/>
              <a:gd name="T5" fmla="*/ 2 h 46"/>
              <a:gd name="T6" fmla="*/ 18 w 53"/>
              <a:gd name="T7" fmla="*/ 14 h 46"/>
              <a:gd name="T8" fmla="*/ 3 w 53"/>
              <a:gd name="T9" fmla="*/ 16 h 46"/>
              <a:gd name="T10" fmla="*/ 3 w 53"/>
              <a:gd name="T11" fmla="*/ 20 h 46"/>
              <a:gd name="T12" fmla="*/ 13 w 53"/>
              <a:gd name="T13" fmla="*/ 29 h 46"/>
              <a:gd name="T14" fmla="*/ 11 w 53"/>
              <a:gd name="T15" fmla="*/ 44 h 46"/>
              <a:gd name="T16" fmla="*/ 12 w 53"/>
              <a:gd name="T17" fmla="*/ 46 h 46"/>
              <a:gd name="T18" fmla="*/ 13 w 53"/>
              <a:gd name="T19" fmla="*/ 46 h 46"/>
              <a:gd name="T20" fmla="*/ 25 w 53"/>
              <a:gd name="T21" fmla="*/ 38 h 46"/>
              <a:gd name="T22" fmla="*/ 26 w 53"/>
              <a:gd name="T23" fmla="*/ 38 h 46"/>
              <a:gd name="T24" fmla="*/ 27 w 53"/>
              <a:gd name="T25" fmla="*/ 38 h 46"/>
              <a:gd name="T26" fmla="*/ 40 w 53"/>
              <a:gd name="T27" fmla="*/ 46 h 46"/>
              <a:gd name="T28" fmla="*/ 41 w 53"/>
              <a:gd name="T29" fmla="*/ 46 h 46"/>
              <a:gd name="T30" fmla="*/ 42 w 53"/>
              <a:gd name="T31" fmla="*/ 44 h 46"/>
              <a:gd name="T32" fmla="*/ 39 w 53"/>
              <a:gd name="T33" fmla="*/ 29 h 46"/>
              <a:gd name="T34" fmla="*/ 49 w 53"/>
              <a:gd name="T35" fmla="*/ 20 h 46"/>
              <a:gd name="T36" fmla="*/ 49 w 53"/>
              <a:gd name="T37" fmla="*/ 16 h 46"/>
              <a:gd name="T38" fmla="*/ 34 w 53"/>
              <a:gd name="T39" fmla="*/ 14 h 46"/>
              <a:gd name="T40" fmla="*/ 28 w 53"/>
              <a:gd name="T41" fmla="*/ 2 h 46"/>
              <a:gd name="T42" fmla="*/ 26 w 53"/>
              <a:gd name="T43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6"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1" y="44"/>
                </a:cubicBezTo>
                <a:cubicBezTo>
                  <a:pt x="10" y="45"/>
                  <a:pt x="11" y="46"/>
                  <a:pt x="12" y="46"/>
                </a:cubicBezTo>
                <a:cubicBezTo>
                  <a:pt x="12" y="46"/>
                  <a:pt x="12" y="46"/>
                  <a:pt x="13" y="46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40" y="46"/>
                </a:cubicBezTo>
                <a:cubicBezTo>
                  <a:pt x="40" y="46"/>
                  <a:pt x="41" y="46"/>
                  <a:pt x="41" y="46"/>
                </a:cubicBezTo>
                <a:cubicBezTo>
                  <a:pt x="42" y="46"/>
                  <a:pt x="42" y="45"/>
                  <a:pt x="42" y="44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20"/>
                </a:cubicBezTo>
                <a:cubicBezTo>
                  <a:pt x="51" y="19"/>
                  <a:pt x="53" y="17"/>
                  <a:pt x="49" y="16"/>
                </a:cubicBez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8" y="2"/>
                </a:cubicBezTo>
                <a:cubicBezTo>
                  <a:pt x="27" y="1"/>
                  <a:pt x="27" y="0"/>
                  <a:pt x="26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43"/>
          <p:cNvSpPr>
            <a:spLocks/>
          </p:cNvSpPr>
          <p:nvPr/>
        </p:nvSpPr>
        <p:spPr bwMode="auto">
          <a:xfrm>
            <a:off x="6330496" y="144915"/>
            <a:ext cx="198438" cy="168275"/>
          </a:xfrm>
          <a:custGeom>
            <a:avLst/>
            <a:gdLst>
              <a:gd name="T0" fmla="*/ 26 w 53"/>
              <a:gd name="T1" fmla="*/ 0 h 45"/>
              <a:gd name="T2" fmla="*/ 26 w 53"/>
              <a:gd name="T3" fmla="*/ 0 h 45"/>
              <a:gd name="T4" fmla="*/ 25 w 53"/>
              <a:gd name="T5" fmla="*/ 1 h 45"/>
              <a:gd name="T6" fmla="*/ 18 w 53"/>
              <a:gd name="T7" fmla="*/ 14 h 45"/>
              <a:gd name="T8" fmla="*/ 4 w 53"/>
              <a:gd name="T9" fmla="*/ 16 h 45"/>
              <a:gd name="T10" fmla="*/ 3 w 53"/>
              <a:gd name="T11" fmla="*/ 19 h 45"/>
              <a:gd name="T12" fmla="*/ 13 w 53"/>
              <a:gd name="T13" fmla="*/ 29 h 45"/>
              <a:gd name="T14" fmla="*/ 11 w 53"/>
              <a:gd name="T15" fmla="*/ 43 h 45"/>
              <a:gd name="T16" fmla="*/ 12 w 53"/>
              <a:gd name="T17" fmla="*/ 45 h 45"/>
              <a:gd name="T18" fmla="*/ 13 w 53"/>
              <a:gd name="T19" fmla="*/ 45 h 45"/>
              <a:gd name="T20" fmla="*/ 26 w 53"/>
              <a:gd name="T21" fmla="*/ 38 h 45"/>
              <a:gd name="T22" fmla="*/ 27 w 53"/>
              <a:gd name="T23" fmla="*/ 37 h 45"/>
              <a:gd name="T24" fmla="*/ 27 w 53"/>
              <a:gd name="T25" fmla="*/ 38 h 45"/>
              <a:gd name="T26" fmla="*/ 40 w 53"/>
              <a:gd name="T27" fmla="*/ 45 h 45"/>
              <a:gd name="T28" fmla="*/ 41 w 53"/>
              <a:gd name="T29" fmla="*/ 45 h 45"/>
              <a:gd name="T30" fmla="*/ 42 w 53"/>
              <a:gd name="T31" fmla="*/ 43 h 45"/>
              <a:gd name="T32" fmla="*/ 40 w 53"/>
              <a:gd name="T33" fmla="*/ 29 h 45"/>
              <a:gd name="T34" fmla="*/ 50 w 53"/>
              <a:gd name="T35" fmla="*/ 19 h 45"/>
              <a:gd name="T36" fmla="*/ 49 w 53"/>
              <a:gd name="T37" fmla="*/ 16 h 45"/>
              <a:gd name="T38" fmla="*/ 35 w 53"/>
              <a:gd name="T39" fmla="*/ 14 h 45"/>
              <a:gd name="T40" fmla="*/ 28 w 53"/>
              <a:gd name="T41" fmla="*/ 1 h 45"/>
              <a:gd name="T42" fmla="*/ 26 w 53"/>
              <a:gd name="T43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5"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5" y="0"/>
                  <a:pt x="25" y="1"/>
                </a:cubicBezTo>
                <a:cubicBezTo>
                  <a:pt x="24" y="3"/>
                  <a:pt x="20" y="10"/>
                  <a:pt x="18" y="14"/>
                </a:cubicBezTo>
                <a:cubicBezTo>
                  <a:pt x="18" y="14"/>
                  <a:pt x="7" y="15"/>
                  <a:pt x="4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4" y="20"/>
                  <a:pt x="13" y="29"/>
                  <a:pt x="13" y="29"/>
                </a:cubicBezTo>
                <a:cubicBezTo>
                  <a:pt x="13" y="29"/>
                  <a:pt x="11" y="41"/>
                  <a:pt x="11" y="43"/>
                </a:cubicBezTo>
                <a:cubicBezTo>
                  <a:pt x="11" y="45"/>
                  <a:pt x="11" y="45"/>
                  <a:pt x="12" y="45"/>
                </a:cubicBezTo>
                <a:cubicBezTo>
                  <a:pt x="12" y="45"/>
                  <a:pt x="13" y="45"/>
                  <a:pt x="13" y="45"/>
                </a:cubicBezTo>
                <a:cubicBezTo>
                  <a:pt x="15" y="44"/>
                  <a:pt x="26" y="38"/>
                  <a:pt x="26" y="38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9" y="44"/>
                  <a:pt x="40" y="45"/>
                </a:cubicBezTo>
                <a:cubicBezTo>
                  <a:pt x="40" y="45"/>
                  <a:pt x="41" y="45"/>
                  <a:pt x="41" y="45"/>
                </a:cubicBezTo>
                <a:cubicBezTo>
                  <a:pt x="42" y="45"/>
                  <a:pt x="43" y="45"/>
                  <a:pt x="42" y="43"/>
                </a:cubicBezTo>
                <a:cubicBezTo>
                  <a:pt x="42" y="41"/>
                  <a:pt x="40" y="29"/>
                  <a:pt x="40" y="29"/>
                </a:cubicBezTo>
                <a:cubicBezTo>
                  <a:pt x="40" y="29"/>
                  <a:pt x="49" y="20"/>
                  <a:pt x="50" y="19"/>
                </a:cubicBezTo>
                <a:cubicBezTo>
                  <a:pt x="51" y="18"/>
                  <a:pt x="53" y="16"/>
                  <a:pt x="49" y="16"/>
                </a:cubicBezTo>
                <a:cubicBezTo>
                  <a:pt x="46" y="15"/>
                  <a:pt x="35" y="14"/>
                  <a:pt x="35" y="14"/>
                </a:cubicBezTo>
                <a:cubicBezTo>
                  <a:pt x="35" y="14"/>
                  <a:pt x="29" y="3"/>
                  <a:pt x="28" y="1"/>
                </a:cubicBezTo>
                <a:cubicBezTo>
                  <a:pt x="27" y="1"/>
                  <a:pt x="27" y="0"/>
                  <a:pt x="26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44"/>
          <p:cNvSpPr>
            <a:spLocks/>
          </p:cNvSpPr>
          <p:nvPr/>
        </p:nvSpPr>
        <p:spPr bwMode="auto">
          <a:xfrm>
            <a:off x="6938508" y="2365827"/>
            <a:ext cx="198438" cy="173038"/>
          </a:xfrm>
          <a:custGeom>
            <a:avLst/>
            <a:gdLst>
              <a:gd name="T0" fmla="*/ 27 w 53"/>
              <a:gd name="T1" fmla="*/ 0 h 46"/>
              <a:gd name="T2" fmla="*/ 26 w 53"/>
              <a:gd name="T3" fmla="*/ 0 h 46"/>
              <a:gd name="T4" fmla="*/ 25 w 53"/>
              <a:gd name="T5" fmla="*/ 2 h 46"/>
              <a:gd name="T6" fmla="*/ 18 w 53"/>
              <a:gd name="T7" fmla="*/ 15 h 46"/>
              <a:gd name="T8" fmla="*/ 4 w 53"/>
              <a:gd name="T9" fmla="*/ 17 h 46"/>
              <a:gd name="T10" fmla="*/ 3 w 53"/>
              <a:gd name="T11" fmla="*/ 20 h 46"/>
              <a:gd name="T12" fmla="*/ 13 w 53"/>
              <a:gd name="T13" fmla="*/ 29 h 46"/>
              <a:gd name="T14" fmla="*/ 11 w 53"/>
              <a:gd name="T15" fmla="*/ 44 h 46"/>
              <a:gd name="T16" fmla="*/ 12 w 53"/>
              <a:gd name="T17" fmla="*/ 46 h 46"/>
              <a:gd name="T18" fmla="*/ 13 w 53"/>
              <a:gd name="T19" fmla="*/ 46 h 46"/>
              <a:gd name="T20" fmla="*/ 26 w 53"/>
              <a:gd name="T21" fmla="*/ 39 h 46"/>
              <a:gd name="T22" fmla="*/ 27 w 53"/>
              <a:gd name="T23" fmla="*/ 38 h 46"/>
              <a:gd name="T24" fmla="*/ 27 w 53"/>
              <a:gd name="T25" fmla="*/ 39 h 46"/>
              <a:gd name="T26" fmla="*/ 40 w 53"/>
              <a:gd name="T27" fmla="*/ 46 h 46"/>
              <a:gd name="T28" fmla="*/ 41 w 53"/>
              <a:gd name="T29" fmla="*/ 46 h 46"/>
              <a:gd name="T30" fmla="*/ 42 w 53"/>
              <a:gd name="T31" fmla="*/ 44 h 46"/>
              <a:gd name="T32" fmla="*/ 40 w 53"/>
              <a:gd name="T33" fmla="*/ 29 h 46"/>
              <a:gd name="T34" fmla="*/ 50 w 53"/>
              <a:gd name="T35" fmla="*/ 20 h 46"/>
              <a:gd name="T36" fmla="*/ 49 w 53"/>
              <a:gd name="T37" fmla="*/ 17 h 46"/>
              <a:gd name="T38" fmla="*/ 35 w 53"/>
              <a:gd name="T39" fmla="*/ 15 h 46"/>
              <a:gd name="T40" fmla="*/ 28 w 53"/>
              <a:gd name="T41" fmla="*/ 2 h 46"/>
              <a:gd name="T42" fmla="*/ 27 w 53"/>
              <a:gd name="T43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6">
                <a:moveTo>
                  <a:pt x="27" y="0"/>
                </a:moveTo>
                <a:cubicBezTo>
                  <a:pt x="27" y="0"/>
                  <a:pt x="26" y="0"/>
                  <a:pt x="26" y="0"/>
                </a:cubicBezTo>
                <a:cubicBezTo>
                  <a:pt x="26" y="0"/>
                  <a:pt x="26" y="1"/>
                  <a:pt x="25" y="2"/>
                </a:cubicBezTo>
                <a:cubicBezTo>
                  <a:pt x="24" y="4"/>
                  <a:pt x="20" y="11"/>
                  <a:pt x="18" y="15"/>
                </a:cubicBezTo>
                <a:cubicBezTo>
                  <a:pt x="18" y="15"/>
                  <a:pt x="7" y="16"/>
                  <a:pt x="4" y="17"/>
                </a:cubicBezTo>
                <a:cubicBezTo>
                  <a:pt x="0" y="17"/>
                  <a:pt x="2" y="19"/>
                  <a:pt x="3" y="20"/>
                </a:cubicBezTo>
                <a:cubicBezTo>
                  <a:pt x="5" y="21"/>
                  <a:pt x="13" y="29"/>
                  <a:pt x="13" y="29"/>
                </a:cubicBezTo>
                <a:cubicBezTo>
                  <a:pt x="13" y="29"/>
                  <a:pt x="11" y="42"/>
                  <a:pt x="11" y="44"/>
                </a:cubicBezTo>
                <a:cubicBezTo>
                  <a:pt x="11" y="45"/>
                  <a:pt x="11" y="46"/>
                  <a:pt x="12" y="46"/>
                </a:cubicBezTo>
                <a:cubicBezTo>
                  <a:pt x="12" y="46"/>
                  <a:pt x="13" y="46"/>
                  <a:pt x="13" y="46"/>
                </a:cubicBezTo>
                <a:cubicBezTo>
                  <a:pt x="15" y="45"/>
                  <a:pt x="26" y="39"/>
                  <a:pt x="26" y="39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39" y="45"/>
                  <a:pt x="40" y="46"/>
                </a:cubicBezTo>
                <a:cubicBezTo>
                  <a:pt x="41" y="46"/>
                  <a:pt x="41" y="46"/>
                  <a:pt x="41" y="46"/>
                </a:cubicBezTo>
                <a:cubicBezTo>
                  <a:pt x="42" y="46"/>
                  <a:pt x="43" y="45"/>
                  <a:pt x="42" y="44"/>
                </a:cubicBezTo>
                <a:cubicBezTo>
                  <a:pt x="42" y="42"/>
                  <a:pt x="40" y="29"/>
                  <a:pt x="40" y="29"/>
                </a:cubicBezTo>
                <a:cubicBezTo>
                  <a:pt x="40" y="29"/>
                  <a:pt x="49" y="21"/>
                  <a:pt x="50" y="20"/>
                </a:cubicBezTo>
                <a:cubicBezTo>
                  <a:pt x="51" y="19"/>
                  <a:pt x="53" y="17"/>
                  <a:pt x="49" y="17"/>
                </a:cubicBezTo>
                <a:cubicBezTo>
                  <a:pt x="46" y="16"/>
                  <a:pt x="35" y="15"/>
                  <a:pt x="35" y="15"/>
                </a:cubicBezTo>
                <a:cubicBezTo>
                  <a:pt x="35" y="15"/>
                  <a:pt x="29" y="4"/>
                  <a:pt x="28" y="2"/>
                </a:cubicBezTo>
                <a:cubicBezTo>
                  <a:pt x="28" y="1"/>
                  <a:pt x="27" y="0"/>
                  <a:pt x="27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45"/>
          <p:cNvSpPr>
            <a:spLocks/>
          </p:cNvSpPr>
          <p:nvPr/>
        </p:nvSpPr>
        <p:spPr bwMode="auto">
          <a:xfrm>
            <a:off x="4544558" y="2451552"/>
            <a:ext cx="198438" cy="173038"/>
          </a:xfrm>
          <a:custGeom>
            <a:avLst/>
            <a:gdLst>
              <a:gd name="T0" fmla="*/ 26 w 53"/>
              <a:gd name="T1" fmla="*/ 0 h 46"/>
              <a:gd name="T2" fmla="*/ 26 w 53"/>
              <a:gd name="T3" fmla="*/ 0 h 46"/>
              <a:gd name="T4" fmla="*/ 25 w 53"/>
              <a:gd name="T5" fmla="*/ 2 h 46"/>
              <a:gd name="T6" fmla="*/ 18 w 53"/>
              <a:gd name="T7" fmla="*/ 14 h 46"/>
              <a:gd name="T8" fmla="*/ 4 w 53"/>
              <a:gd name="T9" fmla="*/ 16 h 46"/>
              <a:gd name="T10" fmla="*/ 3 w 53"/>
              <a:gd name="T11" fmla="*/ 20 h 46"/>
              <a:gd name="T12" fmla="*/ 13 w 53"/>
              <a:gd name="T13" fmla="*/ 29 h 46"/>
              <a:gd name="T14" fmla="*/ 11 w 53"/>
              <a:gd name="T15" fmla="*/ 44 h 46"/>
              <a:gd name="T16" fmla="*/ 12 w 53"/>
              <a:gd name="T17" fmla="*/ 46 h 46"/>
              <a:gd name="T18" fmla="*/ 13 w 53"/>
              <a:gd name="T19" fmla="*/ 46 h 46"/>
              <a:gd name="T20" fmla="*/ 26 w 53"/>
              <a:gd name="T21" fmla="*/ 38 h 46"/>
              <a:gd name="T22" fmla="*/ 26 w 53"/>
              <a:gd name="T23" fmla="*/ 38 h 46"/>
              <a:gd name="T24" fmla="*/ 27 w 53"/>
              <a:gd name="T25" fmla="*/ 38 h 46"/>
              <a:gd name="T26" fmla="*/ 40 w 53"/>
              <a:gd name="T27" fmla="*/ 46 h 46"/>
              <a:gd name="T28" fmla="*/ 41 w 53"/>
              <a:gd name="T29" fmla="*/ 46 h 46"/>
              <a:gd name="T30" fmla="*/ 42 w 53"/>
              <a:gd name="T31" fmla="*/ 44 h 46"/>
              <a:gd name="T32" fmla="*/ 40 w 53"/>
              <a:gd name="T33" fmla="*/ 29 h 46"/>
              <a:gd name="T34" fmla="*/ 50 w 53"/>
              <a:gd name="T35" fmla="*/ 20 h 46"/>
              <a:gd name="T36" fmla="*/ 49 w 53"/>
              <a:gd name="T37" fmla="*/ 16 h 46"/>
              <a:gd name="T38" fmla="*/ 35 w 53"/>
              <a:gd name="T39" fmla="*/ 14 h 46"/>
              <a:gd name="T40" fmla="*/ 28 w 53"/>
              <a:gd name="T41" fmla="*/ 2 h 46"/>
              <a:gd name="T42" fmla="*/ 26 w 53"/>
              <a:gd name="T43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6"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5" y="1"/>
                  <a:pt x="25" y="2"/>
                </a:cubicBezTo>
                <a:cubicBezTo>
                  <a:pt x="24" y="4"/>
                  <a:pt x="20" y="11"/>
                  <a:pt x="18" y="14"/>
                </a:cubicBezTo>
                <a:cubicBezTo>
                  <a:pt x="18" y="14"/>
                  <a:pt x="7" y="16"/>
                  <a:pt x="4" y="16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2"/>
                  <a:pt x="11" y="44"/>
                </a:cubicBezTo>
                <a:cubicBezTo>
                  <a:pt x="10" y="45"/>
                  <a:pt x="11" y="46"/>
                  <a:pt x="12" y="46"/>
                </a:cubicBezTo>
                <a:cubicBezTo>
                  <a:pt x="12" y="46"/>
                  <a:pt x="13" y="46"/>
                  <a:pt x="13" y="46"/>
                </a:cubicBezTo>
                <a:cubicBezTo>
                  <a:pt x="14" y="45"/>
                  <a:pt x="26" y="38"/>
                  <a:pt x="26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40" y="46"/>
                </a:cubicBezTo>
                <a:cubicBezTo>
                  <a:pt x="40" y="46"/>
                  <a:pt x="41" y="46"/>
                  <a:pt x="41" y="46"/>
                </a:cubicBezTo>
                <a:cubicBezTo>
                  <a:pt x="42" y="46"/>
                  <a:pt x="42" y="45"/>
                  <a:pt x="42" y="44"/>
                </a:cubicBezTo>
                <a:cubicBezTo>
                  <a:pt x="42" y="42"/>
                  <a:pt x="40" y="29"/>
                  <a:pt x="40" y="29"/>
                </a:cubicBezTo>
                <a:cubicBezTo>
                  <a:pt x="40" y="29"/>
                  <a:pt x="48" y="21"/>
                  <a:pt x="50" y="20"/>
                </a:cubicBezTo>
                <a:cubicBezTo>
                  <a:pt x="51" y="19"/>
                  <a:pt x="53" y="17"/>
                  <a:pt x="49" y="16"/>
                </a:cubicBezTo>
                <a:cubicBezTo>
                  <a:pt x="46" y="16"/>
                  <a:pt x="35" y="14"/>
                  <a:pt x="35" y="14"/>
                </a:cubicBezTo>
                <a:cubicBezTo>
                  <a:pt x="35" y="14"/>
                  <a:pt x="28" y="3"/>
                  <a:pt x="28" y="2"/>
                </a:cubicBezTo>
                <a:cubicBezTo>
                  <a:pt x="27" y="1"/>
                  <a:pt x="27" y="0"/>
                  <a:pt x="26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46"/>
          <p:cNvSpPr>
            <a:spLocks/>
          </p:cNvSpPr>
          <p:nvPr/>
        </p:nvSpPr>
        <p:spPr bwMode="auto">
          <a:xfrm>
            <a:off x="7929108" y="-77335"/>
            <a:ext cx="198438" cy="173038"/>
          </a:xfrm>
          <a:custGeom>
            <a:avLst/>
            <a:gdLst>
              <a:gd name="T0" fmla="*/ 49 w 53"/>
              <a:gd name="T1" fmla="*/ 16 h 46"/>
              <a:gd name="T2" fmla="*/ 34 w 53"/>
              <a:gd name="T3" fmla="*/ 15 h 46"/>
              <a:gd name="T4" fmla="*/ 28 w 53"/>
              <a:gd name="T5" fmla="*/ 2 h 46"/>
              <a:gd name="T6" fmla="*/ 26 w 53"/>
              <a:gd name="T7" fmla="*/ 0 h 46"/>
              <a:gd name="T8" fmla="*/ 25 w 53"/>
              <a:gd name="T9" fmla="*/ 2 h 46"/>
              <a:gd name="T10" fmla="*/ 18 w 53"/>
              <a:gd name="T11" fmla="*/ 14 h 46"/>
              <a:gd name="T12" fmla="*/ 4 w 53"/>
              <a:gd name="T13" fmla="*/ 16 h 46"/>
              <a:gd name="T14" fmla="*/ 3 w 53"/>
              <a:gd name="T15" fmla="*/ 19 h 46"/>
              <a:gd name="T16" fmla="*/ 13 w 53"/>
              <a:gd name="T17" fmla="*/ 29 h 46"/>
              <a:gd name="T18" fmla="*/ 11 w 53"/>
              <a:gd name="T19" fmla="*/ 43 h 46"/>
              <a:gd name="T20" fmla="*/ 13 w 53"/>
              <a:gd name="T21" fmla="*/ 45 h 46"/>
              <a:gd name="T22" fmla="*/ 26 w 53"/>
              <a:gd name="T23" fmla="*/ 38 h 46"/>
              <a:gd name="T24" fmla="*/ 27 w 53"/>
              <a:gd name="T25" fmla="*/ 38 h 46"/>
              <a:gd name="T26" fmla="*/ 27 w 53"/>
              <a:gd name="T27" fmla="*/ 38 h 46"/>
              <a:gd name="T28" fmla="*/ 40 w 53"/>
              <a:gd name="T29" fmla="*/ 45 h 46"/>
              <a:gd name="T30" fmla="*/ 42 w 53"/>
              <a:gd name="T31" fmla="*/ 43 h 46"/>
              <a:gd name="T32" fmla="*/ 40 w 53"/>
              <a:gd name="T33" fmla="*/ 29 h 46"/>
              <a:gd name="T34" fmla="*/ 50 w 53"/>
              <a:gd name="T35" fmla="*/ 19 h 46"/>
              <a:gd name="T36" fmla="*/ 49 w 53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3" h="46">
                <a:moveTo>
                  <a:pt x="49" y="16"/>
                </a:moveTo>
                <a:cubicBezTo>
                  <a:pt x="46" y="16"/>
                  <a:pt x="34" y="15"/>
                  <a:pt x="34" y="15"/>
                </a:cubicBezTo>
                <a:cubicBezTo>
                  <a:pt x="34" y="15"/>
                  <a:pt x="29" y="3"/>
                  <a:pt x="28" y="2"/>
                </a:cubicBezTo>
                <a:cubicBezTo>
                  <a:pt x="28" y="1"/>
                  <a:pt x="27" y="0"/>
                  <a:pt x="26" y="0"/>
                </a:cubicBezTo>
                <a:cubicBezTo>
                  <a:pt x="26" y="0"/>
                  <a:pt x="25" y="1"/>
                  <a:pt x="25" y="2"/>
                </a:cubicBezTo>
                <a:cubicBezTo>
                  <a:pt x="24" y="4"/>
                  <a:pt x="20" y="11"/>
                  <a:pt x="18" y="14"/>
                </a:cubicBezTo>
                <a:cubicBezTo>
                  <a:pt x="18" y="14"/>
                  <a:pt x="7" y="16"/>
                  <a:pt x="4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5" y="20"/>
                  <a:pt x="13" y="29"/>
                  <a:pt x="13" y="29"/>
                </a:cubicBezTo>
                <a:cubicBezTo>
                  <a:pt x="13" y="29"/>
                  <a:pt x="11" y="41"/>
                  <a:pt x="11" y="43"/>
                </a:cubicBezTo>
                <a:cubicBezTo>
                  <a:pt x="10" y="46"/>
                  <a:pt x="12" y="46"/>
                  <a:pt x="13" y="45"/>
                </a:cubicBezTo>
                <a:cubicBezTo>
                  <a:pt x="15" y="45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9" y="45"/>
                  <a:pt x="40" y="45"/>
                </a:cubicBezTo>
                <a:cubicBezTo>
                  <a:pt x="42" y="46"/>
                  <a:pt x="43" y="46"/>
                  <a:pt x="42" y="43"/>
                </a:cubicBezTo>
                <a:cubicBezTo>
                  <a:pt x="42" y="41"/>
                  <a:pt x="40" y="29"/>
                  <a:pt x="40" y="29"/>
                </a:cubicBezTo>
                <a:cubicBezTo>
                  <a:pt x="40" y="29"/>
                  <a:pt x="49" y="20"/>
                  <a:pt x="50" y="19"/>
                </a:cubicBezTo>
                <a:cubicBezTo>
                  <a:pt x="51" y="18"/>
                  <a:pt x="53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47"/>
          <p:cNvSpPr>
            <a:spLocks/>
          </p:cNvSpPr>
          <p:nvPr/>
        </p:nvSpPr>
        <p:spPr bwMode="auto">
          <a:xfrm>
            <a:off x="8724446" y="1373640"/>
            <a:ext cx="195263" cy="173038"/>
          </a:xfrm>
          <a:custGeom>
            <a:avLst/>
            <a:gdLst>
              <a:gd name="T0" fmla="*/ 49 w 52"/>
              <a:gd name="T1" fmla="*/ 16 h 46"/>
              <a:gd name="T2" fmla="*/ 34 w 52"/>
              <a:gd name="T3" fmla="*/ 14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4 h 46"/>
              <a:gd name="T12" fmla="*/ 3 w 52"/>
              <a:gd name="T13" fmla="*/ 16 h 46"/>
              <a:gd name="T14" fmla="*/ 3 w 52"/>
              <a:gd name="T15" fmla="*/ 19 h 46"/>
              <a:gd name="T16" fmla="*/ 13 w 52"/>
              <a:gd name="T17" fmla="*/ 29 h 46"/>
              <a:gd name="T18" fmla="*/ 10 w 52"/>
              <a:gd name="T19" fmla="*/ 43 h 46"/>
              <a:gd name="T20" fmla="*/ 12 w 52"/>
              <a:gd name="T21" fmla="*/ 45 h 46"/>
              <a:gd name="T22" fmla="*/ 25 w 52"/>
              <a:gd name="T23" fmla="*/ 38 h 46"/>
              <a:gd name="T24" fmla="*/ 26 w 52"/>
              <a:gd name="T25" fmla="*/ 38 h 46"/>
              <a:gd name="T26" fmla="*/ 27 w 52"/>
              <a:gd name="T27" fmla="*/ 38 h 46"/>
              <a:gd name="T28" fmla="*/ 39 w 52"/>
              <a:gd name="T29" fmla="*/ 45 h 46"/>
              <a:gd name="T30" fmla="*/ 42 w 52"/>
              <a:gd name="T31" fmla="*/ 43 h 46"/>
              <a:gd name="T32" fmla="*/ 39 w 52"/>
              <a:gd name="T33" fmla="*/ 29 h 46"/>
              <a:gd name="T34" fmla="*/ 49 w 52"/>
              <a:gd name="T35" fmla="*/ 19 h 46"/>
              <a:gd name="T36" fmla="*/ 49 w 52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6"/>
                </a:move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7" y="2"/>
                </a:cubicBezTo>
                <a:cubicBezTo>
                  <a:pt x="27" y="1"/>
                  <a:pt x="26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6"/>
                  <a:pt x="1" y="18"/>
                  <a:pt x="3" y="19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0" y="43"/>
                </a:cubicBezTo>
                <a:cubicBezTo>
                  <a:pt x="10" y="46"/>
                  <a:pt x="11" y="46"/>
                  <a:pt x="12" y="45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39" y="45"/>
                </a:cubicBezTo>
                <a:cubicBezTo>
                  <a:pt x="41" y="46"/>
                  <a:pt x="42" y="46"/>
                  <a:pt x="42" y="43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19"/>
                </a:cubicBezTo>
                <a:cubicBezTo>
                  <a:pt x="50" y="18"/>
                  <a:pt x="52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48"/>
          <p:cNvSpPr>
            <a:spLocks/>
          </p:cNvSpPr>
          <p:nvPr/>
        </p:nvSpPr>
        <p:spPr bwMode="auto">
          <a:xfrm>
            <a:off x="3031671" y="-231323"/>
            <a:ext cx="195263" cy="173038"/>
          </a:xfrm>
          <a:custGeom>
            <a:avLst/>
            <a:gdLst>
              <a:gd name="T0" fmla="*/ 49 w 52"/>
              <a:gd name="T1" fmla="*/ 16 h 46"/>
              <a:gd name="T2" fmla="*/ 34 w 52"/>
              <a:gd name="T3" fmla="*/ 14 h 46"/>
              <a:gd name="T4" fmla="*/ 27 w 52"/>
              <a:gd name="T5" fmla="*/ 2 h 46"/>
              <a:gd name="T6" fmla="*/ 26 w 52"/>
              <a:gd name="T7" fmla="*/ 0 h 46"/>
              <a:gd name="T8" fmla="*/ 24 w 52"/>
              <a:gd name="T9" fmla="*/ 2 h 46"/>
              <a:gd name="T10" fmla="*/ 18 w 52"/>
              <a:gd name="T11" fmla="*/ 14 h 46"/>
              <a:gd name="T12" fmla="*/ 3 w 52"/>
              <a:gd name="T13" fmla="*/ 16 h 46"/>
              <a:gd name="T14" fmla="*/ 3 w 52"/>
              <a:gd name="T15" fmla="*/ 19 h 46"/>
              <a:gd name="T16" fmla="*/ 13 w 52"/>
              <a:gd name="T17" fmla="*/ 29 h 46"/>
              <a:gd name="T18" fmla="*/ 10 w 52"/>
              <a:gd name="T19" fmla="*/ 43 h 46"/>
              <a:gd name="T20" fmla="*/ 13 w 52"/>
              <a:gd name="T21" fmla="*/ 45 h 46"/>
              <a:gd name="T22" fmla="*/ 25 w 52"/>
              <a:gd name="T23" fmla="*/ 38 h 46"/>
              <a:gd name="T24" fmla="*/ 26 w 52"/>
              <a:gd name="T25" fmla="*/ 38 h 46"/>
              <a:gd name="T26" fmla="*/ 27 w 52"/>
              <a:gd name="T27" fmla="*/ 38 h 46"/>
              <a:gd name="T28" fmla="*/ 39 w 52"/>
              <a:gd name="T29" fmla="*/ 45 h 46"/>
              <a:gd name="T30" fmla="*/ 42 w 52"/>
              <a:gd name="T31" fmla="*/ 43 h 46"/>
              <a:gd name="T32" fmla="*/ 39 w 52"/>
              <a:gd name="T33" fmla="*/ 29 h 46"/>
              <a:gd name="T34" fmla="*/ 49 w 52"/>
              <a:gd name="T35" fmla="*/ 19 h 46"/>
              <a:gd name="T36" fmla="*/ 49 w 52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6">
                <a:moveTo>
                  <a:pt x="49" y="16"/>
                </a:moveTo>
                <a:cubicBezTo>
                  <a:pt x="45" y="16"/>
                  <a:pt x="34" y="14"/>
                  <a:pt x="34" y="14"/>
                </a:cubicBezTo>
                <a:cubicBezTo>
                  <a:pt x="34" y="14"/>
                  <a:pt x="28" y="3"/>
                  <a:pt x="27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23" y="4"/>
                  <a:pt x="20" y="11"/>
                  <a:pt x="18" y="14"/>
                </a:cubicBezTo>
                <a:cubicBezTo>
                  <a:pt x="18" y="14"/>
                  <a:pt x="7" y="16"/>
                  <a:pt x="3" y="16"/>
                </a:cubicBezTo>
                <a:cubicBezTo>
                  <a:pt x="0" y="16"/>
                  <a:pt x="2" y="18"/>
                  <a:pt x="3" y="19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1"/>
                  <a:pt x="10" y="43"/>
                </a:cubicBezTo>
                <a:cubicBezTo>
                  <a:pt x="10" y="46"/>
                  <a:pt x="11" y="46"/>
                  <a:pt x="13" y="45"/>
                </a:cubicBezTo>
                <a:cubicBezTo>
                  <a:pt x="14" y="45"/>
                  <a:pt x="25" y="38"/>
                  <a:pt x="25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39" y="45"/>
                </a:cubicBezTo>
                <a:cubicBezTo>
                  <a:pt x="41" y="46"/>
                  <a:pt x="42" y="46"/>
                  <a:pt x="42" y="43"/>
                </a:cubicBezTo>
                <a:cubicBezTo>
                  <a:pt x="41" y="41"/>
                  <a:pt x="39" y="29"/>
                  <a:pt x="39" y="29"/>
                </a:cubicBezTo>
                <a:cubicBezTo>
                  <a:pt x="39" y="29"/>
                  <a:pt x="48" y="21"/>
                  <a:pt x="49" y="19"/>
                </a:cubicBezTo>
                <a:cubicBezTo>
                  <a:pt x="50" y="18"/>
                  <a:pt x="52" y="16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49"/>
          <p:cNvSpPr>
            <a:spLocks/>
          </p:cNvSpPr>
          <p:nvPr/>
        </p:nvSpPr>
        <p:spPr bwMode="auto">
          <a:xfrm>
            <a:off x="2949121" y="1568902"/>
            <a:ext cx="198438" cy="173038"/>
          </a:xfrm>
          <a:custGeom>
            <a:avLst/>
            <a:gdLst>
              <a:gd name="T0" fmla="*/ 49 w 53"/>
              <a:gd name="T1" fmla="*/ 16 h 46"/>
              <a:gd name="T2" fmla="*/ 34 w 53"/>
              <a:gd name="T3" fmla="*/ 15 h 46"/>
              <a:gd name="T4" fmla="*/ 28 w 53"/>
              <a:gd name="T5" fmla="*/ 2 h 46"/>
              <a:gd name="T6" fmla="*/ 26 w 53"/>
              <a:gd name="T7" fmla="*/ 0 h 46"/>
              <a:gd name="T8" fmla="*/ 25 w 53"/>
              <a:gd name="T9" fmla="*/ 2 h 46"/>
              <a:gd name="T10" fmla="*/ 18 w 53"/>
              <a:gd name="T11" fmla="*/ 15 h 46"/>
              <a:gd name="T12" fmla="*/ 3 w 53"/>
              <a:gd name="T13" fmla="*/ 16 h 46"/>
              <a:gd name="T14" fmla="*/ 3 w 53"/>
              <a:gd name="T15" fmla="*/ 20 h 46"/>
              <a:gd name="T16" fmla="*/ 13 w 53"/>
              <a:gd name="T17" fmla="*/ 29 h 46"/>
              <a:gd name="T18" fmla="*/ 11 w 53"/>
              <a:gd name="T19" fmla="*/ 44 h 46"/>
              <a:gd name="T20" fmla="*/ 13 w 53"/>
              <a:gd name="T21" fmla="*/ 46 h 46"/>
              <a:gd name="T22" fmla="*/ 26 w 53"/>
              <a:gd name="T23" fmla="*/ 38 h 46"/>
              <a:gd name="T24" fmla="*/ 26 w 53"/>
              <a:gd name="T25" fmla="*/ 38 h 46"/>
              <a:gd name="T26" fmla="*/ 27 w 53"/>
              <a:gd name="T27" fmla="*/ 38 h 46"/>
              <a:gd name="T28" fmla="*/ 40 w 53"/>
              <a:gd name="T29" fmla="*/ 46 h 46"/>
              <a:gd name="T30" fmla="*/ 42 w 53"/>
              <a:gd name="T31" fmla="*/ 44 h 46"/>
              <a:gd name="T32" fmla="*/ 40 w 53"/>
              <a:gd name="T33" fmla="*/ 29 h 46"/>
              <a:gd name="T34" fmla="*/ 50 w 53"/>
              <a:gd name="T35" fmla="*/ 20 h 46"/>
              <a:gd name="T36" fmla="*/ 49 w 53"/>
              <a:gd name="T37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3" h="46">
                <a:moveTo>
                  <a:pt x="49" y="16"/>
                </a:moveTo>
                <a:cubicBezTo>
                  <a:pt x="45" y="16"/>
                  <a:pt x="34" y="15"/>
                  <a:pt x="34" y="15"/>
                </a:cubicBezTo>
                <a:cubicBezTo>
                  <a:pt x="34" y="15"/>
                  <a:pt x="28" y="3"/>
                  <a:pt x="28" y="2"/>
                </a:cubicBezTo>
                <a:cubicBezTo>
                  <a:pt x="27" y="1"/>
                  <a:pt x="27" y="0"/>
                  <a:pt x="26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4" y="4"/>
                  <a:pt x="20" y="11"/>
                  <a:pt x="18" y="15"/>
                </a:cubicBezTo>
                <a:cubicBezTo>
                  <a:pt x="18" y="15"/>
                  <a:pt x="7" y="16"/>
                  <a:pt x="3" y="16"/>
                </a:cubicBezTo>
                <a:cubicBezTo>
                  <a:pt x="0" y="17"/>
                  <a:pt x="2" y="19"/>
                  <a:pt x="3" y="20"/>
                </a:cubicBezTo>
                <a:cubicBezTo>
                  <a:pt x="4" y="21"/>
                  <a:pt x="13" y="29"/>
                  <a:pt x="13" y="29"/>
                </a:cubicBezTo>
                <a:cubicBezTo>
                  <a:pt x="13" y="29"/>
                  <a:pt x="11" y="42"/>
                  <a:pt x="11" y="44"/>
                </a:cubicBezTo>
                <a:cubicBezTo>
                  <a:pt x="10" y="46"/>
                  <a:pt x="11" y="46"/>
                  <a:pt x="13" y="46"/>
                </a:cubicBezTo>
                <a:cubicBezTo>
                  <a:pt x="14" y="45"/>
                  <a:pt x="26" y="38"/>
                  <a:pt x="26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38" y="45"/>
                  <a:pt x="40" y="46"/>
                </a:cubicBezTo>
                <a:cubicBezTo>
                  <a:pt x="41" y="46"/>
                  <a:pt x="42" y="46"/>
                  <a:pt x="42" y="44"/>
                </a:cubicBezTo>
                <a:cubicBezTo>
                  <a:pt x="41" y="42"/>
                  <a:pt x="40" y="29"/>
                  <a:pt x="40" y="29"/>
                </a:cubicBezTo>
                <a:cubicBezTo>
                  <a:pt x="40" y="29"/>
                  <a:pt x="48" y="21"/>
                  <a:pt x="50" y="20"/>
                </a:cubicBezTo>
                <a:cubicBezTo>
                  <a:pt x="51" y="19"/>
                  <a:pt x="53" y="17"/>
                  <a:pt x="49" y="16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50"/>
          <p:cNvSpPr>
            <a:spLocks/>
          </p:cNvSpPr>
          <p:nvPr/>
        </p:nvSpPr>
        <p:spPr bwMode="auto">
          <a:xfrm>
            <a:off x="7741783" y="1467302"/>
            <a:ext cx="157163" cy="134938"/>
          </a:xfrm>
          <a:custGeom>
            <a:avLst/>
            <a:gdLst>
              <a:gd name="T0" fmla="*/ 39 w 42"/>
              <a:gd name="T1" fmla="*/ 12 h 36"/>
              <a:gd name="T2" fmla="*/ 28 w 42"/>
              <a:gd name="T3" fmla="*/ 11 h 36"/>
              <a:gd name="T4" fmla="*/ 22 w 42"/>
              <a:gd name="T5" fmla="*/ 1 h 36"/>
              <a:gd name="T6" fmla="*/ 21 w 42"/>
              <a:gd name="T7" fmla="*/ 0 h 36"/>
              <a:gd name="T8" fmla="*/ 20 w 42"/>
              <a:gd name="T9" fmla="*/ 1 h 36"/>
              <a:gd name="T10" fmla="*/ 15 w 42"/>
              <a:gd name="T11" fmla="*/ 11 h 36"/>
              <a:gd name="T12" fmla="*/ 3 w 42"/>
              <a:gd name="T13" fmla="*/ 12 h 36"/>
              <a:gd name="T14" fmla="*/ 3 w 42"/>
              <a:gd name="T15" fmla="*/ 15 h 36"/>
              <a:gd name="T16" fmla="*/ 11 w 42"/>
              <a:gd name="T17" fmla="*/ 23 h 36"/>
              <a:gd name="T18" fmla="*/ 9 w 42"/>
              <a:gd name="T19" fmla="*/ 34 h 36"/>
              <a:gd name="T20" fmla="*/ 11 w 42"/>
              <a:gd name="T21" fmla="*/ 36 h 36"/>
              <a:gd name="T22" fmla="*/ 21 w 42"/>
              <a:gd name="T23" fmla="*/ 30 h 36"/>
              <a:gd name="T24" fmla="*/ 21 w 42"/>
              <a:gd name="T25" fmla="*/ 30 h 36"/>
              <a:gd name="T26" fmla="*/ 22 w 42"/>
              <a:gd name="T27" fmla="*/ 30 h 36"/>
              <a:gd name="T28" fmla="*/ 32 w 42"/>
              <a:gd name="T29" fmla="*/ 36 h 36"/>
              <a:gd name="T30" fmla="*/ 34 w 42"/>
              <a:gd name="T31" fmla="*/ 34 h 36"/>
              <a:gd name="T32" fmla="*/ 32 w 42"/>
              <a:gd name="T33" fmla="*/ 23 h 36"/>
              <a:gd name="T34" fmla="*/ 40 w 42"/>
              <a:gd name="T35" fmla="*/ 15 h 36"/>
              <a:gd name="T36" fmla="*/ 39 w 42"/>
              <a:gd name="T3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2" h="36">
                <a:moveTo>
                  <a:pt x="39" y="12"/>
                </a:moveTo>
                <a:cubicBezTo>
                  <a:pt x="36" y="12"/>
                  <a:pt x="28" y="11"/>
                  <a:pt x="28" y="11"/>
                </a:cubicBezTo>
                <a:cubicBezTo>
                  <a:pt x="28" y="11"/>
                  <a:pt x="23" y="2"/>
                  <a:pt x="22" y="1"/>
                </a:cubicBezTo>
                <a:cubicBezTo>
                  <a:pt x="22" y="1"/>
                  <a:pt x="22" y="0"/>
                  <a:pt x="21" y="0"/>
                </a:cubicBezTo>
                <a:cubicBezTo>
                  <a:pt x="21" y="0"/>
                  <a:pt x="20" y="0"/>
                  <a:pt x="20" y="1"/>
                </a:cubicBezTo>
                <a:cubicBezTo>
                  <a:pt x="19" y="3"/>
                  <a:pt x="16" y="8"/>
                  <a:pt x="15" y="11"/>
                </a:cubicBezTo>
                <a:cubicBezTo>
                  <a:pt x="15" y="11"/>
                  <a:pt x="6" y="12"/>
                  <a:pt x="3" y="12"/>
                </a:cubicBezTo>
                <a:cubicBezTo>
                  <a:pt x="0" y="13"/>
                  <a:pt x="2" y="14"/>
                  <a:pt x="3" y="15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2"/>
                  <a:pt x="9" y="34"/>
                </a:cubicBezTo>
                <a:cubicBezTo>
                  <a:pt x="8" y="36"/>
                  <a:pt x="9" y="36"/>
                  <a:pt x="11" y="36"/>
                </a:cubicBezTo>
                <a:cubicBezTo>
                  <a:pt x="12" y="35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1" y="35"/>
                  <a:pt x="32" y="36"/>
                </a:cubicBezTo>
                <a:cubicBezTo>
                  <a:pt x="33" y="36"/>
                  <a:pt x="34" y="36"/>
                  <a:pt x="34" y="34"/>
                </a:cubicBezTo>
                <a:cubicBezTo>
                  <a:pt x="33" y="32"/>
                  <a:pt x="32" y="23"/>
                  <a:pt x="32" y="23"/>
                </a:cubicBezTo>
                <a:cubicBezTo>
                  <a:pt x="32" y="23"/>
                  <a:pt x="39" y="16"/>
                  <a:pt x="40" y="15"/>
                </a:cubicBezTo>
                <a:cubicBezTo>
                  <a:pt x="40" y="14"/>
                  <a:pt x="42" y="13"/>
                  <a:pt x="39" y="12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51"/>
          <p:cNvSpPr>
            <a:spLocks/>
          </p:cNvSpPr>
          <p:nvPr/>
        </p:nvSpPr>
        <p:spPr bwMode="auto">
          <a:xfrm>
            <a:off x="6352721" y="1535565"/>
            <a:ext cx="153988" cy="134938"/>
          </a:xfrm>
          <a:custGeom>
            <a:avLst/>
            <a:gdLst>
              <a:gd name="T0" fmla="*/ 39 w 41"/>
              <a:gd name="T1" fmla="*/ 13 h 36"/>
              <a:gd name="T2" fmla="*/ 27 w 41"/>
              <a:gd name="T3" fmla="*/ 11 h 36"/>
              <a:gd name="T4" fmla="*/ 22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3 w 41"/>
              <a:gd name="T13" fmla="*/ 13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6 h 36"/>
              <a:gd name="T22" fmla="*/ 20 w 41"/>
              <a:gd name="T23" fmla="*/ 30 h 36"/>
              <a:gd name="T24" fmla="*/ 21 w 41"/>
              <a:gd name="T25" fmla="*/ 30 h 36"/>
              <a:gd name="T26" fmla="*/ 21 w 41"/>
              <a:gd name="T27" fmla="*/ 30 h 36"/>
              <a:gd name="T28" fmla="*/ 31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9 w 41"/>
              <a:gd name="T37" fmla="*/ 1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9" y="13"/>
                </a:move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2" y="2"/>
                  <a:pt x="22" y="1"/>
                </a:cubicBezTo>
                <a:cubicBezTo>
                  <a:pt x="21" y="1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6" y="8"/>
                  <a:pt x="14" y="11"/>
                </a:cubicBezTo>
                <a:cubicBezTo>
                  <a:pt x="14" y="11"/>
                  <a:pt x="5" y="12"/>
                  <a:pt x="3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9" y="32"/>
                  <a:pt x="8" y="34"/>
                </a:cubicBezTo>
                <a:cubicBezTo>
                  <a:pt x="8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9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52"/>
          <p:cNvSpPr>
            <a:spLocks/>
          </p:cNvSpPr>
          <p:nvPr/>
        </p:nvSpPr>
        <p:spPr bwMode="auto">
          <a:xfrm>
            <a:off x="3879396" y="1937202"/>
            <a:ext cx="157163" cy="134938"/>
          </a:xfrm>
          <a:custGeom>
            <a:avLst/>
            <a:gdLst>
              <a:gd name="T0" fmla="*/ 21 w 42"/>
              <a:gd name="T1" fmla="*/ 0 h 36"/>
              <a:gd name="T2" fmla="*/ 21 w 42"/>
              <a:gd name="T3" fmla="*/ 0 h 36"/>
              <a:gd name="T4" fmla="*/ 20 w 42"/>
              <a:gd name="T5" fmla="*/ 1 h 36"/>
              <a:gd name="T6" fmla="*/ 15 w 42"/>
              <a:gd name="T7" fmla="*/ 11 h 36"/>
              <a:gd name="T8" fmla="*/ 3 w 42"/>
              <a:gd name="T9" fmla="*/ 13 h 36"/>
              <a:gd name="T10" fmla="*/ 3 w 42"/>
              <a:gd name="T11" fmla="*/ 16 h 36"/>
              <a:gd name="T12" fmla="*/ 11 w 42"/>
              <a:gd name="T13" fmla="*/ 23 h 36"/>
              <a:gd name="T14" fmla="*/ 9 w 42"/>
              <a:gd name="T15" fmla="*/ 34 h 36"/>
              <a:gd name="T16" fmla="*/ 10 w 42"/>
              <a:gd name="T17" fmla="*/ 36 h 36"/>
              <a:gd name="T18" fmla="*/ 11 w 42"/>
              <a:gd name="T19" fmla="*/ 36 h 36"/>
              <a:gd name="T20" fmla="*/ 21 w 42"/>
              <a:gd name="T21" fmla="*/ 30 h 36"/>
              <a:gd name="T22" fmla="*/ 21 w 42"/>
              <a:gd name="T23" fmla="*/ 30 h 36"/>
              <a:gd name="T24" fmla="*/ 22 w 42"/>
              <a:gd name="T25" fmla="*/ 30 h 36"/>
              <a:gd name="T26" fmla="*/ 32 w 42"/>
              <a:gd name="T27" fmla="*/ 36 h 36"/>
              <a:gd name="T28" fmla="*/ 33 w 42"/>
              <a:gd name="T29" fmla="*/ 36 h 36"/>
              <a:gd name="T30" fmla="*/ 33 w 42"/>
              <a:gd name="T31" fmla="*/ 34 h 36"/>
              <a:gd name="T32" fmla="*/ 32 w 42"/>
              <a:gd name="T33" fmla="*/ 23 h 36"/>
              <a:gd name="T34" fmla="*/ 39 w 42"/>
              <a:gd name="T35" fmla="*/ 16 h 36"/>
              <a:gd name="T36" fmla="*/ 39 w 42"/>
              <a:gd name="T37" fmla="*/ 13 h 36"/>
              <a:gd name="T38" fmla="*/ 28 w 42"/>
              <a:gd name="T39" fmla="*/ 11 h 36"/>
              <a:gd name="T40" fmla="*/ 22 w 42"/>
              <a:gd name="T41" fmla="*/ 2 h 36"/>
              <a:gd name="T42" fmla="*/ 21 w 42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36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1"/>
                  <a:pt x="20" y="1"/>
                </a:cubicBezTo>
                <a:cubicBezTo>
                  <a:pt x="19" y="3"/>
                  <a:pt x="16" y="9"/>
                  <a:pt x="15" y="11"/>
                </a:cubicBezTo>
                <a:cubicBezTo>
                  <a:pt x="15" y="11"/>
                  <a:pt x="6" y="13"/>
                  <a:pt x="3" y="13"/>
                </a:cubicBezTo>
                <a:cubicBezTo>
                  <a:pt x="0" y="13"/>
                  <a:pt x="2" y="15"/>
                  <a:pt x="3" y="16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3"/>
                  <a:pt x="9" y="34"/>
                </a:cubicBezTo>
                <a:cubicBezTo>
                  <a:pt x="9" y="36"/>
                  <a:pt x="9" y="36"/>
                  <a:pt x="10" y="36"/>
                </a:cubicBezTo>
                <a:cubicBezTo>
                  <a:pt x="10" y="36"/>
                  <a:pt x="10" y="36"/>
                  <a:pt x="11" y="36"/>
                </a:cubicBezTo>
                <a:cubicBezTo>
                  <a:pt x="12" y="35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1" y="35"/>
                  <a:pt x="32" y="36"/>
                </a:cubicBezTo>
                <a:cubicBezTo>
                  <a:pt x="32" y="36"/>
                  <a:pt x="32" y="36"/>
                  <a:pt x="33" y="36"/>
                </a:cubicBezTo>
                <a:cubicBezTo>
                  <a:pt x="33" y="36"/>
                  <a:pt x="34" y="36"/>
                  <a:pt x="33" y="34"/>
                </a:cubicBezTo>
                <a:cubicBezTo>
                  <a:pt x="33" y="33"/>
                  <a:pt x="32" y="23"/>
                  <a:pt x="32" y="23"/>
                </a:cubicBezTo>
                <a:cubicBezTo>
                  <a:pt x="32" y="23"/>
                  <a:pt x="39" y="16"/>
                  <a:pt x="39" y="16"/>
                </a:cubicBezTo>
                <a:cubicBezTo>
                  <a:pt x="40" y="15"/>
                  <a:pt x="42" y="13"/>
                  <a:pt x="39" y="13"/>
                </a:cubicBezTo>
                <a:cubicBezTo>
                  <a:pt x="36" y="13"/>
                  <a:pt x="28" y="11"/>
                  <a:pt x="28" y="11"/>
                </a:cubicBezTo>
                <a:cubicBezTo>
                  <a:pt x="28" y="11"/>
                  <a:pt x="23" y="3"/>
                  <a:pt x="22" y="2"/>
                </a:cubicBezTo>
                <a:cubicBezTo>
                  <a:pt x="22" y="1"/>
                  <a:pt x="22" y="0"/>
                  <a:pt x="21" y="0"/>
                </a:cubicBezTo>
              </a:path>
            </a:pathLst>
          </a:custGeom>
          <a:solidFill>
            <a:srgbClr val="FFFDF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53"/>
          <p:cNvSpPr>
            <a:spLocks/>
          </p:cNvSpPr>
          <p:nvPr/>
        </p:nvSpPr>
        <p:spPr bwMode="auto">
          <a:xfrm>
            <a:off x="5516108" y="2657927"/>
            <a:ext cx="157163" cy="139700"/>
          </a:xfrm>
          <a:custGeom>
            <a:avLst/>
            <a:gdLst>
              <a:gd name="T0" fmla="*/ 39 w 42"/>
              <a:gd name="T1" fmla="*/ 13 h 37"/>
              <a:gd name="T2" fmla="*/ 28 w 42"/>
              <a:gd name="T3" fmla="*/ 12 h 37"/>
              <a:gd name="T4" fmla="*/ 22 w 42"/>
              <a:gd name="T5" fmla="*/ 2 h 37"/>
              <a:gd name="T6" fmla="*/ 21 w 42"/>
              <a:gd name="T7" fmla="*/ 1 h 37"/>
              <a:gd name="T8" fmla="*/ 20 w 42"/>
              <a:gd name="T9" fmla="*/ 2 h 37"/>
              <a:gd name="T10" fmla="*/ 15 w 42"/>
              <a:gd name="T11" fmla="*/ 12 h 37"/>
              <a:gd name="T12" fmla="*/ 3 w 42"/>
              <a:gd name="T13" fmla="*/ 13 h 37"/>
              <a:gd name="T14" fmla="*/ 3 w 42"/>
              <a:gd name="T15" fmla="*/ 16 h 37"/>
              <a:gd name="T16" fmla="*/ 11 w 42"/>
              <a:gd name="T17" fmla="*/ 23 h 37"/>
              <a:gd name="T18" fmla="*/ 9 w 42"/>
              <a:gd name="T19" fmla="*/ 35 h 37"/>
              <a:gd name="T20" fmla="*/ 11 w 42"/>
              <a:gd name="T21" fmla="*/ 36 h 37"/>
              <a:gd name="T22" fmla="*/ 21 w 42"/>
              <a:gd name="T23" fmla="*/ 31 h 37"/>
              <a:gd name="T24" fmla="*/ 21 w 42"/>
              <a:gd name="T25" fmla="*/ 30 h 37"/>
              <a:gd name="T26" fmla="*/ 22 w 42"/>
              <a:gd name="T27" fmla="*/ 31 h 37"/>
              <a:gd name="T28" fmla="*/ 32 w 42"/>
              <a:gd name="T29" fmla="*/ 36 h 37"/>
              <a:gd name="T30" fmla="*/ 34 w 42"/>
              <a:gd name="T31" fmla="*/ 35 h 37"/>
              <a:gd name="T32" fmla="*/ 32 w 42"/>
              <a:gd name="T33" fmla="*/ 23 h 37"/>
              <a:gd name="T34" fmla="*/ 40 w 42"/>
              <a:gd name="T35" fmla="*/ 16 h 37"/>
              <a:gd name="T36" fmla="*/ 39 w 42"/>
              <a:gd name="T37" fmla="*/ 13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2" h="37">
                <a:moveTo>
                  <a:pt x="39" y="13"/>
                </a:moveTo>
                <a:cubicBezTo>
                  <a:pt x="36" y="13"/>
                  <a:pt x="28" y="12"/>
                  <a:pt x="28" y="12"/>
                </a:cubicBezTo>
                <a:cubicBezTo>
                  <a:pt x="28" y="12"/>
                  <a:pt x="23" y="3"/>
                  <a:pt x="22" y="2"/>
                </a:cubicBezTo>
                <a:cubicBezTo>
                  <a:pt x="22" y="1"/>
                  <a:pt x="22" y="0"/>
                  <a:pt x="21" y="1"/>
                </a:cubicBezTo>
                <a:cubicBezTo>
                  <a:pt x="21" y="1"/>
                  <a:pt x="20" y="1"/>
                  <a:pt x="20" y="2"/>
                </a:cubicBezTo>
                <a:cubicBezTo>
                  <a:pt x="19" y="4"/>
                  <a:pt x="16" y="9"/>
                  <a:pt x="15" y="12"/>
                </a:cubicBezTo>
                <a:cubicBezTo>
                  <a:pt x="15" y="12"/>
                  <a:pt x="6" y="13"/>
                  <a:pt x="3" y="13"/>
                </a:cubicBezTo>
                <a:cubicBezTo>
                  <a:pt x="0" y="14"/>
                  <a:pt x="2" y="15"/>
                  <a:pt x="3" y="16"/>
                </a:cubicBezTo>
                <a:cubicBezTo>
                  <a:pt x="4" y="17"/>
                  <a:pt x="11" y="23"/>
                  <a:pt x="11" y="23"/>
                </a:cubicBezTo>
                <a:cubicBezTo>
                  <a:pt x="11" y="23"/>
                  <a:pt x="9" y="33"/>
                  <a:pt x="9" y="35"/>
                </a:cubicBezTo>
                <a:cubicBezTo>
                  <a:pt x="8" y="37"/>
                  <a:pt x="9" y="37"/>
                  <a:pt x="11" y="36"/>
                </a:cubicBezTo>
                <a:cubicBezTo>
                  <a:pt x="12" y="36"/>
                  <a:pt x="21" y="31"/>
                  <a:pt x="21" y="31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31" y="36"/>
                  <a:pt x="32" y="36"/>
                </a:cubicBezTo>
                <a:cubicBezTo>
                  <a:pt x="33" y="37"/>
                  <a:pt x="34" y="37"/>
                  <a:pt x="34" y="35"/>
                </a:cubicBezTo>
                <a:cubicBezTo>
                  <a:pt x="33" y="33"/>
                  <a:pt x="32" y="23"/>
                  <a:pt x="32" y="23"/>
                </a:cubicBezTo>
                <a:cubicBezTo>
                  <a:pt x="32" y="23"/>
                  <a:pt x="39" y="17"/>
                  <a:pt x="40" y="16"/>
                </a:cubicBezTo>
                <a:cubicBezTo>
                  <a:pt x="40" y="15"/>
                  <a:pt x="42" y="14"/>
                  <a:pt x="39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54"/>
          <p:cNvSpPr>
            <a:spLocks/>
          </p:cNvSpPr>
          <p:nvPr/>
        </p:nvSpPr>
        <p:spPr bwMode="auto">
          <a:xfrm>
            <a:off x="10886621" y="1192665"/>
            <a:ext cx="158750" cy="136525"/>
          </a:xfrm>
          <a:custGeom>
            <a:avLst/>
            <a:gdLst>
              <a:gd name="T0" fmla="*/ 21 w 42"/>
              <a:gd name="T1" fmla="*/ 0 h 36"/>
              <a:gd name="T2" fmla="*/ 21 w 42"/>
              <a:gd name="T3" fmla="*/ 0 h 36"/>
              <a:gd name="T4" fmla="*/ 20 w 42"/>
              <a:gd name="T5" fmla="*/ 1 h 36"/>
              <a:gd name="T6" fmla="*/ 15 w 42"/>
              <a:gd name="T7" fmla="*/ 11 h 36"/>
              <a:gd name="T8" fmla="*/ 3 w 42"/>
              <a:gd name="T9" fmla="*/ 12 h 36"/>
              <a:gd name="T10" fmla="*/ 3 w 42"/>
              <a:gd name="T11" fmla="*/ 15 h 36"/>
              <a:gd name="T12" fmla="*/ 11 w 42"/>
              <a:gd name="T13" fmla="*/ 23 h 36"/>
              <a:gd name="T14" fmla="*/ 9 w 42"/>
              <a:gd name="T15" fmla="*/ 34 h 36"/>
              <a:gd name="T16" fmla="*/ 9 w 42"/>
              <a:gd name="T17" fmla="*/ 36 h 36"/>
              <a:gd name="T18" fmla="*/ 10 w 42"/>
              <a:gd name="T19" fmla="*/ 35 h 36"/>
              <a:gd name="T20" fmla="*/ 20 w 42"/>
              <a:gd name="T21" fmla="*/ 30 h 36"/>
              <a:gd name="T22" fmla="*/ 21 w 42"/>
              <a:gd name="T23" fmla="*/ 30 h 36"/>
              <a:gd name="T24" fmla="*/ 22 w 42"/>
              <a:gd name="T25" fmla="*/ 30 h 36"/>
              <a:gd name="T26" fmla="*/ 32 w 42"/>
              <a:gd name="T27" fmla="*/ 35 h 36"/>
              <a:gd name="T28" fmla="*/ 33 w 42"/>
              <a:gd name="T29" fmla="*/ 36 h 36"/>
              <a:gd name="T30" fmla="*/ 33 w 42"/>
              <a:gd name="T31" fmla="*/ 34 h 36"/>
              <a:gd name="T32" fmla="*/ 31 w 42"/>
              <a:gd name="T33" fmla="*/ 23 h 36"/>
              <a:gd name="T34" fmla="*/ 39 w 42"/>
              <a:gd name="T35" fmla="*/ 15 h 36"/>
              <a:gd name="T36" fmla="*/ 39 w 42"/>
              <a:gd name="T37" fmla="*/ 12 h 36"/>
              <a:gd name="T38" fmla="*/ 27 w 42"/>
              <a:gd name="T39" fmla="*/ 11 h 36"/>
              <a:gd name="T40" fmla="*/ 22 w 42"/>
              <a:gd name="T41" fmla="*/ 1 h 36"/>
              <a:gd name="T42" fmla="*/ 21 w 42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36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20" y="1"/>
                </a:cubicBezTo>
                <a:cubicBezTo>
                  <a:pt x="19" y="3"/>
                  <a:pt x="16" y="8"/>
                  <a:pt x="15" y="11"/>
                </a:cubicBezTo>
                <a:cubicBezTo>
                  <a:pt x="15" y="11"/>
                  <a:pt x="6" y="12"/>
                  <a:pt x="3" y="12"/>
                </a:cubicBezTo>
                <a:cubicBezTo>
                  <a:pt x="0" y="13"/>
                  <a:pt x="2" y="14"/>
                  <a:pt x="3" y="15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2"/>
                  <a:pt x="9" y="34"/>
                </a:cubicBezTo>
                <a:cubicBezTo>
                  <a:pt x="8" y="35"/>
                  <a:pt x="9" y="36"/>
                  <a:pt x="9" y="36"/>
                </a:cubicBezTo>
                <a:cubicBezTo>
                  <a:pt x="10" y="36"/>
                  <a:pt x="10" y="36"/>
                  <a:pt x="10" y="35"/>
                </a:cubicBezTo>
                <a:cubicBezTo>
                  <a:pt x="12" y="35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0" y="35"/>
                  <a:pt x="32" y="35"/>
                </a:cubicBezTo>
                <a:cubicBezTo>
                  <a:pt x="32" y="36"/>
                  <a:pt x="32" y="36"/>
                  <a:pt x="33" y="36"/>
                </a:cubicBezTo>
                <a:cubicBezTo>
                  <a:pt x="33" y="36"/>
                  <a:pt x="34" y="35"/>
                  <a:pt x="33" y="34"/>
                </a:cubicBezTo>
                <a:cubicBezTo>
                  <a:pt x="33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2" y="13"/>
                  <a:pt x="39" y="12"/>
                </a:cubicBez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3" y="2"/>
                  <a:pt x="22" y="1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55"/>
          <p:cNvSpPr>
            <a:spLocks/>
          </p:cNvSpPr>
          <p:nvPr/>
        </p:nvSpPr>
        <p:spPr bwMode="auto">
          <a:xfrm>
            <a:off x="10283371" y="-144010"/>
            <a:ext cx="153988" cy="134938"/>
          </a:xfrm>
          <a:custGeom>
            <a:avLst/>
            <a:gdLst>
              <a:gd name="T0" fmla="*/ 38 w 41"/>
              <a:gd name="T1" fmla="*/ 13 h 36"/>
              <a:gd name="T2" fmla="*/ 27 w 41"/>
              <a:gd name="T3" fmla="*/ 11 h 36"/>
              <a:gd name="T4" fmla="*/ 21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2 w 41"/>
              <a:gd name="T13" fmla="*/ 13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6 h 36"/>
              <a:gd name="T22" fmla="*/ 20 w 41"/>
              <a:gd name="T23" fmla="*/ 30 h 36"/>
              <a:gd name="T24" fmla="*/ 20 w 41"/>
              <a:gd name="T25" fmla="*/ 30 h 36"/>
              <a:gd name="T26" fmla="*/ 21 w 41"/>
              <a:gd name="T27" fmla="*/ 30 h 36"/>
              <a:gd name="T28" fmla="*/ 31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8" y="13"/>
                </a:moveTo>
                <a:cubicBezTo>
                  <a:pt x="35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1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3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56"/>
          <p:cNvSpPr>
            <a:spLocks/>
          </p:cNvSpPr>
          <p:nvPr/>
        </p:nvSpPr>
        <p:spPr bwMode="auto">
          <a:xfrm>
            <a:off x="9232446" y="644977"/>
            <a:ext cx="153988" cy="134938"/>
          </a:xfrm>
          <a:custGeom>
            <a:avLst/>
            <a:gdLst>
              <a:gd name="T0" fmla="*/ 20 w 41"/>
              <a:gd name="T1" fmla="*/ 0 h 36"/>
              <a:gd name="T2" fmla="*/ 20 w 41"/>
              <a:gd name="T3" fmla="*/ 0 h 36"/>
              <a:gd name="T4" fmla="*/ 19 w 41"/>
              <a:gd name="T5" fmla="*/ 1 h 36"/>
              <a:gd name="T6" fmla="*/ 14 w 41"/>
              <a:gd name="T7" fmla="*/ 11 h 36"/>
              <a:gd name="T8" fmla="*/ 2 w 41"/>
              <a:gd name="T9" fmla="*/ 12 h 36"/>
              <a:gd name="T10" fmla="*/ 2 w 41"/>
              <a:gd name="T11" fmla="*/ 15 h 36"/>
              <a:gd name="T12" fmla="*/ 10 w 41"/>
              <a:gd name="T13" fmla="*/ 23 h 36"/>
              <a:gd name="T14" fmla="*/ 8 w 41"/>
              <a:gd name="T15" fmla="*/ 34 h 36"/>
              <a:gd name="T16" fmla="*/ 9 w 41"/>
              <a:gd name="T17" fmla="*/ 36 h 36"/>
              <a:gd name="T18" fmla="*/ 10 w 41"/>
              <a:gd name="T19" fmla="*/ 35 h 36"/>
              <a:gd name="T20" fmla="*/ 20 w 41"/>
              <a:gd name="T21" fmla="*/ 30 h 36"/>
              <a:gd name="T22" fmla="*/ 20 w 41"/>
              <a:gd name="T23" fmla="*/ 29 h 36"/>
              <a:gd name="T24" fmla="*/ 21 w 41"/>
              <a:gd name="T25" fmla="*/ 30 h 36"/>
              <a:gd name="T26" fmla="*/ 31 w 41"/>
              <a:gd name="T27" fmla="*/ 35 h 36"/>
              <a:gd name="T28" fmla="*/ 32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2 h 36"/>
              <a:gd name="T38" fmla="*/ 27 w 41"/>
              <a:gd name="T39" fmla="*/ 11 h 36"/>
              <a:gd name="T40" fmla="*/ 21 w 41"/>
              <a:gd name="T41" fmla="*/ 1 h 36"/>
              <a:gd name="T42" fmla="*/ 20 w 41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36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2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5"/>
                  <a:pt x="8" y="36"/>
                  <a:pt x="9" y="36"/>
                </a:cubicBezTo>
                <a:cubicBezTo>
                  <a:pt x="9" y="36"/>
                  <a:pt x="9" y="36"/>
                  <a:pt x="10" y="35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29"/>
                  <a:pt x="20" y="29"/>
                  <a:pt x="20" y="29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5"/>
                </a:cubicBezTo>
                <a:cubicBezTo>
                  <a:pt x="31" y="36"/>
                  <a:pt x="32" y="36"/>
                  <a:pt x="32" y="36"/>
                </a:cubicBezTo>
                <a:cubicBezTo>
                  <a:pt x="33" y="36"/>
                  <a:pt x="33" y="35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2"/>
                </a:cubicBez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57"/>
          <p:cNvSpPr>
            <a:spLocks/>
          </p:cNvSpPr>
          <p:nvPr/>
        </p:nvSpPr>
        <p:spPr bwMode="auto">
          <a:xfrm>
            <a:off x="3496808" y="403677"/>
            <a:ext cx="153988" cy="134938"/>
          </a:xfrm>
          <a:custGeom>
            <a:avLst/>
            <a:gdLst>
              <a:gd name="T0" fmla="*/ 20 w 41"/>
              <a:gd name="T1" fmla="*/ 0 h 36"/>
              <a:gd name="T2" fmla="*/ 20 w 41"/>
              <a:gd name="T3" fmla="*/ 0 h 36"/>
              <a:gd name="T4" fmla="*/ 19 w 41"/>
              <a:gd name="T5" fmla="*/ 1 h 36"/>
              <a:gd name="T6" fmla="*/ 14 w 41"/>
              <a:gd name="T7" fmla="*/ 11 h 36"/>
              <a:gd name="T8" fmla="*/ 2 w 41"/>
              <a:gd name="T9" fmla="*/ 13 h 36"/>
              <a:gd name="T10" fmla="*/ 2 w 41"/>
              <a:gd name="T11" fmla="*/ 15 h 36"/>
              <a:gd name="T12" fmla="*/ 10 w 41"/>
              <a:gd name="T13" fmla="*/ 23 h 36"/>
              <a:gd name="T14" fmla="*/ 8 w 41"/>
              <a:gd name="T15" fmla="*/ 34 h 36"/>
              <a:gd name="T16" fmla="*/ 9 w 41"/>
              <a:gd name="T17" fmla="*/ 36 h 36"/>
              <a:gd name="T18" fmla="*/ 10 w 41"/>
              <a:gd name="T19" fmla="*/ 36 h 36"/>
              <a:gd name="T20" fmla="*/ 20 w 41"/>
              <a:gd name="T21" fmla="*/ 30 h 36"/>
              <a:gd name="T22" fmla="*/ 20 w 41"/>
              <a:gd name="T23" fmla="*/ 30 h 36"/>
              <a:gd name="T24" fmla="*/ 21 w 41"/>
              <a:gd name="T25" fmla="*/ 30 h 36"/>
              <a:gd name="T26" fmla="*/ 31 w 41"/>
              <a:gd name="T27" fmla="*/ 36 h 36"/>
              <a:gd name="T28" fmla="*/ 32 w 41"/>
              <a:gd name="T29" fmla="*/ 36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8 w 41"/>
              <a:gd name="T37" fmla="*/ 13 h 36"/>
              <a:gd name="T38" fmla="*/ 27 w 41"/>
              <a:gd name="T39" fmla="*/ 11 h 36"/>
              <a:gd name="T40" fmla="*/ 21 w 41"/>
              <a:gd name="T41" fmla="*/ 1 h 36"/>
              <a:gd name="T42" fmla="*/ 20 w 41"/>
              <a:gd name="T4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36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3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8" y="32"/>
                  <a:pt x="8" y="34"/>
                </a:cubicBezTo>
                <a:cubicBezTo>
                  <a:pt x="8" y="35"/>
                  <a:pt x="8" y="36"/>
                  <a:pt x="9" y="36"/>
                </a:cubicBezTo>
                <a:cubicBezTo>
                  <a:pt x="9" y="36"/>
                  <a:pt x="9" y="36"/>
                  <a:pt x="10" y="36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6"/>
                </a:cubicBezTo>
                <a:cubicBezTo>
                  <a:pt x="31" y="36"/>
                  <a:pt x="32" y="36"/>
                  <a:pt x="32" y="36"/>
                </a:cubicBezTo>
                <a:cubicBezTo>
                  <a:pt x="32" y="36"/>
                  <a:pt x="33" y="35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8" y="13"/>
                </a:cubicBezTo>
                <a:cubicBezTo>
                  <a:pt x="35" y="12"/>
                  <a:pt x="27" y="11"/>
                  <a:pt x="27" y="11"/>
                </a:cubicBezTo>
                <a:cubicBezTo>
                  <a:pt x="27" y="11"/>
                  <a:pt x="22" y="2"/>
                  <a:pt x="21" y="1"/>
                </a:cubicBezTo>
                <a:cubicBezTo>
                  <a:pt x="21" y="1"/>
                  <a:pt x="21" y="0"/>
                  <a:pt x="20" y="0"/>
                </a:cubicBezTo>
              </a:path>
            </a:pathLst>
          </a:custGeom>
          <a:solidFill>
            <a:srgbClr val="FFFD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58"/>
          <p:cNvSpPr>
            <a:spLocks/>
          </p:cNvSpPr>
          <p:nvPr/>
        </p:nvSpPr>
        <p:spPr bwMode="auto">
          <a:xfrm>
            <a:off x="794883" y="1140277"/>
            <a:ext cx="153988" cy="134938"/>
          </a:xfrm>
          <a:custGeom>
            <a:avLst/>
            <a:gdLst>
              <a:gd name="T0" fmla="*/ 39 w 41"/>
              <a:gd name="T1" fmla="*/ 12 h 36"/>
              <a:gd name="T2" fmla="*/ 27 w 41"/>
              <a:gd name="T3" fmla="*/ 11 h 36"/>
              <a:gd name="T4" fmla="*/ 22 w 41"/>
              <a:gd name="T5" fmla="*/ 1 h 36"/>
              <a:gd name="T6" fmla="*/ 20 w 41"/>
              <a:gd name="T7" fmla="*/ 0 h 36"/>
              <a:gd name="T8" fmla="*/ 19 w 41"/>
              <a:gd name="T9" fmla="*/ 1 h 36"/>
              <a:gd name="T10" fmla="*/ 14 w 41"/>
              <a:gd name="T11" fmla="*/ 11 h 36"/>
              <a:gd name="T12" fmla="*/ 2 w 41"/>
              <a:gd name="T13" fmla="*/ 12 h 36"/>
              <a:gd name="T14" fmla="*/ 2 w 41"/>
              <a:gd name="T15" fmla="*/ 15 h 36"/>
              <a:gd name="T16" fmla="*/ 10 w 41"/>
              <a:gd name="T17" fmla="*/ 23 h 36"/>
              <a:gd name="T18" fmla="*/ 8 w 41"/>
              <a:gd name="T19" fmla="*/ 34 h 36"/>
              <a:gd name="T20" fmla="*/ 10 w 41"/>
              <a:gd name="T21" fmla="*/ 35 h 36"/>
              <a:gd name="T22" fmla="*/ 20 w 41"/>
              <a:gd name="T23" fmla="*/ 30 h 36"/>
              <a:gd name="T24" fmla="*/ 20 w 41"/>
              <a:gd name="T25" fmla="*/ 29 h 36"/>
              <a:gd name="T26" fmla="*/ 21 w 41"/>
              <a:gd name="T27" fmla="*/ 30 h 36"/>
              <a:gd name="T28" fmla="*/ 31 w 41"/>
              <a:gd name="T29" fmla="*/ 35 h 36"/>
              <a:gd name="T30" fmla="*/ 33 w 41"/>
              <a:gd name="T31" fmla="*/ 34 h 36"/>
              <a:gd name="T32" fmla="*/ 31 w 41"/>
              <a:gd name="T33" fmla="*/ 23 h 36"/>
              <a:gd name="T34" fmla="*/ 39 w 41"/>
              <a:gd name="T35" fmla="*/ 15 h 36"/>
              <a:gd name="T36" fmla="*/ 39 w 41"/>
              <a:gd name="T3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1" h="36">
                <a:moveTo>
                  <a:pt x="39" y="12"/>
                </a:moveTo>
                <a:cubicBezTo>
                  <a:pt x="36" y="12"/>
                  <a:pt x="27" y="11"/>
                  <a:pt x="27" y="11"/>
                </a:cubicBezTo>
                <a:cubicBezTo>
                  <a:pt x="27" y="11"/>
                  <a:pt x="22" y="2"/>
                  <a:pt x="22" y="1"/>
                </a:cubicBezTo>
                <a:cubicBezTo>
                  <a:pt x="21" y="0"/>
                  <a:pt x="21" y="0"/>
                  <a:pt x="20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8" y="3"/>
                  <a:pt x="15" y="8"/>
                  <a:pt x="14" y="11"/>
                </a:cubicBezTo>
                <a:cubicBezTo>
                  <a:pt x="14" y="11"/>
                  <a:pt x="5" y="12"/>
                  <a:pt x="2" y="12"/>
                </a:cubicBezTo>
                <a:cubicBezTo>
                  <a:pt x="0" y="13"/>
                  <a:pt x="1" y="14"/>
                  <a:pt x="2" y="15"/>
                </a:cubicBezTo>
                <a:cubicBezTo>
                  <a:pt x="3" y="16"/>
                  <a:pt x="10" y="23"/>
                  <a:pt x="10" y="23"/>
                </a:cubicBezTo>
                <a:cubicBezTo>
                  <a:pt x="10" y="23"/>
                  <a:pt x="9" y="32"/>
                  <a:pt x="8" y="34"/>
                </a:cubicBezTo>
                <a:cubicBezTo>
                  <a:pt x="8" y="36"/>
                  <a:pt x="9" y="36"/>
                  <a:pt x="10" y="35"/>
                </a:cubicBezTo>
                <a:cubicBezTo>
                  <a:pt x="11" y="35"/>
                  <a:pt x="20" y="30"/>
                  <a:pt x="20" y="30"/>
                </a:cubicBezTo>
                <a:cubicBezTo>
                  <a:pt x="20" y="29"/>
                  <a:pt x="20" y="29"/>
                  <a:pt x="20" y="29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30" y="35"/>
                  <a:pt x="31" y="35"/>
                </a:cubicBezTo>
                <a:cubicBezTo>
                  <a:pt x="32" y="36"/>
                  <a:pt x="33" y="36"/>
                  <a:pt x="33" y="34"/>
                </a:cubicBezTo>
                <a:cubicBezTo>
                  <a:pt x="32" y="32"/>
                  <a:pt x="31" y="23"/>
                  <a:pt x="31" y="23"/>
                </a:cubicBezTo>
                <a:cubicBezTo>
                  <a:pt x="31" y="23"/>
                  <a:pt x="38" y="16"/>
                  <a:pt x="39" y="15"/>
                </a:cubicBezTo>
                <a:cubicBezTo>
                  <a:pt x="40" y="14"/>
                  <a:pt x="41" y="13"/>
                  <a:pt x="39" y="12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59"/>
          <p:cNvSpPr>
            <a:spLocks/>
          </p:cNvSpPr>
          <p:nvPr/>
        </p:nvSpPr>
        <p:spPr bwMode="auto">
          <a:xfrm>
            <a:off x="4138158" y="1140277"/>
            <a:ext cx="158750" cy="134938"/>
          </a:xfrm>
          <a:custGeom>
            <a:avLst/>
            <a:gdLst>
              <a:gd name="T0" fmla="*/ 39 w 42"/>
              <a:gd name="T1" fmla="*/ 12 h 36"/>
              <a:gd name="T2" fmla="*/ 28 w 42"/>
              <a:gd name="T3" fmla="*/ 11 h 36"/>
              <a:gd name="T4" fmla="*/ 22 w 42"/>
              <a:gd name="T5" fmla="*/ 1 h 36"/>
              <a:gd name="T6" fmla="*/ 21 w 42"/>
              <a:gd name="T7" fmla="*/ 0 h 36"/>
              <a:gd name="T8" fmla="*/ 20 w 42"/>
              <a:gd name="T9" fmla="*/ 1 h 36"/>
              <a:gd name="T10" fmla="*/ 15 w 42"/>
              <a:gd name="T11" fmla="*/ 11 h 36"/>
              <a:gd name="T12" fmla="*/ 3 w 42"/>
              <a:gd name="T13" fmla="*/ 12 h 36"/>
              <a:gd name="T14" fmla="*/ 3 w 42"/>
              <a:gd name="T15" fmla="*/ 15 h 36"/>
              <a:gd name="T16" fmla="*/ 11 w 42"/>
              <a:gd name="T17" fmla="*/ 23 h 36"/>
              <a:gd name="T18" fmla="*/ 9 w 42"/>
              <a:gd name="T19" fmla="*/ 34 h 36"/>
              <a:gd name="T20" fmla="*/ 11 w 42"/>
              <a:gd name="T21" fmla="*/ 35 h 36"/>
              <a:gd name="T22" fmla="*/ 21 w 42"/>
              <a:gd name="T23" fmla="*/ 30 h 36"/>
              <a:gd name="T24" fmla="*/ 21 w 42"/>
              <a:gd name="T25" fmla="*/ 29 h 36"/>
              <a:gd name="T26" fmla="*/ 22 w 42"/>
              <a:gd name="T27" fmla="*/ 30 h 36"/>
              <a:gd name="T28" fmla="*/ 32 w 42"/>
              <a:gd name="T29" fmla="*/ 35 h 36"/>
              <a:gd name="T30" fmla="*/ 34 w 42"/>
              <a:gd name="T31" fmla="*/ 34 h 36"/>
              <a:gd name="T32" fmla="*/ 32 w 42"/>
              <a:gd name="T33" fmla="*/ 23 h 36"/>
              <a:gd name="T34" fmla="*/ 40 w 42"/>
              <a:gd name="T35" fmla="*/ 15 h 36"/>
              <a:gd name="T36" fmla="*/ 39 w 42"/>
              <a:gd name="T3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2" h="36">
                <a:moveTo>
                  <a:pt x="39" y="12"/>
                </a:moveTo>
                <a:cubicBezTo>
                  <a:pt x="36" y="12"/>
                  <a:pt x="28" y="11"/>
                  <a:pt x="28" y="11"/>
                </a:cubicBezTo>
                <a:cubicBezTo>
                  <a:pt x="28" y="11"/>
                  <a:pt x="23" y="2"/>
                  <a:pt x="22" y="1"/>
                </a:cubicBezTo>
                <a:cubicBezTo>
                  <a:pt x="22" y="0"/>
                  <a:pt x="22" y="0"/>
                  <a:pt x="21" y="0"/>
                </a:cubicBezTo>
                <a:cubicBezTo>
                  <a:pt x="21" y="0"/>
                  <a:pt x="20" y="0"/>
                  <a:pt x="20" y="1"/>
                </a:cubicBezTo>
                <a:cubicBezTo>
                  <a:pt x="19" y="3"/>
                  <a:pt x="16" y="8"/>
                  <a:pt x="15" y="11"/>
                </a:cubicBezTo>
                <a:cubicBezTo>
                  <a:pt x="15" y="11"/>
                  <a:pt x="6" y="12"/>
                  <a:pt x="3" y="12"/>
                </a:cubicBezTo>
                <a:cubicBezTo>
                  <a:pt x="0" y="13"/>
                  <a:pt x="2" y="14"/>
                  <a:pt x="3" y="15"/>
                </a:cubicBezTo>
                <a:cubicBezTo>
                  <a:pt x="4" y="16"/>
                  <a:pt x="11" y="23"/>
                  <a:pt x="11" y="23"/>
                </a:cubicBezTo>
                <a:cubicBezTo>
                  <a:pt x="11" y="23"/>
                  <a:pt x="9" y="32"/>
                  <a:pt x="9" y="34"/>
                </a:cubicBezTo>
                <a:cubicBezTo>
                  <a:pt x="8" y="36"/>
                  <a:pt x="9" y="36"/>
                  <a:pt x="11" y="35"/>
                </a:cubicBezTo>
                <a:cubicBezTo>
                  <a:pt x="12" y="35"/>
                  <a:pt x="21" y="30"/>
                  <a:pt x="21" y="30"/>
                </a:cubicBezTo>
                <a:cubicBezTo>
                  <a:pt x="21" y="29"/>
                  <a:pt x="21" y="29"/>
                  <a:pt x="21" y="29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31" y="35"/>
                  <a:pt x="32" y="35"/>
                </a:cubicBezTo>
                <a:cubicBezTo>
                  <a:pt x="33" y="36"/>
                  <a:pt x="34" y="36"/>
                  <a:pt x="34" y="34"/>
                </a:cubicBezTo>
                <a:cubicBezTo>
                  <a:pt x="33" y="32"/>
                  <a:pt x="32" y="23"/>
                  <a:pt x="32" y="23"/>
                </a:cubicBezTo>
                <a:cubicBezTo>
                  <a:pt x="32" y="23"/>
                  <a:pt x="39" y="16"/>
                  <a:pt x="40" y="15"/>
                </a:cubicBezTo>
                <a:cubicBezTo>
                  <a:pt x="40" y="14"/>
                  <a:pt x="42" y="13"/>
                  <a:pt x="39" y="12"/>
                </a:cubicBezTo>
                <a:close/>
              </a:path>
            </a:pathLst>
          </a:custGeom>
          <a:solidFill>
            <a:srgbClr val="FFF7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FBBA0EF3-1225-8046-F6C8-B9569A780FFC}"/>
              </a:ext>
            </a:extLst>
          </p:cNvPr>
          <p:cNvSpPr txBox="1"/>
          <p:nvPr/>
        </p:nvSpPr>
        <p:spPr>
          <a:xfrm>
            <a:off x="1026038" y="2959552"/>
            <a:ext cx="10487645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游戏周期为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12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个月，每个月企业都会面临一个决策问题，企业做出的不同选择将产生不同的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生态值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和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经济值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变化</a:t>
            </a:r>
            <a:endParaRPr lang="en-US" altLang="zh-CN" sz="2400" b="1" dirty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政府在特定环节根据各企业表现制定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惩罚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或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奖励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 smtClean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政策</a:t>
            </a:r>
            <a:endParaRPr lang="en-US" altLang="zh-CN" sz="2400" b="1" dirty="0" smtClean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en-US" sz="2400" b="1" dirty="0" smtClean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一年结束后，请政府设计</a:t>
            </a:r>
            <a:r>
              <a:rPr lang="en-US" altLang="zh-CN" sz="2400" b="1" dirty="0" smtClean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3</a:t>
            </a:r>
            <a:r>
              <a:rPr lang="zh-CN" altLang="en-US" sz="2400" b="1" dirty="0" smtClean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个奖项，为各个企业颁奖，各企业发表获奖感言</a:t>
            </a:r>
            <a:endParaRPr lang="en-US" altLang="zh-CN" sz="2400" b="1" dirty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祝大家都能扮演好自己的角色，体验双碳背景下企业与政府的抉择过程，游戏愉快！</a:t>
            </a:r>
          </a:p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u"/>
            </a:pPr>
            <a:endParaRPr lang="zh-CN" altLang="en-US" sz="2400" b="1" dirty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86850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8000"/>
    </mc:Choice>
    <mc:Fallback xmlns="">
      <p:transition advClick="0" advTm="8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" presetID="26" presetClass="emph" presetSubtype="0" repeatCount="indefinite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2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26" presetClass="emph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2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4" presetID="26" presetClass="emph" presetSubtype="0" repeatCount="indefinite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 tmFilter="0, 0; .2, .5; .8, .5; 1, 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" dur="250" autoRev="1" fill="hold"/>
                                        <p:tgtEl>
                                          <p:spTgt spid="1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6" presetClass="emph" presetSubtype="0" repeatCount="indefinite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 tmFilter="0, 0; .2, .5; .8, .5; 1, 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9" dur="250" autoRev="1" fill="hold"/>
                                        <p:tgtEl>
                                          <p:spTgt spid="3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0" presetID="26" presetClass="emph" presetSubtype="0" repeatCount="indefinite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 tmFilter="0, 0; .2, .5; .8, .5; 1, 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2" dur="250" autoRev="1" fill="hold"/>
                                        <p:tgtEl>
                                          <p:spTgt spid="2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26" presetClass="emph" presetSubtype="0" repeatCount="indefinite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 tmFilter="0, 0; .2, .5; .8, .5; 1, 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" dur="250" autoRev="1" fill="hold"/>
                                        <p:tgtEl>
                                          <p:spTgt spid="2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26" presetClass="emph" presetSubtype="0" repeatCount="indefinite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 tmFilter="0, 0; .2, .5; .8, .5; 1, 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" dur="250" autoRev="1" fill="hold"/>
                                        <p:tgtEl>
                                          <p:spTgt spid="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26" presetClass="emph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 tmFilter="0, 0; .2, .5; .8, .5; 1, 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1" dur="25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26" presetClass="emph" presetSubtype="0" repeatCount="indefinite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 tmFilter="0, 0; .2, .5; .8, .5; 1, 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4" dur="250" autoRev="1" fill="hold"/>
                                        <p:tgtEl>
                                          <p:spTgt spid="3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26" presetClass="emph" presetSubtype="0" repeatCount="indefinite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 tmFilter="0, 0; .2, .5; .8, .5; 1, 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7" dur="250" autoRev="1" fill="hold"/>
                                        <p:tgtEl>
                                          <p:spTgt spid="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26" presetClass="emph" presetSubtype="0" repeatCount="indefinite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 tmFilter="0, 0; .2, .5; .8, .5; 1, 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0" dur="250" autoRev="1" fill="hold"/>
                                        <p:tgtEl>
                                          <p:spTgt spid="2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26" presetClass="emph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 tmFilter="0, 0; .2, .5; .8, .5; 1, 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3" dur="250" autoRev="1" fill="hold"/>
                                        <p:tgtEl>
                                          <p:spTgt spid="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4" presetID="26" presetClass="emph" presetSubtype="0" repeatCount="indefinite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 tmFilter="0, 0; .2, .5; .8, .5; 1, 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6" dur="250" autoRev="1" fill="hold"/>
                                        <p:tgtEl>
                                          <p:spTgt spid="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7" presetID="26" presetClass="emph" presetSubtype="0" repeatCount="indefinite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9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0" presetID="26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 tmFilter="0, 0; .2, .5; .8, .5; 1, 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2" dur="250" autoRev="1" fill="hold"/>
                                        <p:tgtEl>
                                          <p:spTgt spid="1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26" presetClass="emph" presetSubtype="0" repeatCount="indefinite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 tmFilter="0, 0; .2, .5; .8, .5; 1, 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5" dur="250" autoRev="1" fill="hold"/>
                                        <p:tgtEl>
                                          <p:spTgt spid="3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6" presetID="26" presetClass="emph" presetSubtype="0" repeatCount="indefinite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 tmFilter="0, 0; .2, .5; .8, .5; 1, 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8" dur="250" autoRev="1" fill="hold"/>
                                        <p:tgtEl>
                                          <p:spTgt spid="2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17" grpId="0" animBg="1"/>
      <p:bldP spid="18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" name="任意多边形 729"/>
          <p:cNvSpPr/>
          <p:nvPr/>
        </p:nvSpPr>
        <p:spPr>
          <a:xfrm>
            <a:off x="7406906" y="3009615"/>
            <a:ext cx="2444038" cy="2441967"/>
          </a:xfrm>
          <a:custGeom>
            <a:avLst/>
            <a:gdLst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14400 w 4847771"/>
              <a:gd name="connsiteY2" fmla="*/ 132080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14400 w 4847771"/>
              <a:gd name="connsiteY2" fmla="*/ 132080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71550 w 4847771"/>
              <a:gd name="connsiteY2" fmla="*/ 133985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71550 w 4847771"/>
              <a:gd name="connsiteY2" fmla="*/ 133985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49325 w 4847771"/>
              <a:gd name="connsiteY2" fmla="*/ 133985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49325 w 4847771"/>
              <a:gd name="connsiteY2" fmla="*/ 133985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789715"/>
              <a:gd name="connsiteX1" fmla="*/ 914400 w 4847771"/>
              <a:gd name="connsiteY1" fmla="*/ 4789715 h 4789715"/>
              <a:gd name="connsiteX2" fmla="*/ 949325 w 4847771"/>
              <a:gd name="connsiteY2" fmla="*/ 1339850 h 4789715"/>
              <a:gd name="connsiteX3" fmla="*/ 1393371 w 4847771"/>
              <a:gd name="connsiteY3" fmla="*/ 914400 h 4789715"/>
              <a:gd name="connsiteX4" fmla="*/ 4847771 w 4847771"/>
              <a:gd name="connsiteY4" fmla="*/ 914400 h 4789715"/>
              <a:gd name="connsiteX5" fmla="*/ 4833257 w 4847771"/>
              <a:gd name="connsiteY5" fmla="*/ 0 h 4789715"/>
              <a:gd name="connsiteX6" fmla="*/ 972457 w 4847771"/>
              <a:gd name="connsiteY6" fmla="*/ 43543 h 4789715"/>
              <a:gd name="connsiteX7" fmla="*/ 0 w 4847771"/>
              <a:gd name="connsiteY7" fmla="*/ 1190172 h 4789715"/>
              <a:gd name="connsiteX8" fmla="*/ 43543 w 4847771"/>
              <a:gd name="connsiteY8" fmla="*/ 4775200 h 4789715"/>
              <a:gd name="connsiteX0" fmla="*/ 43543 w 4847771"/>
              <a:gd name="connsiteY0" fmla="*/ 4775200 h 4805590"/>
              <a:gd name="connsiteX1" fmla="*/ 946150 w 4847771"/>
              <a:gd name="connsiteY1" fmla="*/ 4805590 h 4805590"/>
              <a:gd name="connsiteX2" fmla="*/ 949325 w 4847771"/>
              <a:gd name="connsiteY2" fmla="*/ 1339850 h 4805590"/>
              <a:gd name="connsiteX3" fmla="*/ 1393371 w 4847771"/>
              <a:gd name="connsiteY3" fmla="*/ 914400 h 4805590"/>
              <a:gd name="connsiteX4" fmla="*/ 4847771 w 4847771"/>
              <a:gd name="connsiteY4" fmla="*/ 914400 h 4805590"/>
              <a:gd name="connsiteX5" fmla="*/ 4833257 w 4847771"/>
              <a:gd name="connsiteY5" fmla="*/ 0 h 4805590"/>
              <a:gd name="connsiteX6" fmla="*/ 972457 w 4847771"/>
              <a:gd name="connsiteY6" fmla="*/ 43543 h 4805590"/>
              <a:gd name="connsiteX7" fmla="*/ 0 w 4847771"/>
              <a:gd name="connsiteY7" fmla="*/ 1190172 h 4805590"/>
              <a:gd name="connsiteX8" fmla="*/ 43543 w 4847771"/>
              <a:gd name="connsiteY8" fmla="*/ 4775200 h 4805590"/>
              <a:gd name="connsiteX0" fmla="*/ 43543 w 4847771"/>
              <a:gd name="connsiteY0" fmla="*/ 4775200 h 4805590"/>
              <a:gd name="connsiteX1" fmla="*/ 946150 w 4847771"/>
              <a:gd name="connsiteY1" fmla="*/ 4805590 h 4805590"/>
              <a:gd name="connsiteX2" fmla="*/ 949325 w 4847771"/>
              <a:gd name="connsiteY2" fmla="*/ 1339850 h 4805590"/>
              <a:gd name="connsiteX3" fmla="*/ 1393371 w 4847771"/>
              <a:gd name="connsiteY3" fmla="*/ 914400 h 4805590"/>
              <a:gd name="connsiteX4" fmla="*/ 4847771 w 4847771"/>
              <a:gd name="connsiteY4" fmla="*/ 914400 h 4805590"/>
              <a:gd name="connsiteX5" fmla="*/ 4833257 w 4847771"/>
              <a:gd name="connsiteY5" fmla="*/ 0 h 4805590"/>
              <a:gd name="connsiteX6" fmla="*/ 972457 w 4847771"/>
              <a:gd name="connsiteY6" fmla="*/ 43543 h 4805590"/>
              <a:gd name="connsiteX7" fmla="*/ 0 w 4847771"/>
              <a:gd name="connsiteY7" fmla="*/ 1190172 h 4805590"/>
              <a:gd name="connsiteX8" fmla="*/ 43543 w 4847771"/>
              <a:gd name="connsiteY8" fmla="*/ 4775200 h 4805590"/>
              <a:gd name="connsiteX0" fmla="*/ 21318 w 4847771"/>
              <a:gd name="connsiteY0" fmla="*/ 4835525 h 4835525"/>
              <a:gd name="connsiteX1" fmla="*/ 946150 w 4847771"/>
              <a:gd name="connsiteY1" fmla="*/ 4805590 h 4835525"/>
              <a:gd name="connsiteX2" fmla="*/ 949325 w 4847771"/>
              <a:gd name="connsiteY2" fmla="*/ 1339850 h 4835525"/>
              <a:gd name="connsiteX3" fmla="*/ 1393371 w 4847771"/>
              <a:gd name="connsiteY3" fmla="*/ 914400 h 4835525"/>
              <a:gd name="connsiteX4" fmla="*/ 4847771 w 4847771"/>
              <a:gd name="connsiteY4" fmla="*/ 914400 h 4835525"/>
              <a:gd name="connsiteX5" fmla="*/ 4833257 w 4847771"/>
              <a:gd name="connsiteY5" fmla="*/ 0 h 4835525"/>
              <a:gd name="connsiteX6" fmla="*/ 972457 w 4847771"/>
              <a:gd name="connsiteY6" fmla="*/ 43543 h 4835525"/>
              <a:gd name="connsiteX7" fmla="*/ 0 w 4847771"/>
              <a:gd name="connsiteY7" fmla="*/ 1190172 h 4835525"/>
              <a:gd name="connsiteX8" fmla="*/ 21318 w 4847771"/>
              <a:gd name="connsiteY8" fmla="*/ 4835525 h 4835525"/>
              <a:gd name="connsiteX0" fmla="*/ 46718 w 4847771"/>
              <a:gd name="connsiteY0" fmla="*/ 4819650 h 4819650"/>
              <a:gd name="connsiteX1" fmla="*/ 946150 w 4847771"/>
              <a:gd name="connsiteY1" fmla="*/ 4805590 h 4819650"/>
              <a:gd name="connsiteX2" fmla="*/ 949325 w 4847771"/>
              <a:gd name="connsiteY2" fmla="*/ 1339850 h 4819650"/>
              <a:gd name="connsiteX3" fmla="*/ 1393371 w 4847771"/>
              <a:gd name="connsiteY3" fmla="*/ 914400 h 4819650"/>
              <a:gd name="connsiteX4" fmla="*/ 4847771 w 4847771"/>
              <a:gd name="connsiteY4" fmla="*/ 914400 h 4819650"/>
              <a:gd name="connsiteX5" fmla="*/ 4833257 w 4847771"/>
              <a:gd name="connsiteY5" fmla="*/ 0 h 4819650"/>
              <a:gd name="connsiteX6" fmla="*/ 972457 w 4847771"/>
              <a:gd name="connsiteY6" fmla="*/ 43543 h 4819650"/>
              <a:gd name="connsiteX7" fmla="*/ 0 w 4847771"/>
              <a:gd name="connsiteY7" fmla="*/ 1190172 h 4819650"/>
              <a:gd name="connsiteX8" fmla="*/ 46718 w 4847771"/>
              <a:gd name="connsiteY8" fmla="*/ 4819650 h 4819650"/>
              <a:gd name="connsiteX0" fmla="*/ 37193 w 4847771"/>
              <a:gd name="connsiteY0" fmla="*/ 4822825 h 4822825"/>
              <a:gd name="connsiteX1" fmla="*/ 946150 w 4847771"/>
              <a:gd name="connsiteY1" fmla="*/ 4805590 h 4822825"/>
              <a:gd name="connsiteX2" fmla="*/ 949325 w 4847771"/>
              <a:gd name="connsiteY2" fmla="*/ 1339850 h 4822825"/>
              <a:gd name="connsiteX3" fmla="*/ 1393371 w 4847771"/>
              <a:gd name="connsiteY3" fmla="*/ 914400 h 4822825"/>
              <a:gd name="connsiteX4" fmla="*/ 4847771 w 4847771"/>
              <a:gd name="connsiteY4" fmla="*/ 914400 h 4822825"/>
              <a:gd name="connsiteX5" fmla="*/ 4833257 w 4847771"/>
              <a:gd name="connsiteY5" fmla="*/ 0 h 4822825"/>
              <a:gd name="connsiteX6" fmla="*/ 972457 w 4847771"/>
              <a:gd name="connsiteY6" fmla="*/ 43543 h 4822825"/>
              <a:gd name="connsiteX7" fmla="*/ 0 w 4847771"/>
              <a:gd name="connsiteY7" fmla="*/ 1190172 h 4822825"/>
              <a:gd name="connsiteX8" fmla="*/ 37193 w 4847771"/>
              <a:gd name="connsiteY8" fmla="*/ 4822825 h 4822825"/>
              <a:gd name="connsiteX0" fmla="*/ 37193 w 4847771"/>
              <a:gd name="connsiteY0" fmla="*/ 4822825 h 4824640"/>
              <a:gd name="connsiteX1" fmla="*/ 946150 w 4847771"/>
              <a:gd name="connsiteY1" fmla="*/ 4824640 h 4824640"/>
              <a:gd name="connsiteX2" fmla="*/ 949325 w 4847771"/>
              <a:gd name="connsiteY2" fmla="*/ 1339850 h 4824640"/>
              <a:gd name="connsiteX3" fmla="*/ 1393371 w 4847771"/>
              <a:gd name="connsiteY3" fmla="*/ 914400 h 4824640"/>
              <a:gd name="connsiteX4" fmla="*/ 4847771 w 4847771"/>
              <a:gd name="connsiteY4" fmla="*/ 914400 h 4824640"/>
              <a:gd name="connsiteX5" fmla="*/ 4833257 w 4847771"/>
              <a:gd name="connsiteY5" fmla="*/ 0 h 4824640"/>
              <a:gd name="connsiteX6" fmla="*/ 972457 w 4847771"/>
              <a:gd name="connsiteY6" fmla="*/ 43543 h 4824640"/>
              <a:gd name="connsiteX7" fmla="*/ 0 w 4847771"/>
              <a:gd name="connsiteY7" fmla="*/ 1190172 h 4824640"/>
              <a:gd name="connsiteX8" fmla="*/ 37193 w 4847771"/>
              <a:gd name="connsiteY8" fmla="*/ 4822825 h 4824640"/>
              <a:gd name="connsiteX0" fmla="*/ 37193 w 4847771"/>
              <a:gd name="connsiteY0" fmla="*/ 4822825 h 4822825"/>
              <a:gd name="connsiteX1" fmla="*/ 942975 w 4847771"/>
              <a:gd name="connsiteY1" fmla="*/ 4818290 h 4822825"/>
              <a:gd name="connsiteX2" fmla="*/ 949325 w 4847771"/>
              <a:gd name="connsiteY2" fmla="*/ 1339850 h 4822825"/>
              <a:gd name="connsiteX3" fmla="*/ 1393371 w 4847771"/>
              <a:gd name="connsiteY3" fmla="*/ 914400 h 4822825"/>
              <a:gd name="connsiteX4" fmla="*/ 4847771 w 4847771"/>
              <a:gd name="connsiteY4" fmla="*/ 914400 h 4822825"/>
              <a:gd name="connsiteX5" fmla="*/ 4833257 w 4847771"/>
              <a:gd name="connsiteY5" fmla="*/ 0 h 4822825"/>
              <a:gd name="connsiteX6" fmla="*/ 972457 w 4847771"/>
              <a:gd name="connsiteY6" fmla="*/ 43543 h 4822825"/>
              <a:gd name="connsiteX7" fmla="*/ 0 w 4847771"/>
              <a:gd name="connsiteY7" fmla="*/ 1190172 h 4822825"/>
              <a:gd name="connsiteX8" fmla="*/ 37193 w 484777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940707 w 4816021"/>
              <a:gd name="connsiteY6" fmla="*/ 4354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1007382 w 4816021"/>
              <a:gd name="connsiteY6" fmla="*/ 40368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1020082 w 4816021"/>
              <a:gd name="connsiteY6" fmla="*/ 3719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1020082 w 4816021"/>
              <a:gd name="connsiteY6" fmla="*/ 3719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6021"/>
              <a:gd name="connsiteY0" fmla="*/ 4822825 h 4822825"/>
              <a:gd name="connsiteX1" fmla="*/ 911225 w 4816021"/>
              <a:gd name="connsiteY1" fmla="*/ 4818290 h 4822825"/>
              <a:gd name="connsiteX2" fmla="*/ 917575 w 4816021"/>
              <a:gd name="connsiteY2" fmla="*/ 1339850 h 4822825"/>
              <a:gd name="connsiteX3" fmla="*/ 1361621 w 4816021"/>
              <a:gd name="connsiteY3" fmla="*/ 914400 h 4822825"/>
              <a:gd name="connsiteX4" fmla="*/ 4816021 w 4816021"/>
              <a:gd name="connsiteY4" fmla="*/ 914400 h 4822825"/>
              <a:gd name="connsiteX5" fmla="*/ 4801507 w 4816021"/>
              <a:gd name="connsiteY5" fmla="*/ 0 h 4822825"/>
              <a:gd name="connsiteX6" fmla="*/ 1020082 w 4816021"/>
              <a:gd name="connsiteY6" fmla="*/ 37193 h 4822825"/>
              <a:gd name="connsiteX7" fmla="*/ 0 w 4816021"/>
              <a:gd name="connsiteY7" fmla="*/ 1196522 h 4822825"/>
              <a:gd name="connsiteX8" fmla="*/ 5443 w 4816021"/>
              <a:gd name="connsiteY8" fmla="*/ 4822825 h 4822825"/>
              <a:gd name="connsiteX0" fmla="*/ 5443 w 4817382"/>
              <a:gd name="connsiteY0" fmla="*/ 4813300 h 4813300"/>
              <a:gd name="connsiteX1" fmla="*/ 911225 w 4817382"/>
              <a:gd name="connsiteY1" fmla="*/ 4808765 h 4813300"/>
              <a:gd name="connsiteX2" fmla="*/ 917575 w 4817382"/>
              <a:gd name="connsiteY2" fmla="*/ 1330325 h 4813300"/>
              <a:gd name="connsiteX3" fmla="*/ 1361621 w 4817382"/>
              <a:gd name="connsiteY3" fmla="*/ 904875 h 4813300"/>
              <a:gd name="connsiteX4" fmla="*/ 4816021 w 4817382"/>
              <a:gd name="connsiteY4" fmla="*/ 904875 h 4813300"/>
              <a:gd name="connsiteX5" fmla="*/ 4817382 w 4817382"/>
              <a:gd name="connsiteY5" fmla="*/ 0 h 4813300"/>
              <a:gd name="connsiteX6" fmla="*/ 1020082 w 4817382"/>
              <a:gd name="connsiteY6" fmla="*/ 27668 h 4813300"/>
              <a:gd name="connsiteX7" fmla="*/ 0 w 4817382"/>
              <a:gd name="connsiteY7" fmla="*/ 1186997 h 4813300"/>
              <a:gd name="connsiteX8" fmla="*/ 5443 w 4817382"/>
              <a:gd name="connsiteY8" fmla="*/ 4813300 h 4813300"/>
              <a:gd name="connsiteX0" fmla="*/ 5443 w 4817382"/>
              <a:gd name="connsiteY0" fmla="*/ 4813300 h 4813300"/>
              <a:gd name="connsiteX1" fmla="*/ 911225 w 4817382"/>
              <a:gd name="connsiteY1" fmla="*/ 4808765 h 4813300"/>
              <a:gd name="connsiteX2" fmla="*/ 917575 w 4817382"/>
              <a:gd name="connsiteY2" fmla="*/ 1330325 h 4813300"/>
              <a:gd name="connsiteX3" fmla="*/ 1361621 w 4817382"/>
              <a:gd name="connsiteY3" fmla="*/ 904875 h 4813300"/>
              <a:gd name="connsiteX4" fmla="*/ 4816021 w 4817382"/>
              <a:gd name="connsiteY4" fmla="*/ 901700 h 4813300"/>
              <a:gd name="connsiteX5" fmla="*/ 4817382 w 4817382"/>
              <a:gd name="connsiteY5" fmla="*/ 0 h 4813300"/>
              <a:gd name="connsiteX6" fmla="*/ 1020082 w 4817382"/>
              <a:gd name="connsiteY6" fmla="*/ 27668 h 4813300"/>
              <a:gd name="connsiteX7" fmla="*/ 0 w 4817382"/>
              <a:gd name="connsiteY7" fmla="*/ 1186997 h 4813300"/>
              <a:gd name="connsiteX8" fmla="*/ 5443 w 4817382"/>
              <a:gd name="connsiteY8" fmla="*/ 4813300 h 4813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17382" h="4813300">
                <a:moveTo>
                  <a:pt x="5443" y="4813300"/>
                </a:moveTo>
                <a:lnTo>
                  <a:pt x="911225" y="4808765"/>
                </a:lnTo>
                <a:cubicBezTo>
                  <a:pt x="912283" y="3653518"/>
                  <a:pt x="916517" y="2485572"/>
                  <a:pt x="917575" y="1330325"/>
                </a:cubicBezTo>
                <a:cubicBezTo>
                  <a:pt x="931182" y="1210733"/>
                  <a:pt x="1132114" y="948267"/>
                  <a:pt x="1361621" y="904875"/>
                </a:cubicBezTo>
                <a:lnTo>
                  <a:pt x="4816021" y="901700"/>
                </a:lnTo>
                <a:cubicBezTo>
                  <a:pt x="4816475" y="600075"/>
                  <a:pt x="4816928" y="301625"/>
                  <a:pt x="4817382" y="0"/>
                </a:cubicBezTo>
                <a:lnTo>
                  <a:pt x="1020082" y="27668"/>
                </a:lnTo>
                <a:cubicBezTo>
                  <a:pt x="611263" y="34169"/>
                  <a:pt x="78619" y="478821"/>
                  <a:pt x="0" y="1186997"/>
                </a:cubicBezTo>
                <a:cubicBezTo>
                  <a:pt x="1814" y="2395765"/>
                  <a:pt x="3629" y="3604532"/>
                  <a:pt x="5443" y="4813300"/>
                </a:cubicBezTo>
                <a:close/>
              </a:path>
            </a:pathLst>
          </a:custGeom>
          <a:solidFill>
            <a:srgbClr val="667D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18" name="组合 817"/>
          <p:cNvGrpSpPr/>
          <p:nvPr/>
        </p:nvGrpSpPr>
        <p:grpSpPr>
          <a:xfrm>
            <a:off x="15982" y="4018249"/>
            <a:ext cx="1008449" cy="531585"/>
            <a:chOff x="7218489" y="3410966"/>
            <a:chExt cx="615589" cy="324496"/>
          </a:xfrm>
        </p:grpSpPr>
        <p:sp>
          <p:nvSpPr>
            <p:cNvPr id="819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0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826" name="任意多边形 825"/>
          <p:cNvSpPr>
            <a:spLocks/>
          </p:cNvSpPr>
          <p:nvPr/>
        </p:nvSpPr>
        <p:spPr bwMode="auto">
          <a:xfrm>
            <a:off x="637269" y="3686175"/>
            <a:ext cx="3878497" cy="2719568"/>
          </a:xfrm>
          <a:custGeom>
            <a:avLst/>
            <a:gdLst>
              <a:gd name="connsiteX0" fmla="*/ 1938518 w 3878497"/>
              <a:gd name="connsiteY0" fmla="*/ 0 h 2719568"/>
              <a:gd name="connsiteX1" fmla="*/ 3878497 w 3878497"/>
              <a:gd name="connsiteY1" fmla="*/ 2719568 h 2719568"/>
              <a:gd name="connsiteX2" fmla="*/ 0 w 3878497"/>
              <a:gd name="connsiteY2" fmla="*/ 2719568 h 2719568"/>
              <a:gd name="connsiteX3" fmla="*/ 1830267 w 3878497"/>
              <a:gd name="connsiteY3" fmla="*/ 151866 h 2719568"/>
              <a:gd name="connsiteX4" fmla="*/ 1786179 w 3878497"/>
              <a:gd name="connsiteY4" fmla="*/ 214105 h 2719568"/>
              <a:gd name="connsiteX5" fmla="*/ 1478357 w 3878497"/>
              <a:gd name="connsiteY5" fmla="*/ 648648 h 2719568"/>
              <a:gd name="connsiteX6" fmla="*/ 1585456 w 3878497"/>
              <a:gd name="connsiteY6" fmla="*/ 678520 h 2719568"/>
              <a:gd name="connsiteX7" fmla="*/ 1861841 w 3878497"/>
              <a:gd name="connsiteY7" fmla="*/ 678520 h 2719568"/>
              <a:gd name="connsiteX8" fmla="*/ 2006943 w 3878497"/>
              <a:gd name="connsiteY8" fmla="*/ 584637 h 2719568"/>
              <a:gd name="connsiteX9" fmla="*/ 2183138 w 3878497"/>
              <a:gd name="connsiteY9" fmla="*/ 687055 h 2719568"/>
              <a:gd name="connsiteX10" fmla="*/ 2297146 w 3878497"/>
              <a:gd name="connsiteY10" fmla="*/ 618776 h 2719568"/>
              <a:gd name="connsiteX11" fmla="*/ 2424974 w 3878497"/>
              <a:gd name="connsiteY11" fmla="*/ 682787 h 2719568"/>
              <a:gd name="connsiteX12" fmla="*/ 1938798 w 3878497"/>
              <a:gd name="connsiteY12" fmla="*/ 1334 h 2719568"/>
              <a:gd name="connsiteX13" fmla="*/ 1938182 w 3878497"/>
              <a:gd name="connsiteY13" fmla="*/ 471 h 2719568"/>
              <a:gd name="connsiteX0" fmla="*/ 1938518 w 3878497"/>
              <a:gd name="connsiteY0" fmla="*/ 0 h 2719568"/>
              <a:gd name="connsiteX1" fmla="*/ 3878497 w 3878497"/>
              <a:gd name="connsiteY1" fmla="*/ 2719568 h 2719568"/>
              <a:gd name="connsiteX2" fmla="*/ 0 w 3878497"/>
              <a:gd name="connsiteY2" fmla="*/ 2719568 h 2719568"/>
              <a:gd name="connsiteX3" fmla="*/ 1786179 w 3878497"/>
              <a:gd name="connsiteY3" fmla="*/ 214105 h 2719568"/>
              <a:gd name="connsiteX4" fmla="*/ 1478357 w 3878497"/>
              <a:gd name="connsiteY4" fmla="*/ 648648 h 2719568"/>
              <a:gd name="connsiteX5" fmla="*/ 1585456 w 3878497"/>
              <a:gd name="connsiteY5" fmla="*/ 678520 h 2719568"/>
              <a:gd name="connsiteX6" fmla="*/ 1861841 w 3878497"/>
              <a:gd name="connsiteY6" fmla="*/ 678520 h 2719568"/>
              <a:gd name="connsiteX7" fmla="*/ 2006943 w 3878497"/>
              <a:gd name="connsiteY7" fmla="*/ 584637 h 2719568"/>
              <a:gd name="connsiteX8" fmla="*/ 2183138 w 3878497"/>
              <a:gd name="connsiteY8" fmla="*/ 687055 h 2719568"/>
              <a:gd name="connsiteX9" fmla="*/ 2297146 w 3878497"/>
              <a:gd name="connsiteY9" fmla="*/ 618776 h 2719568"/>
              <a:gd name="connsiteX10" fmla="*/ 2424974 w 3878497"/>
              <a:gd name="connsiteY10" fmla="*/ 682787 h 2719568"/>
              <a:gd name="connsiteX11" fmla="*/ 1938798 w 3878497"/>
              <a:gd name="connsiteY11" fmla="*/ 1334 h 2719568"/>
              <a:gd name="connsiteX12" fmla="*/ 1938182 w 3878497"/>
              <a:gd name="connsiteY12" fmla="*/ 471 h 2719568"/>
              <a:gd name="connsiteX13" fmla="*/ 1938518 w 3878497"/>
              <a:gd name="connsiteY13" fmla="*/ 0 h 2719568"/>
              <a:gd name="connsiteX0" fmla="*/ 1938518 w 3878497"/>
              <a:gd name="connsiteY0" fmla="*/ 0 h 2719568"/>
              <a:gd name="connsiteX1" fmla="*/ 3878497 w 3878497"/>
              <a:gd name="connsiteY1" fmla="*/ 2719568 h 2719568"/>
              <a:gd name="connsiteX2" fmla="*/ 0 w 3878497"/>
              <a:gd name="connsiteY2" fmla="*/ 2719568 h 2719568"/>
              <a:gd name="connsiteX3" fmla="*/ 1478357 w 3878497"/>
              <a:gd name="connsiteY3" fmla="*/ 648648 h 2719568"/>
              <a:gd name="connsiteX4" fmla="*/ 1585456 w 3878497"/>
              <a:gd name="connsiteY4" fmla="*/ 678520 h 2719568"/>
              <a:gd name="connsiteX5" fmla="*/ 1861841 w 3878497"/>
              <a:gd name="connsiteY5" fmla="*/ 678520 h 2719568"/>
              <a:gd name="connsiteX6" fmla="*/ 2006943 w 3878497"/>
              <a:gd name="connsiteY6" fmla="*/ 584637 h 2719568"/>
              <a:gd name="connsiteX7" fmla="*/ 2183138 w 3878497"/>
              <a:gd name="connsiteY7" fmla="*/ 687055 h 2719568"/>
              <a:gd name="connsiteX8" fmla="*/ 2297146 w 3878497"/>
              <a:gd name="connsiteY8" fmla="*/ 618776 h 2719568"/>
              <a:gd name="connsiteX9" fmla="*/ 2424974 w 3878497"/>
              <a:gd name="connsiteY9" fmla="*/ 682787 h 2719568"/>
              <a:gd name="connsiteX10" fmla="*/ 1938798 w 3878497"/>
              <a:gd name="connsiteY10" fmla="*/ 1334 h 2719568"/>
              <a:gd name="connsiteX11" fmla="*/ 1938182 w 3878497"/>
              <a:gd name="connsiteY11" fmla="*/ 471 h 2719568"/>
              <a:gd name="connsiteX12" fmla="*/ 1938518 w 3878497"/>
              <a:gd name="connsiteY12" fmla="*/ 0 h 2719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878497" h="2719568">
                <a:moveTo>
                  <a:pt x="1938518" y="0"/>
                </a:moveTo>
                <a:lnTo>
                  <a:pt x="3878497" y="2719568"/>
                </a:lnTo>
                <a:lnTo>
                  <a:pt x="0" y="2719568"/>
                </a:lnTo>
                <a:lnTo>
                  <a:pt x="1478357" y="648648"/>
                </a:lnTo>
                <a:cubicBezTo>
                  <a:pt x="1516360" y="652915"/>
                  <a:pt x="1550908" y="661450"/>
                  <a:pt x="1585456" y="678520"/>
                </a:cubicBezTo>
                <a:cubicBezTo>
                  <a:pt x="1689100" y="733996"/>
                  <a:pt x="1785835" y="708392"/>
                  <a:pt x="1861841" y="678520"/>
                </a:cubicBezTo>
                <a:cubicBezTo>
                  <a:pt x="1937846" y="648648"/>
                  <a:pt x="1968940" y="537695"/>
                  <a:pt x="2006943" y="584637"/>
                </a:cubicBezTo>
                <a:cubicBezTo>
                  <a:pt x="2048400" y="635846"/>
                  <a:pt x="2141680" y="721194"/>
                  <a:pt x="2183138" y="687055"/>
                </a:cubicBezTo>
                <a:cubicBezTo>
                  <a:pt x="2228050" y="652915"/>
                  <a:pt x="2224595" y="593171"/>
                  <a:pt x="2297146" y="618776"/>
                </a:cubicBezTo>
                <a:cubicBezTo>
                  <a:pt x="2342059" y="635846"/>
                  <a:pt x="2380062" y="674252"/>
                  <a:pt x="2424974" y="682787"/>
                </a:cubicBezTo>
                <a:lnTo>
                  <a:pt x="1938798" y="1334"/>
                </a:lnTo>
                <a:lnTo>
                  <a:pt x="1938182" y="471"/>
                </a:lnTo>
                <a:lnTo>
                  <a:pt x="1938518" y="0"/>
                </a:lnTo>
                <a:close/>
              </a:path>
            </a:pathLst>
          </a:custGeom>
          <a:solidFill>
            <a:srgbClr val="97A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/>
          </a:p>
        </p:txBody>
      </p:sp>
      <p:sp>
        <p:nvSpPr>
          <p:cNvPr id="829" name="任意多边形 828"/>
          <p:cNvSpPr>
            <a:spLocks/>
          </p:cNvSpPr>
          <p:nvPr/>
        </p:nvSpPr>
        <p:spPr bwMode="auto">
          <a:xfrm>
            <a:off x="2575787" y="3686175"/>
            <a:ext cx="1939978" cy="2719568"/>
          </a:xfrm>
          <a:custGeom>
            <a:avLst/>
            <a:gdLst>
              <a:gd name="connsiteX0" fmla="*/ 0 w 1939978"/>
              <a:gd name="connsiteY0" fmla="*/ 0 h 2719568"/>
              <a:gd name="connsiteX1" fmla="*/ 1939978 w 1939978"/>
              <a:gd name="connsiteY1" fmla="*/ 2719568 h 2719568"/>
              <a:gd name="connsiteX2" fmla="*/ 0 w 1939978"/>
              <a:gd name="connsiteY2" fmla="*/ 2719568 h 2719568"/>
              <a:gd name="connsiteX3" fmla="*/ 0 w 1939978"/>
              <a:gd name="connsiteY3" fmla="*/ 614660 h 2719568"/>
              <a:gd name="connsiteX4" fmla="*/ 69001 w 1939978"/>
              <a:gd name="connsiteY4" fmla="*/ 584780 h 2719568"/>
              <a:gd name="connsiteX5" fmla="*/ 244953 w 1939978"/>
              <a:gd name="connsiteY5" fmla="*/ 687223 h 2719568"/>
              <a:gd name="connsiteX6" fmla="*/ 358805 w 1939978"/>
              <a:gd name="connsiteY6" fmla="*/ 618928 h 2719568"/>
              <a:gd name="connsiteX7" fmla="*/ 486456 w 1939978"/>
              <a:gd name="connsiteY7" fmla="*/ 682955 h 2719568"/>
              <a:gd name="connsiteX8" fmla="*/ 0 w 1939978"/>
              <a:gd name="connsiteY8" fmla="*/ 0 h 2719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39978" h="2719568">
                <a:moveTo>
                  <a:pt x="0" y="0"/>
                </a:moveTo>
                <a:lnTo>
                  <a:pt x="1939978" y="2719568"/>
                </a:lnTo>
                <a:lnTo>
                  <a:pt x="0" y="2719568"/>
                </a:lnTo>
                <a:lnTo>
                  <a:pt x="0" y="614660"/>
                </a:lnTo>
                <a:cubicBezTo>
                  <a:pt x="27600" y="580512"/>
                  <a:pt x="48301" y="554901"/>
                  <a:pt x="69001" y="584780"/>
                </a:cubicBezTo>
                <a:cubicBezTo>
                  <a:pt x="110401" y="636002"/>
                  <a:pt x="203553" y="721371"/>
                  <a:pt x="244953" y="687223"/>
                </a:cubicBezTo>
                <a:cubicBezTo>
                  <a:pt x="289804" y="653076"/>
                  <a:pt x="286354" y="593317"/>
                  <a:pt x="358805" y="618928"/>
                </a:cubicBezTo>
                <a:cubicBezTo>
                  <a:pt x="403655" y="636002"/>
                  <a:pt x="441606" y="674418"/>
                  <a:pt x="486456" y="682955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667D7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/>
          </a:p>
        </p:txBody>
      </p:sp>
      <p:grpSp>
        <p:nvGrpSpPr>
          <p:cNvPr id="821" name="组合 820"/>
          <p:cNvGrpSpPr/>
          <p:nvPr/>
        </p:nvGrpSpPr>
        <p:grpSpPr>
          <a:xfrm>
            <a:off x="2928819" y="4496407"/>
            <a:ext cx="615589" cy="324496"/>
            <a:chOff x="7218489" y="3410966"/>
            <a:chExt cx="615589" cy="324496"/>
          </a:xfrm>
        </p:grpSpPr>
        <p:sp>
          <p:nvSpPr>
            <p:cNvPr id="822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3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61" name="任意多边形 760"/>
          <p:cNvSpPr/>
          <p:nvPr/>
        </p:nvSpPr>
        <p:spPr>
          <a:xfrm>
            <a:off x="1712925" y="2071955"/>
            <a:ext cx="1422243" cy="2032117"/>
          </a:xfrm>
          <a:custGeom>
            <a:avLst/>
            <a:gdLst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4700 w 7372350"/>
              <a:gd name="connsiteY14" fmla="*/ 5715000 h 11515725"/>
              <a:gd name="connsiteX15" fmla="*/ 3057525 w 7372350"/>
              <a:gd name="connsiteY15" fmla="*/ 5857875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057525 w 7372350"/>
              <a:gd name="connsiteY15" fmla="*/ 5857875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178969 w 7372350"/>
              <a:gd name="connsiteY15" fmla="*/ 5881688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629150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443412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443412 w 7372350"/>
              <a:gd name="connsiteY13" fmla="*/ 7429500 h 11515725"/>
              <a:gd name="connsiteX14" fmla="*/ 3319462 w 7372350"/>
              <a:gd name="connsiteY14" fmla="*/ 5755481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443412 w 7372350"/>
              <a:gd name="connsiteY13" fmla="*/ 7429500 h 11515725"/>
              <a:gd name="connsiteX14" fmla="*/ 3305174 w 7372350"/>
              <a:gd name="connsiteY14" fmla="*/ 5784056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443412 w 7372350"/>
              <a:gd name="connsiteY13" fmla="*/ 7429500 h 11515725"/>
              <a:gd name="connsiteX14" fmla="*/ 3305174 w 7372350"/>
              <a:gd name="connsiteY14" fmla="*/ 5784056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00625 w 7372350"/>
              <a:gd name="connsiteY12" fmla="*/ 7400925 h 11515725"/>
              <a:gd name="connsiteX13" fmla="*/ 4443412 w 7372350"/>
              <a:gd name="connsiteY13" fmla="*/ 7429500 h 11515725"/>
              <a:gd name="connsiteX14" fmla="*/ 3305174 w 7372350"/>
              <a:gd name="connsiteY14" fmla="*/ 5784056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443412 w 7372350"/>
              <a:gd name="connsiteY13" fmla="*/ 7429500 h 11515725"/>
              <a:gd name="connsiteX14" fmla="*/ 3305174 w 7372350"/>
              <a:gd name="connsiteY14" fmla="*/ 5784056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443412 w 7372350"/>
              <a:gd name="connsiteY13" fmla="*/ 7429500 h 11515725"/>
              <a:gd name="connsiteX14" fmla="*/ 3305174 w 7372350"/>
              <a:gd name="connsiteY14" fmla="*/ 5784056 h 11515725"/>
              <a:gd name="connsiteX15" fmla="*/ 3186112 w 7372350"/>
              <a:gd name="connsiteY15" fmla="*/ 5886451 h 11515725"/>
              <a:gd name="connsiteX16" fmla="*/ 3000375 w 7372350"/>
              <a:gd name="connsiteY16" fmla="*/ 9372600 h 11515725"/>
              <a:gd name="connsiteX17" fmla="*/ 2571750 w 7372350"/>
              <a:gd name="connsiteY17" fmla="*/ 8401050 h 11515725"/>
              <a:gd name="connsiteX18" fmla="*/ 2543175 w 7372350"/>
              <a:gd name="connsiteY18" fmla="*/ 8201025 h 11515725"/>
              <a:gd name="connsiteX19" fmla="*/ 2400300 w 7372350"/>
              <a:gd name="connsiteY19" fmla="*/ 8458200 h 11515725"/>
              <a:gd name="connsiteX20" fmla="*/ 3143250 w 7372350"/>
              <a:gd name="connsiteY20" fmla="*/ 11315700 h 11515725"/>
              <a:gd name="connsiteX21" fmla="*/ 3057525 w 7372350"/>
              <a:gd name="connsiteY21" fmla="*/ 11515725 h 11515725"/>
              <a:gd name="connsiteX22" fmla="*/ 0 w 7372350"/>
              <a:gd name="connsiteY22" fmla="*/ 4857750 h 11515725"/>
              <a:gd name="connsiteX23" fmla="*/ 228600 w 7372350"/>
              <a:gd name="connsiteY23" fmla="*/ 4829175 h 11515725"/>
              <a:gd name="connsiteX24" fmla="*/ 800100 w 7372350"/>
              <a:gd name="connsiteY24" fmla="*/ 6229350 h 11515725"/>
              <a:gd name="connsiteX25" fmla="*/ 1000125 w 7372350"/>
              <a:gd name="connsiteY25" fmla="*/ 6115050 h 11515725"/>
              <a:gd name="connsiteX26" fmla="*/ 714375 w 7372350"/>
              <a:gd name="connsiteY26" fmla="*/ 3200400 h 11515725"/>
              <a:gd name="connsiteX27" fmla="*/ 971550 w 7372350"/>
              <a:gd name="connsiteY27" fmla="*/ 3200400 h 11515725"/>
              <a:gd name="connsiteX28" fmla="*/ 1285875 w 7372350"/>
              <a:gd name="connsiteY28" fmla="*/ 4057650 h 11515725"/>
              <a:gd name="connsiteX29" fmla="*/ 1457325 w 7372350"/>
              <a:gd name="connsiteY29" fmla="*/ 3943350 h 11515725"/>
              <a:gd name="connsiteX30" fmla="*/ 2914650 w 7372350"/>
              <a:gd name="connsiteY30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00375 w 7372350"/>
              <a:gd name="connsiteY17" fmla="*/ 9372600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43250 w 7372350"/>
              <a:gd name="connsiteY21" fmla="*/ 11315700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00375 w 7372350"/>
              <a:gd name="connsiteY17" fmla="*/ 9372600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00375 w 7372350"/>
              <a:gd name="connsiteY17" fmla="*/ 9372600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00375 w 7372350"/>
              <a:gd name="connsiteY17" fmla="*/ 9372600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00375 w 7372350"/>
              <a:gd name="connsiteY17" fmla="*/ 9372600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571750 w 7372350"/>
              <a:gd name="connsiteY18" fmla="*/ 84010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78881 w 7372350"/>
              <a:gd name="connsiteY18" fmla="*/ 8439150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400300 w 7372350"/>
              <a:gd name="connsiteY20" fmla="*/ 8458200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36768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52775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93256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93256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515725"/>
              <a:gd name="connsiteX1" fmla="*/ 3086100 w 7372350"/>
              <a:gd name="connsiteY1" fmla="*/ 342900 h 11515725"/>
              <a:gd name="connsiteX2" fmla="*/ 5629275 w 7372350"/>
              <a:gd name="connsiteY2" fmla="*/ 5715000 h 11515725"/>
              <a:gd name="connsiteX3" fmla="*/ 5857875 w 7372350"/>
              <a:gd name="connsiteY3" fmla="*/ 5629275 h 11515725"/>
              <a:gd name="connsiteX4" fmla="*/ 5286375 w 7372350"/>
              <a:gd name="connsiteY4" fmla="*/ 4429125 h 11515725"/>
              <a:gd name="connsiteX5" fmla="*/ 5657850 w 7372350"/>
              <a:gd name="connsiteY5" fmla="*/ 4000500 h 11515725"/>
              <a:gd name="connsiteX6" fmla="*/ 7372350 w 7372350"/>
              <a:gd name="connsiteY6" fmla="*/ 6343650 h 11515725"/>
              <a:gd name="connsiteX7" fmla="*/ 6057900 w 7372350"/>
              <a:gd name="connsiteY7" fmla="*/ 10744200 h 11515725"/>
              <a:gd name="connsiteX8" fmla="*/ 5857875 w 7372350"/>
              <a:gd name="connsiteY8" fmla="*/ 10487025 h 11515725"/>
              <a:gd name="connsiteX9" fmla="*/ 5657850 w 7372350"/>
              <a:gd name="connsiteY9" fmla="*/ 7743825 h 11515725"/>
              <a:gd name="connsiteX10" fmla="*/ 5543550 w 7372350"/>
              <a:gd name="connsiteY10" fmla="*/ 8543925 h 11515725"/>
              <a:gd name="connsiteX11" fmla="*/ 5343525 w 7372350"/>
              <a:gd name="connsiteY11" fmla="*/ 8429625 h 11515725"/>
              <a:gd name="connsiteX12" fmla="*/ 5029200 w 7372350"/>
              <a:gd name="connsiteY12" fmla="*/ 7396162 h 11515725"/>
              <a:gd name="connsiteX13" fmla="*/ 4705350 w 7372350"/>
              <a:gd name="connsiteY13" fmla="*/ 7386637 h 11515725"/>
              <a:gd name="connsiteX14" fmla="*/ 4443412 w 7372350"/>
              <a:gd name="connsiteY14" fmla="*/ 7429500 h 11515725"/>
              <a:gd name="connsiteX15" fmla="*/ 3305174 w 7372350"/>
              <a:gd name="connsiteY15" fmla="*/ 5784056 h 11515725"/>
              <a:gd name="connsiteX16" fmla="*/ 3186112 w 7372350"/>
              <a:gd name="connsiteY16" fmla="*/ 5886451 h 11515725"/>
              <a:gd name="connsiteX17" fmla="*/ 3036094 w 7372350"/>
              <a:gd name="connsiteY17" fmla="*/ 9408319 h 11515725"/>
              <a:gd name="connsiteX18" fmla="*/ 2457449 w 7372350"/>
              <a:gd name="connsiteY18" fmla="*/ 8446293 h 11515725"/>
              <a:gd name="connsiteX19" fmla="*/ 2543175 w 7372350"/>
              <a:gd name="connsiteY19" fmla="*/ 8201025 h 11515725"/>
              <a:gd name="connsiteX20" fmla="*/ 2340769 w 7372350"/>
              <a:gd name="connsiteY20" fmla="*/ 8446294 h 11515725"/>
              <a:gd name="connsiteX21" fmla="*/ 3193256 w 7372350"/>
              <a:gd name="connsiteY21" fmla="*/ 11249025 h 11515725"/>
              <a:gd name="connsiteX22" fmla="*/ 3057525 w 7372350"/>
              <a:gd name="connsiteY22" fmla="*/ 11515725 h 11515725"/>
              <a:gd name="connsiteX23" fmla="*/ 0 w 7372350"/>
              <a:gd name="connsiteY23" fmla="*/ 4857750 h 11515725"/>
              <a:gd name="connsiteX24" fmla="*/ 228600 w 7372350"/>
              <a:gd name="connsiteY24" fmla="*/ 4829175 h 11515725"/>
              <a:gd name="connsiteX25" fmla="*/ 800100 w 7372350"/>
              <a:gd name="connsiteY25" fmla="*/ 6229350 h 11515725"/>
              <a:gd name="connsiteX26" fmla="*/ 1000125 w 7372350"/>
              <a:gd name="connsiteY26" fmla="*/ 6115050 h 11515725"/>
              <a:gd name="connsiteX27" fmla="*/ 714375 w 7372350"/>
              <a:gd name="connsiteY27" fmla="*/ 3200400 h 11515725"/>
              <a:gd name="connsiteX28" fmla="*/ 971550 w 7372350"/>
              <a:gd name="connsiteY28" fmla="*/ 3200400 h 11515725"/>
              <a:gd name="connsiteX29" fmla="*/ 1285875 w 7372350"/>
              <a:gd name="connsiteY29" fmla="*/ 4057650 h 11515725"/>
              <a:gd name="connsiteX30" fmla="*/ 1457325 w 7372350"/>
              <a:gd name="connsiteY30" fmla="*/ 3943350 h 11515725"/>
              <a:gd name="connsiteX31" fmla="*/ 2914650 w 7372350"/>
              <a:gd name="connsiteY31" fmla="*/ 0 h 11515725"/>
              <a:gd name="connsiteX0" fmla="*/ 2914650 w 7372350"/>
              <a:gd name="connsiteY0" fmla="*/ 0 h 11463338"/>
              <a:gd name="connsiteX1" fmla="*/ 3086100 w 7372350"/>
              <a:gd name="connsiteY1" fmla="*/ 342900 h 11463338"/>
              <a:gd name="connsiteX2" fmla="*/ 5629275 w 7372350"/>
              <a:gd name="connsiteY2" fmla="*/ 5715000 h 11463338"/>
              <a:gd name="connsiteX3" fmla="*/ 5857875 w 7372350"/>
              <a:gd name="connsiteY3" fmla="*/ 5629275 h 11463338"/>
              <a:gd name="connsiteX4" fmla="*/ 5286375 w 7372350"/>
              <a:gd name="connsiteY4" fmla="*/ 4429125 h 11463338"/>
              <a:gd name="connsiteX5" fmla="*/ 5657850 w 7372350"/>
              <a:gd name="connsiteY5" fmla="*/ 4000500 h 11463338"/>
              <a:gd name="connsiteX6" fmla="*/ 7372350 w 7372350"/>
              <a:gd name="connsiteY6" fmla="*/ 6343650 h 11463338"/>
              <a:gd name="connsiteX7" fmla="*/ 6057900 w 7372350"/>
              <a:gd name="connsiteY7" fmla="*/ 10744200 h 11463338"/>
              <a:gd name="connsiteX8" fmla="*/ 5857875 w 7372350"/>
              <a:gd name="connsiteY8" fmla="*/ 10487025 h 11463338"/>
              <a:gd name="connsiteX9" fmla="*/ 5657850 w 7372350"/>
              <a:gd name="connsiteY9" fmla="*/ 7743825 h 11463338"/>
              <a:gd name="connsiteX10" fmla="*/ 5543550 w 7372350"/>
              <a:gd name="connsiteY10" fmla="*/ 8543925 h 11463338"/>
              <a:gd name="connsiteX11" fmla="*/ 5343525 w 7372350"/>
              <a:gd name="connsiteY11" fmla="*/ 8429625 h 11463338"/>
              <a:gd name="connsiteX12" fmla="*/ 5029200 w 7372350"/>
              <a:gd name="connsiteY12" fmla="*/ 7396162 h 11463338"/>
              <a:gd name="connsiteX13" fmla="*/ 4705350 w 7372350"/>
              <a:gd name="connsiteY13" fmla="*/ 7386637 h 11463338"/>
              <a:gd name="connsiteX14" fmla="*/ 4443412 w 7372350"/>
              <a:gd name="connsiteY14" fmla="*/ 7429500 h 11463338"/>
              <a:gd name="connsiteX15" fmla="*/ 3305174 w 7372350"/>
              <a:gd name="connsiteY15" fmla="*/ 5784056 h 11463338"/>
              <a:gd name="connsiteX16" fmla="*/ 3186112 w 7372350"/>
              <a:gd name="connsiteY16" fmla="*/ 5886451 h 11463338"/>
              <a:gd name="connsiteX17" fmla="*/ 3036094 w 7372350"/>
              <a:gd name="connsiteY17" fmla="*/ 9408319 h 11463338"/>
              <a:gd name="connsiteX18" fmla="*/ 2457449 w 7372350"/>
              <a:gd name="connsiteY18" fmla="*/ 8446293 h 11463338"/>
              <a:gd name="connsiteX19" fmla="*/ 2543175 w 7372350"/>
              <a:gd name="connsiteY19" fmla="*/ 8201025 h 11463338"/>
              <a:gd name="connsiteX20" fmla="*/ 2340769 w 7372350"/>
              <a:gd name="connsiteY20" fmla="*/ 8446294 h 11463338"/>
              <a:gd name="connsiteX21" fmla="*/ 3193256 w 7372350"/>
              <a:gd name="connsiteY21" fmla="*/ 11249025 h 11463338"/>
              <a:gd name="connsiteX22" fmla="*/ 3048000 w 7372350"/>
              <a:gd name="connsiteY22" fmla="*/ 11463338 h 11463338"/>
              <a:gd name="connsiteX23" fmla="*/ 0 w 7372350"/>
              <a:gd name="connsiteY23" fmla="*/ 4857750 h 11463338"/>
              <a:gd name="connsiteX24" fmla="*/ 228600 w 7372350"/>
              <a:gd name="connsiteY24" fmla="*/ 4829175 h 11463338"/>
              <a:gd name="connsiteX25" fmla="*/ 800100 w 7372350"/>
              <a:gd name="connsiteY25" fmla="*/ 6229350 h 11463338"/>
              <a:gd name="connsiteX26" fmla="*/ 1000125 w 7372350"/>
              <a:gd name="connsiteY26" fmla="*/ 6115050 h 11463338"/>
              <a:gd name="connsiteX27" fmla="*/ 714375 w 7372350"/>
              <a:gd name="connsiteY27" fmla="*/ 3200400 h 11463338"/>
              <a:gd name="connsiteX28" fmla="*/ 971550 w 7372350"/>
              <a:gd name="connsiteY28" fmla="*/ 3200400 h 11463338"/>
              <a:gd name="connsiteX29" fmla="*/ 1285875 w 7372350"/>
              <a:gd name="connsiteY29" fmla="*/ 4057650 h 11463338"/>
              <a:gd name="connsiteX30" fmla="*/ 1457325 w 7372350"/>
              <a:gd name="connsiteY30" fmla="*/ 3943350 h 11463338"/>
              <a:gd name="connsiteX31" fmla="*/ 2914650 w 7372350"/>
              <a:gd name="connsiteY31" fmla="*/ 0 h 11463338"/>
              <a:gd name="connsiteX0" fmla="*/ 2914650 w 7372350"/>
              <a:gd name="connsiteY0" fmla="*/ 0 h 11463338"/>
              <a:gd name="connsiteX1" fmla="*/ 3086100 w 7372350"/>
              <a:gd name="connsiteY1" fmla="*/ 342900 h 11463338"/>
              <a:gd name="connsiteX2" fmla="*/ 5629275 w 7372350"/>
              <a:gd name="connsiteY2" fmla="*/ 5715000 h 11463338"/>
              <a:gd name="connsiteX3" fmla="*/ 5857875 w 7372350"/>
              <a:gd name="connsiteY3" fmla="*/ 5629275 h 11463338"/>
              <a:gd name="connsiteX4" fmla="*/ 5286375 w 7372350"/>
              <a:gd name="connsiteY4" fmla="*/ 4429125 h 11463338"/>
              <a:gd name="connsiteX5" fmla="*/ 5657850 w 7372350"/>
              <a:gd name="connsiteY5" fmla="*/ 4000500 h 11463338"/>
              <a:gd name="connsiteX6" fmla="*/ 7372350 w 7372350"/>
              <a:gd name="connsiteY6" fmla="*/ 6343650 h 11463338"/>
              <a:gd name="connsiteX7" fmla="*/ 6057900 w 7372350"/>
              <a:gd name="connsiteY7" fmla="*/ 10744200 h 11463338"/>
              <a:gd name="connsiteX8" fmla="*/ 5857875 w 7372350"/>
              <a:gd name="connsiteY8" fmla="*/ 10487025 h 11463338"/>
              <a:gd name="connsiteX9" fmla="*/ 5657850 w 7372350"/>
              <a:gd name="connsiteY9" fmla="*/ 7743825 h 11463338"/>
              <a:gd name="connsiteX10" fmla="*/ 5543550 w 7372350"/>
              <a:gd name="connsiteY10" fmla="*/ 8543925 h 11463338"/>
              <a:gd name="connsiteX11" fmla="*/ 5343525 w 7372350"/>
              <a:gd name="connsiteY11" fmla="*/ 8429625 h 11463338"/>
              <a:gd name="connsiteX12" fmla="*/ 5029200 w 7372350"/>
              <a:gd name="connsiteY12" fmla="*/ 7396162 h 11463338"/>
              <a:gd name="connsiteX13" fmla="*/ 4705350 w 7372350"/>
              <a:gd name="connsiteY13" fmla="*/ 7386637 h 11463338"/>
              <a:gd name="connsiteX14" fmla="*/ 4443412 w 7372350"/>
              <a:gd name="connsiteY14" fmla="*/ 7429500 h 11463338"/>
              <a:gd name="connsiteX15" fmla="*/ 3305174 w 7372350"/>
              <a:gd name="connsiteY15" fmla="*/ 5784056 h 11463338"/>
              <a:gd name="connsiteX16" fmla="*/ 3186112 w 7372350"/>
              <a:gd name="connsiteY16" fmla="*/ 5886451 h 11463338"/>
              <a:gd name="connsiteX17" fmla="*/ 3036094 w 7372350"/>
              <a:gd name="connsiteY17" fmla="*/ 9408319 h 11463338"/>
              <a:gd name="connsiteX18" fmla="*/ 2457449 w 7372350"/>
              <a:gd name="connsiteY18" fmla="*/ 8446293 h 11463338"/>
              <a:gd name="connsiteX19" fmla="*/ 2543175 w 7372350"/>
              <a:gd name="connsiteY19" fmla="*/ 8201025 h 11463338"/>
              <a:gd name="connsiteX20" fmla="*/ 2340769 w 7372350"/>
              <a:gd name="connsiteY20" fmla="*/ 8446294 h 11463338"/>
              <a:gd name="connsiteX21" fmla="*/ 3193256 w 7372350"/>
              <a:gd name="connsiteY21" fmla="*/ 11249025 h 11463338"/>
              <a:gd name="connsiteX22" fmla="*/ 3048000 w 7372350"/>
              <a:gd name="connsiteY22" fmla="*/ 11463338 h 11463338"/>
              <a:gd name="connsiteX23" fmla="*/ 0 w 7372350"/>
              <a:gd name="connsiteY23" fmla="*/ 4857750 h 11463338"/>
              <a:gd name="connsiteX24" fmla="*/ 228600 w 7372350"/>
              <a:gd name="connsiteY24" fmla="*/ 4829175 h 11463338"/>
              <a:gd name="connsiteX25" fmla="*/ 800100 w 7372350"/>
              <a:gd name="connsiteY25" fmla="*/ 6229350 h 11463338"/>
              <a:gd name="connsiteX26" fmla="*/ 1000125 w 7372350"/>
              <a:gd name="connsiteY26" fmla="*/ 6115050 h 11463338"/>
              <a:gd name="connsiteX27" fmla="*/ 714375 w 7372350"/>
              <a:gd name="connsiteY27" fmla="*/ 3200400 h 11463338"/>
              <a:gd name="connsiteX28" fmla="*/ 971550 w 7372350"/>
              <a:gd name="connsiteY28" fmla="*/ 3200400 h 11463338"/>
              <a:gd name="connsiteX29" fmla="*/ 1285875 w 7372350"/>
              <a:gd name="connsiteY29" fmla="*/ 4057650 h 11463338"/>
              <a:gd name="connsiteX30" fmla="*/ 1457325 w 7372350"/>
              <a:gd name="connsiteY30" fmla="*/ 3943350 h 11463338"/>
              <a:gd name="connsiteX31" fmla="*/ 2914650 w 7372350"/>
              <a:gd name="connsiteY31" fmla="*/ 0 h 11463338"/>
              <a:gd name="connsiteX0" fmla="*/ 2914650 w 7372350"/>
              <a:gd name="connsiteY0" fmla="*/ 0 h 11463338"/>
              <a:gd name="connsiteX1" fmla="*/ 3086100 w 7372350"/>
              <a:gd name="connsiteY1" fmla="*/ 342900 h 11463338"/>
              <a:gd name="connsiteX2" fmla="*/ 5629275 w 7372350"/>
              <a:gd name="connsiteY2" fmla="*/ 5715000 h 11463338"/>
              <a:gd name="connsiteX3" fmla="*/ 5857875 w 7372350"/>
              <a:gd name="connsiteY3" fmla="*/ 5629275 h 11463338"/>
              <a:gd name="connsiteX4" fmla="*/ 5286375 w 7372350"/>
              <a:gd name="connsiteY4" fmla="*/ 4429125 h 11463338"/>
              <a:gd name="connsiteX5" fmla="*/ 5657850 w 7372350"/>
              <a:gd name="connsiteY5" fmla="*/ 4000500 h 11463338"/>
              <a:gd name="connsiteX6" fmla="*/ 7372350 w 7372350"/>
              <a:gd name="connsiteY6" fmla="*/ 6343650 h 11463338"/>
              <a:gd name="connsiteX7" fmla="*/ 6057900 w 7372350"/>
              <a:gd name="connsiteY7" fmla="*/ 10744200 h 11463338"/>
              <a:gd name="connsiteX8" fmla="*/ 5857875 w 7372350"/>
              <a:gd name="connsiteY8" fmla="*/ 10487025 h 11463338"/>
              <a:gd name="connsiteX9" fmla="*/ 5657850 w 7372350"/>
              <a:gd name="connsiteY9" fmla="*/ 7743825 h 11463338"/>
              <a:gd name="connsiteX10" fmla="*/ 5543550 w 7372350"/>
              <a:gd name="connsiteY10" fmla="*/ 8543925 h 11463338"/>
              <a:gd name="connsiteX11" fmla="*/ 5343525 w 7372350"/>
              <a:gd name="connsiteY11" fmla="*/ 8429625 h 11463338"/>
              <a:gd name="connsiteX12" fmla="*/ 5029200 w 7372350"/>
              <a:gd name="connsiteY12" fmla="*/ 7396162 h 11463338"/>
              <a:gd name="connsiteX13" fmla="*/ 4705350 w 7372350"/>
              <a:gd name="connsiteY13" fmla="*/ 7386637 h 11463338"/>
              <a:gd name="connsiteX14" fmla="*/ 4443412 w 7372350"/>
              <a:gd name="connsiteY14" fmla="*/ 7429500 h 11463338"/>
              <a:gd name="connsiteX15" fmla="*/ 3305174 w 7372350"/>
              <a:gd name="connsiteY15" fmla="*/ 5784056 h 11463338"/>
              <a:gd name="connsiteX16" fmla="*/ 3186112 w 7372350"/>
              <a:gd name="connsiteY16" fmla="*/ 5886451 h 11463338"/>
              <a:gd name="connsiteX17" fmla="*/ 3036094 w 7372350"/>
              <a:gd name="connsiteY17" fmla="*/ 9408319 h 11463338"/>
              <a:gd name="connsiteX18" fmla="*/ 2457449 w 7372350"/>
              <a:gd name="connsiteY18" fmla="*/ 8446293 h 11463338"/>
              <a:gd name="connsiteX19" fmla="*/ 2543175 w 7372350"/>
              <a:gd name="connsiteY19" fmla="*/ 8201025 h 11463338"/>
              <a:gd name="connsiteX20" fmla="*/ 2340769 w 7372350"/>
              <a:gd name="connsiteY20" fmla="*/ 8446294 h 11463338"/>
              <a:gd name="connsiteX21" fmla="*/ 3193256 w 7372350"/>
              <a:gd name="connsiteY21" fmla="*/ 11249025 h 11463338"/>
              <a:gd name="connsiteX22" fmla="*/ 3048000 w 7372350"/>
              <a:gd name="connsiteY22" fmla="*/ 11463338 h 11463338"/>
              <a:gd name="connsiteX23" fmla="*/ 0 w 7372350"/>
              <a:gd name="connsiteY23" fmla="*/ 4857750 h 11463338"/>
              <a:gd name="connsiteX24" fmla="*/ 228600 w 7372350"/>
              <a:gd name="connsiteY24" fmla="*/ 4829175 h 11463338"/>
              <a:gd name="connsiteX25" fmla="*/ 800100 w 7372350"/>
              <a:gd name="connsiteY25" fmla="*/ 6229350 h 11463338"/>
              <a:gd name="connsiteX26" fmla="*/ 1000125 w 7372350"/>
              <a:gd name="connsiteY26" fmla="*/ 6115050 h 11463338"/>
              <a:gd name="connsiteX27" fmla="*/ 714375 w 7372350"/>
              <a:gd name="connsiteY27" fmla="*/ 3200400 h 11463338"/>
              <a:gd name="connsiteX28" fmla="*/ 971550 w 7372350"/>
              <a:gd name="connsiteY28" fmla="*/ 3200400 h 11463338"/>
              <a:gd name="connsiteX29" fmla="*/ 1285875 w 7372350"/>
              <a:gd name="connsiteY29" fmla="*/ 4057650 h 11463338"/>
              <a:gd name="connsiteX30" fmla="*/ 1457325 w 7372350"/>
              <a:gd name="connsiteY30" fmla="*/ 3943350 h 11463338"/>
              <a:gd name="connsiteX31" fmla="*/ 2914650 w 7372350"/>
              <a:gd name="connsiteY31" fmla="*/ 0 h 11463338"/>
              <a:gd name="connsiteX0" fmla="*/ 2914650 w 7372350"/>
              <a:gd name="connsiteY0" fmla="*/ 0 h 11463338"/>
              <a:gd name="connsiteX1" fmla="*/ 3086100 w 7372350"/>
              <a:gd name="connsiteY1" fmla="*/ 342900 h 11463338"/>
              <a:gd name="connsiteX2" fmla="*/ 5629275 w 7372350"/>
              <a:gd name="connsiteY2" fmla="*/ 5715000 h 11463338"/>
              <a:gd name="connsiteX3" fmla="*/ 5857875 w 7372350"/>
              <a:gd name="connsiteY3" fmla="*/ 5629275 h 11463338"/>
              <a:gd name="connsiteX4" fmla="*/ 5286375 w 7372350"/>
              <a:gd name="connsiteY4" fmla="*/ 4429125 h 11463338"/>
              <a:gd name="connsiteX5" fmla="*/ 5657850 w 7372350"/>
              <a:gd name="connsiteY5" fmla="*/ 4000500 h 11463338"/>
              <a:gd name="connsiteX6" fmla="*/ 7372350 w 7372350"/>
              <a:gd name="connsiteY6" fmla="*/ 6343650 h 11463338"/>
              <a:gd name="connsiteX7" fmla="*/ 6057900 w 7372350"/>
              <a:gd name="connsiteY7" fmla="*/ 10744200 h 11463338"/>
              <a:gd name="connsiteX8" fmla="*/ 5857875 w 7372350"/>
              <a:gd name="connsiteY8" fmla="*/ 10487025 h 11463338"/>
              <a:gd name="connsiteX9" fmla="*/ 5657850 w 7372350"/>
              <a:gd name="connsiteY9" fmla="*/ 7743825 h 11463338"/>
              <a:gd name="connsiteX10" fmla="*/ 5543550 w 7372350"/>
              <a:gd name="connsiteY10" fmla="*/ 8543925 h 11463338"/>
              <a:gd name="connsiteX11" fmla="*/ 5343525 w 7372350"/>
              <a:gd name="connsiteY11" fmla="*/ 8429625 h 11463338"/>
              <a:gd name="connsiteX12" fmla="*/ 5029200 w 7372350"/>
              <a:gd name="connsiteY12" fmla="*/ 7396162 h 11463338"/>
              <a:gd name="connsiteX13" fmla="*/ 4705350 w 7372350"/>
              <a:gd name="connsiteY13" fmla="*/ 7386637 h 11463338"/>
              <a:gd name="connsiteX14" fmla="*/ 4443412 w 7372350"/>
              <a:gd name="connsiteY14" fmla="*/ 7429500 h 11463338"/>
              <a:gd name="connsiteX15" fmla="*/ 3305174 w 7372350"/>
              <a:gd name="connsiteY15" fmla="*/ 5784056 h 11463338"/>
              <a:gd name="connsiteX16" fmla="*/ 3186112 w 7372350"/>
              <a:gd name="connsiteY16" fmla="*/ 5886451 h 11463338"/>
              <a:gd name="connsiteX17" fmla="*/ 3036094 w 7372350"/>
              <a:gd name="connsiteY17" fmla="*/ 9408319 h 11463338"/>
              <a:gd name="connsiteX18" fmla="*/ 2457449 w 7372350"/>
              <a:gd name="connsiteY18" fmla="*/ 8446293 h 11463338"/>
              <a:gd name="connsiteX19" fmla="*/ 2543175 w 7372350"/>
              <a:gd name="connsiteY19" fmla="*/ 8201025 h 11463338"/>
              <a:gd name="connsiteX20" fmla="*/ 2340769 w 7372350"/>
              <a:gd name="connsiteY20" fmla="*/ 8446294 h 11463338"/>
              <a:gd name="connsiteX21" fmla="*/ 3193256 w 7372350"/>
              <a:gd name="connsiteY21" fmla="*/ 11249025 h 11463338"/>
              <a:gd name="connsiteX22" fmla="*/ 3048000 w 7372350"/>
              <a:gd name="connsiteY22" fmla="*/ 11463338 h 11463338"/>
              <a:gd name="connsiteX23" fmla="*/ 0 w 7372350"/>
              <a:gd name="connsiteY23" fmla="*/ 4857750 h 11463338"/>
              <a:gd name="connsiteX24" fmla="*/ 228600 w 7372350"/>
              <a:gd name="connsiteY24" fmla="*/ 4829175 h 11463338"/>
              <a:gd name="connsiteX25" fmla="*/ 800100 w 7372350"/>
              <a:gd name="connsiteY25" fmla="*/ 6229350 h 11463338"/>
              <a:gd name="connsiteX26" fmla="*/ 1000125 w 7372350"/>
              <a:gd name="connsiteY26" fmla="*/ 6115050 h 11463338"/>
              <a:gd name="connsiteX27" fmla="*/ 714375 w 7372350"/>
              <a:gd name="connsiteY27" fmla="*/ 3200400 h 11463338"/>
              <a:gd name="connsiteX28" fmla="*/ 971550 w 7372350"/>
              <a:gd name="connsiteY28" fmla="*/ 3200400 h 11463338"/>
              <a:gd name="connsiteX29" fmla="*/ 1285875 w 7372350"/>
              <a:gd name="connsiteY29" fmla="*/ 4057650 h 11463338"/>
              <a:gd name="connsiteX30" fmla="*/ 1457325 w 7372350"/>
              <a:gd name="connsiteY30" fmla="*/ 3943350 h 11463338"/>
              <a:gd name="connsiteX31" fmla="*/ 2914650 w 7372350"/>
              <a:gd name="connsiteY31" fmla="*/ 0 h 11463338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2914650 w 7372350"/>
              <a:gd name="connsiteY0" fmla="*/ 0 h 11458575"/>
              <a:gd name="connsiteX1" fmla="*/ 3086100 w 7372350"/>
              <a:gd name="connsiteY1" fmla="*/ 342900 h 11458575"/>
              <a:gd name="connsiteX2" fmla="*/ 5629275 w 7372350"/>
              <a:gd name="connsiteY2" fmla="*/ 5715000 h 11458575"/>
              <a:gd name="connsiteX3" fmla="*/ 5857875 w 7372350"/>
              <a:gd name="connsiteY3" fmla="*/ 5629275 h 11458575"/>
              <a:gd name="connsiteX4" fmla="*/ 5286375 w 7372350"/>
              <a:gd name="connsiteY4" fmla="*/ 4429125 h 11458575"/>
              <a:gd name="connsiteX5" fmla="*/ 5657850 w 7372350"/>
              <a:gd name="connsiteY5" fmla="*/ 4000500 h 11458575"/>
              <a:gd name="connsiteX6" fmla="*/ 7372350 w 7372350"/>
              <a:gd name="connsiteY6" fmla="*/ 6343650 h 11458575"/>
              <a:gd name="connsiteX7" fmla="*/ 6057900 w 7372350"/>
              <a:gd name="connsiteY7" fmla="*/ 10744200 h 11458575"/>
              <a:gd name="connsiteX8" fmla="*/ 5857875 w 7372350"/>
              <a:gd name="connsiteY8" fmla="*/ 10487025 h 11458575"/>
              <a:gd name="connsiteX9" fmla="*/ 5657850 w 7372350"/>
              <a:gd name="connsiteY9" fmla="*/ 7743825 h 11458575"/>
              <a:gd name="connsiteX10" fmla="*/ 5543550 w 7372350"/>
              <a:gd name="connsiteY10" fmla="*/ 8543925 h 11458575"/>
              <a:gd name="connsiteX11" fmla="*/ 5343525 w 7372350"/>
              <a:gd name="connsiteY11" fmla="*/ 8429625 h 11458575"/>
              <a:gd name="connsiteX12" fmla="*/ 5029200 w 7372350"/>
              <a:gd name="connsiteY12" fmla="*/ 7396162 h 11458575"/>
              <a:gd name="connsiteX13" fmla="*/ 4705350 w 7372350"/>
              <a:gd name="connsiteY13" fmla="*/ 7386637 h 11458575"/>
              <a:gd name="connsiteX14" fmla="*/ 4443412 w 7372350"/>
              <a:gd name="connsiteY14" fmla="*/ 7429500 h 11458575"/>
              <a:gd name="connsiteX15" fmla="*/ 3305174 w 7372350"/>
              <a:gd name="connsiteY15" fmla="*/ 5784056 h 11458575"/>
              <a:gd name="connsiteX16" fmla="*/ 3186112 w 7372350"/>
              <a:gd name="connsiteY16" fmla="*/ 5886451 h 11458575"/>
              <a:gd name="connsiteX17" fmla="*/ 3036094 w 7372350"/>
              <a:gd name="connsiteY17" fmla="*/ 9408319 h 11458575"/>
              <a:gd name="connsiteX18" fmla="*/ 2457449 w 7372350"/>
              <a:gd name="connsiteY18" fmla="*/ 8446293 h 11458575"/>
              <a:gd name="connsiteX19" fmla="*/ 2543175 w 7372350"/>
              <a:gd name="connsiteY19" fmla="*/ 8201025 h 11458575"/>
              <a:gd name="connsiteX20" fmla="*/ 2340769 w 7372350"/>
              <a:gd name="connsiteY20" fmla="*/ 8446294 h 11458575"/>
              <a:gd name="connsiteX21" fmla="*/ 3193256 w 7372350"/>
              <a:gd name="connsiteY21" fmla="*/ 11249025 h 11458575"/>
              <a:gd name="connsiteX22" fmla="*/ 3036094 w 7372350"/>
              <a:gd name="connsiteY22" fmla="*/ 11458575 h 11458575"/>
              <a:gd name="connsiteX23" fmla="*/ 0 w 7372350"/>
              <a:gd name="connsiteY23" fmla="*/ 4857750 h 11458575"/>
              <a:gd name="connsiteX24" fmla="*/ 228600 w 7372350"/>
              <a:gd name="connsiteY24" fmla="*/ 4829175 h 11458575"/>
              <a:gd name="connsiteX25" fmla="*/ 800100 w 7372350"/>
              <a:gd name="connsiteY25" fmla="*/ 6229350 h 11458575"/>
              <a:gd name="connsiteX26" fmla="*/ 1000125 w 7372350"/>
              <a:gd name="connsiteY26" fmla="*/ 6115050 h 11458575"/>
              <a:gd name="connsiteX27" fmla="*/ 714375 w 7372350"/>
              <a:gd name="connsiteY27" fmla="*/ 3200400 h 11458575"/>
              <a:gd name="connsiteX28" fmla="*/ 971550 w 7372350"/>
              <a:gd name="connsiteY28" fmla="*/ 3200400 h 11458575"/>
              <a:gd name="connsiteX29" fmla="*/ 1285875 w 7372350"/>
              <a:gd name="connsiteY29" fmla="*/ 4057650 h 11458575"/>
              <a:gd name="connsiteX30" fmla="*/ 1457325 w 7372350"/>
              <a:gd name="connsiteY30" fmla="*/ 3943350 h 11458575"/>
              <a:gd name="connsiteX31" fmla="*/ 2914650 w 7372350"/>
              <a:gd name="connsiteY31" fmla="*/ 0 h 11458575"/>
              <a:gd name="connsiteX0" fmla="*/ 3100388 w 7558088"/>
              <a:gd name="connsiteY0" fmla="*/ 0 h 11458575"/>
              <a:gd name="connsiteX1" fmla="*/ 3271838 w 7558088"/>
              <a:gd name="connsiteY1" fmla="*/ 342900 h 11458575"/>
              <a:gd name="connsiteX2" fmla="*/ 5815013 w 7558088"/>
              <a:gd name="connsiteY2" fmla="*/ 5715000 h 11458575"/>
              <a:gd name="connsiteX3" fmla="*/ 6043613 w 7558088"/>
              <a:gd name="connsiteY3" fmla="*/ 5629275 h 11458575"/>
              <a:gd name="connsiteX4" fmla="*/ 5472113 w 7558088"/>
              <a:gd name="connsiteY4" fmla="*/ 4429125 h 11458575"/>
              <a:gd name="connsiteX5" fmla="*/ 5843588 w 7558088"/>
              <a:gd name="connsiteY5" fmla="*/ 4000500 h 11458575"/>
              <a:gd name="connsiteX6" fmla="*/ 7558088 w 7558088"/>
              <a:gd name="connsiteY6" fmla="*/ 6343650 h 11458575"/>
              <a:gd name="connsiteX7" fmla="*/ 6243638 w 7558088"/>
              <a:gd name="connsiteY7" fmla="*/ 10744200 h 11458575"/>
              <a:gd name="connsiteX8" fmla="*/ 6043613 w 7558088"/>
              <a:gd name="connsiteY8" fmla="*/ 10487025 h 11458575"/>
              <a:gd name="connsiteX9" fmla="*/ 5843588 w 7558088"/>
              <a:gd name="connsiteY9" fmla="*/ 7743825 h 11458575"/>
              <a:gd name="connsiteX10" fmla="*/ 5729288 w 7558088"/>
              <a:gd name="connsiteY10" fmla="*/ 8543925 h 11458575"/>
              <a:gd name="connsiteX11" fmla="*/ 5529263 w 7558088"/>
              <a:gd name="connsiteY11" fmla="*/ 8429625 h 11458575"/>
              <a:gd name="connsiteX12" fmla="*/ 5214938 w 7558088"/>
              <a:gd name="connsiteY12" fmla="*/ 7396162 h 11458575"/>
              <a:gd name="connsiteX13" fmla="*/ 4891088 w 7558088"/>
              <a:gd name="connsiteY13" fmla="*/ 7386637 h 11458575"/>
              <a:gd name="connsiteX14" fmla="*/ 4629150 w 7558088"/>
              <a:gd name="connsiteY14" fmla="*/ 7429500 h 11458575"/>
              <a:gd name="connsiteX15" fmla="*/ 3490912 w 7558088"/>
              <a:gd name="connsiteY15" fmla="*/ 5784056 h 11458575"/>
              <a:gd name="connsiteX16" fmla="*/ 3371850 w 7558088"/>
              <a:gd name="connsiteY16" fmla="*/ 5886451 h 11458575"/>
              <a:gd name="connsiteX17" fmla="*/ 3221832 w 7558088"/>
              <a:gd name="connsiteY17" fmla="*/ 9408319 h 11458575"/>
              <a:gd name="connsiteX18" fmla="*/ 2643187 w 7558088"/>
              <a:gd name="connsiteY18" fmla="*/ 8446293 h 11458575"/>
              <a:gd name="connsiteX19" fmla="*/ 2728913 w 7558088"/>
              <a:gd name="connsiteY19" fmla="*/ 8201025 h 11458575"/>
              <a:gd name="connsiteX20" fmla="*/ 2526507 w 7558088"/>
              <a:gd name="connsiteY20" fmla="*/ 8446294 h 11458575"/>
              <a:gd name="connsiteX21" fmla="*/ 3378994 w 7558088"/>
              <a:gd name="connsiteY21" fmla="*/ 11249025 h 11458575"/>
              <a:gd name="connsiteX22" fmla="*/ 3221832 w 7558088"/>
              <a:gd name="connsiteY22" fmla="*/ 11458575 h 11458575"/>
              <a:gd name="connsiteX23" fmla="*/ 0 w 7558088"/>
              <a:gd name="connsiteY23" fmla="*/ 4752975 h 11458575"/>
              <a:gd name="connsiteX24" fmla="*/ 414338 w 7558088"/>
              <a:gd name="connsiteY24" fmla="*/ 4829175 h 11458575"/>
              <a:gd name="connsiteX25" fmla="*/ 985838 w 7558088"/>
              <a:gd name="connsiteY25" fmla="*/ 6229350 h 11458575"/>
              <a:gd name="connsiteX26" fmla="*/ 1185863 w 7558088"/>
              <a:gd name="connsiteY26" fmla="*/ 6115050 h 11458575"/>
              <a:gd name="connsiteX27" fmla="*/ 900113 w 7558088"/>
              <a:gd name="connsiteY27" fmla="*/ 3200400 h 11458575"/>
              <a:gd name="connsiteX28" fmla="*/ 1157288 w 7558088"/>
              <a:gd name="connsiteY28" fmla="*/ 3200400 h 11458575"/>
              <a:gd name="connsiteX29" fmla="*/ 1471613 w 7558088"/>
              <a:gd name="connsiteY29" fmla="*/ 4057650 h 11458575"/>
              <a:gd name="connsiteX30" fmla="*/ 1643063 w 7558088"/>
              <a:gd name="connsiteY30" fmla="*/ 3943350 h 11458575"/>
              <a:gd name="connsiteX31" fmla="*/ 3100388 w 7558088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726133 w 7869883"/>
              <a:gd name="connsiteY24" fmla="*/ 4829175 h 11458575"/>
              <a:gd name="connsiteX25" fmla="*/ 1297633 w 7869883"/>
              <a:gd name="connsiteY25" fmla="*/ 6229350 h 11458575"/>
              <a:gd name="connsiteX26" fmla="*/ 1497658 w 7869883"/>
              <a:gd name="connsiteY26" fmla="*/ 6115050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29350 h 11458575"/>
              <a:gd name="connsiteX26" fmla="*/ 1497658 w 7869883"/>
              <a:gd name="connsiteY26" fmla="*/ 6115050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29350 h 11458575"/>
              <a:gd name="connsiteX26" fmla="*/ 1497658 w 7869883"/>
              <a:gd name="connsiteY26" fmla="*/ 6115050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97658 w 7869883"/>
              <a:gd name="connsiteY26" fmla="*/ 6115050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97658 w 7869883"/>
              <a:gd name="connsiteY26" fmla="*/ 6115050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29337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211908 w 7869883"/>
              <a:gd name="connsiteY27" fmla="*/ 32004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469083 w 7869883"/>
              <a:gd name="connsiteY28" fmla="*/ 3200400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45283 w 7869883"/>
              <a:gd name="connsiteY28" fmla="*/ 3252787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45283 w 7869883"/>
              <a:gd name="connsiteY28" fmla="*/ 3252787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45283 w 7869883"/>
              <a:gd name="connsiteY28" fmla="*/ 3252787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783408 w 7869883"/>
              <a:gd name="connsiteY29" fmla="*/ 4057650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4858 w 7869883"/>
              <a:gd name="connsiteY30" fmla="*/ 3943350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83633 w 7869883"/>
              <a:gd name="connsiteY1" fmla="*/ 34290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91253 w 7869883"/>
              <a:gd name="connsiteY1" fmla="*/ 23622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53153 w 7869883"/>
              <a:gd name="connsiteY1" fmla="*/ 24384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53153 w 7869883"/>
              <a:gd name="connsiteY1" fmla="*/ 24384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53153 w 7869883"/>
              <a:gd name="connsiteY1" fmla="*/ 24384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0 h 11458575"/>
              <a:gd name="connsiteX1" fmla="*/ 3553153 w 7869883"/>
              <a:gd name="connsiteY1" fmla="*/ 243840 h 11458575"/>
              <a:gd name="connsiteX2" fmla="*/ 6126808 w 7869883"/>
              <a:gd name="connsiteY2" fmla="*/ 5715000 h 11458575"/>
              <a:gd name="connsiteX3" fmla="*/ 6355408 w 7869883"/>
              <a:gd name="connsiteY3" fmla="*/ 5629275 h 11458575"/>
              <a:gd name="connsiteX4" fmla="*/ 5783908 w 7869883"/>
              <a:gd name="connsiteY4" fmla="*/ 4429125 h 11458575"/>
              <a:gd name="connsiteX5" fmla="*/ 6155383 w 7869883"/>
              <a:gd name="connsiteY5" fmla="*/ 4000500 h 11458575"/>
              <a:gd name="connsiteX6" fmla="*/ 7869883 w 7869883"/>
              <a:gd name="connsiteY6" fmla="*/ 6343650 h 11458575"/>
              <a:gd name="connsiteX7" fmla="*/ 6555433 w 7869883"/>
              <a:gd name="connsiteY7" fmla="*/ 10744200 h 11458575"/>
              <a:gd name="connsiteX8" fmla="*/ 6355408 w 7869883"/>
              <a:gd name="connsiteY8" fmla="*/ 10487025 h 11458575"/>
              <a:gd name="connsiteX9" fmla="*/ 6155383 w 7869883"/>
              <a:gd name="connsiteY9" fmla="*/ 7743825 h 11458575"/>
              <a:gd name="connsiteX10" fmla="*/ 6041083 w 7869883"/>
              <a:gd name="connsiteY10" fmla="*/ 8543925 h 11458575"/>
              <a:gd name="connsiteX11" fmla="*/ 5841058 w 7869883"/>
              <a:gd name="connsiteY11" fmla="*/ 8429625 h 11458575"/>
              <a:gd name="connsiteX12" fmla="*/ 5526733 w 7869883"/>
              <a:gd name="connsiteY12" fmla="*/ 7396162 h 11458575"/>
              <a:gd name="connsiteX13" fmla="*/ 5202883 w 7869883"/>
              <a:gd name="connsiteY13" fmla="*/ 7386637 h 11458575"/>
              <a:gd name="connsiteX14" fmla="*/ 4940945 w 7869883"/>
              <a:gd name="connsiteY14" fmla="*/ 7429500 h 11458575"/>
              <a:gd name="connsiteX15" fmla="*/ 3802707 w 7869883"/>
              <a:gd name="connsiteY15" fmla="*/ 5784056 h 11458575"/>
              <a:gd name="connsiteX16" fmla="*/ 3683645 w 7869883"/>
              <a:gd name="connsiteY16" fmla="*/ 5886451 h 11458575"/>
              <a:gd name="connsiteX17" fmla="*/ 3533627 w 7869883"/>
              <a:gd name="connsiteY17" fmla="*/ 9408319 h 11458575"/>
              <a:gd name="connsiteX18" fmla="*/ 2954982 w 7869883"/>
              <a:gd name="connsiteY18" fmla="*/ 8446293 h 11458575"/>
              <a:gd name="connsiteX19" fmla="*/ 3040708 w 7869883"/>
              <a:gd name="connsiteY19" fmla="*/ 8201025 h 11458575"/>
              <a:gd name="connsiteX20" fmla="*/ 2838302 w 7869883"/>
              <a:gd name="connsiteY20" fmla="*/ 8446294 h 11458575"/>
              <a:gd name="connsiteX21" fmla="*/ 3690789 w 7869883"/>
              <a:gd name="connsiteY21" fmla="*/ 11249025 h 11458575"/>
              <a:gd name="connsiteX22" fmla="*/ 3533627 w 7869883"/>
              <a:gd name="connsiteY22" fmla="*/ 11458575 h 11458575"/>
              <a:gd name="connsiteX23" fmla="*/ 311795 w 7869883"/>
              <a:gd name="connsiteY23" fmla="*/ 4752975 h 11458575"/>
              <a:gd name="connsiteX24" fmla="*/ 616595 w 7869883"/>
              <a:gd name="connsiteY24" fmla="*/ 4724400 h 11458575"/>
              <a:gd name="connsiteX25" fmla="*/ 1297633 w 7869883"/>
              <a:gd name="connsiteY25" fmla="*/ 6286500 h 11458575"/>
              <a:gd name="connsiteX26" fmla="*/ 1426221 w 7869883"/>
              <a:gd name="connsiteY26" fmla="*/ 6119812 h 11458575"/>
              <a:gd name="connsiteX27" fmla="*/ 1111895 w 7869883"/>
              <a:gd name="connsiteY27" fmla="*/ 3124200 h 11458575"/>
              <a:gd name="connsiteX28" fmla="*/ 1516708 w 7869883"/>
              <a:gd name="connsiteY28" fmla="*/ 3267074 h 11458575"/>
              <a:gd name="connsiteX29" fmla="*/ 1816745 w 7869883"/>
              <a:gd name="connsiteY29" fmla="*/ 3952875 h 11458575"/>
              <a:gd name="connsiteX30" fmla="*/ 1957239 w 7869883"/>
              <a:gd name="connsiteY30" fmla="*/ 3926681 h 11458575"/>
              <a:gd name="connsiteX31" fmla="*/ 3412183 w 7869883"/>
              <a:gd name="connsiteY31" fmla="*/ 0 h 11458575"/>
              <a:gd name="connsiteX0" fmla="*/ 3412183 w 7869883"/>
              <a:gd name="connsiteY0" fmla="*/ 1439 h 11460014"/>
              <a:gd name="connsiteX1" fmla="*/ 3553153 w 7869883"/>
              <a:gd name="connsiteY1" fmla="*/ 245279 h 11460014"/>
              <a:gd name="connsiteX2" fmla="*/ 6126808 w 7869883"/>
              <a:gd name="connsiteY2" fmla="*/ 5716439 h 11460014"/>
              <a:gd name="connsiteX3" fmla="*/ 6355408 w 7869883"/>
              <a:gd name="connsiteY3" fmla="*/ 5630714 h 11460014"/>
              <a:gd name="connsiteX4" fmla="*/ 5783908 w 7869883"/>
              <a:gd name="connsiteY4" fmla="*/ 4430564 h 11460014"/>
              <a:gd name="connsiteX5" fmla="*/ 6155383 w 7869883"/>
              <a:gd name="connsiteY5" fmla="*/ 4001939 h 11460014"/>
              <a:gd name="connsiteX6" fmla="*/ 7869883 w 7869883"/>
              <a:gd name="connsiteY6" fmla="*/ 6345089 h 11460014"/>
              <a:gd name="connsiteX7" fmla="*/ 6555433 w 7869883"/>
              <a:gd name="connsiteY7" fmla="*/ 10745639 h 11460014"/>
              <a:gd name="connsiteX8" fmla="*/ 6355408 w 7869883"/>
              <a:gd name="connsiteY8" fmla="*/ 10488464 h 11460014"/>
              <a:gd name="connsiteX9" fmla="*/ 6155383 w 7869883"/>
              <a:gd name="connsiteY9" fmla="*/ 7745264 h 11460014"/>
              <a:gd name="connsiteX10" fmla="*/ 6041083 w 7869883"/>
              <a:gd name="connsiteY10" fmla="*/ 8545364 h 11460014"/>
              <a:gd name="connsiteX11" fmla="*/ 5841058 w 7869883"/>
              <a:gd name="connsiteY11" fmla="*/ 8431064 h 11460014"/>
              <a:gd name="connsiteX12" fmla="*/ 5526733 w 7869883"/>
              <a:gd name="connsiteY12" fmla="*/ 7397601 h 11460014"/>
              <a:gd name="connsiteX13" fmla="*/ 5202883 w 7869883"/>
              <a:gd name="connsiteY13" fmla="*/ 7388076 h 11460014"/>
              <a:gd name="connsiteX14" fmla="*/ 4940945 w 7869883"/>
              <a:gd name="connsiteY14" fmla="*/ 7430939 h 11460014"/>
              <a:gd name="connsiteX15" fmla="*/ 3802707 w 7869883"/>
              <a:gd name="connsiteY15" fmla="*/ 5785495 h 11460014"/>
              <a:gd name="connsiteX16" fmla="*/ 3683645 w 7869883"/>
              <a:gd name="connsiteY16" fmla="*/ 5887890 h 11460014"/>
              <a:gd name="connsiteX17" fmla="*/ 3533627 w 7869883"/>
              <a:gd name="connsiteY17" fmla="*/ 9409758 h 11460014"/>
              <a:gd name="connsiteX18" fmla="*/ 2954982 w 7869883"/>
              <a:gd name="connsiteY18" fmla="*/ 8447732 h 11460014"/>
              <a:gd name="connsiteX19" fmla="*/ 3040708 w 7869883"/>
              <a:gd name="connsiteY19" fmla="*/ 8202464 h 11460014"/>
              <a:gd name="connsiteX20" fmla="*/ 2838302 w 7869883"/>
              <a:gd name="connsiteY20" fmla="*/ 8447733 h 11460014"/>
              <a:gd name="connsiteX21" fmla="*/ 3690789 w 7869883"/>
              <a:gd name="connsiteY21" fmla="*/ 11250464 h 11460014"/>
              <a:gd name="connsiteX22" fmla="*/ 3533627 w 7869883"/>
              <a:gd name="connsiteY22" fmla="*/ 11460014 h 11460014"/>
              <a:gd name="connsiteX23" fmla="*/ 311795 w 7869883"/>
              <a:gd name="connsiteY23" fmla="*/ 4754414 h 11460014"/>
              <a:gd name="connsiteX24" fmla="*/ 616595 w 7869883"/>
              <a:gd name="connsiteY24" fmla="*/ 4725839 h 11460014"/>
              <a:gd name="connsiteX25" fmla="*/ 1297633 w 7869883"/>
              <a:gd name="connsiteY25" fmla="*/ 6287939 h 11460014"/>
              <a:gd name="connsiteX26" fmla="*/ 1426221 w 7869883"/>
              <a:gd name="connsiteY26" fmla="*/ 6121251 h 11460014"/>
              <a:gd name="connsiteX27" fmla="*/ 1111895 w 7869883"/>
              <a:gd name="connsiteY27" fmla="*/ 3125639 h 11460014"/>
              <a:gd name="connsiteX28" fmla="*/ 1516708 w 7869883"/>
              <a:gd name="connsiteY28" fmla="*/ 3268513 h 11460014"/>
              <a:gd name="connsiteX29" fmla="*/ 1816745 w 7869883"/>
              <a:gd name="connsiteY29" fmla="*/ 3954314 h 11460014"/>
              <a:gd name="connsiteX30" fmla="*/ 1957239 w 7869883"/>
              <a:gd name="connsiteY30" fmla="*/ 3928120 h 11460014"/>
              <a:gd name="connsiteX31" fmla="*/ 3412183 w 7869883"/>
              <a:gd name="connsiteY31" fmla="*/ 1439 h 11460014"/>
              <a:gd name="connsiteX0" fmla="*/ 3412183 w 7869883"/>
              <a:gd name="connsiteY0" fmla="*/ 1439 h 11460014"/>
              <a:gd name="connsiteX1" fmla="*/ 3553153 w 7869883"/>
              <a:gd name="connsiteY1" fmla="*/ 245279 h 11460014"/>
              <a:gd name="connsiteX2" fmla="*/ 6126808 w 7869883"/>
              <a:gd name="connsiteY2" fmla="*/ 5716439 h 11460014"/>
              <a:gd name="connsiteX3" fmla="*/ 6355408 w 7869883"/>
              <a:gd name="connsiteY3" fmla="*/ 5630714 h 11460014"/>
              <a:gd name="connsiteX4" fmla="*/ 5783908 w 7869883"/>
              <a:gd name="connsiteY4" fmla="*/ 4430564 h 11460014"/>
              <a:gd name="connsiteX5" fmla="*/ 6155383 w 7869883"/>
              <a:gd name="connsiteY5" fmla="*/ 4001939 h 11460014"/>
              <a:gd name="connsiteX6" fmla="*/ 7869883 w 7869883"/>
              <a:gd name="connsiteY6" fmla="*/ 6345089 h 11460014"/>
              <a:gd name="connsiteX7" fmla="*/ 6555433 w 7869883"/>
              <a:gd name="connsiteY7" fmla="*/ 10745639 h 11460014"/>
              <a:gd name="connsiteX8" fmla="*/ 6355408 w 7869883"/>
              <a:gd name="connsiteY8" fmla="*/ 10488464 h 11460014"/>
              <a:gd name="connsiteX9" fmla="*/ 6155383 w 7869883"/>
              <a:gd name="connsiteY9" fmla="*/ 7745264 h 11460014"/>
              <a:gd name="connsiteX10" fmla="*/ 6041083 w 7869883"/>
              <a:gd name="connsiteY10" fmla="*/ 8545364 h 11460014"/>
              <a:gd name="connsiteX11" fmla="*/ 5841058 w 7869883"/>
              <a:gd name="connsiteY11" fmla="*/ 8431064 h 11460014"/>
              <a:gd name="connsiteX12" fmla="*/ 5526733 w 7869883"/>
              <a:gd name="connsiteY12" fmla="*/ 7397601 h 11460014"/>
              <a:gd name="connsiteX13" fmla="*/ 5202883 w 7869883"/>
              <a:gd name="connsiteY13" fmla="*/ 7388076 h 11460014"/>
              <a:gd name="connsiteX14" fmla="*/ 4940945 w 7869883"/>
              <a:gd name="connsiteY14" fmla="*/ 7430939 h 11460014"/>
              <a:gd name="connsiteX15" fmla="*/ 3802707 w 7869883"/>
              <a:gd name="connsiteY15" fmla="*/ 5785495 h 11460014"/>
              <a:gd name="connsiteX16" fmla="*/ 3683645 w 7869883"/>
              <a:gd name="connsiteY16" fmla="*/ 5887890 h 11460014"/>
              <a:gd name="connsiteX17" fmla="*/ 3533627 w 7869883"/>
              <a:gd name="connsiteY17" fmla="*/ 9409758 h 11460014"/>
              <a:gd name="connsiteX18" fmla="*/ 2954982 w 7869883"/>
              <a:gd name="connsiteY18" fmla="*/ 8447732 h 11460014"/>
              <a:gd name="connsiteX19" fmla="*/ 3040708 w 7869883"/>
              <a:gd name="connsiteY19" fmla="*/ 8202464 h 11460014"/>
              <a:gd name="connsiteX20" fmla="*/ 2838302 w 7869883"/>
              <a:gd name="connsiteY20" fmla="*/ 8447733 h 11460014"/>
              <a:gd name="connsiteX21" fmla="*/ 3690789 w 7869883"/>
              <a:gd name="connsiteY21" fmla="*/ 11250464 h 11460014"/>
              <a:gd name="connsiteX22" fmla="*/ 3533627 w 7869883"/>
              <a:gd name="connsiteY22" fmla="*/ 11460014 h 11460014"/>
              <a:gd name="connsiteX23" fmla="*/ 311795 w 7869883"/>
              <a:gd name="connsiteY23" fmla="*/ 4754414 h 11460014"/>
              <a:gd name="connsiteX24" fmla="*/ 616595 w 7869883"/>
              <a:gd name="connsiteY24" fmla="*/ 4725839 h 11460014"/>
              <a:gd name="connsiteX25" fmla="*/ 1297633 w 7869883"/>
              <a:gd name="connsiteY25" fmla="*/ 6287939 h 11460014"/>
              <a:gd name="connsiteX26" fmla="*/ 1426221 w 7869883"/>
              <a:gd name="connsiteY26" fmla="*/ 6121251 h 11460014"/>
              <a:gd name="connsiteX27" fmla="*/ 1111895 w 7869883"/>
              <a:gd name="connsiteY27" fmla="*/ 3125639 h 11460014"/>
              <a:gd name="connsiteX28" fmla="*/ 1516708 w 7869883"/>
              <a:gd name="connsiteY28" fmla="*/ 3268513 h 11460014"/>
              <a:gd name="connsiteX29" fmla="*/ 1816745 w 7869883"/>
              <a:gd name="connsiteY29" fmla="*/ 3954314 h 11460014"/>
              <a:gd name="connsiteX30" fmla="*/ 1957239 w 7869883"/>
              <a:gd name="connsiteY30" fmla="*/ 3928120 h 11460014"/>
              <a:gd name="connsiteX31" fmla="*/ 3412183 w 7869883"/>
              <a:gd name="connsiteY31" fmla="*/ 1439 h 11460014"/>
              <a:gd name="connsiteX0" fmla="*/ 3412183 w 7869883"/>
              <a:gd name="connsiteY0" fmla="*/ 1439 h 11460014"/>
              <a:gd name="connsiteX1" fmla="*/ 3586491 w 7869883"/>
              <a:gd name="connsiteY1" fmla="*/ 245279 h 11460014"/>
              <a:gd name="connsiteX2" fmla="*/ 6126808 w 7869883"/>
              <a:gd name="connsiteY2" fmla="*/ 5716439 h 11460014"/>
              <a:gd name="connsiteX3" fmla="*/ 6355408 w 7869883"/>
              <a:gd name="connsiteY3" fmla="*/ 5630714 h 11460014"/>
              <a:gd name="connsiteX4" fmla="*/ 5783908 w 7869883"/>
              <a:gd name="connsiteY4" fmla="*/ 4430564 h 11460014"/>
              <a:gd name="connsiteX5" fmla="*/ 6155383 w 7869883"/>
              <a:gd name="connsiteY5" fmla="*/ 4001939 h 11460014"/>
              <a:gd name="connsiteX6" fmla="*/ 7869883 w 7869883"/>
              <a:gd name="connsiteY6" fmla="*/ 6345089 h 11460014"/>
              <a:gd name="connsiteX7" fmla="*/ 6555433 w 7869883"/>
              <a:gd name="connsiteY7" fmla="*/ 10745639 h 11460014"/>
              <a:gd name="connsiteX8" fmla="*/ 6355408 w 7869883"/>
              <a:gd name="connsiteY8" fmla="*/ 10488464 h 11460014"/>
              <a:gd name="connsiteX9" fmla="*/ 6155383 w 7869883"/>
              <a:gd name="connsiteY9" fmla="*/ 7745264 h 11460014"/>
              <a:gd name="connsiteX10" fmla="*/ 6041083 w 7869883"/>
              <a:gd name="connsiteY10" fmla="*/ 8545364 h 11460014"/>
              <a:gd name="connsiteX11" fmla="*/ 5841058 w 7869883"/>
              <a:gd name="connsiteY11" fmla="*/ 8431064 h 11460014"/>
              <a:gd name="connsiteX12" fmla="*/ 5526733 w 7869883"/>
              <a:gd name="connsiteY12" fmla="*/ 7397601 h 11460014"/>
              <a:gd name="connsiteX13" fmla="*/ 5202883 w 7869883"/>
              <a:gd name="connsiteY13" fmla="*/ 7388076 h 11460014"/>
              <a:gd name="connsiteX14" fmla="*/ 4940945 w 7869883"/>
              <a:gd name="connsiteY14" fmla="*/ 7430939 h 11460014"/>
              <a:gd name="connsiteX15" fmla="*/ 3802707 w 7869883"/>
              <a:gd name="connsiteY15" fmla="*/ 5785495 h 11460014"/>
              <a:gd name="connsiteX16" fmla="*/ 3683645 w 7869883"/>
              <a:gd name="connsiteY16" fmla="*/ 5887890 h 11460014"/>
              <a:gd name="connsiteX17" fmla="*/ 3533627 w 7869883"/>
              <a:gd name="connsiteY17" fmla="*/ 9409758 h 11460014"/>
              <a:gd name="connsiteX18" fmla="*/ 2954982 w 7869883"/>
              <a:gd name="connsiteY18" fmla="*/ 8447732 h 11460014"/>
              <a:gd name="connsiteX19" fmla="*/ 3040708 w 7869883"/>
              <a:gd name="connsiteY19" fmla="*/ 8202464 h 11460014"/>
              <a:gd name="connsiteX20" fmla="*/ 2838302 w 7869883"/>
              <a:gd name="connsiteY20" fmla="*/ 8447733 h 11460014"/>
              <a:gd name="connsiteX21" fmla="*/ 3690789 w 7869883"/>
              <a:gd name="connsiteY21" fmla="*/ 11250464 h 11460014"/>
              <a:gd name="connsiteX22" fmla="*/ 3533627 w 7869883"/>
              <a:gd name="connsiteY22" fmla="*/ 11460014 h 11460014"/>
              <a:gd name="connsiteX23" fmla="*/ 311795 w 7869883"/>
              <a:gd name="connsiteY23" fmla="*/ 4754414 h 11460014"/>
              <a:gd name="connsiteX24" fmla="*/ 616595 w 7869883"/>
              <a:gd name="connsiteY24" fmla="*/ 4725839 h 11460014"/>
              <a:gd name="connsiteX25" fmla="*/ 1297633 w 7869883"/>
              <a:gd name="connsiteY25" fmla="*/ 6287939 h 11460014"/>
              <a:gd name="connsiteX26" fmla="*/ 1426221 w 7869883"/>
              <a:gd name="connsiteY26" fmla="*/ 6121251 h 11460014"/>
              <a:gd name="connsiteX27" fmla="*/ 1111895 w 7869883"/>
              <a:gd name="connsiteY27" fmla="*/ 3125639 h 11460014"/>
              <a:gd name="connsiteX28" fmla="*/ 1516708 w 7869883"/>
              <a:gd name="connsiteY28" fmla="*/ 3268513 h 11460014"/>
              <a:gd name="connsiteX29" fmla="*/ 1816745 w 7869883"/>
              <a:gd name="connsiteY29" fmla="*/ 3954314 h 11460014"/>
              <a:gd name="connsiteX30" fmla="*/ 1957239 w 7869883"/>
              <a:gd name="connsiteY30" fmla="*/ 3928120 h 11460014"/>
              <a:gd name="connsiteX31" fmla="*/ 3412183 w 7869883"/>
              <a:gd name="connsiteY31" fmla="*/ 1439 h 11460014"/>
              <a:gd name="connsiteX0" fmla="*/ 3412183 w 7869883"/>
              <a:gd name="connsiteY0" fmla="*/ 1439 h 11460014"/>
              <a:gd name="connsiteX1" fmla="*/ 3591253 w 7869883"/>
              <a:gd name="connsiteY1" fmla="*/ 245279 h 11460014"/>
              <a:gd name="connsiteX2" fmla="*/ 6126808 w 7869883"/>
              <a:gd name="connsiteY2" fmla="*/ 5716439 h 11460014"/>
              <a:gd name="connsiteX3" fmla="*/ 6355408 w 7869883"/>
              <a:gd name="connsiteY3" fmla="*/ 5630714 h 11460014"/>
              <a:gd name="connsiteX4" fmla="*/ 5783908 w 7869883"/>
              <a:gd name="connsiteY4" fmla="*/ 4430564 h 11460014"/>
              <a:gd name="connsiteX5" fmla="*/ 6155383 w 7869883"/>
              <a:gd name="connsiteY5" fmla="*/ 4001939 h 11460014"/>
              <a:gd name="connsiteX6" fmla="*/ 7869883 w 7869883"/>
              <a:gd name="connsiteY6" fmla="*/ 6345089 h 11460014"/>
              <a:gd name="connsiteX7" fmla="*/ 6555433 w 7869883"/>
              <a:gd name="connsiteY7" fmla="*/ 10745639 h 11460014"/>
              <a:gd name="connsiteX8" fmla="*/ 6355408 w 7869883"/>
              <a:gd name="connsiteY8" fmla="*/ 10488464 h 11460014"/>
              <a:gd name="connsiteX9" fmla="*/ 6155383 w 7869883"/>
              <a:gd name="connsiteY9" fmla="*/ 7745264 h 11460014"/>
              <a:gd name="connsiteX10" fmla="*/ 6041083 w 7869883"/>
              <a:gd name="connsiteY10" fmla="*/ 8545364 h 11460014"/>
              <a:gd name="connsiteX11" fmla="*/ 5841058 w 7869883"/>
              <a:gd name="connsiteY11" fmla="*/ 8431064 h 11460014"/>
              <a:gd name="connsiteX12" fmla="*/ 5526733 w 7869883"/>
              <a:gd name="connsiteY12" fmla="*/ 7397601 h 11460014"/>
              <a:gd name="connsiteX13" fmla="*/ 5202883 w 7869883"/>
              <a:gd name="connsiteY13" fmla="*/ 7388076 h 11460014"/>
              <a:gd name="connsiteX14" fmla="*/ 4940945 w 7869883"/>
              <a:gd name="connsiteY14" fmla="*/ 7430939 h 11460014"/>
              <a:gd name="connsiteX15" fmla="*/ 3802707 w 7869883"/>
              <a:gd name="connsiteY15" fmla="*/ 5785495 h 11460014"/>
              <a:gd name="connsiteX16" fmla="*/ 3683645 w 7869883"/>
              <a:gd name="connsiteY16" fmla="*/ 5887890 h 11460014"/>
              <a:gd name="connsiteX17" fmla="*/ 3533627 w 7869883"/>
              <a:gd name="connsiteY17" fmla="*/ 9409758 h 11460014"/>
              <a:gd name="connsiteX18" fmla="*/ 2954982 w 7869883"/>
              <a:gd name="connsiteY18" fmla="*/ 8447732 h 11460014"/>
              <a:gd name="connsiteX19" fmla="*/ 3040708 w 7869883"/>
              <a:gd name="connsiteY19" fmla="*/ 8202464 h 11460014"/>
              <a:gd name="connsiteX20" fmla="*/ 2838302 w 7869883"/>
              <a:gd name="connsiteY20" fmla="*/ 8447733 h 11460014"/>
              <a:gd name="connsiteX21" fmla="*/ 3690789 w 7869883"/>
              <a:gd name="connsiteY21" fmla="*/ 11250464 h 11460014"/>
              <a:gd name="connsiteX22" fmla="*/ 3533627 w 7869883"/>
              <a:gd name="connsiteY22" fmla="*/ 11460014 h 11460014"/>
              <a:gd name="connsiteX23" fmla="*/ 311795 w 7869883"/>
              <a:gd name="connsiteY23" fmla="*/ 4754414 h 11460014"/>
              <a:gd name="connsiteX24" fmla="*/ 616595 w 7869883"/>
              <a:gd name="connsiteY24" fmla="*/ 4725839 h 11460014"/>
              <a:gd name="connsiteX25" fmla="*/ 1297633 w 7869883"/>
              <a:gd name="connsiteY25" fmla="*/ 6287939 h 11460014"/>
              <a:gd name="connsiteX26" fmla="*/ 1426221 w 7869883"/>
              <a:gd name="connsiteY26" fmla="*/ 6121251 h 11460014"/>
              <a:gd name="connsiteX27" fmla="*/ 1111895 w 7869883"/>
              <a:gd name="connsiteY27" fmla="*/ 3125639 h 11460014"/>
              <a:gd name="connsiteX28" fmla="*/ 1516708 w 7869883"/>
              <a:gd name="connsiteY28" fmla="*/ 3268513 h 11460014"/>
              <a:gd name="connsiteX29" fmla="*/ 1816745 w 7869883"/>
              <a:gd name="connsiteY29" fmla="*/ 3954314 h 11460014"/>
              <a:gd name="connsiteX30" fmla="*/ 1957239 w 7869883"/>
              <a:gd name="connsiteY30" fmla="*/ 3928120 h 11460014"/>
              <a:gd name="connsiteX31" fmla="*/ 3412183 w 7869883"/>
              <a:gd name="connsiteY31" fmla="*/ 1439 h 11460014"/>
              <a:gd name="connsiteX0" fmla="*/ 3412183 w 7869883"/>
              <a:gd name="connsiteY0" fmla="*/ 1018 h 11459593"/>
              <a:gd name="connsiteX1" fmla="*/ 3591253 w 7869883"/>
              <a:gd name="connsiteY1" fmla="*/ 244858 h 11459593"/>
              <a:gd name="connsiteX2" fmla="*/ 6126808 w 7869883"/>
              <a:gd name="connsiteY2" fmla="*/ 5716018 h 11459593"/>
              <a:gd name="connsiteX3" fmla="*/ 6355408 w 7869883"/>
              <a:gd name="connsiteY3" fmla="*/ 5630293 h 11459593"/>
              <a:gd name="connsiteX4" fmla="*/ 5783908 w 7869883"/>
              <a:gd name="connsiteY4" fmla="*/ 4430143 h 11459593"/>
              <a:gd name="connsiteX5" fmla="*/ 6155383 w 7869883"/>
              <a:gd name="connsiteY5" fmla="*/ 4001518 h 11459593"/>
              <a:gd name="connsiteX6" fmla="*/ 7869883 w 7869883"/>
              <a:gd name="connsiteY6" fmla="*/ 6344668 h 11459593"/>
              <a:gd name="connsiteX7" fmla="*/ 6555433 w 7869883"/>
              <a:gd name="connsiteY7" fmla="*/ 10745218 h 11459593"/>
              <a:gd name="connsiteX8" fmla="*/ 6355408 w 7869883"/>
              <a:gd name="connsiteY8" fmla="*/ 10488043 h 11459593"/>
              <a:gd name="connsiteX9" fmla="*/ 6155383 w 7869883"/>
              <a:gd name="connsiteY9" fmla="*/ 7744843 h 11459593"/>
              <a:gd name="connsiteX10" fmla="*/ 6041083 w 7869883"/>
              <a:gd name="connsiteY10" fmla="*/ 8544943 h 11459593"/>
              <a:gd name="connsiteX11" fmla="*/ 5841058 w 7869883"/>
              <a:gd name="connsiteY11" fmla="*/ 8430643 h 11459593"/>
              <a:gd name="connsiteX12" fmla="*/ 5526733 w 7869883"/>
              <a:gd name="connsiteY12" fmla="*/ 7397180 h 11459593"/>
              <a:gd name="connsiteX13" fmla="*/ 5202883 w 7869883"/>
              <a:gd name="connsiteY13" fmla="*/ 7387655 h 11459593"/>
              <a:gd name="connsiteX14" fmla="*/ 4940945 w 7869883"/>
              <a:gd name="connsiteY14" fmla="*/ 7430518 h 11459593"/>
              <a:gd name="connsiteX15" fmla="*/ 3802707 w 7869883"/>
              <a:gd name="connsiteY15" fmla="*/ 5785074 h 11459593"/>
              <a:gd name="connsiteX16" fmla="*/ 3683645 w 7869883"/>
              <a:gd name="connsiteY16" fmla="*/ 5887469 h 11459593"/>
              <a:gd name="connsiteX17" fmla="*/ 3533627 w 7869883"/>
              <a:gd name="connsiteY17" fmla="*/ 9409337 h 11459593"/>
              <a:gd name="connsiteX18" fmla="*/ 2954982 w 7869883"/>
              <a:gd name="connsiteY18" fmla="*/ 8447311 h 11459593"/>
              <a:gd name="connsiteX19" fmla="*/ 3040708 w 7869883"/>
              <a:gd name="connsiteY19" fmla="*/ 8202043 h 11459593"/>
              <a:gd name="connsiteX20" fmla="*/ 2838302 w 7869883"/>
              <a:gd name="connsiteY20" fmla="*/ 8447312 h 11459593"/>
              <a:gd name="connsiteX21" fmla="*/ 3690789 w 7869883"/>
              <a:gd name="connsiteY21" fmla="*/ 11250043 h 11459593"/>
              <a:gd name="connsiteX22" fmla="*/ 3533627 w 7869883"/>
              <a:gd name="connsiteY22" fmla="*/ 11459593 h 11459593"/>
              <a:gd name="connsiteX23" fmla="*/ 311795 w 7869883"/>
              <a:gd name="connsiteY23" fmla="*/ 4753993 h 11459593"/>
              <a:gd name="connsiteX24" fmla="*/ 616595 w 7869883"/>
              <a:gd name="connsiteY24" fmla="*/ 4725418 h 11459593"/>
              <a:gd name="connsiteX25" fmla="*/ 1297633 w 7869883"/>
              <a:gd name="connsiteY25" fmla="*/ 6287518 h 11459593"/>
              <a:gd name="connsiteX26" fmla="*/ 1426221 w 7869883"/>
              <a:gd name="connsiteY26" fmla="*/ 6120830 h 11459593"/>
              <a:gd name="connsiteX27" fmla="*/ 1111895 w 7869883"/>
              <a:gd name="connsiteY27" fmla="*/ 3125218 h 11459593"/>
              <a:gd name="connsiteX28" fmla="*/ 1516708 w 7869883"/>
              <a:gd name="connsiteY28" fmla="*/ 3268092 h 11459593"/>
              <a:gd name="connsiteX29" fmla="*/ 1816745 w 7869883"/>
              <a:gd name="connsiteY29" fmla="*/ 3953893 h 11459593"/>
              <a:gd name="connsiteX30" fmla="*/ 1957239 w 7869883"/>
              <a:gd name="connsiteY30" fmla="*/ 3927699 h 11459593"/>
              <a:gd name="connsiteX31" fmla="*/ 3412183 w 7869883"/>
              <a:gd name="connsiteY31" fmla="*/ 1018 h 11459593"/>
              <a:gd name="connsiteX0" fmla="*/ 3412183 w 7869883"/>
              <a:gd name="connsiteY0" fmla="*/ 930 h 11459505"/>
              <a:gd name="connsiteX1" fmla="*/ 3591253 w 7869883"/>
              <a:gd name="connsiteY1" fmla="*/ 244770 h 11459505"/>
              <a:gd name="connsiteX2" fmla="*/ 6126808 w 7869883"/>
              <a:gd name="connsiteY2" fmla="*/ 5715930 h 11459505"/>
              <a:gd name="connsiteX3" fmla="*/ 6355408 w 7869883"/>
              <a:gd name="connsiteY3" fmla="*/ 5630205 h 11459505"/>
              <a:gd name="connsiteX4" fmla="*/ 5783908 w 7869883"/>
              <a:gd name="connsiteY4" fmla="*/ 4430055 h 11459505"/>
              <a:gd name="connsiteX5" fmla="*/ 6155383 w 7869883"/>
              <a:gd name="connsiteY5" fmla="*/ 4001430 h 11459505"/>
              <a:gd name="connsiteX6" fmla="*/ 7869883 w 7869883"/>
              <a:gd name="connsiteY6" fmla="*/ 6344580 h 11459505"/>
              <a:gd name="connsiteX7" fmla="*/ 6555433 w 7869883"/>
              <a:gd name="connsiteY7" fmla="*/ 10745130 h 11459505"/>
              <a:gd name="connsiteX8" fmla="*/ 6355408 w 7869883"/>
              <a:gd name="connsiteY8" fmla="*/ 10487955 h 11459505"/>
              <a:gd name="connsiteX9" fmla="*/ 6155383 w 7869883"/>
              <a:gd name="connsiteY9" fmla="*/ 7744755 h 11459505"/>
              <a:gd name="connsiteX10" fmla="*/ 6041083 w 7869883"/>
              <a:gd name="connsiteY10" fmla="*/ 8544855 h 11459505"/>
              <a:gd name="connsiteX11" fmla="*/ 5841058 w 7869883"/>
              <a:gd name="connsiteY11" fmla="*/ 8430555 h 11459505"/>
              <a:gd name="connsiteX12" fmla="*/ 5526733 w 7869883"/>
              <a:gd name="connsiteY12" fmla="*/ 7397092 h 11459505"/>
              <a:gd name="connsiteX13" fmla="*/ 5202883 w 7869883"/>
              <a:gd name="connsiteY13" fmla="*/ 7387567 h 11459505"/>
              <a:gd name="connsiteX14" fmla="*/ 4940945 w 7869883"/>
              <a:gd name="connsiteY14" fmla="*/ 7430430 h 11459505"/>
              <a:gd name="connsiteX15" fmla="*/ 3802707 w 7869883"/>
              <a:gd name="connsiteY15" fmla="*/ 5784986 h 11459505"/>
              <a:gd name="connsiteX16" fmla="*/ 3683645 w 7869883"/>
              <a:gd name="connsiteY16" fmla="*/ 5887381 h 11459505"/>
              <a:gd name="connsiteX17" fmla="*/ 3533627 w 7869883"/>
              <a:gd name="connsiteY17" fmla="*/ 9409249 h 11459505"/>
              <a:gd name="connsiteX18" fmla="*/ 2954982 w 7869883"/>
              <a:gd name="connsiteY18" fmla="*/ 8447223 h 11459505"/>
              <a:gd name="connsiteX19" fmla="*/ 3040708 w 7869883"/>
              <a:gd name="connsiteY19" fmla="*/ 8201955 h 11459505"/>
              <a:gd name="connsiteX20" fmla="*/ 2838302 w 7869883"/>
              <a:gd name="connsiteY20" fmla="*/ 8447224 h 11459505"/>
              <a:gd name="connsiteX21" fmla="*/ 3690789 w 7869883"/>
              <a:gd name="connsiteY21" fmla="*/ 11249955 h 11459505"/>
              <a:gd name="connsiteX22" fmla="*/ 3533627 w 7869883"/>
              <a:gd name="connsiteY22" fmla="*/ 11459505 h 11459505"/>
              <a:gd name="connsiteX23" fmla="*/ 311795 w 7869883"/>
              <a:gd name="connsiteY23" fmla="*/ 4753905 h 11459505"/>
              <a:gd name="connsiteX24" fmla="*/ 616595 w 7869883"/>
              <a:gd name="connsiteY24" fmla="*/ 4725330 h 11459505"/>
              <a:gd name="connsiteX25" fmla="*/ 1297633 w 7869883"/>
              <a:gd name="connsiteY25" fmla="*/ 6287430 h 11459505"/>
              <a:gd name="connsiteX26" fmla="*/ 1426221 w 7869883"/>
              <a:gd name="connsiteY26" fmla="*/ 6120742 h 11459505"/>
              <a:gd name="connsiteX27" fmla="*/ 1111895 w 7869883"/>
              <a:gd name="connsiteY27" fmla="*/ 3125130 h 11459505"/>
              <a:gd name="connsiteX28" fmla="*/ 1516708 w 7869883"/>
              <a:gd name="connsiteY28" fmla="*/ 3268004 h 11459505"/>
              <a:gd name="connsiteX29" fmla="*/ 1816745 w 7869883"/>
              <a:gd name="connsiteY29" fmla="*/ 3953805 h 11459505"/>
              <a:gd name="connsiteX30" fmla="*/ 1957239 w 7869883"/>
              <a:gd name="connsiteY30" fmla="*/ 3927611 h 11459505"/>
              <a:gd name="connsiteX31" fmla="*/ 3412183 w 7869883"/>
              <a:gd name="connsiteY31" fmla="*/ 930 h 11459505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355408 w 7869883"/>
              <a:gd name="connsiteY3" fmla="*/ 5629451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355408 w 7869883"/>
              <a:gd name="connsiteY3" fmla="*/ 5629451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355408 w 7869883"/>
              <a:gd name="connsiteY3" fmla="*/ 5629451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83908 w 7869883"/>
              <a:gd name="connsiteY4" fmla="*/ 4429301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155383 w 7869883"/>
              <a:gd name="connsiteY5" fmla="*/ 4000676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6346 w 7869883"/>
              <a:gd name="connsiteY5" fmla="*/ 3936382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31584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869883"/>
              <a:gd name="connsiteY0" fmla="*/ 176 h 11458751"/>
              <a:gd name="connsiteX1" fmla="*/ 3591253 w 7869883"/>
              <a:gd name="connsiteY1" fmla="*/ 244016 h 11458751"/>
              <a:gd name="connsiteX2" fmla="*/ 6126808 w 7869883"/>
              <a:gd name="connsiteY2" fmla="*/ 5715176 h 11458751"/>
              <a:gd name="connsiteX3" fmla="*/ 6272064 w 7869883"/>
              <a:gd name="connsiteY3" fmla="*/ 5624688 h 11458751"/>
              <a:gd name="connsiteX4" fmla="*/ 5798195 w 7869883"/>
              <a:gd name="connsiteY4" fmla="*/ 4424538 h 11458751"/>
              <a:gd name="connsiteX5" fmla="*/ 6224441 w 7869883"/>
              <a:gd name="connsiteY5" fmla="*/ 3938763 h 11458751"/>
              <a:gd name="connsiteX6" fmla="*/ 7869883 w 7869883"/>
              <a:gd name="connsiteY6" fmla="*/ 6343826 h 11458751"/>
              <a:gd name="connsiteX7" fmla="*/ 6555433 w 7869883"/>
              <a:gd name="connsiteY7" fmla="*/ 10744376 h 11458751"/>
              <a:gd name="connsiteX8" fmla="*/ 6355408 w 7869883"/>
              <a:gd name="connsiteY8" fmla="*/ 10487201 h 11458751"/>
              <a:gd name="connsiteX9" fmla="*/ 6155383 w 7869883"/>
              <a:gd name="connsiteY9" fmla="*/ 7744001 h 11458751"/>
              <a:gd name="connsiteX10" fmla="*/ 6041083 w 7869883"/>
              <a:gd name="connsiteY10" fmla="*/ 8544101 h 11458751"/>
              <a:gd name="connsiteX11" fmla="*/ 5841058 w 7869883"/>
              <a:gd name="connsiteY11" fmla="*/ 8429801 h 11458751"/>
              <a:gd name="connsiteX12" fmla="*/ 5526733 w 7869883"/>
              <a:gd name="connsiteY12" fmla="*/ 7396338 h 11458751"/>
              <a:gd name="connsiteX13" fmla="*/ 5202883 w 7869883"/>
              <a:gd name="connsiteY13" fmla="*/ 7386813 h 11458751"/>
              <a:gd name="connsiteX14" fmla="*/ 4940945 w 7869883"/>
              <a:gd name="connsiteY14" fmla="*/ 7429676 h 11458751"/>
              <a:gd name="connsiteX15" fmla="*/ 3802707 w 7869883"/>
              <a:gd name="connsiteY15" fmla="*/ 5784232 h 11458751"/>
              <a:gd name="connsiteX16" fmla="*/ 3683645 w 7869883"/>
              <a:gd name="connsiteY16" fmla="*/ 5886627 h 11458751"/>
              <a:gd name="connsiteX17" fmla="*/ 3533627 w 7869883"/>
              <a:gd name="connsiteY17" fmla="*/ 9408495 h 11458751"/>
              <a:gd name="connsiteX18" fmla="*/ 2954982 w 7869883"/>
              <a:gd name="connsiteY18" fmla="*/ 8446469 h 11458751"/>
              <a:gd name="connsiteX19" fmla="*/ 3040708 w 7869883"/>
              <a:gd name="connsiteY19" fmla="*/ 8201201 h 11458751"/>
              <a:gd name="connsiteX20" fmla="*/ 2838302 w 7869883"/>
              <a:gd name="connsiteY20" fmla="*/ 8446470 h 11458751"/>
              <a:gd name="connsiteX21" fmla="*/ 3690789 w 7869883"/>
              <a:gd name="connsiteY21" fmla="*/ 11249201 h 11458751"/>
              <a:gd name="connsiteX22" fmla="*/ 3533627 w 7869883"/>
              <a:gd name="connsiteY22" fmla="*/ 11458751 h 11458751"/>
              <a:gd name="connsiteX23" fmla="*/ 311795 w 7869883"/>
              <a:gd name="connsiteY23" fmla="*/ 4753151 h 11458751"/>
              <a:gd name="connsiteX24" fmla="*/ 616595 w 7869883"/>
              <a:gd name="connsiteY24" fmla="*/ 4724576 h 11458751"/>
              <a:gd name="connsiteX25" fmla="*/ 1297633 w 7869883"/>
              <a:gd name="connsiteY25" fmla="*/ 6286676 h 11458751"/>
              <a:gd name="connsiteX26" fmla="*/ 1426221 w 7869883"/>
              <a:gd name="connsiteY26" fmla="*/ 6119988 h 11458751"/>
              <a:gd name="connsiteX27" fmla="*/ 1111895 w 7869883"/>
              <a:gd name="connsiteY27" fmla="*/ 3124376 h 11458751"/>
              <a:gd name="connsiteX28" fmla="*/ 1516708 w 7869883"/>
              <a:gd name="connsiteY28" fmla="*/ 3267250 h 11458751"/>
              <a:gd name="connsiteX29" fmla="*/ 1816745 w 7869883"/>
              <a:gd name="connsiteY29" fmla="*/ 3953051 h 11458751"/>
              <a:gd name="connsiteX30" fmla="*/ 1957239 w 7869883"/>
              <a:gd name="connsiteY30" fmla="*/ 3926857 h 11458751"/>
              <a:gd name="connsiteX31" fmla="*/ 3412183 w 7869883"/>
              <a:gd name="connsiteY31" fmla="*/ 176 h 11458751"/>
              <a:gd name="connsiteX0" fmla="*/ 3412183 w 7912118"/>
              <a:gd name="connsiteY0" fmla="*/ 176 h 11458751"/>
              <a:gd name="connsiteX1" fmla="*/ 3591253 w 7912118"/>
              <a:gd name="connsiteY1" fmla="*/ 244016 h 11458751"/>
              <a:gd name="connsiteX2" fmla="*/ 6126808 w 7912118"/>
              <a:gd name="connsiteY2" fmla="*/ 5715176 h 11458751"/>
              <a:gd name="connsiteX3" fmla="*/ 6272064 w 7912118"/>
              <a:gd name="connsiteY3" fmla="*/ 5624688 h 11458751"/>
              <a:gd name="connsiteX4" fmla="*/ 5798195 w 7912118"/>
              <a:gd name="connsiteY4" fmla="*/ 4424538 h 11458751"/>
              <a:gd name="connsiteX5" fmla="*/ 6224441 w 7912118"/>
              <a:gd name="connsiteY5" fmla="*/ 3938763 h 11458751"/>
              <a:gd name="connsiteX6" fmla="*/ 7869883 w 7912118"/>
              <a:gd name="connsiteY6" fmla="*/ 6343826 h 11458751"/>
              <a:gd name="connsiteX7" fmla="*/ 6555433 w 7912118"/>
              <a:gd name="connsiteY7" fmla="*/ 10744376 h 11458751"/>
              <a:gd name="connsiteX8" fmla="*/ 6355408 w 7912118"/>
              <a:gd name="connsiteY8" fmla="*/ 10487201 h 11458751"/>
              <a:gd name="connsiteX9" fmla="*/ 6155383 w 7912118"/>
              <a:gd name="connsiteY9" fmla="*/ 7744001 h 11458751"/>
              <a:gd name="connsiteX10" fmla="*/ 6041083 w 7912118"/>
              <a:gd name="connsiteY10" fmla="*/ 8544101 h 11458751"/>
              <a:gd name="connsiteX11" fmla="*/ 5841058 w 7912118"/>
              <a:gd name="connsiteY11" fmla="*/ 8429801 h 11458751"/>
              <a:gd name="connsiteX12" fmla="*/ 5526733 w 7912118"/>
              <a:gd name="connsiteY12" fmla="*/ 7396338 h 11458751"/>
              <a:gd name="connsiteX13" fmla="*/ 5202883 w 7912118"/>
              <a:gd name="connsiteY13" fmla="*/ 7386813 h 11458751"/>
              <a:gd name="connsiteX14" fmla="*/ 4940945 w 7912118"/>
              <a:gd name="connsiteY14" fmla="*/ 7429676 h 11458751"/>
              <a:gd name="connsiteX15" fmla="*/ 3802707 w 7912118"/>
              <a:gd name="connsiteY15" fmla="*/ 5784232 h 11458751"/>
              <a:gd name="connsiteX16" fmla="*/ 3683645 w 7912118"/>
              <a:gd name="connsiteY16" fmla="*/ 5886627 h 11458751"/>
              <a:gd name="connsiteX17" fmla="*/ 3533627 w 7912118"/>
              <a:gd name="connsiteY17" fmla="*/ 9408495 h 11458751"/>
              <a:gd name="connsiteX18" fmla="*/ 2954982 w 7912118"/>
              <a:gd name="connsiteY18" fmla="*/ 8446469 h 11458751"/>
              <a:gd name="connsiteX19" fmla="*/ 3040708 w 7912118"/>
              <a:gd name="connsiteY19" fmla="*/ 8201201 h 11458751"/>
              <a:gd name="connsiteX20" fmla="*/ 2838302 w 7912118"/>
              <a:gd name="connsiteY20" fmla="*/ 8446470 h 11458751"/>
              <a:gd name="connsiteX21" fmla="*/ 3690789 w 7912118"/>
              <a:gd name="connsiteY21" fmla="*/ 11249201 h 11458751"/>
              <a:gd name="connsiteX22" fmla="*/ 3533627 w 7912118"/>
              <a:gd name="connsiteY22" fmla="*/ 11458751 h 11458751"/>
              <a:gd name="connsiteX23" fmla="*/ 311795 w 7912118"/>
              <a:gd name="connsiteY23" fmla="*/ 4753151 h 11458751"/>
              <a:gd name="connsiteX24" fmla="*/ 616595 w 7912118"/>
              <a:gd name="connsiteY24" fmla="*/ 4724576 h 11458751"/>
              <a:gd name="connsiteX25" fmla="*/ 1297633 w 7912118"/>
              <a:gd name="connsiteY25" fmla="*/ 6286676 h 11458751"/>
              <a:gd name="connsiteX26" fmla="*/ 1426221 w 7912118"/>
              <a:gd name="connsiteY26" fmla="*/ 6119988 h 11458751"/>
              <a:gd name="connsiteX27" fmla="*/ 1111895 w 7912118"/>
              <a:gd name="connsiteY27" fmla="*/ 3124376 h 11458751"/>
              <a:gd name="connsiteX28" fmla="*/ 1516708 w 7912118"/>
              <a:gd name="connsiteY28" fmla="*/ 3267250 h 11458751"/>
              <a:gd name="connsiteX29" fmla="*/ 1816745 w 7912118"/>
              <a:gd name="connsiteY29" fmla="*/ 3953051 h 11458751"/>
              <a:gd name="connsiteX30" fmla="*/ 1957239 w 7912118"/>
              <a:gd name="connsiteY30" fmla="*/ 3926857 h 11458751"/>
              <a:gd name="connsiteX31" fmla="*/ 3412183 w 7912118"/>
              <a:gd name="connsiteY31" fmla="*/ 176 h 11458751"/>
              <a:gd name="connsiteX0" fmla="*/ 3412183 w 7947886"/>
              <a:gd name="connsiteY0" fmla="*/ 176 h 11458751"/>
              <a:gd name="connsiteX1" fmla="*/ 3591253 w 7947886"/>
              <a:gd name="connsiteY1" fmla="*/ 244016 h 11458751"/>
              <a:gd name="connsiteX2" fmla="*/ 6126808 w 7947886"/>
              <a:gd name="connsiteY2" fmla="*/ 5715176 h 11458751"/>
              <a:gd name="connsiteX3" fmla="*/ 6272064 w 7947886"/>
              <a:gd name="connsiteY3" fmla="*/ 5624688 h 11458751"/>
              <a:gd name="connsiteX4" fmla="*/ 5798195 w 7947886"/>
              <a:gd name="connsiteY4" fmla="*/ 4424538 h 11458751"/>
              <a:gd name="connsiteX5" fmla="*/ 6224441 w 7947886"/>
              <a:gd name="connsiteY5" fmla="*/ 3938763 h 11458751"/>
              <a:gd name="connsiteX6" fmla="*/ 7869883 w 7947886"/>
              <a:gd name="connsiteY6" fmla="*/ 6343826 h 11458751"/>
              <a:gd name="connsiteX7" fmla="*/ 6555433 w 7947886"/>
              <a:gd name="connsiteY7" fmla="*/ 10744376 h 11458751"/>
              <a:gd name="connsiteX8" fmla="*/ 6355408 w 7947886"/>
              <a:gd name="connsiteY8" fmla="*/ 10487201 h 11458751"/>
              <a:gd name="connsiteX9" fmla="*/ 6155383 w 7947886"/>
              <a:gd name="connsiteY9" fmla="*/ 7744001 h 11458751"/>
              <a:gd name="connsiteX10" fmla="*/ 6041083 w 7947886"/>
              <a:gd name="connsiteY10" fmla="*/ 8544101 h 11458751"/>
              <a:gd name="connsiteX11" fmla="*/ 5841058 w 7947886"/>
              <a:gd name="connsiteY11" fmla="*/ 8429801 h 11458751"/>
              <a:gd name="connsiteX12" fmla="*/ 5526733 w 7947886"/>
              <a:gd name="connsiteY12" fmla="*/ 7396338 h 11458751"/>
              <a:gd name="connsiteX13" fmla="*/ 5202883 w 7947886"/>
              <a:gd name="connsiteY13" fmla="*/ 7386813 h 11458751"/>
              <a:gd name="connsiteX14" fmla="*/ 4940945 w 7947886"/>
              <a:gd name="connsiteY14" fmla="*/ 7429676 h 11458751"/>
              <a:gd name="connsiteX15" fmla="*/ 3802707 w 7947886"/>
              <a:gd name="connsiteY15" fmla="*/ 5784232 h 11458751"/>
              <a:gd name="connsiteX16" fmla="*/ 3683645 w 7947886"/>
              <a:gd name="connsiteY16" fmla="*/ 5886627 h 11458751"/>
              <a:gd name="connsiteX17" fmla="*/ 3533627 w 7947886"/>
              <a:gd name="connsiteY17" fmla="*/ 9408495 h 11458751"/>
              <a:gd name="connsiteX18" fmla="*/ 2954982 w 7947886"/>
              <a:gd name="connsiteY18" fmla="*/ 8446469 h 11458751"/>
              <a:gd name="connsiteX19" fmla="*/ 3040708 w 7947886"/>
              <a:gd name="connsiteY19" fmla="*/ 8201201 h 11458751"/>
              <a:gd name="connsiteX20" fmla="*/ 2838302 w 7947886"/>
              <a:gd name="connsiteY20" fmla="*/ 8446470 h 11458751"/>
              <a:gd name="connsiteX21" fmla="*/ 3690789 w 7947886"/>
              <a:gd name="connsiteY21" fmla="*/ 11249201 h 11458751"/>
              <a:gd name="connsiteX22" fmla="*/ 3533627 w 7947886"/>
              <a:gd name="connsiteY22" fmla="*/ 11458751 h 11458751"/>
              <a:gd name="connsiteX23" fmla="*/ 311795 w 7947886"/>
              <a:gd name="connsiteY23" fmla="*/ 4753151 h 11458751"/>
              <a:gd name="connsiteX24" fmla="*/ 616595 w 7947886"/>
              <a:gd name="connsiteY24" fmla="*/ 4724576 h 11458751"/>
              <a:gd name="connsiteX25" fmla="*/ 1297633 w 7947886"/>
              <a:gd name="connsiteY25" fmla="*/ 6286676 h 11458751"/>
              <a:gd name="connsiteX26" fmla="*/ 1426221 w 7947886"/>
              <a:gd name="connsiteY26" fmla="*/ 6119988 h 11458751"/>
              <a:gd name="connsiteX27" fmla="*/ 1111895 w 7947886"/>
              <a:gd name="connsiteY27" fmla="*/ 3124376 h 11458751"/>
              <a:gd name="connsiteX28" fmla="*/ 1516708 w 7947886"/>
              <a:gd name="connsiteY28" fmla="*/ 3267250 h 11458751"/>
              <a:gd name="connsiteX29" fmla="*/ 1816745 w 7947886"/>
              <a:gd name="connsiteY29" fmla="*/ 3953051 h 11458751"/>
              <a:gd name="connsiteX30" fmla="*/ 1957239 w 7947886"/>
              <a:gd name="connsiteY30" fmla="*/ 3926857 h 11458751"/>
              <a:gd name="connsiteX31" fmla="*/ 3412183 w 7947886"/>
              <a:gd name="connsiteY31" fmla="*/ 176 h 11458751"/>
              <a:gd name="connsiteX0" fmla="*/ 3412183 w 7973126"/>
              <a:gd name="connsiteY0" fmla="*/ 176 h 11458751"/>
              <a:gd name="connsiteX1" fmla="*/ 3591253 w 7973126"/>
              <a:gd name="connsiteY1" fmla="*/ 244016 h 11458751"/>
              <a:gd name="connsiteX2" fmla="*/ 6126808 w 7973126"/>
              <a:gd name="connsiteY2" fmla="*/ 5715176 h 11458751"/>
              <a:gd name="connsiteX3" fmla="*/ 6272064 w 7973126"/>
              <a:gd name="connsiteY3" fmla="*/ 5624688 h 11458751"/>
              <a:gd name="connsiteX4" fmla="*/ 5798195 w 7973126"/>
              <a:gd name="connsiteY4" fmla="*/ 4424538 h 11458751"/>
              <a:gd name="connsiteX5" fmla="*/ 6224441 w 7973126"/>
              <a:gd name="connsiteY5" fmla="*/ 3938763 h 11458751"/>
              <a:gd name="connsiteX6" fmla="*/ 7869883 w 7973126"/>
              <a:gd name="connsiteY6" fmla="*/ 6343826 h 11458751"/>
              <a:gd name="connsiteX7" fmla="*/ 6555433 w 7973126"/>
              <a:gd name="connsiteY7" fmla="*/ 10744376 h 11458751"/>
              <a:gd name="connsiteX8" fmla="*/ 6355408 w 7973126"/>
              <a:gd name="connsiteY8" fmla="*/ 10487201 h 11458751"/>
              <a:gd name="connsiteX9" fmla="*/ 6155383 w 7973126"/>
              <a:gd name="connsiteY9" fmla="*/ 7744001 h 11458751"/>
              <a:gd name="connsiteX10" fmla="*/ 6041083 w 7973126"/>
              <a:gd name="connsiteY10" fmla="*/ 8544101 h 11458751"/>
              <a:gd name="connsiteX11" fmla="*/ 5841058 w 7973126"/>
              <a:gd name="connsiteY11" fmla="*/ 8429801 h 11458751"/>
              <a:gd name="connsiteX12" fmla="*/ 5526733 w 7973126"/>
              <a:gd name="connsiteY12" fmla="*/ 7396338 h 11458751"/>
              <a:gd name="connsiteX13" fmla="*/ 5202883 w 7973126"/>
              <a:gd name="connsiteY13" fmla="*/ 7386813 h 11458751"/>
              <a:gd name="connsiteX14" fmla="*/ 4940945 w 7973126"/>
              <a:gd name="connsiteY14" fmla="*/ 7429676 h 11458751"/>
              <a:gd name="connsiteX15" fmla="*/ 3802707 w 7973126"/>
              <a:gd name="connsiteY15" fmla="*/ 5784232 h 11458751"/>
              <a:gd name="connsiteX16" fmla="*/ 3683645 w 7973126"/>
              <a:gd name="connsiteY16" fmla="*/ 5886627 h 11458751"/>
              <a:gd name="connsiteX17" fmla="*/ 3533627 w 7973126"/>
              <a:gd name="connsiteY17" fmla="*/ 9408495 h 11458751"/>
              <a:gd name="connsiteX18" fmla="*/ 2954982 w 7973126"/>
              <a:gd name="connsiteY18" fmla="*/ 8446469 h 11458751"/>
              <a:gd name="connsiteX19" fmla="*/ 3040708 w 7973126"/>
              <a:gd name="connsiteY19" fmla="*/ 8201201 h 11458751"/>
              <a:gd name="connsiteX20" fmla="*/ 2838302 w 7973126"/>
              <a:gd name="connsiteY20" fmla="*/ 8446470 h 11458751"/>
              <a:gd name="connsiteX21" fmla="*/ 3690789 w 7973126"/>
              <a:gd name="connsiteY21" fmla="*/ 11249201 h 11458751"/>
              <a:gd name="connsiteX22" fmla="*/ 3533627 w 7973126"/>
              <a:gd name="connsiteY22" fmla="*/ 11458751 h 11458751"/>
              <a:gd name="connsiteX23" fmla="*/ 311795 w 7973126"/>
              <a:gd name="connsiteY23" fmla="*/ 4753151 h 11458751"/>
              <a:gd name="connsiteX24" fmla="*/ 616595 w 7973126"/>
              <a:gd name="connsiteY24" fmla="*/ 4724576 h 11458751"/>
              <a:gd name="connsiteX25" fmla="*/ 1297633 w 7973126"/>
              <a:gd name="connsiteY25" fmla="*/ 6286676 h 11458751"/>
              <a:gd name="connsiteX26" fmla="*/ 1426221 w 7973126"/>
              <a:gd name="connsiteY26" fmla="*/ 6119988 h 11458751"/>
              <a:gd name="connsiteX27" fmla="*/ 1111895 w 7973126"/>
              <a:gd name="connsiteY27" fmla="*/ 3124376 h 11458751"/>
              <a:gd name="connsiteX28" fmla="*/ 1516708 w 7973126"/>
              <a:gd name="connsiteY28" fmla="*/ 3267250 h 11458751"/>
              <a:gd name="connsiteX29" fmla="*/ 1816745 w 7973126"/>
              <a:gd name="connsiteY29" fmla="*/ 3953051 h 11458751"/>
              <a:gd name="connsiteX30" fmla="*/ 1957239 w 7973126"/>
              <a:gd name="connsiteY30" fmla="*/ 3926857 h 11458751"/>
              <a:gd name="connsiteX31" fmla="*/ 3412183 w 7973126"/>
              <a:gd name="connsiteY31" fmla="*/ 176 h 11458751"/>
              <a:gd name="connsiteX0" fmla="*/ 3412183 w 7979303"/>
              <a:gd name="connsiteY0" fmla="*/ 176 h 11458751"/>
              <a:gd name="connsiteX1" fmla="*/ 3591253 w 7979303"/>
              <a:gd name="connsiteY1" fmla="*/ 244016 h 11458751"/>
              <a:gd name="connsiteX2" fmla="*/ 6126808 w 7979303"/>
              <a:gd name="connsiteY2" fmla="*/ 5715176 h 11458751"/>
              <a:gd name="connsiteX3" fmla="*/ 6272064 w 7979303"/>
              <a:gd name="connsiteY3" fmla="*/ 5624688 h 11458751"/>
              <a:gd name="connsiteX4" fmla="*/ 5798195 w 7979303"/>
              <a:gd name="connsiteY4" fmla="*/ 4424538 h 11458751"/>
              <a:gd name="connsiteX5" fmla="*/ 6224441 w 7979303"/>
              <a:gd name="connsiteY5" fmla="*/ 3938763 h 11458751"/>
              <a:gd name="connsiteX6" fmla="*/ 7869883 w 7979303"/>
              <a:gd name="connsiteY6" fmla="*/ 6343826 h 11458751"/>
              <a:gd name="connsiteX7" fmla="*/ 6555433 w 7979303"/>
              <a:gd name="connsiteY7" fmla="*/ 10744376 h 11458751"/>
              <a:gd name="connsiteX8" fmla="*/ 6355408 w 7979303"/>
              <a:gd name="connsiteY8" fmla="*/ 10487201 h 11458751"/>
              <a:gd name="connsiteX9" fmla="*/ 6155383 w 7979303"/>
              <a:gd name="connsiteY9" fmla="*/ 7744001 h 11458751"/>
              <a:gd name="connsiteX10" fmla="*/ 6041083 w 7979303"/>
              <a:gd name="connsiteY10" fmla="*/ 8544101 h 11458751"/>
              <a:gd name="connsiteX11" fmla="*/ 5841058 w 7979303"/>
              <a:gd name="connsiteY11" fmla="*/ 8429801 h 11458751"/>
              <a:gd name="connsiteX12" fmla="*/ 5526733 w 7979303"/>
              <a:gd name="connsiteY12" fmla="*/ 7396338 h 11458751"/>
              <a:gd name="connsiteX13" fmla="*/ 5202883 w 7979303"/>
              <a:gd name="connsiteY13" fmla="*/ 7386813 h 11458751"/>
              <a:gd name="connsiteX14" fmla="*/ 4940945 w 7979303"/>
              <a:gd name="connsiteY14" fmla="*/ 7429676 h 11458751"/>
              <a:gd name="connsiteX15" fmla="*/ 3802707 w 7979303"/>
              <a:gd name="connsiteY15" fmla="*/ 5784232 h 11458751"/>
              <a:gd name="connsiteX16" fmla="*/ 3683645 w 7979303"/>
              <a:gd name="connsiteY16" fmla="*/ 5886627 h 11458751"/>
              <a:gd name="connsiteX17" fmla="*/ 3533627 w 7979303"/>
              <a:gd name="connsiteY17" fmla="*/ 9408495 h 11458751"/>
              <a:gd name="connsiteX18" fmla="*/ 2954982 w 7979303"/>
              <a:gd name="connsiteY18" fmla="*/ 8446469 h 11458751"/>
              <a:gd name="connsiteX19" fmla="*/ 3040708 w 7979303"/>
              <a:gd name="connsiteY19" fmla="*/ 8201201 h 11458751"/>
              <a:gd name="connsiteX20" fmla="*/ 2838302 w 7979303"/>
              <a:gd name="connsiteY20" fmla="*/ 8446470 h 11458751"/>
              <a:gd name="connsiteX21" fmla="*/ 3690789 w 7979303"/>
              <a:gd name="connsiteY21" fmla="*/ 11249201 h 11458751"/>
              <a:gd name="connsiteX22" fmla="*/ 3533627 w 7979303"/>
              <a:gd name="connsiteY22" fmla="*/ 11458751 h 11458751"/>
              <a:gd name="connsiteX23" fmla="*/ 311795 w 7979303"/>
              <a:gd name="connsiteY23" fmla="*/ 4753151 h 11458751"/>
              <a:gd name="connsiteX24" fmla="*/ 616595 w 7979303"/>
              <a:gd name="connsiteY24" fmla="*/ 4724576 h 11458751"/>
              <a:gd name="connsiteX25" fmla="*/ 1297633 w 7979303"/>
              <a:gd name="connsiteY25" fmla="*/ 6286676 h 11458751"/>
              <a:gd name="connsiteX26" fmla="*/ 1426221 w 7979303"/>
              <a:gd name="connsiteY26" fmla="*/ 6119988 h 11458751"/>
              <a:gd name="connsiteX27" fmla="*/ 1111895 w 7979303"/>
              <a:gd name="connsiteY27" fmla="*/ 3124376 h 11458751"/>
              <a:gd name="connsiteX28" fmla="*/ 1516708 w 7979303"/>
              <a:gd name="connsiteY28" fmla="*/ 3267250 h 11458751"/>
              <a:gd name="connsiteX29" fmla="*/ 1816745 w 7979303"/>
              <a:gd name="connsiteY29" fmla="*/ 3953051 h 11458751"/>
              <a:gd name="connsiteX30" fmla="*/ 1957239 w 7979303"/>
              <a:gd name="connsiteY30" fmla="*/ 3926857 h 11458751"/>
              <a:gd name="connsiteX31" fmla="*/ 3412183 w 7979303"/>
              <a:gd name="connsiteY31" fmla="*/ 176 h 11458751"/>
              <a:gd name="connsiteX0" fmla="*/ 3412183 w 8014370"/>
              <a:gd name="connsiteY0" fmla="*/ 176 h 11458751"/>
              <a:gd name="connsiteX1" fmla="*/ 3591253 w 8014370"/>
              <a:gd name="connsiteY1" fmla="*/ 244016 h 11458751"/>
              <a:gd name="connsiteX2" fmla="*/ 6126808 w 8014370"/>
              <a:gd name="connsiteY2" fmla="*/ 5715176 h 11458751"/>
              <a:gd name="connsiteX3" fmla="*/ 6272064 w 8014370"/>
              <a:gd name="connsiteY3" fmla="*/ 5624688 h 11458751"/>
              <a:gd name="connsiteX4" fmla="*/ 5798195 w 8014370"/>
              <a:gd name="connsiteY4" fmla="*/ 4424538 h 11458751"/>
              <a:gd name="connsiteX5" fmla="*/ 6224441 w 8014370"/>
              <a:gd name="connsiteY5" fmla="*/ 3938763 h 11458751"/>
              <a:gd name="connsiteX6" fmla="*/ 7869883 w 8014370"/>
              <a:gd name="connsiteY6" fmla="*/ 6343826 h 11458751"/>
              <a:gd name="connsiteX7" fmla="*/ 6555433 w 8014370"/>
              <a:gd name="connsiteY7" fmla="*/ 10744376 h 11458751"/>
              <a:gd name="connsiteX8" fmla="*/ 6355408 w 8014370"/>
              <a:gd name="connsiteY8" fmla="*/ 10487201 h 11458751"/>
              <a:gd name="connsiteX9" fmla="*/ 6155383 w 8014370"/>
              <a:gd name="connsiteY9" fmla="*/ 7744001 h 11458751"/>
              <a:gd name="connsiteX10" fmla="*/ 6041083 w 8014370"/>
              <a:gd name="connsiteY10" fmla="*/ 8544101 h 11458751"/>
              <a:gd name="connsiteX11" fmla="*/ 5841058 w 8014370"/>
              <a:gd name="connsiteY11" fmla="*/ 8429801 h 11458751"/>
              <a:gd name="connsiteX12" fmla="*/ 5526733 w 8014370"/>
              <a:gd name="connsiteY12" fmla="*/ 7396338 h 11458751"/>
              <a:gd name="connsiteX13" fmla="*/ 5202883 w 8014370"/>
              <a:gd name="connsiteY13" fmla="*/ 7386813 h 11458751"/>
              <a:gd name="connsiteX14" fmla="*/ 4940945 w 8014370"/>
              <a:gd name="connsiteY14" fmla="*/ 7429676 h 11458751"/>
              <a:gd name="connsiteX15" fmla="*/ 3802707 w 8014370"/>
              <a:gd name="connsiteY15" fmla="*/ 5784232 h 11458751"/>
              <a:gd name="connsiteX16" fmla="*/ 3683645 w 8014370"/>
              <a:gd name="connsiteY16" fmla="*/ 5886627 h 11458751"/>
              <a:gd name="connsiteX17" fmla="*/ 3533627 w 8014370"/>
              <a:gd name="connsiteY17" fmla="*/ 9408495 h 11458751"/>
              <a:gd name="connsiteX18" fmla="*/ 2954982 w 8014370"/>
              <a:gd name="connsiteY18" fmla="*/ 8446469 h 11458751"/>
              <a:gd name="connsiteX19" fmla="*/ 3040708 w 8014370"/>
              <a:gd name="connsiteY19" fmla="*/ 8201201 h 11458751"/>
              <a:gd name="connsiteX20" fmla="*/ 2838302 w 8014370"/>
              <a:gd name="connsiteY20" fmla="*/ 8446470 h 11458751"/>
              <a:gd name="connsiteX21" fmla="*/ 3690789 w 8014370"/>
              <a:gd name="connsiteY21" fmla="*/ 11249201 h 11458751"/>
              <a:gd name="connsiteX22" fmla="*/ 3533627 w 8014370"/>
              <a:gd name="connsiteY22" fmla="*/ 11458751 h 11458751"/>
              <a:gd name="connsiteX23" fmla="*/ 311795 w 8014370"/>
              <a:gd name="connsiteY23" fmla="*/ 4753151 h 11458751"/>
              <a:gd name="connsiteX24" fmla="*/ 616595 w 8014370"/>
              <a:gd name="connsiteY24" fmla="*/ 4724576 h 11458751"/>
              <a:gd name="connsiteX25" fmla="*/ 1297633 w 8014370"/>
              <a:gd name="connsiteY25" fmla="*/ 6286676 h 11458751"/>
              <a:gd name="connsiteX26" fmla="*/ 1426221 w 8014370"/>
              <a:gd name="connsiteY26" fmla="*/ 6119988 h 11458751"/>
              <a:gd name="connsiteX27" fmla="*/ 1111895 w 8014370"/>
              <a:gd name="connsiteY27" fmla="*/ 3124376 h 11458751"/>
              <a:gd name="connsiteX28" fmla="*/ 1516708 w 8014370"/>
              <a:gd name="connsiteY28" fmla="*/ 3267250 h 11458751"/>
              <a:gd name="connsiteX29" fmla="*/ 1816745 w 8014370"/>
              <a:gd name="connsiteY29" fmla="*/ 3953051 h 11458751"/>
              <a:gd name="connsiteX30" fmla="*/ 1957239 w 8014370"/>
              <a:gd name="connsiteY30" fmla="*/ 3926857 h 11458751"/>
              <a:gd name="connsiteX31" fmla="*/ 3412183 w 8014370"/>
              <a:gd name="connsiteY31" fmla="*/ 176 h 11458751"/>
              <a:gd name="connsiteX0" fmla="*/ 3412183 w 8016647"/>
              <a:gd name="connsiteY0" fmla="*/ 176 h 11458751"/>
              <a:gd name="connsiteX1" fmla="*/ 3591253 w 8016647"/>
              <a:gd name="connsiteY1" fmla="*/ 244016 h 11458751"/>
              <a:gd name="connsiteX2" fmla="*/ 6126808 w 8016647"/>
              <a:gd name="connsiteY2" fmla="*/ 5715176 h 11458751"/>
              <a:gd name="connsiteX3" fmla="*/ 6272064 w 8016647"/>
              <a:gd name="connsiteY3" fmla="*/ 5624688 h 11458751"/>
              <a:gd name="connsiteX4" fmla="*/ 5798195 w 8016647"/>
              <a:gd name="connsiteY4" fmla="*/ 4424538 h 11458751"/>
              <a:gd name="connsiteX5" fmla="*/ 6224441 w 8016647"/>
              <a:gd name="connsiteY5" fmla="*/ 3938763 h 11458751"/>
              <a:gd name="connsiteX6" fmla="*/ 7869883 w 8016647"/>
              <a:gd name="connsiteY6" fmla="*/ 6343826 h 11458751"/>
              <a:gd name="connsiteX7" fmla="*/ 6555433 w 8016647"/>
              <a:gd name="connsiteY7" fmla="*/ 10744376 h 11458751"/>
              <a:gd name="connsiteX8" fmla="*/ 6355408 w 8016647"/>
              <a:gd name="connsiteY8" fmla="*/ 10487201 h 11458751"/>
              <a:gd name="connsiteX9" fmla="*/ 6155383 w 8016647"/>
              <a:gd name="connsiteY9" fmla="*/ 7744001 h 11458751"/>
              <a:gd name="connsiteX10" fmla="*/ 6041083 w 8016647"/>
              <a:gd name="connsiteY10" fmla="*/ 8544101 h 11458751"/>
              <a:gd name="connsiteX11" fmla="*/ 5841058 w 8016647"/>
              <a:gd name="connsiteY11" fmla="*/ 8429801 h 11458751"/>
              <a:gd name="connsiteX12" fmla="*/ 5526733 w 8016647"/>
              <a:gd name="connsiteY12" fmla="*/ 7396338 h 11458751"/>
              <a:gd name="connsiteX13" fmla="*/ 5202883 w 8016647"/>
              <a:gd name="connsiteY13" fmla="*/ 7386813 h 11458751"/>
              <a:gd name="connsiteX14" fmla="*/ 4940945 w 8016647"/>
              <a:gd name="connsiteY14" fmla="*/ 7429676 h 11458751"/>
              <a:gd name="connsiteX15" fmla="*/ 3802707 w 8016647"/>
              <a:gd name="connsiteY15" fmla="*/ 5784232 h 11458751"/>
              <a:gd name="connsiteX16" fmla="*/ 3683645 w 8016647"/>
              <a:gd name="connsiteY16" fmla="*/ 5886627 h 11458751"/>
              <a:gd name="connsiteX17" fmla="*/ 3533627 w 8016647"/>
              <a:gd name="connsiteY17" fmla="*/ 9408495 h 11458751"/>
              <a:gd name="connsiteX18" fmla="*/ 2954982 w 8016647"/>
              <a:gd name="connsiteY18" fmla="*/ 8446469 h 11458751"/>
              <a:gd name="connsiteX19" fmla="*/ 3040708 w 8016647"/>
              <a:gd name="connsiteY19" fmla="*/ 8201201 h 11458751"/>
              <a:gd name="connsiteX20" fmla="*/ 2838302 w 8016647"/>
              <a:gd name="connsiteY20" fmla="*/ 8446470 h 11458751"/>
              <a:gd name="connsiteX21" fmla="*/ 3690789 w 8016647"/>
              <a:gd name="connsiteY21" fmla="*/ 11249201 h 11458751"/>
              <a:gd name="connsiteX22" fmla="*/ 3533627 w 8016647"/>
              <a:gd name="connsiteY22" fmla="*/ 11458751 h 11458751"/>
              <a:gd name="connsiteX23" fmla="*/ 311795 w 8016647"/>
              <a:gd name="connsiteY23" fmla="*/ 4753151 h 11458751"/>
              <a:gd name="connsiteX24" fmla="*/ 616595 w 8016647"/>
              <a:gd name="connsiteY24" fmla="*/ 4724576 h 11458751"/>
              <a:gd name="connsiteX25" fmla="*/ 1297633 w 8016647"/>
              <a:gd name="connsiteY25" fmla="*/ 6286676 h 11458751"/>
              <a:gd name="connsiteX26" fmla="*/ 1426221 w 8016647"/>
              <a:gd name="connsiteY26" fmla="*/ 6119988 h 11458751"/>
              <a:gd name="connsiteX27" fmla="*/ 1111895 w 8016647"/>
              <a:gd name="connsiteY27" fmla="*/ 3124376 h 11458751"/>
              <a:gd name="connsiteX28" fmla="*/ 1516708 w 8016647"/>
              <a:gd name="connsiteY28" fmla="*/ 3267250 h 11458751"/>
              <a:gd name="connsiteX29" fmla="*/ 1816745 w 8016647"/>
              <a:gd name="connsiteY29" fmla="*/ 3953051 h 11458751"/>
              <a:gd name="connsiteX30" fmla="*/ 1957239 w 8016647"/>
              <a:gd name="connsiteY30" fmla="*/ 3926857 h 11458751"/>
              <a:gd name="connsiteX31" fmla="*/ 3412183 w 8016647"/>
              <a:gd name="connsiteY31" fmla="*/ 176 h 11458751"/>
              <a:gd name="connsiteX0" fmla="*/ 3412183 w 8021706"/>
              <a:gd name="connsiteY0" fmla="*/ 176 h 11458751"/>
              <a:gd name="connsiteX1" fmla="*/ 3591253 w 8021706"/>
              <a:gd name="connsiteY1" fmla="*/ 244016 h 11458751"/>
              <a:gd name="connsiteX2" fmla="*/ 6126808 w 8021706"/>
              <a:gd name="connsiteY2" fmla="*/ 5715176 h 11458751"/>
              <a:gd name="connsiteX3" fmla="*/ 6272064 w 8021706"/>
              <a:gd name="connsiteY3" fmla="*/ 5624688 h 11458751"/>
              <a:gd name="connsiteX4" fmla="*/ 5798195 w 8021706"/>
              <a:gd name="connsiteY4" fmla="*/ 4424538 h 11458751"/>
              <a:gd name="connsiteX5" fmla="*/ 6224441 w 8021706"/>
              <a:gd name="connsiteY5" fmla="*/ 3938763 h 11458751"/>
              <a:gd name="connsiteX6" fmla="*/ 7869883 w 8021706"/>
              <a:gd name="connsiteY6" fmla="*/ 6343826 h 11458751"/>
              <a:gd name="connsiteX7" fmla="*/ 6555433 w 8021706"/>
              <a:gd name="connsiteY7" fmla="*/ 10744376 h 11458751"/>
              <a:gd name="connsiteX8" fmla="*/ 6355408 w 8021706"/>
              <a:gd name="connsiteY8" fmla="*/ 10487201 h 11458751"/>
              <a:gd name="connsiteX9" fmla="*/ 6155383 w 8021706"/>
              <a:gd name="connsiteY9" fmla="*/ 7744001 h 11458751"/>
              <a:gd name="connsiteX10" fmla="*/ 6041083 w 8021706"/>
              <a:gd name="connsiteY10" fmla="*/ 8544101 h 11458751"/>
              <a:gd name="connsiteX11" fmla="*/ 5841058 w 8021706"/>
              <a:gd name="connsiteY11" fmla="*/ 8429801 h 11458751"/>
              <a:gd name="connsiteX12" fmla="*/ 5526733 w 8021706"/>
              <a:gd name="connsiteY12" fmla="*/ 7396338 h 11458751"/>
              <a:gd name="connsiteX13" fmla="*/ 5202883 w 8021706"/>
              <a:gd name="connsiteY13" fmla="*/ 7386813 h 11458751"/>
              <a:gd name="connsiteX14" fmla="*/ 4940945 w 8021706"/>
              <a:gd name="connsiteY14" fmla="*/ 7429676 h 11458751"/>
              <a:gd name="connsiteX15" fmla="*/ 3802707 w 8021706"/>
              <a:gd name="connsiteY15" fmla="*/ 5784232 h 11458751"/>
              <a:gd name="connsiteX16" fmla="*/ 3683645 w 8021706"/>
              <a:gd name="connsiteY16" fmla="*/ 5886627 h 11458751"/>
              <a:gd name="connsiteX17" fmla="*/ 3533627 w 8021706"/>
              <a:gd name="connsiteY17" fmla="*/ 9408495 h 11458751"/>
              <a:gd name="connsiteX18" fmla="*/ 2954982 w 8021706"/>
              <a:gd name="connsiteY18" fmla="*/ 8446469 h 11458751"/>
              <a:gd name="connsiteX19" fmla="*/ 3040708 w 8021706"/>
              <a:gd name="connsiteY19" fmla="*/ 8201201 h 11458751"/>
              <a:gd name="connsiteX20" fmla="*/ 2838302 w 8021706"/>
              <a:gd name="connsiteY20" fmla="*/ 8446470 h 11458751"/>
              <a:gd name="connsiteX21" fmla="*/ 3690789 w 8021706"/>
              <a:gd name="connsiteY21" fmla="*/ 11249201 h 11458751"/>
              <a:gd name="connsiteX22" fmla="*/ 3533627 w 8021706"/>
              <a:gd name="connsiteY22" fmla="*/ 11458751 h 11458751"/>
              <a:gd name="connsiteX23" fmla="*/ 311795 w 8021706"/>
              <a:gd name="connsiteY23" fmla="*/ 4753151 h 11458751"/>
              <a:gd name="connsiteX24" fmla="*/ 616595 w 8021706"/>
              <a:gd name="connsiteY24" fmla="*/ 4724576 h 11458751"/>
              <a:gd name="connsiteX25" fmla="*/ 1297633 w 8021706"/>
              <a:gd name="connsiteY25" fmla="*/ 6286676 h 11458751"/>
              <a:gd name="connsiteX26" fmla="*/ 1426221 w 8021706"/>
              <a:gd name="connsiteY26" fmla="*/ 6119988 h 11458751"/>
              <a:gd name="connsiteX27" fmla="*/ 1111895 w 8021706"/>
              <a:gd name="connsiteY27" fmla="*/ 3124376 h 11458751"/>
              <a:gd name="connsiteX28" fmla="*/ 1516708 w 8021706"/>
              <a:gd name="connsiteY28" fmla="*/ 3267250 h 11458751"/>
              <a:gd name="connsiteX29" fmla="*/ 1816745 w 8021706"/>
              <a:gd name="connsiteY29" fmla="*/ 3953051 h 11458751"/>
              <a:gd name="connsiteX30" fmla="*/ 1957239 w 8021706"/>
              <a:gd name="connsiteY30" fmla="*/ 3926857 h 11458751"/>
              <a:gd name="connsiteX31" fmla="*/ 3412183 w 802170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841058 w 8019776"/>
              <a:gd name="connsiteY11" fmla="*/ 842980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  <a:gd name="connsiteX0" fmla="*/ 3412183 w 8019776"/>
              <a:gd name="connsiteY0" fmla="*/ 176 h 11458751"/>
              <a:gd name="connsiteX1" fmla="*/ 3591253 w 8019776"/>
              <a:gd name="connsiteY1" fmla="*/ 244016 h 11458751"/>
              <a:gd name="connsiteX2" fmla="*/ 6126808 w 8019776"/>
              <a:gd name="connsiteY2" fmla="*/ 5715176 h 11458751"/>
              <a:gd name="connsiteX3" fmla="*/ 6272064 w 8019776"/>
              <a:gd name="connsiteY3" fmla="*/ 5624688 h 11458751"/>
              <a:gd name="connsiteX4" fmla="*/ 5798195 w 8019776"/>
              <a:gd name="connsiteY4" fmla="*/ 4424538 h 11458751"/>
              <a:gd name="connsiteX5" fmla="*/ 6224441 w 8019776"/>
              <a:gd name="connsiteY5" fmla="*/ 3938763 h 11458751"/>
              <a:gd name="connsiteX6" fmla="*/ 7869883 w 8019776"/>
              <a:gd name="connsiteY6" fmla="*/ 6343826 h 11458751"/>
              <a:gd name="connsiteX7" fmla="*/ 6555433 w 8019776"/>
              <a:gd name="connsiteY7" fmla="*/ 10744376 h 11458751"/>
              <a:gd name="connsiteX8" fmla="*/ 6355408 w 8019776"/>
              <a:gd name="connsiteY8" fmla="*/ 10487201 h 11458751"/>
              <a:gd name="connsiteX9" fmla="*/ 6155383 w 8019776"/>
              <a:gd name="connsiteY9" fmla="*/ 7744001 h 11458751"/>
              <a:gd name="connsiteX10" fmla="*/ 6041083 w 8019776"/>
              <a:gd name="connsiteY10" fmla="*/ 8544101 h 11458751"/>
              <a:gd name="connsiteX11" fmla="*/ 5695008 w 8019776"/>
              <a:gd name="connsiteY11" fmla="*/ 8448851 h 11458751"/>
              <a:gd name="connsiteX12" fmla="*/ 5526733 w 8019776"/>
              <a:gd name="connsiteY12" fmla="*/ 7396338 h 11458751"/>
              <a:gd name="connsiteX13" fmla="*/ 5202883 w 8019776"/>
              <a:gd name="connsiteY13" fmla="*/ 7386813 h 11458751"/>
              <a:gd name="connsiteX14" fmla="*/ 4940945 w 8019776"/>
              <a:gd name="connsiteY14" fmla="*/ 7429676 h 11458751"/>
              <a:gd name="connsiteX15" fmla="*/ 3802707 w 8019776"/>
              <a:gd name="connsiteY15" fmla="*/ 5784232 h 11458751"/>
              <a:gd name="connsiteX16" fmla="*/ 3683645 w 8019776"/>
              <a:gd name="connsiteY16" fmla="*/ 5886627 h 11458751"/>
              <a:gd name="connsiteX17" fmla="*/ 3533627 w 8019776"/>
              <a:gd name="connsiteY17" fmla="*/ 9408495 h 11458751"/>
              <a:gd name="connsiteX18" fmla="*/ 2954982 w 8019776"/>
              <a:gd name="connsiteY18" fmla="*/ 8446469 h 11458751"/>
              <a:gd name="connsiteX19" fmla="*/ 3040708 w 8019776"/>
              <a:gd name="connsiteY19" fmla="*/ 8201201 h 11458751"/>
              <a:gd name="connsiteX20" fmla="*/ 2838302 w 8019776"/>
              <a:gd name="connsiteY20" fmla="*/ 8446470 h 11458751"/>
              <a:gd name="connsiteX21" fmla="*/ 3690789 w 8019776"/>
              <a:gd name="connsiteY21" fmla="*/ 11249201 h 11458751"/>
              <a:gd name="connsiteX22" fmla="*/ 3533627 w 8019776"/>
              <a:gd name="connsiteY22" fmla="*/ 11458751 h 11458751"/>
              <a:gd name="connsiteX23" fmla="*/ 311795 w 8019776"/>
              <a:gd name="connsiteY23" fmla="*/ 4753151 h 11458751"/>
              <a:gd name="connsiteX24" fmla="*/ 616595 w 8019776"/>
              <a:gd name="connsiteY24" fmla="*/ 4724576 h 11458751"/>
              <a:gd name="connsiteX25" fmla="*/ 1297633 w 8019776"/>
              <a:gd name="connsiteY25" fmla="*/ 6286676 h 11458751"/>
              <a:gd name="connsiteX26" fmla="*/ 1426221 w 8019776"/>
              <a:gd name="connsiteY26" fmla="*/ 6119988 h 11458751"/>
              <a:gd name="connsiteX27" fmla="*/ 1111895 w 8019776"/>
              <a:gd name="connsiteY27" fmla="*/ 3124376 h 11458751"/>
              <a:gd name="connsiteX28" fmla="*/ 1516708 w 8019776"/>
              <a:gd name="connsiteY28" fmla="*/ 3267250 h 11458751"/>
              <a:gd name="connsiteX29" fmla="*/ 1816745 w 8019776"/>
              <a:gd name="connsiteY29" fmla="*/ 3953051 h 11458751"/>
              <a:gd name="connsiteX30" fmla="*/ 1957239 w 8019776"/>
              <a:gd name="connsiteY30" fmla="*/ 3926857 h 11458751"/>
              <a:gd name="connsiteX31" fmla="*/ 3412183 w 8019776"/>
              <a:gd name="connsiteY31" fmla="*/ 176 h 11458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8019776" h="11458751">
                <a:moveTo>
                  <a:pt x="3412183" y="176"/>
                </a:moveTo>
                <a:cubicBezTo>
                  <a:pt x="3492511" y="-6650"/>
                  <a:pt x="3598555" y="187977"/>
                  <a:pt x="3591253" y="244016"/>
                </a:cubicBezTo>
                <a:cubicBezTo>
                  <a:pt x="3330841" y="2242542"/>
                  <a:pt x="4325948" y="4215306"/>
                  <a:pt x="6126808" y="5715176"/>
                </a:cubicBezTo>
                <a:cubicBezTo>
                  <a:pt x="6272064" y="5846145"/>
                  <a:pt x="6272064" y="5703269"/>
                  <a:pt x="6272064" y="5624688"/>
                </a:cubicBezTo>
                <a:cubicBezTo>
                  <a:pt x="6304607" y="5150027"/>
                  <a:pt x="5960914" y="4823000"/>
                  <a:pt x="5798195" y="4424538"/>
                </a:cubicBezTo>
                <a:cubicBezTo>
                  <a:pt x="5593408" y="4010200"/>
                  <a:pt x="6076804" y="3812557"/>
                  <a:pt x="6224441" y="3938763"/>
                </a:cubicBezTo>
                <a:cubicBezTo>
                  <a:pt x="7178530" y="4743625"/>
                  <a:pt x="7432528" y="5343701"/>
                  <a:pt x="7869883" y="6343826"/>
                </a:cubicBezTo>
                <a:cubicBezTo>
                  <a:pt x="8374708" y="8248826"/>
                  <a:pt x="7520632" y="9749014"/>
                  <a:pt x="6555433" y="10744376"/>
                </a:cubicBezTo>
                <a:cubicBezTo>
                  <a:pt x="6418908" y="10671351"/>
                  <a:pt x="6390333" y="10630076"/>
                  <a:pt x="6355408" y="10487201"/>
                </a:cubicBezTo>
                <a:cubicBezTo>
                  <a:pt x="6657033" y="9331501"/>
                  <a:pt x="6603058" y="8683801"/>
                  <a:pt x="6155383" y="7744001"/>
                </a:cubicBezTo>
                <a:cubicBezTo>
                  <a:pt x="6015683" y="7902751"/>
                  <a:pt x="6149033" y="8302801"/>
                  <a:pt x="6041083" y="8544101"/>
                </a:cubicBezTo>
                <a:cubicBezTo>
                  <a:pt x="5887625" y="8639351"/>
                  <a:pt x="5848466" y="8620301"/>
                  <a:pt x="5695008" y="8448851"/>
                </a:cubicBezTo>
                <a:cubicBezTo>
                  <a:pt x="5626216" y="8059913"/>
                  <a:pt x="5582825" y="7747176"/>
                  <a:pt x="5526733" y="7396338"/>
                </a:cubicBezTo>
                <a:cubicBezTo>
                  <a:pt x="5288608" y="7236794"/>
                  <a:pt x="5287814" y="7139957"/>
                  <a:pt x="5202883" y="7386813"/>
                </a:cubicBezTo>
                <a:cubicBezTo>
                  <a:pt x="5105252" y="7392369"/>
                  <a:pt x="5156845" y="7685660"/>
                  <a:pt x="4940945" y="7429676"/>
                </a:cubicBezTo>
                <a:cubicBezTo>
                  <a:pt x="4618682" y="6804995"/>
                  <a:pt x="4186882" y="6166026"/>
                  <a:pt x="3802707" y="5784232"/>
                </a:cubicBezTo>
                <a:cubicBezTo>
                  <a:pt x="3687613" y="5610402"/>
                  <a:pt x="3590777" y="5595320"/>
                  <a:pt x="3683645" y="5886627"/>
                </a:cubicBezTo>
                <a:cubicBezTo>
                  <a:pt x="4562326" y="6970096"/>
                  <a:pt x="4093220" y="8379795"/>
                  <a:pt x="3533627" y="9408495"/>
                </a:cubicBezTo>
                <a:cubicBezTo>
                  <a:pt x="3250258" y="9879983"/>
                  <a:pt x="3014513" y="8717931"/>
                  <a:pt x="2954982" y="8446469"/>
                </a:cubicBezTo>
                <a:cubicBezTo>
                  <a:pt x="3045469" y="8394081"/>
                  <a:pt x="3045470" y="8298832"/>
                  <a:pt x="3040708" y="8201201"/>
                </a:cubicBezTo>
                <a:cubicBezTo>
                  <a:pt x="2978001" y="8209139"/>
                  <a:pt x="2865290" y="8283751"/>
                  <a:pt x="2838302" y="8446470"/>
                </a:cubicBezTo>
                <a:cubicBezTo>
                  <a:pt x="2881957" y="9354520"/>
                  <a:pt x="2346971" y="10055401"/>
                  <a:pt x="3690789" y="11249201"/>
                </a:cubicBezTo>
                <a:cubicBezTo>
                  <a:pt x="3682852" y="11334926"/>
                  <a:pt x="3639196" y="11399219"/>
                  <a:pt x="3533627" y="11458751"/>
                </a:cubicBezTo>
                <a:cubicBezTo>
                  <a:pt x="226072" y="10668176"/>
                  <a:pt x="-517674" y="6788326"/>
                  <a:pt x="311795" y="4753151"/>
                </a:cubicBezTo>
                <a:cubicBezTo>
                  <a:pt x="356245" y="4689651"/>
                  <a:pt x="508645" y="4651551"/>
                  <a:pt x="616595" y="4724576"/>
                </a:cubicBezTo>
                <a:cubicBezTo>
                  <a:pt x="805508" y="5250038"/>
                  <a:pt x="975370" y="5765976"/>
                  <a:pt x="1297633" y="6286676"/>
                </a:cubicBezTo>
                <a:cubicBezTo>
                  <a:pt x="1526233" y="6558139"/>
                  <a:pt x="1473846" y="6253337"/>
                  <a:pt x="1426221" y="6119988"/>
                </a:cubicBezTo>
                <a:cubicBezTo>
                  <a:pt x="992834" y="5219876"/>
                  <a:pt x="640408" y="4186413"/>
                  <a:pt x="1111895" y="3124376"/>
                </a:cubicBezTo>
                <a:cubicBezTo>
                  <a:pt x="1369071" y="2730676"/>
                  <a:pt x="1478608" y="3170413"/>
                  <a:pt x="1516708" y="3267250"/>
                </a:cubicBezTo>
                <a:cubicBezTo>
                  <a:pt x="1616720" y="3495850"/>
                  <a:pt x="1726258" y="3867327"/>
                  <a:pt x="1816745" y="3953051"/>
                </a:cubicBezTo>
                <a:cubicBezTo>
                  <a:pt x="2072332" y="4278488"/>
                  <a:pt x="2063601" y="3941939"/>
                  <a:pt x="1957239" y="3926857"/>
                </a:cubicBezTo>
                <a:cubicBezTo>
                  <a:pt x="1897707" y="2610026"/>
                  <a:pt x="2812108" y="781226"/>
                  <a:pt x="3412183" y="176"/>
                </a:cubicBezTo>
                <a:close/>
              </a:path>
            </a:pathLst>
          </a:custGeom>
          <a:solidFill>
            <a:srgbClr val="F760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32" name="Freeform 513"/>
          <p:cNvSpPr>
            <a:spLocks/>
          </p:cNvSpPr>
          <p:nvPr/>
        </p:nvSpPr>
        <p:spPr bwMode="auto">
          <a:xfrm>
            <a:off x="5305832" y="5314560"/>
            <a:ext cx="626635" cy="842266"/>
          </a:xfrm>
          <a:custGeom>
            <a:avLst/>
            <a:gdLst>
              <a:gd name="T0" fmla="*/ 0 w 433"/>
              <a:gd name="T1" fmla="*/ 582 h 582"/>
              <a:gd name="T2" fmla="*/ 218 w 433"/>
              <a:gd name="T3" fmla="*/ 0 h 582"/>
              <a:gd name="T4" fmla="*/ 433 w 433"/>
              <a:gd name="T5" fmla="*/ 582 h 582"/>
              <a:gd name="T6" fmla="*/ 0 w 433"/>
              <a:gd name="T7" fmla="*/ 582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582">
                <a:moveTo>
                  <a:pt x="0" y="582"/>
                </a:moveTo>
                <a:lnTo>
                  <a:pt x="218" y="0"/>
                </a:lnTo>
                <a:lnTo>
                  <a:pt x="433" y="582"/>
                </a:lnTo>
                <a:lnTo>
                  <a:pt x="0" y="582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4" name="Freeform 515"/>
          <p:cNvSpPr>
            <a:spLocks/>
          </p:cNvSpPr>
          <p:nvPr/>
        </p:nvSpPr>
        <p:spPr bwMode="auto">
          <a:xfrm>
            <a:off x="5621320" y="5314560"/>
            <a:ext cx="311147" cy="842266"/>
          </a:xfrm>
          <a:custGeom>
            <a:avLst/>
            <a:gdLst>
              <a:gd name="T0" fmla="*/ 215 w 215"/>
              <a:gd name="T1" fmla="*/ 582 h 582"/>
              <a:gd name="T2" fmla="*/ 0 w 215"/>
              <a:gd name="T3" fmla="*/ 0 h 582"/>
              <a:gd name="T4" fmla="*/ 0 w 215"/>
              <a:gd name="T5" fmla="*/ 582 h 582"/>
              <a:gd name="T6" fmla="*/ 215 w 215"/>
              <a:gd name="T7" fmla="*/ 582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5" h="582">
                <a:moveTo>
                  <a:pt x="215" y="582"/>
                </a:moveTo>
                <a:lnTo>
                  <a:pt x="0" y="0"/>
                </a:lnTo>
                <a:lnTo>
                  <a:pt x="0" y="582"/>
                </a:lnTo>
                <a:lnTo>
                  <a:pt x="215" y="582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Freeform 440"/>
          <p:cNvSpPr>
            <a:spLocks/>
          </p:cNvSpPr>
          <p:nvPr/>
        </p:nvSpPr>
        <p:spPr bwMode="auto">
          <a:xfrm>
            <a:off x="8177062" y="3891375"/>
            <a:ext cx="3845191" cy="2561530"/>
          </a:xfrm>
          <a:custGeom>
            <a:avLst/>
            <a:gdLst>
              <a:gd name="T0" fmla="*/ 0 w 2657"/>
              <a:gd name="T1" fmla="*/ 1770 h 1770"/>
              <a:gd name="T2" fmla="*/ 1328 w 2657"/>
              <a:gd name="T3" fmla="*/ 0 h 1770"/>
              <a:gd name="T4" fmla="*/ 2657 w 2657"/>
              <a:gd name="T5" fmla="*/ 1770 h 1770"/>
              <a:gd name="T6" fmla="*/ 0 w 2657"/>
              <a:gd name="T7" fmla="*/ 1770 h 1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57" h="1770">
                <a:moveTo>
                  <a:pt x="0" y="1770"/>
                </a:moveTo>
                <a:lnTo>
                  <a:pt x="1328" y="0"/>
                </a:lnTo>
                <a:lnTo>
                  <a:pt x="2657" y="1770"/>
                </a:lnTo>
                <a:lnTo>
                  <a:pt x="0" y="1770"/>
                </a:lnTo>
                <a:close/>
              </a:path>
            </a:pathLst>
          </a:custGeom>
          <a:solidFill>
            <a:srgbClr val="97A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1" name="Freeform 442"/>
          <p:cNvSpPr>
            <a:spLocks/>
          </p:cNvSpPr>
          <p:nvPr/>
        </p:nvSpPr>
        <p:spPr bwMode="auto">
          <a:xfrm>
            <a:off x="10098933" y="3891375"/>
            <a:ext cx="1923319" cy="2561530"/>
          </a:xfrm>
          <a:custGeom>
            <a:avLst/>
            <a:gdLst>
              <a:gd name="T0" fmla="*/ 1329 w 1329"/>
              <a:gd name="T1" fmla="*/ 1770 h 1770"/>
              <a:gd name="T2" fmla="*/ 0 w 1329"/>
              <a:gd name="T3" fmla="*/ 0 h 1770"/>
              <a:gd name="T4" fmla="*/ 0 w 1329"/>
              <a:gd name="T5" fmla="*/ 1770 h 1770"/>
              <a:gd name="T6" fmla="*/ 1329 w 1329"/>
              <a:gd name="T7" fmla="*/ 1770 h 1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9" h="1770">
                <a:moveTo>
                  <a:pt x="1329" y="1770"/>
                </a:moveTo>
                <a:lnTo>
                  <a:pt x="0" y="0"/>
                </a:lnTo>
                <a:lnTo>
                  <a:pt x="0" y="1770"/>
                </a:lnTo>
                <a:lnTo>
                  <a:pt x="1329" y="1770"/>
                </a:lnTo>
                <a:close/>
              </a:path>
            </a:pathLst>
          </a:custGeom>
          <a:solidFill>
            <a:srgbClr val="667D7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2" name="Freeform 443"/>
          <p:cNvSpPr>
            <a:spLocks/>
          </p:cNvSpPr>
          <p:nvPr/>
        </p:nvSpPr>
        <p:spPr bwMode="auto">
          <a:xfrm>
            <a:off x="9641620" y="3891375"/>
            <a:ext cx="936334" cy="687417"/>
          </a:xfrm>
          <a:custGeom>
            <a:avLst/>
            <a:gdLst>
              <a:gd name="T0" fmla="*/ 154 w 274"/>
              <a:gd name="T1" fmla="*/ 161 h 201"/>
              <a:gd name="T2" fmla="*/ 205 w 274"/>
              <a:gd name="T3" fmla="*/ 189 h 201"/>
              <a:gd name="T4" fmla="*/ 237 w 274"/>
              <a:gd name="T5" fmla="*/ 170 h 201"/>
              <a:gd name="T6" fmla="*/ 274 w 274"/>
              <a:gd name="T7" fmla="*/ 187 h 201"/>
              <a:gd name="T8" fmla="*/ 134 w 274"/>
              <a:gd name="T9" fmla="*/ 0 h 201"/>
              <a:gd name="T10" fmla="*/ 0 w 274"/>
              <a:gd name="T11" fmla="*/ 178 h 201"/>
              <a:gd name="T12" fmla="*/ 31 w 274"/>
              <a:gd name="T13" fmla="*/ 186 h 201"/>
              <a:gd name="T14" fmla="*/ 112 w 274"/>
              <a:gd name="T15" fmla="*/ 186 h 201"/>
              <a:gd name="T16" fmla="*/ 154 w 274"/>
              <a:gd name="T17" fmla="*/ 161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4" h="201">
                <a:moveTo>
                  <a:pt x="154" y="161"/>
                </a:moveTo>
                <a:cubicBezTo>
                  <a:pt x="165" y="174"/>
                  <a:pt x="192" y="199"/>
                  <a:pt x="205" y="189"/>
                </a:cubicBezTo>
                <a:cubicBezTo>
                  <a:pt x="218" y="180"/>
                  <a:pt x="216" y="163"/>
                  <a:pt x="237" y="170"/>
                </a:cubicBezTo>
                <a:cubicBezTo>
                  <a:pt x="250" y="174"/>
                  <a:pt x="262" y="185"/>
                  <a:pt x="274" y="187"/>
                </a:cubicBezTo>
                <a:cubicBezTo>
                  <a:pt x="134" y="0"/>
                  <a:pt x="134" y="0"/>
                  <a:pt x="134" y="0"/>
                </a:cubicBezTo>
                <a:cubicBezTo>
                  <a:pt x="0" y="178"/>
                  <a:pt x="0" y="178"/>
                  <a:pt x="0" y="178"/>
                </a:cubicBezTo>
                <a:cubicBezTo>
                  <a:pt x="12" y="179"/>
                  <a:pt x="22" y="182"/>
                  <a:pt x="31" y="186"/>
                </a:cubicBezTo>
                <a:cubicBezTo>
                  <a:pt x="62" y="201"/>
                  <a:pt x="90" y="195"/>
                  <a:pt x="112" y="186"/>
                </a:cubicBezTo>
                <a:cubicBezTo>
                  <a:pt x="134" y="178"/>
                  <a:pt x="142" y="147"/>
                  <a:pt x="154" y="16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3" name="Freeform 444"/>
          <p:cNvSpPr>
            <a:spLocks/>
          </p:cNvSpPr>
          <p:nvPr/>
        </p:nvSpPr>
        <p:spPr bwMode="auto">
          <a:xfrm>
            <a:off x="10098933" y="3891375"/>
            <a:ext cx="479021" cy="680180"/>
          </a:xfrm>
          <a:custGeom>
            <a:avLst/>
            <a:gdLst>
              <a:gd name="T0" fmla="*/ 71 w 140"/>
              <a:gd name="T1" fmla="*/ 189 h 199"/>
              <a:gd name="T2" fmla="*/ 103 w 140"/>
              <a:gd name="T3" fmla="*/ 170 h 199"/>
              <a:gd name="T4" fmla="*/ 140 w 140"/>
              <a:gd name="T5" fmla="*/ 187 h 199"/>
              <a:gd name="T6" fmla="*/ 0 w 140"/>
              <a:gd name="T7" fmla="*/ 0 h 199"/>
              <a:gd name="T8" fmla="*/ 0 w 140"/>
              <a:gd name="T9" fmla="*/ 169 h 199"/>
              <a:gd name="T10" fmla="*/ 20 w 140"/>
              <a:gd name="T11" fmla="*/ 161 h 199"/>
              <a:gd name="T12" fmla="*/ 71 w 140"/>
              <a:gd name="T13" fmla="*/ 18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199">
                <a:moveTo>
                  <a:pt x="71" y="189"/>
                </a:moveTo>
                <a:cubicBezTo>
                  <a:pt x="84" y="180"/>
                  <a:pt x="82" y="163"/>
                  <a:pt x="103" y="170"/>
                </a:cubicBezTo>
                <a:cubicBezTo>
                  <a:pt x="116" y="174"/>
                  <a:pt x="128" y="185"/>
                  <a:pt x="140" y="187"/>
                </a:cubicBezTo>
                <a:cubicBezTo>
                  <a:pt x="0" y="0"/>
                  <a:pt x="0" y="0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7" y="160"/>
                  <a:pt x="13" y="153"/>
                  <a:pt x="20" y="161"/>
                </a:cubicBezTo>
                <a:cubicBezTo>
                  <a:pt x="31" y="174"/>
                  <a:pt x="58" y="199"/>
                  <a:pt x="71" y="189"/>
                </a:cubicBezTo>
                <a:close/>
              </a:path>
            </a:pathLst>
          </a:custGeom>
          <a:solidFill>
            <a:srgbClr val="C7CF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5" name="任意多边形 734"/>
          <p:cNvSpPr/>
          <p:nvPr/>
        </p:nvSpPr>
        <p:spPr>
          <a:xfrm>
            <a:off x="7416363" y="5544086"/>
            <a:ext cx="2517688" cy="611297"/>
          </a:xfrm>
          <a:custGeom>
            <a:avLst/>
            <a:gdLst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257300 w 4991100"/>
              <a:gd name="connsiteY2" fmla="*/ 352425 h 1209675"/>
              <a:gd name="connsiteX3" fmla="*/ 3800475 w 4991100"/>
              <a:gd name="connsiteY3" fmla="*/ 29527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257300 w 4991100"/>
              <a:gd name="connsiteY2" fmla="*/ 352425 h 1209675"/>
              <a:gd name="connsiteX3" fmla="*/ 3787775 w 4991100"/>
              <a:gd name="connsiteY3" fmla="*/ 33337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376362 w 4991100"/>
              <a:gd name="connsiteY2" fmla="*/ 283368 h 1209675"/>
              <a:gd name="connsiteX3" fmla="*/ 3787775 w 4991100"/>
              <a:gd name="connsiteY3" fmla="*/ 33337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362074 w 4991100"/>
              <a:gd name="connsiteY2" fmla="*/ 290511 h 1209675"/>
              <a:gd name="connsiteX3" fmla="*/ 3787775 w 4991100"/>
              <a:gd name="connsiteY3" fmla="*/ 33337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362074 w 4991100"/>
              <a:gd name="connsiteY2" fmla="*/ 290511 h 1209675"/>
              <a:gd name="connsiteX3" fmla="*/ 3727450 w 4991100"/>
              <a:gd name="connsiteY3" fmla="*/ 28892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362074 w 4991100"/>
              <a:gd name="connsiteY2" fmla="*/ 290511 h 1209675"/>
              <a:gd name="connsiteX3" fmla="*/ 3721100 w 4991100"/>
              <a:gd name="connsiteY3" fmla="*/ 314325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209675"/>
              <a:gd name="connsiteX1" fmla="*/ 923925 w 4991100"/>
              <a:gd name="connsiteY1" fmla="*/ 0 h 1209675"/>
              <a:gd name="connsiteX2" fmla="*/ 1362074 w 4991100"/>
              <a:gd name="connsiteY2" fmla="*/ 290511 h 1209675"/>
              <a:gd name="connsiteX3" fmla="*/ 3714750 w 4991100"/>
              <a:gd name="connsiteY3" fmla="*/ 298450 h 1209675"/>
              <a:gd name="connsiteX4" fmla="*/ 4133850 w 4991100"/>
              <a:gd name="connsiteY4" fmla="*/ 38100 h 1209675"/>
              <a:gd name="connsiteX5" fmla="*/ 4991100 w 4991100"/>
              <a:gd name="connsiteY5" fmla="*/ 38100 h 1209675"/>
              <a:gd name="connsiteX6" fmla="*/ 4133850 w 4991100"/>
              <a:gd name="connsiteY6" fmla="*/ 1209675 h 1209675"/>
              <a:gd name="connsiteX7" fmla="*/ 981075 w 4991100"/>
              <a:gd name="connsiteY7" fmla="*/ 1171575 h 1209675"/>
              <a:gd name="connsiteX8" fmla="*/ 0 w 4991100"/>
              <a:gd name="connsiteY8" fmla="*/ 9525 h 1209675"/>
              <a:gd name="connsiteX0" fmla="*/ 0 w 4991100"/>
              <a:gd name="connsiteY0" fmla="*/ 9525 h 1190625"/>
              <a:gd name="connsiteX1" fmla="*/ 923925 w 4991100"/>
              <a:gd name="connsiteY1" fmla="*/ 0 h 1190625"/>
              <a:gd name="connsiteX2" fmla="*/ 1362074 w 4991100"/>
              <a:gd name="connsiteY2" fmla="*/ 290511 h 1190625"/>
              <a:gd name="connsiteX3" fmla="*/ 3714750 w 4991100"/>
              <a:gd name="connsiteY3" fmla="*/ 298450 h 1190625"/>
              <a:gd name="connsiteX4" fmla="*/ 4133850 w 4991100"/>
              <a:gd name="connsiteY4" fmla="*/ 38100 h 1190625"/>
              <a:gd name="connsiteX5" fmla="*/ 4991100 w 4991100"/>
              <a:gd name="connsiteY5" fmla="*/ 38100 h 1190625"/>
              <a:gd name="connsiteX6" fmla="*/ 4140200 w 4991100"/>
              <a:gd name="connsiteY6" fmla="*/ 1190625 h 1190625"/>
              <a:gd name="connsiteX7" fmla="*/ 981075 w 4991100"/>
              <a:gd name="connsiteY7" fmla="*/ 1171575 h 1190625"/>
              <a:gd name="connsiteX8" fmla="*/ 0 w 4991100"/>
              <a:gd name="connsiteY8" fmla="*/ 9525 h 1190625"/>
              <a:gd name="connsiteX0" fmla="*/ 0 w 4991100"/>
              <a:gd name="connsiteY0" fmla="*/ 9525 h 1190625"/>
              <a:gd name="connsiteX1" fmla="*/ 923925 w 4991100"/>
              <a:gd name="connsiteY1" fmla="*/ 0 h 1190625"/>
              <a:gd name="connsiteX2" fmla="*/ 1362074 w 4991100"/>
              <a:gd name="connsiteY2" fmla="*/ 290511 h 1190625"/>
              <a:gd name="connsiteX3" fmla="*/ 3714750 w 4991100"/>
              <a:gd name="connsiteY3" fmla="*/ 298450 h 1190625"/>
              <a:gd name="connsiteX4" fmla="*/ 4133850 w 4991100"/>
              <a:gd name="connsiteY4" fmla="*/ 38100 h 1190625"/>
              <a:gd name="connsiteX5" fmla="*/ 4991100 w 4991100"/>
              <a:gd name="connsiteY5" fmla="*/ 38100 h 1190625"/>
              <a:gd name="connsiteX6" fmla="*/ 4140200 w 4991100"/>
              <a:gd name="connsiteY6" fmla="*/ 1190625 h 1190625"/>
              <a:gd name="connsiteX7" fmla="*/ 981075 w 4991100"/>
              <a:gd name="connsiteY7" fmla="*/ 1171575 h 1190625"/>
              <a:gd name="connsiteX8" fmla="*/ 0 w 4991100"/>
              <a:gd name="connsiteY8" fmla="*/ 9525 h 1190625"/>
              <a:gd name="connsiteX0" fmla="*/ 0 w 4993473"/>
              <a:gd name="connsiteY0" fmla="*/ 9525 h 1190625"/>
              <a:gd name="connsiteX1" fmla="*/ 923925 w 4993473"/>
              <a:gd name="connsiteY1" fmla="*/ 0 h 1190625"/>
              <a:gd name="connsiteX2" fmla="*/ 1362074 w 4993473"/>
              <a:gd name="connsiteY2" fmla="*/ 290511 h 1190625"/>
              <a:gd name="connsiteX3" fmla="*/ 3714750 w 4993473"/>
              <a:gd name="connsiteY3" fmla="*/ 298450 h 1190625"/>
              <a:gd name="connsiteX4" fmla="*/ 4133850 w 4993473"/>
              <a:gd name="connsiteY4" fmla="*/ 38100 h 1190625"/>
              <a:gd name="connsiteX5" fmla="*/ 4991100 w 4993473"/>
              <a:gd name="connsiteY5" fmla="*/ 38100 h 1190625"/>
              <a:gd name="connsiteX6" fmla="*/ 4140200 w 4993473"/>
              <a:gd name="connsiteY6" fmla="*/ 1190625 h 1190625"/>
              <a:gd name="connsiteX7" fmla="*/ 981075 w 4993473"/>
              <a:gd name="connsiteY7" fmla="*/ 1171575 h 1190625"/>
              <a:gd name="connsiteX8" fmla="*/ 0 w 4993473"/>
              <a:gd name="connsiteY8" fmla="*/ 9525 h 1190625"/>
              <a:gd name="connsiteX0" fmla="*/ 0 w 4993473"/>
              <a:gd name="connsiteY0" fmla="*/ 9525 h 1190625"/>
              <a:gd name="connsiteX1" fmla="*/ 923925 w 4993473"/>
              <a:gd name="connsiteY1" fmla="*/ 0 h 1190625"/>
              <a:gd name="connsiteX2" fmla="*/ 1362074 w 4993473"/>
              <a:gd name="connsiteY2" fmla="*/ 290511 h 1190625"/>
              <a:gd name="connsiteX3" fmla="*/ 3714750 w 4993473"/>
              <a:gd name="connsiteY3" fmla="*/ 298450 h 1190625"/>
              <a:gd name="connsiteX4" fmla="*/ 4095750 w 4993473"/>
              <a:gd name="connsiteY4" fmla="*/ 19050 h 1190625"/>
              <a:gd name="connsiteX5" fmla="*/ 4991100 w 4993473"/>
              <a:gd name="connsiteY5" fmla="*/ 38100 h 1190625"/>
              <a:gd name="connsiteX6" fmla="*/ 4140200 w 4993473"/>
              <a:gd name="connsiteY6" fmla="*/ 1190625 h 1190625"/>
              <a:gd name="connsiteX7" fmla="*/ 981075 w 4993473"/>
              <a:gd name="connsiteY7" fmla="*/ 1171575 h 1190625"/>
              <a:gd name="connsiteX8" fmla="*/ 0 w 4993473"/>
              <a:gd name="connsiteY8" fmla="*/ 9525 h 1190625"/>
              <a:gd name="connsiteX0" fmla="*/ 0 w 4993473"/>
              <a:gd name="connsiteY0" fmla="*/ 9525 h 1190625"/>
              <a:gd name="connsiteX1" fmla="*/ 923925 w 4993473"/>
              <a:gd name="connsiteY1" fmla="*/ 0 h 1190625"/>
              <a:gd name="connsiteX2" fmla="*/ 1362074 w 4993473"/>
              <a:gd name="connsiteY2" fmla="*/ 290511 h 1190625"/>
              <a:gd name="connsiteX3" fmla="*/ 3714750 w 4993473"/>
              <a:gd name="connsiteY3" fmla="*/ 298450 h 1190625"/>
              <a:gd name="connsiteX4" fmla="*/ 4095750 w 4993473"/>
              <a:gd name="connsiteY4" fmla="*/ 19050 h 1190625"/>
              <a:gd name="connsiteX5" fmla="*/ 4991100 w 4993473"/>
              <a:gd name="connsiteY5" fmla="*/ 38100 h 1190625"/>
              <a:gd name="connsiteX6" fmla="*/ 4140200 w 4993473"/>
              <a:gd name="connsiteY6" fmla="*/ 1190625 h 1190625"/>
              <a:gd name="connsiteX7" fmla="*/ 981075 w 4993473"/>
              <a:gd name="connsiteY7" fmla="*/ 1171575 h 1190625"/>
              <a:gd name="connsiteX8" fmla="*/ 0 w 4993473"/>
              <a:gd name="connsiteY8" fmla="*/ 9525 h 1190625"/>
              <a:gd name="connsiteX0" fmla="*/ 0 w 4993473"/>
              <a:gd name="connsiteY0" fmla="*/ 11906 h 1193006"/>
              <a:gd name="connsiteX1" fmla="*/ 923925 w 4993473"/>
              <a:gd name="connsiteY1" fmla="*/ 2381 h 1193006"/>
              <a:gd name="connsiteX2" fmla="*/ 1362074 w 4993473"/>
              <a:gd name="connsiteY2" fmla="*/ 292892 h 1193006"/>
              <a:gd name="connsiteX3" fmla="*/ 3714750 w 4993473"/>
              <a:gd name="connsiteY3" fmla="*/ 300831 h 1193006"/>
              <a:gd name="connsiteX4" fmla="*/ 4069556 w 4993473"/>
              <a:gd name="connsiteY4" fmla="*/ 0 h 1193006"/>
              <a:gd name="connsiteX5" fmla="*/ 4991100 w 4993473"/>
              <a:gd name="connsiteY5" fmla="*/ 40481 h 1193006"/>
              <a:gd name="connsiteX6" fmla="*/ 4140200 w 4993473"/>
              <a:gd name="connsiteY6" fmla="*/ 1193006 h 1193006"/>
              <a:gd name="connsiteX7" fmla="*/ 981075 w 4993473"/>
              <a:gd name="connsiteY7" fmla="*/ 1173956 h 1193006"/>
              <a:gd name="connsiteX8" fmla="*/ 0 w 4993473"/>
              <a:gd name="connsiteY8" fmla="*/ 11906 h 1193006"/>
              <a:gd name="connsiteX0" fmla="*/ 0 w 4993473"/>
              <a:gd name="connsiteY0" fmla="*/ 11906 h 1193006"/>
              <a:gd name="connsiteX1" fmla="*/ 923925 w 4993473"/>
              <a:gd name="connsiteY1" fmla="*/ 2381 h 1193006"/>
              <a:gd name="connsiteX2" fmla="*/ 1362074 w 4993473"/>
              <a:gd name="connsiteY2" fmla="*/ 292892 h 1193006"/>
              <a:gd name="connsiteX3" fmla="*/ 3714750 w 4993473"/>
              <a:gd name="connsiteY3" fmla="*/ 300831 h 1193006"/>
              <a:gd name="connsiteX4" fmla="*/ 4069556 w 4993473"/>
              <a:gd name="connsiteY4" fmla="*/ 0 h 1193006"/>
              <a:gd name="connsiteX5" fmla="*/ 4991100 w 4993473"/>
              <a:gd name="connsiteY5" fmla="*/ 40481 h 1193006"/>
              <a:gd name="connsiteX6" fmla="*/ 4140200 w 4993473"/>
              <a:gd name="connsiteY6" fmla="*/ 1193006 h 1193006"/>
              <a:gd name="connsiteX7" fmla="*/ 981075 w 4993473"/>
              <a:gd name="connsiteY7" fmla="*/ 1173956 h 1193006"/>
              <a:gd name="connsiteX8" fmla="*/ 0 w 4993473"/>
              <a:gd name="connsiteY8" fmla="*/ 11906 h 1193006"/>
              <a:gd name="connsiteX0" fmla="*/ 0 w 4993473"/>
              <a:gd name="connsiteY0" fmla="*/ 11906 h 1193006"/>
              <a:gd name="connsiteX1" fmla="*/ 923925 w 4993473"/>
              <a:gd name="connsiteY1" fmla="*/ 2381 h 1193006"/>
              <a:gd name="connsiteX2" fmla="*/ 1362074 w 4993473"/>
              <a:gd name="connsiteY2" fmla="*/ 292892 h 1193006"/>
              <a:gd name="connsiteX3" fmla="*/ 3714750 w 4993473"/>
              <a:gd name="connsiteY3" fmla="*/ 300831 h 1193006"/>
              <a:gd name="connsiteX4" fmla="*/ 4069556 w 4993473"/>
              <a:gd name="connsiteY4" fmla="*/ 0 h 1193006"/>
              <a:gd name="connsiteX5" fmla="*/ 4991100 w 4993473"/>
              <a:gd name="connsiteY5" fmla="*/ 40481 h 1193006"/>
              <a:gd name="connsiteX6" fmla="*/ 4140200 w 4993473"/>
              <a:gd name="connsiteY6" fmla="*/ 1193006 h 1193006"/>
              <a:gd name="connsiteX7" fmla="*/ 981075 w 4993473"/>
              <a:gd name="connsiteY7" fmla="*/ 1173956 h 1193006"/>
              <a:gd name="connsiteX8" fmla="*/ 0 w 4993473"/>
              <a:gd name="connsiteY8" fmla="*/ 11906 h 1193006"/>
              <a:gd name="connsiteX0" fmla="*/ 0 w 4993473"/>
              <a:gd name="connsiteY0" fmla="*/ 11906 h 1193006"/>
              <a:gd name="connsiteX1" fmla="*/ 923925 w 4993473"/>
              <a:gd name="connsiteY1" fmla="*/ 2381 h 1193006"/>
              <a:gd name="connsiteX2" fmla="*/ 1362074 w 4993473"/>
              <a:gd name="connsiteY2" fmla="*/ 292892 h 1193006"/>
              <a:gd name="connsiteX3" fmla="*/ 3714750 w 4993473"/>
              <a:gd name="connsiteY3" fmla="*/ 300831 h 1193006"/>
              <a:gd name="connsiteX4" fmla="*/ 4069556 w 4993473"/>
              <a:gd name="connsiteY4" fmla="*/ 0 h 1193006"/>
              <a:gd name="connsiteX5" fmla="*/ 4991100 w 4993473"/>
              <a:gd name="connsiteY5" fmla="*/ 40481 h 1193006"/>
              <a:gd name="connsiteX6" fmla="*/ 4140200 w 4993473"/>
              <a:gd name="connsiteY6" fmla="*/ 1193006 h 1193006"/>
              <a:gd name="connsiteX7" fmla="*/ 981075 w 4993473"/>
              <a:gd name="connsiteY7" fmla="*/ 1173956 h 1193006"/>
              <a:gd name="connsiteX8" fmla="*/ 0 w 4993473"/>
              <a:gd name="connsiteY8" fmla="*/ 11906 h 1193006"/>
              <a:gd name="connsiteX0" fmla="*/ 0 w 4993473"/>
              <a:gd name="connsiteY0" fmla="*/ 11906 h 1193006"/>
              <a:gd name="connsiteX1" fmla="*/ 923925 w 4993473"/>
              <a:gd name="connsiteY1" fmla="*/ 2381 h 1193006"/>
              <a:gd name="connsiteX2" fmla="*/ 1362074 w 4993473"/>
              <a:gd name="connsiteY2" fmla="*/ 292892 h 1193006"/>
              <a:gd name="connsiteX3" fmla="*/ 3714750 w 4993473"/>
              <a:gd name="connsiteY3" fmla="*/ 300831 h 1193006"/>
              <a:gd name="connsiteX4" fmla="*/ 4069556 w 4993473"/>
              <a:gd name="connsiteY4" fmla="*/ 0 h 1193006"/>
              <a:gd name="connsiteX5" fmla="*/ 4991100 w 4993473"/>
              <a:gd name="connsiteY5" fmla="*/ 40481 h 1193006"/>
              <a:gd name="connsiteX6" fmla="*/ 4140200 w 4993473"/>
              <a:gd name="connsiteY6" fmla="*/ 1193006 h 1193006"/>
              <a:gd name="connsiteX7" fmla="*/ 981075 w 4993473"/>
              <a:gd name="connsiteY7" fmla="*/ 1173956 h 1193006"/>
              <a:gd name="connsiteX8" fmla="*/ 0 w 4993473"/>
              <a:gd name="connsiteY8" fmla="*/ 11906 h 1193006"/>
              <a:gd name="connsiteX0" fmla="*/ 0 w 4993473"/>
              <a:gd name="connsiteY0" fmla="*/ 19049 h 1200149"/>
              <a:gd name="connsiteX1" fmla="*/ 923925 w 4993473"/>
              <a:gd name="connsiteY1" fmla="*/ 9524 h 1200149"/>
              <a:gd name="connsiteX2" fmla="*/ 1362074 w 4993473"/>
              <a:gd name="connsiteY2" fmla="*/ 300035 h 1200149"/>
              <a:gd name="connsiteX3" fmla="*/ 3714750 w 4993473"/>
              <a:gd name="connsiteY3" fmla="*/ 307974 h 1200149"/>
              <a:gd name="connsiteX4" fmla="*/ 4098131 w 4993473"/>
              <a:gd name="connsiteY4" fmla="*/ 0 h 1200149"/>
              <a:gd name="connsiteX5" fmla="*/ 4991100 w 4993473"/>
              <a:gd name="connsiteY5" fmla="*/ 47624 h 1200149"/>
              <a:gd name="connsiteX6" fmla="*/ 4140200 w 4993473"/>
              <a:gd name="connsiteY6" fmla="*/ 1200149 h 1200149"/>
              <a:gd name="connsiteX7" fmla="*/ 981075 w 4993473"/>
              <a:gd name="connsiteY7" fmla="*/ 1181099 h 1200149"/>
              <a:gd name="connsiteX8" fmla="*/ 0 w 4993473"/>
              <a:gd name="connsiteY8" fmla="*/ 19049 h 1200149"/>
              <a:gd name="connsiteX0" fmla="*/ 0 w 4993473"/>
              <a:gd name="connsiteY0" fmla="*/ 21430 h 1202530"/>
              <a:gd name="connsiteX1" fmla="*/ 923925 w 4993473"/>
              <a:gd name="connsiteY1" fmla="*/ 11905 h 1202530"/>
              <a:gd name="connsiteX2" fmla="*/ 1362074 w 4993473"/>
              <a:gd name="connsiteY2" fmla="*/ 302416 h 1202530"/>
              <a:gd name="connsiteX3" fmla="*/ 3714750 w 4993473"/>
              <a:gd name="connsiteY3" fmla="*/ 310355 h 1202530"/>
              <a:gd name="connsiteX4" fmla="*/ 4093369 w 4993473"/>
              <a:gd name="connsiteY4" fmla="*/ 0 h 1202530"/>
              <a:gd name="connsiteX5" fmla="*/ 4991100 w 4993473"/>
              <a:gd name="connsiteY5" fmla="*/ 50005 h 1202530"/>
              <a:gd name="connsiteX6" fmla="*/ 4140200 w 4993473"/>
              <a:gd name="connsiteY6" fmla="*/ 1202530 h 1202530"/>
              <a:gd name="connsiteX7" fmla="*/ 981075 w 4993473"/>
              <a:gd name="connsiteY7" fmla="*/ 1183480 h 1202530"/>
              <a:gd name="connsiteX8" fmla="*/ 0 w 4993473"/>
              <a:gd name="connsiteY8" fmla="*/ 21430 h 1202530"/>
              <a:gd name="connsiteX0" fmla="*/ 0 w 5014718"/>
              <a:gd name="connsiteY0" fmla="*/ 30956 h 1212056"/>
              <a:gd name="connsiteX1" fmla="*/ 923925 w 5014718"/>
              <a:gd name="connsiteY1" fmla="*/ 21431 h 1212056"/>
              <a:gd name="connsiteX2" fmla="*/ 1362074 w 5014718"/>
              <a:gd name="connsiteY2" fmla="*/ 311942 h 1212056"/>
              <a:gd name="connsiteX3" fmla="*/ 3714750 w 5014718"/>
              <a:gd name="connsiteY3" fmla="*/ 319881 h 1212056"/>
              <a:gd name="connsiteX4" fmla="*/ 4093369 w 5014718"/>
              <a:gd name="connsiteY4" fmla="*/ 9526 h 1212056"/>
              <a:gd name="connsiteX5" fmla="*/ 5012531 w 5014718"/>
              <a:gd name="connsiteY5" fmla="*/ 0 h 1212056"/>
              <a:gd name="connsiteX6" fmla="*/ 4140200 w 5014718"/>
              <a:gd name="connsiteY6" fmla="*/ 1212056 h 1212056"/>
              <a:gd name="connsiteX7" fmla="*/ 981075 w 5014718"/>
              <a:gd name="connsiteY7" fmla="*/ 1193006 h 1212056"/>
              <a:gd name="connsiteX8" fmla="*/ 0 w 5014718"/>
              <a:gd name="connsiteY8" fmla="*/ 30956 h 1212056"/>
              <a:gd name="connsiteX0" fmla="*/ 0 w 5017080"/>
              <a:gd name="connsiteY0" fmla="*/ 30956 h 1212056"/>
              <a:gd name="connsiteX1" fmla="*/ 923925 w 5017080"/>
              <a:gd name="connsiteY1" fmla="*/ 21431 h 1212056"/>
              <a:gd name="connsiteX2" fmla="*/ 1362074 w 5017080"/>
              <a:gd name="connsiteY2" fmla="*/ 311942 h 1212056"/>
              <a:gd name="connsiteX3" fmla="*/ 3714750 w 5017080"/>
              <a:gd name="connsiteY3" fmla="*/ 319881 h 1212056"/>
              <a:gd name="connsiteX4" fmla="*/ 4093369 w 5017080"/>
              <a:gd name="connsiteY4" fmla="*/ 9526 h 1212056"/>
              <a:gd name="connsiteX5" fmla="*/ 5014912 w 5017080"/>
              <a:gd name="connsiteY5" fmla="*/ 0 h 1212056"/>
              <a:gd name="connsiteX6" fmla="*/ 4140200 w 5017080"/>
              <a:gd name="connsiteY6" fmla="*/ 1212056 h 1212056"/>
              <a:gd name="connsiteX7" fmla="*/ 981075 w 5017080"/>
              <a:gd name="connsiteY7" fmla="*/ 1193006 h 1212056"/>
              <a:gd name="connsiteX8" fmla="*/ 0 w 5017080"/>
              <a:gd name="connsiteY8" fmla="*/ 30956 h 1212056"/>
              <a:gd name="connsiteX0" fmla="*/ 0 w 5026532"/>
              <a:gd name="connsiteY0" fmla="*/ 28575 h 1209675"/>
              <a:gd name="connsiteX1" fmla="*/ 923925 w 5026532"/>
              <a:gd name="connsiteY1" fmla="*/ 19050 h 1209675"/>
              <a:gd name="connsiteX2" fmla="*/ 1362074 w 5026532"/>
              <a:gd name="connsiteY2" fmla="*/ 309561 h 1209675"/>
              <a:gd name="connsiteX3" fmla="*/ 3714750 w 5026532"/>
              <a:gd name="connsiteY3" fmla="*/ 317500 h 1209675"/>
              <a:gd name="connsiteX4" fmla="*/ 4093369 w 5026532"/>
              <a:gd name="connsiteY4" fmla="*/ 7145 h 1209675"/>
              <a:gd name="connsiteX5" fmla="*/ 5024437 w 5026532"/>
              <a:gd name="connsiteY5" fmla="*/ 0 h 1209675"/>
              <a:gd name="connsiteX6" fmla="*/ 4140200 w 5026532"/>
              <a:gd name="connsiteY6" fmla="*/ 1209675 h 1209675"/>
              <a:gd name="connsiteX7" fmla="*/ 981075 w 5026532"/>
              <a:gd name="connsiteY7" fmla="*/ 1190625 h 1209675"/>
              <a:gd name="connsiteX8" fmla="*/ 0 w 5026532"/>
              <a:gd name="connsiteY8" fmla="*/ 28575 h 1209675"/>
              <a:gd name="connsiteX0" fmla="*/ 0 w 5021805"/>
              <a:gd name="connsiteY0" fmla="*/ 28575 h 1209675"/>
              <a:gd name="connsiteX1" fmla="*/ 923925 w 5021805"/>
              <a:gd name="connsiteY1" fmla="*/ 19050 h 1209675"/>
              <a:gd name="connsiteX2" fmla="*/ 1362074 w 5021805"/>
              <a:gd name="connsiteY2" fmla="*/ 309561 h 1209675"/>
              <a:gd name="connsiteX3" fmla="*/ 3714750 w 5021805"/>
              <a:gd name="connsiteY3" fmla="*/ 317500 h 1209675"/>
              <a:gd name="connsiteX4" fmla="*/ 4093369 w 5021805"/>
              <a:gd name="connsiteY4" fmla="*/ 7145 h 1209675"/>
              <a:gd name="connsiteX5" fmla="*/ 5019674 w 5021805"/>
              <a:gd name="connsiteY5" fmla="*/ 0 h 1209675"/>
              <a:gd name="connsiteX6" fmla="*/ 4140200 w 5021805"/>
              <a:gd name="connsiteY6" fmla="*/ 1209675 h 1209675"/>
              <a:gd name="connsiteX7" fmla="*/ 981075 w 5021805"/>
              <a:gd name="connsiteY7" fmla="*/ 1190625 h 1209675"/>
              <a:gd name="connsiteX8" fmla="*/ 0 w 5021805"/>
              <a:gd name="connsiteY8" fmla="*/ 28575 h 1209675"/>
              <a:gd name="connsiteX0" fmla="*/ 0 w 5021805"/>
              <a:gd name="connsiteY0" fmla="*/ 28575 h 1193006"/>
              <a:gd name="connsiteX1" fmla="*/ 923925 w 5021805"/>
              <a:gd name="connsiteY1" fmla="*/ 19050 h 1193006"/>
              <a:gd name="connsiteX2" fmla="*/ 1362074 w 5021805"/>
              <a:gd name="connsiteY2" fmla="*/ 309561 h 1193006"/>
              <a:gd name="connsiteX3" fmla="*/ 3714750 w 5021805"/>
              <a:gd name="connsiteY3" fmla="*/ 317500 h 1193006"/>
              <a:gd name="connsiteX4" fmla="*/ 4093369 w 5021805"/>
              <a:gd name="connsiteY4" fmla="*/ 7145 h 1193006"/>
              <a:gd name="connsiteX5" fmla="*/ 5019674 w 5021805"/>
              <a:gd name="connsiteY5" fmla="*/ 0 h 1193006"/>
              <a:gd name="connsiteX6" fmla="*/ 4140200 w 5021805"/>
              <a:gd name="connsiteY6" fmla="*/ 1193006 h 1193006"/>
              <a:gd name="connsiteX7" fmla="*/ 981075 w 5021805"/>
              <a:gd name="connsiteY7" fmla="*/ 1190625 h 1193006"/>
              <a:gd name="connsiteX8" fmla="*/ 0 w 5021805"/>
              <a:gd name="connsiteY8" fmla="*/ 28575 h 1193006"/>
              <a:gd name="connsiteX0" fmla="*/ 0 w 5022305"/>
              <a:gd name="connsiteY0" fmla="*/ 28575 h 1193006"/>
              <a:gd name="connsiteX1" fmla="*/ 923925 w 5022305"/>
              <a:gd name="connsiteY1" fmla="*/ 19050 h 1193006"/>
              <a:gd name="connsiteX2" fmla="*/ 1362074 w 5022305"/>
              <a:gd name="connsiteY2" fmla="*/ 309561 h 1193006"/>
              <a:gd name="connsiteX3" fmla="*/ 3714750 w 5022305"/>
              <a:gd name="connsiteY3" fmla="*/ 317500 h 1193006"/>
              <a:gd name="connsiteX4" fmla="*/ 4093369 w 5022305"/>
              <a:gd name="connsiteY4" fmla="*/ 7145 h 1193006"/>
              <a:gd name="connsiteX5" fmla="*/ 5019674 w 5022305"/>
              <a:gd name="connsiteY5" fmla="*/ 0 h 1193006"/>
              <a:gd name="connsiteX6" fmla="*/ 4140200 w 5022305"/>
              <a:gd name="connsiteY6" fmla="*/ 1193006 h 1193006"/>
              <a:gd name="connsiteX7" fmla="*/ 981075 w 5022305"/>
              <a:gd name="connsiteY7" fmla="*/ 1190625 h 1193006"/>
              <a:gd name="connsiteX8" fmla="*/ 0 w 5022305"/>
              <a:gd name="connsiteY8" fmla="*/ 28575 h 1193006"/>
              <a:gd name="connsiteX0" fmla="*/ 0 w 5021609"/>
              <a:gd name="connsiteY0" fmla="*/ 28575 h 1193006"/>
              <a:gd name="connsiteX1" fmla="*/ 923925 w 5021609"/>
              <a:gd name="connsiteY1" fmla="*/ 19050 h 1193006"/>
              <a:gd name="connsiteX2" fmla="*/ 1362074 w 5021609"/>
              <a:gd name="connsiteY2" fmla="*/ 309561 h 1193006"/>
              <a:gd name="connsiteX3" fmla="*/ 3714750 w 5021609"/>
              <a:gd name="connsiteY3" fmla="*/ 317500 h 1193006"/>
              <a:gd name="connsiteX4" fmla="*/ 4093369 w 5021609"/>
              <a:gd name="connsiteY4" fmla="*/ 7145 h 1193006"/>
              <a:gd name="connsiteX5" fmla="*/ 5019674 w 5021609"/>
              <a:gd name="connsiteY5" fmla="*/ 0 h 1193006"/>
              <a:gd name="connsiteX6" fmla="*/ 4140200 w 5021609"/>
              <a:gd name="connsiteY6" fmla="*/ 1193006 h 1193006"/>
              <a:gd name="connsiteX7" fmla="*/ 981075 w 5021609"/>
              <a:gd name="connsiteY7" fmla="*/ 1190625 h 1193006"/>
              <a:gd name="connsiteX8" fmla="*/ 0 w 5021609"/>
              <a:gd name="connsiteY8" fmla="*/ 28575 h 1193006"/>
              <a:gd name="connsiteX0" fmla="*/ 0 w 5021609"/>
              <a:gd name="connsiteY0" fmla="*/ 28575 h 1204912"/>
              <a:gd name="connsiteX1" fmla="*/ 923925 w 5021609"/>
              <a:gd name="connsiteY1" fmla="*/ 19050 h 1204912"/>
              <a:gd name="connsiteX2" fmla="*/ 1362074 w 5021609"/>
              <a:gd name="connsiteY2" fmla="*/ 309561 h 1204912"/>
              <a:gd name="connsiteX3" fmla="*/ 3714750 w 5021609"/>
              <a:gd name="connsiteY3" fmla="*/ 317500 h 1204912"/>
              <a:gd name="connsiteX4" fmla="*/ 4093369 w 5021609"/>
              <a:gd name="connsiteY4" fmla="*/ 7145 h 1204912"/>
              <a:gd name="connsiteX5" fmla="*/ 5019674 w 5021609"/>
              <a:gd name="connsiteY5" fmla="*/ 0 h 1204912"/>
              <a:gd name="connsiteX6" fmla="*/ 4140200 w 5021609"/>
              <a:gd name="connsiteY6" fmla="*/ 1193006 h 1204912"/>
              <a:gd name="connsiteX7" fmla="*/ 976313 w 5021609"/>
              <a:gd name="connsiteY7" fmla="*/ 1204912 h 1204912"/>
              <a:gd name="connsiteX8" fmla="*/ 0 w 5021609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  <a:gd name="connsiteX0" fmla="*/ 0 w 5021704"/>
              <a:gd name="connsiteY0" fmla="*/ 28575 h 1204912"/>
              <a:gd name="connsiteX1" fmla="*/ 923925 w 5021704"/>
              <a:gd name="connsiteY1" fmla="*/ 19050 h 1204912"/>
              <a:gd name="connsiteX2" fmla="*/ 1362074 w 5021704"/>
              <a:gd name="connsiteY2" fmla="*/ 309561 h 1204912"/>
              <a:gd name="connsiteX3" fmla="*/ 3714750 w 5021704"/>
              <a:gd name="connsiteY3" fmla="*/ 317500 h 1204912"/>
              <a:gd name="connsiteX4" fmla="*/ 4093369 w 5021704"/>
              <a:gd name="connsiteY4" fmla="*/ 7145 h 1204912"/>
              <a:gd name="connsiteX5" fmla="*/ 5019674 w 5021704"/>
              <a:gd name="connsiteY5" fmla="*/ 0 h 1204912"/>
              <a:gd name="connsiteX6" fmla="*/ 4154488 w 5021704"/>
              <a:gd name="connsiteY6" fmla="*/ 1193006 h 1204912"/>
              <a:gd name="connsiteX7" fmla="*/ 976313 w 5021704"/>
              <a:gd name="connsiteY7" fmla="*/ 1204912 h 1204912"/>
              <a:gd name="connsiteX8" fmla="*/ 0 w 5021704"/>
              <a:gd name="connsiteY8" fmla="*/ 28575 h 1204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1704" h="1204912">
                <a:moveTo>
                  <a:pt x="0" y="28575"/>
                </a:moveTo>
                <a:lnTo>
                  <a:pt x="923925" y="19050"/>
                </a:lnTo>
                <a:cubicBezTo>
                  <a:pt x="1015206" y="134937"/>
                  <a:pt x="1066005" y="293687"/>
                  <a:pt x="1362074" y="309561"/>
                </a:cubicBezTo>
                <a:lnTo>
                  <a:pt x="3714750" y="317500"/>
                </a:lnTo>
                <a:cubicBezTo>
                  <a:pt x="3832224" y="310092"/>
                  <a:pt x="4004469" y="193146"/>
                  <a:pt x="4093369" y="7145"/>
                </a:cubicBezTo>
                <a:lnTo>
                  <a:pt x="5019674" y="0"/>
                </a:lnTo>
                <a:cubicBezTo>
                  <a:pt x="5047191" y="314325"/>
                  <a:pt x="4796895" y="989012"/>
                  <a:pt x="4154488" y="1193006"/>
                </a:cubicBezTo>
                <a:lnTo>
                  <a:pt x="976313" y="1204912"/>
                </a:lnTo>
                <a:cubicBezTo>
                  <a:pt x="298450" y="1096168"/>
                  <a:pt x="58738" y="504031"/>
                  <a:pt x="0" y="28575"/>
                </a:cubicBezTo>
                <a:close/>
              </a:path>
            </a:pathLst>
          </a:custGeom>
          <a:solidFill>
            <a:srgbClr val="667D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9" name="任意多边形 728"/>
          <p:cNvSpPr/>
          <p:nvPr/>
        </p:nvSpPr>
        <p:spPr>
          <a:xfrm>
            <a:off x="3937940" y="2963546"/>
            <a:ext cx="3053379" cy="2489876"/>
          </a:xfrm>
          <a:custGeom>
            <a:avLst/>
            <a:gdLst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772228 w 6023428"/>
              <a:gd name="connsiteY2" fmla="*/ 4194628 h 4586514"/>
              <a:gd name="connsiteX3" fmla="*/ 3193143 w 6023428"/>
              <a:gd name="connsiteY3" fmla="*/ 4252685 h 4586514"/>
              <a:gd name="connsiteX4" fmla="*/ 4165600 w 6023428"/>
              <a:gd name="connsiteY4" fmla="*/ 304800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772228 w 6023428"/>
              <a:gd name="connsiteY2" fmla="*/ 41946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29378 w 6023428"/>
              <a:gd name="connsiteY2" fmla="*/ 41946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586514"/>
              <a:gd name="connsiteX1" fmla="*/ 1814285 w 6023428"/>
              <a:gd name="connsiteY1" fmla="*/ 0 h 4586514"/>
              <a:gd name="connsiteX2" fmla="*/ 2883353 w 6023428"/>
              <a:gd name="connsiteY2" fmla="*/ 4232728 h 4586514"/>
              <a:gd name="connsiteX3" fmla="*/ 3193143 w 6023428"/>
              <a:gd name="connsiteY3" fmla="*/ 4252685 h 4586514"/>
              <a:gd name="connsiteX4" fmla="*/ 4098925 w 6023428"/>
              <a:gd name="connsiteY4" fmla="*/ 314325 h 4586514"/>
              <a:gd name="connsiteX5" fmla="*/ 6023428 w 6023428"/>
              <a:gd name="connsiteY5" fmla="*/ 566057 h 4586514"/>
              <a:gd name="connsiteX6" fmla="*/ 6008914 w 6023428"/>
              <a:gd name="connsiteY6" fmla="*/ 4572000 h 4586514"/>
              <a:gd name="connsiteX7" fmla="*/ 5065485 w 6023428"/>
              <a:gd name="connsiteY7" fmla="*/ 4557485 h 4586514"/>
              <a:gd name="connsiteX8" fmla="*/ 5050971 w 6023428"/>
              <a:gd name="connsiteY8" fmla="*/ 885371 h 4586514"/>
              <a:gd name="connsiteX9" fmla="*/ 4804228 w 6023428"/>
              <a:gd name="connsiteY9" fmla="*/ 885371 h 4586514"/>
              <a:gd name="connsiteX10" fmla="*/ 4034971 w 6023428"/>
              <a:gd name="connsiteY10" fmla="*/ 4586514 h 4586514"/>
              <a:gd name="connsiteX11" fmla="*/ 1988457 w 6023428"/>
              <a:gd name="connsiteY11" fmla="*/ 4572000 h 4586514"/>
              <a:gd name="connsiteX12" fmla="*/ 1219200 w 6023428"/>
              <a:gd name="connsiteY12" fmla="*/ 1016000 h 4586514"/>
              <a:gd name="connsiteX13" fmla="*/ 943428 w 6023428"/>
              <a:gd name="connsiteY13" fmla="*/ 1030514 h 4586514"/>
              <a:gd name="connsiteX14" fmla="*/ 972457 w 6023428"/>
              <a:gd name="connsiteY14" fmla="*/ 4572000 h 4586514"/>
              <a:gd name="connsiteX15" fmla="*/ 0 w 6023428"/>
              <a:gd name="connsiteY15" fmla="*/ 4528457 h 4586514"/>
              <a:gd name="connsiteX16" fmla="*/ 29028 w 6023428"/>
              <a:gd name="connsiteY16" fmla="*/ 537028 h 4586514"/>
              <a:gd name="connsiteX0" fmla="*/ 29028 w 6023428"/>
              <a:gd name="connsiteY0" fmla="*/ 537028 h 4613275"/>
              <a:gd name="connsiteX1" fmla="*/ 1814285 w 6023428"/>
              <a:gd name="connsiteY1" fmla="*/ 0 h 4613275"/>
              <a:gd name="connsiteX2" fmla="*/ 2883353 w 6023428"/>
              <a:gd name="connsiteY2" fmla="*/ 4232728 h 4613275"/>
              <a:gd name="connsiteX3" fmla="*/ 3193143 w 6023428"/>
              <a:gd name="connsiteY3" fmla="*/ 4252685 h 4613275"/>
              <a:gd name="connsiteX4" fmla="*/ 4098925 w 6023428"/>
              <a:gd name="connsiteY4" fmla="*/ 314325 h 4613275"/>
              <a:gd name="connsiteX5" fmla="*/ 6023428 w 6023428"/>
              <a:gd name="connsiteY5" fmla="*/ 566057 h 4613275"/>
              <a:gd name="connsiteX6" fmla="*/ 6008914 w 6023428"/>
              <a:gd name="connsiteY6" fmla="*/ 4572000 h 4613275"/>
              <a:gd name="connsiteX7" fmla="*/ 5065485 w 6023428"/>
              <a:gd name="connsiteY7" fmla="*/ 4557485 h 4613275"/>
              <a:gd name="connsiteX8" fmla="*/ 5050971 w 6023428"/>
              <a:gd name="connsiteY8" fmla="*/ 885371 h 4613275"/>
              <a:gd name="connsiteX9" fmla="*/ 4804228 w 6023428"/>
              <a:gd name="connsiteY9" fmla="*/ 885371 h 4613275"/>
              <a:gd name="connsiteX10" fmla="*/ 4034971 w 6023428"/>
              <a:gd name="connsiteY10" fmla="*/ 4586514 h 4613275"/>
              <a:gd name="connsiteX11" fmla="*/ 1991632 w 6023428"/>
              <a:gd name="connsiteY11" fmla="*/ 4613275 h 4613275"/>
              <a:gd name="connsiteX12" fmla="*/ 1219200 w 6023428"/>
              <a:gd name="connsiteY12" fmla="*/ 1016000 h 4613275"/>
              <a:gd name="connsiteX13" fmla="*/ 943428 w 6023428"/>
              <a:gd name="connsiteY13" fmla="*/ 1030514 h 4613275"/>
              <a:gd name="connsiteX14" fmla="*/ 972457 w 6023428"/>
              <a:gd name="connsiteY14" fmla="*/ 4572000 h 4613275"/>
              <a:gd name="connsiteX15" fmla="*/ 0 w 6023428"/>
              <a:gd name="connsiteY15" fmla="*/ 4528457 h 4613275"/>
              <a:gd name="connsiteX16" fmla="*/ 29028 w 6023428"/>
              <a:gd name="connsiteY16" fmla="*/ 537028 h 4613275"/>
              <a:gd name="connsiteX0" fmla="*/ 29028 w 6023428"/>
              <a:gd name="connsiteY0" fmla="*/ 537028 h 4603750"/>
              <a:gd name="connsiteX1" fmla="*/ 1814285 w 6023428"/>
              <a:gd name="connsiteY1" fmla="*/ 0 h 4603750"/>
              <a:gd name="connsiteX2" fmla="*/ 2883353 w 6023428"/>
              <a:gd name="connsiteY2" fmla="*/ 4232728 h 4603750"/>
              <a:gd name="connsiteX3" fmla="*/ 3193143 w 6023428"/>
              <a:gd name="connsiteY3" fmla="*/ 4252685 h 4603750"/>
              <a:gd name="connsiteX4" fmla="*/ 4098925 w 6023428"/>
              <a:gd name="connsiteY4" fmla="*/ 314325 h 4603750"/>
              <a:gd name="connsiteX5" fmla="*/ 6023428 w 6023428"/>
              <a:gd name="connsiteY5" fmla="*/ 566057 h 4603750"/>
              <a:gd name="connsiteX6" fmla="*/ 6008914 w 6023428"/>
              <a:gd name="connsiteY6" fmla="*/ 4572000 h 4603750"/>
              <a:gd name="connsiteX7" fmla="*/ 5065485 w 6023428"/>
              <a:gd name="connsiteY7" fmla="*/ 4557485 h 4603750"/>
              <a:gd name="connsiteX8" fmla="*/ 5050971 w 6023428"/>
              <a:gd name="connsiteY8" fmla="*/ 885371 h 4603750"/>
              <a:gd name="connsiteX9" fmla="*/ 4804228 w 6023428"/>
              <a:gd name="connsiteY9" fmla="*/ 885371 h 4603750"/>
              <a:gd name="connsiteX10" fmla="*/ 4034971 w 6023428"/>
              <a:gd name="connsiteY10" fmla="*/ 4586514 h 4603750"/>
              <a:gd name="connsiteX11" fmla="*/ 1997982 w 6023428"/>
              <a:gd name="connsiteY11" fmla="*/ 4603750 h 4603750"/>
              <a:gd name="connsiteX12" fmla="*/ 1219200 w 6023428"/>
              <a:gd name="connsiteY12" fmla="*/ 1016000 h 4603750"/>
              <a:gd name="connsiteX13" fmla="*/ 943428 w 6023428"/>
              <a:gd name="connsiteY13" fmla="*/ 1030514 h 4603750"/>
              <a:gd name="connsiteX14" fmla="*/ 972457 w 6023428"/>
              <a:gd name="connsiteY14" fmla="*/ 4572000 h 4603750"/>
              <a:gd name="connsiteX15" fmla="*/ 0 w 6023428"/>
              <a:gd name="connsiteY15" fmla="*/ 4528457 h 4603750"/>
              <a:gd name="connsiteX16" fmla="*/ 29028 w 6023428"/>
              <a:gd name="connsiteY16" fmla="*/ 537028 h 4603750"/>
              <a:gd name="connsiteX0" fmla="*/ 29028 w 6023428"/>
              <a:gd name="connsiteY0" fmla="*/ 537028 h 4608739"/>
              <a:gd name="connsiteX1" fmla="*/ 1814285 w 6023428"/>
              <a:gd name="connsiteY1" fmla="*/ 0 h 4608739"/>
              <a:gd name="connsiteX2" fmla="*/ 2883353 w 6023428"/>
              <a:gd name="connsiteY2" fmla="*/ 4232728 h 4608739"/>
              <a:gd name="connsiteX3" fmla="*/ 3193143 w 6023428"/>
              <a:gd name="connsiteY3" fmla="*/ 4252685 h 4608739"/>
              <a:gd name="connsiteX4" fmla="*/ 4098925 w 6023428"/>
              <a:gd name="connsiteY4" fmla="*/ 314325 h 4608739"/>
              <a:gd name="connsiteX5" fmla="*/ 6023428 w 6023428"/>
              <a:gd name="connsiteY5" fmla="*/ 566057 h 4608739"/>
              <a:gd name="connsiteX6" fmla="*/ 6008914 w 6023428"/>
              <a:gd name="connsiteY6" fmla="*/ 4572000 h 4608739"/>
              <a:gd name="connsiteX7" fmla="*/ 5065485 w 6023428"/>
              <a:gd name="connsiteY7" fmla="*/ 4557485 h 4608739"/>
              <a:gd name="connsiteX8" fmla="*/ 5050971 w 6023428"/>
              <a:gd name="connsiteY8" fmla="*/ 885371 h 4608739"/>
              <a:gd name="connsiteX9" fmla="*/ 4804228 w 6023428"/>
              <a:gd name="connsiteY9" fmla="*/ 885371 h 4608739"/>
              <a:gd name="connsiteX10" fmla="*/ 4073071 w 6023428"/>
              <a:gd name="connsiteY10" fmla="*/ 4608739 h 4608739"/>
              <a:gd name="connsiteX11" fmla="*/ 1997982 w 6023428"/>
              <a:gd name="connsiteY11" fmla="*/ 4603750 h 4608739"/>
              <a:gd name="connsiteX12" fmla="*/ 1219200 w 6023428"/>
              <a:gd name="connsiteY12" fmla="*/ 1016000 h 4608739"/>
              <a:gd name="connsiteX13" fmla="*/ 943428 w 6023428"/>
              <a:gd name="connsiteY13" fmla="*/ 1030514 h 4608739"/>
              <a:gd name="connsiteX14" fmla="*/ 972457 w 6023428"/>
              <a:gd name="connsiteY14" fmla="*/ 4572000 h 4608739"/>
              <a:gd name="connsiteX15" fmla="*/ 0 w 6023428"/>
              <a:gd name="connsiteY15" fmla="*/ 4528457 h 4608739"/>
              <a:gd name="connsiteX16" fmla="*/ 29028 w 6023428"/>
              <a:gd name="connsiteY16" fmla="*/ 537028 h 4608739"/>
              <a:gd name="connsiteX0" fmla="*/ 29028 w 6023428"/>
              <a:gd name="connsiteY0" fmla="*/ 537028 h 4603750"/>
              <a:gd name="connsiteX1" fmla="*/ 1814285 w 6023428"/>
              <a:gd name="connsiteY1" fmla="*/ 0 h 4603750"/>
              <a:gd name="connsiteX2" fmla="*/ 2883353 w 6023428"/>
              <a:gd name="connsiteY2" fmla="*/ 4232728 h 4603750"/>
              <a:gd name="connsiteX3" fmla="*/ 3193143 w 6023428"/>
              <a:gd name="connsiteY3" fmla="*/ 4252685 h 4603750"/>
              <a:gd name="connsiteX4" fmla="*/ 4098925 w 6023428"/>
              <a:gd name="connsiteY4" fmla="*/ 314325 h 4603750"/>
              <a:gd name="connsiteX5" fmla="*/ 6023428 w 6023428"/>
              <a:gd name="connsiteY5" fmla="*/ 566057 h 4603750"/>
              <a:gd name="connsiteX6" fmla="*/ 6008914 w 6023428"/>
              <a:gd name="connsiteY6" fmla="*/ 4572000 h 4603750"/>
              <a:gd name="connsiteX7" fmla="*/ 5065485 w 6023428"/>
              <a:gd name="connsiteY7" fmla="*/ 4557485 h 4603750"/>
              <a:gd name="connsiteX8" fmla="*/ 5050971 w 6023428"/>
              <a:gd name="connsiteY8" fmla="*/ 885371 h 4603750"/>
              <a:gd name="connsiteX9" fmla="*/ 4804228 w 6023428"/>
              <a:gd name="connsiteY9" fmla="*/ 885371 h 4603750"/>
              <a:gd name="connsiteX10" fmla="*/ 4079421 w 6023428"/>
              <a:gd name="connsiteY10" fmla="*/ 4596039 h 4603750"/>
              <a:gd name="connsiteX11" fmla="*/ 1997982 w 6023428"/>
              <a:gd name="connsiteY11" fmla="*/ 4603750 h 4603750"/>
              <a:gd name="connsiteX12" fmla="*/ 1219200 w 6023428"/>
              <a:gd name="connsiteY12" fmla="*/ 1016000 h 4603750"/>
              <a:gd name="connsiteX13" fmla="*/ 943428 w 6023428"/>
              <a:gd name="connsiteY13" fmla="*/ 1030514 h 4603750"/>
              <a:gd name="connsiteX14" fmla="*/ 972457 w 6023428"/>
              <a:gd name="connsiteY14" fmla="*/ 4572000 h 4603750"/>
              <a:gd name="connsiteX15" fmla="*/ 0 w 6023428"/>
              <a:gd name="connsiteY15" fmla="*/ 4528457 h 4603750"/>
              <a:gd name="connsiteX16" fmla="*/ 29028 w 6023428"/>
              <a:gd name="connsiteY16" fmla="*/ 537028 h 4603750"/>
              <a:gd name="connsiteX0" fmla="*/ 29028 w 6023428"/>
              <a:gd name="connsiteY0" fmla="*/ 537028 h 4603750"/>
              <a:gd name="connsiteX1" fmla="*/ 1814285 w 6023428"/>
              <a:gd name="connsiteY1" fmla="*/ 0 h 4603750"/>
              <a:gd name="connsiteX2" fmla="*/ 2883353 w 6023428"/>
              <a:gd name="connsiteY2" fmla="*/ 4232728 h 4603750"/>
              <a:gd name="connsiteX3" fmla="*/ 3193143 w 6023428"/>
              <a:gd name="connsiteY3" fmla="*/ 4252685 h 4603750"/>
              <a:gd name="connsiteX4" fmla="*/ 4098925 w 6023428"/>
              <a:gd name="connsiteY4" fmla="*/ 314325 h 4603750"/>
              <a:gd name="connsiteX5" fmla="*/ 6023428 w 6023428"/>
              <a:gd name="connsiteY5" fmla="*/ 566057 h 4603750"/>
              <a:gd name="connsiteX6" fmla="*/ 6008914 w 6023428"/>
              <a:gd name="connsiteY6" fmla="*/ 4572000 h 4603750"/>
              <a:gd name="connsiteX7" fmla="*/ 5065485 w 6023428"/>
              <a:gd name="connsiteY7" fmla="*/ 4557485 h 4603750"/>
              <a:gd name="connsiteX8" fmla="*/ 5050971 w 6023428"/>
              <a:gd name="connsiteY8" fmla="*/ 885371 h 4603750"/>
              <a:gd name="connsiteX9" fmla="*/ 4804228 w 6023428"/>
              <a:gd name="connsiteY9" fmla="*/ 885371 h 4603750"/>
              <a:gd name="connsiteX10" fmla="*/ 4082596 w 6023428"/>
              <a:gd name="connsiteY10" fmla="*/ 4596039 h 4603750"/>
              <a:gd name="connsiteX11" fmla="*/ 1997982 w 6023428"/>
              <a:gd name="connsiteY11" fmla="*/ 4603750 h 4603750"/>
              <a:gd name="connsiteX12" fmla="*/ 1219200 w 6023428"/>
              <a:gd name="connsiteY12" fmla="*/ 1016000 h 4603750"/>
              <a:gd name="connsiteX13" fmla="*/ 943428 w 6023428"/>
              <a:gd name="connsiteY13" fmla="*/ 1030514 h 4603750"/>
              <a:gd name="connsiteX14" fmla="*/ 972457 w 6023428"/>
              <a:gd name="connsiteY14" fmla="*/ 4572000 h 4603750"/>
              <a:gd name="connsiteX15" fmla="*/ 0 w 6023428"/>
              <a:gd name="connsiteY15" fmla="*/ 4528457 h 4603750"/>
              <a:gd name="connsiteX16" fmla="*/ 29028 w 6023428"/>
              <a:gd name="connsiteY16" fmla="*/ 537028 h 4603750"/>
              <a:gd name="connsiteX0" fmla="*/ 29028 w 6023428"/>
              <a:gd name="connsiteY0" fmla="*/ 222703 h 4289425"/>
              <a:gd name="connsiteX1" fmla="*/ 1998435 w 6023428"/>
              <a:gd name="connsiteY1" fmla="*/ 41275 h 4289425"/>
              <a:gd name="connsiteX2" fmla="*/ 2883353 w 6023428"/>
              <a:gd name="connsiteY2" fmla="*/ 3918403 h 4289425"/>
              <a:gd name="connsiteX3" fmla="*/ 3193143 w 6023428"/>
              <a:gd name="connsiteY3" fmla="*/ 3938360 h 4289425"/>
              <a:gd name="connsiteX4" fmla="*/ 4098925 w 6023428"/>
              <a:gd name="connsiteY4" fmla="*/ 0 h 4289425"/>
              <a:gd name="connsiteX5" fmla="*/ 6023428 w 6023428"/>
              <a:gd name="connsiteY5" fmla="*/ 251732 h 4289425"/>
              <a:gd name="connsiteX6" fmla="*/ 6008914 w 6023428"/>
              <a:gd name="connsiteY6" fmla="*/ 4257675 h 4289425"/>
              <a:gd name="connsiteX7" fmla="*/ 5065485 w 6023428"/>
              <a:gd name="connsiteY7" fmla="*/ 4243160 h 4289425"/>
              <a:gd name="connsiteX8" fmla="*/ 5050971 w 6023428"/>
              <a:gd name="connsiteY8" fmla="*/ 571046 h 4289425"/>
              <a:gd name="connsiteX9" fmla="*/ 4804228 w 6023428"/>
              <a:gd name="connsiteY9" fmla="*/ 571046 h 4289425"/>
              <a:gd name="connsiteX10" fmla="*/ 4082596 w 6023428"/>
              <a:gd name="connsiteY10" fmla="*/ 4281714 h 4289425"/>
              <a:gd name="connsiteX11" fmla="*/ 1997982 w 6023428"/>
              <a:gd name="connsiteY11" fmla="*/ 4289425 h 4289425"/>
              <a:gd name="connsiteX12" fmla="*/ 1219200 w 6023428"/>
              <a:gd name="connsiteY12" fmla="*/ 701675 h 4289425"/>
              <a:gd name="connsiteX13" fmla="*/ 943428 w 6023428"/>
              <a:gd name="connsiteY13" fmla="*/ 716189 h 4289425"/>
              <a:gd name="connsiteX14" fmla="*/ 972457 w 6023428"/>
              <a:gd name="connsiteY14" fmla="*/ 4257675 h 4289425"/>
              <a:gd name="connsiteX15" fmla="*/ 0 w 6023428"/>
              <a:gd name="connsiteY15" fmla="*/ 4214132 h 4289425"/>
              <a:gd name="connsiteX16" fmla="*/ 29028 w 6023428"/>
              <a:gd name="connsiteY16" fmla="*/ 222703 h 4289425"/>
              <a:gd name="connsiteX0" fmla="*/ 29028 w 6023428"/>
              <a:gd name="connsiteY0" fmla="*/ 433773 h 4500495"/>
              <a:gd name="connsiteX1" fmla="*/ 1998435 w 6023428"/>
              <a:gd name="connsiteY1" fmla="*/ 252345 h 4500495"/>
              <a:gd name="connsiteX2" fmla="*/ 2883353 w 6023428"/>
              <a:gd name="connsiteY2" fmla="*/ 4129473 h 4500495"/>
              <a:gd name="connsiteX3" fmla="*/ 3193143 w 6023428"/>
              <a:gd name="connsiteY3" fmla="*/ 4149430 h 4500495"/>
              <a:gd name="connsiteX4" fmla="*/ 4098925 w 6023428"/>
              <a:gd name="connsiteY4" fmla="*/ 211070 h 4500495"/>
              <a:gd name="connsiteX5" fmla="*/ 6023428 w 6023428"/>
              <a:gd name="connsiteY5" fmla="*/ 462802 h 4500495"/>
              <a:gd name="connsiteX6" fmla="*/ 6008914 w 6023428"/>
              <a:gd name="connsiteY6" fmla="*/ 4468745 h 4500495"/>
              <a:gd name="connsiteX7" fmla="*/ 5065485 w 6023428"/>
              <a:gd name="connsiteY7" fmla="*/ 4454230 h 4500495"/>
              <a:gd name="connsiteX8" fmla="*/ 5050971 w 6023428"/>
              <a:gd name="connsiteY8" fmla="*/ 782116 h 4500495"/>
              <a:gd name="connsiteX9" fmla="*/ 4804228 w 6023428"/>
              <a:gd name="connsiteY9" fmla="*/ 782116 h 4500495"/>
              <a:gd name="connsiteX10" fmla="*/ 4082596 w 6023428"/>
              <a:gd name="connsiteY10" fmla="*/ 4492784 h 4500495"/>
              <a:gd name="connsiteX11" fmla="*/ 1997982 w 6023428"/>
              <a:gd name="connsiteY11" fmla="*/ 4500495 h 4500495"/>
              <a:gd name="connsiteX12" fmla="*/ 1219200 w 6023428"/>
              <a:gd name="connsiteY12" fmla="*/ 912745 h 4500495"/>
              <a:gd name="connsiteX13" fmla="*/ 943428 w 6023428"/>
              <a:gd name="connsiteY13" fmla="*/ 927259 h 4500495"/>
              <a:gd name="connsiteX14" fmla="*/ 972457 w 6023428"/>
              <a:gd name="connsiteY14" fmla="*/ 4468745 h 4500495"/>
              <a:gd name="connsiteX15" fmla="*/ 0 w 6023428"/>
              <a:gd name="connsiteY15" fmla="*/ 4425202 h 4500495"/>
              <a:gd name="connsiteX16" fmla="*/ 29028 w 6023428"/>
              <a:gd name="connsiteY16" fmla="*/ 433773 h 4500495"/>
              <a:gd name="connsiteX0" fmla="*/ 35378 w 6023428"/>
              <a:gd name="connsiteY0" fmla="*/ 433773 h 4500495"/>
              <a:gd name="connsiteX1" fmla="*/ 1998435 w 6023428"/>
              <a:gd name="connsiteY1" fmla="*/ 252345 h 4500495"/>
              <a:gd name="connsiteX2" fmla="*/ 2883353 w 6023428"/>
              <a:gd name="connsiteY2" fmla="*/ 4129473 h 4500495"/>
              <a:gd name="connsiteX3" fmla="*/ 3193143 w 6023428"/>
              <a:gd name="connsiteY3" fmla="*/ 4149430 h 4500495"/>
              <a:gd name="connsiteX4" fmla="*/ 4098925 w 6023428"/>
              <a:gd name="connsiteY4" fmla="*/ 211070 h 4500495"/>
              <a:gd name="connsiteX5" fmla="*/ 6023428 w 6023428"/>
              <a:gd name="connsiteY5" fmla="*/ 462802 h 4500495"/>
              <a:gd name="connsiteX6" fmla="*/ 6008914 w 6023428"/>
              <a:gd name="connsiteY6" fmla="*/ 4468745 h 4500495"/>
              <a:gd name="connsiteX7" fmla="*/ 5065485 w 6023428"/>
              <a:gd name="connsiteY7" fmla="*/ 4454230 h 4500495"/>
              <a:gd name="connsiteX8" fmla="*/ 5050971 w 6023428"/>
              <a:gd name="connsiteY8" fmla="*/ 782116 h 4500495"/>
              <a:gd name="connsiteX9" fmla="*/ 4804228 w 6023428"/>
              <a:gd name="connsiteY9" fmla="*/ 782116 h 4500495"/>
              <a:gd name="connsiteX10" fmla="*/ 4082596 w 6023428"/>
              <a:gd name="connsiteY10" fmla="*/ 4492784 h 4500495"/>
              <a:gd name="connsiteX11" fmla="*/ 1997982 w 6023428"/>
              <a:gd name="connsiteY11" fmla="*/ 4500495 h 4500495"/>
              <a:gd name="connsiteX12" fmla="*/ 1219200 w 6023428"/>
              <a:gd name="connsiteY12" fmla="*/ 912745 h 4500495"/>
              <a:gd name="connsiteX13" fmla="*/ 943428 w 6023428"/>
              <a:gd name="connsiteY13" fmla="*/ 927259 h 4500495"/>
              <a:gd name="connsiteX14" fmla="*/ 972457 w 6023428"/>
              <a:gd name="connsiteY14" fmla="*/ 4468745 h 4500495"/>
              <a:gd name="connsiteX15" fmla="*/ 0 w 6023428"/>
              <a:gd name="connsiteY15" fmla="*/ 4425202 h 4500495"/>
              <a:gd name="connsiteX16" fmla="*/ 35378 w 6023428"/>
              <a:gd name="connsiteY16" fmla="*/ 433773 h 4500495"/>
              <a:gd name="connsiteX0" fmla="*/ 35378 w 6023428"/>
              <a:gd name="connsiteY0" fmla="*/ 693209 h 4759931"/>
              <a:gd name="connsiteX1" fmla="*/ 1998435 w 6023428"/>
              <a:gd name="connsiteY1" fmla="*/ 511781 h 4759931"/>
              <a:gd name="connsiteX2" fmla="*/ 2883353 w 6023428"/>
              <a:gd name="connsiteY2" fmla="*/ 4388909 h 4759931"/>
              <a:gd name="connsiteX3" fmla="*/ 3193143 w 6023428"/>
              <a:gd name="connsiteY3" fmla="*/ 4408866 h 4759931"/>
              <a:gd name="connsiteX4" fmla="*/ 4098925 w 6023428"/>
              <a:gd name="connsiteY4" fmla="*/ 470506 h 4759931"/>
              <a:gd name="connsiteX5" fmla="*/ 6023428 w 6023428"/>
              <a:gd name="connsiteY5" fmla="*/ 722238 h 4759931"/>
              <a:gd name="connsiteX6" fmla="*/ 6008914 w 6023428"/>
              <a:gd name="connsiteY6" fmla="*/ 4728181 h 4759931"/>
              <a:gd name="connsiteX7" fmla="*/ 5065485 w 6023428"/>
              <a:gd name="connsiteY7" fmla="*/ 4713666 h 4759931"/>
              <a:gd name="connsiteX8" fmla="*/ 5050971 w 6023428"/>
              <a:gd name="connsiteY8" fmla="*/ 1041552 h 4759931"/>
              <a:gd name="connsiteX9" fmla="*/ 4804228 w 6023428"/>
              <a:gd name="connsiteY9" fmla="*/ 1041552 h 4759931"/>
              <a:gd name="connsiteX10" fmla="*/ 4082596 w 6023428"/>
              <a:gd name="connsiteY10" fmla="*/ 4752220 h 4759931"/>
              <a:gd name="connsiteX11" fmla="*/ 1997982 w 6023428"/>
              <a:gd name="connsiteY11" fmla="*/ 4759931 h 4759931"/>
              <a:gd name="connsiteX12" fmla="*/ 1219200 w 6023428"/>
              <a:gd name="connsiteY12" fmla="*/ 1172181 h 4759931"/>
              <a:gd name="connsiteX13" fmla="*/ 943428 w 6023428"/>
              <a:gd name="connsiteY13" fmla="*/ 1186695 h 4759931"/>
              <a:gd name="connsiteX14" fmla="*/ 972457 w 6023428"/>
              <a:gd name="connsiteY14" fmla="*/ 4728181 h 4759931"/>
              <a:gd name="connsiteX15" fmla="*/ 0 w 6023428"/>
              <a:gd name="connsiteY15" fmla="*/ 4684638 h 4759931"/>
              <a:gd name="connsiteX16" fmla="*/ 35378 w 6023428"/>
              <a:gd name="connsiteY16" fmla="*/ 693209 h 4759931"/>
              <a:gd name="connsiteX0" fmla="*/ 35378 w 6023428"/>
              <a:gd name="connsiteY0" fmla="*/ 815384 h 4882106"/>
              <a:gd name="connsiteX1" fmla="*/ 1998435 w 6023428"/>
              <a:gd name="connsiteY1" fmla="*/ 633956 h 4882106"/>
              <a:gd name="connsiteX2" fmla="*/ 2883353 w 6023428"/>
              <a:gd name="connsiteY2" fmla="*/ 4511084 h 4882106"/>
              <a:gd name="connsiteX3" fmla="*/ 3193143 w 6023428"/>
              <a:gd name="connsiteY3" fmla="*/ 4531041 h 4882106"/>
              <a:gd name="connsiteX4" fmla="*/ 4098925 w 6023428"/>
              <a:gd name="connsiteY4" fmla="*/ 592681 h 4882106"/>
              <a:gd name="connsiteX5" fmla="*/ 6023428 w 6023428"/>
              <a:gd name="connsiteY5" fmla="*/ 844413 h 4882106"/>
              <a:gd name="connsiteX6" fmla="*/ 6008914 w 6023428"/>
              <a:gd name="connsiteY6" fmla="*/ 4850356 h 4882106"/>
              <a:gd name="connsiteX7" fmla="*/ 5065485 w 6023428"/>
              <a:gd name="connsiteY7" fmla="*/ 4835841 h 4882106"/>
              <a:gd name="connsiteX8" fmla="*/ 5050971 w 6023428"/>
              <a:gd name="connsiteY8" fmla="*/ 1163727 h 4882106"/>
              <a:gd name="connsiteX9" fmla="*/ 4804228 w 6023428"/>
              <a:gd name="connsiteY9" fmla="*/ 1163727 h 4882106"/>
              <a:gd name="connsiteX10" fmla="*/ 4082596 w 6023428"/>
              <a:gd name="connsiteY10" fmla="*/ 4874395 h 4882106"/>
              <a:gd name="connsiteX11" fmla="*/ 1997982 w 6023428"/>
              <a:gd name="connsiteY11" fmla="*/ 4882106 h 4882106"/>
              <a:gd name="connsiteX12" fmla="*/ 1219200 w 6023428"/>
              <a:gd name="connsiteY12" fmla="*/ 1294356 h 4882106"/>
              <a:gd name="connsiteX13" fmla="*/ 943428 w 6023428"/>
              <a:gd name="connsiteY13" fmla="*/ 1308870 h 4882106"/>
              <a:gd name="connsiteX14" fmla="*/ 972457 w 6023428"/>
              <a:gd name="connsiteY14" fmla="*/ 4850356 h 4882106"/>
              <a:gd name="connsiteX15" fmla="*/ 0 w 6023428"/>
              <a:gd name="connsiteY15" fmla="*/ 4806813 h 4882106"/>
              <a:gd name="connsiteX16" fmla="*/ 35378 w 6023428"/>
              <a:gd name="connsiteY16" fmla="*/ 815384 h 4882106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43428 w 6023428"/>
              <a:gd name="connsiteY13" fmla="*/ 13295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43428 w 6023428"/>
              <a:gd name="connsiteY13" fmla="*/ 13295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972457 w 6023428"/>
              <a:gd name="connsiteY14" fmla="*/ 487098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1013732 w 6023428"/>
              <a:gd name="connsiteY14" fmla="*/ 489003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35378 w 6023428"/>
              <a:gd name="connsiteY0" fmla="*/ 836017 h 4902739"/>
              <a:gd name="connsiteX1" fmla="*/ 1998435 w 6023428"/>
              <a:gd name="connsiteY1" fmla="*/ 654589 h 4902739"/>
              <a:gd name="connsiteX2" fmla="*/ 2883353 w 6023428"/>
              <a:gd name="connsiteY2" fmla="*/ 4531717 h 4902739"/>
              <a:gd name="connsiteX3" fmla="*/ 3193143 w 6023428"/>
              <a:gd name="connsiteY3" fmla="*/ 4551674 h 4902739"/>
              <a:gd name="connsiteX4" fmla="*/ 4098925 w 6023428"/>
              <a:gd name="connsiteY4" fmla="*/ 613314 h 4902739"/>
              <a:gd name="connsiteX5" fmla="*/ 6023428 w 6023428"/>
              <a:gd name="connsiteY5" fmla="*/ 865046 h 4902739"/>
              <a:gd name="connsiteX6" fmla="*/ 6008914 w 6023428"/>
              <a:gd name="connsiteY6" fmla="*/ 4870989 h 4902739"/>
              <a:gd name="connsiteX7" fmla="*/ 5065485 w 6023428"/>
              <a:gd name="connsiteY7" fmla="*/ 4856474 h 4902739"/>
              <a:gd name="connsiteX8" fmla="*/ 5050971 w 6023428"/>
              <a:gd name="connsiteY8" fmla="*/ 1184360 h 4902739"/>
              <a:gd name="connsiteX9" fmla="*/ 4804228 w 6023428"/>
              <a:gd name="connsiteY9" fmla="*/ 1184360 h 4902739"/>
              <a:gd name="connsiteX10" fmla="*/ 4082596 w 6023428"/>
              <a:gd name="connsiteY10" fmla="*/ 4895028 h 4902739"/>
              <a:gd name="connsiteX11" fmla="*/ 1997982 w 6023428"/>
              <a:gd name="connsiteY11" fmla="*/ 4902739 h 4902739"/>
              <a:gd name="connsiteX12" fmla="*/ 1219200 w 6023428"/>
              <a:gd name="connsiteY12" fmla="*/ 1314989 h 4902739"/>
              <a:gd name="connsiteX13" fmla="*/ 997403 w 6023428"/>
              <a:gd name="connsiteY13" fmla="*/ 1342203 h 4902739"/>
              <a:gd name="connsiteX14" fmla="*/ 1001032 w 6023428"/>
              <a:gd name="connsiteY14" fmla="*/ 4890039 h 4902739"/>
              <a:gd name="connsiteX15" fmla="*/ 0 w 6023428"/>
              <a:gd name="connsiteY15" fmla="*/ 4827446 h 4902739"/>
              <a:gd name="connsiteX16" fmla="*/ 35378 w 6023428"/>
              <a:gd name="connsiteY16" fmla="*/ 836017 h 4902739"/>
              <a:gd name="connsiteX0" fmla="*/ 25853 w 6013903"/>
              <a:gd name="connsiteY0" fmla="*/ 836017 h 4913171"/>
              <a:gd name="connsiteX1" fmla="*/ 1988910 w 6013903"/>
              <a:gd name="connsiteY1" fmla="*/ 654589 h 4913171"/>
              <a:gd name="connsiteX2" fmla="*/ 2873828 w 6013903"/>
              <a:gd name="connsiteY2" fmla="*/ 4531717 h 4913171"/>
              <a:gd name="connsiteX3" fmla="*/ 3183618 w 6013903"/>
              <a:gd name="connsiteY3" fmla="*/ 4551674 h 4913171"/>
              <a:gd name="connsiteX4" fmla="*/ 4089400 w 6013903"/>
              <a:gd name="connsiteY4" fmla="*/ 613314 h 4913171"/>
              <a:gd name="connsiteX5" fmla="*/ 6013903 w 6013903"/>
              <a:gd name="connsiteY5" fmla="*/ 865046 h 4913171"/>
              <a:gd name="connsiteX6" fmla="*/ 5999389 w 6013903"/>
              <a:gd name="connsiteY6" fmla="*/ 4870989 h 4913171"/>
              <a:gd name="connsiteX7" fmla="*/ 5055960 w 6013903"/>
              <a:gd name="connsiteY7" fmla="*/ 4856474 h 4913171"/>
              <a:gd name="connsiteX8" fmla="*/ 5041446 w 6013903"/>
              <a:gd name="connsiteY8" fmla="*/ 1184360 h 4913171"/>
              <a:gd name="connsiteX9" fmla="*/ 4794703 w 6013903"/>
              <a:gd name="connsiteY9" fmla="*/ 1184360 h 4913171"/>
              <a:gd name="connsiteX10" fmla="*/ 4073071 w 6013903"/>
              <a:gd name="connsiteY10" fmla="*/ 4895028 h 4913171"/>
              <a:gd name="connsiteX11" fmla="*/ 1988457 w 6013903"/>
              <a:gd name="connsiteY11" fmla="*/ 4902739 h 4913171"/>
              <a:gd name="connsiteX12" fmla="*/ 1209675 w 6013903"/>
              <a:gd name="connsiteY12" fmla="*/ 1314989 h 4913171"/>
              <a:gd name="connsiteX13" fmla="*/ 987878 w 6013903"/>
              <a:gd name="connsiteY13" fmla="*/ 1342203 h 4913171"/>
              <a:gd name="connsiteX14" fmla="*/ 991507 w 6013903"/>
              <a:gd name="connsiteY14" fmla="*/ 4890039 h 4913171"/>
              <a:gd name="connsiteX15" fmla="*/ 0 w 6013903"/>
              <a:gd name="connsiteY15" fmla="*/ 4913171 h 4913171"/>
              <a:gd name="connsiteX16" fmla="*/ 25853 w 6013903"/>
              <a:gd name="connsiteY16" fmla="*/ 836017 h 4913171"/>
              <a:gd name="connsiteX0" fmla="*/ 13153 w 6001203"/>
              <a:gd name="connsiteY0" fmla="*/ 836017 h 4902739"/>
              <a:gd name="connsiteX1" fmla="*/ 1976210 w 6001203"/>
              <a:gd name="connsiteY1" fmla="*/ 654589 h 4902739"/>
              <a:gd name="connsiteX2" fmla="*/ 2861128 w 6001203"/>
              <a:gd name="connsiteY2" fmla="*/ 4531717 h 4902739"/>
              <a:gd name="connsiteX3" fmla="*/ 3170918 w 6001203"/>
              <a:gd name="connsiteY3" fmla="*/ 4551674 h 4902739"/>
              <a:gd name="connsiteX4" fmla="*/ 4076700 w 6001203"/>
              <a:gd name="connsiteY4" fmla="*/ 613314 h 4902739"/>
              <a:gd name="connsiteX5" fmla="*/ 6001203 w 6001203"/>
              <a:gd name="connsiteY5" fmla="*/ 865046 h 4902739"/>
              <a:gd name="connsiteX6" fmla="*/ 5986689 w 6001203"/>
              <a:gd name="connsiteY6" fmla="*/ 4870989 h 4902739"/>
              <a:gd name="connsiteX7" fmla="*/ 5043260 w 6001203"/>
              <a:gd name="connsiteY7" fmla="*/ 4856474 h 4902739"/>
              <a:gd name="connsiteX8" fmla="*/ 5028746 w 6001203"/>
              <a:gd name="connsiteY8" fmla="*/ 1184360 h 4902739"/>
              <a:gd name="connsiteX9" fmla="*/ 4782003 w 6001203"/>
              <a:gd name="connsiteY9" fmla="*/ 1184360 h 4902739"/>
              <a:gd name="connsiteX10" fmla="*/ 4060371 w 6001203"/>
              <a:gd name="connsiteY10" fmla="*/ 4895028 h 4902739"/>
              <a:gd name="connsiteX11" fmla="*/ 1975757 w 6001203"/>
              <a:gd name="connsiteY11" fmla="*/ 4902739 h 4902739"/>
              <a:gd name="connsiteX12" fmla="*/ 1196975 w 6001203"/>
              <a:gd name="connsiteY12" fmla="*/ 1314989 h 4902739"/>
              <a:gd name="connsiteX13" fmla="*/ 975178 w 6001203"/>
              <a:gd name="connsiteY13" fmla="*/ 1342203 h 4902739"/>
              <a:gd name="connsiteX14" fmla="*/ 978807 w 6001203"/>
              <a:gd name="connsiteY14" fmla="*/ 4890039 h 4902739"/>
              <a:gd name="connsiteX15" fmla="*/ 0 w 6001203"/>
              <a:gd name="connsiteY15" fmla="*/ 4887771 h 4902739"/>
              <a:gd name="connsiteX16" fmla="*/ 13153 w 600120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3050 w 6007553"/>
              <a:gd name="connsiteY4" fmla="*/ 6133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3050 w 6007553"/>
              <a:gd name="connsiteY4" fmla="*/ 6133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7553"/>
              <a:gd name="connsiteY0" fmla="*/ 836017 h 4902739"/>
              <a:gd name="connsiteX1" fmla="*/ 1982560 w 6007553"/>
              <a:gd name="connsiteY1" fmla="*/ 654589 h 4902739"/>
              <a:gd name="connsiteX2" fmla="*/ 2867478 w 6007553"/>
              <a:gd name="connsiteY2" fmla="*/ 4531717 h 4902739"/>
              <a:gd name="connsiteX3" fmla="*/ 3177268 w 6007553"/>
              <a:gd name="connsiteY3" fmla="*/ 4551674 h 4902739"/>
              <a:gd name="connsiteX4" fmla="*/ 4089400 w 6007553"/>
              <a:gd name="connsiteY4" fmla="*/ 638714 h 4902739"/>
              <a:gd name="connsiteX5" fmla="*/ 6007553 w 6007553"/>
              <a:gd name="connsiteY5" fmla="*/ 865046 h 4902739"/>
              <a:gd name="connsiteX6" fmla="*/ 5993039 w 6007553"/>
              <a:gd name="connsiteY6" fmla="*/ 4870989 h 4902739"/>
              <a:gd name="connsiteX7" fmla="*/ 5049610 w 6007553"/>
              <a:gd name="connsiteY7" fmla="*/ 4856474 h 4902739"/>
              <a:gd name="connsiteX8" fmla="*/ 5035096 w 6007553"/>
              <a:gd name="connsiteY8" fmla="*/ 1184360 h 4902739"/>
              <a:gd name="connsiteX9" fmla="*/ 4788353 w 6007553"/>
              <a:gd name="connsiteY9" fmla="*/ 1184360 h 4902739"/>
              <a:gd name="connsiteX10" fmla="*/ 4066721 w 6007553"/>
              <a:gd name="connsiteY10" fmla="*/ 4895028 h 4902739"/>
              <a:gd name="connsiteX11" fmla="*/ 1982107 w 6007553"/>
              <a:gd name="connsiteY11" fmla="*/ 4902739 h 4902739"/>
              <a:gd name="connsiteX12" fmla="*/ 1203325 w 6007553"/>
              <a:gd name="connsiteY12" fmla="*/ 1314989 h 4902739"/>
              <a:gd name="connsiteX13" fmla="*/ 981528 w 6007553"/>
              <a:gd name="connsiteY13" fmla="*/ 1342203 h 4902739"/>
              <a:gd name="connsiteX14" fmla="*/ 985157 w 6007553"/>
              <a:gd name="connsiteY14" fmla="*/ 4890039 h 4902739"/>
              <a:gd name="connsiteX15" fmla="*/ 0 w 6007553"/>
              <a:gd name="connsiteY15" fmla="*/ 4887771 h 4902739"/>
              <a:gd name="connsiteX16" fmla="*/ 19503 w 6007553"/>
              <a:gd name="connsiteY16" fmla="*/ 836017 h 4902739"/>
              <a:gd name="connsiteX0" fmla="*/ 19503 w 6008914"/>
              <a:gd name="connsiteY0" fmla="*/ 836017 h 4902739"/>
              <a:gd name="connsiteX1" fmla="*/ 1982560 w 6008914"/>
              <a:gd name="connsiteY1" fmla="*/ 654589 h 4902739"/>
              <a:gd name="connsiteX2" fmla="*/ 2867478 w 6008914"/>
              <a:gd name="connsiteY2" fmla="*/ 4531717 h 4902739"/>
              <a:gd name="connsiteX3" fmla="*/ 3177268 w 6008914"/>
              <a:gd name="connsiteY3" fmla="*/ 4551674 h 4902739"/>
              <a:gd name="connsiteX4" fmla="*/ 4089400 w 6008914"/>
              <a:gd name="connsiteY4" fmla="*/ 638714 h 4902739"/>
              <a:gd name="connsiteX5" fmla="*/ 6007553 w 6008914"/>
              <a:gd name="connsiteY5" fmla="*/ 865046 h 4902739"/>
              <a:gd name="connsiteX6" fmla="*/ 6008914 w 6008914"/>
              <a:gd name="connsiteY6" fmla="*/ 4886864 h 4902739"/>
              <a:gd name="connsiteX7" fmla="*/ 5049610 w 6008914"/>
              <a:gd name="connsiteY7" fmla="*/ 4856474 h 4902739"/>
              <a:gd name="connsiteX8" fmla="*/ 5035096 w 6008914"/>
              <a:gd name="connsiteY8" fmla="*/ 1184360 h 4902739"/>
              <a:gd name="connsiteX9" fmla="*/ 4788353 w 6008914"/>
              <a:gd name="connsiteY9" fmla="*/ 1184360 h 4902739"/>
              <a:gd name="connsiteX10" fmla="*/ 4066721 w 6008914"/>
              <a:gd name="connsiteY10" fmla="*/ 4895028 h 4902739"/>
              <a:gd name="connsiteX11" fmla="*/ 1982107 w 6008914"/>
              <a:gd name="connsiteY11" fmla="*/ 4902739 h 4902739"/>
              <a:gd name="connsiteX12" fmla="*/ 1203325 w 6008914"/>
              <a:gd name="connsiteY12" fmla="*/ 1314989 h 4902739"/>
              <a:gd name="connsiteX13" fmla="*/ 981528 w 6008914"/>
              <a:gd name="connsiteY13" fmla="*/ 1342203 h 4902739"/>
              <a:gd name="connsiteX14" fmla="*/ 985157 w 6008914"/>
              <a:gd name="connsiteY14" fmla="*/ 4890039 h 4902739"/>
              <a:gd name="connsiteX15" fmla="*/ 0 w 6008914"/>
              <a:gd name="connsiteY15" fmla="*/ 4887771 h 4902739"/>
              <a:gd name="connsiteX16" fmla="*/ 19503 w 6008914"/>
              <a:gd name="connsiteY16" fmla="*/ 836017 h 4902739"/>
              <a:gd name="connsiteX0" fmla="*/ 19503 w 6008914"/>
              <a:gd name="connsiteY0" fmla="*/ 836017 h 4902739"/>
              <a:gd name="connsiteX1" fmla="*/ 1982560 w 6008914"/>
              <a:gd name="connsiteY1" fmla="*/ 654589 h 4902739"/>
              <a:gd name="connsiteX2" fmla="*/ 2867478 w 6008914"/>
              <a:gd name="connsiteY2" fmla="*/ 4531717 h 4902739"/>
              <a:gd name="connsiteX3" fmla="*/ 3177268 w 6008914"/>
              <a:gd name="connsiteY3" fmla="*/ 4551674 h 4902739"/>
              <a:gd name="connsiteX4" fmla="*/ 4089400 w 6008914"/>
              <a:gd name="connsiteY4" fmla="*/ 638714 h 4902739"/>
              <a:gd name="connsiteX5" fmla="*/ 6007553 w 6008914"/>
              <a:gd name="connsiteY5" fmla="*/ 865046 h 4902739"/>
              <a:gd name="connsiteX6" fmla="*/ 6008914 w 6008914"/>
              <a:gd name="connsiteY6" fmla="*/ 4886864 h 4902739"/>
              <a:gd name="connsiteX7" fmla="*/ 5052785 w 6008914"/>
              <a:gd name="connsiteY7" fmla="*/ 4869174 h 4902739"/>
              <a:gd name="connsiteX8" fmla="*/ 5035096 w 6008914"/>
              <a:gd name="connsiteY8" fmla="*/ 1184360 h 4902739"/>
              <a:gd name="connsiteX9" fmla="*/ 4788353 w 6008914"/>
              <a:gd name="connsiteY9" fmla="*/ 1184360 h 4902739"/>
              <a:gd name="connsiteX10" fmla="*/ 4066721 w 6008914"/>
              <a:gd name="connsiteY10" fmla="*/ 4895028 h 4902739"/>
              <a:gd name="connsiteX11" fmla="*/ 1982107 w 6008914"/>
              <a:gd name="connsiteY11" fmla="*/ 4902739 h 4902739"/>
              <a:gd name="connsiteX12" fmla="*/ 1203325 w 6008914"/>
              <a:gd name="connsiteY12" fmla="*/ 1314989 h 4902739"/>
              <a:gd name="connsiteX13" fmla="*/ 981528 w 6008914"/>
              <a:gd name="connsiteY13" fmla="*/ 1342203 h 4902739"/>
              <a:gd name="connsiteX14" fmla="*/ 985157 w 6008914"/>
              <a:gd name="connsiteY14" fmla="*/ 4890039 h 4902739"/>
              <a:gd name="connsiteX15" fmla="*/ 0 w 6008914"/>
              <a:gd name="connsiteY15" fmla="*/ 4887771 h 4902739"/>
              <a:gd name="connsiteX16" fmla="*/ 19503 w 6008914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35096 w 6018439"/>
              <a:gd name="connsiteY8" fmla="*/ 1184360 h 4902739"/>
              <a:gd name="connsiteX9" fmla="*/ 4788353 w 6018439"/>
              <a:gd name="connsiteY9" fmla="*/ 11843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35096 w 6018439"/>
              <a:gd name="connsiteY8" fmla="*/ 1184360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31921 w 6018439"/>
              <a:gd name="connsiteY8" fmla="*/ 1324060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2739"/>
              <a:gd name="connsiteX1" fmla="*/ 1982560 w 6018439"/>
              <a:gd name="connsiteY1" fmla="*/ 654589 h 4902739"/>
              <a:gd name="connsiteX2" fmla="*/ 2867478 w 6018439"/>
              <a:gd name="connsiteY2" fmla="*/ 4531717 h 4902739"/>
              <a:gd name="connsiteX3" fmla="*/ 3177268 w 6018439"/>
              <a:gd name="connsiteY3" fmla="*/ 4551674 h 4902739"/>
              <a:gd name="connsiteX4" fmla="*/ 4089400 w 6018439"/>
              <a:gd name="connsiteY4" fmla="*/ 638714 h 4902739"/>
              <a:gd name="connsiteX5" fmla="*/ 6007553 w 6018439"/>
              <a:gd name="connsiteY5" fmla="*/ 865046 h 4902739"/>
              <a:gd name="connsiteX6" fmla="*/ 6018439 w 6018439"/>
              <a:gd name="connsiteY6" fmla="*/ 4877339 h 4902739"/>
              <a:gd name="connsiteX7" fmla="*/ 5052785 w 6018439"/>
              <a:gd name="connsiteY7" fmla="*/ 4869174 h 4902739"/>
              <a:gd name="connsiteX8" fmla="*/ 5047796 w 6018439"/>
              <a:gd name="connsiteY8" fmla="*/ 1327235 h 4902739"/>
              <a:gd name="connsiteX9" fmla="*/ 4826453 w 6018439"/>
              <a:gd name="connsiteY9" fmla="*/ 1324060 h 4902739"/>
              <a:gd name="connsiteX10" fmla="*/ 4066721 w 6018439"/>
              <a:gd name="connsiteY10" fmla="*/ 4895028 h 4902739"/>
              <a:gd name="connsiteX11" fmla="*/ 1982107 w 6018439"/>
              <a:gd name="connsiteY11" fmla="*/ 4902739 h 4902739"/>
              <a:gd name="connsiteX12" fmla="*/ 1203325 w 6018439"/>
              <a:gd name="connsiteY12" fmla="*/ 1314989 h 4902739"/>
              <a:gd name="connsiteX13" fmla="*/ 981528 w 6018439"/>
              <a:gd name="connsiteY13" fmla="*/ 1342203 h 4902739"/>
              <a:gd name="connsiteX14" fmla="*/ 985157 w 6018439"/>
              <a:gd name="connsiteY14" fmla="*/ 4890039 h 4902739"/>
              <a:gd name="connsiteX15" fmla="*/ 0 w 6018439"/>
              <a:gd name="connsiteY15" fmla="*/ 4887771 h 4902739"/>
              <a:gd name="connsiteX16" fmla="*/ 19503 w 6018439"/>
              <a:gd name="connsiteY16" fmla="*/ 836017 h 4902739"/>
              <a:gd name="connsiteX0" fmla="*/ 19503 w 6018439"/>
              <a:gd name="connsiteY0" fmla="*/ 836017 h 4907728"/>
              <a:gd name="connsiteX1" fmla="*/ 1982560 w 6018439"/>
              <a:gd name="connsiteY1" fmla="*/ 654589 h 4907728"/>
              <a:gd name="connsiteX2" fmla="*/ 2867478 w 6018439"/>
              <a:gd name="connsiteY2" fmla="*/ 4531717 h 4907728"/>
              <a:gd name="connsiteX3" fmla="*/ 3177268 w 6018439"/>
              <a:gd name="connsiteY3" fmla="*/ 4551674 h 4907728"/>
              <a:gd name="connsiteX4" fmla="*/ 4089400 w 6018439"/>
              <a:gd name="connsiteY4" fmla="*/ 638714 h 4907728"/>
              <a:gd name="connsiteX5" fmla="*/ 6007553 w 6018439"/>
              <a:gd name="connsiteY5" fmla="*/ 865046 h 4907728"/>
              <a:gd name="connsiteX6" fmla="*/ 6018439 w 6018439"/>
              <a:gd name="connsiteY6" fmla="*/ 4877339 h 4907728"/>
              <a:gd name="connsiteX7" fmla="*/ 5052785 w 6018439"/>
              <a:gd name="connsiteY7" fmla="*/ 4869174 h 4907728"/>
              <a:gd name="connsiteX8" fmla="*/ 5047796 w 6018439"/>
              <a:gd name="connsiteY8" fmla="*/ 1327235 h 4907728"/>
              <a:gd name="connsiteX9" fmla="*/ 4826453 w 6018439"/>
              <a:gd name="connsiteY9" fmla="*/ 1324060 h 4907728"/>
              <a:gd name="connsiteX10" fmla="*/ 4057196 w 6018439"/>
              <a:gd name="connsiteY10" fmla="*/ 4907728 h 4907728"/>
              <a:gd name="connsiteX11" fmla="*/ 1982107 w 6018439"/>
              <a:gd name="connsiteY11" fmla="*/ 4902739 h 4907728"/>
              <a:gd name="connsiteX12" fmla="*/ 1203325 w 6018439"/>
              <a:gd name="connsiteY12" fmla="*/ 1314989 h 4907728"/>
              <a:gd name="connsiteX13" fmla="*/ 981528 w 6018439"/>
              <a:gd name="connsiteY13" fmla="*/ 1342203 h 4907728"/>
              <a:gd name="connsiteX14" fmla="*/ 985157 w 6018439"/>
              <a:gd name="connsiteY14" fmla="*/ 4890039 h 4907728"/>
              <a:gd name="connsiteX15" fmla="*/ 0 w 6018439"/>
              <a:gd name="connsiteY15" fmla="*/ 4887771 h 4907728"/>
              <a:gd name="connsiteX16" fmla="*/ 19503 w 6018439"/>
              <a:gd name="connsiteY16" fmla="*/ 836017 h 4907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6018439" h="4907728">
                <a:moveTo>
                  <a:pt x="19503" y="836017"/>
                </a:moveTo>
                <a:cubicBezTo>
                  <a:pt x="298147" y="-135684"/>
                  <a:pt x="1475316" y="-342210"/>
                  <a:pt x="1982560" y="654589"/>
                </a:cubicBezTo>
                <a:lnTo>
                  <a:pt x="2867478" y="4531717"/>
                </a:lnTo>
                <a:cubicBezTo>
                  <a:pt x="2938991" y="4747919"/>
                  <a:pt x="3102580" y="4713297"/>
                  <a:pt x="3177268" y="4551674"/>
                </a:cubicBezTo>
                <a:cubicBezTo>
                  <a:pt x="3481312" y="3247354"/>
                  <a:pt x="3737731" y="1850959"/>
                  <a:pt x="4089400" y="638714"/>
                </a:cubicBezTo>
                <a:cubicBezTo>
                  <a:pt x="4610251" y="-328300"/>
                  <a:pt x="5804202" y="-145965"/>
                  <a:pt x="6007553" y="865046"/>
                </a:cubicBezTo>
                <a:cubicBezTo>
                  <a:pt x="6008007" y="2205652"/>
                  <a:pt x="6017985" y="3536733"/>
                  <a:pt x="6018439" y="4877339"/>
                </a:cubicBezTo>
                <a:lnTo>
                  <a:pt x="5052785" y="4869174"/>
                </a:lnTo>
                <a:cubicBezTo>
                  <a:pt x="5046889" y="3640903"/>
                  <a:pt x="5053692" y="2555506"/>
                  <a:pt x="5047796" y="1327235"/>
                </a:cubicBezTo>
                <a:cubicBezTo>
                  <a:pt x="5043865" y="1091227"/>
                  <a:pt x="4839909" y="1147318"/>
                  <a:pt x="4826453" y="1324060"/>
                </a:cubicBezTo>
                <a:lnTo>
                  <a:pt x="4057196" y="4907728"/>
                </a:lnTo>
                <a:lnTo>
                  <a:pt x="1982107" y="4902739"/>
                </a:lnTo>
                <a:lnTo>
                  <a:pt x="1203325" y="1314989"/>
                </a:lnTo>
                <a:cubicBezTo>
                  <a:pt x="1151618" y="1165310"/>
                  <a:pt x="982435" y="1212482"/>
                  <a:pt x="981528" y="1342203"/>
                </a:cubicBezTo>
                <a:cubicBezTo>
                  <a:pt x="982738" y="2524815"/>
                  <a:pt x="983947" y="3707427"/>
                  <a:pt x="985157" y="4890039"/>
                </a:cubicBezTo>
                <a:lnTo>
                  <a:pt x="0" y="4887771"/>
                </a:lnTo>
                <a:cubicBezTo>
                  <a:pt x="4384" y="3537186"/>
                  <a:pt x="15119" y="2186602"/>
                  <a:pt x="19503" y="836017"/>
                </a:cubicBezTo>
                <a:close/>
              </a:path>
            </a:pathLst>
          </a:custGeom>
          <a:solidFill>
            <a:srgbClr val="667D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dirty="0"/>
              <a:t> </a:t>
            </a:r>
            <a:endParaRPr lang="zh-CN" altLang="en-US" dirty="0"/>
          </a:p>
        </p:txBody>
      </p:sp>
      <p:sp>
        <p:nvSpPr>
          <p:cNvPr id="733" name="任意多边形 732"/>
          <p:cNvSpPr/>
          <p:nvPr/>
        </p:nvSpPr>
        <p:spPr>
          <a:xfrm>
            <a:off x="4985554" y="5552785"/>
            <a:ext cx="973001" cy="346205"/>
          </a:xfrm>
          <a:custGeom>
            <a:avLst/>
            <a:gdLst>
              <a:gd name="connsiteX0" fmla="*/ 0 w 1882140"/>
              <a:gd name="connsiteY0" fmla="*/ 0 h 693420"/>
              <a:gd name="connsiteX1" fmla="*/ 807720 w 1882140"/>
              <a:gd name="connsiteY1" fmla="*/ 693420 h 693420"/>
              <a:gd name="connsiteX2" fmla="*/ 1882140 w 1882140"/>
              <a:gd name="connsiteY2" fmla="*/ 38100 h 693420"/>
              <a:gd name="connsiteX3" fmla="*/ 0 w 1882140"/>
              <a:gd name="connsiteY3" fmla="*/ 0 h 693420"/>
              <a:gd name="connsiteX0" fmla="*/ 0 w 1898808"/>
              <a:gd name="connsiteY0" fmla="*/ 0 h 693420"/>
              <a:gd name="connsiteX1" fmla="*/ 807720 w 1898808"/>
              <a:gd name="connsiteY1" fmla="*/ 693420 h 693420"/>
              <a:gd name="connsiteX2" fmla="*/ 1898808 w 1898808"/>
              <a:gd name="connsiteY2" fmla="*/ 9525 h 693420"/>
              <a:gd name="connsiteX3" fmla="*/ 0 w 1898808"/>
              <a:gd name="connsiteY3" fmla="*/ 0 h 693420"/>
              <a:gd name="connsiteX0" fmla="*/ 0 w 1898808"/>
              <a:gd name="connsiteY0" fmla="*/ 0 h 693420"/>
              <a:gd name="connsiteX1" fmla="*/ 807720 w 1898808"/>
              <a:gd name="connsiteY1" fmla="*/ 693420 h 693420"/>
              <a:gd name="connsiteX2" fmla="*/ 1898808 w 1898808"/>
              <a:gd name="connsiteY2" fmla="*/ 9525 h 693420"/>
              <a:gd name="connsiteX3" fmla="*/ 0 w 1898808"/>
              <a:gd name="connsiteY3" fmla="*/ 0 h 693420"/>
              <a:gd name="connsiteX0" fmla="*/ 0 w 1917858"/>
              <a:gd name="connsiteY0" fmla="*/ 0 h 693420"/>
              <a:gd name="connsiteX1" fmla="*/ 826770 w 1917858"/>
              <a:gd name="connsiteY1" fmla="*/ 693420 h 693420"/>
              <a:gd name="connsiteX2" fmla="*/ 1917858 w 1917858"/>
              <a:gd name="connsiteY2" fmla="*/ 9525 h 693420"/>
              <a:gd name="connsiteX3" fmla="*/ 0 w 1917858"/>
              <a:gd name="connsiteY3" fmla="*/ 0 h 693420"/>
              <a:gd name="connsiteX0" fmla="*/ 0 w 1917858"/>
              <a:gd name="connsiteY0" fmla="*/ 0 h 693420"/>
              <a:gd name="connsiteX1" fmla="*/ 826770 w 1917858"/>
              <a:gd name="connsiteY1" fmla="*/ 693420 h 693420"/>
              <a:gd name="connsiteX2" fmla="*/ 1917858 w 1917858"/>
              <a:gd name="connsiteY2" fmla="*/ 9525 h 693420"/>
              <a:gd name="connsiteX3" fmla="*/ 0 w 1917858"/>
              <a:gd name="connsiteY3" fmla="*/ 0 h 693420"/>
              <a:gd name="connsiteX0" fmla="*/ 0 w 1917858"/>
              <a:gd name="connsiteY0" fmla="*/ 0 h 693420"/>
              <a:gd name="connsiteX1" fmla="*/ 826770 w 1917858"/>
              <a:gd name="connsiteY1" fmla="*/ 693420 h 693420"/>
              <a:gd name="connsiteX2" fmla="*/ 1917858 w 1917858"/>
              <a:gd name="connsiteY2" fmla="*/ 9525 h 693420"/>
              <a:gd name="connsiteX3" fmla="*/ 0 w 1917858"/>
              <a:gd name="connsiteY3" fmla="*/ 0 h 693420"/>
              <a:gd name="connsiteX0" fmla="*/ 0 w 1917858"/>
              <a:gd name="connsiteY0" fmla="*/ 0 h 693420"/>
              <a:gd name="connsiteX1" fmla="*/ 826770 w 1917858"/>
              <a:gd name="connsiteY1" fmla="*/ 693420 h 693420"/>
              <a:gd name="connsiteX2" fmla="*/ 1917858 w 1917858"/>
              <a:gd name="connsiteY2" fmla="*/ 9525 h 693420"/>
              <a:gd name="connsiteX3" fmla="*/ 0 w 1917858"/>
              <a:gd name="connsiteY3" fmla="*/ 0 h 693420"/>
              <a:gd name="connsiteX0" fmla="*/ 0 w 1917858"/>
              <a:gd name="connsiteY0" fmla="*/ 0 h 695823"/>
              <a:gd name="connsiteX1" fmla="*/ 826770 w 1917858"/>
              <a:gd name="connsiteY1" fmla="*/ 693420 h 695823"/>
              <a:gd name="connsiteX2" fmla="*/ 1917858 w 1917858"/>
              <a:gd name="connsiteY2" fmla="*/ 9525 h 695823"/>
              <a:gd name="connsiteX3" fmla="*/ 0 w 1917858"/>
              <a:gd name="connsiteY3" fmla="*/ 0 h 695823"/>
              <a:gd name="connsiteX0" fmla="*/ 0 w 1917858"/>
              <a:gd name="connsiteY0" fmla="*/ 0 h 696107"/>
              <a:gd name="connsiteX1" fmla="*/ 826770 w 1917858"/>
              <a:gd name="connsiteY1" fmla="*/ 693420 h 696107"/>
              <a:gd name="connsiteX2" fmla="*/ 1917858 w 1917858"/>
              <a:gd name="connsiteY2" fmla="*/ 9525 h 696107"/>
              <a:gd name="connsiteX3" fmla="*/ 0 w 1917858"/>
              <a:gd name="connsiteY3" fmla="*/ 0 h 696107"/>
              <a:gd name="connsiteX0" fmla="*/ 0 w 1917858"/>
              <a:gd name="connsiteY0" fmla="*/ 0 h 695957"/>
              <a:gd name="connsiteX1" fmla="*/ 826770 w 1917858"/>
              <a:gd name="connsiteY1" fmla="*/ 693420 h 695957"/>
              <a:gd name="connsiteX2" fmla="*/ 1917858 w 1917858"/>
              <a:gd name="connsiteY2" fmla="*/ 9525 h 695957"/>
              <a:gd name="connsiteX3" fmla="*/ 0 w 1917858"/>
              <a:gd name="connsiteY3" fmla="*/ 0 h 695957"/>
              <a:gd name="connsiteX0" fmla="*/ 0 w 1917858"/>
              <a:gd name="connsiteY0" fmla="*/ 0 h 695888"/>
              <a:gd name="connsiteX1" fmla="*/ 826770 w 1917858"/>
              <a:gd name="connsiteY1" fmla="*/ 693420 h 695888"/>
              <a:gd name="connsiteX2" fmla="*/ 1917858 w 1917858"/>
              <a:gd name="connsiteY2" fmla="*/ 9525 h 695888"/>
              <a:gd name="connsiteX3" fmla="*/ 0 w 1917858"/>
              <a:gd name="connsiteY3" fmla="*/ 0 h 695888"/>
              <a:gd name="connsiteX0" fmla="*/ 0 w 1917858"/>
              <a:gd name="connsiteY0" fmla="*/ 0 h 697365"/>
              <a:gd name="connsiteX1" fmla="*/ 826770 w 1917858"/>
              <a:gd name="connsiteY1" fmla="*/ 693420 h 697365"/>
              <a:gd name="connsiteX2" fmla="*/ 1917858 w 1917858"/>
              <a:gd name="connsiteY2" fmla="*/ 9525 h 697365"/>
              <a:gd name="connsiteX3" fmla="*/ 0 w 1917858"/>
              <a:gd name="connsiteY3" fmla="*/ 0 h 697365"/>
              <a:gd name="connsiteX0" fmla="*/ 0 w 1917858"/>
              <a:gd name="connsiteY0" fmla="*/ 0 h 694926"/>
              <a:gd name="connsiteX1" fmla="*/ 826770 w 1917858"/>
              <a:gd name="connsiteY1" fmla="*/ 693420 h 694926"/>
              <a:gd name="connsiteX2" fmla="*/ 1917858 w 1917858"/>
              <a:gd name="connsiteY2" fmla="*/ 9525 h 694926"/>
              <a:gd name="connsiteX3" fmla="*/ 0 w 1917858"/>
              <a:gd name="connsiteY3" fmla="*/ 0 h 694926"/>
              <a:gd name="connsiteX0" fmla="*/ 0 w 1917858"/>
              <a:gd name="connsiteY0" fmla="*/ 0 h 671189"/>
              <a:gd name="connsiteX1" fmla="*/ 843439 w 1917858"/>
              <a:gd name="connsiteY1" fmla="*/ 669608 h 671189"/>
              <a:gd name="connsiteX2" fmla="*/ 1917858 w 1917858"/>
              <a:gd name="connsiteY2" fmla="*/ 9525 h 671189"/>
              <a:gd name="connsiteX3" fmla="*/ 0 w 1917858"/>
              <a:gd name="connsiteY3" fmla="*/ 0 h 671189"/>
              <a:gd name="connsiteX0" fmla="*/ 0 w 1917858"/>
              <a:gd name="connsiteY0" fmla="*/ 0 h 671189"/>
              <a:gd name="connsiteX1" fmla="*/ 843439 w 1917858"/>
              <a:gd name="connsiteY1" fmla="*/ 669608 h 671189"/>
              <a:gd name="connsiteX2" fmla="*/ 1917858 w 1917858"/>
              <a:gd name="connsiteY2" fmla="*/ 9525 h 671189"/>
              <a:gd name="connsiteX3" fmla="*/ 0 w 1917858"/>
              <a:gd name="connsiteY3" fmla="*/ 0 h 671189"/>
              <a:gd name="connsiteX0" fmla="*/ 0 w 1917858"/>
              <a:gd name="connsiteY0" fmla="*/ 0 h 671189"/>
              <a:gd name="connsiteX1" fmla="*/ 843439 w 1917858"/>
              <a:gd name="connsiteY1" fmla="*/ 669608 h 671189"/>
              <a:gd name="connsiteX2" fmla="*/ 1917858 w 1917858"/>
              <a:gd name="connsiteY2" fmla="*/ 9525 h 671189"/>
              <a:gd name="connsiteX3" fmla="*/ 0 w 1917858"/>
              <a:gd name="connsiteY3" fmla="*/ 0 h 671189"/>
              <a:gd name="connsiteX0" fmla="*/ 0 w 1917858"/>
              <a:gd name="connsiteY0" fmla="*/ 0 h 671189"/>
              <a:gd name="connsiteX1" fmla="*/ 843439 w 1917858"/>
              <a:gd name="connsiteY1" fmla="*/ 669608 h 671189"/>
              <a:gd name="connsiteX2" fmla="*/ 1917858 w 1917858"/>
              <a:gd name="connsiteY2" fmla="*/ 9525 h 671189"/>
              <a:gd name="connsiteX3" fmla="*/ 0 w 1917858"/>
              <a:gd name="connsiteY3" fmla="*/ 0 h 671189"/>
              <a:gd name="connsiteX0" fmla="*/ 0 w 1917858"/>
              <a:gd name="connsiteY0" fmla="*/ 0 h 671924"/>
              <a:gd name="connsiteX1" fmla="*/ 843439 w 1917858"/>
              <a:gd name="connsiteY1" fmla="*/ 669608 h 671924"/>
              <a:gd name="connsiteX2" fmla="*/ 1917858 w 1917858"/>
              <a:gd name="connsiteY2" fmla="*/ 9525 h 671924"/>
              <a:gd name="connsiteX3" fmla="*/ 0 w 1917858"/>
              <a:gd name="connsiteY3" fmla="*/ 0 h 671924"/>
              <a:gd name="connsiteX0" fmla="*/ 0 w 1917858"/>
              <a:gd name="connsiteY0" fmla="*/ 0 h 673571"/>
              <a:gd name="connsiteX1" fmla="*/ 843439 w 1917858"/>
              <a:gd name="connsiteY1" fmla="*/ 669608 h 673571"/>
              <a:gd name="connsiteX2" fmla="*/ 1917858 w 1917858"/>
              <a:gd name="connsiteY2" fmla="*/ 9525 h 673571"/>
              <a:gd name="connsiteX3" fmla="*/ 0 w 1917858"/>
              <a:gd name="connsiteY3" fmla="*/ 0 h 673571"/>
              <a:gd name="connsiteX0" fmla="*/ 0 w 1917858"/>
              <a:gd name="connsiteY0" fmla="*/ 0 h 677441"/>
              <a:gd name="connsiteX1" fmla="*/ 843439 w 1917858"/>
              <a:gd name="connsiteY1" fmla="*/ 669608 h 677441"/>
              <a:gd name="connsiteX2" fmla="*/ 1917858 w 1917858"/>
              <a:gd name="connsiteY2" fmla="*/ 9525 h 677441"/>
              <a:gd name="connsiteX3" fmla="*/ 0 w 1917858"/>
              <a:gd name="connsiteY3" fmla="*/ 0 h 677441"/>
              <a:gd name="connsiteX0" fmla="*/ 0 w 1917858"/>
              <a:gd name="connsiteY0" fmla="*/ 0 h 677441"/>
              <a:gd name="connsiteX1" fmla="*/ 843439 w 1917858"/>
              <a:gd name="connsiteY1" fmla="*/ 669608 h 677441"/>
              <a:gd name="connsiteX2" fmla="*/ 1917858 w 1917858"/>
              <a:gd name="connsiteY2" fmla="*/ 9525 h 677441"/>
              <a:gd name="connsiteX3" fmla="*/ 0 w 1917858"/>
              <a:gd name="connsiteY3" fmla="*/ 0 h 677441"/>
              <a:gd name="connsiteX0" fmla="*/ 0 w 1917858"/>
              <a:gd name="connsiteY0" fmla="*/ 0 h 689079"/>
              <a:gd name="connsiteX1" fmla="*/ 845820 w 1917858"/>
              <a:gd name="connsiteY1" fmla="*/ 681514 h 689079"/>
              <a:gd name="connsiteX2" fmla="*/ 1917858 w 1917858"/>
              <a:gd name="connsiteY2" fmla="*/ 9525 h 689079"/>
              <a:gd name="connsiteX3" fmla="*/ 0 w 1917858"/>
              <a:gd name="connsiteY3" fmla="*/ 0 h 689079"/>
              <a:gd name="connsiteX0" fmla="*/ 0 w 1917858"/>
              <a:gd name="connsiteY0" fmla="*/ 0 h 685793"/>
              <a:gd name="connsiteX1" fmla="*/ 845820 w 1917858"/>
              <a:gd name="connsiteY1" fmla="*/ 681514 h 685793"/>
              <a:gd name="connsiteX2" fmla="*/ 1917858 w 1917858"/>
              <a:gd name="connsiteY2" fmla="*/ 9525 h 685793"/>
              <a:gd name="connsiteX3" fmla="*/ 0 w 1917858"/>
              <a:gd name="connsiteY3" fmla="*/ 0 h 685793"/>
              <a:gd name="connsiteX0" fmla="*/ 0 w 1917858"/>
              <a:gd name="connsiteY0" fmla="*/ 0 h 682396"/>
              <a:gd name="connsiteX1" fmla="*/ 845820 w 1917858"/>
              <a:gd name="connsiteY1" fmla="*/ 681514 h 682396"/>
              <a:gd name="connsiteX2" fmla="*/ 1917858 w 1917858"/>
              <a:gd name="connsiteY2" fmla="*/ 9525 h 682396"/>
              <a:gd name="connsiteX3" fmla="*/ 0 w 1917858"/>
              <a:gd name="connsiteY3" fmla="*/ 0 h 682396"/>
              <a:gd name="connsiteX0" fmla="*/ 0 w 1917858"/>
              <a:gd name="connsiteY0" fmla="*/ 0 h 682396"/>
              <a:gd name="connsiteX1" fmla="*/ 845820 w 1917858"/>
              <a:gd name="connsiteY1" fmla="*/ 681514 h 682396"/>
              <a:gd name="connsiteX2" fmla="*/ 1917858 w 1917858"/>
              <a:gd name="connsiteY2" fmla="*/ 9525 h 682396"/>
              <a:gd name="connsiteX3" fmla="*/ 0 w 1917858"/>
              <a:gd name="connsiteY3" fmla="*/ 0 h 682396"/>
              <a:gd name="connsiteX0" fmla="*/ 0 w 1917858"/>
              <a:gd name="connsiteY0" fmla="*/ 0 h 682396"/>
              <a:gd name="connsiteX1" fmla="*/ 845820 w 1917858"/>
              <a:gd name="connsiteY1" fmla="*/ 681514 h 682396"/>
              <a:gd name="connsiteX2" fmla="*/ 1917858 w 1917858"/>
              <a:gd name="connsiteY2" fmla="*/ 9525 h 682396"/>
              <a:gd name="connsiteX3" fmla="*/ 0 w 1917858"/>
              <a:gd name="connsiteY3" fmla="*/ 0 h 682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17858" h="682396">
                <a:moveTo>
                  <a:pt x="0" y="0"/>
                </a:moveTo>
                <a:cubicBezTo>
                  <a:pt x="170815" y="409733"/>
                  <a:pt x="548800" y="662306"/>
                  <a:pt x="845820" y="681514"/>
                </a:cubicBezTo>
                <a:cubicBezTo>
                  <a:pt x="1230949" y="698817"/>
                  <a:pt x="1716086" y="461327"/>
                  <a:pt x="1917858" y="9525"/>
                </a:cubicBezTo>
                <a:lnTo>
                  <a:pt x="0" y="0"/>
                </a:lnTo>
                <a:close/>
              </a:path>
            </a:pathLst>
          </a:custGeom>
          <a:solidFill>
            <a:srgbClr val="97A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4" name="任意多边形 733"/>
          <p:cNvSpPr/>
          <p:nvPr/>
        </p:nvSpPr>
        <p:spPr>
          <a:xfrm>
            <a:off x="6485571" y="5556052"/>
            <a:ext cx="501835" cy="576204"/>
          </a:xfrm>
          <a:custGeom>
            <a:avLst/>
            <a:gdLst>
              <a:gd name="connsiteX0" fmla="*/ 43542 w 1001485"/>
              <a:gd name="connsiteY0" fmla="*/ 0 h 1161143"/>
              <a:gd name="connsiteX1" fmla="*/ 1001485 w 1001485"/>
              <a:gd name="connsiteY1" fmla="*/ 0 h 1161143"/>
              <a:gd name="connsiteX2" fmla="*/ 986971 w 1001485"/>
              <a:gd name="connsiteY2" fmla="*/ 1161143 h 1161143"/>
              <a:gd name="connsiteX3" fmla="*/ 0 w 1001485"/>
              <a:gd name="connsiteY3" fmla="*/ 1103085 h 1161143"/>
              <a:gd name="connsiteX4" fmla="*/ 43542 w 1001485"/>
              <a:gd name="connsiteY4" fmla="*/ 0 h 1161143"/>
              <a:gd name="connsiteX0" fmla="*/ 43542 w 1001485"/>
              <a:gd name="connsiteY0" fmla="*/ 0 h 1107168"/>
              <a:gd name="connsiteX1" fmla="*/ 1001485 w 1001485"/>
              <a:gd name="connsiteY1" fmla="*/ 0 h 1107168"/>
              <a:gd name="connsiteX2" fmla="*/ 980621 w 1001485"/>
              <a:gd name="connsiteY2" fmla="*/ 1107168 h 1107168"/>
              <a:gd name="connsiteX3" fmla="*/ 0 w 1001485"/>
              <a:gd name="connsiteY3" fmla="*/ 1103085 h 1107168"/>
              <a:gd name="connsiteX4" fmla="*/ 43542 w 1001485"/>
              <a:gd name="connsiteY4" fmla="*/ 0 h 1107168"/>
              <a:gd name="connsiteX0" fmla="*/ 14967 w 972910"/>
              <a:gd name="connsiteY0" fmla="*/ 0 h 1109435"/>
              <a:gd name="connsiteX1" fmla="*/ 972910 w 972910"/>
              <a:gd name="connsiteY1" fmla="*/ 0 h 1109435"/>
              <a:gd name="connsiteX2" fmla="*/ 952046 w 972910"/>
              <a:gd name="connsiteY2" fmla="*/ 1107168 h 1109435"/>
              <a:gd name="connsiteX3" fmla="*/ 0 w 972910"/>
              <a:gd name="connsiteY3" fmla="*/ 1109435 h 1109435"/>
              <a:gd name="connsiteX4" fmla="*/ 14967 w 972910"/>
              <a:gd name="connsiteY4" fmla="*/ 0 h 1109435"/>
              <a:gd name="connsiteX0" fmla="*/ 0 w 980168"/>
              <a:gd name="connsiteY0" fmla="*/ 0 h 1131660"/>
              <a:gd name="connsiteX1" fmla="*/ 980168 w 980168"/>
              <a:gd name="connsiteY1" fmla="*/ 22225 h 1131660"/>
              <a:gd name="connsiteX2" fmla="*/ 959304 w 980168"/>
              <a:gd name="connsiteY2" fmla="*/ 1129393 h 1131660"/>
              <a:gd name="connsiteX3" fmla="*/ 7258 w 980168"/>
              <a:gd name="connsiteY3" fmla="*/ 1131660 h 1131660"/>
              <a:gd name="connsiteX4" fmla="*/ 0 w 980168"/>
              <a:gd name="connsiteY4" fmla="*/ 0 h 1131660"/>
              <a:gd name="connsiteX0" fmla="*/ 0 w 986518"/>
              <a:gd name="connsiteY0" fmla="*/ 9525 h 1141185"/>
              <a:gd name="connsiteX1" fmla="*/ 986518 w 986518"/>
              <a:gd name="connsiteY1" fmla="*/ 0 h 1141185"/>
              <a:gd name="connsiteX2" fmla="*/ 959304 w 986518"/>
              <a:gd name="connsiteY2" fmla="*/ 1138918 h 1141185"/>
              <a:gd name="connsiteX3" fmla="*/ 7258 w 986518"/>
              <a:gd name="connsiteY3" fmla="*/ 1141185 h 1141185"/>
              <a:gd name="connsiteX4" fmla="*/ 0 w 986518"/>
              <a:gd name="connsiteY4" fmla="*/ 9525 h 1141185"/>
              <a:gd name="connsiteX0" fmla="*/ 0 w 992868"/>
              <a:gd name="connsiteY0" fmla="*/ 0 h 1131660"/>
              <a:gd name="connsiteX1" fmla="*/ 992868 w 992868"/>
              <a:gd name="connsiteY1" fmla="*/ 6350 h 1131660"/>
              <a:gd name="connsiteX2" fmla="*/ 959304 w 992868"/>
              <a:gd name="connsiteY2" fmla="*/ 1129393 h 1131660"/>
              <a:gd name="connsiteX3" fmla="*/ 7258 w 992868"/>
              <a:gd name="connsiteY3" fmla="*/ 1131660 h 1131660"/>
              <a:gd name="connsiteX4" fmla="*/ 0 w 992868"/>
              <a:gd name="connsiteY4" fmla="*/ 0 h 1131660"/>
              <a:gd name="connsiteX0" fmla="*/ 0 w 983343"/>
              <a:gd name="connsiteY0" fmla="*/ 0 h 1131660"/>
              <a:gd name="connsiteX1" fmla="*/ 983343 w 983343"/>
              <a:gd name="connsiteY1" fmla="*/ 3175 h 1131660"/>
              <a:gd name="connsiteX2" fmla="*/ 959304 w 983343"/>
              <a:gd name="connsiteY2" fmla="*/ 1129393 h 1131660"/>
              <a:gd name="connsiteX3" fmla="*/ 7258 w 983343"/>
              <a:gd name="connsiteY3" fmla="*/ 1131660 h 1131660"/>
              <a:gd name="connsiteX4" fmla="*/ 0 w 983343"/>
              <a:gd name="connsiteY4" fmla="*/ 0 h 1131660"/>
              <a:gd name="connsiteX0" fmla="*/ 5813 w 989156"/>
              <a:gd name="connsiteY0" fmla="*/ 0 h 1129393"/>
              <a:gd name="connsiteX1" fmla="*/ 989156 w 989156"/>
              <a:gd name="connsiteY1" fmla="*/ 3175 h 1129393"/>
              <a:gd name="connsiteX2" fmla="*/ 965117 w 989156"/>
              <a:gd name="connsiteY2" fmla="*/ 1129393 h 1129393"/>
              <a:gd name="connsiteX3" fmla="*/ 371 w 989156"/>
              <a:gd name="connsiteY3" fmla="*/ 1128485 h 1129393"/>
              <a:gd name="connsiteX4" fmla="*/ 5813 w 989156"/>
              <a:gd name="connsiteY4" fmla="*/ 0 h 1129393"/>
              <a:gd name="connsiteX0" fmla="*/ 5813 w 989156"/>
              <a:gd name="connsiteY0" fmla="*/ 0 h 1135743"/>
              <a:gd name="connsiteX1" fmla="*/ 989156 w 989156"/>
              <a:gd name="connsiteY1" fmla="*/ 3175 h 1135743"/>
              <a:gd name="connsiteX2" fmla="*/ 974642 w 989156"/>
              <a:gd name="connsiteY2" fmla="*/ 1135743 h 1135743"/>
              <a:gd name="connsiteX3" fmla="*/ 371 w 989156"/>
              <a:gd name="connsiteY3" fmla="*/ 1128485 h 1135743"/>
              <a:gd name="connsiteX4" fmla="*/ 5813 w 989156"/>
              <a:gd name="connsiteY4" fmla="*/ 0 h 1135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9156" h="1135743">
                <a:moveTo>
                  <a:pt x="5813" y="0"/>
                </a:moveTo>
                <a:lnTo>
                  <a:pt x="989156" y="3175"/>
                </a:lnTo>
                <a:lnTo>
                  <a:pt x="974642" y="1135743"/>
                </a:lnTo>
                <a:lnTo>
                  <a:pt x="371" y="1128485"/>
                </a:lnTo>
                <a:cubicBezTo>
                  <a:pt x="-2048" y="751265"/>
                  <a:pt x="8232" y="377220"/>
                  <a:pt x="5813" y="0"/>
                </a:cubicBezTo>
                <a:close/>
              </a:path>
            </a:pathLst>
          </a:custGeom>
          <a:solidFill>
            <a:srgbClr val="97A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6" name="任意多边形 735"/>
          <p:cNvSpPr/>
          <p:nvPr/>
        </p:nvSpPr>
        <p:spPr>
          <a:xfrm>
            <a:off x="3933533" y="5544086"/>
            <a:ext cx="501835" cy="576204"/>
          </a:xfrm>
          <a:custGeom>
            <a:avLst/>
            <a:gdLst>
              <a:gd name="connsiteX0" fmla="*/ 43542 w 1001485"/>
              <a:gd name="connsiteY0" fmla="*/ 0 h 1161143"/>
              <a:gd name="connsiteX1" fmla="*/ 1001485 w 1001485"/>
              <a:gd name="connsiteY1" fmla="*/ 0 h 1161143"/>
              <a:gd name="connsiteX2" fmla="*/ 986971 w 1001485"/>
              <a:gd name="connsiteY2" fmla="*/ 1161143 h 1161143"/>
              <a:gd name="connsiteX3" fmla="*/ 0 w 1001485"/>
              <a:gd name="connsiteY3" fmla="*/ 1103085 h 1161143"/>
              <a:gd name="connsiteX4" fmla="*/ 43542 w 1001485"/>
              <a:gd name="connsiteY4" fmla="*/ 0 h 1161143"/>
              <a:gd name="connsiteX0" fmla="*/ 43542 w 1001485"/>
              <a:gd name="connsiteY0" fmla="*/ 0 h 1107168"/>
              <a:gd name="connsiteX1" fmla="*/ 1001485 w 1001485"/>
              <a:gd name="connsiteY1" fmla="*/ 0 h 1107168"/>
              <a:gd name="connsiteX2" fmla="*/ 980621 w 1001485"/>
              <a:gd name="connsiteY2" fmla="*/ 1107168 h 1107168"/>
              <a:gd name="connsiteX3" fmla="*/ 0 w 1001485"/>
              <a:gd name="connsiteY3" fmla="*/ 1103085 h 1107168"/>
              <a:gd name="connsiteX4" fmla="*/ 43542 w 1001485"/>
              <a:gd name="connsiteY4" fmla="*/ 0 h 1107168"/>
              <a:gd name="connsiteX0" fmla="*/ 14967 w 972910"/>
              <a:gd name="connsiteY0" fmla="*/ 0 h 1109435"/>
              <a:gd name="connsiteX1" fmla="*/ 972910 w 972910"/>
              <a:gd name="connsiteY1" fmla="*/ 0 h 1109435"/>
              <a:gd name="connsiteX2" fmla="*/ 952046 w 972910"/>
              <a:gd name="connsiteY2" fmla="*/ 1107168 h 1109435"/>
              <a:gd name="connsiteX3" fmla="*/ 0 w 972910"/>
              <a:gd name="connsiteY3" fmla="*/ 1109435 h 1109435"/>
              <a:gd name="connsiteX4" fmla="*/ 14967 w 972910"/>
              <a:gd name="connsiteY4" fmla="*/ 0 h 1109435"/>
              <a:gd name="connsiteX0" fmla="*/ 0 w 980168"/>
              <a:gd name="connsiteY0" fmla="*/ 0 h 1131660"/>
              <a:gd name="connsiteX1" fmla="*/ 980168 w 980168"/>
              <a:gd name="connsiteY1" fmla="*/ 22225 h 1131660"/>
              <a:gd name="connsiteX2" fmla="*/ 959304 w 980168"/>
              <a:gd name="connsiteY2" fmla="*/ 1129393 h 1131660"/>
              <a:gd name="connsiteX3" fmla="*/ 7258 w 980168"/>
              <a:gd name="connsiteY3" fmla="*/ 1131660 h 1131660"/>
              <a:gd name="connsiteX4" fmla="*/ 0 w 980168"/>
              <a:gd name="connsiteY4" fmla="*/ 0 h 1131660"/>
              <a:gd name="connsiteX0" fmla="*/ 0 w 986518"/>
              <a:gd name="connsiteY0" fmla="*/ 9525 h 1141185"/>
              <a:gd name="connsiteX1" fmla="*/ 986518 w 986518"/>
              <a:gd name="connsiteY1" fmla="*/ 0 h 1141185"/>
              <a:gd name="connsiteX2" fmla="*/ 959304 w 986518"/>
              <a:gd name="connsiteY2" fmla="*/ 1138918 h 1141185"/>
              <a:gd name="connsiteX3" fmla="*/ 7258 w 986518"/>
              <a:gd name="connsiteY3" fmla="*/ 1141185 h 1141185"/>
              <a:gd name="connsiteX4" fmla="*/ 0 w 986518"/>
              <a:gd name="connsiteY4" fmla="*/ 9525 h 1141185"/>
              <a:gd name="connsiteX0" fmla="*/ 0 w 992868"/>
              <a:gd name="connsiteY0" fmla="*/ 0 h 1131660"/>
              <a:gd name="connsiteX1" fmla="*/ 992868 w 992868"/>
              <a:gd name="connsiteY1" fmla="*/ 6350 h 1131660"/>
              <a:gd name="connsiteX2" fmla="*/ 959304 w 992868"/>
              <a:gd name="connsiteY2" fmla="*/ 1129393 h 1131660"/>
              <a:gd name="connsiteX3" fmla="*/ 7258 w 992868"/>
              <a:gd name="connsiteY3" fmla="*/ 1131660 h 1131660"/>
              <a:gd name="connsiteX4" fmla="*/ 0 w 992868"/>
              <a:gd name="connsiteY4" fmla="*/ 0 h 1131660"/>
              <a:gd name="connsiteX0" fmla="*/ 0 w 983343"/>
              <a:gd name="connsiteY0" fmla="*/ 0 h 1131660"/>
              <a:gd name="connsiteX1" fmla="*/ 983343 w 983343"/>
              <a:gd name="connsiteY1" fmla="*/ 3175 h 1131660"/>
              <a:gd name="connsiteX2" fmla="*/ 959304 w 983343"/>
              <a:gd name="connsiteY2" fmla="*/ 1129393 h 1131660"/>
              <a:gd name="connsiteX3" fmla="*/ 7258 w 983343"/>
              <a:gd name="connsiteY3" fmla="*/ 1131660 h 1131660"/>
              <a:gd name="connsiteX4" fmla="*/ 0 w 983343"/>
              <a:gd name="connsiteY4" fmla="*/ 0 h 1131660"/>
              <a:gd name="connsiteX0" fmla="*/ 5813 w 989156"/>
              <a:gd name="connsiteY0" fmla="*/ 0 h 1129393"/>
              <a:gd name="connsiteX1" fmla="*/ 989156 w 989156"/>
              <a:gd name="connsiteY1" fmla="*/ 3175 h 1129393"/>
              <a:gd name="connsiteX2" fmla="*/ 965117 w 989156"/>
              <a:gd name="connsiteY2" fmla="*/ 1129393 h 1129393"/>
              <a:gd name="connsiteX3" fmla="*/ 371 w 989156"/>
              <a:gd name="connsiteY3" fmla="*/ 1128485 h 1129393"/>
              <a:gd name="connsiteX4" fmla="*/ 5813 w 989156"/>
              <a:gd name="connsiteY4" fmla="*/ 0 h 1129393"/>
              <a:gd name="connsiteX0" fmla="*/ 5813 w 989156"/>
              <a:gd name="connsiteY0" fmla="*/ 0 h 1135743"/>
              <a:gd name="connsiteX1" fmla="*/ 989156 w 989156"/>
              <a:gd name="connsiteY1" fmla="*/ 3175 h 1135743"/>
              <a:gd name="connsiteX2" fmla="*/ 974642 w 989156"/>
              <a:gd name="connsiteY2" fmla="*/ 1135743 h 1135743"/>
              <a:gd name="connsiteX3" fmla="*/ 371 w 989156"/>
              <a:gd name="connsiteY3" fmla="*/ 1128485 h 1135743"/>
              <a:gd name="connsiteX4" fmla="*/ 5813 w 989156"/>
              <a:gd name="connsiteY4" fmla="*/ 0 h 1135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9156" h="1135743">
                <a:moveTo>
                  <a:pt x="5813" y="0"/>
                </a:moveTo>
                <a:lnTo>
                  <a:pt x="989156" y="3175"/>
                </a:lnTo>
                <a:lnTo>
                  <a:pt x="974642" y="1135743"/>
                </a:lnTo>
                <a:lnTo>
                  <a:pt x="371" y="1128485"/>
                </a:lnTo>
                <a:cubicBezTo>
                  <a:pt x="-2048" y="751265"/>
                  <a:pt x="8232" y="377220"/>
                  <a:pt x="5813" y="0"/>
                </a:cubicBezTo>
                <a:close/>
              </a:path>
            </a:pathLst>
          </a:custGeom>
          <a:solidFill>
            <a:srgbClr val="97A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2" name="Rectangle 433"/>
          <p:cNvSpPr>
            <a:spLocks noChangeArrowheads="1"/>
          </p:cNvSpPr>
          <p:nvPr/>
        </p:nvSpPr>
        <p:spPr bwMode="auto">
          <a:xfrm>
            <a:off x="-746326" y="2003384"/>
            <a:ext cx="13684651" cy="68727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Freeform 434"/>
          <p:cNvSpPr>
            <a:spLocks/>
          </p:cNvSpPr>
          <p:nvPr/>
        </p:nvSpPr>
        <p:spPr bwMode="auto">
          <a:xfrm>
            <a:off x="6007721" y="4715422"/>
            <a:ext cx="3270655" cy="1704793"/>
          </a:xfrm>
          <a:custGeom>
            <a:avLst/>
            <a:gdLst>
              <a:gd name="T0" fmla="*/ 2260 w 2260"/>
              <a:gd name="T1" fmla="*/ 1178 h 1178"/>
              <a:gd name="T2" fmla="*/ 1130 w 2260"/>
              <a:gd name="T3" fmla="*/ 0 h 1178"/>
              <a:gd name="T4" fmla="*/ 0 w 2260"/>
              <a:gd name="T5" fmla="*/ 1178 h 1178"/>
              <a:gd name="T6" fmla="*/ 2260 w 2260"/>
              <a:gd name="T7" fmla="*/ 1178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60" h="1178">
                <a:moveTo>
                  <a:pt x="2260" y="1178"/>
                </a:moveTo>
                <a:lnTo>
                  <a:pt x="1130" y="0"/>
                </a:lnTo>
                <a:lnTo>
                  <a:pt x="0" y="1178"/>
                </a:lnTo>
                <a:lnTo>
                  <a:pt x="2260" y="1178"/>
                </a:lnTo>
                <a:close/>
              </a:path>
            </a:pathLst>
          </a:custGeom>
          <a:solidFill>
            <a:srgbClr val="97A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4" name="Freeform 435"/>
          <p:cNvSpPr>
            <a:spLocks/>
          </p:cNvSpPr>
          <p:nvPr/>
        </p:nvSpPr>
        <p:spPr bwMode="auto">
          <a:xfrm>
            <a:off x="6007721" y="4715422"/>
            <a:ext cx="3270655" cy="1704793"/>
          </a:xfrm>
          <a:custGeom>
            <a:avLst/>
            <a:gdLst>
              <a:gd name="T0" fmla="*/ 2260 w 2260"/>
              <a:gd name="T1" fmla="*/ 1178 h 1178"/>
              <a:gd name="T2" fmla="*/ 1130 w 2260"/>
              <a:gd name="T3" fmla="*/ 0 h 1178"/>
              <a:gd name="T4" fmla="*/ 0 w 2260"/>
              <a:gd name="T5" fmla="*/ 1178 h 1178"/>
              <a:gd name="T6" fmla="*/ 2260 w 2260"/>
              <a:gd name="T7" fmla="*/ 1178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60" h="1178">
                <a:moveTo>
                  <a:pt x="2260" y="1178"/>
                </a:moveTo>
                <a:lnTo>
                  <a:pt x="1130" y="0"/>
                </a:lnTo>
                <a:lnTo>
                  <a:pt x="0" y="1178"/>
                </a:lnTo>
                <a:lnTo>
                  <a:pt x="2260" y="11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5" name="Freeform 436"/>
          <p:cNvSpPr>
            <a:spLocks/>
          </p:cNvSpPr>
          <p:nvPr/>
        </p:nvSpPr>
        <p:spPr bwMode="auto">
          <a:xfrm>
            <a:off x="7643049" y="4715422"/>
            <a:ext cx="1635327" cy="1704793"/>
          </a:xfrm>
          <a:custGeom>
            <a:avLst/>
            <a:gdLst>
              <a:gd name="T0" fmla="*/ 1130 w 1130"/>
              <a:gd name="T1" fmla="*/ 1178 h 1178"/>
              <a:gd name="T2" fmla="*/ 0 w 1130"/>
              <a:gd name="T3" fmla="*/ 0 h 1178"/>
              <a:gd name="T4" fmla="*/ 0 w 1130"/>
              <a:gd name="T5" fmla="*/ 1178 h 1178"/>
              <a:gd name="T6" fmla="*/ 1130 w 1130"/>
              <a:gd name="T7" fmla="*/ 1178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30" h="1178">
                <a:moveTo>
                  <a:pt x="1130" y="1178"/>
                </a:moveTo>
                <a:lnTo>
                  <a:pt x="0" y="0"/>
                </a:lnTo>
                <a:lnTo>
                  <a:pt x="0" y="1178"/>
                </a:lnTo>
                <a:lnTo>
                  <a:pt x="1130" y="1178"/>
                </a:lnTo>
                <a:close/>
              </a:path>
            </a:pathLst>
          </a:custGeom>
          <a:solidFill>
            <a:srgbClr val="667D7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6" name="Freeform 437"/>
          <p:cNvSpPr>
            <a:spLocks/>
          </p:cNvSpPr>
          <p:nvPr/>
        </p:nvSpPr>
        <p:spPr bwMode="auto">
          <a:xfrm>
            <a:off x="7643049" y="4715422"/>
            <a:ext cx="1635327" cy="1704793"/>
          </a:xfrm>
          <a:custGeom>
            <a:avLst/>
            <a:gdLst>
              <a:gd name="T0" fmla="*/ 1130 w 1130"/>
              <a:gd name="T1" fmla="*/ 1178 h 1178"/>
              <a:gd name="T2" fmla="*/ 0 w 1130"/>
              <a:gd name="T3" fmla="*/ 0 h 1178"/>
              <a:gd name="T4" fmla="*/ 0 w 1130"/>
              <a:gd name="T5" fmla="*/ 1178 h 1178"/>
              <a:gd name="T6" fmla="*/ 1130 w 1130"/>
              <a:gd name="T7" fmla="*/ 1178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30" h="1178">
                <a:moveTo>
                  <a:pt x="1130" y="1178"/>
                </a:moveTo>
                <a:lnTo>
                  <a:pt x="0" y="0"/>
                </a:lnTo>
                <a:lnTo>
                  <a:pt x="0" y="1178"/>
                </a:lnTo>
                <a:lnTo>
                  <a:pt x="1130" y="11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7" name="Freeform 438"/>
          <p:cNvSpPr>
            <a:spLocks/>
          </p:cNvSpPr>
          <p:nvPr/>
        </p:nvSpPr>
        <p:spPr bwMode="auto">
          <a:xfrm>
            <a:off x="7252307" y="4715422"/>
            <a:ext cx="797403" cy="500729"/>
          </a:xfrm>
          <a:custGeom>
            <a:avLst/>
            <a:gdLst>
              <a:gd name="T0" fmla="*/ 61 w 233"/>
              <a:gd name="T1" fmla="*/ 122 h 146"/>
              <a:gd name="T2" fmla="*/ 150 w 233"/>
              <a:gd name="T3" fmla="*/ 131 h 146"/>
              <a:gd name="T4" fmla="*/ 206 w 233"/>
              <a:gd name="T5" fmla="*/ 123 h 146"/>
              <a:gd name="T6" fmla="*/ 233 w 233"/>
              <a:gd name="T7" fmla="*/ 124 h 146"/>
              <a:gd name="T8" fmla="*/ 114 w 233"/>
              <a:gd name="T9" fmla="*/ 0 h 146"/>
              <a:gd name="T10" fmla="*/ 0 w 233"/>
              <a:gd name="T11" fmla="*/ 119 h 146"/>
              <a:gd name="T12" fmla="*/ 26 w 233"/>
              <a:gd name="T13" fmla="*/ 123 h 146"/>
              <a:gd name="T14" fmla="*/ 61 w 233"/>
              <a:gd name="T15" fmla="*/ 12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3" h="146">
                <a:moveTo>
                  <a:pt x="61" y="122"/>
                </a:moveTo>
                <a:cubicBezTo>
                  <a:pt x="66" y="127"/>
                  <a:pt x="118" y="146"/>
                  <a:pt x="150" y="131"/>
                </a:cubicBezTo>
                <a:cubicBezTo>
                  <a:pt x="181" y="115"/>
                  <a:pt x="195" y="117"/>
                  <a:pt x="206" y="123"/>
                </a:cubicBezTo>
                <a:cubicBezTo>
                  <a:pt x="212" y="126"/>
                  <a:pt x="224" y="126"/>
                  <a:pt x="233" y="124"/>
                </a:cubicBezTo>
                <a:cubicBezTo>
                  <a:pt x="114" y="0"/>
                  <a:pt x="114" y="0"/>
                  <a:pt x="114" y="0"/>
                </a:cubicBezTo>
                <a:cubicBezTo>
                  <a:pt x="0" y="119"/>
                  <a:pt x="0" y="119"/>
                  <a:pt x="0" y="119"/>
                </a:cubicBezTo>
                <a:cubicBezTo>
                  <a:pt x="8" y="124"/>
                  <a:pt x="18" y="127"/>
                  <a:pt x="26" y="123"/>
                </a:cubicBezTo>
                <a:cubicBezTo>
                  <a:pt x="38" y="118"/>
                  <a:pt x="55" y="116"/>
                  <a:pt x="61" y="12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8" name="Freeform 439"/>
          <p:cNvSpPr>
            <a:spLocks/>
          </p:cNvSpPr>
          <p:nvPr/>
        </p:nvSpPr>
        <p:spPr bwMode="auto">
          <a:xfrm>
            <a:off x="7643049" y="4715422"/>
            <a:ext cx="406662" cy="468890"/>
          </a:xfrm>
          <a:custGeom>
            <a:avLst/>
            <a:gdLst>
              <a:gd name="T0" fmla="*/ 92 w 119"/>
              <a:gd name="T1" fmla="*/ 123 h 137"/>
              <a:gd name="T2" fmla="*/ 119 w 119"/>
              <a:gd name="T3" fmla="*/ 124 h 137"/>
              <a:gd name="T4" fmla="*/ 0 w 119"/>
              <a:gd name="T5" fmla="*/ 0 h 137"/>
              <a:gd name="T6" fmla="*/ 0 w 119"/>
              <a:gd name="T7" fmla="*/ 136 h 137"/>
              <a:gd name="T8" fmla="*/ 36 w 119"/>
              <a:gd name="T9" fmla="*/ 131 h 137"/>
              <a:gd name="T10" fmla="*/ 92 w 119"/>
              <a:gd name="T11" fmla="*/ 123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9" h="137">
                <a:moveTo>
                  <a:pt x="92" y="123"/>
                </a:moveTo>
                <a:cubicBezTo>
                  <a:pt x="98" y="126"/>
                  <a:pt x="110" y="126"/>
                  <a:pt x="119" y="124"/>
                </a:cubicBezTo>
                <a:cubicBezTo>
                  <a:pt x="0" y="0"/>
                  <a:pt x="0" y="0"/>
                  <a:pt x="0" y="0"/>
                </a:cubicBezTo>
                <a:cubicBezTo>
                  <a:pt x="0" y="136"/>
                  <a:pt x="0" y="136"/>
                  <a:pt x="0" y="136"/>
                </a:cubicBezTo>
                <a:cubicBezTo>
                  <a:pt x="13" y="137"/>
                  <a:pt x="25" y="136"/>
                  <a:pt x="36" y="131"/>
                </a:cubicBezTo>
                <a:cubicBezTo>
                  <a:pt x="67" y="115"/>
                  <a:pt x="81" y="117"/>
                  <a:pt x="92" y="123"/>
                </a:cubicBezTo>
                <a:close/>
              </a:path>
            </a:pathLst>
          </a:custGeom>
          <a:solidFill>
            <a:srgbClr val="C7CF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0" name="Freeform 441"/>
          <p:cNvSpPr>
            <a:spLocks/>
          </p:cNvSpPr>
          <p:nvPr/>
        </p:nvSpPr>
        <p:spPr bwMode="auto">
          <a:xfrm>
            <a:off x="7643049" y="3844213"/>
            <a:ext cx="3845191" cy="2561530"/>
          </a:xfrm>
          <a:custGeom>
            <a:avLst/>
            <a:gdLst>
              <a:gd name="T0" fmla="*/ 0 w 2657"/>
              <a:gd name="T1" fmla="*/ 1770 h 1770"/>
              <a:gd name="T2" fmla="*/ 1328 w 2657"/>
              <a:gd name="T3" fmla="*/ 0 h 1770"/>
              <a:gd name="T4" fmla="*/ 2657 w 2657"/>
              <a:gd name="T5" fmla="*/ 1770 h 1770"/>
              <a:gd name="T6" fmla="*/ 0 w 2657"/>
              <a:gd name="T7" fmla="*/ 1770 h 1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57" h="1770">
                <a:moveTo>
                  <a:pt x="0" y="1770"/>
                </a:moveTo>
                <a:lnTo>
                  <a:pt x="1328" y="0"/>
                </a:lnTo>
                <a:lnTo>
                  <a:pt x="2657" y="1770"/>
                </a:lnTo>
                <a:lnTo>
                  <a:pt x="0" y="17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5" name="Freeform 446"/>
          <p:cNvSpPr>
            <a:spLocks/>
          </p:cNvSpPr>
          <p:nvPr/>
        </p:nvSpPr>
        <p:spPr bwMode="auto">
          <a:xfrm>
            <a:off x="515626" y="4223377"/>
            <a:ext cx="3842296" cy="2182366"/>
          </a:xfrm>
          <a:custGeom>
            <a:avLst/>
            <a:gdLst>
              <a:gd name="T0" fmla="*/ 0 w 2655"/>
              <a:gd name="T1" fmla="*/ 1508 h 1508"/>
              <a:gd name="T2" fmla="*/ 1327 w 2655"/>
              <a:gd name="T3" fmla="*/ 0 h 1508"/>
              <a:gd name="T4" fmla="*/ 2655 w 2655"/>
              <a:gd name="T5" fmla="*/ 1508 h 1508"/>
              <a:gd name="T6" fmla="*/ 0 w 2655"/>
              <a:gd name="T7" fmla="*/ 1508 h 1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55" h="1508">
                <a:moveTo>
                  <a:pt x="0" y="1508"/>
                </a:moveTo>
                <a:lnTo>
                  <a:pt x="1327" y="0"/>
                </a:lnTo>
                <a:lnTo>
                  <a:pt x="2655" y="1508"/>
                </a:lnTo>
                <a:lnTo>
                  <a:pt x="0" y="15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7" name="Freeform 448"/>
          <p:cNvSpPr>
            <a:spLocks/>
          </p:cNvSpPr>
          <p:nvPr/>
        </p:nvSpPr>
        <p:spPr bwMode="auto">
          <a:xfrm>
            <a:off x="2436050" y="4223377"/>
            <a:ext cx="1921871" cy="2182366"/>
          </a:xfrm>
          <a:custGeom>
            <a:avLst/>
            <a:gdLst>
              <a:gd name="T0" fmla="*/ 1328 w 1328"/>
              <a:gd name="T1" fmla="*/ 1508 h 1508"/>
              <a:gd name="T2" fmla="*/ 0 w 1328"/>
              <a:gd name="T3" fmla="*/ 0 h 1508"/>
              <a:gd name="T4" fmla="*/ 0 w 1328"/>
              <a:gd name="T5" fmla="*/ 1508 h 1508"/>
              <a:gd name="T6" fmla="*/ 1328 w 1328"/>
              <a:gd name="T7" fmla="*/ 1508 h 1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8" h="1508">
                <a:moveTo>
                  <a:pt x="1328" y="1508"/>
                </a:moveTo>
                <a:lnTo>
                  <a:pt x="0" y="0"/>
                </a:lnTo>
                <a:lnTo>
                  <a:pt x="0" y="1508"/>
                </a:lnTo>
                <a:lnTo>
                  <a:pt x="1328" y="15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4" name="Rectangle 465"/>
          <p:cNvSpPr>
            <a:spLocks noChangeArrowheads="1"/>
          </p:cNvSpPr>
          <p:nvPr/>
        </p:nvSpPr>
        <p:spPr bwMode="auto">
          <a:xfrm>
            <a:off x="8337701" y="5663334"/>
            <a:ext cx="1138941" cy="54993"/>
          </a:xfrm>
          <a:prstGeom prst="rect">
            <a:avLst/>
          </a:prstGeom>
          <a:solidFill>
            <a:srgbClr val="78716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5" name="Rectangle 466"/>
          <p:cNvSpPr>
            <a:spLocks noChangeArrowheads="1"/>
          </p:cNvSpPr>
          <p:nvPr/>
        </p:nvSpPr>
        <p:spPr bwMode="auto">
          <a:xfrm>
            <a:off x="8337701" y="5663334"/>
            <a:ext cx="1138941" cy="549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6" name="Freeform 467"/>
          <p:cNvSpPr>
            <a:spLocks/>
          </p:cNvSpPr>
          <p:nvPr/>
        </p:nvSpPr>
        <p:spPr bwMode="auto">
          <a:xfrm>
            <a:off x="8292838" y="5452044"/>
            <a:ext cx="1231561" cy="211290"/>
          </a:xfrm>
          <a:custGeom>
            <a:avLst/>
            <a:gdLst>
              <a:gd name="T0" fmla="*/ 0 w 851"/>
              <a:gd name="T1" fmla="*/ 94 h 146"/>
              <a:gd name="T2" fmla="*/ 0 w 851"/>
              <a:gd name="T3" fmla="*/ 146 h 146"/>
              <a:gd name="T4" fmla="*/ 851 w 851"/>
              <a:gd name="T5" fmla="*/ 146 h 146"/>
              <a:gd name="T6" fmla="*/ 851 w 851"/>
              <a:gd name="T7" fmla="*/ 0 h 146"/>
              <a:gd name="T8" fmla="*/ 0 w 851"/>
              <a:gd name="T9" fmla="*/ 9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51" h="146">
                <a:moveTo>
                  <a:pt x="0" y="94"/>
                </a:moveTo>
                <a:lnTo>
                  <a:pt x="0" y="146"/>
                </a:lnTo>
                <a:lnTo>
                  <a:pt x="851" y="146"/>
                </a:lnTo>
                <a:lnTo>
                  <a:pt x="851" y="0"/>
                </a:lnTo>
                <a:lnTo>
                  <a:pt x="0" y="94"/>
                </a:lnTo>
                <a:close/>
              </a:path>
            </a:pathLst>
          </a:custGeom>
          <a:solidFill>
            <a:srgbClr val="F760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7" name="Rectangle 468"/>
          <p:cNvSpPr>
            <a:spLocks noChangeArrowheads="1"/>
          </p:cNvSpPr>
          <p:nvPr/>
        </p:nvSpPr>
        <p:spPr bwMode="auto">
          <a:xfrm>
            <a:off x="8292838" y="5906462"/>
            <a:ext cx="1224325" cy="363246"/>
          </a:xfrm>
          <a:prstGeom prst="rect">
            <a:avLst/>
          </a:prstGeom>
          <a:solidFill>
            <a:srgbClr val="FFD7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8" name="Rectangle 469"/>
          <p:cNvSpPr>
            <a:spLocks noChangeArrowheads="1"/>
          </p:cNvSpPr>
          <p:nvPr/>
        </p:nvSpPr>
        <p:spPr bwMode="auto">
          <a:xfrm>
            <a:off x="8292838" y="5906462"/>
            <a:ext cx="1224325" cy="3632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9" name="Rectangle 470"/>
          <p:cNvSpPr>
            <a:spLocks noChangeArrowheads="1"/>
          </p:cNvSpPr>
          <p:nvPr/>
        </p:nvSpPr>
        <p:spPr bwMode="auto">
          <a:xfrm>
            <a:off x="8292838" y="5718327"/>
            <a:ext cx="1224325" cy="188135"/>
          </a:xfrm>
          <a:prstGeom prst="rect">
            <a:avLst/>
          </a:prstGeom>
          <a:solidFill>
            <a:srgbClr val="FFD7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0" name="Rectangle 471"/>
          <p:cNvSpPr>
            <a:spLocks noChangeArrowheads="1"/>
          </p:cNvSpPr>
          <p:nvPr/>
        </p:nvSpPr>
        <p:spPr bwMode="auto">
          <a:xfrm>
            <a:off x="8292838" y="5718327"/>
            <a:ext cx="1224325" cy="188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1" name="Rectangle 472"/>
          <p:cNvSpPr>
            <a:spLocks noChangeArrowheads="1"/>
          </p:cNvSpPr>
          <p:nvPr/>
        </p:nvSpPr>
        <p:spPr bwMode="auto">
          <a:xfrm>
            <a:off x="8430321" y="5991846"/>
            <a:ext cx="642553" cy="192477"/>
          </a:xfrm>
          <a:prstGeom prst="rect">
            <a:avLst/>
          </a:pr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2" name="Rectangle 473"/>
          <p:cNvSpPr>
            <a:spLocks noChangeArrowheads="1"/>
          </p:cNvSpPr>
          <p:nvPr/>
        </p:nvSpPr>
        <p:spPr bwMode="auto">
          <a:xfrm>
            <a:off x="8430321" y="5991846"/>
            <a:ext cx="642553" cy="1924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3" name="Rectangle 474"/>
          <p:cNvSpPr>
            <a:spLocks noChangeArrowheads="1"/>
          </p:cNvSpPr>
          <p:nvPr/>
        </p:nvSpPr>
        <p:spPr bwMode="auto">
          <a:xfrm>
            <a:off x="9210357" y="5991846"/>
            <a:ext cx="204055" cy="192477"/>
          </a:xfrm>
          <a:prstGeom prst="rect">
            <a:avLst/>
          </a:pr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4" name="Rectangle 475"/>
          <p:cNvSpPr>
            <a:spLocks noChangeArrowheads="1"/>
          </p:cNvSpPr>
          <p:nvPr/>
        </p:nvSpPr>
        <p:spPr bwMode="auto">
          <a:xfrm>
            <a:off x="9210357" y="5991846"/>
            <a:ext cx="204055" cy="1924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5" name="Rectangle 476"/>
          <p:cNvSpPr>
            <a:spLocks noChangeArrowheads="1"/>
          </p:cNvSpPr>
          <p:nvPr/>
        </p:nvSpPr>
        <p:spPr bwMode="auto">
          <a:xfrm>
            <a:off x="9206016" y="5766084"/>
            <a:ext cx="205501" cy="92620"/>
          </a:xfrm>
          <a:prstGeom prst="rect">
            <a:avLst/>
          </a:prstGeom>
          <a:solidFill>
            <a:srgbClr val="3473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6" name="Rectangle 477"/>
          <p:cNvSpPr>
            <a:spLocks noChangeArrowheads="1"/>
          </p:cNvSpPr>
          <p:nvPr/>
        </p:nvSpPr>
        <p:spPr bwMode="auto">
          <a:xfrm>
            <a:off x="9206016" y="5766084"/>
            <a:ext cx="205501" cy="926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7" name="Rectangle 478"/>
          <p:cNvSpPr>
            <a:spLocks noChangeArrowheads="1"/>
          </p:cNvSpPr>
          <p:nvPr/>
        </p:nvSpPr>
        <p:spPr bwMode="auto">
          <a:xfrm>
            <a:off x="8734232" y="5766084"/>
            <a:ext cx="205501" cy="92620"/>
          </a:xfrm>
          <a:prstGeom prst="rect">
            <a:avLst/>
          </a:pr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8" name="Rectangle 479"/>
          <p:cNvSpPr>
            <a:spLocks noChangeArrowheads="1"/>
          </p:cNvSpPr>
          <p:nvPr/>
        </p:nvSpPr>
        <p:spPr bwMode="auto">
          <a:xfrm>
            <a:off x="8734232" y="5766084"/>
            <a:ext cx="205501" cy="926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9" name="Rectangle 480"/>
          <p:cNvSpPr>
            <a:spLocks noChangeArrowheads="1"/>
          </p:cNvSpPr>
          <p:nvPr/>
        </p:nvSpPr>
        <p:spPr bwMode="auto">
          <a:xfrm>
            <a:off x="8430321" y="5766084"/>
            <a:ext cx="204055" cy="92620"/>
          </a:xfrm>
          <a:prstGeom prst="rect">
            <a:avLst/>
          </a:pr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0" name="Freeform 481"/>
          <p:cNvSpPr>
            <a:spLocks/>
          </p:cNvSpPr>
          <p:nvPr/>
        </p:nvSpPr>
        <p:spPr bwMode="auto">
          <a:xfrm>
            <a:off x="8425979" y="5544664"/>
            <a:ext cx="1098419" cy="118670"/>
          </a:xfrm>
          <a:custGeom>
            <a:avLst/>
            <a:gdLst>
              <a:gd name="T0" fmla="*/ 759 w 759"/>
              <a:gd name="T1" fmla="*/ 82 h 82"/>
              <a:gd name="T2" fmla="*/ 759 w 759"/>
              <a:gd name="T3" fmla="*/ 0 h 82"/>
              <a:gd name="T4" fmla="*/ 0 w 759"/>
              <a:gd name="T5" fmla="*/ 82 h 82"/>
              <a:gd name="T6" fmla="*/ 759 w 759"/>
              <a:gd name="T7" fmla="*/ 8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59" h="82">
                <a:moveTo>
                  <a:pt x="759" y="82"/>
                </a:moveTo>
                <a:lnTo>
                  <a:pt x="759" y="0"/>
                </a:lnTo>
                <a:lnTo>
                  <a:pt x="0" y="82"/>
                </a:lnTo>
                <a:lnTo>
                  <a:pt x="759" y="82"/>
                </a:lnTo>
                <a:close/>
              </a:path>
            </a:pathLst>
          </a:custGeom>
          <a:solidFill>
            <a:srgbClr val="EE3D4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1" name="Rectangle 482"/>
          <p:cNvSpPr>
            <a:spLocks noChangeArrowheads="1"/>
          </p:cNvSpPr>
          <p:nvPr/>
        </p:nvSpPr>
        <p:spPr bwMode="auto">
          <a:xfrm>
            <a:off x="8832641" y="5718327"/>
            <a:ext cx="684522" cy="188135"/>
          </a:xfrm>
          <a:prstGeom prst="rect">
            <a:avLst/>
          </a:prstGeom>
          <a:solidFill>
            <a:srgbClr val="D9B7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2" name="Rectangle 483"/>
          <p:cNvSpPr>
            <a:spLocks noChangeArrowheads="1"/>
          </p:cNvSpPr>
          <p:nvPr/>
        </p:nvSpPr>
        <p:spPr bwMode="auto">
          <a:xfrm>
            <a:off x="9206016" y="5766084"/>
            <a:ext cx="205501" cy="92620"/>
          </a:xfrm>
          <a:prstGeom prst="rect">
            <a:avLst/>
          </a:prstGeom>
          <a:solidFill>
            <a:srgbClr val="2C62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3" name="Rectangle 484"/>
          <p:cNvSpPr>
            <a:spLocks noChangeArrowheads="1"/>
          </p:cNvSpPr>
          <p:nvPr/>
        </p:nvSpPr>
        <p:spPr bwMode="auto">
          <a:xfrm>
            <a:off x="9206016" y="5766084"/>
            <a:ext cx="205501" cy="926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4" name="Freeform 485"/>
          <p:cNvSpPr>
            <a:spLocks/>
          </p:cNvSpPr>
          <p:nvPr/>
        </p:nvSpPr>
        <p:spPr bwMode="auto">
          <a:xfrm>
            <a:off x="8881845" y="5800817"/>
            <a:ext cx="57888" cy="57888"/>
          </a:xfrm>
          <a:custGeom>
            <a:avLst/>
            <a:gdLst>
              <a:gd name="T0" fmla="*/ 40 w 40"/>
              <a:gd name="T1" fmla="*/ 0 h 40"/>
              <a:gd name="T2" fmla="*/ 0 w 40"/>
              <a:gd name="T3" fmla="*/ 40 h 40"/>
              <a:gd name="T4" fmla="*/ 40 w 40"/>
              <a:gd name="T5" fmla="*/ 40 h 40"/>
              <a:gd name="T6" fmla="*/ 40 w 40"/>
              <a:gd name="T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" h="40">
                <a:moveTo>
                  <a:pt x="40" y="0"/>
                </a:moveTo>
                <a:lnTo>
                  <a:pt x="0" y="40"/>
                </a:lnTo>
                <a:lnTo>
                  <a:pt x="40" y="40"/>
                </a:lnTo>
                <a:lnTo>
                  <a:pt x="40" y="0"/>
                </a:lnTo>
                <a:close/>
              </a:path>
            </a:pathLst>
          </a:custGeom>
          <a:solidFill>
            <a:srgbClr val="3A78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5" name="Freeform 486"/>
          <p:cNvSpPr>
            <a:spLocks/>
          </p:cNvSpPr>
          <p:nvPr/>
        </p:nvSpPr>
        <p:spPr bwMode="auto">
          <a:xfrm>
            <a:off x="8881845" y="5800817"/>
            <a:ext cx="57888" cy="57888"/>
          </a:xfrm>
          <a:custGeom>
            <a:avLst/>
            <a:gdLst>
              <a:gd name="T0" fmla="*/ 40 w 40"/>
              <a:gd name="T1" fmla="*/ 0 h 40"/>
              <a:gd name="T2" fmla="*/ 0 w 40"/>
              <a:gd name="T3" fmla="*/ 40 h 40"/>
              <a:gd name="T4" fmla="*/ 40 w 40"/>
              <a:gd name="T5" fmla="*/ 40 h 40"/>
              <a:gd name="T6" fmla="*/ 40 w 40"/>
              <a:gd name="T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" h="40">
                <a:moveTo>
                  <a:pt x="40" y="0"/>
                </a:moveTo>
                <a:lnTo>
                  <a:pt x="0" y="40"/>
                </a:lnTo>
                <a:lnTo>
                  <a:pt x="40" y="40"/>
                </a:lnTo>
                <a:lnTo>
                  <a:pt x="4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6" name="Freeform 487"/>
          <p:cNvSpPr>
            <a:spLocks noEditPoints="1"/>
          </p:cNvSpPr>
          <p:nvPr/>
        </p:nvSpPr>
        <p:spPr bwMode="auto">
          <a:xfrm>
            <a:off x="8741467" y="5906462"/>
            <a:ext cx="775695" cy="363246"/>
          </a:xfrm>
          <a:custGeom>
            <a:avLst/>
            <a:gdLst>
              <a:gd name="T0" fmla="*/ 324 w 536"/>
              <a:gd name="T1" fmla="*/ 192 h 251"/>
              <a:gd name="T2" fmla="*/ 324 w 536"/>
              <a:gd name="T3" fmla="*/ 59 h 251"/>
              <a:gd name="T4" fmla="*/ 465 w 536"/>
              <a:gd name="T5" fmla="*/ 59 h 251"/>
              <a:gd name="T6" fmla="*/ 465 w 536"/>
              <a:gd name="T7" fmla="*/ 192 h 251"/>
              <a:gd name="T8" fmla="*/ 324 w 536"/>
              <a:gd name="T9" fmla="*/ 192 h 251"/>
              <a:gd name="T10" fmla="*/ 536 w 536"/>
              <a:gd name="T11" fmla="*/ 0 h 251"/>
              <a:gd name="T12" fmla="*/ 248 w 536"/>
              <a:gd name="T13" fmla="*/ 0 h 251"/>
              <a:gd name="T14" fmla="*/ 189 w 536"/>
              <a:gd name="T15" fmla="*/ 59 h 251"/>
              <a:gd name="T16" fmla="*/ 229 w 536"/>
              <a:gd name="T17" fmla="*/ 59 h 251"/>
              <a:gd name="T18" fmla="*/ 229 w 536"/>
              <a:gd name="T19" fmla="*/ 192 h 251"/>
              <a:gd name="T20" fmla="*/ 59 w 536"/>
              <a:gd name="T21" fmla="*/ 192 h 251"/>
              <a:gd name="T22" fmla="*/ 0 w 536"/>
              <a:gd name="T23" fmla="*/ 251 h 251"/>
              <a:gd name="T24" fmla="*/ 536 w 536"/>
              <a:gd name="T25" fmla="*/ 251 h 251"/>
              <a:gd name="T26" fmla="*/ 536 w 536"/>
              <a:gd name="T27" fmla="*/ 0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36" h="251">
                <a:moveTo>
                  <a:pt x="324" y="192"/>
                </a:moveTo>
                <a:lnTo>
                  <a:pt x="324" y="59"/>
                </a:lnTo>
                <a:lnTo>
                  <a:pt x="465" y="59"/>
                </a:lnTo>
                <a:lnTo>
                  <a:pt x="465" y="192"/>
                </a:lnTo>
                <a:lnTo>
                  <a:pt x="324" y="192"/>
                </a:lnTo>
                <a:close/>
                <a:moveTo>
                  <a:pt x="536" y="0"/>
                </a:moveTo>
                <a:lnTo>
                  <a:pt x="248" y="0"/>
                </a:lnTo>
                <a:lnTo>
                  <a:pt x="189" y="59"/>
                </a:lnTo>
                <a:lnTo>
                  <a:pt x="229" y="59"/>
                </a:lnTo>
                <a:lnTo>
                  <a:pt x="229" y="192"/>
                </a:lnTo>
                <a:lnTo>
                  <a:pt x="59" y="192"/>
                </a:lnTo>
                <a:lnTo>
                  <a:pt x="0" y="251"/>
                </a:lnTo>
                <a:lnTo>
                  <a:pt x="536" y="251"/>
                </a:lnTo>
                <a:lnTo>
                  <a:pt x="536" y="0"/>
                </a:lnTo>
                <a:close/>
              </a:path>
            </a:pathLst>
          </a:custGeom>
          <a:solidFill>
            <a:srgbClr val="D9B7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7" name="Freeform 488"/>
          <p:cNvSpPr>
            <a:spLocks noEditPoints="1"/>
          </p:cNvSpPr>
          <p:nvPr/>
        </p:nvSpPr>
        <p:spPr bwMode="auto">
          <a:xfrm>
            <a:off x="8741467" y="5906462"/>
            <a:ext cx="775695" cy="363246"/>
          </a:xfrm>
          <a:custGeom>
            <a:avLst/>
            <a:gdLst>
              <a:gd name="T0" fmla="*/ 324 w 536"/>
              <a:gd name="T1" fmla="*/ 192 h 251"/>
              <a:gd name="T2" fmla="*/ 324 w 536"/>
              <a:gd name="T3" fmla="*/ 59 h 251"/>
              <a:gd name="T4" fmla="*/ 465 w 536"/>
              <a:gd name="T5" fmla="*/ 59 h 251"/>
              <a:gd name="T6" fmla="*/ 465 w 536"/>
              <a:gd name="T7" fmla="*/ 192 h 251"/>
              <a:gd name="T8" fmla="*/ 324 w 536"/>
              <a:gd name="T9" fmla="*/ 192 h 251"/>
              <a:gd name="T10" fmla="*/ 536 w 536"/>
              <a:gd name="T11" fmla="*/ 0 h 251"/>
              <a:gd name="T12" fmla="*/ 248 w 536"/>
              <a:gd name="T13" fmla="*/ 0 h 251"/>
              <a:gd name="T14" fmla="*/ 189 w 536"/>
              <a:gd name="T15" fmla="*/ 59 h 251"/>
              <a:gd name="T16" fmla="*/ 229 w 536"/>
              <a:gd name="T17" fmla="*/ 59 h 251"/>
              <a:gd name="T18" fmla="*/ 229 w 536"/>
              <a:gd name="T19" fmla="*/ 192 h 251"/>
              <a:gd name="T20" fmla="*/ 59 w 536"/>
              <a:gd name="T21" fmla="*/ 192 h 251"/>
              <a:gd name="T22" fmla="*/ 0 w 536"/>
              <a:gd name="T23" fmla="*/ 251 h 251"/>
              <a:gd name="T24" fmla="*/ 536 w 536"/>
              <a:gd name="T25" fmla="*/ 251 h 251"/>
              <a:gd name="T26" fmla="*/ 536 w 536"/>
              <a:gd name="T27" fmla="*/ 0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36" h="251">
                <a:moveTo>
                  <a:pt x="324" y="192"/>
                </a:moveTo>
                <a:lnTo>
                  <a:pt x="324" y="59"/>
                </a:lnTo>
                <a:lnTo>
                  <a:pt x="465" y="59"/>
                </a:lnTo>
                <a:lnTo>
                  <a:pt x="465" y="192"/>
                </a:lnTo>
                <a:lnTo>
                  <a:pt x="324" y="192"/>
                </a:lnTo>
                <a:moveTo>
                  <a:pt x="536" y="0"/>
                </a:moveTo>
                <a:lnTo>
                  <a:pt x="248" y="0"/>
                </a:lnTo>
                <a:lnTo>
                  <a:pt x="189" y="59"/>
                </a:lnTo>
                <a:lnTo>
                  <a:pt x="229" y="59"/>
                </a:lnTo>
                <a:lnTo>
                  <a:pt x="229" y="192"/>
                </a:lnTo>
                <a:lnTo>
                  <a:pt x="59" y="192"/>
                </a:lnTo>
                <a:lnTo>
                  <a:pt x="0" y="251"/>
                </a:lnTo>
                <a:lnTo>
                  <a:pt x="536" y="251"/>
                </a:lnTo>
                <a:lnTo>
                  <a:pt x="53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8" name="Freeform 489"/>
          <p:cNvSpPr>
            <a:spLocks/>
          </p:cNvSpPr>
          <p:nvPr/>
        </p:nvSpPr>
        <p:spPr bwMode="auto">
          <a:xfrm>
            <a:off x="8826852" y="5991846"/>
            <a:ext cx="246023" cy="192477"/>
          </a:xfrm>
          <a:custGeom>
            <a:avLst/>
            <a:gdLst>
              <a:gd name="T0" fmla="*/ 170 w 170"/>
              <a:gd name="T1" fmla="*/ 0 h 133"/>
              <a:gd name="T2" fmla="*/ 130 w 170"/>
              <a:gd name="T3" fmla="*/ 0 h 133"/>
              <a:gd name="T4" fmla="*/ 0 w 170"/>
              <a:gd name="T5" fmla="*/ 133 h 133"/>
              <a:gd name="T6" fmla="*/ 170 w 170"/>
              <a:gd name="T7" fmla="*/ 133 h 133"/>
              <a:gd name="T8" fmla="*/ 170 w 170"/>
              <a:gd name="T9" fmla="*/ 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0" h="133">
                <a:moveTo>
                  <a:pt x="170" y="0"/>
                </a:moveTo>
                <a:lnTo>
                  <a:pt x="130" y="0"/>
                </a:lnTo>
                <a:lnTo>
                  <a:pt x="0" y="133"/>
                </a:lnTo>
                <a:lnTo>
                  <a:pt x="170" y="133"/>
                </a:lnTo>
                <a:lnTo>
                  <a:pt x="170" y="0"/>
                </a:lnTo>
                <a:close/>
              </a:path>
            </a:pathLst>
          </a:custGeom>
          <a:solidFill>
            <a:srgbClr val="3A78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9" name="Freeform 490"/>
          <p:cNvSpPr>
            <a:spLocks/>
          </p:cNvSpPr>
          <p:nvPr/>
        </p:nvSpPr>
        <p:spPr bwMode="auto">
          <a:xfrm>
            <a:off x="8826852" y="5991846"/>
            <a:ext cx="246023" cy="192477"/>
          </a:xfrm>
          <a:custGeom>
            <a:avLst/>
            <a:gdLst>
              <a:gd name="T0" fmla="*/ 170 w 170"/>
              <a:gd name="T1" fmla="*/ 0 h 133"/>
              <a:gd name="T2" fmla="*/ 130 w 170"/>
              <a:gd name="T3" fmla="*/ 0 h 133"/>
              <a:gd name="T4" fmla="*/ 0 w 170"/>
              <a:gd name="T5" fmla="*/ 133 h 133"/>
              <a:gd name="T6" fmla="*/ 170 w 170"/>
              <a:gd name="T7" fmla="*/ 133 h 133"/>
              <a:gd name="T8" fmla="*/ 170 w 170"/>
              <a:gd name="T9" fmla="*/ 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0" h="133">
                <a:moveTo>
                  <a:pt x="170" y="0"/>
                </a:moveTo>
                <a:lnTo>
                  <a:pt x="130" y="0"/>
                </a:lnTo>
                <a:lnTo>
                  <a:pt x="0" y="133"/>
                </a:lnTo>
                <a:lnTo>
                  <a:pt x="170" y="133"/>
                </a:lnTo>
                <a:lnTo>
                  <a:pt x="17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0" name="Rectangle 491"/>
          <p:cNvSpPr>
            <a:spLocks noChangeArrowheads="1"/>
          </p:cNvSpPr>
          <p:nvPr/>
        </p:nvSpPr>
        <p:spPr bwMode="auto">
          <a:xfrm>
            <a:off x="9210357" y="5991846"/>
            <a:ext cx="204055" cy="192477"/>
          </a:xfrm>
          <a:prstGeom prst="rect">
            <a:avLst/>
          </a:prstGeom>
          <a:solidFill>
            <a:srgbClr val="3A78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1" name="Rectangle 492"/>
          <p:cNvSpPr>
            <a:spLocks noChangeArrowheads="1"/>
          </p:cNvSpPr>
          <p:nvPr/>
        </p:nvSpPr>
        <p:spPr bwMode="auto">
          <a:xfrm>
            <a:off x="9210357" y="5991846"/>
            <a:ext cx="204055" cy="1924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8" name="Freeform 499"/>
          <p:cNvSpPr>
            <a:spLocks/>
          </p:cNvSpPr>
          <p:nvPr/>
        </p:nvSpPr>
        <p:spPr bwMode="auto">
          <a:xfrm>
            <a:off x="9910799" y="5339163"/>
            <a:ext cx="373376" cy="803192"/>
          </a:xfrm>
          <a:custGeom>
            <a:avLst/>
            <a:gdLst>
              <a:gd name="T0" fmla="*/ 0 w 258"/>
              <a:gd name="T1" fmla="*/ 555 h 555"/>
              <a:gd name="T2" fmla="*/ 128 w 258"/>
              <a:gd name="T3" fmla="*/ 0 h 555"/>
              <a:gd name="T4" fmla="*/ 258 w 258"/>
              <a:gd name="T5" fmla="*/ 555 h 555"/>
              <a:gd name="T6" fmla="*/ 0 w 258"/>
              <a:gd name="T7" fmla="*/ 55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8" h="555">
                <a:moveTo>
                  <a:pt x="0" y="555"/>
                </a:moveTo>
                <a:lnTo>
                  <a:pt x="128" y="0"/>
                </a:lnTo>
                <a:lnTo>
                  <a:pt x="258" y="555"/>
                </a:lnTo>
                <a:lnTo>
                  <a:pt x="0" y="555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9" name="Freeform 500"/>
          <p:cNvSpPr>
            <a:spLocks/>
          </p:cNvSpPr>
          <p:nvPr/>
        </p:nvSpPr>
        <p:spPr bwMode="auto">
          <a:xfrm>
            <a:off x="10096039" y="5339163"/>
            <a:ext cx="188135" cy="803192"/>
          </a:xfrm>
          <a:custGeom>
            <a:avLst/>
            <a:gdLst>
              <a:gd name="T0" fmla="*/ 130 w 130"/>
              <a:gd name="T1" fmla="*/ 555 h 555"/>
              <a:gd name="T2" fmla="*/ 0 w 130"/>
              <a:gd name="T3" fmla="*/ 0 h 555"/>
              <a:gd name="T4" fmla="*/ 0 w 130"/>
              <a:gd name="T5" fmla="*/ 555 h 555"/>
              <a:gd name="T6" fmla="*/ 130 w 130"/>
              <a:gd name="T7" fmla="*/ 55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0" h="555">
                <a:moveTo>
                  <a:pt x="130" y="555"/>
                </a:moveTo>
                <a:lnTo>
                  <a:pt x="0" y="0"/>
                </a:lnTo>
                <a:lnTo>
                  <a:pt x="0" y="555"/>
                </a:lnTo>
                <a:lnTo>
                  <a:pt x="130" y="555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0" name="Freeform 501"/>
          <p:cNvSpPr>
            <a:spLocks/>
          </p:cNvSpPr>
          <p:nvPr/>
        </p:nvSpPr>
        <p:spPr bwMode="auto">
          <a:xfrm>
            <a:off x="6356494" y="6009212"/>
            <a:ext cx="40521" cy="105645"/>
          </a:xfrm>
          <a:custGeom>
            <a:avLst/>
            <a:gdLst>
              <a:gd name="T0" fmla="*/ 7 w 28"/>
              <a:gd name="T1" fmla="*/ 0 h 73"/>
              <a:gd name="T2" fmla="*/ 0 w 28"/>
              <a:gd name="T3" fmla="*/ 73 h 73"/>
              <a:gd name="T4" fmla="*/ 28 w 28"/>
              <a:gd name="T5" fmla="*/ 73 h 73"/>
              <a:gd name="T6" fmla="*/ 21 w 28"/>
              <a:gd name="T7" fmla="*/ 0 h 73"/>
              <a:gd name="T8" fmla="*/ 7 w 28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73">
                <a:moveTo>
                  <a:pt x="7" y="0"/>
                </a:moveTo>
                <a:lnTo>
                  <a:pt x="0" y="73"/>
                </a:lnTo>
                <a:lnTo>
                  <a:pt x="28" y="73"/>
                </a:lnTo>
                <a:lnTo>
                  <a:pt x="21" y="0"/>
                </a:lnTo>
                <a:lnTo>
                  <a:pt x="7" y="0"/>
                </a:lnTo>
                <a:close/>
              </a:path>
            </a:pathLst>
          </a:custGeom>
          <a:solidFill>
            <a:srgbClr val="8B63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1" name="Freeform 502"/>
          <p:cNvSpPr>
            <a:spLocks/>
          </p:cNvSpPr>
          <p:nvPr/>
        </p:nvSpPr>
        <p:spPr bwMode="auto">
          <a:xfrm>
            <a:off x="6376755" y="6009212"/>
            <a:ext cx="20261" cy="105645"/>
          </a:xfrm>
          <a:custGeom>
            <a:avLst/>
            <a:gdLst>
              <a:gd name="T0" fmla="*/ 0 w 14"/>
              <a:gd name="T1" fmla="*/ 0 h 73"/>
              <a:gd name="T2" fmla="*/ 0 w 14"/>
              <a:gd name="T3" fmla="*/ 73 h 73"/>
              <a:gd name="T4" fmla="*/ 14 w 14"/>
              <a:gd name="T5" fmla="*/ 73 h 73"/>
              <a:gd name="T6" fmla="*/ 7 w 14"/>
              <a:gd name="T7" fmla="*/ 0 h 73"/>
              <a:gd name="T8" fmla="*/ 0 w 14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73">
                <a:moveTo>
                  <a:pt x="0" y="0"/>
                </a:moveTo>
                <a:lnTo>
                  <a:pt x="0" y="73"/>
                </a:lnTo>
                <a:lnTo>
                  <a:pt x="14" y="73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solidFill>
            <a:srgbClr val="754B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2" name="Freeform 503"/>
          <p:cNvSpPr>
            <a:spLocks/>
          </p:cNvSpPr>
          <p:nvPr/>
        </p:nvSpPr>
        <p:spPr bwMode="auto">
          <a:xfrm>
            <a:off x="6266768" y="5582291"/>
            <a:ext cx="215632" cy="461655"/>
          </a:xfrm>
          <a:custGeom>
            <a:avLst/>
            <a:gdLst>
              <a:gd name="T0" fmla="*/ 0 w 149"/>
              <a:gd name="T1" fmla="*/ 319 h 319"/>
              <a:gd name="T2" fmla="*/ 76 w 149"/>
              <a:gd name="T3" fmla="*/ 0 h 319"/>
              <a:gd name="T4" fmla="*/ 149 w 149"/>
              <a:gd name="T5" fmla="*/ 319 h 319"/>
              <a:gd name="T6" fmla="*/ 0 w 149"/>
              <a:gd name="T7" fmla="*/ 31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9" h="319">
                <a:moveTo>
                  <a:pt x="0" y="319"/>
                </a:moveTo>
                <a:lnTo>
                  <a:pt x="76" y="0"/>
                </a:lnTo>
                <a:lnTo>
                  <a:pt x="149" y="319"/>
                </a:lnTo>
                <a:lnTo>
                  <a:pt x="0" y="319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3" name="Freeform 504"/>
          <p:cNvSpPr>
            <a:spLocks/>
          </p:cNvSpPr>
          <p:nvPr/>
        </p:nvSpPr>
        <p:spPr bwMode="auto">
          <a:xfrm>
            <a:off x="6376755" y="5582291"/>
            <a:ext cx="105645" cy="461655"/>
          </a:xfrm>
          <a:custGeom>
            <a:avLst/>
            <a:gdLst>
              <a:gd name="T0" fmla="*/ 73 w 73"/>
              <a:gd name="T1" fmla="*/ 319 h 319"/>
              <a:gd name="T2" fmla="*/ 0 w 73"/>
              <a:gd name="T3" fmla="*/ 0 h 319"/>
              <a:gd name="T4" fmla="*/ 0 w 73"/>
              <a:gd name="T5" fmla="*/ 319 h 319"/>
              <a:gd name="T6" fmla="*/ 73 w 73"/>
              <a:gd name="T7" fmla="*/ 31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319">
                <a:moveTo>
                  <a:pt x="73" y="319"/>
                </a:moveTo>
                <a:lnTo>
                  <a:pt x="0" y="0"/>
                </a:lnTo>
                <a:lnTo>
                  <a:pt x="0" y="319"/>
                </a:lnTo>
                <a:lnTo>
                  <a:pt x="73" y="319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4" name="Freeform 505"/>
          <p:cNvSpPr>
            <a:spLocks/>
          </p:cNvSpPr>
          <p:nvPr/>
        </p:nvSpPr>
        <p:spPr bwMode="auto">
          <a:xfrm>
            <a:off x="3640115" y="5946984"/>
            <a:ext cx="112881" cy="342985"/>
          </a:xfrm>
          <a:custGeom>
            <a:avLst/>
            <a:gdLst>
              <a:gd name="T0" fmla="*/ 16 w 78"/>
              <a:gd name="T1" fmla="*/ 0 h 237"/>
              <a:gd name="T2" fmla="*/ 0 w 78"/>
              <a:gd name="T3" fmla="*/ 237 h 237"/>
              <a:gd name="T4" fmla="*/ 78 w 78"/>
              <a:gd name="T5" fmla="*/ 237 h 237"/>
              <a:gd name="T6" fmla="*/ 61 w 78"/>
              <a:gd name="T7" fmla="*/ 0 h 237"/>
              <a:gd name="T8" fmla="*/ 16 w 78"/>
              <a:gd name="T9" fmla="*/ 0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" h="237">
                <a:moveTo>
                  <a:pt x="16" y="0"/>
                </a:moveTo>
                <a:lnTo>
                  <a:pt x="0" y="237"/>
                </a:lnTo>
                <a:lnTo>
                  <a:pt x="78" y="237"/>
                </a:lnTo>
                <a:lnTo>
                  <a:pt x="61" y="0"/>
                </a:lnTo>
                <a:lnTo>
                  <a:pt x="16" y="0"/>
                </a:lnTo>
                <a:close/>
              </a:path>
            </a:pathLst>
          </a:custGeom>
          <a:solidFill>
            <a:srgbClr val="8B63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5" name="Freeform 506"/>
          <p:cNvSpPr>
            <a:spLocks/>
          </p:cNvSpPr>
          <p:nvPr/>
        </p:nvSpPr>
        <p:spPr bwMode="auto">
          <a:xfrm>
            <a:off x="3695108" y="5946984"/>
            <a:ext cx="57888" cy="342985"/>
          </a:xfrm>
          <a:custGeom>
            <a:avLst/>
            <a:gdLst>
              <a:gd name="T0" fmla="*/ 0 w 40"/>
              <a:gd name="T1" fmla="*/ 0 h 237"/>
              <a:gd name="T2" fmla="*/ 0 w 40"/>
              <a:gd name="T3" fmla="*/ 237 h 237"/>
              <a:gd name="T4" fmla="*/ 40 w 40"/>
              <a:gd name="T5" fmla="*/ 237 h 237"/>
              <a:gd name="T6" fmla="*/ 23 w 40"/>
              <a:gd name="T7" fmla="*/ 0 h 237"/>
              <a:gd name="T8" fmla="*/ 0 w 40"/>
              <a:gd name="T9" fmla="*/ 0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237">
                <a:moveTo>
                  <a:pt x="0" y="0"/>
                </a:moveTo>
                <a:lnTo>
                  <a:pt x="0" y="237"/>
                </a:lnTo>
                <a:lnTo>
                  <a:pt x="40" y="237"/>
                </a:lnTo>
                <a:lnTo>
                  <a:pt x="23" y="0"/>
                </a:lnTo>
                <a:lnTo>
                  <a:pt x="0" y="0"/>
                </a:lnTo>
                <a:close/>
              </a:path>
            </a:pathLst>
          </a:custGeom>
          <a:solidFill>
            <a:srgbClr val="754B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6" name="Freeform 507"/>
          <p:cNvSpPr>
            <a:spLocks/>
          </p:cNvSpPr>
          <p:nvPr/>
        </p:nvSpPr>
        <p:spPr bwMode="auto">
          <a:xfrm>
            <a:off x="3382514" y="4569257"/>
            <a:ext cx="626635" cy="1487714"/>
          </a:xfrm>
          <a:custGeom>
            <a:avLst/>
            <a:gdLst>
              <a:gd name="T0" fmla="*/ 0 w 433"/>
              <a:gd name="T1" fmla="*/ 1028 h 1028"/>
              <a:gd name="T2" fmla="*/ 216 w 433"/>
              <a:gd name="T3" fmla="*/ 0 h 1028"/>
              <a:gd name="T4" fmla="*/ 433 w 433"/>
              <a:gd name="T5" fmla="*/ 1028 h 1028"/>
              <a:gd name="T6" fmla="*/ 0 w 433"/>
              <a:gd name="T7" fmla="*/ 1028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1028">
                <a:moveTo>
                  <a:pt x="0" y="1028"/>
                </a:moveTo>
                <a:lnTo>
                  <a:pt x="216" y="0"/>
                </a:lnTo>
                <a:lnTo>
                  <a:pt x="433" y="1028"/>
                </a:lnTo>
                <a:lnTo>
                  <a:pt x="0" y="1028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7" name="Freeform 508"/>
          <p:cNvSpPr>
            <a:spLocks/>
          </p:cNvSpPr>
          <p:nvPr/>
        </p:nvSpPr>
        <p:spPr bwMode="auto">
          <a:xfrm>
            <a:off x="3382514" y="4569257"/>
            <a:ext cx="626635" cy="1487714"/>
          </a:xfrm>
          <a:custGeom>
            <a:avLst/>
            <a:gdLst>
              <a:gd name="T0" fmla="*/ 0 w 433"/>
              <a:gd name="T1" fmla="*/ 1028 h 1028"/>
              <a:gd name="T2" fmla="*/ 216 w 433"/>
              <a:gd name="T3" fmla="*/ 0 h 1028"/>
              <a:gd name="T4" fmla="*/ 433 w 433"/>
              <a:gd name="T5" fmla="*/ 1028 h 1028"/>
              <a:gd name="T6" fmla="*/ 0 w 433"/>
              <a:gd name="T7" fmla="*/ 1028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1028">
                <a:moveTo>
                  <a:pt x="0" y="1028"/>
                </a:moveTo>
                <a:lnTo>
                  <a:pt x="216" y="0"/>
                </a:lnTo>
                <a:lnTo>
                  <a:pt x="433" y="1028"/>
                </a:lnTo>
                <a:lnTo>
                  <a:pt x="0" y="10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8" name="Freeform 509"/>
          <p:cNvSpPr>
            <a:spLocks/>
          </p:cNvSpPr>
          <p:nvPr/>
        </p:nvSpPr>
        <p:spPr bwMode="auto">
          <a:xfrm>
            <a:off x="3695108" y="4569257"/>
            <a:ext cx="314041" cy="1487714"/>
          </a:xfrm>
          <a:custGeom>
            <a:avLst/>
            <a:gdLst>
              <a:gd name="T0" fmla="*/ 217 w 217"/>
              <a:gd name="T1" fmla="*/ 1028 h 1028"/>
              <a:gd name="T2" fmla="*/ 0 w 217"/>
              <a:gd name="T3" fmla="*/ 0 h 1028"/>
              <a:gd name="T4" fmla="*/ 0 w 217"/>
              <a:gd name="T5" fmla="*/ 1028 h 1028"/>
              <a:gd name="T6" fmla="*/ 217 w 217"/>
              <a:gd name="T7" fmla="*/ 1028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7" h="1028">
                <a:moveTo>
                  <a:pt x="217" y="1028"/>
                </a:moveTo>
                <a:lnTo>
                  <a:pt x="0" y="0"/>
                </a:lnTo>
                <a:lnTo>
                  <a:pt x="0" y="1028"/>
                </a:lnTo>
                <a:lnTo>
                  <a:pt x="217" y="1028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9" name="Freeform 510"/>
          <p:cNvSpPr>
            <a:spLocks/>
          </p:cNvSpPr>
          <p:nvPr/>
        </p:nvSpPr>
        <p:spPr bwMode="auto">
          <a:xfrm>
            <a:off x="3695108" y="4569257"/>
            <a:ext cx="314041" cy="1487714"/>
          </a:xfrm>
          <a:custGeom>
            <a:avLst/>
            <a:gdLst>
              <a:gd name="T0" fmla="*/ 217 w 217"/>
              <a:gd name="T1" fmla="*/ 1028 h 1028"/>
              <a:gd name="T2" fmla="*/ 0 w 217"/>
              <a:gd name="T3" fmla="*/ 0 h 1028"/>
              <a:gd name="T4" fmla="*/ 0 w 217"/>
              <a:gd name="T5" fmla="*/ 1028 h 1028"/>
              <a:gd name="T6" fmla="*/ 217 w 217"/>
              <a:gd name="T7" fmla="*/ 1028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7" h="1028">
                <a:moveTo>
                  <a:pt x="217" y="1028"/>
                </a:moveTo>
                <a:lnTo>
                  <a:pt x="0" y="0"/>
                </a:lnTo>
                <a:lnTo>
                  <a:pt x="0" y="1028"/>
                </a:lnTo>
                <a:lnTo>
                  <a:pt x="217" y="10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3" name="Freeform 514"/>
          <p:cNvSpPr>
            <a:spLocks/>
          </p:cNvSpPr>
          <p:nvPr/>
        </p:nvSpPr>
        <p:spPr bwMode="auto">
          <a:xfrm>
            <a:off x="5305832" y="5314560"/>
            <a:ext cx="626635" cy="842266"/>
          </a:xfrm>
          <a:custGeom>
            <a:avLst/>
            <a:gdLst>
              <a:gd name="T0" fmla="*/ 0 w 433"/>
              <a:gd name="T1" fmla="*/ 582 h 582"/>
              <a:gd name="T2" fmla="*/ 218 w 433"/>
              <a:gd name="T3" fmla="*/ 0 h 582"/>
              <a:gd name="T4" fmla="*/ 433 w 433"/>
              <a:gd name="T5" fmla="*/ 582 h 582"/>
              <a:gd name="T6" fmla="*/ 0 w 433"/>
              <a:gd name="T7" fmla="*/ 582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582">
                <a:moveTo>
                  <a:pt x="0" y="582"/>
                </a:moveTo>
                <a:lnTo>
                  <a:pt x="218" y="0"/>
                </a:lnTo>
                <a:lnTo>
                  <a:pt x="433" y="582"/>
                </a:lnTo>
                <a:lnTo>
                  <a:pt x="0" y="58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5" name="Freeform 516"/>
          <p:cNvSpPr>
            <a:spLocks/>
          </p:cNvSpPr>
          <p:nvPr/>
        </p:nvSpPr>
        <p:spPr bwMode="auto">
          <a:xfrm>
            <a:off x="5621320" y="5314560"/>
            <a:ext cx="311147" cy="842266"/>
          </a:xfrm>
          <a:custGeom>
            <a:avLst/>
            <a:gdLst>
              <a:gd name="T0" fmla="*/ 215 w 215"/>
              <a:gd name="T1" fmla="*/ 582 h 582"/>
              <a:gd name="T2" fmla="*/ 0 w 215"/>
              <a:gd name="T3" fmla="*/ 0 h 582"/>
              <a:gd name="T4" fmla="*/ 0 w 215"/>
              <a:gd name="T5" fmla="*/ 582 h 582"/>
              <a:gd name="T6" fmla="*/ 215 w 215"/>
              <a:gd name="T7" fmla="*/ 582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5" h="582">
                <a:moveTo>
                  <a:pt x="215" y="582"/>
                </a:moveTo>
                <a:lnTo>
                  <a:pt x="0" y="0"/>
                </a:lnTo>
                <a:lnTo>
                  <a:pt x="0" y="582"/>
                </a:lnTo>
                <a:lnTo>
                  <a:pt x="215" y="58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6" name="Freeform 517"/>
          <p:cNvSpPr>
            <a:spLocks/>
          </p:cNvSpPr>
          <p:nvPr/>
        </p:nvSpPr>
        <p:spPr bwMode="auto">
          <a:xfrm>
            <a:off x="4615522" y="5971585"/>
            <a:ext cx="2729405" cy="438500"/>
          </a:xfrm>
          <a:custGeom>
            <a:avLst/>
            <a:gdLst>
              <a:gd name="T0" fmla="*/ 388 w 798"/>
              <a:gd name="T1" fmla="*/ 0 h 128"/>
              <a:gd name="T2" fmla="*/ 0 w 798"/>
              <a:gd name="T3" fmla="*/ 127 h 128"/>
              <a:gd name="T4" fmla="*/ 0 w 798"/>
              <a:gd name="T5" fmla="*/ 128 h 128"/>
              <a:gd name="T6" fmla="*/ 388 w 798"/>
              <a:gd name="T7" fmla="*/ 128 h 128"/>
              <a:gd name="T8" fmla="*/ 798 w 798"/>
              <a:gd name="T9" fmla="*/ 128 h 128"/>
              <a:gd name="T10" fmla="*/ 388 w 798"/>
              <a:gd name="T11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8" h="128">
                <a:moveTo>
                  <a:pt x="388" y="0"/>
                </a:moveTo>
                <a:cubicBezTo>
                  <a:pt x="232" y="0"/>
                  <a:pt x="238" y="121"/>
                  <a:pt x="0" y="127"/>
                </a:cubicBezTo>
                <a:cubicBezTo>
                  <a:pt x="0" y="128"/>
                  <a:pt x="0" y="128"/>
                  <a:pt x="0" y="128"/>
                </a:cubicBezTo>
                <a:cubicBezTo>
                  <a:pt x="388" y="128"/>
                  <a:pt x="388" y="128"/>
                  <a:pt x="388" y="128"/>
                </a:cubicBezTo>
                <a:cubicBezTo>
                  <a:pt x="798" y="128"/>
                  <a:pt x="798" y="128"/>
                  <a:pt x="798" y="128"/>
                </a:cubicBezTo>
                <a:cubicBezTo>
                  <a:pt x="538" y="128"/>
                  <a:pt x="549" y="0"/>
                  <a:pt x="388" y="0"/>
                </a:cubicBezTo>
              </a:path>
            </a:pathLst>
          </a:custGeom>
          <a:solidFill>
            <a:srgbClr val="BCE5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7" name="Freeform 518"/>
          <p:cNvSpPr>
            <a:spLocks/>
          </p:cNvSpPr>
          <p:nvPr/>
        </p:nvSpPr>
        <p:spPr bwMode="auto">
          <a:xfrm>
            <a:off x="5942597" y="5971585"/>
            <a:ext cx="1402330" cy="438500"/>
          </a:xfrm>
          <a:custGeom>
            <a:avLst/>
            <a:gdLst>
              <a:gd name="T0" fmla="*/ 410 w 410"/>
              <a:gd name="T1" fmla="*/ 128 h 128"/>
              <a:gd name="T2" fmla="*/ 0 w 410"/>
              <a:gd name="T3" fmla="*/ 0 h 128"/>
              <a:gd name="T4" fmla="*/ 0 w 410"/>
              <a:gd name="T5" fmla="*/ 128 h 128"/>
              <a:gd name="T6" fmla="*/ 410 w 410"/>
              <a:gd name="T7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0" h="128">
                <a:moveTo>
                  <a:pt x="410" y="128"/>
                </a:moveTo>
                <a:cubicBezTo>
                  <a:pt x="150" y="128"/>
                  <a:pt x="161" y="0"/>
                  <a:pt x="0" y="0"/>
                </a:cubicBezTo>
                <a:cubicBezTo>
                  <a:pt x="0" y="128"/>
                  <a:pt x="0" y="128"/>
                  <a:pt x="0" y="128"/>
                </a:cubicBezTo>
                <a:lnTo>
                  <a:pt x="410" y="128"/>
                </a:lnTo>
                <a:close/>
              </a:path>
            </a:pathLst>
          </a:custGeom>
          <a:solidFill>
            <a:srgbClr val="99BE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8" name="Rectangle 519"/>
          <p:cNvSpPr>
            <a:spLocks noChangeArrowheads="1"/>
          </p:cNvSpPr>
          <p:nvPr/>
        </p:nvSpPr>
        <p:spPr bwMode="auto">
          <a:xfrm>
            <a:off x="5110462" y="5431783"/>
            <a:ext cx="134589" cy="276414"/>
          </a:xfrm>
          <a:prstGeom prst="rect">
            <a:avLst/>
          </a:prstGeom>
          <a:solidFill>
            <a:srgbClr val="78716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9" name="Rectangle 520"/>
          <p:cNvSpPr>
            <a:spLocks noChangeArrowheads="1"/>
          </p:cNvSpPr>
          <p:nvPr/>
        </p:nvSpPr>
        <p:spPr bwMode="auto">
          <a:xfrm>
            <a:off x="5110462" y="5431783"/>
            <a:ext cx="134589" cy="2764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0" name="Freeform 521"/>
          <p:cNvSpPr>
            <a:spLocks/>
          </p:cNvSpPr>
          <p:nvPr/>
        </p:nvSpPr>
        <p:spPr bwMode="auto">
          <a:xfrm>
            <a:off x="3339099" y="5143791"/>
            <a:ext cx="2422600" cy="916073"/>
          </a:xfrm>
          <a:custGeom>
            <a:avLst/>
            <a:gdLst>
              <a:gd name="T0" fmla="*/ 1674 w 1674"/>
              <a:gd name="T1" fmla="*/ 633 h 633"/>
              <a:gd name="T2" fmla="*/ 841 w 1674"/>
              <a:gd name="T3" fmla="*/ 0 h 633"/>
              <a:gd name="T4" fmla="*/ 0 w 1674"/>
              <a:gd name="T5" fmla="*/ 633 h 633"/>
              <a:gd name="T6" fmla="*/ 1674 w 1674"/>
              <a:gd name="T7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74" h="633">
                <a:moveTo>
                  <a:pt x="1674" y="633"/>
                </a:moveTo>
                <a:lnTo>
                  <a:pt x="841" y="0"/>
                </a:lnTo>
                <a:lnTo>
                  <a:pt x="0" y="633"/>
                </a:lnTo>
                <a:lnTo>
                  <a:pt x="1674" y="633"/>
                </a:lnTo>
                <a:close/>
              </a:path>
            </a:pathLst>
          </a:custGeom>
          <a:solidFill>
            <a:srgbClr val="F760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1" name="Freeform 522"/>
          <p:cNvSpPr>
            <a:spLocks/>
          </p:cNvSpPr>
          <p:nvPr/>
        </p:nvSpPr>
        <p:spPr bwMode="auto">
          <a:xfrm>
            <a:off x="3339099" y="5143791"/>
            <a:ext cx="2422600" cy="916073"/>
          </a:xfrm>
          <a:custGeom>
            <a:avLst/>
            <a:gdLst>
              <a:gd name="T0" fmla="*/ 1674 w 1674"/>
              <a:gd name="T1" fmla="*/ 633 h 633"/>
              <a:gd name="T2" fmla="*/ 841 w 1674"/>
              <a:gd name="T3" fmla="*/ 0 h 633"/>
              <a:gd name="T4" fmla="*/ 0 w 1674"/>
              <a:gd name="T5" fmla="*/ 633 h 633"/>
              <a:gd name="T6" fmla="*/ 1674 w 1674"/>
              <a:gd name="T7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74" h="633">
                <a:moveTo>
                  <a:pt x="1674" y="633"/>
                </a:moveTo>
                <a:lnTo>
                  <a:pt x="841" y="0"/>
                </a:lnTo>
                <a:lnTo>
                  <a:pt x="0" y="633"/>
                </a:lnTo>
                <a:lnTo>
                  <a:pt x="1674" y="63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2" name="Freeform 523"/>
          <p:cNvSpPr>
            <a:spLocks/>
          </p:cNvSpPr>
          <p:nvPr/>
        </p:nvSpPr>
        <p:spPr bwMode="auto">
          <a:xfrm>
            <a:off x="4556187" y="5143791"/>
            <a:ext cx="1205512" cy="916073"/>
          </a:xfrm>
          <a:custGeom>
            <a:avLst/>
            <a:gdLst>
              <a:gd name="T0" fmla="*/ 833 w 833"/>
              <a:gd name="T1" fmla="*/ 633 h 633"/>
              <a:gd name="T2" fmla="*/ 0 w 833"/>
              <a:gd name="T3" fmla="*/ 0 h 633"/>
              <a:gd name="T4" fmla="*/ 0 w 833"/>
              <a:gd name="T5" fmla="*/ 633 h 633"/>
              <a:gd name="T6" fmla="*/ 833 w 833"/>
              <a:gd name="T7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3" h="633">
                <a:moveTo>
                  <a:pt x="833" y="633"/>
                </a:moveTo>
                <a:lnTo>
                  <a:pt x="0" y="0"/>
                </a:lnTo>
                <a:lnTo>
                  <a:pt x="0" y="633"/>
                </a:lnTo>
                <a:lnTo>
                  <a:pt x="833" y="633"/>
                </a:lnTo>
                <a:close/>
              </a:path>
            </a:pathLst>
          </a:custGeom>
          <a:solidFill>
            <a:srgbClr val="EE3D4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3" name="Freeform 524"/>
          <p:cNvSpPr>
            <a:spLocks/>
          </p:cNvSpPr>
          <p:nvPr/>
        </p:nvSpPr>
        <p:spPr bwMode="auto">
          <a:xfrm>
            <a:off x="4556187" y="5143791"/>
            <a:ext cx="1205512" cy="916073"/>
          </a:xfrm>
          <a:custGeom>
            <a:avLst/>
            <a:gdLst>
              <a:gd name="T0" fmla="*/ 833 w 833"/>
              <a:gd name="T1" fmla="*/ 633 h 633"/>
              <a:gd name="T2" fmla="*/ 0 w 833"/>
              <a:gd name="T3" fmla="*/ 0 h 633"/>
              <a:gd name="T4" fmla="*/ 0 w 833"/>
              <a:gd name="T5" fmla="*/ 633 h 633"/>
              <a:gd name="T6" fmla="*/ 833 w 833"/>
              <a:gd name="T7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3" h="633">
                <a:moveTo>
                  <a:pt x="833" y="633"/>
                </a:moveTo>
                <a:lnTo>
                  <a:pt x="0" y="0"/>
                </a:lnTo>
                <a:lnTo>
                  <a:pt x="0" y="633"/>
                </a:lnTo>
                <a:lnTo>
                  <a:pt x="833" y="63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4" name="Freeform 525"/>
          <p:cNvSpPr>
            <a:spLocks/>
          </p:cNvSpPr>
          <p:nvPr/>
        </p:nvSpPr>
        <p:spPr bwMode="auto">
          <a:xfrm>
            <a:off x="3482370" y="5249437"/>
            <a:ext cx="2138950" cy="810428"/>
          </a:xfrm>
          <a:custGeom>
            <a:avLst/>
            <a:gdLst>
              <a:gd name="T0" fmla="*/ 0 w 1478"/>
              <a:gd name="T1" fmla="*/ 560 h 560"/>
              <a:gd name="T2" fmla="*/ 1478 w 1478"/>
              <a:gd name="T3" fmla="*/ 560 h 560"/>
              <a:gd name="T4" fmla="*/ 742 w 1478"/>
              <a:gd name="T5" fmla="*/ 0 h 560"/>
              <a:gd name="T6" fmla="*/ 0 w 1478"/>
              <a:gd name="T7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78" h="560">
                <a:moveTo>
                  <a:pt x="0" y="560"/>
                </a:moveTo>
                <a:lnTo>
                  <a:pt x="1478" y="560"/>
                </a:lnTo>
                <a:lnTo>
                  <a:pt x="742" y="0"/>
                </a:lnTo>
                <a:lnTo>
                  <a:pt x="0" y="560"/>
                </a:lnTo>
                <a:close/>
              </a:path>
            </a:pathLst>
          </a:custGeom>
          <a:solidFill>
            <a:srgbClr val="FFD7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5" name="Freeform 526"/>
          <p:cNvSpPr>
            <a:spLocks/>
          </p:cNvSpPr>
          <p:nvPr/>
        </p:nvSpPr>
        <p:spPr bwMode="auto">
          <a:xfrm>
            <a:off x="3482370" y="5249437"/>
            <a:ext cx="2138950" cy="810428"/>
          </a:xfrm>
          <a:custGeom>
            <a:avLst/>
            <a:gdLst>
              <a:gd name="T0" fmla="*/ 0 w 1478"/>
              <a:gd name="T1" fmla="*/ 560 h 560"/>
              <a:gd name="T2" fmla="*/ 1478 w 1478"/>
              <a:gd name="T3" fmla="*/ 560 h 560"/>
              <a:gd name="T4" fmla="*/ 742 w 1478"/>
              <a:gd name="T5" fmla="*/ 0 h 560"/>
              <a:gd name="T6" fmla="*/ 0 w 1478"/>
              <a:gd name="T7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78" h="560">
                <a:moveTo>
                  <a:pt x="0" y="560"/>
                </a:moveTo>
                <a:lnTo>
                  <a:pt x="1478" y="560"/>
                </a:lnTo>
                <a:lnTo>
                  <a:pt x="742" y="0"/>
                </a:lnTo>
                <a:lnTo>
                  <a:pt x="0" y="56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6" name="Freeform 527"/>
          <p:cNvSpPr>
            <a:spLocks/>
          </p:cNvSpPr>
          <p:nvPr/>
        </p:nvSpPr>
        <p:spPr bwMode="auto">
          <a:xfrm>
            <a:off x="4556187" y="5249437"/>
            <a:ext cx="1065134" cy="810428"/>
          </a:xfrm>
          <a:custGeom>
            <a:avLst/>
            <a:gdLst>
              <a:gd name="T0" fmla="*/ 0 w 736"/>
              <a:gd name="T1" fmla="*/ 0 h 560"/>
              <a:gd name="T2" fmla="*/ 0 w 736"/>
              <a:gd name="T3" fmla="*/ 560 h 560"/>
              <a:gd name="T4" fmla="*/ 544 w 736"/>
              <a:gd name="T5" fmla="*/ 560 h 560"/>
              <a:gd name="T6" fmla="*/ 736 w 736"/>
              <a:gd name="T7" fmla="*/ 560 h 560"/>
              <a:gd name="T8" fmla="*/ 0 w 736"/>
              <a:gd name="T9" fmla="*/ 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6" h="560">
                <a:moveTo>
                  <a:pt x="0" y="0"/>
                </a:moveTo>
                <a:lnTo>
                  <a:pt x="0" y="560"/>
                </a:lnTo>
                <a:lnTo>
                  <a:pt x="544" y="560"/>
                </a:lnTo>
                <a:lnTo>
                  <a:pt x="736" y="560"/>
                </a:lnTo>
                <a:lnTo>
                  <a:pt x="0" y="0"/>
                </a:lnTo>
                <a:close/>
              </a:path>
            </a:pathLst>
          </a:custGeom>
          <a:solidFill>
            <a:srgbClr val="D9B7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7" name="Freeform 528"/>
          <p:cNvSpPr>
            <a:spLocks/>
          </p:cNvSpPr>
          <p:nvPr/>
        </p:nvSpPr>
        <p:spPr bwMode="auto">
          <a:xfrm>
            <a:off x="4556187" y="5249437"/>
            <a:ext cx="1065134" cy="810428"/>
          </a:xfrm>
          <a:custGeom>
            <a:avLst/>
            <a:gdLst>
              <a:gd name="T0" fmla="*/ 0 w 736"/>
              <a:gd name="T1" fmla="*/ 0 h 560"/>
              <a:gd name="T2" fmla="*/ 0 w 736"/>
              <a:gd name="T3" fmla="*/ 560 h 560"/>
              <a:gd name="T4" fmla="*/ 544 w 736"/>
              <a:gd name="T5" fmla="*/ 560 h 560"/>
              <a:gd name="T6" fmla="*/ 736 w 736"/>
              <a:gd name="T7" fmla="*/ 560 h 560"/>
              <a:gd name="T8" fmla="*/ 0 w 736"/>
              <a:gd name="T9" fmla="*/ 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6" h="560">
                <a:moveTo>
                  <a:pt x="0" y="0"/>
                </a:moveTo>
                <a:lnTo>
                  <a:pt x="0" y="560"/>
                </a:lnTo>
                <a:lnTo>
                  <a:pt x="544" y="560"/>
                </a:lnTo>
                <a:lnTo>
                  <a:pt x="736" y="56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8" name="Rectangle 529"/>
          <p:cNvSpPr>
            <a:spLocks noChangeArrowheads="1"/>
          </p:cNvSpPr>
          <p:nvPr/>
        </p:nvSpPr>
        <p:spPr bwMode="auto">
          <a:xfrm>
            <a:off x="4433176" y="5527298"/>
            <a:ext cx="240234" cy="376270"/>
          </a:xfrm>
          <a:prstGeom prst="rect">
            <a:avLst/>
          </a:pr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9" name="Freeform 530"/>
          <p:cNvSpPr>
            <a:spLocks/>
          </p:cNvSpPr>
          <p:nvPr/>
        </p:nvSpPr>
        <p:spPr bwMode="auto">
          <a:xfrm>
            <a:off x="4124923" y="5527298"/>
            <a:ext cx="240234" cy="376270"/>
          </a:xfrm>
          <a:custGeom>
            <a:avLst/>
            <a:gdLst>
              <a:gd name="T0" fmla="*/ 0 w 166"/>
              <a:gd name="T1" fmla="*/ 260 h 260"/>
              <a:gd name="T2" fmla="*/ 166 w 166"/>
              <a:gd name="T3" fmla="*/ 260 h 260"/>
              <a:gd name="T4" fmla="*/ 166 w 166"/>
              <a:gd name="T5" fmla="*/ 0 h 260"/>
              <a:gd name="T6" fmla="*/ 0 w 166"/>
              <a:gd name="T7" fmla="*/ 125 h 260"/>
              <a:gd name="T8" fmla="*/ 0 w 166"/>
              <a:gd name="T9" fmla="*/ 26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6" h="260">
                <a:moveTo>
                  <a:pt x="0" y="260"/>
                </a:moveTo>
                <a:lnTo>
                  <a:pt x="166" y="260"/>
                </a:lnTo>
                <a:lnTo>
                  <a:pt x="166" y="0"/>
                </a:lnTo>
                <a:lnTo>
                  <a:pt x="0" y="125"/>
                </a:lnTo>
                <a:lnTo>
                  <a:pt x="0" y="260"/>
                </a:lnTo>
                <a:close/>
              </a:path>
            </a:pathLst>
          </a:custGeom>
          <a:solidFill>
            <a:srgbClr val="448D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0" name="Freeform 531"/>
          <p:cNvSpPr>
            <a:spLocks/>
          </p:cNvSpPr>
          <p:nvPr/>
        </p:nvSpPr>
        <p:spPr bwMode="auto">
          <a:xfrm>
            <a:off x="4741427" y="5527298"/>
            <a:ext cx="243128" cy="376270"/>
          </a:xfrm>
          <a:custGeom>
            <a:avLst/>
            <a:gdLst>
              <a:gd name="T0" fmla="*/ 168 w 168"/>
              <a:gd name="T1" fmla="*/ 260 h 260"/>
              <a:gd name="T2" fmla="*/ 0 w 168"/>
              <a:gd name="T3" fmla="*/ 260 h 260"/>
              <a:gd name="T4" fmla="*/ 0 w 168"/>
              <a:gd name="T5" fmla="*/ 0 h 260"/>
              <a:gd name="T6" fmla="*/ 168 w 168"/>
              <a:gd name="T7" fmla="*/ 125 h 260"/>
              <a:gd name="T8" fmla="*/ 168 w 168"/>
              <a:gd name="T9" fmla="*/ 26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8" h="260">
                <a:moveTo>
                  <a:pt x="168" y="260"/>
                </a:moveTo>
                <a:lnTo>
                  <a:pt x="0" y="260"/>
                </a:lnTo>
                <a:lnTo>
                  <a:pt x="0" y="0"/>
                </a:lnTo>
                <a:lnTo>
                  <a:pt x="168" y="125"/>
                </a:lnTo>
                <a:lnTo>
                  <a:pt x="168" y="260"/>
                </a:lnTo>
                <a:close/>
              </a:path>
            </a:pathLst>
          </a:custGeom>
          <a:solidFill>
            <a:srgbClr val="3473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1" name="Rectangle 532"/>
          <p:cNvSpPr>
            <a:spLocks noChangeArrowheads="1"/>
          </p:cNvSpPr>
          <p:nvPr/>
        </p:nvSpPr>
        <p:spPr bwMode="auto">
          <a:xfrm>
            <a:off x="4556187" y="5527298"/>
            <a:ext cx="117223" cy="376270"/>
          </a:xfrm>
          <a:prstGeom prst="rect">
            <a:avLst/>
          </a:prstGeom>
          <a:solidFill>
            <a:srgbClr val="3473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0" name="Freeform 551"/>
          <p:cNvSpPr>
            <a:spLocks/>
          </p:cNvSpPr>
          <p:nvPr/>
        </p:nvSpPr>
        <p:spPr bwMode="auto">
          <a:xfrm>
            <a:off x="6441879" y="5653203"/>
            <a:ext cx="235893" cy="503623"/>
          </a:xfrm>
          <a:custGeom>
            <a:avLst/>
            <a:gdLst>
              <a:gd name="T0" fmla="*/ 0 w 163"/>
              <a:gd name="T1" fmla="*/ 348 h 348"/>
              <a:gd name="T2" fmla="*/ 83 w 163"/>
              <a:gd name="T3" fmla="*/ 0 h 348"/>
              <a:gd name="T4" fmla="*/ 163 w 163"/>
              <a:gd name="T5" fmla="*/ 348 h 348"/>
              <a:gd name="T6" fmla="*/ 0 w 163"/>
              <a:gd name="T7" fmla="*/ 3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3" h="348">
                <a:moveTo>
                  <a:pt x="0" y="348"/>
                </a:moveTo>
                <a:lnTo>
                  <a:pt x="83" y="0"/>
                </a:lnTo>
                <a:lnTo>
                  <a:pt x="163" y="348"/>
                </a:lnTo>
                <a:lnTo>
                  <a:pt x="0" y="348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1" name="Freeform 552"/>
          <p:cNvSpPr>
            <a:spLocks/>
          </p:cNvSpPr>
          <p:nvPr/>
        </p:nvSpPr>
        <p:spPr bwMode="auto">
          <a:xfrm>
            <a:off x="6561995" y="5653203"/>
            <a:ext cx="115775" cy="503623"/>
          </a:xfrm>
          <a:custGeom>
            <a:avLst/>
            <a:gdLst>
              <a:gd name="T0" fmla="*/ 80 w 80"/>
              <a:gd name="T1" fmla="*/ 348 h 348"/>
              <a:gd name="T2" fmla="*/ 0 w 80"/>
              <a:gd name="T3" fmla="*/ 0 h 348"/>
              <a:gd name="T4" fmla="*/ 0 w 80"/>
              <a:gd name="T5" fmla="*/ 348 h 348"/>
              <a:gd name="T6" fmla="*/ 80 w 80"/>
              <a:gd name="T7" fmla="*/ 3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348">
                <a:moveTo>
                  <a:pt x="80" y="348"/>
                </a:moveTo>
                <a:lnTo>
                  <a:pt x="0" y="0"/>
                </a:lnTo>
                <a:lnTo>
                  <a:pt x="0" y="348"/>
                </a:lnTo>
                <a:lnTo>
                  <a:pt x="80" y="348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2" name="Freeform 553"/>
          <p:cNvSpPr>
            <a:spLocks/>
          </p:cNvSpPr>
          <p:nvPr/>
        </p:nvSpPr>
        <p:spPr bwMode="auto">
          <a:xfrm>
            <a:off x="2689309" y="5954219"/>
            <a:ext cx="37627" cy="105645"/>
          </a:xfrm>
          <a:custGeom>
            <a:avLst/>
            <a:gdLst>
              <a:gd name="T0" fmla="*/ 7 w 26"/>
              <a:gd name="T1" fmla="*/ 0 h 73"/>
              <a:gd name="T2" fmla="*/ 0 w 26"/>
              <a:gd name="T3" fmla="*/ 73 h 73"/>
              <a:gd name="T4" fmla="*/ 26 w 26"/>
              <a:gd name="T5" fmla="*/ 73 h 73"/>
              <a:gd name="T6" fmla="*/ 21 w 26"/>
              <a:gd name="T7" fmla="*/ 0 h 73"/>
              <a:gd name="T8" fmla="*/ 7 w 26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" h="73">
                <a:moveTo>
                  <a:pt x="7" y="0"/>
                </a:moveTo>
                <a:lnTo>
                  <a:pt x="0" y="73"/>
                </a:lnTo>
                <a:lnTo>
                  <a:pt x="26" y="73"/>
                </a:lnTo>
                <a:lnTo>
                  <a:pt x="21" y="0"/>
                </a:lnTo>
                <a:lnTo>
                  <a:pt x="7" y="0"/>
                </a:lnTo>
                <a:close/>
              </a:path>
            </a:pathLst>
          </a:custGeom>
          <a:solidFill>
            <a:srgbClr val="8B63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3" name="Freeform 554"/>
          <p:cNvSpPr>
            <a:spLocks/>
          </p:cNvSpPr>
          <p:nvPr/>
        </p:nvSpPr>
        <p:spPr bwMode="auto">
          <a:xfrm>
            <a:off x="2709569" y="5954219"/>
            <a:ext cx="17366" cy="105645"/>
          </a:xfrm>
          <a:custGeom>
            <a:avLst/>
            <a:gdLst>
              <a:gd name="T0" fmla="*/ 0 w 12"/>
              <a:gd name="T1" fmla="*/ 0 h 73"/>
              <a:gd name="T2" fmla="*/ 0 w 12"/>
              <a:gd name="T3" fmla="*/ 73 h 73"/>
              <a:gd name="T4" fmla="*/ 12 w 12"/>
              <a:gd name="T5" fmla="*/ 73 h 73"/>
              <a:gd name="T6" fmla="*/ 7 w 12"/>
              <a:gd name="T7" fmla="*/ 0 h 73"/>
              <a:gd name="T8" fmla="*/ 0 w 12"/>
              <a:gd name="T9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73">
                <a:moveTo>
                  <a:pt x="0" y="0"/>
                </a:moveTo>
                <a:lnTo>
                  <a:pt x="0" y="73"/>
                </a:lnTo>
                <a:lnTo>
                  <a:pt x="12" y="73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solidFill>
            <a:srgbClr val="754B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4" name="Freeform 555"/>
          <p:cNvSpPr>
            <a:spLocks/>
          </p:cNvSpPr>
          <p:nvPr/>
        </p:nvSpPr>
        <p:spPr bwMode="auto">
          <a:xfrm>
            <a:off x="2599583" y="5527298"/>
            <a:ext cx="215632" cy="461655"/>
          </a:xfrm>
          <a:custGeom>
            <a:avLst/>
            <a:gdLst>
              <a:gd name="T0" fmla="*/ 0 w 149"/>
              <a:gd name="T1" fmla="*/ 319 h 319"/>
              <a:gd name="T2" fmla="*/ 76 w 149"/>
              <a:gd name="T3" fmla="*/ 0 h 319"/>
              <a:gd name="T4" fmla="*/ 149 w 149"/>
              <a:gd name="T5" fmla="*/ 319 h 319"/>
              <a:gd name="T6" fmla="*/ 0 w 149"/>
              <a:gd name="T7" fmla="*/ 31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9" h="319">
                <a:moveTo>
                  <a:pt x="0" y="319"/>
                </a:moveTo>
                <a:lnTo>
                  <a:pt x="76" y="0"/>
                </a:lnTo>
                <a:lnTo>
                  <a:pt x="149" y="319"/>
                </a:lnTo>
                <a:lnTo>
                  <a:pt x="0" y="319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5" name="Freeform 556"/>
          <p:cNvSpPr>
            <a:spLocks/>
          </p:cNvSpPr>
          <p:nvPr/>
        </p:nvSpPr>
        <p:spPr bwMode="auto">
          <a:xfrm>
            <a:off x="2709569" y="5527298"/>
            <a:ext cx="105645" cy="461655"/>
          </a:xfrm>
          <a:custGeom>
            <a:avLst/>
            <a:gdLst>
              <a:gd name="T0" fmla="*/ 73 w 73"/>
              <a:gd name="T1" fmla="*/ 319 h 319"/>
              <a:gd name="T2" fmla="*/ 0 w 73"/>
              <a:gd name="T3" fmla="*/ 0 h 319"/>
              <a:gd name="T4" fmla="*/ 0 w 73"/>
              <a:gd name="T5" fmla="*/ 319 h 319"/>
              <a:gd name="T6" fmla="*/ 73 w 73"/>
              <a:gd name="T7" fmla="*/ 31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319">
                <a:moveTo>
                  <a:pt x="73" y="319"/>
                </a:moveTo>
                <a:lnTo>
                  <a:pt x="0" y="0"/>
                </a:lnTo>
                <a:lnTo>
                  <a:pt x="0" y="319"/>
                </a:lnTo>
                <a:lnTo>
                  <a:pt x="73" y="319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6" name="Freeform 557"/>
          <p:cNvSpPr>
            <a:spLocks/>
          </p:cNvSpPr>
          <p:nvPr/>
        </p:nvSpPr>
        <p:spPr bwMode="auto">
          <a:xfrm>
            <a:off x="2890469" y="5913698"/>
            <a:ext cx="40521" cy="115775"/>
          </a:xfrm>
          <a:custGeom>
            <a:avLst/>
            <a:gdLst>
              <a:gd name="T0" fmla="*/ 7 w 28"/>
              <a:gd name="T1" fmla="*/ 0 h 80"/>
              <a:gd name="T2" fmla="*/ 0 w 28"/>
              <a:gd name="T3" fmla="*/ 80 h 80"/>
              <a:gd name="T4" fmla="*/ 28 w 28"/>
              <a:gd name="T5" fmla="*/ 80 h 80"/>
              <a:gd name="T6" fmla="*/ 24 w 28"/>
              <a:gd name="T7" fmla="*/ 0 h 80"/>
              <a:gd name="T8" fmla="*/ 7 w 28"/>
              <a:gd name="T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80">
                <a:moveTo>
                  <a:pt x="7" y="0"/>
                </a:moveTo>
                <a:lnTo>
                  <a:pt x="0" y="80"/>
                </a:lnTo>
                <a:lnTo>
                  <a:pt x="28" y="80"/>
                </a:lnTo>
                <a:lnTo>
                  <a:pt x="24" y="0"/>
                </a:lnTo>
                <a:lnTo>
                  <a:pt x="7" y="0"/>
                </a:lnTo>
                <a:close/>
              </a:path>
            </a:pathLst>
          </a:custGeom>
          <a:solidFill>
            <a:srgbClr val="8B63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7" name="Freeform 558"/>
          <p:cNvSpPr>
            <a:spLocks/>
          </p:cNvSpPr>
          <p:nvPr/>
        </p:nvSpPr>
        <p:spPr bwMode="auto">
          <a:xfrm>
            <a:off x="2910730" y="5913698"/>
            <a:ext cx="20261" cy="115775"/>
          </a:xfrm>
          <a:custGeom>
            <a:avLst/>
            <a:gdLst>
              <a:gd name="T0" fmla="*/ 0 w 14"/>
              <a:gd name="T1" fmla="*/ 0 h 80"/>
              <a:gd name="T2" fmla="*/ 0 w 14"/>
              <a:gd name="T3" fmla="*/ 80 h 80"/>
              <a:gd name="T4" fmla="*/ 14 w 14"/>
              <a:gd name="T5" fmla="*/ 80 h 80"/>
              <a:gd name="T6" fmla="*/ 10 w 14"/>
              <a:gd name="T7" fmla="*/ 0 h 80"/>
              <a:gd name="T8" fmla="*/ 0 w 14"/>
              <a:gd name="T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80">
                <a:moveTo>
                  <a:pt x="0" y="0"/>
                </a:moveTo>
                <a:lnTo>
                  <a:pt x="0" y="80"/>
                </a:lnTo>
                <a:lnTo>
                  <a:pt x="14" y="80"/>
                </a:lnTo>
                <a:lnTo>
                  <a:pt x="10" y="0"/>
                </a:lnTo>
                <a:lnTo>
                  <a:pt x="0" y="0"/>
                </a:lnTo>
                <a:close/>
              </a:path>
            </a:pathLst>
          </a:custGeom>
          <a:solidFill>
            <a:srgbClr val="754B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8" name="Freeform 559"/>
          <p:cNvSpPr>
            <a:spLocks/>
          </p:cNvSpPr>
          <p:nvPr/>
        </p:nvSpPr>
        <p:spPr bwMode="auto">
          <a:xfrm>
            <a:off x="2794954" y="5444807"/>
            <a:ext cx="235893" cy="506517"/>
          </a:xfrm>
          <a:custGeom>
            <a:avLst/>
            <a:gdLst>
              <a:gd name="T0" fmla="*/ 0 w 163"/>
              <a:gd name="T1" fmla="*/ 350 h 350"/>
              <a:gd name="T2" fmla="*/ 80 w 163"/>
              <a:gd name="T3" fmla="*/ 0 h 350"/>
              <a:gd name="T4" fmla="*/ 163 w 163"/>
              <a:gd name="T5" fmla="*/ 350 h 350"/>
              <a:gd name="T6" fmla="*/ 0 w 163"/>
              <a:gd name="T7" fmla="*/ 350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3" h="350">
                <a:moveTo>
                  <a:pt x="0" y="350"/>
                </a:moveTo>
                <a:lnTo>
                  <a:pt x="80" y="0"/>
                </a:lnTo>
                <a:lnTo>
                  <a:pt x="163" y="350"/>
                </a:lnTo>
                <a:lnTo>
                  <a:pt x="0" y="350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9" name="Freeform 560"/>
          <p:cNvSpPr>
            <a:spLocks/>
          </p:cNvSpPr>
          <p:nvPr/>
        </p:nvSpPr>
        <p:spPr bwMode="auto">
          <a:xfrm>
            <a:off x="2910730" y="5444807"/>
            <a:ext cx="120117" cy="506517"/>
          </a:xfrm>
          <a:custGeom>
            <a:avLst/>
            <a:gdLst>
              <a:gd name="T0" fmla="*/ 83 w 83"/>
              <a:gd name="T1" fmla="*/ 350 h 350"/>
              <a:gd name="T2" fmla="*/ 0 w 83"/>
              <a:gd name="T3" fmla="*/ 0 h 350"/>
              <a:gd name="T4" fmla="*/ 0 w 83"/>
              <a:gd name="T5" fmla="*/ 350 h 350"/>
              <a:gd name="T6" fmla="*/ 83 w 83"/>
              <a:gd name="T7" fmla="*/ 350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" h="350">
                <a:moveTo>
                  <a:pt x="83" y="350"/>
                </a:moveTo>
                <a:lnTo>
                  <a:pt x="0" y="0"/>
                </a:lnTo>
                <a:lnTo>
                  <a:pt x="0" y="350"/>
                </a:lnTo>
                <a:lnTo>
                  <a:pt x="83" y="350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2" name="Freeform 563"/>
          <p:cNvSpPr>
            <a:spLocks/>
          </p:cNvSpPr>
          <p:nvPr/>
        </p:nvSpPr>
        <p:spPr bwMode="auto">
          <a:xfrm>
            <a:off x="2161084" y="5715433"/>
            <a:ext cx="237340" cy="506517"/>
          </a:xfrm>
          <a:custGeom>
            <a:avLst/>
            <a:gdLst>
              <a:gd name="T0" fmla="*/ 0 w 164"/>
              <a:gd name="T1" fmla="*/ 350 h 350"/>
              <a:gd name="T2" fmla="*/ 81 w 164"/>
              <a:gd name="T3" fmla="*/ 0 h 350"/>
              <a:gd name="T4" fmla="*/ 164 w 164"/>
              <a:gd name="T5" fmla="*/ 350 h 350"/>
              <a:gd name="T6" fmla="*/ 0 w 164"/>
              <a:gd name="T7" fmla="*/ 350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4" h="350">
                <a:moveTo>
                  <a:pt x="0" y="350"/>
                </a:moveTo>
                <a:lnTo>
                  <a:pt x="81" y="0"/>
                </a:lnTo>
                <a:lnTo>
                  <a:pt x="164" y="350"/>
                </a:lnTo>
                <a:lnTo>
                  <a:pt x="0" y="350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3" name="Freeform 564"/>
          <p:cNvSpPr>
            <a:spLocks/>
          </p:cNvSpPr>
          <p:nvPr/>
        </p:nvSpPr>
        <p:spPr bwMode="auto">
          <a:xfrm>
            <a:off x="2278306" y="5715433"/>
            <a:ext cx="120117" cy="506517"/>
          </a:xfrm>
          <a:custGeom>
            <a:avLst/>
            <a:gdLst>
              <a:gd name="T0" fmla="*/ 83 w 83"/>
              <a:gd name="T1" fmla="*/ 350 h 350"/>
              <a:gd name="T2" fmla="*/ 0 w 83"/>
              <a:gd name="T3" fmla="*/ 0 h 350"/>
              <a:gd name="T4" fmla="*/ 0 w 83"/>
              <a:gd name="T5" fmla="*/ 350 h 350"/>
              <a:gd name="T6" fmla="*/ 83 w 83"/>
              <a:gd name="T7" fmla="*/ 350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" h="350">
                <a:moveTo>
                  <a:pt x="83" y="350"/>
                </a:moveTo>
                <a:lnTo>
                  <a:pt x="0" y="0"/>
                </a:lnTo>
                <a:lnTo>
                  <a:pt x="0" y="350"/>
                </a:lnTo>
                <a:lnTo>
                  <a:pt x="83" y="350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4" name="Freeform 565"/>
          <p:cNvSpPr>
            <a:spLocks/>
          </p:cNvSpPr>
          <p:nvPr/>
        </p:nvSpPr>
        <p:spPr bwMode="auto">
          <a:xfrm>
            <a:off x="1689299" y="5971585"/>
            <a:ext cx="2730852" cy="438500"/>
          </a:xfrm>
          <a:custGeom>
            <a:avLst/>
            <a:gdLst>
              <a:gd name="T0" fmla="*/ 388 w 798"/>
              <a:gd name="T1" fmla="*/ 0 h 128"/>
              <a:gd name="T2" fmla="*/ 0 w 798"/>
              <a:gd name="T3" fmla="*/ 127 h 128"/>
              <a:gd name="T4" fmla="*/ 0 w 798"/>
              <a:gd name="T5" fmla="*/ 128 h 128"/>
              <a:gd name="T6" fmla="*/ 388 w 798"/>
              <a:gd name="T7" fmla="*/ 128 h 128"/>
              <a:gd name="T8" fmla="*/ 798 w 798"/>
              <a:gd name="T9" fmla="*/ 128 h 128"/>
              <a:gd name="T10" fmla="*/ 388 w 798"/>
              <a:gd name="T11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8" h="128">
                <a:moveTo>
                  <a:pt x="388" y="0"/>
                </a:moveTo>
                <a:cubicBezTo>
                  <a:pt x="232" y="0"/>
                  <a:pt x="238" y="121"/>
                  <a:pt x="0" y="127"/>
                </a:cubicBezTo>
                <a:cubicBezTo>
                  <a:pt x="0" y="128"/>
                  <a:pt x="0" y="128"/>
                  <a:pt x="0" y="128"/>
                </a:cubicBezTo>
                <a:cubicBezTo>
                  <a:pt x="388" y="128"/>
                  <a:pt x="388" y="128"/>
                  <a:pt x="388" y="128"/>
                </a:cubicBezTo>
                <a:cubicBezTo>
                  <a:pt x="798" y="128"/>
                  <a:pt x="798" y="128"/>
                  <a:pt x="798" y="128"/>
                </a:cubicBezTo>
                <a:cubicBezTo>
                  <a:pt x="538" y="128"/>
                  <a:pt x="549" y="0"/>
                  <a:pt x="388" y="0"/>
                </a:cubicBezTo>
                <a:close/>
              </a:path>
            </a:pathLst>
          </a:custGeom>
          <a:solidFill>
            <a:srgbClr val="BCE5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5" name="Freeform 566"/>
          <p:cNvSpPr>
            <a:spLocks/>
          </p:cNvSpPr>
          <p:nvPr/>
        </p:nvSpPr>
        <p:spPr bwMode="auto">
          <a:xfrm>
            <a:off x="3017822" y="5971585"/>
            <a:ext cx="1402330" cy="438500"/>
          </a:xfrm>
          <a:custGeom>
            <a:avLst/>
            <a:gdLst>
              <a:gd name="T0" fmla="*/ 410 w 410"/>
              <a:gd name="T1" fmla="*/ 128 h 128"/>
              <a:gd name="T2" fmla="*/ 0 w 410"/>
              <a:gd name="T3" fmla="*/ 0 h 128"/>
              <a:gd name="T4" fmla="*/ 0 w 410"/>
              <a:gd name="T5" fmla="*/ 128 h 128"/>
              <a:gd name="T6" fmla="*/ 410 w 410"/>
              <a:gd name="T7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0" h="128">
                <a:moveTo>
                  <a:pt x="410" y="128"/>
                </a:moveTo>
                <a:cubicBezTo>
                  <a:pt x="150" y="128"/>
                  <a:pt x="161" y="0"/>
                  <a:pt x="0" y="0"/>
                </a:cubicBezTo>
                <a:cubicBezTo>
                  <a:pt x="0" y="128"/>
                  <a:pt x="0" y="128"/>
                  <a:pt x="0" y="128"/>
                </a:cubicBezTo>
                <a:lnTo>
                  <a:pt x="410" y="128"/>
                </a:lnTo>
                <a:close/>
              </a:path>
            </a:pathLst>
          </a:custGeom>
          <a:solidFill>
            <a:srgbClr val="99BE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3" name="Freeform 574"/>
          <p:cNvSpPr>
            <a:spLocks/>
          </p:cNvSpPr>
          <p:nvPr/>
        </p:nvSpPr>
        <p:spPr bwMode="auto">
          <a:xfrm>
            <a:off x="10249442" y="5311666"/>
            <a:ext cx="445735" cy="950806"/>
          </a:xfrm>
          <a:custGeom>
            <a:avLst/>
            <a:gdLst>
              <a:gd name="T0" fmla="*/ 0 w 308"/>
              <a:gd name="T1" fmla="*/ 657 h 657"/>
              <a:gd name="T2" fmla="*/ 154 w 308"/>
              <a:gd name="T3" fmla="*/ 0 h 657"/>
              <a:gd name="T4" fmla="*/ 308 w 308"/>
              <a:gd name="T5" fmla="*/ 657 h 657"/>
              <a:gd name="T6" fmla="*/ 0 w 308"/>
              <a:gd name="T7" fmla="*/ 657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08" h="657">
                <a:moveTo>
                  <a:pt x="0" y="657"/>
                </a:moveTo>
                <a:lnTo>
                  <a:pt x="154" y="0"/>
                </a:lnTo>
                <a:lnTo>
                  <a:pt x="308" y="657"/>
                </a:lnTo>
                <a:lnTo>
                  <a:pt x="0" y="657"/>
                </a:lnTo>
                <a:close/>
              </a:path>
            </a:pathLst>
          </a:custGeom>
          <a:solidFill>
            <a:srgbClr val="84A2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4" name="Freeform 575"/>
          <p:cNvSpPr>
            <a:spLocks/>
          </p:cNvSpPr>
          <p:nvPr/>
        </p:nvSpPr>
        <p:spPr bwMode="auto">
          <a:xfrm>
            <a:off x="10472309" y="5311666"/>
            <a:ext cx="222868" cy="950806"/>
          </a:xfrm>
          <a:custGeom>
            <a:avLst/>
            <a:gdLst>
              <a:gd name="T0" fmla="*/ 154 w 154"/>
              <a:gd name="T1" fmla="*/ 657 h 657"/>
              <a:gd name="T2" fmla="*/ 0 w 154"/>
              <a:gd name="T3" fmla="*/ 0 h 657"/>
              <a:gd name="T4" fmla="*/ 0 w 154"/>
              <a:gd name="T5" fmla="*/ 657 h 657"/>
              <a:gd name="T6" fmla="*/ 154 w 154"/>
              <a:gd name="T7" fmla="*/ 657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4" h="657">
                <a:moveTo>
                  <a:pt x="154" y="657"/>
                </a:moveTo>
                <a:lnTo>
                  <a:pt x="0" y="0"/>
                </a:lnTo>
                <a:lnTo>
                  <a:pt x="0" y="657"/>
                </a:lnTo>
                <a:lnTo>
                  <a:pt x="154" y="657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7" name="Freeform 578"/>
          <p:cNvSpPr>
            <a:spLocks/>
          </p:cNvSpPr>
          <p:nvPr/>
        </p:nvSpPr>
        <p:spPr bwMode="auto">
          <a:xfrm>
            <a:off x="773226" y="5307325"/>
            <a:ext cx="444289" cy="952253"/>
          </a:xfrm>
          <a:custGeom>
            <a:avLst/>
            <a:gdLst>
              <a:gd name="T0" fmla="*/ 0 w 307"/>
              <a:gd name="T1" fmla="*/ 658 h 658"/>
              <a:gd name="T2" fmla="*/ 153 w 307"/>
              <a:gd name="T3" fmla="*/ 0 h 658"/>
              <a:gd name="T4" fmla="*/ 307 w 307"/>
              <a:gd name="T5" fmla="*/ 658 h 658"/>
              <a:gd name="T6" fmla="*/ 0 w 307"/>
              <a:gd name="T7" fmla="*/ 658 h 6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07" h="658">
                <a:moveTo>
                  <a:pt x="0" y="658"/>
                </a:moveTo>
                <a:lnTo>
                  <a:pt x="153" y="0"/>
                </a:lnTo>
                <a:lnTo>
                  <a:pt x="307" y="658"/>
                </a:lnTo>
                <a:lnTo>
                  <a:pt x="0" y="658"/>
                </a:lnTo>
                <a:close/>
              </a:path>
            </a:pathLst>
          </a:custGeom>
          <a:solidFill>
            <a:srgbClr val="84A2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8" name="Freeform 579"/>
          <p:cNvSpPr>
            <a:spLocks/>
          </p:cNvSpPr>
          <p:nvPr/>
        </p:nvSpPr>
        <p:spPr bwMode="auto">
          <a:xfrm>
            <a:off x="994647" y="5307325"/>
            <a:ext cx="222868" cy="952253"/>
          </a:xfrm>
          <a:custGeom>
            <a:avLst/>
            <a:gdLst>
              <a:gd name="T0" fmla="*/ 154 w 154"/>
              <a:gd name="T1" fmla="*/ 658 h 658"/>
              <a:gd name="T2" fmla="*/ 0 w 154"/>
              <a:gd name="T3" fmla="*/ 0 h 658"/>
              <a:gd name="T4" fmla="*/ 0 w 154"/>
              <a:gd name="T5" fmla="*/ 658 h 658"/>
              <a:gd name="T6" fmla="*/ 154 w 154"/>
              <a:gd name="T7" fmla="*/ 658 h 6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4" h="658">
                <a:moveTo>
                  <a:pt x="154" y="658"/>
                </a:moveTo>
                <a:lnTo>
                  <a:pt x="0" y="0"/>
                </a:lnTo>
                <a:lnTo>
                  <a:pt x="0" y="658"/>
                </a:lnTo>
                <a:lnTo>
                  <a:pt x="154" y="658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1" name="Freeform 582"/>
          <p:cNvSpPr>
            <a:spLocks/>
          </p:cNvSpPr>
          <p:nvPr/>
        </p:nvSpPr>
        <p:spPr bwMode="auto">
          <a:xfrm>
            <a:off x="1104633" y="5068537"/>
            <a:ext cx="541250" cy="1156307"/>
          </a:xfrm>
          <a:custGeom>
            <a:avLst/>
            <a:gdLst>
              <a:gd name="T0" fmla="*/ 0 w 374"/>
              <a:gd name="T1" fmla="*/ 799 h 799"/>
              <a:gd name="T2" fmla="*/ 187 w 374"/>
              <a:gd name="T3" fmla="*/ 0 h 799"/>
              <a:gd name="T4" fmla="*/ 374 w 374"/>
              <a:gd name="T5" fmla="*/ 799 h 799"/>
              <a:gd name="T6" fmla="*/ 0 w 374"/>
              <a:gd name="T7" fmla="*/ 799 h 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74" h="799">
                <a:moveTo>
                  <a:pt x="0" y="799"/>
                </a:moveTo>
                <a:lnTo>
                  <a:pt x="187" y="0"/>
                </a:lnTo>
                <a:lnTo>
                  <a:pt x="374" y="799"/>
                </a:lnTo>
                <a:lnTo>
                  <a:pt x="0" y="799"/>
                </a:lnTo>
                <a:close/>
              </a:path>
            </a:pathLst>
          </a:custGeom>
          <a:solidFill>
            <a:srgbClr val="84A2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2" name="Freeform 583"/>
          <p:cNvSpPr>
            <a:spLocks/>
          </p:cNvSpPr>
          <p:nvPr/>
        </p:nvSpPr>
        <p:spPr bwMode="auto">
          <a:xfrm>
            <a:off x="1375258" y="5068537"/>
            <a:ext cx="270625" cy="1156307"/>
          </a:xfrm>
          <a:custGeom>
            <a:avLst/>
            <a:gdLst>
              <a:gd name="T0" fmla="*/ 187 w 187"/>
              <a:gd name="T1" fmla="*/ 799 h 799"/>
              <a:gd name="T2" fmla="*/ 0 w 187"/>
              <a:gd name="T3" fmla="*/ 0 h 799"/>
              <a:gd name="T4" fmla="*/ 0 w 187"/>
              <a:gd name="T5" fmla="*/ 799 h 799"/>
              <a:gd name="T6" fmla="*/ 187 w 187"/>
              <a:gd name="T7" fmla="*/ 799 h 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7" h="799">
                <a:moveTo>
                  <a:pt x="187" y="799"/>
                </a:moveTo>
                <a:lnTo>
                  <a:pt x="0" y="0"/>
                </a:lnTo>
                <a:lnTo>
                  <a:pt x="0" y="799"/>
                </a:lnTo>
                <a:lnTo>
                  <a:pt x="187" y="799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3" name="Freeform 584"/>
          <p:cNvSpPr>
            <a:spLocks/>
          </p:cNvSpPr>
          <p:nvPr/>
        </p:nvSpPr>
        <p:spPr bwMode="auto">
          <a:xfrm>
            <a:off x="5207423" y="5687936"/>
            <a:ext cx="4477613" cy="717807"/>
          </a:xfrm>
          <a:custGeom>
            <a:avLst/>
            <a:gdLst>
              <a:gd name="T0" fmla="*/ 637 w 1309"/>
              <a:gd name="T1" fmla="*/ 0 h 210"/>
              <a:gd name="T2" fmla="*/ 0 w 1309"/>
              <a:gd name="T3" fmla="*/ 210 h 210"/>
              <a:gd name="T4" fmla="*/ 0 w 1309"/>
              <a:gd name="T5" fmla="*/ 210 h 210"/>
              <a:gd name="T6" fmla="*/ 637 w 1309"/>
              <a:gd name="T7" fmla="*/ 210 h 210"/>
              <a:gd name="T8" fmla="*/ 1309 w 1309"/>
              <a:gd name="T9" fmla="*/ 210 h 210"/>
              <a:gd name="T10" fmla="*/ 637 w 1309"/>
              <a:gd name="T11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09" h="210">
                <a:moveTo>
                  <a:pt x="637" y="0"/>
                </a:moveTo>
                <a:cubicBezTo>
                  <a:pt x="381" y="0"/>
                  <a:pt x="391" y="199"/>
                  <a:pt x="0" y="210"/>
                </a:cubicBezTo>
                <a:cubicBezTo>
                  <a:pt x="0" y="210"/>
                  <a:pt x="0" y="210"/>
                  <a:pt x="0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1309" y="210"/>
                  <a:pt x="1309" y="210"/>
                  <a:pt x="1309" y="210"/>
                </a:cubicBezTo>
                <a:cubicBezTo>
                  <a:pt x="883" y="210"/>
                  <a:pt x="901" y="0"/>
                  <a:pt x="637" y="0"/>
                </a:cubicBezTo>
                <a:close/>
              </a:path>
            </a:pathLst>
          </a:custGeom>
          <a:solidFill>
            <a:srgbClr val="BCE5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4" name="Freeform 585"/>
          <p:cNvSpPr>
            <a:spLocks/>
          </p:cNvSpPr>
          <p:nvPr/>
        </p:nvSpPr>
        <p:spPr bwMode="auto">
          <a:xfrm>
            <a:off x="7385448" y="5687936"/>
            <a:ext cx="2299589" cy="717807"/>
          </a:xfrm>
          <a:custGeom>
            <a:avLst/>
            <a:gdLst>
              <a:gd name="T0" fmla="*/ 672 w 672"/>
              <a:gd name="T1" fmla="*/ 210 h 210"/>
              <a:gd name="T2" fmla="*/ 0 w 672"/>
              <a:gd name="T3" fmla="*/ 0 h 210"/>
              <a:gd name="T4" fmla="*/ 0 w 672"/>
              <a:gd name="T5" fmla="*/ 210 h 210"/>
              <a:gd name="T6" fmla="*/ 672 w 672"/>
              <a:gd name="T7" fmla="*/ 21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72" h="210">
                <a:moveTo>
                  <a:pt x="672" y="210"/>
                </a:moveTo>
                <a:cubicBezTo>
                  <a:pt x="246" y="210"/>
                  <a:pt x="264" y="0"/>
                  <a:pt x="0" y="0"/>
                </a:cubicBezTo>
                <a:cubicBezTo>
                  <a:pt x="0" y="210"/>
                  <a:pt x="0" y="210"/>
                  <a:pt x="0" y="210"/>
                </a:cubicBezTo>
                <a:lnTo>
                  <a:pt x="672" y="210"/>
                </a:lnTo>
                <a:close/>
              </a:path>
            </a:pathLst>
          </a:custGeom>
          <a:solidFill>
            <a:srgbClr val="99BE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5" name="Freeform 586"/>
          <p:cNvSpPr>
            <a:spLocks/>
          </p:cNvSpPr>
          <p:nvPr/>
        </p:nvSpPr>
        <p:spPr bwMode="auto">
          <a:xfrm>
            <a:off x="9108" y="6405743"/>
            <a:ext cx="12173782" cy="277861"/>
          </a:xfrm>
          <a:custGeom>
            <a:avLst/>
            <a:gdLst>
              <a:gd name="T0" fmla="*/ 3558 w 3558"/>
              <a:gd name="T1" fmla="*/ 41 h 81"/>
              <a:gd name="T2" fmla="*/ 3511 w 3558"/>
              <a:gd name="T3" fmla="*/ 81 h 81"/>
              <a:gd name="T4" fmla="*/ 47 w 3558"/>
              <a:gd name="T5" fmla="*/ 81 h 81"/>
              <a:gd name="T6" fmla="*/ 0 w 3558"/>
              <a:gd name="T7" fmla="*/ 41 h 81"/>
              <a:gd name="T8" fmla="*/ 47 w 3558"/>
              <a:gd name="T9" fmla="*/ 0 h 81"/>
              <a:gd name="T10" fmla="*/ 3511 w 3558"/>
              <a:gd name="T11" fmla="*/ 0 h 81"/>
              <a:gd name="T12" fmla="*/ 3558 w 3558"/>
              <a:gd name="T13" fmla="*/ 4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58" h="81">
                <a:moveTo>
                  <a:pt x="3558" y="41"/>
                </a:moveTo>
                <a:cubicBezTo>
                  <a:pt x="3558" y="63"/>
                  <a:pt x="3537" y="81"/>
                  <a:pt x="3511" y="81"/>
                </a:cubicBezTo>
                <a:cubicBezTo>
                  <a:pt x="47" y="81"/>
                  <a:pt x="47" y="81"/>
                  <a:pt x="47" y="81"/>
                </a:cubicBezTo>
                <a:cubicBezTo>
                  <a:pt x="21" y="81"/>
                  <a:pt x="0" y="63"/>
                  <a:pt x="0" y="41"/>
                </a:cubicBezTo>
                <a:cubicBezTo>
                  <a:pt x="0" y="18"/>
                  <a:pt x="21" y="0"/>
                  <a:pt x="47" y="0"/>
                </a:cubicBezTo>
                <a:cubicBezTo>
                  <a:pt x="3511" y="0"/>
                  <a:pt x="3511" y="0"/>
                  <a:pt x="3511" y="0"/>
                </a:cubicBezTo>
                <a:cubicBezTo>
                  <a:pt x="3537" y="0"/>
                  <a:pt x="3558" y="18"/>
                  <a:pt x="3558" y="41"/>
                </a:cubicBezTo>
                <a:close/>
              </a:path>
            </a:pathLst>
          </a:custGeom>
          <a:solidFill>
            <a:srgbClr val="D3F74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6" name="Freeform 587"/>
          <p:cNvSpPr>
            <a:spLocks/>
          </p:cNvSpPr>
          <p:nvPr/>
        </p:nvSpPr>
        <p:spPr bwMode="auto">
          <a:xfrm>
            <a:off x="9108" y="6546121"/>
            <a:ext cx="12173782" cy="137484"/>
          </a:xfrm>
          <a:custGeom>
            <a:avLst/>
            <a:gdLst>
              <a:gd name="T0" fmla="*/ 47 w 3558"/>
              <a:gd name="T1" fmla="*/ 40 h 40"/>
              <a:gd name="T2" fmla="*/ 3511 w 3558"/>
              <a:gd name="T3" fmla="*/ 40 h 40"/>
              <a:gd name="T4" fmla="*/ 3558 w 3558"/>
              <a:gd name="T5" fmla="*/ 0 h 40"/>
              <a:gd name="T6" fmla="*/ 0 w 3558"/>
              <a:gd name="T7" fmla="*/ 0 h 40"/>
              <a:gd name="T8" fmla="*/ 47 w 3558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58" h="40">
                <a:moveTo>
                  <a:pt x="47" y="40"/>
                </a:moveTo>
                <a:cubicBezTo>
                  <a:pt x="3511" y="40"/>
                  <a:pt x="3511" y="40"/>
                  <a:pt x="3511" y="40"/>
                </a:cubicBezTo>
                <a:cubicBezTo>
                  <a:pt x="3537" y="40"/>
                  <a:pt x="3558" y="22"/>
                  <a:pt x="355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2"/>
                  <a:pt x="21" y="40"/>
                  <a:pt x="47" y="40"/>
                </a:cubicBezTo>
                <a:close/>
              </a:path>
            </a:pathLst>
          </a:custGeom>
          <a:solidFill>
            <a:srgbClr val="99BE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9" name="Freeform 590"/>
          <p:cNvSpPr>
            <a:spLocks/>
          </p:cNvSpPr>
          <p:nvPr/>
        </p:nvSpPr>
        <p:spPr bwMode="auto">
          <a:xfrm>
            <a:off x="10735698" y="5570714"/>
            <a:ext cx="400873" cy="712019"/>
          </a:xfrm>
          <a:custGeom>
            <a:avLst/>
            <a:gdLst>
              <a:gd name="T0" fmla="*/ 117 w 117"/>
              <a:gd name="T1" fmla="*/ 149 h 208"/>
              <a:gd name="T2" fmla="*/ 59 w 117"/>
              <a:gd name="T3" fmla="*/ 208 h 208"/>
              <a:gd name="T4" fmla="*/ 0 w 117"/>
              <a:gd name="T5" fmla="*/ 149 h 208"/>
              <a:gd name="T6" fmla="*/ 59 w 117"/>
              <a:gd name="T7" fmla="*/ 0 h 208"/>
              <a:gd name="T8" fmla="*/ 117 w 117"/>
              <a:gd name="T9" fmla="*/ 14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7" h="208">
                <a:moveTo>
                  <a:pt x="117" y="149"/>
                </a:moveTo>
                <a:cubicBezTo>
                  <a:pt x="117" y="182"/>
                  <a:pt x="91" y="208"/>
                  <a:pt x="59" y="208"/>
                </a:cubicBezTo>
                <a:cubicBezTo>
                  <a:pt x="26" y="208"/>
                  <a:pt x="0" y="182"/>
                  <a:pt x="0" y="149"/>
                </a:cubicBezTo>
                <a:cubicBezTo>
                  <a:pt x="0" y="104"/>
                  <a:pt x="26" y="0"/>
                  <a:pt x="59" y="0"/>
                </a:cubicBezTo>
                <a:cubicBezTo>
                  <a:pt x="91" y="0"/>
                  <a:pt x="117" y="117"/>
                  <a:pt x="117" y="149"/>
                </a:cubicBez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0" name="Freeform 591"/>
          <p:cNvSpPr>
            <a:spLocks/>
          </p:cNvSpPr>
          <p:nvPr/>
        </p:nvSpPr>
        <p:spPr bwMode="auto">
          <a:xfrm>
            <a:off x="10936858" y="5570714"/>
            <a:ext cx="199713" cy="712019"/>
          </a:xfrm>
          <a:custGeom>
            <a:avLst/>
            <a:gdLst>
              <a:gd name="T0" fmla="*/ 58 w 58"/>
              <a:gd name="T1" fmla="*/ 149 h 208"/>
              <a:gd name="T2" fmla="*/ 0 w 58"/>
              <a:gd name="T3" fmla="*/ 0 h 208"/>
              <a:gd name="T4" fmla="*/ 0 w 58"/>
              <a:gd name="T5" fmla="*/ 208 h 208"/>
              <a:gd name="T6" fmla="*/ 58 w 58"/>
              <a:gd name="T7" fmla="*/ 14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8" h="208">
                <a:moveTo>
                  <a:pt x="58" y="149"/>
                </a:moveTo>
                <a:cubicBezTo>
                  <a:pt x="58" y="108"/>
                  <a:pt x="32" y="0"/>
                  <a:pt x="0" y="0"/>
                </a:cubicBezTo>
                <a:cubicBezTo>
                  <a:pt x="0" y="208"/>
                  <a:pt x="0" y="208"/>
                  <a:pt x="0" y="208"/>
                </a:cubicBezTo>
                <a:cubicBezTo>
                  <a:pt x="32" y="208"/>
                  <a:pt x="58" y="182"/>
                  <a:pt x="58" y="149"/>
                </a:cubicBezTo>
                <a:close/>
              </a:path>
            </a:pathLst>
          </a:custGeom>
          <a:solidFill>
            <a:srgbClr val="84A2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3" name="Oval 594"/>
          <p:cNvSpPr>
            <a:spLocks noChangeArrowheads="1"/>
          </p:cNvSpPr>
          <p:nvPr/>
        </p:nvSpPr>
        <p:spPr bwMode="auto">
          <a:xfrm>
            <a:off x="10996193" y="5909357"/>
            <a:ext cx="303910" cy="403767"/>
          </a:xfrm>
          <a:prstGeom prst="ellipse">
            <a:avLst/>
          </a:pr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4" name="Freeform 595"/>
          <p:cNvSpPr>
            <a:spLocks/>
          </p:cNvSpPr>
          <p:nvPr/>
        </p:nvSpPr>
        <p:spPr bwMode="auto">
          <a:xfrm>
            <a:off x="11149595" y="5909357"/>
            <a:ext cx="150508" cy="403767"/>
          </a:xfrm>
          <a:custGeom>
            <a:avLst/>
            <a:gdLst>
              <a:gd name="T0" fmla="*/ 44 w 44"/>
              <a:gd name="T1" fmla="*/ 59 h 118"/>
              <a:gd name="T2" fmla="*/ 0 w 44"/>
              <a:gd name="T3" fmla="*/ 0 h 118"/>
              <a:gd name="T4" fmla="*/ 0 w 44"/>
              <a:gd name="T5" fmla="*/ 118 h 118"/>
              <a:gd name="T6" fmla="*/ 44 w 44"/>
              <a:gd name="T7" fmla="*/ 59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" h="118">
                <a:moveTo>
                  <a:pt x="44" y="59"/>
                </a:moveTo>
                <a:cubicBezTo>
                  <a:pt x="44" y="26"/>
                  <a:pt x="24" y="0"/>
                  <a:pt x="0" y="0"/>
                </a:cubicBezTo>
                <a:cubicBezTo>
                  <a:pt x="0" y="118"/>
                  <a:pt x="0" y="118"/>
                  <a:pt x="0" y="118"/>
                </a:cubicBezTo>
                <a:cubicBezTo>
                  <a:pt x="24" y="118"/>
                  <a:pt x="44" y="92"/>
                  <a:pt x="44" y="59"/>
                </a:cubicBezTo>
                <a:close/>
              </a:path>
            </a:pathLst>
          </a:custGeom>
          <a:solidFill>
            <a:srgbClr val="84A2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7291437" y="5467284"/>
            <a:ext cx="389295" cy="306805"/>
            <a:chOff x="7520037" y="5452044"/>
            <a:chExt cx="389295" cy="306805"/>
          </a:xfrm>
        </p:grpSpPr>
        <p:sp>
          <p:nvSpPr>
            <p:cNvPr id="11" name="Freeform 608"/>
            <p:cNvSpPr>
              <a:spLocks/>
            </p:cNvSpPr>
            <p:nvPr/>
          </p:nvSpPr>
          <p:spPr bwMode="auto">
            <a:xfrm>
              <a:off x="7796451" y="5673464"/>
              <a:ext cx="37627" cy="85385"/>
            </a:xfrm>
            <a:custGeom>
              <a:avLst/>
              <a:gdLst>
                <a:gd name="T0" fmla="*/ 12 w 26"/>
                <a:gd name="T1" fmla="*/ 59 h 59"/>
                <a:gd name="T2" fmla="*/ 0 w 26"/>
                <a:gd name="T3" fmla="*/ 57 h 59"/>
                <a:gd name="T4" fmla="*/ 12 w 26"/>
                <a:gd name="T5" fmla="*/ 0 h 59"/>
                <a:gd name="T6" fmla="*/ 26 w 26"/>
                <a:gd name="T7" fmla="*/ 3 h 59"/>
                <a:gd name="T8" fmla="*/ 12 w 26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59">
                  <a:moveTo>
                    <a:pt x="12" y="59"/>
                  </a:moveTo>
                  <a:lnTo>
                    <a:pt x="0" y="57"/>
                  </a:lnTo>
                  <a:lnTo>
                    <a:pt x="12" y="0"/>
                  </a:lnTo>
                  <a:lnTo>
                    <a:pt x="26" y="3"/>
                  </a:lnTo>
                  <a:lnTo>
                    <a:pt x="12" y="59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609"/>
            <p:cNvSpPr>
              <a:spLocks/>
            </p:cNvSpPr>
            <p:nvPr/>
          </p:nvSpPr>
          <p:spPr bwMode="auto">
            <a:xfrm>
              <a:off x="7748693" y="5663334"/>
              <a:ext cx="40521" cy="85385"/>
            </a:xfrm>
            <a:custGeom>
              <a:avLst/>
              <a:gdLst>
                <a:gd name="T0" fmla="*/ 14 w 28"/>
                <a:gd name="T1" fmla="*/ 59 h 59"/>
                <a:gd name="T2" fmla="*/ 0 w 28"/>
                <a:gd name="T3" fmla="*/ 55 h 59"/>
                <a:gd name="T4" fmla="*/ 14 w 28"/>
                <a:gd name="T5" fmla="*/ 0 h 59"/>
                <a:gd name="T6" fmla="*/ 28 w 28"/>
                <a:gd name="T7" fmla="*/ 3 h 59"/>
                <a:gd name="T8" fmla="*/ 14 w 28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9">
                  <a:moveTo>
                    <a:pt x="14" y="59"/>
                  </a:moveTo>
                  <a:lnTo>
                    <a:pt x="0" y="55"/>
                  </a:lnTo>
                  <a:lnTo>
                    <a:pt x="14" y="0"/>
                  </a:lnTo>
                  <a:lnTo>
                    <a:pt x="28" y="3"/>
                  </a:lnTo>
                  <a:lnTo>
                    <a:pt x="14" y="59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610"/>
            <p:cNvSpPr>
              <a:spLocks/>
            </p:cNvSpPr>
            <p:nvPr/>
          </p:nvSpPr>
          <p:spPr bwMode="auto">
            <a:xfrm>
              <a:off x="7645943" y="5635837"/>
              <a:ext cx="37627" cy="85385"/>
            </a:xfrm>
            <a:custGeom>
              <a:avLst/>
              <a:gdLst>
                <a:gd name="T0" fmla="*/ 12 w 26"/>
                <a:gd name="T1" fmla="*/ 59 h 59"/>
                <a:gd name="T2" fmla="*/ 0 w 26"/>
                <a:gd name="T3" fmla="*/ 57 h 59"/>
                <a:gd name="T4" fmla="*/ 12 w 26"/>
                <a:gd name="T5" fmla="*/ 0 h 59"/>
                <a:gd name="T6" fmla="*/ 26 w 26"/>
                <a:gd name="T7" fmla="*/ 5 h 59"/>
                <a:gd name="T8" fmla="*/ 12 w 26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59">
                  <a:moveTo>
                    <a:pt x="12" y="59"/>
                  </a:moveTo>
                  <a:lnTo>
                    <a:pt x="0" y="57"/>
                  </a:lnTo>
                  <a:lnTo>
                    <a:pt x="12" y="0"/>
                  </a:lnTo>
                  <a:lnTo>
                    <a:pt x="26" y="5"/>
                  </a:lnTo>
                  <a:lnTo>
                    <a:pt x="12" y="59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611"/>
            <p:cNvSpPr>
              <a:spLocks/>
            </p:cNvSpPr>
            <p:nvPr/>
          </p:nvSpPr>
          <p:spPr bwMode="auto">
            <a:xfrm>
              <a:off x="7598185" y="5625707"/>
              <a:ext cx="40521" cy="85385"/>
            </a:xfrm>
            <a:custGeom>
              <a:avLst/>
              <a:gdLst>
                <a:gd name="T0" fmla="*/ 14 w 28"/>
                <a:gd name="T1" fmla="*/ 59 h 59"/>
                <a:gd name="T2" fmla="*/ 0 w 28"/>
                <a:gd name="T3" fmla="*/ 57 h 59"/>
                <a:gd name="T4" fmla="*/ 14 w 28"/>
                <a:gd name="T5" fmla="*/ 0 h 59"/>
                <a:gd name="T6" fmla="*/ 28 w 28"/>
                <a:gd name="T7" fmla="*/ 3 h 59"/>
                <a:gd name="T8" fmla="*/ 14 w 28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9">
                  <a:moveTo>
                    <a:pt x="14" y="59"/>
                  </a:moveTo>
                  <a:lnTo>
                    <a:pt x="0" y="57"/>
                  </a:lnTo>
                  <a:lnTo>
                    <a:pt x="14" y="0"/>
                  </a:lnTo>
                  <a:lnTo>
                    <a:pt x="28" y="3"/>
                  </a:lnTo>
                  <a:lnTo>
                    <a:pt x="14" y="59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12"/>
            <p:cNvSpPr>
              <a:spLocks/>
            </p:cNvSpPr>
            <p:nvPr/>
          </p:nvSpPr>
          <p:spPr bwMode="auto">
            <a:xfrm>
              <a:off x="7796451" y="5748718"/>
              <a:ext cx="17366" cy="10131"/>
            </a:xfrm>
            <a:custGeom>
              <a:avLst/>
              <a:gdLst>
                <a:gd name="T0" fmla="*/ 0 w 12"/>
                <a:gd name="T1" fmla="*/ 0 h 7"/>
                <a:gd name="T2" fmla="*/ 0 w 12"/>
                <a:gd name="T3" fmla="*/ 5 h 7"/>
                <a:gd name="T4" fmla="*/ 12 w 12"/>
                <a:gd name="T5" fmla="*/ 7 h 7"/>
                <a:gd name="T6" fmla="*/ 12 w 12"/>
                <a:gd name="T7" fmla="*/ 3 h 7"/>
                <a:gd name="T8" fmla="*/ 0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lnTo>
                    <a:pt x="0" y="5"/>
                  </a:lnTo>
                  <a:lnTo>
                    <a:pt x="12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13"/>
            <p:cNvSpPr>
              <a:spLocks/>
            </p:cNvSpPr>
            <p:nvPr/>
          </p:nvSpPr>
          <p:spPr bwMode="auto">
            <a:xfrm>
              <a:off x="7748693" y="5735694"/>
              <a:ext cx="20261" cy="13025"/>
            </a:xfrm>
            <a:custGeom>
              <a:avLst/>
              <a:gdLst>
                <a:gd name="T0" fmla="*/ 2 w 14"/>
                <a:gd name="T1" fmla="*/ 0 h 9"/>
                <a:gd name="T2" fmla="*/ 0 w 14"/>
                <a:gd name="T3" fmla="*/ 5 h 9"/>
                <a:gd name="T4" fmla="*/ 14 w 14"/>
                <a:gd name="T5" fmla="*/ 9 h 9"/>
                <a:gd name="T6" fmla="*/ 14 w 14"/>
                <a:gd name="T7" fmla="*/ 5 h 9"/>
                <a:gd name="T8" fmla="*/ 2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2" y="0"/>
                  </a:moveTo>
                  <a:lnTo>
                    <a:pt x="0" y="5"/>
                  </a:lnTo>
                  <a:lnTo>
                    <a:pt x="14" y="9"/>
                  </a:lnTo>
                  <a:lnTo>
                    <a:pt x="14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14"/>
            <p:cNvSpPr>
              <a:spLocks/>
            </p:cNvSpPr>
            <p:nvPr/>
          </p:nvSpPr>
          <p:spPr bwMode="auto">
            <a:xfrm>
              <a:off x="7645943" y="5711091"/>
              <a:ext cx="20261" cy="10131"/>
            </a:xfrm>
            <a:custGeom>
              <a:avLst/>
              <a:gdLst>
                <a:gd name="T0" fmla="*/ 0 w 14"/>
                <a:gd name="T1" fmla="*/ 0 h 7"/>
                <a:gd name="T2" fmla="*/ 0 w 14"/>
                <a:gd name="T3" fmla="*/ 5 h 7"/>
                <a:gd name="T4" fmla="*/ 12 w 14"/>
                <a:gd name="T5" fmla="*/ 7 h 7"/>
                <a:gd name="T6" fmla="*/ 14 w 14"/>
                <a:gd name="T7" fmla="*/ 3 h 7"/>
                <a:gd name="T8" fmla="*/ 0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lnTo>
                    <a:pt x="0" y="5"/>
                  </a:lnTo>
                  <a:lnTo>
                    <a:pt x="12" y="7"/>
                  </a:lnTo>
                  <a:lnTo>
                    <a:pt x="1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615"/>
            <p:cNvSpPr>
              <a:spLocks/>
            </p:cNvSpPr>
            <p:nvPr/>
          </p:nvSpPr>
          <p:spPr bwMode="auto">
            <a:xfrm>
              <a:off x="7598185" y="5700961"/>
              <a:ext cx="20261" cy="10131"/>
            </a:xfrm>
            <a:custGeom>
              <a:avLst/>
              <a:gdLst>
                <a:gd name="T0" fmla="*/ 2 w 14"/>
                <a:gd name="T1" fmla="*/ 0 h 7"/>
                <a:gd name="T2" fmla="*/ 0 w 14"/>
                <a:gd name="T3" fmla="*/ 5 h 7"/>
                <a:gd name="T4" fmla="*/ 14 w 14"/>
                <a:gd name="T5" fmla="*/ 7 h 7"/>
                <a:gd name="T6" fmla="*/ 14 w 14"/>
                <a:gd name="T7" fmla="*/ 3 h 7"/>
                <a:gd name="T8" fmla="*/ 2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2" y="0"/>
                  </a:moveTo>
                  <a:lnTo>
                    <a:pt x="0" y="5"/>
                  </a:lnTo>
                  <a:lnTo>
                    <a:pt x="14" y="7"/>
                  </a:lnTo>
                  <a:lnTo>
                    <a:pt x="14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616"/>
            <p:cNvSpPr>
              <a:spLocks/>
            </p:cNvSpPr>
            <p:nvPr/>
          </p:nvSpPr>
          <p:spPr bwMode="auto">
            <a:xfrm>
              <a:off x="7731327" y="5663334"/>
              <a:ext cx="65124" cy="47758"/>
            </a:xfrm>
            <a:custGeom>
              <a:avLst/>
              <a:gdLst>
                <a:gd name="T0" fmla="*/ 18 w 19"/>
                <a:gd name="T1" fmla="*/ 9 h 14"/>
                <a:gd name="T2" fmla="*/ 8 w 19"/>
                <a:gd name="T3" fmla="*/ 13 h 14"/>
                <a:gd name="T4" fmla="*/ 1 w 19"/>
                <a:gd name="T5" fmla="*/ 5 h 14"/>
                <a:gd name="T6" fmla="*/ 11 w 19"/>
                <a:gd name="T7" fmla="*/ 1 h 14"/>
                <a:gd name="T8" fmla="*/ 18 w 19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4">
                  <a:moveTo>
                    <a:pt x="18" y="9"/>
                  </a:moveTo>
                  <a:cubicBezTo>
                    <a:pt x="17" y="12"/>
                    <a:pt x="13" y="14"/>
                    <a:pt x="8" y="13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1" y="2"/>
                    <a:pt x="6" y="0"/>
                    <a:pt x="11" y="1"/>
                  </a:cubicBezTo>
                  <a:cubicBezTo>
                    <a:pt x="15" y="2"/>
                    <a:pt x="19" y="6"/>
                    <a:pt x="18" y="9"/>
                  </a:cubicBez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617"/>
            <p:cNvSpPr>
              <a:spLocks/>
            </p:cNvSpPr>
            <p:nvPr/>
          </p:nvSpPr>
          <p:spPr bwMode="auto">
            <a:xfrm>
              <a:off x="7608316" y="5492565"/>
              <a:ext cx="270625" cy="212738"/>
            </a:xfrm>
            <a:custGeom>
              <a:avLst/>
              <a:gdLst>
                <a:gd name="T0" fmla="*/ 71 w 79"/>
                <a:gd name="T1" fmla="*/ 52 h 62"/>
                <a:gd name="T2" fmla="*/ 58 w 79"/>
                <a:gd name="T3" fmla="*/ 60 h 62"/>
                <a:gd name="T4" fmla="*/ 9 w 79"/>
                <a:gd name="T5" fmla="*/ 48 h 62"/>
                <a:gd name="T6" fmla="*/ 1 w 79"/>
                <a:gd name="T7" fmla="*/ 35 h 62"/>
                <a:gd name="T8" fmla="*/ 7 w 79"/>
                <a:gd name="T9" fmla="*/ 9 h 62"/>
                <a:gd name="T10" fmla="*/ 20 w 79"/>
                <a:gd name="T11" fmla="*/ 1 h 62"/>
                <a:gd name="T12" fmla="*/ 70 w 79"/>
                <a:gd name="T13" fmla="*/ 13 h 62"/>
                <a:gd name="T14" fmla="*/ 77 w 79"/>
                <a:gd name="T15" fmla="*/ 26 h 62"/>
                <a:gd name="T16" fmla="*/ 71 w 79"/>
                <a:gd name="T17" fmla="*/ 5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62">
                  <a:moveTo>
                    <a:pt x="71" y="52"/>
                  </a:moveTo>
                  <a:cubicBezTo>
                    <a:pt x="70" y="58"/>
                    <a:pt x="64" y="62"/>
                    <a:pt x="58" y="60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3" y="47"/>
                    <a:pt x="0" y="41"/>
                    <a:pt x="1" y="35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3"/>
                    <a:pt x="15" y="0"/>
                    <a:pt x="20" y="1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5" y="14"/>
                    <a:pt x="79" y="20"/>
                    <a:pt x="77" y="26"/>
                  </a:cubicBezTo>
                  <a:lnTo>
                    <a:pt x="71" y="52"/>
                  </a:ln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618"/>
            <p:cNvSpPr>
              <a:spLocks/>
            </p:cNvSpPr>
            <p:nvPr/>
          </p:nvSpPr>
          <p:spPr bwMode="auto">
            <a:xfrm>
              <a:off x="7525826" y="5512826"/>
              <a:ext cx="82490" cy="52099"/>
            </a:xfrm>
            <a:custGeom>
              <a:avLst/>
              <a:gdLst>
                <a:gd name="T0" fmla="*/ 24 w 24"/>
                <a:gd name="T1" fmla="*/ 3 h 15"/>
                <a:gd name="T2" fmla="*/ 11 w 24"/>
                <a:gd name="T3" fmla="*/ 13 h 15"/>
                <a:gd name="T4" fmla="*/ 0 w 24"/>
                <a:gd name="T5" fmla="*/ 11 h 15"/>
                <a:gd name="T6" fmla="*/ 12 w 24"/>
                <a:gd name="T7" fmla="*/ 1 h 15"/>
                <a:gd name="T8" fmla="*/ 24 w 24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5">
                  <a:moveTo>
                    <a:pt x="24" y="3"/>
                  </a:moveTo>
                  <a:cubicBezTo>
                    <a:pt x="21" y="8"/>
                    <a:pt x="16" y="11"/>
                    <a:pt x="11" y="13"/>
                  </a:cubicBezTo>
                  <a:cubicBezTo>
                    <a:pt x="6" y="15"/>
                    <a:pt x="2" y="14"/>
                    <a:pt x="0" y="11"/>
                  </a:cubicBezTo>
                  <a:cubicBezTo>
                    <a:pt x="3" y="7"/>
                    <a:pt x="7" y="3"/>
                    <a:pt x="12" y="1"/>
                  </a:cubicBezTo>
                  <a:cubicBezTo>
                    <a:pt x="17" y="0"/>
                    <a:pt x="21" y="1"/>
                    <a:pt x="24" y="3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619"/>
            <p:cNvSpPr>
              <a:spLocks/>
            </p:cNvSpPr>
            <p:nvPr/>
          </p:nvSpPr>
          <p:spPr bwMode="auto">
            <a:xfrm>
              <a:off x="7525826" y="5522956"/>
              <a:ext cx="82490" cy="41969"/>
            </a:xfrm>
            <a:custGeom>
              <a:avLst/>
              <a:gdLst>
                <a:gd name="T0" fmla="*/ 11 w 24"/>
                <a:gd name="T1" fmla="*/ 10 h 12"/>
                <a:gd name="T2" fmla="*/ 24 w 24"/>
                <a:gd name="T3" fmla="*/ 0 h 12"/>
                <a:gd name="T4" fmla="*/ 0 w 24"/>
                <a:gd name="T5" fmla="*/ 8 h 12"/>
                <a:gd name="T6" fmla="*/ 11 w 24"/>
                <a:gd name="T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11" y="10"/>
                  </a:moveTo>
                  <a:cubicBezTo>
                    <a:pt x="16" y="8"/>
                    <a:pt x="21" y="5"/>
                    <a:pt x="24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11"/>
                    <a:pt x="6" y="12"/>
                    <a:pt x="11" y="10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620"/>
            <p:cNvSpPr>
              <a:spLocks/>
            </p:cNvSpPr>
            <p:nvPr/>
          </p:nvSpPr>
          <p:spPr bwMode="auto">
            <a:xfrm>
              <a:off x="7656073" y="5533087"/>
              <a:ext cx="62230" cy="69465"/>
            </a:xfrm>
            <a:custGeom>
              <a:avLst/>
              <a:gdLst>
                <a:gd name="T0" fmla="*/ 0 w 18"/>
                <a:gd name="T1" fmla="*/ 1 h 20"/>
                <a:gd name="T2" fmla="*/ 7 w 18"/>
                <a:gd name="T3" fmla="*/ 15 h 20"/>
                <a:gd name="T4" fmla="*/ 18 w 18"/>
                <a:gd name="T5" fmla="*/ 19 h 20"/>
                <a:gd name="T6" fmla="*/ 11 w 18"/>
                <a:gd name="T7" fmla="*/ 4 h 20"/>
                <a:gd name="T8" fmla="*/ 0 w 18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0">
                  <a:moveTo>
                    <a:pt x="0" y="1"/>
                  </a:moveTo>
                  <a:cubicBezTo>
                    <a:pt x="1" y="6"/>
                    <a:pt x="3" y="11"/>
                    <a:pt x="7" y="15"/>
                  </a:cubicBezTo>
                  <a:cubicBezTo>
                    <a:pt x="11" y="19"/>
                    <a:pt x="15" y="20"/>
                    <a:pt x="18" y="19"/>
                  </a:cubicBezTo>
                  <a:cubicBezTo>
                    <a:pt x="17" y="13"/>
                    <a:pt x="15" y="8"/>
                    <a:pt x="11" y="4"/>
                  </a:cubicBezTo>
                  <a:cubicBezTo>
                    <a:pt x="8" y="1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621"/>
            <p:cNvSpPr>
              <a:spLocks/>
            </p:cNvSpPr>
            <p:nvPr/>
          </p:nvSpPr>
          <p:spPr bwMode="auto">
            <a:xfrm>
              <a:off x="7656073" y="5537428"/>
              <a:ext cx="62230" cy="65124"/>
            </a:xfrm>
            <a:custGeom>
              <a:avLst/>
              <a:gdLst>
                <a:gd name="T0" fmla="*/ 7 w 18"/>
                <a:gd name="T1" fmla="*/ 14 h 19"/>
                <a:gd name="T2" fmla="*/ 0 w 18"/>
                <a:gd name="T3" fmla="*/ 0 h 19"/>
                <a:gd name="T4" fmla="*/ 18 w 18"/>
                <a:gd name="T5" fmla="*/ 18 h 19"/>
                <a:gd name="T6" fmla="*/ 7 w 18"/>
                <a:gd name="T7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9">
                  <a:moveTo>
                    <a:pt x="7" y="14"/>
                  </a:moveTo>
                  <a:cubicBezTo>
                    <a:pt x="3" y="10"/>
                    <a:pt x="1" y="5"/>
                    <a:pt x="0" y="0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5" y="19"/>
                    <a:pt x="11" y="18"/>
                    <a:pt x="7" y="14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622"/>
            <p:cNvSpPr>
              <a:spLocks/>
            </p:cNvSpPr>
            <p:nvPr/>
          </p:nvSpPr>
          <p:spPr bwMode="auto">
            <a:xfrm>
              <a:off x="7520037" y="5452044"/>
              <a:ext cx="102751" cy="92620"/>
            </a:xfrm>
            <a:custGeom>
              <a:avLst/>
              <a:gdLst>
                <a:gd name="T0" fmla="*/ 9 w 30"/>
                <a:gd name="T1" fmla="*/ 0 h 27"/>
                <a:gd name="T2" fmla="*/ 22 w 30"/>
                <a:gd name="T3" fmla="*/ 16 h 27"/>
                <a:gd name="T4" fmla="*/ 20 w 30"/>
                <a:gd name="T5" fmla="*/ 27 h 27"/>
                <a:gd name="T6" fmla="*/ 9 w 30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7">
                  <a:moveTo>
                    <a:pt x="9" y="0"/>
                  </a:moveTo>
                  <a:cubicBezTo>
                    <a:pt x="9" y="0"/>
                    <a:pt x="15" y="13"/>
                    <a:pt x="22" y="16"/>
                  </a:cubicBezTo>
                  <a:cubicBezTo>
                    <a:pt x="30" y="18"/>
                    <a:pt x="20" y="27"/>
                    <a:pt x="20" y="27"/>
                  </a:cubicBezTo>
                  <a:cubicBezTo>
                    <a:pt x="20" y="27"/>
                    <a:pt x="0" y="1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623"/>
            <p:cNvSpPr>
              <a:spLocks/>
            </p:cNvSpPr>
            <p:nvPr/>
          </p:nvSpPr>
          <p:spPr bwMode="auto">
            <a:xfrm>
              <a:off x="7653178" y="5499801"/>
              <a:ext cx="92620" cy="65124"/>
            </a:xfrm>
            <a:custGeom>
              <a:avLst/>
              <a:gdLst>
                <a:gd name="T0" fmla="*/ 27 w 27"/>
                <a:gd name="T1" fmla="*/ 0 h 19"/>
                <a:gd name="T2" fmla="*/ 8 w 27"/>
                <a:gd name="T3" fmla="*/ 7 h 19"/>
                <a:gd name="T4" fmla="*/ 5 w 27"/>
                <a:gd name="T5" fmla="*/ 19 h 19"/>
                <a:gd name="T6" fmla="*/ 27 w 27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cubicBezTo>
                    <a:pt x="27" y="0"/>
                    <a:pt x="16" y="9"/>
                    <a:pt x="8" y="7"/>
                  </a:cubicBezTo>
                  <a:cubicBezTo>
                    <a:pt x="0" y="6"/>
                    <a:pt x="5" y="19"/>
                    <a:pt x="5" y="19"/>
                  </a:cubicBezTo>
                  <a:cubicBezTo>
                    <a:pt x="5" y="19"/>
                    <a:pt x="27" y="19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624"/>
            <p:cNvSpPr>
              <a:spLocks/>
            </p:cNvSpPr>
            <p:nvPr/>
          </p:nvSpPr>
          <p:spPr bwMode="auto">
            <a:xfrm>
              <a:off x="7557664" y="5485329"/>
              <a:ext cx="136036" cy="154850"/>
            </a:xfrm>
            <a:custGeom>
              <a:avLst/>
              <a:gdLst>
                <a:gd name="T0" fmla="*/ 33 w 40"/>
                <a:gd name="T1" fmla="*/ 36 h 45"/>
                <a:gd name="T2" fmla="*/ 21 w 40"/>
                <a:gd name="T3" fmla="*/ 44 h 45"/>
                <a:gd name="T4" fmla="*/ 9 w 40"/>
                <a:gd name="T5" fmla="*/ 41 h 45"/>
                <a:gd name="T6" fmla="*/ 2 w 40"/>
                <a:gd name="T7" fmla="*/ 28 h 45"/>
                <a:gd name="T8" fmla="*/ 6 w 40"/>
                <a:gd name="T9" fmla="*/ 9 h 45"/>
                <a:gd name="T10" fmla="*/ 19 w 40"/>
                <a:gd name="T11" fmla="*/ 1 h 45"/>
                <a:gd name="T12" fmla="*/ 30 w 40"/>
                <a:gd name="T13" fmla="*/ 4 h 45"/>
                <a:gd name="T14" fmla="*/ 38 w 40"/>
                <a:gd name="T15" fmla="*/ 16 h 45"/>
                <a:gd name="T16" fmla="*/ 33 w 40"/>
                <a:gd name="T17" fmla="*/ 3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45">
                  <a:moveTo>
                    <a:pt x="33" y="36"/>
                  </a:moveTo>
                  <a:cubicBezTo>
                    <a:pt x="32" y="42"/>
                    <a:pt x="26" y="45"/>
                    <a:pt x="21" y="44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4" y="40"/>
                    <a:pt x="0" y="34"/>
                    <a:pt x="2" y="2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3"/>
                    <a:pt x="13" y="0"/>
                    <a:pt x="19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6" y="5"/>
                    <a:pt x="40" y="11"/>
                    <a:pt x="38" y="16"/>
                  </a:cubicBezTo>
                  <a:lnTo>
                    <a:pt x="33" y="36"/>
                  </a:ln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625"/>
            <p:cNvSpPr>
              <a:spLocks/>
            </p:cNvSpPr>
            <p:nvPr/>
          </p:nvSpPr>
          <p:spPr bwMode="auto">
            <a:xfrm>
              <a:off x="7608316" y="5492565"/>
              <a:ext cx="85385" cy="147614"/>
            </a:xfrm>
            <a:custGeom>
              <a:avLst/>
              <a:gdLst>
                <a:gd name="T0" fmla="*/ 15 w 25"/>
                <a:gd name="T1" fmla="*/ 2 h 43"/>
                <a:gd name="T2" fmla="*/ 9 w 25"/>
                <a:gd name="T3" fmla="*/ 0 h 43"/>
                <a:gd name="T4" fmla="*/ 0 w 25"/>
                <a:gd name="T5" fmla="*/ 40 h 43"/>
                <a:gd name="T6" fmla="*/ 6 w 25"/>
                <a:gd name="T7" fmla="*/ 42 h 43"/>
                <a:gd name="T8" fmla="*/ 18 w 25"/>
                <a:gd name="T9" fmla="*/ 34 h 43"/>
                <a:gd name="T10" fmla="*/ 23 w 25"/>
                <a:gd name="T11" fmla="*/ 14 h 43"/>
                <a:gd name="T12" fmla="*/ 15 w 25"/>
                <a:gd name="T13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43">
                  <a:moveTo>
                    <a:pt x="15" y="2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1" y="43"/>
                    <a:pt x="17" y="40"/>
                    <a:pt x="18" y="3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5" y="9"/>
                    <a:pt x="21" y="3"/>
                    <a:pt x="15" y="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626"/>
            <p:cNvSpPr>
              <a:spLocks/>
            </p:cNvSpPr>
            <p:nvPr/>
          </p:nvSpPr>
          <p:spPr bwMode="auto">
            <a:xfrm>
              <a:off x="7530168" y="5577949"/>
              <a:ext cx="157744" cy="109987"/>
            </a:xfrm>
            <a:custGeom>
              <a:avLst/>
              <a:gdLst>
                <a:gd name="T0" fmla="*/ 44 w 46"/>
                <a:gd name="T1" fmla="*/ 23 h 32"/>
                <a:gd name="T2" fmla="*/ 31 w 46"/>
                <a:gd name="T3" fmla="*/ 31 h 32"/>
                <a:gd name="T4" fmla="*/ 9 w 46"/>
                <a:gd name="T5" fmla="*/ 25 h 32"/>
                <a:gd name="T6" fmla="*/ 1 w 46"/>
                <a:gd name="T7" fmla="*/ 13 h 32"/>
                <a:gd name="T8" fmla="*/ 2 w 46"/>
                <a:gd name="T9" fmla="*/ 10 h 32"/>
                <a:gd name="T10" fmla="*/ 14 w 46"/>
                <a:gd name="T11" fmla="*/ 2 h 32"/>
                <a:gd name="T12" fmla="*/ 36 w 46"/>
                <a:gd name="T13" fmla="*/ 7 h 32"/>
                <a:gd name="T14" fmla="*/ 44 w 46"/>
                <a:gd name="T15" fmla="*/ 20 h 32"/>
                <a:gd name="T16" fmla="*/ 44 w 46"/>
                <a:gd name="T17" fmla="*/ 2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32">
                  <a:moveTo>
                    <a:pt x="44" y="23"/>
                  </a:moveTo>
                  <a:cubicBezTo>
                    <a:pt x="42" y="28"/>
                    <a:pt x="36" y="32"/>
                    <a:pt x="31" y="3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3" y="24"/>
                    <a:pt x="0" y="18"/>
                    <a:pt x="1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4"/>
                    <a:pt x="9" y="0"/>
                    <a:pt x="14" y="2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42" y="8"/>
                    <a:pt x="46" y="14"/>
                    <a:pt x="44" y="20"/>
                  </a:cubicBezTo>
                  <a:lnTo>
                    <a:pt x="44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627"/>
            <p:cNvSpPr>
              <a:spLocks/>
            </p:cNvSpPr>
            <p:nvPr/>
          </p:nvSpPr>
          <p:spPr bwMode="auto">
            <a:xfrm>
              <a:off x="7550428" y="5615576"/>
              <a:ext cx="30391" cy="27497"/>
            </a:xfrm>
            <a:custGeom>
              <a:avLst/>
              <a:gdLst>
                <a:gd name="T0" fmla="*/ 8 w 9"/>
                <a:gd name="T1" fmla="*/ 5 h 8"/>
                <a:gd name="T2" fmla="*/ 3 w 9"/>
                <a:gd name="T3" fmla="*/ 8 h 8"/>
                <a:gd name="T4" fmla="*/ 0 w 9"/>
                <a:gd name="T5" fmla="*/ 3 h 8"/>
                <a:gd name="T6" fmla="*/ 5 w 9"/>
                <a:gd name="T7" fmla="*/ 0 h 8"/>
                <a:gd name="T8" fmla="*/ 8 w 9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8" y="5"/>
                  </a:moveTo>
                  <a:cubicBezTo>
                    <a:pt x="8" y="7"/>
                    <a:pt x="6" y="8"/>
                    <a:pt x="3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7" y="1"/>
                    <a:pt x="9" y="3"/>
                    <a:pt x="8" y="5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628"/>
            <p:cNvSpPr>
              <a:spLocks/>
            </p:cNvSpPr>
            <p:nvPr/>
          </p:nvSpPr>
          <p:spPr bwMode="auto">
            <a:xfrm>
              <a:off x="7628577" y="5632942"/>
              <a:ext cx="31838" cy="30391"/>
            </a:xfrm>
            <a:custGeom>
              <a:avLst/>
              <a:gdLst>
                <a:gd name="T0" fmla="*/ 8 w 9"/>
                <a:gd name="T1" fmla="*/ 5 h 9"/>
                <a:gd name="T2" fmla="*/ 3 w 9"/>
                <a:gd name="T3" fmla="*/ 8 h 9"/>
                <a:gd name="T4" fmla="*/ 0 w 9"/>
                <a:gd name="T5" fmla="*/ 4 h 9"/>
                <a:gd name="T6" fmla="*/ 5 w 9"/>
                <a:gd name="T7" fmla="*/ 1 h 9"/>
                <a:gd name="T8" fmla="*/ 8 w 9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8" y="5"/>
                  </a:moveTo>
                  <a:cubicBezTo>
                    <a:pt x="8" y="8"/>
                    <a:pt x="6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9" y="3"/>
                    <a:pt x="8" y="5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629"/>
            <p:cNvSpPr>
              <a:spLocks/>
            </p:cNvSpPr>
            <p:nvPr/>
          </p:nvSpPr>
          <p:spPr bwMode="auto">
            <a:xfrm>
              <a:off x="7601080" y="5540322"/>
              <a:ext cx="17366" cy="17366"/>
            </a:xfrm>
            <a:custGeom>
              <a:avLst/>
              <a:gdLst>
                <a:gd name="T0" fmla="*/ 4 w 5"/>
                <a:gd name="T1" fmla="*/ 3 h 5"/>
                <a:gd name="T2" fmla="*/ 2 w 5"/>
                <a:gd name="T3" fmla="*/ 4 h 5"/>
                <a:gd name="T4" fmla="*/ 0 w 5"/>
                <a:gd name="T5" fmla="*/ 2 h 5"/>
                <a:gd name="T6" fmla="*/ 3 w 5"/>
                <a:gd name="T7" fmla="*/ 0 h 5"/>
                <a:gd name="T8" fmla="*/ 4 w 5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4" y="3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630"/>
            <p:cNvSpPr>
              <a:spLocks/>
            </p:cNvSpPr>
            <p:nvPr/>
          </p:nvSpPr>
          <p:spPr bwMode="auto">
            <a:xfrm>
              <a:off x="7635812" y="5547559"/>
              <a:ext cx="17366" cy="17366"/>
            </a:xfrm>
            <a:custGeom>
              <a:avLst/>
              <a:gdLst>
                <a:gd name="T0" fmla="*/ 5 w 5"/>
                <a:gd name="T1" fmla="*/ 3 h 5"/>
                <a:gd name="T2" fmla="*/ 2 w 5"/>
                <a:gd name="T3" fmla="*/ 5 h 5"/>
                <a:gd name="T4" fmla="*/ 0 w 5"/>
                <a:gd name="T5" fmla="*/ 2 h 5"/>
                <a:gd name="T6" fmla="*/ 3 w 5"/>
                <a:gd name="T7" fmla="*/ 1 h 5"/>
                <a:gd name="T8" fmla="*/ 5 w 5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631"/>
            <p:cNvSpPr>
              <a:spLocks/>
            </p:cNvSpPr>
            <p:nvPr/>
          </p:nvSpPr>
          <p:spPr bwMode="auto">
            <a:xfrm>
              <a:off x="7751588" y="5700961"/>
              <a:ext cx="11578" cy="17366"/>
            </a:xfrm>
            <a:custGeom>
              <a:avLst/>
              <a:gdLst>
                <a:gd name="T0" fmla="*/ 2 w 3"/>
                <a:gd name="T1" fmla="*/ 4 h 5"/>
                <a:gd name="T2" fmla="*/ 1 w 3"/>
                <a:gd name="T3" fmla="*/ 5 h 5"/>
                <a:gd name="T4" fmla="*/ 0 w 3"/>
                <a:gd name="T5" fmla="*/ 4 h 5"/>
                <a:gd name="T6" fmla="*/ 1 w 3"/>
                <a:gd name="T7" fmla="*/ 1 h 5"/>
                <a:gd name="T8" fmla="*/ 2 w 3"/>
                <a:gd name="T9" fmla="*/ 0 h 5"/>
                <a:gd name="T10" fmla="*/ 3 w 3"/>
                <a:gd name="T11" fmla="*/ 1 h 5"/>
                <a:gd name="T12" fmla="*/ 2 w 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5"/>
                    <a:pt x="2" y="5"/>
                    <a:pt x="1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632"/>
            <p:cNvSpPr>
              <a:spLocks/>
            </p:cNvSpPr>
            <p:nvPr/>
          </p:nvSpPr>
          <p:spPr bwMode="auto">
            <a:xfrm>
              <a:off x="7738563" y="5695172"/>
              <a:ext cx="10131" cy="15920"/>
            </a:xfrm>
            <a:custGeom>
              <a:avLst/>
              <a:gdLst>
                <a:gd name="T0" fmla="*/ 2 w 3"/>
                <a:gd name="T1" fmla="*/ 4 h 5"/>
                <a:gd name="T2" fmla="*/ 1 w 3"/>
                <a:gd name="T3" fmla="*/ 5 h 5"/>
                <a:gd name="T4" fmla="*/ 0 w 3"/>
                <a:gd name="T5" fmla="*/ 3 h 5"/>
                <a:gd name="T6" fmla="*/ 1 w 3"/>
                <a:gd name="T7" fmla="*/ 1 h 5"/>
                <a:gd name="T8" fmla="*/ 2 w 3"/>
                <a:gd name="T9" fmla="*/ 0 h 5"/>
                <a:gd name="T10" fmla="*/ 3 w 3"/>
                <a:gd name="T11" fmla="*/ 1 h 5"/>
                <a:gd name="T12" fmla="*/ 2 w 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4"/>
                    <a:pt x="1" y="5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633"/>
            <p:cNvSpPr>
              <a:spLocks/>
            </p:cNvSpPr>
            <p:nvPr/>
          </p:nvSpPr>
          <p:spPr bwMode="auto">
            <a:xfrm>
              <a:off x="7768954" y="5700961"/>
              <a:ext cx="10131" cy="17366"/>
            </a:xfrm>
            <a:custGeom>
              <a:avLst/>
              <a:gdLst>
                <a:gd name="T0" fmla="*/ 2 w 3"/>
                <a:gd name="T1" fmla="*/ 4 h 5"/>
                <a:gd name="T2" fmla="*/ 1 w 3"/>
                <a:gd name="T3" fmla="*/ 5 h 5"/>
                <a:gd name="T4" fmla="*/ 0 w 3"/>
                <a:gd name="T5" fmla="*/ 3 h 5"/>
                <a:gd name="T6" fmla="*/ 1 w 3"/>
                <a:gd name="T7" fmla="*/ 1 h 5"/>
                <a:gd name="T8" fmla="*/ 2 w 3"/>
                <a:gd name="T9" fmla="*/ 0 h 5"/>
                <a:gd name="T10" fmla="*/ 3 w 3"/>
                <a:gd name="T11" fmla="*/ 1 h 5"/>
                <a:gd name="T12" fmla="*/ 2 w 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5"/>
                    <a:pt x="1" y="5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F9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634"/>
            <p:cNvSpPr>
              <a:spLocks/>
            </p:cNvSpPr>
            <p:nvPr/>
          </p:nvSpPr>
          <p:spPr bwMode="auto">
            <a:xfrm>
              <a:off x="7864469" y="5544664"/>
              <a:ext cx="41969" cy="40521"/>
            </a:xfrm>
            <a:custGeom>
              <a:avLst/>
              <a:gdLst>
                <a:gd name="T0" fmla="*/ 0 w 12"/>
                <a:gd name="T1" fmla="*/ 11 h 12"/>
                <a:gd name="T2" fmla="*/ 1 w 12"/>
                <a:gd name="T3" fmla="*/ 10 h 12"/>
                <a:gd name="T4" fmla="*/ 7 w 12"/>
                <a:gd name="T5" fmla="*/ 9 h 12"/>
                <a:gd name="T6" fmla="*/ 9 w 12"/>
                <a:gd name="T7" fmla="*/ 0 h 12"/>
                <a:gd name="T8" fmla="*/ 11 w 12"/>
                <a:gd name="T9" fmla="*/ 0 h 12"/>
                <a:gd name="T10" fmla="*/ 8 w 12"/>
                <a:gd name="T11" fmla="*/ 10 h 12"/>
                <a:gd name="T12" fmla="*/ 0 w 12"/>
                <a:gd name="T1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3" y="10"/>
                    <a:pt x="5" y="10"/>
                    <a:pt x="7" y="9"/>
                  </a:cubicBezTo>
                  <a:cubicBezTo>
                    <a:pt x="10" y="6"/>
                    <a:pt x="9" y="0"/>
                    <a:pt x="9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2" y="7"/>
                    <a:pt x="8" y="10"/>
                  </a:cubicBezTo>
                  <a:cubicBezTo>
                    <a:pt x="6" y="12"/>
                    <a:pt x="4" y="12"/>
                    <a:pt x="0" y="11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635"/>
            <p:cNvSpPr>
              <a:spLocks/>
            </p:cNvSpPr>
            <p:nvPr/>
          </p:nvSpPr>
          <p:spPr bwMode="auto">
            <a:xfrm>
              <a:off x="7886177" y="5522956"/>
              <a:ext cx="23155" cy="24603"/>
            </a:xfrm>
            <a:custGeom>
              <a:avLst/>
              <a:gdLst>
                <a:gd name="T0" fmla="*/ 3 w 7"/>
                <a:gd name="T1" fmla="*/ 7 h 7"/>
                <a:gd name="T2" fmla="*/ 5 w 7"/>
                <a:gd name="T3" fmla="*/ 6 h 7"/>
                <a:gd name="T4" fmla="*/ 7 w 7"/>
                <a:gd name="T5" fmla="*/ 2 h 7"/>
                <a:gd name="T6" fmla="*/ 0 w 7"/>
                <a:gd name="T7" fmla="*/ 3 h 7"/>
                <a:gd name="T8" fmla="*/ 3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7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4" y="0"/>
                    <a:pt x="0" y="3"/>
                  </a:cubicBezTo>
                  <a:lnTo>
                    <a:pt x="3" y="7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636"/>
            <p:cNvSpPr>
              <a:spLocks/>
            </p:cNvSpPr>
            <p:nvPr/>
          </p:nvSpPr>
          <p:spPr bwMode="auto">
            <a:xfrm>
              <a:off x="7731327" y="5595315"/>
              <a:ext cx="109987" cy="72360"/>
            </a:xfrm>
            <a:custGeom>
              <a:avLst/>
              <a:gdLst>
                <a:gd name="T0" fmla="*/ 6 w 32"/>
                <a:gd name="T1" fmla="*/ 6 h 21"/>
                <a:gd name="T2" fmla="*/ 22 w 32"/>
                <a:gd name="T3" fmla="*/ 2 h 21"/>
                <a:gd name="T4" fmla="*/ 32 w 32"/>
                <a:gd name="T5" fmla="*/ 9 h 21"/>
                <a:gd name="T6" fmla="*/ 18 w 32"/>
                <a:gd name="T7" fmla="*/ 21 h 21"/>
                <a:gd name="T8" fmla="*/ 6 w 32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6" y="6"/>
                  </a:moveTo>
                  <a:cubicBezTo>
                    <a:pt x="11" y="0"/>
                    <a:pt x="18" y="4"/>
                    <a:pt x="22" y="2"/>
                  </a:cubicBezTo>
                  <a:cubicBezTo>
                    <a:pt x="27" y="0"/>
                    <a:pt x="31" y="5"/>
                    <a:pt x="32" y="9"/>
                  </a:cubicBezTo>
                  <a:cubicBezTo>
                    <a:pt x="32" y="13"/>
                    <a:pt x="28" y="20"/>
                    <a:pt x="18" y="21"/>
                  </a:cubicBezTo>
                  <a:cubicBezTo>
                    <a:pt x="8" y="21"/>
                    <a:pt x="0" y="12"/>
                    <a:pt x="6" y="6"/>
                  </a:cubicBezTo>
                  <a:close/>
                </a:path>
              </a:pathLst>
            </a:custGeom>
            <a:solidFill>
              <a:srgbClr val="8C6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637"/>
            <p:cNvSpPr>
              <a:spLocks/>
            </p:cNvSpPr>
            <p:nvPr/>
          </p:nvSpPr>
          <p:spPr bwMode="auto">
            <a:xfrm>
              <a:off x="7731327" y="5512826"/>
              <a:ext cx="85385" cy="65124"/>
            </a:xfrm>
            <a:custGeom>
              <a:avLst/>
              <a:gdLst>
                <a:gd name="T0" fmla="*/ 5 w 25"/>
                <a:gd name="T1" fmla="*/ 6 h 19"/>
                <a:gd name="T2" fmla="*/ 5 w 25"/>
                <a:gd name="T3" fmla="*/ 15 h 19"/>
                <a:gd name="T4" fmla="*/ 21 w 25"/>
                <a:gd name="T5" fmla="*/ 16 h 19"/>
                <a:gd name="T6" fmla="*/ 25 w 25"/>
                <a:gd name="T7" fmla="*/ 5 h 19"/>
                <a:gd name="T8" fmla="*/ 7 w 25"/>
                <a:gd name="T9" fmla="*/ 0 h 19"/>
                <a:gd name="T10" fmla="*/ 5 w 25"/>
                <a:gd name="T11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9">
                  <a:moveTo>
                    <a:pt x="5" y="6"/>
                  </a:moveTo>
                  <a:cubicBezTo>
                    <a:pt x="3" y="8"/>
                    <a:pt x="0" y="10"/>
                    <a:pt x="5" y="15"/>
                  </a:cubicBezTo>
                  <a:cubicBezTo>
                    <a:pt x="10" y="19"/>
                    <a:pt x="16" y="18"/>
                    <a:pt x="21" y="16"/>
                  </a:cubicBezTo>
                  <a:cubicBezTo>
                    <a:pt x="23" y="14"/>
                    <a:pt x="25" y="9"/>
                    <a:pt x="25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2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8C6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8375555" y="5868924"/>
            <a:ext cx="615058" cy="571641"/>
            <a:chOff x="6561995" y="5838444"/>
            <a:chExt cx="615058" cy="571641"/>
          </a:xfrm>
        </p:grpSpPr>
        <p:sp>
          <p:nvSpPr>
            <p:cNvPr id="269" name="Freeform 550"/>
            <p:cNvSpPr>
              <a:spLocks/>
            </p:cNvSpPr>
            <p:nvPr/>
          </p:nvSpPr>
          <p:spPr bwMode="auto">
            <a:xfrm>
              <a:off x="6561995" y="6122093"/>
              <a:ext cx="20261" cy="115775"/>
            </a:xfrm>
            <a:custGeom>
              <a:avLst/>
              <a:gdLst>
                <a:gd name="T0" fmla="*/ 0 w 14"/>
                <a:gd name="T1" fmla="*/ 0 h 80"/>
                <a:gd name="T2" fmla="*/ 0 w 14"/>
                <a:gd name="T3" fmla="*/ 80 h 80"/>
                <a:gd name="T4" fmla="*/ 14 w 14"/>
                <a:gd name="T5" fmla="*/ 80 h 80"/>
                <a:gd name="T6" fmla="*/ 7 w 14"/>
                <a:gd name="T7" fmla="*/ 0 h 80"/>
                <a:gd name="T8" fmla="*/ 0 w 14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80">
                  <a:moveTo>
                    <a:pt x="0" y="0"/>
                  </a:moveTo>
                  <a:lnTo>
                    <a:pt x="0" y="80"/>
                  </a:lnTo>
                  <a:lnTo>
                    <a:pt x="14" y="8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Rectangle 660"/>
            <p:cNvSpPr>
              <a:spLocks noChangeArrowheads="1"/>
            </p:cNvSpPr>
            <p:nvPr/>
          </p:nvSpPr>
          <p:spPr bwMode="auto">
            <a:xfrm>
              <a:off x="6896297" y="6324700"/>
              <a:ext cx="27497" cy="85385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Rectangle 661"/>
            <p:cNvSpPr>
              <a:spLocks noChangeArrowheads="1"/>
            </p:cNvSpPr>
            <p:nvPr/>
          </p:nvSpPr>
          <p:spPr bwMode="auto">
            <a:xfrm>
              <a:off x="6896297" y="6392719"/>
              <a:ext cx="27497" cy="17366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Rectangle 662"/>
            <p:cNvSpPr>
              <a:spLocks noChangeArrowheads="1"/>
            </p:cNvSpPr>
            <p:nvPr/>
          </p:nvSpPr>
          <p:spPr bwMode="auto">
            <a:xfrm>
              <a:off x="6971551" y="6307334"/>
              <a:ext cx="27497" cy="10275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Rectangle 663"/>
            <p:cNvSpPr>
              <a:spLocks noChangeArrowheads="1"/>
            </p:cNvSpPr>
            <p:nvPr/>
          </p:nvSpPr>
          <p:spPr bwMode="auto">
            <a:xfrm>
              <a:off x="6971551" y="6395613"/>
              <a:ext cx="27497" cy="14472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Rectangle 664"/>
            <p:cNvSpPr>
              <a:spLocks noChangeArrowheads="1"/>
            </p:cNvSpPr>
            <p:nvPr/>
          </p:nvSpPr>
          <p:spPr bwMode="auto">
            <a:xfrm>
              <a:off x="6657510" y="6227739"/>
              <a:ext cx="27497" cy="178005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Rectangle 665"/>
            <p:cNvSpPr>
              <a:spLocks noChangeArrowheads="1"/>
            </p:cNvSpPr>
            <p:nvPr/>
          </p:nvSpPr>
          <p:spPr bwMode="auto">
            <a:xfrm>
              <a:off x="6657510" y="6392719"/>
              <a:ext cx="27497" cy="13025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666"/>
            <p:cNvSpPr>
              <a:spLocks/>
            </p:cNvSpPr>
            <p:nvPr/>
          </p:nvSpPr>
          <p:spPr bwMode="auto">
            <a:xfrm>
              <a:off x="6722634" y="6227739"/>
              <a:ext cx="27497" cy="182346"/>
            </a:xfrm>
            <a:custGeom>
              <a:avLst/>
              <a:gdLst>
                <a:gd name="T0" fmla="*/ 0 w 19"/>
                <a:gd name="T1" fmla="*/ 123 h 126"/>
                <a:gd name="T2" fmla="*/ 19 w 19"/>
                <a:gd name="T3" fmla="*/ 126 h 126"/>
                <a:gd name="T4" fmla="*/ 19 w 19"/>
                <a:gd name="T5" fmla="*/ 0 h 126"/>
                <a:gd name="T6" fmla="*/ 0 w 19"/>
                <a:gd name="T7" fmla="*/ 0 h 126"/>
                <a:gd name="T8" fmla="*/ 0 w 19"/>
                <a:gd name="T9" fmla="*/ 12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6">
                  <a:moveTo>
                    <a:pt x="0" y="123"/>
                  </a:moveTo>
                  <a:lnTo>
                    <a:pt x="19" y="126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667"/>
            <p:cNvSpPr>
              <a:spLocks/>
            </p:cNvSpPr>
            <p:nvPr/>
          </p:nvSpPr>
          <p:spPr bwMode="auto">
            <a:xfrm>
              <a:off x="6722634" y="6392719"/>
              <a:ext cx="27497" cy="17366"/>
            </a:xfrm>
            <a:custGeom>
              <a:avLst/>
              <a:gdLst>
                <a:gd name="T0" fmla="*/ 19 w 19"/>
                <a:gd name="T1" fmla="*/ 0 h 12"/>
                <a:gd name="T2" fmla="*/ 19 w 19"/>
                <a:gd name="T3" fmla="*/ 12 h 12"/>
                <a:gd name="T4" fmla="*/ 0 w 19"/>
                <a:gd name="T5" fmla="*/ 9 h 12"/>
                <a:gd name="T6" fmla="*/ 0 w 19"/>
                <a:gd name="T7" fmla="*/ 0 h 12"/>
                <a:gd name="T8" fmla="*/ 19 w 1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lnTo>
                    <a:pt x="19" y="12"/>
                  </a:lnTo>
                  <a:lnTo>
                    <a:pt x="0" y="9"/>
                  </a:lnTo>
                  <a:lnTo>
                    <a:pt x="0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668"/>
            <p:cNvSpPr>
              <a:spLocks/>
            </p:cNvSpPr>
            <p:nvPr/>
          </p:nvSpPr>
          <p:spPr bwMode="auto">
            <a:xfrm>
              <a:off x="6572126" y="5889096"/>
              <a:ext cx="492045" cy="461655"/>
            </a:xfrm>
            <a:custGeom>
              <a:avLst/>
              <a:gdLst>
                <a:gd name="T0" fmla="*/ 0 w 144"/>
                <a:gd name="T1" fmla="*/ 62 h 135"/>
                <a:gd name="T2" fmla="*/ 8 w 144"/>
                <a:gd name="T3" fmla="*/ 76 h 135"/>
                <a:gd name="T4" fmla="*/ 3 w 144"/>
                <a:gd name="T5" fmla="*/ 90 h 135"/>
                <a:gd name="T6" fmla="*/ 26 w 144"/>
                <a:gd name="T7" fmla="*/ 114 h 135"/>
                <a:gd name="T8" fmla="*/ 34 w 144"/>
                <a:gd name="T9" fmla="*/ 113 h 135"/>
                <a:gd name="T10" fmla="*/ 63 w 144"/>
                <a:gd name="T11" fmla="*/ 135 h 135"/>
                <a:gd name="T12" fmla="*/ 80 w 144"/>
                <a:gd name="T13" fmla="*/ 129 h 135"/>
                <a:gd name="T14" fmla="*/ 100 w 144"/>
                <a:gd name="T15" fmla="*/ 135 h 135"/>
                <a:gd name="T16" fmla="*/ 144 w 144"/>
                <a:gd name="T17" fmla="*/ 91 h 135"/>
                <a:gd name="T18" fmla="*/ 113 w 144"/>
                <a:gd name="T19" fmla="*/ 49 h 135"/>
                <a:gd name="T20" fmla="*/ 113 w 144"/>
                <a:gd name="T21" fmla="*/ 49 h 135"/>
                <a:gd name="T22" fmla="*/ 131 w 144"/>
                <a:gd name="T23" fmla="*/ 27 h 135"/>
                <a:gd name="T24" fmla="*/ 108 w 144"/>
                <a:gd name="T25" fmla="*/ 4 h 135"/>
                <a:gd name="T26" fmla="*/ 92 w 144"/>
                <a:gd name="T27" fmla="*/ 10 h 135"/>
                <a:gd name="T28" fmla="*/ 76 w 144"/>
                <a:gd name="T29" fmla="*/ 0 h 135"/>
                <a:gd name="T30" fmla="*/ 58 w 144"/>
                <a:gd name="T31" fmla="*/ 16 h 135"/>
                <a:gd name="T32" fmla="*/ 42 w 144"/>
                <a:gd name="T33" fmla="*/ 11 h 135"/>
                <a:gd name="T34" fmla="*/ 13 w 144"/>
                <a:gd name="T35" fmla="*/ 40 h 135"/>
                <a:gd name="T36" fmla="*/ 13 w 144"/>
                <a:gd name="T37" fmla="*/ 46 h 135"/>
                <a:gd name="T38" fmla="*/ 0 w 144"/>
                <a:gd name="T39" fmla="*/ 6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4" h="135">
                  <a:moveTo>
                    <a:pt x="0" y="62"/>
                  </a:moveTo>
                  <a:cubicBezTo>
                    <a:pt x="0" y="68"/>
                    <a:pt x="3" y="73"/>
                    <a:pt x="8" y="76"/>
                  </a:cubicBezTo>
                  <a:cubicBezTo>
                    <a:pt x="5" y="80"/>
                    <a:pt x="3" y="85"/>
                    <a:pt x="3" y="90"/>
                  </a:cubicBezTo>
                  <a:cubicBezTo>
                    <a:pt x="3" y="103"/>
                    <a:pt x="13" y="114"/>
                    <a:pt x="26" y="114"/>
                  </a:cubicBezTo>
                  <a:cubicBezTo>
                    <a:pt x="29" y="114"/>
                    <a:pt x="32" y="114"/>
                    <a:pt x="34" y="113"/>
                  </a:cubicBezTo>
                  <a:cubicBezTo>
                    <a:pt x="38" y="125"/>
                    <a:pt x="50" y="134"/>
                    <a:pt x="63" y="135"/>
                  </a:cubicBezTo>
                  <a:cubicBezTo>
                    <a:pt x="69" y="135"/>
                    <a:pt x="75" y="133"/>
                    <a:pt x="80" y="129"/>
                  </a:cubicBezTo>
                  <a:cubicBezTo>
                    <a:pt x="86" y="133"/>
                    <a:pt x="93" y="135"/>
                    <a:pt x="100" y="135"/>
                  </a:cubicBezTo>
                  <a:cubicBezTo>
                    <a:pt x="124" y="135"/>
                    <a:pt x="144" y="115"/>
                    <a:pt x="144" y="91"/>
                  </a:cubicBezTo>
                  <a:cubicBezTo>
                    <a:pt x="144" y="71"/>
                    <a:pt x="131" y="55"/>
                    <a:pt x="113" y="49"/>
                  </a:cubicBezTo>
                  <a:cubicBezTo>
                    <a:pt x="113" y="49"/>
                    <a:pt x="113" y="49"/>
                    <a:pt x="113" y="49"/>
                  </a:cubicBezTo>
                  <a:cubicBezTo>
                    <a:pt x="123" y="47"/>
                    <a:pt x="131" y="38"/>
                    <a:pt x="131" y="27"/>
                  </a:cubicBezTo>
                  <a:cubicBezTo>
                    <a:pt x="131" y="14"/>
                    <a:pt x="121" y="4"/>
                    <a:pt x="108" y="4"/>
                  </a:cubicBezTo>
                  <a:cubicBezTo>
                    <a:pt x="102" y="4"/>
                    <a:pt x="96" y="6"/>
                    <a:pt x="92" y="10"/>
                  </a:cubicBezTo>
                  <a:cubicBezTo>
                    <a:pt x="89" y="4"/>
                    <a:pt x="83" y="1"/>
                    <a:pt x="76" y="0"/>
                  </a:cubicBezTo>
                  <a:cubicBezTo>
                    <a:pt x="67" y="0"/>
                    <a:pt x="60" y="7"/>
                    <a:pt x="58" y="16"/>
                  </a:cubicBezTo>
                  <a:cubicBezTo>
                    <a:pt x="54" y="13"/>
                    <a:pt x="48" y="11"/>
                    <a:pt x="42" y="11"/>
                  </a:cubicBezTo>
                  <a:cubicBezTo>
                    <a:pt x="26" y="11"/>
                    <a:pt x="13" y="24"/>
                    <a:pt x="13" y="40"/>
                  </a:cubicBezTo>
                  <a:cubicBezTo>
                    <a:pt x="13" y="42"/>
                    <a:pt x="13" y="44"/>
                    <a:pt x="13" y="46"/>
                  </a:cubicBezTo>
                  <a:cubicBezTo>
                    <a:pt x="6" y="47"/>
                    <a:pt x="0" y="54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669"/>
            <p:cNvSpPr>
              <a:spLocks/>
            </p:cNvSpPr>
            <p:nvPr/>
          </p:nvSpPr>
          <p:spPr bwMode="auto">
            <a:xfrm>
              <a:off x="6965763" y="5838444"/>
              <a:ext cx="118670" cy="173663"/>
            </a:xfrm>
            <a:custGeom>
              <a:avLst/>
              <a:gdLst>
                <a:gd name="T0" fmla="*/ 33 w 35"/>
                <a:gd name="T1" fmla="*/ 51 h 51"/>
                <a:gd name="T2" fmla="*/ 28 w 35"/>
                <a:gd name="T3" fmla="*/ 16 h 51"/>
                <a:gd name="T4" fmla="*/ 0 w 35"/>
                <a:gd name="T5" fmla="*/ 0 h 51"/>
                <a:gd name="T6" fmla="*/ 21 w 35"/>
                <a:gd name="T7" fmla="*/ 22 h 51"/>
                <a:gd name="T8" fmla="*/ 22 w 35"/>
                <a:gd name="T9" fmla="*/ 51 h 51"/>
                <a:gd name="T10" fmla="*/ 33 w 35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51">
                  <a:moveTo>
                    <a:pt x="33" y="51"/>
                  </a:moveTo>
                  <a:cubicBezTo>
                    <a:pt x="33" y="51"/>
                    <a:pt x="35" y="27"/>
                    <a:pt x="28" y="16"/>
                  </a:cubicBezTo>
                  <a:cubicBezTo>
                    <a:pt x="18" y="1"/>
                    <a:pt x="0" y="0"/>
                    <a:pt x="0" y="0"/>
                  </a:cubicBezTo>
                  <a:cubicBezTo>
                    <a:pt x="0" y="0"/>
                    <a:pt x="18" y="9"/>
                    <a:pt x="21" y="22"/>
                  </a:cubicBezTo>
                  <a:cubicBezTo>
                    <a:pt x="25" y="34"/>
                    <a:pt x="22" y="51"/>
                    <a:pt x="22" y="51"/>
                  </a:cubicBezTo>
                  <a:lnTo>
                    <a:pt x="33" y="51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670"/>
            <p:cNvSpPr>
              <a:spLocks/>
            </p:cNvSpPr>
            <p:nvPr/>
          </p:nvSpPr>
          <p:spPr bwMode="auto">
            <a:xfrm>
              <a:off x="6890509" y="5838444"/>
              <a:ext cx="115775" cy="173663"/>
            </a:xfrm>
            <a:custGeom>
              <a:avLst/>
              <a:gdLst>
                <a:gd name="T0" fmla="*/ 32 w 34"/>
                <a:gd name="T1" fmla="*/ 51 h 51"/>
                <a:gd name="T2" fmla="*/ 27 w 34"/>
                <a:gd name="T3" fmla="*/ 16 h 51"/>
                <a:gd name="T4" fmla="*/ 0 w 34"/>
                <a:gd name="T5" fmla="*/ 0 h 51"/>
                <a:gd name="T6" fmla="*/ 21 w 34"/>
                <a:gd name="T7" fmla="*/ 22 h 51"/>
                <a:gd name="T8" fmla="*/ 21 w 34"/>
                <a:gd name="T9" fmla="*/ 51 h 51"/>
                <a:gd name="T10" fmla="*/ 32 w 3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1">
                  <a:moveTo>
                    <a:pt x="32" y="51"/>
                  </a:moveTo>
                  <a:cubicBezTo>
                    <a:pt x="32" y="51"/>
                    <a:pt x="34" y="26"/>
                    <a:pt x="27" y="16"/>
                  </a:cubicBezTo>
                  <a:cubicBezTo>
                    <a:pt x="17" y="1"/>
                    <a:pt x="0" y="0"/>
                    <a:pt x="0" y="0"/>
                  </a:cubicBezTo>
                  <a:cubicBezTo>
                    <a:pt x="0" y="0"/>
                    <a:pt x="17" y="9"/>
                    <a:pt x="21" y="22"/>
                  </a:cubicBezTo>
                  <a:cubicBezTo>
                    <a:pt x="24" y="34"/>
                    <a:pt x="21" y="51"/>
                    <a:pt x="21" y="51"/>
                  </a:cubicBezTo>
                  <a:lnTo>
                    <a:pt x="32" y="51"/>
                  </a:ln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671"/>
            <p:cNvSpPr>
              <a:spLocks/>
            </p:cNvSpPr>
            <p:nvPr/>
          </p:nvSpPr>
          <p:spPr bwMode="auto">
            <a:xfrm>
              <a:off x="7058383" y="6046839"/>
              <a:ext cx="118670" cy="92620"/>
            </a:xfrm>
            <a:custGeom>
              <a:avLst/>
              <a:gdLst>
                <a:gd name="T0" fmla="*/ 0 w 35"/>
                <a:gd name="T1" fmla="*/ 3 h 27"/>
                <a:gd name="T2" fmla="*/ 17 w 35"/>
                <a:gd name="T3" fmla="*/ 23 h 27"/>
                <a:gd name="T4" fmla="*/ 35 w 35"/>
                <a:gd name="T5" fmla="*/ 24 h 27"/>
                <a:gd name="T6" fmla="*/ 19 w 35"/>
                <a:gd name="T7" fmla="*/ 4 h 27"/>
                <a:gd name="T8" fmla="*/ 0 w 35"/>
                <a:gd name="T9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7">
                  <a:moveTo>
                    <a:pt x="0" y="3"/>
                  </a:moveTo>
                  <a:cubicBezTo>
                    <a:pt x="4" y="11"/>
                    <a:pt x="9" y="18"/>
                    <a:pt x="17" y="23"/>
                  </a:cubicBezTo>
                  <a:cubicBezTo>
                    <a:pt x="24" y="27"/>
                    <a:pt x="31" y="27"/>
                    <a:pt x="35" y="24"/>
                  </a:cubicBezTo>
                  <a:cubicBezTo>
                    <a:pt x="32" y="16"/>
                    <a:pt x="27" y="9"/>
                    <a:pt x="19" y="4"/>
                  </a:cubicBezTo>
                  <a:cubicBezTo>
                    <a:pt x="12" y="0"/>
                    <a:pt x="5" y="0"/>
                    <a:pt x="0" y="3"/>
                  </a:cubicBez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672"/>
            <p:cNvSpPr>
              <a:spLocks/>
            </p:cNvSpPr>
            <p:nvPr/>
          </p:nvSpPr>
          <p:spPr bwMode="auto">
            <a:xfrm>
              <a:off x="7058383" y="6056970"/>
              <a:ext cx="118670" cy="82490"/>
            </a:xfrm>
            <a:custGeom>
              <a:avLst/>
              <a:gdLst>
                <a:gd name="T0" fmla="*/ 17 w 35"/>
                <a:gd name="T1" fmla="*/ 20 h 24"/>
                <a:gd name="T2" fmla="*/ 0 w 35"/>
                <a:gd name="T3" fmla="*/ 0 h 24"/>
                <a:gd name="T4" fmla="*/ 35 w 35"/>
                <a:gd name="T5" fmla="*/ 21 h 24"/>
                <a:gd name="T6" fmla="*/ 17 w 35"/>
                <a:gd name="T7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24">
                  <a:moveTo>
                    <a:pt x="17" y="20"/>
                  </a:moveTo>
                  <a:cubicBezTo>
                    <a:pt x="9" y="15"/>
                    <a:pt x="4" y="8"/>
                    <a:pt x="0" y="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1" y="24"/>
                    <a:pt x="24" y="24"/>
                    <a:pt x="17" y="20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673"/>
            <p:cNvSpPr>
              <a:spLocks/>
            </p:cNvSpPr>
            <p:nvPr/>
          </p:nvSpPr>
          <p:spPr bwMode="auto">
            <a:xfrm>
              <a:off x="6855776" y="6043945"/>
              <a:ext cx="120117" cy="95515"/>
            </a:xfrm>
            <a:custGeom>
              <a:avLst/>
              <a:gdLst>
                <a:gd name="T0" fmla="*/ 35 w 35"/>
                <a:gd name="T1" fmla="*/ 4 h 28"/>
                <a:gd name="T2" fmla="*/ 19 w 35"/>
                <a:gd name="T3" fmla="*/ 23 h 28"/>
                <a:gd name="T4" fmla="*/ 0 w 35"/>
                <a:gd name="T5" fmla="*/ 25 h 28"/>
                <a:gd name="T6" fmla="*/ 16 w 35"/>
                <a:gd name="T7" fmla="*/ 5 h 28"/>
                <a:gd name="T8" fmla="*/ 35 w 35"/>
                <a:gd name="T9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8">
                  <a:moveTo>
                    <a:pt x="35" y="4"/>
                  </a:moveTo>
                  <a:cubicBezTo>
                    <a:pt x="32" y="12"/>
                    <a:pt x="26" y="19"/>
                    <a:pt x="19" y="23"/>
                  </a:cubicBezTo>
                  <a:cubicBezTo>
                    <a:pt x="12" y="28"/>
                    <a:pt x="5" y="28"/>
                    <a:pt x="0" y="25"/>
                  </a:cubicBezTo>
                  <a:cubicBezTo>
                    <a:pt x="3" y="17"/>
                    <a:pt x="9" y="9"/>
                    <a:pt x="16" y="5"/>
                  </a:cubicBezTo>
                  <a:cubicBezTo>
                    <a:pt x="23" y="1"/>
                    <a:pt x="30" y="0"/>
                    <a:pt x="35" y="4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674"/>
            <p:cNvSpPr>
              <a:spLocks/>
            </p:cNvSpPr>
            <p:nvPr/>
          </p:nvSpPr>
          <p:spPr bwMode="auto">
            <a:xfrm>
              <a:off x="6855776" y="6056970"/>
              <a:ext cx="120117" cy="82490"/>
            </a:xfrm>
            <a:custGeom>
              <a:avLst/>
              <a:gdLst>
                <a:gd name="T0" fmla="*/ 19 w 35"/>
                <a:gd name="T1" fmla="*/ 19 h 24"/>
                <a:gd name="T2" fmla="*/ 35 w 35"/>
                <a:gd name="T3" fmla="*/ 0 h 24"/>
                <a:gd name="T4" fmla="*/ 0 w 35"/>
                <a:gd name="T5" fmla="*/ 21 h 24"/>
                <a:gd name="T6" fmla="*/ 19 w 35"/>
                <a:gd name="T7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24">
                  <a:moveTo>
                    <a:pt x="19" y="19"/>
                  </a:moveTo>
                  <a:cubicBezTo>
                    <a:pt x="26" y="15"/>
                    <a:pt x="32" y="8"/>
                    <a:pt x="35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4"/>
                    <a:pt x="12" y="24"/>
                    <a:pt x="19" y="19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675"/>
            <p:cNvSpPr>
              <a:spLocks/>
            </p:cNvSpPr>
            <p:nvPr/>
          </p:nvSpPr>
          <p:spPr bwMode="auto">
            <a:xfrm>
              <a:off x="7016414" y="5988952"/>
              <a:ext cx="112881" cy="290886"/>
            </a:xfrm>
            <a:custGeom>
              <a:avLst/>
              <a:gdLst>
                <a:gd name="T0" fmla="*/ 0 w 33"/>
                <a:gd name="T1" fmla="*/ 0 h 85"/>
                <a:gd name="T2" fmla="*/ 11 w 33"/>
                <a:gd name="T3" fmla="*/ 0 h 85"/>
                <a:gd name="T4" fmla="*/ 33 w 33"/>
                <a:gd name="T5" fmla="*/ 23 h 85"/>
                <a:gd name="T6" fmla="*/ 25 w 33"/>
                <a:gd name="T7" fmla="*/ 63 h 85"/>
                <a:gd name="T8" fmla="*/ 2 w 33"/>
                <a:gd name="T9" fmla="*/ 85 h 85"/>
                <a:gd name="T10" fmla="*/ 0 w 33"/>
                <a:gd name="T11" fmla="*/ 85 h 85"/>
                <a:gd name="T12" fmla="*/ 0 w 33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85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23" y="0"/>
                    <a:pt x="33" y="11"/>
                    <a:pt x="33" y="2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2" y="77"/>
                    <a:pt x="15" y="85"/>
                    <a:pt x="2" y="85"/>
                  </a:cubicBezTo>
                  <a:cubicBezTo>
                    <a:pt x="0" y="85"/>
                    <a:pt x="0" y="85"/>
                    <a:pt x="0" y="8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7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676"/>
            <p:cNvSpPr>
              <a:spLocks/>
            </p:cNvSpPr>
            <p:nvPr/>
          </p:nvSpPr>
          <p:spPr bwMode="auto">
            <a:xfrm>
              <a:off x="6903533" y="5988952"/>
              <a:ext cx="112881" cy="290886"/>
            </a:xfrm>
            <a:custGeom>
              <a:avLst/>
              <a:gdLst>
                <a:gd name="T0" fmla="*/ 33 w 33"/>
                <a:gd name="T1" fmla="*/ 0 h 85"/>
                <a:gd name="T2" fmla="*/ 23 w 33"/>
                <a:gd name="T3" fmla="*/ 0 h 85"/>
                <a:gd name="T4" fmla="*/ 0 w 33"/>
                <a:gd name="T5" fmla="*/ 23 h 85"/>
                <a:gd name="T6" fmla="*/ 8 w 33"/>
                <a:gd name="T7" fmla="*/ 63 h 85"/>
                <a:gd name="T8" fmla="*/ 31 w 33"/>
                <a:gd name="T9" fmla="*/ 85 h 85"/>
                <a:gd name="T10" fmla="*/ 33 w 33"/>
                <a:gd name="T11" fmla="*/ 85 h 85"/>
                <a:gd name="T12" fmla="*/ 33 w 33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85">
                  <a:moveTo>
                    <a:pt x="3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1" y="0"/>
                    <a:pt x="0" y="10"/>
                    <a:pt x="0" y="2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11" y="77"/>
                    <a:pt x="18" y="85"/>
                    <a:pt x="31" y="85"/>
                  </a:cubicBezTo>
                  <a:cubicBezTo>
                    <a:pt x="33" y="85"/>
                    <a:pt x="33" y="85"/>
                    <a:pt x="33" y="8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Oval 677"/>
            <p:cNvSpPr>
              <a:spLocks noChangeArrowheads="1"/>
            </p:cNvSpPr>
            <p:nvPr/>
          </p:nvSpPr>
          <p:spPr bwMode="auto">
            <a:xfrm>
              <a:off x="7041017" y="6091703"/>
              <a:ext cx="30391" cy="33286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Oval 678"/>
            <p:cNvSpPr>
              <a:spLocks noChangeArrowheads="1"/>
            </p:cNvSpPr>
            <p:nvPr/>
          </p:nvSpPr>
          <p:spPr bwMode="auto">
            <a:xfrm>
              <a:off x="6961421" y="6091703"/>
              <a:ext cx="34733" cy="33286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82" name="Freeform 679"/>
          <p:cNvSpPr>
            <a:spLocks/>
          </p:cNvSpPr>
          <p:nvPr/>
        </p:nvSpPr>
        <p:spPr bwMode="auto">
          <a:xfrm>
            <a:off x="2818109" y="5958561"/>
            <a:ext cx="21708" cy="37627"/>
          </a:xfrm>
          <a:custGeom>
            <a:avLst/>
            <a:gdLst>
              <a:gd name="T0" fmla="*/ 15 w 15"/>
              <a:gd name="T1" fmla="*/ 23 h 26"/>
              <a:gd name="T2" fmla="*/ 5 w 15"/>
              <a:gd name="T3" fmla="*/ 26 h 26"/>
              <a:gd name="T4" fmla="*/ 0 w 15"/>
              <a:gd name="T5" fmla="*/ 0 h 26"/>
              <a:gd name="T6" fmla="*/ 10 w 15"/>
              <a:gd name="T7" fmla="*/ 0 h 26"/>
              <a:gd name="T8" fmla="*/ 15 w 15"/>
              <a:gd name="T9" fmla="*/ 2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6">
                <a:moveTo>
                  <a:pt x="15" y="23"/>
                </a:moveTo>
                <a:lnTo>
                  <a:pt x="5" y="26"/>
                </a:lnTo>
                <a:lnTo>
                  <a:pt x="0" y="0"/>
                </a:lnTo>
                <a:lnTo>
                  <a:pt x="10" y="0"/>
                </a:lnTo>
                <a:lnTo>
                  <a:pt x="15" y="23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680"/>
          <p:cNvSpPr>
            <a:spLocks/>
          </p:cNvSpPr>
          <p:nvPr/>
        </p:nvSpPr>
        <p:spPr bwMode="auto">
          <a:xfrm>
            <a:off x="2825345" y="5984611"/>
            <a:ext cx="14472" cy="11578"/>
          </a:xfrm>
          <a:custGeom>
            <a:avLst/>
            <a:gdLst>
              <a:gd name="T0" fmla="*/ 0 w 10"/>
              <a:gd name="T1" fmla="*/ 3 h 8"/>
              <a:gd name="T2" fmla="*/ 0 w 10"/>
              <a:gd name="T3" fmla="*/ 8 h 8"/>
              <a:gd name="T4" fmla="*/ 10 w 10"/>
              <a:gd name="T5" fmla="*/ 5 h 8"/>
              <a:gd name="T6" fmla="*/ 7 w 10"/>
              <a:gd name="T7" fmla="*/ 0 h 8"/>
              <a:gd name="T8" fmla="*/ 0 w 10"/>
              <a:gd name="T9" fmla="*/ 3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8">
                <a:moveTo>
                  <a:pt x="0" y="3"/>
                </a:moveTo>
                <a:lnTo>
                  <a:pt x="0" y="8"/>
                </a:lnTo>
                <a:lnTo>
                  <a:pt x="10" y="5"/>
                </a:lnTo>
                <a:lnTo>
                  <a:pt x="7" y="0"/>
                </a:lnTo>
                <a:lnTo>
                  <a:pt x="0" y="3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681"/>
          <p:cNvSpPr>
            <a:spLocks/>
          </p:cNvSpPr>
          <p:nvPr/>
        </p:nvSpPr>
        <p:spPr bwMode="auto">
          <a:xfrm>
            <a:off x="2787718" y="5954219"/>
            <a:ext cx="17366" cy="47758"/>
          </a:xfrm>
          <a:custGeom>
            <a:avLst/>
            <a:gdLst>
              <a:gd name="T0" fmla="*/ 12 w 12"/>
              <a:gd name="T1" fmla="*/ 31 h 33"/>
              <a:gd name="T2" fmla="*/ 5 w 12"/>
              <a:gd name="T3" fmla="*/ 33 h 33"/>
              <a:gd name="T4" fmla="*/ 0 w 12"/>
              <a:gd name="T5" fmla="*/ 3 h 33"/>
              <a:gd name="T6" fmla="*/ 7 w 12"/>
              <a:gd name="T7" fmla="*/ 0 h 33"/>
              <a:gd name="T8" fmla="*/ 12 w 12"/>
              <a:gd name="T9" fmla="*/ 3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33">
                <a:moveTo>
                  <a:pt x="12" y="31"/>
                </a:moveTo>
                <a:lnTo>
                  <a:pt x="5" y="33"/>
                </a:lnTo>
                <a:lnTo>
                  <a:pt x="0" y="3"/>
                </a:lnTo>
                <a:lnTo>
                  <a:pt x="7" y="0"/>
                </a:lnTo>
                <a:lnTo>
                  <a:pt x="12" y="31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682"/>
          <p:cNvSpPr>
            <a:spLocks/>
          </p:cNvSpPr>
          <p:nvPr/>
        </p:nvSpPr>
        <p:spPr bwMode="auto">
          <a:xfrm>
            <a:off x="2794954" y="5991846"/>
            <a:ext cx="10131" cy="10131"/>
          </a:xfrm>
          <a:custGeom>
            <a:avLst/>
            <a:gdLst>
              <a:gd name="T0" fmla="*/ 0 w 7"/>
              <a:gd name="T1" fmla="*/ 3 h 7"/>
              <a:gd name="T2" fmla="*/ 0 w 7"/>
              <a:gd name="T3" fmla="*/ 7 h 7"/>
              <a:gd name="T4" fmla="*/ 7 w 7"/>
              <a:gd name="T5" fmla="*/ 5 h 7"/>
              <a:gd name="T6" fmla="*/ 7 w 7"/>
              <a:gd name="T7" fmla="*/ 0 h 7"/>
              <a:gd name="T8" fmla="*/ 0 w 7"/>
              <a:gd name="T9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7">
                <a:moveTo>
                  <a:pt x="0" y="3"/>
                </a:moveTo>
                <a:lnTo>
                  <a:pt x="0" y="7"/>
                </a:lnTo>
                <a:lnTo>
                  <a:pt x="7" y="5"/>
                </a:lnTo>
                <a:lnTo>
                  <a:pt x="7" y="0"/>
                </a:lnTo>
                <a:lnTo>
                  <a:pt x="0" y="3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683"/>
          <p:cNvSpPr>
            <a:spLocks/>
          </p:cNvSpPr>
          <p:nvPr/>
        </p:nvSpPr>
        <p:spPr bwMode="auto">
          <a:xfrm>
            <a:off x="2915071" y="5899226"/>
            <a:ext cx="27497" cy="75254"/>
          </a:xfrm>
          <a:custGeom>
            <a:avLst/>
            <a:gdLst>
              <a:gd name="T0" fmla="*/ 19 w 19"/>
              <a:gd name="T1" fmla="*/ 52 h 52"/>
              <a:gd name="T2" fmla="*/ 9 w 19"/>
              <a:gd name="T3" fmla="*/ 52 h 52"/>
              <a:gd name="T4" fmla="*/ 0 w 19"/>
              <a:gd name="T5" fmla="*/ 0 h 52"/>
              <a:gd name="T6" fmla="*/ 9 w 19"/>
              <a:gd name="T7" fmla="*/ 0 h 52"/>
              <a:gd name="T8" fmla="*/ 19 w 19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52">
                <a:moveTo>
                  <a:pt x="19" y="52"/>
                </a:moveTo>
                <a:lnTo>
                  <a:pt x="9" y="52"/>
                </a:lnTo>
                <a:lnTo>
                  <a:pt x="0" y="0"/>
                </a:lnTo>
                <a:lnTo>
                  <a:pt x="9" y="0"/>
                </a:lnTo>
                <a:lnTo>
                  <a:pt x="19" y="52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684"/>
          <p:cNvSpPr>
            <a:spLocks/>
          </p:cNvSpPr>
          <p:nvPr/>
        </p:nvSpPr>
        <p:spPr bwMode="auto">
          <a:xfrm>
            <a:off x="2928096" y="5968691"/>
            <a:ext cx="14472" cy="5789"/>
          </a:xfrm>
          <a:custGeom>
            <a:avLst/>
            <a:gdLst>
              <a:gd name="T0" fmla="*/ 0 w 10"/>
              <a:gd name="T1" fmla="*/ 2 h 4"/>
              <a:gd name="T2" fmla="*/ 0 w 10"/>
              <a:gd name="T3" fmla="*/ 4 h 4"/>
              <a:gd name="T4" fmla="*/ 10 w 10"/>
              <a:gd name="T5" fmla="*/ 4 h 4"/>
              <a:gd name="T6" fmla="*/ 7 w 10"/>
              <a:gd name="T7" fmla="*/ 0 h 4"/>
              <a:gd name="T8" fmla="*/ 0 w 10"/>
              <a:gd name="T9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4">
                <a:moveTo>
                  <a:pt x="0" y="2"/>
                </a:moveTo>
                <a:lnTo>
                  <a:pt x="0" y="4"/>
                </a:lnTo>
                <a:lnTo>
                  <a:pt x="10" y="4"/>
                </a:lnTo>
                <a:lnTo>
                  <a:pt x="7" y="0"/>
                </a:lnTo>
                <a:lnTo>
                  <a:pt x="0" y="2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685"/>
          <p:cNvSpPr>
            <a:spLocks/>
          </p:cNvSpPr>
          <p:nvPr/>
        </p:nvSpPr>
        <p:spPr bwMode="auto">
          <a:xfrm>
            <a:off x="2887574" y="5903568"/>
            <a:ext cx="27497" cy="78148"/>
          </a:xfrm>
          <a:custGeom>
            <a:avLst/>
            <a:gdLst>
              <a:gd name="T0" fmla="*/ 19 w 19"/>
              <a:gd name="T1" fmla="*/ 52 h 54"/>
              <a:gd name="T2" fmla="*/ 9 w 19"/>
              <a:gd name="T3" fmla="*/ 54 h 54"/>
              <a:gd name="T4" fmla="*/ 0 w 19"/>
              <a:gd name="T5" fmla="*/ 2 h 54"/>
              <a:gd name="T6" fmla="*/ 9 w 19"/>
              <a:gd name="T7" fmla="*/ 0 h 54"/>
              <a:gd name="T8" fmla="*/ 19 w 19"/>
              <a:gd name="T9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54">
                <a:moveTo>
                  <a:pt x="19" y="52"/>
                </a:moveTo>
                <a:lnTo>
                  <a:pt x="9" y="54"/>
                </a:lnTo>
                <a:lnTo>
                  <a:pt x="0" y="2"/>
                </a:lnTo>
                <a:lnTo>
                  <a:pt x="9" y="0"/>
                </a:lnTo>
                <a:lnTo>
                  <a:pt x="19" y="52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686"/>
          <p:cNvSpPr>
            <a:spLocks/>
          </p:cNvSpPr>
          <p:nvPr/>
        </p:nvSpPr>
        <p:spPr bwMode="auto">
          <a:xfrm>
            <a:off x="2900599" y="5971585"/>
            <a:ext cx="14472" cy="10131"/>
          </a:xfrm>
          <a:custGeom>
            <a:avLst/>
            <a:gdLst>
              <a:gd name="T0" fmla="*/ 0 w 10"/>
              <a:gd name="T1" fmla="*/ 2 h 7"/>
              <a:gd name="T2" fmla="*/ 0 w 10"/>
              <a:gd name="T3" fmla="*/ 7 h 7"/>
              <a:gd name="T4" fmla="*/ 10 w 10"/>
              <a:gd name="T5" fmla="*/ 5 h 7"/>
              <a:gd name="T6" fmla="*/ 7 w 10"/>
              <a:gd name="T7" fmla="*/ 0 h 7"/>
              <a:gd name="T8" fmla="*/ 0 w 10"/>
              <a:gd name="T9" fmla="*/ 2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7">
                <a:moveTo>
                  <a:pt x="0" y="2"/>
                </a:moveTo>
                <a:lnTo>
                  <a:pt x="0" y="7"/>
                </a:lnTo>
                <a:lnTo>
                  <a:pt x="10" y="5"/>
                </a:lnTo>
                <a:lnTo>
                  <a:pt x="7" y="0"/>
                </a:lnTo>
                <a:lnTo>
                  <a:pt x="0" y="2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687"/>
          <p:cNvSpPr>
            <a:spLocks/>
          </p:cNvSpPr>
          <p:nvPr/>
        </p:nvSpPr>
        <p:spPr bwMode="auto">
          <a:xfrm>
            <a:off x="2732724" y="5758849"/>
            <a:ext cx="225762" cy="212738"/>
          </a:xfrm>
          <a:custGeom>
            <a:avLst/>
            <a:gdLst>
              <a:gd name="T0" fmla="*/ 66 w 66"/>
              <a:gd name="T1" fmla="*/ 27 h 62"/>
              <a:gd name="T2" fmla="*/ 61 w 66"/>
              <a:gd name="T3" fmla="*/ 22 h 62"/>
              <a:gd name="T4" fmla="*/ 62 w 66"/>
              <a:gd name="T5" fmla="*/ 15 h 62"/>
              <a:gd name="T6" fmla="*/ 50 w 66"/>
              <a:gd name="T7" fmla="*/ 7 h 62"/>
              <a:gd name="T8" fmla="*/ 47 w 66"/>
              <a:gd name="T9" fmla="*/ 8 h 62"/>
              <a:gd name="T10" fmla="*/ 33 w 66"/>
              <a:gd name="T11" fmla="*/ 1 h 62"/>
              <a:gd name="T12" fmla="*/ 26 w 66"/>
              <a:gd name="T13" fmla="*/ 5 h 62"/>
              <a:gd name="T14" fmla="*/ 17 w 66"/>
              <a:gd name="T15" fmla="*/ 4 h 62"/>
              <a:gd name="T16" fmla="*/ 2 w 66"/>
              <a:gd name="T17" fmla="*/ 26 h 62"/>
              <a:gd name="T18" fmla="*/ 18 w 66"/>
              <a:gd name="T19" fmla="*/ 41 h 62"/>
              <a:gd name="T20" fmla="*/ 18 w 66"/>
              <a:gd name="T21" fmla="*/ 42 h 62"/>
              <a:gd name="T22" fmla="*/ 12 w 66"/>
              <a:gd name="T23" fmla="*/ 53 h 62"/>
              <a:gd name="T24" fmla="*/ 24 w 66"/>
              <a:gd name="T25" fmla="*/ 61 h 62"/>
              <a:gd name="T26" fmla="*/ 30 w 66"/>
              <a:gd name="T27" fmla="*/ 57 h 62"/>
              <a:gd name="T28" fmla="*/ 38 w 66"/>
              <a:gd name="T29" fmla="*/ 59 h 62"/>
              <a:gd name="T30" fmla="*/ 44 w 66"/>
              <a:gd name="T31" fmla="*/ 51 h 62"/>
              <a:gd name="T32" fmla="*/ 51 w 66"/>
              <a:gd name="T33" fmla="*/ 52 h 62"/>
              <a:gd name="T34" fmla="*/ 62 w 66"/>
              <a:gd name="T35" fmla="*/ 37 h 62"/>
              <a:gd name="T36" fmla="*/ 61 w 66"/>
              <a:gd name="T37" fmla="*/ 35 h 62"/>
              <a:gd name="T38" fmla="*/ 66 w 66"/>
              <a:gd name="T39" fmla="*/ 27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6" h="62">
                <a:moveTo>
                  <a:pt x="66" y="27"/>
                </a:moveTo>
                <a:cubicBezTo>
                  <a:pt x="65" y="25"/>
                  <a:pt x="63" y="23"/>
                  <a:pt x="61" y="22"/>
                </a:cubicBezTo>
                <a:cubicBezTo>
                  <a:pt x="62" y="20"/>
                  <a:pt x="62" y="17"/>
                  <a:pt x="62" y="15"/>
                </a:cubicBezTo>
                <a:cubicBezTo>
                  <a:pt x="61" y="10"/>
                  <a:pt x="56" y="6"/>
                  <a:pt x="50" y="7"/>
                </a:cubicBezTo>
                <a:cubicBezTo>
                  <a:pt x="49" y="7"/>
                  <a:pt x="48" y="7"/>
                  <a:pt x="47" y="8"/>
                </a:cubicBezTo>
                <a:cubicBezTo>
                  <a:pt x="44" y="3"/>
                  <a:pt x="39" y="0"/>
                  <a:pt x="33" y="1"/>
                </a:cubicBezTo>
                <a:cubicBezTo>
                  <a:pt x="30" y="1"/>
                  <a:pt x="28" y="3"/>
                  <a:pt x="26" y="5"/>
                </a:cubicBezTo>
                <a:cubicBezTo>
                  <a:pt x="23" y="4"/>
                  <a:pt x="20" y="3"/>
                  <a:pt x="17" y="4"/>
                </a:cubicBezTo>
                <a:cubicBezTo>
                  <a:pt x="7" y="6"/>
                  <a:pt x="0" y="16"/>
                  <a:pt x="2" y="26"/>
                </a:cubicBezTo>
                <a:cubicBezTo>
                  <a:pt x="3" y="34"/>
                  <a:pt x="10" y="41"/>
                  <a:pt x="18" y="41"/>
                </a:cubicBezTo>
                <a:cubicBezTo>
                  <a:pt x="18" y="42"/>
                  <a:pt x="18" y="42"/>
                  <a:pt x="18" y="42"/>
                </a:cubicBezTo>
                <a:cubicBezTo>
                  <a:pt x="14" y="43"/>
                  <a:pt x="11" y="48"/>
                  <a:pt x="12" y="53"/>
                </a:cubicBezTo>
                <a:cubicBezTo>
                  <a:pt x="13" y="58"/>
                  <a:pt x="18" y="62"/>
                  <a:pt x="24" y="61"/>
                </a:cubicBezTo>
                <a:cubicBezTo>
                  <a:pt x="26" y="60"/>
                  <a:pt x="29" y="59"/>
                  <a:pt x="30" y="57"/>
                </a:cubicBezTo>
                <a:cubicBezTo>
                  <a:pt x="32" y="59"/>
                  <a:pt x="35" y="60"/>
                  <a:pt x="38" y="59"/>
                </a:cubicBezTo>
                <a:cubicBezTo>
                  <a:pt x="42" y="59"/>
                  <a:pt x="44" y="55"/>
                  <a:pt x="44" y="51"/>
                </a:cubicBezTo>
                <a:cubicBezTo>
                  <a:pt x="46" y="52"/>
                  <a:pt x="49" y="53"/>
                  <a:pt x="51" y="52"/>
                </a:cubicBezTo>
                <a:cubicBezTo>
                  <a:pt x="58" y="51"/>
                  <a:pt x="63" y="44"/>
                  <a:pt x="62" y="37"/>
                </a:cubicBezTo>
                <a:cubicBezTo>
                  <a:pt x="62" y="37"/>
                  <a:pt x="61" y="36"/>
                  <a:pt x="61" y="35"/>
                </a:cubicBezTo>
                <a:cubicBezTo>
                  <a:pt x="64" y="34"/>
                  <a:pt x="66" y="31"/>
                  <a:pt x="66" y="2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688"/>
          <p:cNvSpPr>
            <a:spLocks/>
          </p:cNvSpPr>
          <p:nvPr/>
        </p:nvSpPr>
        <p:spPr bwMode="auto">
          <a:xfrm>
            <a:off x="2692203" y="5845680"/>
            <a:ext cx="60782" cy="60782"/>
          </a:xfrm>
          <a:custGeom>
            <a:avLst/>
            <a:gdLst>
              <a:gd name="T0" fmla="*/ 18 w 18"/>
              <a:gd name="T1" fmla="*/ 1 h 18"/>
              <a:gd name="T2" fmla="*/ 11 w 18"/>
              <a:gd name="T3" fmla="*/ 14 h 18"/>
              <a:gd name="T4" fmla="*/ 0 w 18"/>
              <a:gd name="T5" fmla="*/ 16 h 18"/>
              <a:gd name="T6" fmla="*/ 7 w 18"/>
              <a:gd name="T7" fmla="*/ 3 h 18"/>
              <a:gd name="T8" fmla="*/ 18 w 18"/>
              <a:gd name="T9" fmla="*/ 1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18">
                <a:moveTo>
                  <a:pt x="18" y="1"/>
                </a:moveTo>
                <a:cubicBezTo>
                  <a:pt x="17" y="6"/>
                  <a:pt x="14" y="10"/>
                  <a:pt x="11" y="14"/>
                </a:cubicBezTo>
                <a:cubicBezTo>
                  <a:pt x="7" y="17"/>
                  <a:pt x="3" y="18"/>
                  <a:pt x="0" y="16"/>
                </a:cubicBezTo>
                <a:cubicBezTo>
                  <a:pt x="1" y="11"/>
                  <a:pt x="4" y="7"/>
                  <a:pt x="7" y="3"/>
                </a:cubicBezTo>
                <a:cubicBezTo>
                  <a:pt x="11" y="0"/>
                  <a:pt x="15" y="0"/>
                  <a:pt x="18" y="1"/>
                </a:cubicBezTo>
                <a:close/>
              </a:path>
            </a:pathLst>
          </a:custGeom>
          <a:solidFill>
            <a:srgbClr val="F7DFB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689"/>
          <p:cNvSpPr>
            <a:spLocks/>
          </p:cNvSpPr>
          <p:nvPr/>
        </p:nvSpPr>
        <p:spPr bwMode="auto">
          <a:xfrm>
            <a:off x="2692203" y="5848575"/>
            <a:ext cx="60782" cy="57888"/>
          </a:xfrm>
          <a:custGeom>
            <a:avLst/>
            <a:gdLst>
              <a:gd name="T0" fmla="*/ 11 w 18"/>
              <a:gd name="T1" fmla="*/ 13 h 17"/>
              <a:gd name="T2" fmla="*/ 18 w 18"/>
              <a:gd name="T3" fmla="*/ 0 h 17"/>
              <a:gd name="T4" fmla="*/ 0 w 18"/>
              <a:gd name="T5" fmla="*/ 15 h 17"/>
              <a:gd name="T6" fmla="*/ 11 w 18"/>
              <a:gd name="T7" fmla="*/ 1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17">
                <a:moveTo>
                  <a:pt x="11" y="13"/>
                </a:moveTo>
                <a:cubicBezTo>
                  <a:pt x="14" y="9"/>
                  <a:pt x="17" y="5"/>
                  <a:pt x="18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3" y="17"/>
                  <a:pt x="7" y="16"/>
                  <a:pt x="11" y="13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690"/>
          <p:cNvSpPr>
            <a:spLocks/>
          </p:cNvSpPr>
          <p:nvPr/>
        </p:nvSpPr>
        <p:spPr bwMode="auto">
          <a:xfrm>
            <a:off x="2797849" y="5831208"/>
            <a:ext cx="75254" cy="47758"/>
          </a:xfrm>
          <a:custGeom>
            <a:avLst/>
            <a:gdLst>
              <a:gd name="T0" fmla="*/ 0 w 22"/>
              <a:gd name="T1" fmla="*/ 2 h 14"/>
              <a:gd name="T2" fmla="*/ 11 w 22"/>
              <a:gd name="T3" fmla="*/ 12 h 14"/>
              <a:gd name="T4" fmla="*/ 22 w 22"/>
              <a:gd name="T5" fmla="*/ 11 h 14"/>
              <a:gd name="T6" fmla="*/ 11 w 22"/>
              <a:gd name="T7" fmla="*/ 1 h 14"/>
              <a:gd name="T8" fmla="*/ 0 w 22"/>
              <a:gd name="T9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14">
                <a:moveTo>
                  <a:pt x="0" y="2"/>
                </a:moveTo>
                <a:cubicBezTo>
                  <a:pt x="3" y="7"/>
                  <a:pt x="7" y="10"/>
                  <a:pt x="11" y="12"/>
                </a:cubicBezTo>
                <a:cubicBezTo>
                  <a:pt x="16" y="14"/>
                  <a:pt x="20" y="13"/>
                  <a:pt x="22" y="11"/>
                </a:cubicBezTo>
                <a:cubicBezTo>
                  <a:pt x="20" y="7"/>
                  <a:pt x="16" y="3"/>
                  <a:pt x="11" y="1"/>
                </a:cubicBezTo>
                <a:cubicBezTo>
                  <a:pt x="7" y="0"/>
                  <a:pt x="3" y="0"/>
                  <a:pt x="0" y="2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691"/>
          <p:cNvSpPr>
            <a:spLocks/>
          </p:cNvSpPr>
          <p:nvPr/>
        </p:nvSpPr>
        <p:spPr bwMode="auto">
          <a:xfrm>
            <a:off x="2797849" y="5838444"/>
            <a:ext cx="75254" cy="40521"/>
          </a:xfrm>
          <a:custGeom>
            <a:avLst/>
            <a:gdLst>
              <a:gd name="T0" fmla="*/ 11 w 22"/>
              <a:gd name="T1" fmla="*/ 10 h 12"/>
              <a:gd name="T2" fmla="*/ 0 w 22"/>
              <a:gd name="T3" fmla="*/ 0 h 12"/>
              <a:gd name="T4" fmla="*/ 22 w 22"/>
              <a:gd name="T5" fmla="*/ 9 h 12"/>
              <a:gd name="T6" fmla="*/ 11 w 22"/>
              <a:gd name="T7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" h="12">
                <a:moveTo>
                  <a:pt x="11" y="10"/>
                </a:moveTo>
                <a:cubicBezTo>
                  <a:pt x="7" y="8"/>
                  <a:pt x="3" y="5"/>
                  <a:pt x="0" y="0"/>
                </a:cubicBezTo>
                <a:cubicBezTo>
                  <a:pt x="22" y="9"/>
                  <a:pt x="22" y="9"/>
                  <a:pt x="22" y="9"/>
                </a:cubicBezTo>
                <a:cubicBezTo>
                  <a:pt x="20" y="11"/>
                  <a:pt x="16" y="12"/>
                  <a:pt x="11" y="10"/>
                </a:cubicBezTo>
                <a:close/>
              </a:path>
            </a:pathLst>
          </a:custGeom>
          <a:solidFill>
            <a:srgbClr val="AD84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692"/>
          <p:cNvSpPr>
            <a:spLocks/>
          </p:cNvSpPr>
          <p:nvPr/>
        </p:nvSpPr>
        <p:spPr bwMode="auto">
          <a:xfrm>
            <a:off x="2719700" y="5808053"/>
            <a:ext cx="125906" cy="143273"/>
          </a:xfrm>
          <a:custGeom>
            <a:avLst/>
            <a:gdLst>
              <a:gd name="T0" fmla="*/ 35 w 37"/>
              <a:gd name="T1" fmla="*/ 18 h 42"/>
              <a:gd name="T2" fmla="*/ 22 w 37"/>
              <a:gd name="T3" fmla="*/ 41 h 42"/>
              <a:gd name="T4" fmla="*/ 2 w 37"/>
              <a:gd name="T5" fmla="*/ 24 h 42"/>
              <a:gd name="T6" fmla="*/ 15 w 37"/>
              <a:gd name="T7" fmla="*/ 2 h 42"/>
              <a:gd name="T8" fmla="*/ 35 w 37"/>
              <a:gd name="T9" fmla="*/ 1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42">
                <a:moveTo>
                  <a:pt x="35" y="18"/>
                </a:moveTo>
                <a:cubicBezTo>
                  <a:pt x="37" y="29"/>
                  <a:pt x="31" y="39"/>
                  <a:pt x="22" y="41"/>
                </a:cubicBezTo>
                <a:cubicBezTo>
                  <a:pt x="13" y="42"/>
                  <a:pt x="4" y="35"/>
                  <a:pt x="2" y="24"/>
                </a:cubicBezTo>
                <a:cubicBezTo>
                  <a:pt x="0" y="13"/>
                  <a:pt x="6" y="3"/>
                  <a:pt x="15" y="2"/>
                </a:cubicBezTo>
                <a:cubicBezTo>
                  <a:pt x="24" y="0"/>
                  <a:pt x="33" y="8"/>
                  <a:pt x="35" y="18"/>
                </a:cubicBezTo>
                <a:close/>
              </a:path>
            </a:pathLst>
          </a:custGeom>
          <a:solidFill>
            <a:srgbClr val="F7DFB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693"/>
          <p:cNvSpPr>
            <a:spLocks/>
          </p:cNvSpPr>
          <p:nvPr/>
        </p:nvSpPr>
        <p:spPr bwMode="auto">
          <a:xfrm>
            <a:off x="2770351" y="5808053"/>
            <a:ext cx="75254" cy="138930"/>
          </a:xfrm>
          <a:custGeom>
            <a:avLst/>
            <a:gdLst>
              <a:gd name="T0" fmla="*/ 20 w 22"/>
              <a:gd name="T1" fmla="*/ 18 h 41"/>
              <a:gd name="T2" fmla="*/ 0 w 22"/>
              <a:gd name="T3" fmla="*/ 2 h 41"/>
              <a:gd name="T4" fmla="*/ 7 w 22"/>
              <a:gd name="T5" fmla="*/ 41 h 41"/>
              <a:gd name="T6" fmla="*/ 20 w 22"/>
              <a:gd name="T7" fmla="*/ 1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" h="41">
                <a:moveTo>
                  <a:pt x="20" y="18"/>
                </a:moveTo>
                <a:cubicBezTo>
                  <a:pt x="18" y="8"/>
                  <a:pt x="9" y="0"/>
                  <a:pt x="0" y="2"/>
                </a:cubicBezTo>
                <a:cubicBezTo>
                  <a:pt x="7" y="41"/>
                  <a:pt x="7" y="41"/>
                  <a:pt x="7" y="41"/>
                </a:cubicBezTo>
                <a:cubicBezTo>
                  <a:pt x="16" y="39"/>
                  <a:pt x="22" y="29"/>
                  <a:pt x="20" y="18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694"/>
          <p:cNvSpPr>
            <a:spLocks/>
          </p:cNvSpPr>
          <p:nvPr/>
        </p:nvSpPr>
        <p:spPr bwMode="auto">
          <a:xfrm>
            <a:off x="2760222" y="5889096"/>
            <a:ext cx="17366" cy="14472"/>
          </a:xfrm>
          <a:custGeom>
            <a:avLst/>
            <a:gdLst>
              <a:gd name="T0" fmla="*/ 4 w 5"/>
              <a:gd name="T1" fmla="*/ 2 h 4"/>
              <a:gd name="T2" fmla="*/ 3 w 5"/>
              <a:gd name="T3" fmla="*/ 4 h 4"/>
              <a:gd name="T4" fmla="*/ 0 w 5"/>
              <a:gd name="T5" fmla="*/ 3 h 4"/>
              <a:gd name="T6" fmla="*/ 2 w 5"/>
              <a:gd name="T7" fmla="*/ 0 h 4"/>
              <a:gd name="T8" fmla="*/ 4 w 5"/>
              <a:gd name="T9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4">
                <a:moveTo>
                  <a:pt x="4" y="2"/>
                </a:moveTo>
                <a:cubicBezTo>
                  <a:pt x="5" y="3"/>
                  <a:pt x="4" y="4"/>
                  <a:pt x="3" y="4"/>
                </a:cubicBezTo>
                <a:cubicBezTo>
                  <a:pt x="2" y="4"/>
                  <a:pt x="1" y="4"/>
                  <a:pt x="0" y="3"/>
                </a:cubicBezTo>
                <a:cubicBezTo>
                  <a:pt x="0" y="1"/>
                  <a:pt x="1" y="0"/>
                  <a:pt x="2" y="0"/>
                </a:cubicBezTo>
                <a:cubicBezTo>
                  <a:pt x="3" y="0"/>
                  <a:pt x="4" y="1"/>
                  <a:pt x="4" y="2"/>
                </a:cubicBezTo>
                <a:close/>
              </a:path>
            </a:pathLst>
          </a:custGeom>
          <a:solidFill>
            <a:srgbClr val="5859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695"/>
          <p:cNvSpPr>
            <a:spLocks/>
          </p:cNvSpPr>
          <p:nvPr/>
        </p:nvSpPr>
        <p:spPr bwMode="auto">
          <a:xfrm>
            <a:off x="2794954" y="5883307"/>
            <a:ext cx="13025" cy="15920"/>
          </a:xfrm>
          <a:custGeom>
            <a:avLst/>
            <a:gdLst>
              <a:gd name="T0" fmla="*/ 4 w 4"/>
              <a:gd name="T1" fmla="*/ 2 h 5"/>
              <a:gd name="T2" fmla="*/ 2 w 4"/>
              <a:gd name="T3" fmla="*/ 5 h 5"/>
              <a:gd name="T4" fmla="*/ 0 w 4"/>
              <a:gd name="T5" fmla="*/ 3 h 5"/>
              <a:gd name="T6" fmla="*/ 2 w 4"/>
              <a:gd name="T7" fmla="*/ 0 h 5"/>
              <a:gd name="T8" fmla="*/ 4 w 4"/>
              <a:gd name="T9" fmla="*/ 2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5">
                <a:moveTo>
                  <a:pt x="4" y="2"/>
                </a:moveTo>
                <a:cubicBezTo>
                  <a:pt x="4" y="3"/>
                  <a:pt x="3" y="4"/>
                  <a:pt x="2" y="5"/>
                </a:cubicBezTo>
                <a:cubicBezTo>
                  <a:pt x="1" y="5"/>
                  <a:pt x="0" y="4"/>
                  <a:pt x="0" y="3"/>
                </a:cubicBezTo>
                <a:cubicBezTo>
                  <a:pt x="0" y="2"/>
                  <a:pt x="0" y="1"/>
                  <a:pt x="2" y="0"/>
                </a:cubicBezTo>
                <a:cubicBezTo>
                  <a:pt x="3" y="0"/>
                  <a:pt x="4" y="1"/>
                  <a:pt x="4" y="2"/>
                </a:cubicBezTo>
                <a:close/>
              </a:path>
            </a:pathLst>
          </a:custGeom>
          <a:solidFill>
            <a:srgbClr val="5859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696"/>
          <p:cNvSpPr>
            <a:spLocks/>
          </p:cNvSpPr>
          <p:nvPr/>
        </p:nvSpPr>
        <p:spPr bwMode="auto">
          <a:xfrm>
            <a:off x="3126361" y="5946984"/>
            <a:ext cx="14472" cy="31838"/>
          </a:xfrm>
          <a:custGeom>
            <a:avLst/>
            <a:gdLst>
              <a:gd name="T0" fmla="*/ 7 w 10"/>
              <a:gd name="T1" fmla="*/ 22 h 22"/>
              <a:gd name="T2" fmla="*/ 0 w 10"/>
              <a:gd name="T3" fmla="*/ 19 h 22"/>
              <a:gd name="T4" fmla="*/ 5 w 10"/>
              <a:gd name="T5" fmla="*/ 0 h 22"/>
              <a:gd name="T6" fmla="*/ 10 w 10"/>
              <a:gd name="T7" fmla="*/ 3 h 22"/>
              <a:gd name="T8" fmla="*/ 7 w 10"/>
              <a:gd name="T9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22">
                <a:moveTo>
                  <a:pt x="7" y="22"/>
                </a:moveTo>
                <a:lnTo>
                  <a:pt x="0" y="19"/>
                </a:lnTo>
                <a:lnTo>
                  <a:pt x="5" y="0"/>
                </a:lnTo>
                <a:lnTo>
                  <a:pt x="10" y="3"/>
                </a:lnTo>
                <a:lnTo>
                  <a:pt x="7" y="22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697"/>
          <p:cNvSpPr>
            <a:spLocks/>
          </p:cNvSpPr>
          <p:nvPr/>
        </p:nvSpPr>
        <p:spPr bwMode="auto">
          <a:xfrm>
            <a:off x="3126361" y="5971585"/>
            <a:ext cx="10131" cy="7236"/>
          </a:xfrm>
          <a:custGeom>
            <a:avLst/>
            <a:gdLst>
              <a:gd name="T0" fmla="*/ 3 w 7"/>
              <a:gd name="T1" fmla="*/ 0 h 5"/>
              <a:gd name="T2" fmla="*/ 0 w 7"/>
              <a:gd name="T3" fmla="*/ 2 h 5"/>
              <a:gd name="T4" fmla="*/ 7 w 7"/>
              <a:gd name="T5" fmla="*/ 5 h 5"/>
              <a:gd name="T6" fmla="*/ 7 w 7"/>
              <a:gd name="T7" fmla="*/ 0 h 5"/>
              <a:gd name="T8" fmla="*/ 3 w 7"/>
              <a:gd name="T9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5">
                <a:moveTo>
                  <a:pt x="3" y="0"/>
                </a:moveTo>
                <a:lnTo>
                  <a:pt x="0" y="2"/>
                </a:lnTo>
                <a:lnTo>
                  <a:pt x="7" y="5"/>
                </a:lnTo>
                <a:lnTo>
                  <a:pt x="7" y="0"/>
                </a:lnTo>
                <a:lnTo>
                  <a:pt x="3" y="0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698"/>
          <p:cNvSpPr>
            <a:spLocks/>
          </p:cNvSpPr>
          <p:nvPr/>
        </p:nvSpPr>
        <p:spPr bwMode="auto">
          <a:xfrm>
            <a:off x="3103206" y="5936853"/>
            <a:ext cx="15920" cy="34733"/>
          </a:xfrm>
          <a:custGeom>
            <a:avLst/>
            <a:gdLst>
              <a:gd name="T0" fmla="*/ 7 w 11"/>
              <a:gd name="T1" fmla="*/ 24 h 24"/>
              <a:gd name="T2" fmla="*/ 0 w 11"/>
              <a:gd name="T3" fmla="*/ 24 h 24"/>
              <a:gd name="T4" fmla="*/ 4 w 11"/>
              <a:gd name="T5" fmla="*/ 0 h 24"/>
              <a:gd name="T6" fmla="*/ 11 w 11"/>
              <a:gd name="T7" fmla="*/ 3 h 24"/>
              <a:gd name="T8" fmla="*/ 7 w 11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24">
                <a:moveTo>
                  <a:pt x="7" y="24"/>
                </a:moveTo>
                <a:lnTo>
                  <a:pt x="0" y="24"/>
                </a:lnTo>
                <a:lnTo>
                  <a:pt x="4" y="0"/>
                </a:lnTo>
                <a:lnTo>
                  <a:pt x="11" y="3"/>
                </a:lnTo>
                <a:lnTo>
                  <a:pt x="7" y="24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Rectangle 699"/>
          <p:cNvSpPr>
            <a:spLocks noChangeArrowheads="1"/>
          </p:cNvSpPr>
          <p:nvPr/>
        </p:nvSpPr>
        <p:spPr bwMode="auto">
          <a:xfrm>
            <a:off x="3103206" y="5968691"/>
            <a:ext cx="10131" cy="2894"/>
          </a:xfrm>
          <a:prstGeom prst="rect">
            <a:avLst/>
          </a:pr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700"/>
          <p:cNvSpPr>
            <a:spLocks/>
          </p:cNvSpPr>
          <p:nvPr/>
        </p:nvSpPr>
        <p:spPr bwMode="auto">
          <a:xfrm>
            <a:off x="3205957" y="5931064"/>
            <a:ext cx="20261" cy="60782"/>
          </a:xfrm>
          <a:custGeom>
            <a:avLst/>
            <a:gdLst>
              <a:gd name="T0" fmla="*/ 7 w 14"/>
              <a:gd name="T1" fmla="*/ 42 h 42"/>
              <a:gd name="T2" fmla="*/ 0 w 14"/>
              <a:gd name="T3" fmla="*/ 42 h 42"/>
              <a:gd name="T4" fmla="*/ 9 w 14"/>
              <a:gd name="T5" fmla="*/ 0 h 42"/>
              <a:gd name="T6" fmla="*/ 14 w 14"/>
              <a:gd name="T7" fmla="*/ 2 h 42"/>
              <a:gd name="T8" fmla="*/ 7 w 14"/>
              <a:gd name="T9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42">
                <a:moveTo>
                  <a:pt x="7" y="42"/>
                </a:moveTo>
                <a:lnTo>
                  <a:pt x="0" y="42"/>
                </a:lnTo>
                <a:lnTo>
                  <a:pt x="9" y="0"/>
                </a:lnTo>
                <a:lnTo>
                  <a:pt x="14" y="2"/>
                </a:lnTo>
                <a:lnTo>
                  <a:pt x="7" y="42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701"/>
          <p:cNvSpPr>
            <a:spLocks/>
          </p:cNvSpPr>
          <p:nvPr/>
        </p:nvSpPr>
        <p:spPr bwMode="auto">
          <a:xfrm>
            <a:off x="3205957" y="5984611"/>
            <a:ext cx="10131" cy="7236"/>
          </a:xfrm>
          <a:custGeom>
            <a:avLst/>
            <a:gdLst>
              <a:gd name="T0" fmla="*/ 2 w 7"/>
              <a:gd name="T1" fmla="*/ 0 h 5"/>
              <a:gd name="T2" fmla="*/ 0 w 7"/>
              <a:gd name="T3" fmla="*/ 5 h 5"/>
              <a:gd name="T4" fmla="*/ 7 w 7"/>
              <a:gd name="T5" fmla="*/ 5 h 5"/>
              <a:gd name="T6" fmla="*/ 7 w 7"/>
              <a:gd name="T7" fmla="*/ 3 h 5"/>
              <a:gd name="T8" fmla="*/ 2 w 7"/>
              <a:gd name="T9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5">
                <a:moveTo>
                  <a:pt x="2" y="0"/>
                </a:moveTo>
                <a:lnTo>
                  <a:pt x="0" y="5"/>
                </a:lnTo>
                <a:lnTo>
                  <a:pt x="7" y="5"/>
                </a:lnTo>
                <a:lnTo>
                  <a:pt x="7" y="3"/>
                </a:lnTo>
                <a:lnTo>
                  <a:pt x="2" y="0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702"/>
          <p:cNvSpPr>
            <a:spLocks/>
          </p:cNvSpPr>
          <p:nvPr/>
        </p:nvSpPr>
        <p:spPr bwMode="auto">
          <a:xfrm>
            <a:off x="3184248" y="5926723"/>
            <a:ext cx="21708" cy="62230"/>
          </a:xfrm>
          <a:custGeom>
            <a:avLst/>
            <a:gdLst>
              <a:gd name="T0" fmla="*/ 7 w 15"/>
              <a:gd name="T1" fmla="*/ 43 h 43"/>
              <a:gd name="T2" fmla="*/ 0 w 15"/>
              <a:gd name="T3" fmla="*/ 43 h 43"/>
              <a:gd name="T4" fmla="*/ 10 w 15"/>
              <a:gd name="T5" fmla="*/ 0 h 43"/>
              <a:gd name="T6" fmla="*/ 15 w 15"/>
              <a:gd name="T7" fmla="*/ 3 h 43"/>
              <a:gd name="T8" fmla="*/ 7 w 15"/>
              <a:gd name="T9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43">
                <a:moveTo>
                  <a:pt x="7" y="43"/>
                </a:moveTo>
                <a:lnTo>
                  <a:pt x="0" y="43"/>
                </a:lnTo>
                <a:lnTo>
                  <a:pt x="10" y="0"/>
                </a:lnTo>
                <a:lnTo>
                  <a:pt x="15" y="3"/>
                </a:lnTo>
                <a:lnTo>
                  <a:pt x="7" y="43"/>
                </a:ln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703"/>
          <p:cNvSpPr>
            <a:spLocks/>
          </p:cNvSpPr>
          <p:nvPr/>
        </p:nvSpPr>
        <p:spPr bwMode="auto">
          <a:xfrm>
            <a:off x="3184248" y="5981716"/>
            <a:ext cx="10131" cy="7236"/>
          </a:xfrm>
          <a:custGeom>
            <a:avLst/>
            <a:gdLst>
              <a:gd name="T0" fmla="*/ 3 w 7"/>
              <a:gd name="T1" fmla="*/ 0 h 5"/>
              <a:gd name="T2" fmla="*/ 0 w 7"/>
              <a:gd name="T3" fmla="*/ 5 h 5"/>
              <a:gd name="T4" fmla="*/ 7 w 7"/>
              <a:gd name="T5" fmla="*/ 5 h 5"/>
              <a:gd name="T6" fmla="*/ 7 w 7"/>
              <a:gd name="T7" fmla="*/ 2 h 5"/>
              <a:gd name="T8" fmla="*/ 3 w 7"/>
              <a:gd name="T9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5">
                <a:moveTo>
                  <a:pt x="3" y="0"/>
                </a:moveTo>
                <a:lnTo>
                  <a:pt x="0" y="5"/>
                </a:lnTo>
                <a:lnTo>
                  <a:pt x="7" y="5"/>
                </a:lnTo>
                <a:lnTo>
                  <a:pt x="7" y="2"/>
                </a:lnTo>
                <a:lnTo>
                  <a:pt x="3" y="0"/>
                </a:lnTo>
                <a:close/>
              </a:path>
            </a:pathLst>
          </a:custGeom>
          <a:solidFill>
            <a:srgbClr val="784F2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704"/>
          <p:cNvSpPr>
            <a:spLocks/>
          </p:cNvSpPr>
          <p:nvPr/>
        </p:nvSpPr>
        <p:spPr bwMode="auto">
          <a:xfrm>
            <a:off x="3098865" y="5800817"/>
            <a:ext cx="167874" cy="163533"/>
          </a:xfrm>
          <a:custGeom>
            <a:avLst/>
            <a:gdLst>
              <a:gd name="T0" fmla="*/ 47 w 49"/>
              <a:gd name="T1" fmla="*/ 32 h 48"/>
              <a:gd name="T2" fmla="*/ 46 w 49"/>
              <a:gd name="T3" fmla="*/ 27 h 48"/>
              <a:gd name="T4" fmla="*/ 48 w 49"/>
              <a:gd name="T5" fmla="*/ 22 h 48"/>
              <a:gd name="T6" fmla="*/ 42 w 49"/>
              <a:gd name="T7" fmla="*/ 13 h 48"/>
              <a:gd name="T8" fmla="*/ 39 w 49"/>
              <a:gd name="T9" fmla="*/ 13 h 48"/>
              <a:gd name="T10" fmla="*/ 31 w 49"/>
              <a:gd name="T11" fmla="*/ 4 h 48"/>
              <a:gd name="T12" fmla="*/ 25 w 49"/>
              <a:gd name="T13" fmla="*/ 4 h 48"/>
              <a:gd name="T14" fmla="*/ 19 w 49"/>
              <a:gd name="T15" fmla="*/ 2 h 48"/>
              <a:gd name="T16" fmla="*/ 2 w 49"/>
              <a:gd name="T17" fmla="*/ 13 h 48"/>
              <a:gd name="T18" fmla="*/ 9 w 49"/>
              <a:gd name="T19" fmla="*/ 29 h 48"/>
              <a:gd name="T20" fmla="*/ 9 w 49"/>
              <a:gd name="T21" fmla="*/ 29 h 48"/>
              <a:gd name="T22" fmla="*/ 2 w 49"/>
              <a:gd name="T23" fmla="*/ 35 h 48"/>
              <a:gd name="T24" fmla="*/ 8 w 49"/>
              <a:gd name="T25" fmla="*/ 44 h 48"/>
              <a:gd name="T26" fmla="*/ 14 w 49"/>
              <a:gd name="T27" fmla="*/ 43 h 48"/>
              <a:gd name="T28" fmla="*/ 18 w 49"/>
              <a:gd name="T29" fmla="*/ 47 h 48"/>
              <a:gd name="T30" fmla="*/ 25 w 49"/>
              <a:gd name="T31" fmla="*/ 43 h 48"/>
              <a:gd name="T32" fmla="*/ 30 w 49"/>
              <a:gd name="T33" fmla="*/ 46 h 48"/>
              <a:gd name="T34" fmla="*/ 42 w 49"/>
              <a:gd name="T35" fmla="*/ 38 h 48"/>
              <a:gd name="T36" fmla="*/ 42 w 49"/>
              <a:gd name="T37" fmla="*/ 36 h 48"/>
              <a:gd name="T38" fmla="*/ 47 w 49"/>
              <a:gd name="T39" fmla="*/ 32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" h="48">
                <a:moveTo>
                  <a:pt x="47" y="32"/>
                </a:moveTo>
                <a:cubicBezTo>
                  <a:pt x="48" y="30"/>
                  <a:pt x="47" y="28"/>
                  <a:pt x="46" y="27"/>
                </a:cubicBezTo>
                <a:cubicBezTo>
                  <a:pt x="47" y="25"/>
                  <a:pt x="48" y="24"/>
                  <a:pt x="48" y="22"/>
                </a:cubicBezTo>
                <a:cubicBezTo>
                  <a:pt x="49" y="18"/>
                  <a:pt x="46" y="14"/>
                  <a:pt x="42" y="13"/>
                </a:cubicBezTo>
                <a:cubicBezTo>
                  <a:pt x="41" y="13"/>
                  <a:pt x="40" y="13"/>
                  <a:pt x="39" y="13"/>
                </a:cubicBezTo>
                <a:cubicBezTo>
                  <a:pt x="39" y="8"/>
                  <a:pt x="35" y="5"/>
                  <a:pt x="31" y="4"/>
                </a:cubicBezTo>
                <a:cubicBezTo>
                  <a:pt x="29" y="3"/>
                  <a:pt x="27" y="4"/>
                  <a:pt x="25" y="4"/>
                </a:cubicBezTo>
                <a:cubicBezTo>
                  <a:pt x="23" y="3"/>
                  <a:pt x="21" y="2"/>
                  <a:pt x="19" y="2"/>
                </a:cubicBezTo>
                <a:cubicBezTo>
                  <a:pt x="11" y="0"/>
                  <a:pt x="3" y="5"/>
                  <a:pt x="2" y="13"/>
                </a:cubicBezTo>
                <a:cubicBezTo>
                  <a:pt x="0" y="20"/>
                  <a:pt x="4" y="26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6" y="29"/>
                  <a:pt x="3" y="32"/>
                  <a:pt x="2" y="35"/>
                </a:cubicBezTo>
                <a:cubicBezTo>
                  <a:pt x="1" y="40"/>
                  <a:pt x="4" y="44"/>
                  <a:pt x="8" y="44"/>
                </a:cubicBezTo>
                <a:cubicBezTo>
                  <a:pt x="10" y="45"/>
                  <a:pt x="12" y="44"/>
                  <a:pt x="14" y="43"/>
                </a:cubicBezTo>
                <a:cubicBezTo>
                  <a:pt x="14" y="45"/>
                  <a:pt x="16" y="47"/>
                  <a:pt x="18" y="47"/>
                </a:cubicBezTo>
                <a:cubicBezTo>
                  <a:pt x="22" y="48"/>
                  <a:pt x="24" y="46"/>
                  <a:pt x="25" y="43"/>
                </a:cubicBezTo>
                <a:cubicBezTo>
                  <a:pt x="27" y="45"/>
                  <a:pt x="28" y="46"/>
                  <a:pt x="30" y="46"/>
                </a:cubicBezTo>
                <a:cubicBezTo>
                  <a:pt x="36" y="47"/>
                  <a:pt x="41" y="43"/>
                  <a:pt x="42" y="38"/>
                </a:cubicBezTo>
                <a:cubicBezTo>
                  <a:pt x="42" y="37"/>
                  <a:pt x="42" y="37"/>
                  <a:pt x="42" y="36"/>
                </a:cubicBezTo>
                <a:cubicBezTo>
                  <a:pt x="45" y="36"/>
                  <a:pt x="47" y="34"/>
                  <a:pt x="47" y="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705"/>
          <p:cNvSpPr>
            <a:spLocks/>
          </p:cNvSpPr>
          <p:nvPr/>
        </p:nvSpPr>
        <p:spPr bwMode="auto">
          <a:xfrm>
            <a:off x="3058343" y="5841338"/>
            <a:ext cx="57888" cy="37627"/>
          </a:xfrm>
          <a:custGeom>
            <a:avLst/>
            <a:gdLst>
              <a:gd name="T0" fmla="*/ 17 w 17"/>
              <a:gd name="T1" fmla="*/ 2 h 11"/>
              <a:gd name="T2" fmla="*/ 8 w 17"/>
              <a:gd name="T3" fmla="*/ 10 h 11"/>
              <a:gd name="T4" fmla="*/ 0 w 17"/>
              <a:gd name="T5" fmla="*/ 9 h 11"/>
              <a:gd name="T6" fmla="*/ 8 w 17"/>
              <a:gd name="T7" fmla="*/ 1 h 11"/>
              <a:gd name="T8" fmla="*/ 17 w 17"/>
              <a:gd name="T9" fmla="*/ 2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1">
                <a:moveTo>
                  <a:pt x="17" y="2"/>
                </a:moveTo>
                <a:cubicBezTo>
                  <a:pt x="15" y="6"/>
                  <a:pt x="11" y="8"/>
                  <a:pt x="8" y="10"/>
                </a:cubicBezTo>
                <a:cubicBezTo>
                  <a:pt x="5" y="11"/>
                  <a:pt x="2" y="10"/>
                  <a:pt x="0" y="9"/>
                </a:cubicBezTo>
                <a:cubicBezTo>
                  <a:pt x="2" y="6"/>
                  <a:pt x="5" y="3"/>
                  <a:pt x="8" y="1"/>
                </a:cubicBezTo>
                <a:cubicBezTo>
                  <a:pt x="12" y="0"/>
                  <a:pt x="15" y="1"/>
                  <a:pt x="17" y="2"/>
                </a:cubicBezTo>
                <a:close/>
              </a:path>
            </a:pathLst>
          </a:custGeom>
          <a:solidFill>
            <a:srgbClr val="F7DFB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706"/>
          <p:cNvSpPr>
            <a:spLocks/>
          </p:cNvSpPr>
          <p:nvPr/>
        </p:nvSpPr>
        <p:spPr bwMode="auto">
          <a:xfrm>
            <a:off x="3058343" y="5848575"/>
            <a:ext cx="57888" cy="30391"/>
          </a:xfrm>
          <a:custGeom>
            <a:avLst/>
            <a:gdLst>
              <a:gd name="T0" fmla="*/ 8 w 17"/>
              <a:gd name="T1" fmla="*/ 8 h 9"/>
              <a:gd name="T2" fmla="*/ 17 w 17"/>
              <a:gd name="T3" fmla="*/ 0 h 9"/>
              <a:gd name="T4" fmla="*/ 0 w 17"/>
              <a:gd name="T5" fmla="*/ 7 h 9"/>
              <a:gd name="T6" fmla="*/ 8 w 17"/>
              <a:gd name="T7" fmla="*/ 8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" h="9">
                <a:moveTo>
                  <a:pt x="8" y="8"/>
                </a:moveTo>
                <a:cubicBezTo>
                  <a:pt x="11" y="6"/>
                  <a:pt x="15" y="4"/>
                  <a:pt x="17" y="0"/>
                </a:cubicBezTo>
                <a:cubicBezTo>
                  <a:pt x="0" y="7"/>
                  <a:pt x="0" y="7"/>
                  <a:pt x="0" y="7"/>
                </a:cubicBezTo>
                <a:cubicBezTo>
                  <a:pt x="2" y="8"/>
                  <a:pt x="5" y="9"/>
                  <a:pt x="8" y="8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707"/>
          <p:cNvSpPr>
            <a:spLocks/>
          </p:cNvSpPr>
          <p:nvPr/>
        </p:nvSpPr>
        <p:spPr bwMode="auto">
          <a:xfrm>
            <a:off x="3150963" y="5851469"/>
            <a:ext cx="43416" cy="47758"/>
          </a:xfrm>
          <a:custGeom>
            <a:avLst/>
            <a:gdLst>
              <a:gd name="T0" fmla="*/ 0 w 13"/>
              <a:gd name="T1" fmla="*/ 1 h 14"/>
              <a:gd name="T2" fmla="*/ 5 w 13"/>
              <a:gd name="T3" fmla="*/ 11 h 14"/>
              <a:gd name="T4" fmla="*/ 13 w 13"/>
              <a:gd name="T5" fmla="*/ 13 h 14"/>
              <a:gd name="T6" fmla="*/ 8 w 13"/>
              <a:gd name="T7" fmla="*/ 3 h 14"/>
              <a:gd name="T8" fmla="*/ 0 w 13"/>
              <a:gd name="T9" fmla="*/ 1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4">
                <a:moveTo>
                  <a:pt x="0" y="1"/>
                </a:moveTo>
                <a:cubicBezTo>
                  <a:pt x="1" y="5"/>
                  <a:pt x="3" y="9"/>
                  <a:pt x="5" y="11"/>
                </a:cubicBezTo>
                <a:cubicBezTo>
                  <a:pt x="8" y="14"/>
                  <a:pt x="11" y="14"/>
                  <a:pt x="13" y="13"/>
                </a:cubicBezTo>
                <a:cubicBezTo>
                  <a:pt x="13" y="10"/>
                  <a:pt x="11" y="6"/>
                  <a:pt x="8" y="3"/>
                </a:cubicBezTo>
                <a:cubicBezTo>
                  <a:pt x="5" y="1"/>
                  <a:pt x="2" y="0"/>
                  <a:pt x="0" y="1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708"/>
          <p:cNvSpPr>
            <a:spLocks/>
          </p:cNvSpPr>
          <p:nvPr/>
        </p:nvSpPr>
        <p:spPr bwMode="auto">
          <a:xfrm>
            <a:off x="3150963" y="5855810"/>
            <a:ext cx="43416" cy="43416"/>
          </a:xfrm>
          <a:custGeom>
            <a:avLst/>
            <a:gdLst>
              <a:gd name="T0" fmla="*/ 5 w 13"/>
              <a:gd name="T1" fmla="*/ 10 h 13"/>
              <a:gd name="T2" fmla="*/ 0 w 13"/>
              <a:gd name="T3" fmla="*/ 0 h 13"/>
              <a:gd name="T4" fmla="*/ 13 w 13"/>
              <a:gd name="T5" fmla="*/ 12 h 13"/>
              <a:gd name="T6" fmla="*/ 5 w 13"/>
              <a:gd name="T7" fmla="*/ 1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3">
                <a:moveTo>
                  <a:pt x="5" y="10"/>
                </a:moveTo>
                <a:cubicBezTo>
                  <a:pt x="3" y="8"/>
                  <a:pt x="1" y="4"/>
                  <a:pt x="0" y="0"/>
                </a:cubicBezTo>
                <a:cubicBezTo>
                  <a:pt x="13" y="12"/>
                  <a:pt x="13" y="12"/>
                  <a:pt x="13" y="12"/>
                </a:cubicBezTo>
                <a:cubicBezTo>
                  <a:pt x="11" y="13"/>
                  <a:pt x="8" y="13"/>
                  <a:pt x="5" y="10"/>
                </a:cubicBezTo>
                <a:close/>
              </a:path>
            </a:pathLst>
          </a:custGeom>
          <a:solidFill>
            <a:srgbClr val="AD84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709"/>
          <p:cNvSpPr>
            <a:spLocks/>
          </p:cNvSpPr>
          <p:nvPr/>
        </p:nvSpPr>
        <p:spPr bwMode="auto">
          <a:xfrm>
            <a:off x="3078604" y="5823972"/>
            <a:ext cx="99857" cy="112881"/>
          </a:xfrm>
          <a:custGeom>
            <a:avLst/>
            <a:gdLst>
              <a:gd name="T0" fmla="*/ 27 w 29"/>
              <a:gd name="T1" fmla="*/ 19 h 33"/>
              <a:gd name="T2" fmla="*/ 11 w 29"/>
              <a:gd name="T3" fmla="*/ 32 h 33"/>
              <a:gd name="T4" fmla="*/ 1 w 29"/>
              <a:gd name="T5" fmla="*/ 14 h 33"/>
              <a:gd name="T6" fmla="*/ 17 w 29"/>
              <a:gd name="T7" fmla="*/ 2 h 33"/>
              <a:gd name="T8" fmla="*/ 27 w 29"/>
              <a:gd name="T9" fmla="*/ 19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33">
                <a:moveTo>
                  <a:pt x="27" y="19"/>
                </a:moveTo>
                <a:cubicBezTo>
                  <a:pt x="26" y="27"/>
                  <a:pt x="19" y="33"/>
                  <a:pt x="11" y="32"/>
                </a:cubicBezTo>
                <a:cubicBezTo>
                  <a:pt x="4" y="30"/>
                  <a:pt x="0" y="22"/>
                  <a:pt x="1" y="14"/>
                </a:cubicBezTo>
                <a:cubicBezTo>
                  <a:pt x="3" y="6"/>
                  <a:pt x="10" y="0"/>
                  <a:pt x="17" y="2"/>
                </a:cubicBezTo>
                <a:cubicBezTo>
                  <a:pt x="24" y="3"/>
                  <a:pt x="29" y="11"/>
                  <a:pt x="27" y="19"/>
                </a:cubicBezTo>
                <a:close/>
              </a:path>
            </a:pathLst>
          </a:custGeom>
          <a:solidFill>
            <a:srgbClr val="F7DFB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710"/>
          <p:cNvSpPr>
            <a:spLocks/>
          </p:cNvSpPr>
          <p:nvPr/>
        </p:nvSpPr>
        <p:spPr bwMode="auto">
          <a:xfrm>
            <a:off x="3116231" y="5831208"/>
            <a:ext cx="62230" cy="105645"/>
          </a:xfrm>
          <a:custGeom>
            <a:avLst/>
            <a:gdLst>
              <a:gd name="T0" fmla="*/ 16 w 18"/>
              <a:gd name="T1" fmla="*/ 17 h 31"/>
              <a:gd name="T2" fmla="*/ 6 w 18"/>
              <a:gd name="T3" fmla="*/ 0 h 31"/>
              <a:gd name="T4" fmla="*/ 0 w 18"/>
              <a:gd name="T5" fmla="*/ 30 h 31"/>
              <a:gd name="T6" fmla="*/ 16 w 18"/>
              <a:gd name="T7" fmla="*/ 1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31">
                <a:moveTo>
                  <a:pt x="16" y="17"/>
                </a:moveTo>
                <a:cubicBezTo>
                  <a:pt x="18" y="9"/>
                  <a:pt x="13" y="1"/>
                  <a:pt x="6" y="0"/>
                </a:cubicBezTo>
                <a:cubicBezTo>
                  <a:pt x="0" y="30"/>
                  <a:pt x="0" y="30"/>
                  <a:pt x="0" y="30"/>
                </a:cubicBezTo>
                <a:cubicBezTo>
                  <a:pt x="8" y="31"/>
                  <a:pt x="15" y="25"/>
                  <a:pt x="16" y="17"/>
                </a:cubicBezTo>
                <a:close/>
              </a:path>
            </a:pathLst>
          </a:custGeom>
          <a:solidFill>
            <a:srgbClr val="C69B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711"/>
          <p:cNvSpPr>
            <a:spLocks/>
          </p:cNvSpPr>
          <p:nvPr/>
        </p:nvSpPr>
        <p:spPr bwMode="auto">
          <a:xfrm>
            <a:off x="3106100" y="5883307"/>
            <a:ext cx="13025" cy="13025"/>
          </a:xfrm>
          <a:custGeom>
            <a:avLst/>
            <a:gdLst>
              <a:gd name="T0" fmla="*/ 4 w 4"/>
              <a:gd name="T1" fmla="*/ 2 h 4"/>
              <a:gd name="T2" fmla="*/ 2 w 4"/>
              <a:gd name="T3" fmla="*/ 4 h 4"/>
              <a:gd name="T4" fmla="*/ 0 w 4"/>
              <a:gd name="T5" fmla="*/ 2 h 4"/>
              <a:gd name="T6" fmla="*/ 2 w 4"/>
              <a:gd name="T7" fmla="*/ 0 h 4"/>
              <a:gd name="T8" fmla="*/ 4 w 4"/>
              <a:gd name="T9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4" y="2"/>
                </a:moveTo>
                <a:cubicBezTo>
                  <a:pt x="3" y="3"/>
                  <a:pt x="3" y="4"/>
                  <a:pt x="2" y="4"/>
                </a:cubicBezTo>
                <a:cubicBezTo>
                  <a:pt x="1" y="3"/>
                  <a:pt x="0" y="3"/>
                  <a:pt x="0" y="2"/>
                </a:cubicBezTo>
                <a:cubicBezTo>
                  <a:pt x="1" y="1"/>
                  <a:pt x="1" y="0"/>
                  <a:pt x="2" y="0"/>
                </a:cubicBezTo>
                <a:cubicBezTo>
                  <a:pt x="3" y="1"/>
                  <a:pt x="4" y="1"/>
                  <a:pt x="4" y="2"/>
                </a:cubicBezTo>
                <a:close/>
              </a:path>
            </a:pathLst>
          </a:custGeom>
          <a:solidFill>
            <a:srgbClr val="5859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712"/>
          <p:cNvSpPr>
            <a:spLocks/>
          </p:cNvSpPr>
          <p:nvPr/>
        </p:nvSpPr>
        <p:spPr bwMode="auto">
          <a:xfrm>
            <a:off x="3133597" y="5889096"/>
            <a:ext cx="10131" cy="10131"/>
          </a:xfrm>
          <a:custGeom>
            <a:avLst/>
            <a:gdLst>
              <a:gd name="T0" fmla="*/ 3 w 3"/>
              <a:gd name="T1" fmla="*/ 2 h 3"/>
              <a:gd name="T2" fmla="*/ 1 w 3"/>
              <a:gd name="T3" fmla="*/ 3 h 3"/>
              <a:gd name="T4" fmla="*/ 0 w 3"/>
              <a:gd name="T5" fmla="*/ 1 h 3"/>
              <a:gd name="T6" fmla="*/ 2 w 3"/>
              <a:gd name="T7" fmla="*/ 0 h 3"/>
              <a:gd name="T8" fmla="*/ 3 w 3"/>
              <a:gd name="T9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3">
                <a:moveTo>
                  <a:pt x="3" y="2"/>
                </a:moveTo>
                <a:cubicBezTo>
                  <a:pt x="3" y="3"/>
                  <a:pt x="2" y="3"/>
                  <a:pt x="1" y="3"/>
                </a:cubicBezTo>
                <a:cubicBezTo>
                  <a:pt x="0" y="3"/>
                  <a:pt x="0" y="2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3" y="0"/>
                  <a:pt x="3" y="1"/>
                  <a:pt x="3" y="2"/>
                </a:cubicBezTo>
                <a:close/>
              </a:path>
            </a:pathLst>
          </a:custGeom>
          <a:solidFill>
            <a:srgbClr val="5859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6" name="组合 5"/>
          <p:cNvGrpSpPr/>
          <p:nvPr/>
        </p:nvGrpSpPr>
        <p:grpSpPr>
          <a:xfrm>
            <a:off x="10555522" y="354019"/>
            <a:ext cx="962384" cy="962382"/>
            <a:chOff x="10555522" y="354019"/>
            <a:chExt cx="962384" cy="962382"/>
          </a:xfrm>
        </p:grpSpPr>
        <p:sp>
          <p:nvSpPr>
            <p:cNvPr id="116" name="Freeform 713"/>
            <p:cNvSpPr>
              <a:spLocks/>
            </p:cNvSpPr>
            <p:nvPr/>
          </p:nvSpPr>
          <p:spPr bwMode="auto">
            <a:xfrm>
              <a:off x="10994022" y="354019"/>
              <a:ext cx="85385" cy="123012"/>
            </a:xfrm>
            <a:custGeom>
              <a:avLst/>
              <a:gdLst>
                <a:gd name="T0" fmla="*/ 13 w 25"/>
                <a:gd name="T1" fmla="*/ 0 h 36"/>
                <a:gd name="T2" fmla="*/ 0 w 25"/>
                <a:gd name="T3" fmla="*/ 12 h 36"/>
                <a:gd name="T4" fmla="*/ 0 w 25"/>
                <a:gd name="T5" fmla="*/ 24 h 36"/>
                <a:gd name="T6" fmla="*/ 13 w 25"/>
                <a:gd name="T7" fmla="*/ 36 h 36"/>
                <a:gd name="T8" fmla="*/ 25 w 25"/>
                <a:gd name="T9" fmla="*/ 24 h 36"/>
                <a:gd name="T10" fmla="*/ 25 w 25"/>
                <a:gd name="T11" fmla="*/ 12 h 36"/>
                <a:gd name="T12" fmla="*/ 13 w 25"/>
                <a:gd name="T1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6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6" y="36"/>
                    <a:pt x="13" y="36"/>
                  </a:cubicBezTo>
                  <a:cubicBezTo>
                    <a:pt x="19" y="36"/>
                    <a:pt x="25" y="31"/>
                    <a:pt x="25" y="24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5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714"/>
            <p:cNvSpPr>
              <a:spLocks/>
            </p:cNvSpPr>
            <p:nvPr/>
          </p:nvSpPr>
          <p:spPr bwMode="auto">
            <a:xfrm>
              <a:off x="10994022" y="1189048"/>
              <a:ext cx="85385" cy="127353"/>
            </a:xfrm>
            <a:custGeom>
              <a:avLst/>
              <a:gdLst>
                <a:gd name="T0" fmla="*/ 13 w 25"/>
                <a:gd name="T1" fmla="*/ 0 h 37"/>
                <a:gd name="T2" fmla="*/ 0 w 25"/>
                <a:gd name="T3" fmla="*/ 12 h 37"/>
                <a:gd name="T4" fmla="*/ 0 w 25"/>
                <a:gd name="T5" fmla="*/ 24 h 37"/>
                <a:gd name="T6" fmla="*/ 13 w 25"/>
                <a:gd name="T7" fmla="*/ 37 h 37"/>
                <a:gd name="T8" fmla="*/ 25 w 25"/>
                <a:gd name="T9" fmla="*/ 24 h 37"/>
                <a:gd name="T10" fmla="*/ 25 w 25"/>
                <a:gd name="T11" fmla="*/ 12 h 37"/>
                <a:gd name="T12" fmla="*/ 13 w 25"/>
                <a:gd name="T1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7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6" y="37"/>
                    <a:pt x="13" y="37"/>
                  </a:cubicBezTo>
                  <a:cubicBezTo>
                    <a:pt x="19" y="37"/>
                    <a:pt x="25" y="31"/>
                    <a:pt x="25" y="24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5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715"/>
            <p:cNvSpPr>
              <a:spLocks/>
            </p:cNvSpPr>
            <p:nvPr/>
          </p:nvSpPr>
          <p:spPr bwMode="auto">
            <a:xfrm>
              <a:off x="10555522" y="792517"/>
              <a:ext cx="127353" cy="82490"/>
            </a:xfrm>
            <a:custGeom>
              <a:avLst/>
              <a:gdLst>
                <a:gd name="T0" fmla="*/ 24 w 37"/>
                <a:gd name="T1" fmla="*/ 0 h 24"/>
                <a:gd name="T2" fmla="*/ 13 w 37"/>
                <a:gd name="T3" fmla="*/ 0 h 24"/>
                <a:gd name="T4" fmla="*/ 0 w 37"/>
                <a:gd name="T5" fmla="*/ 12 h 24"/>
                <a:gd name="T6" fmla="*/ 13 w 37"/>
                <a:gd name="T7" fmla="*/ 24 h 24"/>
                <a:gd name="T8" fmla="*/ 24 w 37"/>
                <a:gd name="T9" fmla="*/ 24 h 24"/>
                <a:gd name="T10" fmla="*/ 37 w 37"/>
                <a:gd name="T11" fmla="*/ 12 h 24"/>
                <a:gd name="T12" fmla="*/ 24 w 37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24">
                  <a:moveTo>
                    <a:pt x="2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3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1" y="24"/>
                    <a:pt x="37" y="19"/>
                    <a:pt x="37" y="12"/>
                  </a:cubicBezTo>
                  <a:cubicBezTo>
                    <a:pt x="37" y="5"/>
                    <a:pt x="31" y="0"/>
                    <a:pt x="24" y="0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716"/>
            <p:cNvSpPr>
              <a:spLocks/>
            </p:cNvSpPr>
            <p:nvPr/>
          </p:nvSpPr>
          <p:spPr bwMode="auto">
            <a:xfrm>
              <a:off x="11390553" y="792517"/>
              <a:ext cx="127353" cy="82490"/>
            </a:xfrm>
            <a:custGeom>
              <a:avLst/>
              <a:gdLst>
                <a:gd name="T0" fmla="*/ 25 w 37"/>
                <a:gd name="T1" fmla="*/ 0 h 24"/>
                <a:gd name="T2" fmla="*/ 13 w 37"/>
                <a:gd name="T3" fmla="*/ 0 h 24"/>
                <a:gd name="T4" fmla="*/ 0 w 37"/>
                <a:gd name="T5" fmla="*/ 12 h 24"/>
                <a:gd name="T6" fmla="*/ 13 w 37"/>
                <a:gd name="T7" fmla="*/ 24 h 24"/>
                <a:gd name="T8" fmla="*/ 25 w 37"/>
                <a:gd name="T9" fmla="*/ 24 h 24"/>
                <a:gd name="T10" fmla="*/ 37 w 37"/>
                <a:gd name="T11" fmla="*/ 12 h 24"/>
                <a:gd name="T12" fmla="*/ 25 w 37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24">
                  <a:moveTo>
                    <a:pt x="25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3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32" y="24"/>
                    <a:pt x="37" y="19"/>
                    <a:pt x="37" y="12"/>
                  </a:cubicBezTo>
                  <a:cubicBezTo>
                    <a:pt x="37" y="5"/>
                    <a:pt x="32" y="0"/>
                    <a:pt x="25" y="0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717"/>
            <p:cNvSpPr>
              <a:spLocks/>
            </p:cNvSpPr>
            <p:nvPr/>
          </p:nvSpPr>
          <p:spPr bwMode="auto">
            <a:xfrm>
              <a:off x="10678534" y="477029"/>
              <a:ext cx="124459" cy="120117"/>
            </a:xfrm>
            <a:custGeom>
              <a:avLst/>
              <a:gdLst>
                <a:gd name="T0" fmla="*/ 23 w 36"/>
                <a:gd name="T1" fmla="*/ 5 h 35"/>
                <a:gd name="T2" fmla="*/ 5 w 36"/>
                <a:gd name="T3" fmla="*/ 5 h 35"/>
                <a:gd name="T4" fmla="*/ 5 w 36"/>
                <a:gd name="T5" fmla="*/ 22 h 35"/>
                <a:gd name="T6" fmla="*/ 14 w 36"/>
                <a:gd name="T7" fmla="*/ 31 h 35"/>
                <a:gd name="T8" fmla="*/ 31 w 36"/>
                <a:gd name="T9" fmla="*/ 31 h 35"/>
                <a:gd name="T10" fmla="*/ 31 w 36"/>
                <a:gd name="T11" fmla="*/ 13 h 35"/>
                <a:gd name="T12" fmla="*/ 23 w 36"/>
                <a:gd name="T13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5">
                  <a:moveTo>
                    <a:pt x="23" y="5"/>
                  </a:moveTo>
                  <a:cubicBezTo>
                    <a:pt x="18" y="0"/>
                    <a:pt x="10" y="0"/>
                    <a:pt x="5" y="5"/>
                  </a:cubicBezTo>
                  <a:cubicBezTo>
                    <a:pt x="0" y="10"/>
                    <a:pt x="0" y="17"/>
                    <a:pt x="5" y="22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9" y="35"/>
                    <a:pt x="26" y="35"/>
                    <a:pt x="31" y="31"/>
                  </a:cubicBezTo>
                  <a:cubicBezTo>
                    <a:pt x="36" y="26"/>
                    <a:pt x="36" y="18"/>
                    <a:pt x="31" y="13"/>
                  </a:cubicBezTo>
                  <a:lnTo>
                    <a:pt x="23" y="5"/>
                  </a:ln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718"/>
            <p:cNvSpPr>
              <a:spLocks/>
            </p:cNvSpPr>
            <p:nvPr/>
          </p:nvSpPr>
          <p:spPr bwMode="auto">
            <a:xfrm>
              <a:off x="11270435" y="1068932"/>
              <a:ext cx="124459" cy="120117"/>
            </a:xfrm>
            <a:custGeom>
              <a:avLst/>
              <a:gdLst>
                <a:gd name="T0" fmla="*/ 23 w 36"/>
                <a:gd name="T1" fmla="*/ 4 h 35"/>
                <a:gd name="T2" fmla="*/ 5 w 36"/>
                <a:gd name="T3" fmla="*/ 4 h 35"/>
                <a:gd name="T4" fmla="*/ 5 w 36"/>
                <a:gd name="T5" fmla="*/ 22 h 35"/>
                <a:gd name="T6" fmla="*/ 13 w 36"/>
                <a:gd name="T7" fmla="*/ 30 h 35"/>
                <a:gd name="T8" fmla="*/ 31 w 36"/>
                <a:gd name="T9" fmla="*/ 30 h 35"/>
                <a:gd name="T10" fmla="*/ 31 w 36"/>
                <a:gd name="T11" fmla="*/ 13 h 35"/>
                <a:gd name="T12" fmla="*/ 23 w 36"/>
                <a:gd name="T13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5">
                  <a:moveTo>
                    <a:pt x="23" y="4"/>
                  </a:moveTo>
                  <a:cubicBezTo>
                    <a:pt x="18" y="0"/>
                    <a:pt x="10" y="0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8" y="35"/>
                    <a:pt x="26" y="35"/>
                    <a:pt x="31" y="30"/>
                  </a:cubicBezTo>
                  <a:cubicBezTo>
                    <a:pt x="36" y="26"/>
                    <a:pt x="36" y="18"/>
                    <a:pt x="31" y="13"/>
                  </a:cubicBezTo>
                  <a:lnTo>
                    <a:pt x="23" y="4"/>
                  </a:ln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719"/>
            <p:cNvSpPr>
              <a:spLocks/>
            </p:cNvSpPr>
            <p:nvPr/>
          </p:nvSpPr>
          <p:spPr bwMode="auto">
            <a:xfrm>
              <a:off x="11270435" y="477029"/>
              <a:ext cx="124459" cy="120117"/>
            </a:xfrm>
            <a:custGeom>
              <a:avLst/>
              <a:gdLst>
                <a:gd name="T0" fmla="*/ 13 w 36"/>
                <a:gd name="T1" fmla="*/ 5 h 35"/>
                <a:gd name="T2" fmla="*/ 5 w 36"/>
                <a:gd name="T3" fmla="*/ 13 h 35"/>
                <a:gd name="T4" fmla="*/ 5 w 36"/>
                <a:gd name="T5" fmla="*/ 31 h 35"/>
                <a:gd name="T6" fmla="*/ 23 w 36"/>
                <a:gd name="T7" fmla="*/ 31 h 35"/>
                <a:gd name="T8" fmla="*/ 31 w 36"/>
                <a:gd name="T9" fmla="*/ 22 h 35"/>
                <a:gd name="T10" fmla="*/ 31 w 36"/>
                <a:gd name="T11" fmla="*/ 5 h 35"/>
                <a:gd name="T12" fmla="*/ 13 w 36"/>
                <a:gd name="T13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5">
                  <a:moveTo>
                    <a:pt x="13" y="5"/>
                  </a:moveTo>
                  <a:cubicBezTo>
                    <a:pt x="5" y="13"/>
                    <a:pt x="5" y="13"/>
                    <a:pt x="5" y="13"/>
                  </a:cubicBezTo>
                  <a:cubicBezTo>
                    <a:pt x="0" y="18"/>
                    <a:pt x="0" y="26"/>
                    <a:pt x="5" y="31"/>
                  </a:cubicBezTo>
                  <a:cubicBezTo>
                    <a:pt x="10" y="35"/>
                    <a:pt x="18" y="35"/>
                    <a:pt x="23" y="31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6" y="17"/>
                    <a:pt x="36" y="10"/>
                    <a:pt x="31" y="5"/>
                  </a:cubicBezTo>
                  <a:cubicBezTo>
                    <a:pt x="26" y="0"/>
                    <a:pt x="18" y="0"/>
                    <a:pt x="13" y="5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720"/>
            <p:cNvSpPr>
              <a:spLocks/>
            </p:cNvSpPr>
            <p:nvPr/>
          </p:nvSpPr>
          <p:spPr bwMode="auto">
            <a:xfrm>
              <a:off x="10678534" y="1068932"/>
              <a:ext cx="124459" cy="120117"/>
            </a:xfrm>
            <a:custGeom>
              <a:avLst/>
              <a:gdLst>
                <a:gd name="T0" fmla="*/ 14 w 36"/>
                <a:gd name="T1" fmla="*/ 4 h 35"/>
                <a:gd name="T2" fmla="*/ 5 w 36"/>
                <a:gd name="T3" fmla="*/ 13 h 35"/>
                <a:gd name="T4" fmla="*/ 5 w 36"/>
                <a:gd name="T5" fmla="*/ 30 h 35"/>
                <a:gd name="T6" fmla="*/ 23 w 36"/>
                <a:gd name="T7" fmla="*/ 30 h 35"/>
                <a:gd name="T8" fmla="*/ 31 w 36"/>
                <a:gd name="T9" fmla="*/ 22 h 35"/>
                <a:gd name="T10" fmla="*/ 31 w 36"/>
                <a:gd name="T11" fmla="*/ 4 h 35"/>
                <a:gd name="T12" fmla="*/ 14 w 36"/>
                <a:gd name="T13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5">
                  <a:moveTo>
                    <a:pt x="14" y="4"/>
                  </a:moveTo>
                  <a:cubicBezTo>
                    <a:pt x="5" y="13"/>
                    <a:pt x="5" y="13"/>
                    <a:pt x="5" y="13"/>
                  </a:cubicBezTo>
                  <a:cubicBezTo>
                    <a:pt x="0" y="18"/>
                    <a:pt x="0" y="26"/>
                    <a:pt x="5" y="30"/>
                  </a:cubicBezTo>
                  <a:cubicBezTo>
                    <a:pt x="10" y="35"/>
                    <a:pt x="18" y="35"/>
                    <a:pt x="23" y="30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6" y="17"/>
                    <a:pt x="36" y="9"/>
                    <a:pt x="31" y="4"/>
                  </a:cubicBezTo>
                  <a:cubicBezTo>
                    <a:pt x="26" y="0"/>
                    <a:pt x="19" y="0"/>
                    <a:pt x="14" y="4"/>
                  </a:cubicBezTo>
                  <a:close/>
                </a:path>
              </a:pathLst>
            </a:custGeom>
            <a:solidFill>
              <a:srgbClr val="FFF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5" name="组合 4"/>
            <p:cNvGrpSpPr/>
            <p:nvPr/>
          </p:nvGrpSpPr>
          <p:grpSpPr>
            <a:xfrm>
              <a:off x="10727739" y="521893"/>
              <a:ext cx="617950" cy="622293"/>
              <a:chOff x="10727739" y="521893"/>
              <a:chExt cx="617950" cy="622293"/>
            </a:xfrm>
          </p:grpSpPr>
          <p:sp>
            <p:nvSpPr>
              <p:cNvPr id="124" name="Freeform 721"/>
              <p:cNvSpPr>
                <a:spLocks/>
              </p:cNvSpPr>
              <p:nvPr/>
            </p:nvSpPr>
            <p:spPr bwMode="auto">
              <a:xfrm>
                <a:off x="11038884" y="521893"/>
                <a:ext cx="306805" cy="622293"/>
              </a:xfrm>
              <a:custGeom>
                <a:avLst/>
                <a:gdLst>
                  <a:gd name="T0" fmla="*/ 0 w 90"/>
                  <a:gd name="T1" fmla="*/ 0 h 182"/>
                  <a:gd name="T2" fmla="*/ 0 w 90"/>
                  <a:gd name="T3" fmla="*/ 182 h 182"/>
                  <a:gd name="T4" fmla="*/ 90 w 90"/>
                  <a:gd name="T5" fmla="*/ 91 h 182"/>
                  <a:gd name="T6" fmla="*/ 0 w 90"/>
                  <a:gd name="T7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182">
                    <a:moveTo>
                      <a:pt x="0" y="0"/>
                    </a:moveTo>
                    <a:cubicBezTo>
                      <a:pt x="0" y="182"/>
                      <a:pt x="0" y="182"/>
                      <a:pt x="0" y="182"/>
                    </a:cubicBezTo>
                    <a:cubicBezTo>
                      <a:pt x="50" y="182"/>
                      <a:pt x="90" y="141"/>
                      <a:pt x="90" y="91"/>
                    </a:cubicBezTo>
                    <a:cubicBezTo>
                      <a:pt x="90" y="41"/>
                      <a:pt x="50" y="0"/>
                      <a:pt x="0" y="0"/>
                    </a:cubicBezTo>
                    <a:close/>
                  </a:path>
                </a:pathLst>
              </a:custGeom>
              <a:solidFill>
                <a:srgbClr val="F8D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" name="Freeform 722"/>
              <p:cNvSpPr>
                <a:spLocks/>
              </p:cNvSpPr>
              <p:nvPr/>
            </p:nvSpPr>
            <p:spPr bwMode="auto">
              <a:xfrm>
                <a:off x="10727739" y="521893"/>
                <a:ext cx="311147" cy="622293"/>
              </a:xfrm>
              <a:custGeom>
                <a:avLst/>
                <a:gdLst>
                  <a:gd name="T0" fmla="*/ 0 w 91"/>
                  <a:gd name="T1" fmla="*/ 91 h 182"/>
                  <a:gd name="T2" fmla="*/ 91 w 91"/>
                  <a:gd name="T3" fmla="*/ 182 h 182"/>
                  <a:gd name="T4" fmla="*/ 91 w 91"/>
                  <a:gd name="T5" fmla="*/ 0 h 182"/>
                  <a:gd name="T6" fmla="*/ 0 w 91"/>
                  <a:gd name="T7" fmla="*/ 91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182">
                    <a:moveTo>
                      <a:pt x="0" y="91"/>
                    </a:moveTo>
                    <a:cubicBezTo>
                      <a:pt x="0" y="141"/>
                      <a:pt x="40" y="182"/>
                      <a:pt x="91" y="182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40" y="0"/>
                      <a:pt x="0" y="41"/>
                      <a:pt x="0" y="91"/>
                    </a:cubicBezTo>
                    <a:close/>
                  </a:path>
                </a:pathLst>
              </a:custGeom>
              <a:solidFill>
                <a:srgbClr val="FFF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772" name="组合 771"/>
          <p:cNvGrpSpPr/>
          <p:nvPr/>
        </p:nvGrpSpPr>
        <p:grpSpPr>
          <a:xfrm>
            <a:off x="-358640" y="135157"/>
            <a:ext cx="1892928" cy="211290"/>
            <a:chOff x="5825375" y="6899236"/>
            <a:chExt cx="1892928" cy="211290"/>
          </a:xfrm>
          <a:solidFill>
            <a:srgbClr val="FFFFFF"/>
          </a:solidFill>
        </p:grpSpPr>
        <p:sp>
          <p:nvSpPr>
            <p:cNvPr id="773" name="Freeform 604"/>
            <p:cNvSpPr>
              <a:spLocks/>
            </p:cNvSpPr>
            <p:nvPr/>
          </p:nvSpPr>
          <p:spPr bwMode="auto">
            <a:xfrm>
              <a:off x="6434643" y="6899236"/>
              <a:ext cx="1283660" cy="211290"/>
            </a:xfrm>
            <a:custGeom>
              <a:avLst/>
              <a:gdLst>
                <a:gd name="T0" fmla="*/ 0 w 375"/>
                <a:gd name="T1" fmla="*/ 31 h 62"/>
                <a:gd name="T2" fmla="*/ 31 w 375"/>
                <a:gd name="T3" fmla="*/ 62 h 62"/>
                <a:gd name="T4" fmla="*/ 344 w 375"/>
                <a:gd name="T5" fmla="*/ 62 h 62"/>
                <a:gd name="T6" fmla="*/ 375 w 375"/>
                <a:gd name="T7" fmla="*/ 31 h 62"/>
                <a:gd name="T8" fmla="*/ 344 w 375"/>
                <a:gd name="T9" fmla="*/ 0 h 62"/>
                <a:gd name="T10" fmla="*/ 31 w 375"/>
                <a:gd name="T11" fmla="*/ 0 h 62"/>
                <a:gd name="T12" fmla="*/ 0 w 375"/>
                <a:gd name="T13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5" h="62">
                  <a:moveTo>
                    <a:pt x="0" y="31"/>
                  </a:moveTo>
                  <a:cubicBezTo>
                    <a:pt x="0" y="48"/>
                    <a:pt x="14" y="62"/>
                    <a:pt x="31" y="62"/>
                  </a:cubicBezTo>
                  <a:cubicBezTo>
                    <a:pt x="344" y="62"/>
                    <a:pt x="344" y="62"/>
                    <a:pt x="344" y="62"/>
                  </a:cubicBezTo>
                  <a:cubicBezTo>
                    <a:pt x="361" y="62"/>
                    <a:pt x="375" y="48"/>
                    <a:pt x="375" y="31"/>
                  </a:cubicBezTo>
                  <a:cubicBezTo>
                    <a:pt x="375" y="14"/>
                    <a:pt x="361" y="0"/>
                    <a:pt x="34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4" name="Oval 605"/>
            <p:cNvSpPr>
              <a:spLocks noChangeArrowheads="1"/>
            </p:cNvSpPr>
            <p:nvPr/>
          </p:nvSpPr>
          <p:spPr bwMode="auto">
            <a:xfrm>
              <a:off x="6130732" y="6899236"/>
              <a:ext cx="211290" cy="21129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5" name="Oval 606"/>
            <p:cNvSpPr>
              <a:spLocks noChangeArrowheads="1"/>
            </p:cNvSpPr>
            <p:nvPr/>
          </p:nvSpPr>
          <p:spPr bwMode="auto">
            <a:xfrm>
              <a:off x="5825375" y="6899236"/>
              <a:ext cx="209843" cy="21129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824" name="组合 823"/>
          <p:cNvGrpSpPr/>
          <p:nvPr/>
        </p:nvGrpSpPr>
        <p:grpSpPr>
          <a:xfrm>
            <a:off x="7681226" y="3763427"/>
            <a:ext cx="778936" cy="402438"/>
            <a:chOff x="8200390" y="3676559"/>
            <a:chExt cx="615589" cy="324496"/>
          </a:xfrm>
        </p:grpSpPr>
        <p:sp>
          <p:nvSpPr>
            <p:cNvPr id="172" name="Freeform 453"/>
            <p:cNvSpPr>
              <a:spLocks/>
            </p:cNvSpPr>
            <p:nvPr/>
          </p:nvSpPr>
          <p:spPr bwMode="auto">
            <a:xfrm>
              <a:off x="8200390" y="3676559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454"/>
            <p:cNvSpPr>
              <a:spLocks/>
            </p:cNvSpPr>
            <p:nvPr/>
          </p:nvSpPr>
          <p:spPr bwMode="auto">
            <a:xfrm>
              <a:off x="8493869" y="3676559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811" name="组合 810"/>
          <p:cNvGrpSpPr/>
          <p:nvPr/>
        </p:nvGrpSpPr>
        <p:grpSpPr>
          <a:xfrm flipH="1">
            <a:off x="4582399" y="3027298"/>
            <a:ext cx="804311" cy="423977"/>
            <a:chOff x="7218489" y="3410966"/>
            <a:chExt cx="615589" cy="324496"/>
          </a:xfrm>
        </p:grpSpPr>
        <p:sp>
          <p:nvSpPr>
            <p:cNvPr id="809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0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812" name="组合 811"/>
          <p:cNvGrpSpPr/>
          <p:nvPr/>
        </p:nvGrpSpPr>
        <p:grpSpPr>
          <a:xfrm>
            <a:off x="10693765" y="4646977"/>
            <a:ext cx="792507" cy="417755"/>
            <a:chOff x="7218489" y="3410966"/>
            <a:chExt cx="615589" cy="324496"/>
          </a:xfrm>
        </p:grpSpPr>
        <p:sp>
          <p:nvSpPr>
            <p:cNvPr id="813" name="Freeform 453"/>
            <p:cNvSpPr>
              <a:spLocks/>
            </p:cNvSpPr>
            <p:nvPr/>
          </p:nvSpPr>
          <p:spPr bwMode="auto">
            <a:xfrm>
              <a:off x="7218489" y="3410966"/>
              <a:ext cx="615588" cy="324496"/>
            </a:xfrm>
            <a:custGeom>
              <a:avLst/>
              <a:gdLst>
                <a:gd name="T0" fmla="*/ 181 w 218"/>
                <a:gd name="T1" fmla="*/ 48 h 115"/>
                <a:gd name="T2" fmla="*/ 169 w 218"/>
                <a:gd name="T3" fmla="*/ 27 h 115"/>
                <a:gd name="T4" fmla="*/ 140 w 218"/>
                <a:gd name="T5" fmla="*/ 24 h 115"/>
                <a:gd name="T6" fmla="*/ 105 w 218"/>
                <a:gd name="T7" fmla="*/ 0 h 115"/>
                <a:gd name="T8" fmla="*/ 71 w 218"/>
                <a:gd name="T9" fmla="*/ 26 h 115"/>
                <a:gd name="T10" fmla="*/ 38 w 218"/>
                <a:gd name="T11" fmla="*/ 29 h 115"/>
                <a:gd name="T12" fmla="*/ 29 w 218"/>
                <a:gd name="T13" fmla="*/ 58 h 115"/>
                <a:gd name="T14" fmla="*/ 0 w 218"/>
                <a:gd name="T15" fmla="*/ 85 h 115"/>
                <a:gd name="T16" fmla="*/ 34 w 218"/>
                <a:gd name="T17" fmla="*/ 115 h 115"/>
                <a:gd name="T18" fmla="*/ 189 w 218"/>
                <a:gd name="T19" fmla="*/ 115 h 115"/>
                <a:gd name="T20" fmla="*/ 218 w 218"/>
                <a:gd name="T21" fmla="*/ 80 h 115"/>
                <a:gd name="T22" fmla="*/ 181 w 218"/>
                <a:gd name="T23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115">
                  <a:moveTo>
                    <a:pt x="181" y="48"/>
                  </a:moveTo>
                  <a:cubicBezTo>
                    <a:pt x="181" y="48"/>
                    <a:pt x="182" y="35"/>
                    <a:pt x="169" y="27"/>
                  </a:cubicBezTo>
                  <a:cubicBezTo>
                    <a:pt x="155" y="18"/>
                    <a:pt x="140" y="24"/>
                    <a:pt x="140" y="24"/>
                  </a:cubicBezTo>
                  <a:cubicBezTo>
                    <a:pt x="140" y="24"/>
                    <a:pt x="132" y="0"/>
                    <a:pt x="105" y="0"/>
                  </a:cubicBezTo>
                  <a:cubicBezTo>
                    <a:pt x="78" y="0"/>
                    <a:pt x="71" y="26"/>
                    <a:pt x="71" y="26"/>
                  </a:cubicBezTo>
                  <a:cubicBezTo>
                    <a:pt x="71" y="26"/>
                    <a:pt x="54" y="17"/>
                    <a:pt x="38" y="29"/>
                  </a:cubicBezTo>
                  <a:cubicBezTo>
                    <a:pt x="23" y="41"/>
                    <a:pt x="29" y="58"/>
                    <a:pt x="29" y="58"/>
                  </a:cubicBezTo>
                  <a:cubicBezTo>
                    <a:pt x="29" y="58"/>
                    <a:pt x="0" y="61"/>
                    <a:pt x="0" y="85"/>
                  </a:cubicBezTo>
                  <a:cubicBezTo>
                    <a:pt x="0" y="102"/>
                    <a:pt x="17" y="115"/>
                    <a:pt x="34" y="115"/>
                  </a:cubicBezTo>
                  <a:cubicBezTo>
                    <a:pt x="51" y="115"/>
                    <a:pt x="172" y="115"/>
                    <a:pt x="189" y="115"/>
                  </a:cubicBezTo>
                  <a:cubicBezTo>
                    <a:pt x="201" y="115"/>
                    <a:pt x="218" y="104"/>
                    <a:pt x="218" y="80"/>
                  </a:cubicBezTo>
                  <a:cubicBezTo>
                    <a:pt x="218" y="48"/>
                    <a:pt x="181" y="48"/>
                    <a:pt x="181" y="48"/>
                  </a:cubicBezTo>
                  <a:close/>
                </a:path>
              </a:pathLst>
            </a:cu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4" name="Freeform 454"/>
            <p:cNvSpPr>
              <a:spLocks/>
            </p:cNvSpPr>
            <p:nvPr/>
          </p:nvSpPr>
          <p:spPr bwMode="auto">
            <a:xfrm>
              <a:off x="7511968" y="3410966"/>
              <a:ext cx="322110" cy="324496"/>
            </a:xfrm>
            <a:custGeom>
              <a:avLst/>
              <a:gdLst>
                <a:gd name="T0" fmla="*/ 77 w 114"/>
                <a:gd name="T1" fmla="*/ 48 h 115"/>
                <a:gd name="T2" fmla="*/ 65 w 114"/>
                <a:gd name="T3" fmla="*/ 27 h 115"/>
                <a:gd name="T4" fmla="*/ 36 w 114"/>
                <a:gd name="T5" fmla="*/ 24 h 115"/>
                <a:gd name="T6" fmla="*/ 1 w 114"/>
                <a:gd name="T7" fmla="*/ 0 h 115"/>
                <a:gd name="T8" fmla="*/ 0 w 114"/>
                <a:gd name="T9" fmla="*/ 0 h 115"/>
                <a:gd name="T10" fmla="*/ 0 w 114"/>
                <a:gd name="T11" fmla="*/ 115 h 115"/>
                <a:gd name="T12" fmla="*/ 85 w 114"/>
                <a:gd name="T13" fmla="*/ 115 h 115"/>
                <a:gd name="T14" fmla="*/ 114 w 114"/>
                <a:gd name="T15" fmla="*/ 80 h 115"/>
                <a:gd name="T16" fmla="*/ 77 w 114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15">
                  <a:moveTo>
                    <a:pt x="77" y="48"/>
                  </a:moveTo>
                  <a:cubicBezTo>
                    <a:pt x="77" y="48"/>
                    <a:pt x="78" y="35"/>
                    <a:pt x="65" y="27"/>
                  </a:cubicBezTo>
                  <a:cubicBezTo>
                    <a:pt x="51" y="18"/>
                    <a:pt x="36" y="24"/>
                    <a:pt x="36" y="24"/>
                  </a:cubicBezTo>
                  <a:cubicBezTo>
                    <a:pt x="36" y="24"/>
                    <a:pt x="28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7" y="115"/>
                    <a:pt x="76" y="115"/>
                    <a:pt x="85" y="115"/>
                  </a:cubicBezTo>
                  <a:cubicBezTo>
                    <a:pt x="97" y="115"/>
                    <a:pt x="114" y="104"/>
                    <a:pt x="114" y="80"/>
                  </a:cubicBezTo>
                  <a:cubicBezTo>
                    <a:pt x="114" y="48"/>
                    <a:pt x="77" y="48"/>
                    <a:pt x="7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63" name="文本框 762"/>
          <p:cNvSpPr txBox="1"/>
          <p:nvPr/>
        </p:nvSpPr>
        <p:spPr>
          <a:xfrm>
            <a:off x="3291568" y="928050"/>
            <a:ext cx="6340197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0" dirty="0">
                <a:solidFill>
                  <a:schemeClr val="bg1"/>
                </a:solidFill>
                <a:latin typeface="汉真广标" panose="02010609000101010101" pitchFamily="49" charset="-122"/>
                <a:ea typeface="汉真广标" panose="02010609000101010101" pitchFamily="49" charset="-122"/>
              </a:rPr>
              <a:t>创设意象是什么？</a:t>
            </a:r>
          </a:p>
        </p:txBody>
      </p:sp>
      <p:sp>
        <p:nvSpPr>
          <p:cNvPr id="732" name="任意多边形 731"/>
          <p:cNvSpPr/>
          <p:nvPr/>
        </p:nvSpPr>
        <p:spPr>
          <a:xfrm>
            <a:off x="8384643" y="4284042"/>
            <a:ext cx="1568528" cy="1153734"/>
          </a:xfrm>
          <a:custGeom>
            <a:avLst/>
            <a:gdLst>
              <a:gd name="connsiteX0" fmla="*/ 0 w 3098800"/>
              <a:gd name="connsiteY0" fmla="*/ 0 h 2311400"/>
              <a:gd name="connsiteX1" fmla="*/ 0 w 3098800"/>
              <a:gd name="connsiteY1" fmla="*/ 908050 h 2311400"/>
              <a:gd name="connsiteX2" fmla="*/ 1879600 w 3098800"/>
              <a:gd name="connsiteY2" fmla="*/ 863600 h 2311400"/>
              <a:gd name="connsiteX3" fmla="*/ 2203450 w 3098800"/>
              <a:gd name="connsiteY3" fmla="*/ 1168400 h 2311400"/>
              <a:gd name="connsiteX4" fmla="*/ 2190750 w 3098800"/>
              <a:gd name="connsiteY4" fmla="*/ 2311400 h 2311400"/>
              <a:gd name="connsiteX5" fmla="*/ 3098800 w 3098800"/>
              <a:gd name="connsiteY5" fmla="*/ 2247900 h 2311400"/>
              <a:gd name="connsiteX6" fmla="*/ 3092450 w 3098800"/>
              <a:gd name="connsiteY6" fmla="*/ 965200 h 2311400"/>
              <a:gd name="connsiteX7" fmla="*/ 2000250 w 3098800"/>
              <a:gd name="connsiteY7" fmla="*/ 0 h 2311400"/>
              <a:gd name="connsiteX8" fmla="*/ 0 w 3098800"/>
              <a:gd name="connsiteY8" fmla="*/ 0 h 2311400"/>
              <a:gd name="connsiteX0" fmla="*/ 11906 w 3098800"/>
              <a:gd name="connsiteY0" fmla="*/ 0 h 2320925"/>
              <a:gd name="connsiteX1" fmla="*/ 0 w 3098800"/>
              <a:gd name="connsiteY1" fmla="*/ 917575 h 2320925"/>
              <a:gd name="connsiteX2" fmla="*/ 1879600 w 3098800"/>
              <a:gd name="connsiteY2" fmla="*/ 873125 h 2320925"/>
              <a:gd name="connsiteX3" fmla="*/ 2203450 w 3098800"/>
              <a:gd name="connsiteY3" fmla="*/ 1177925 h 2320925"/>
              <a:gd name="connsiteX4" fmla="*/ 2190750 w 3098800"/>
              <a:gd name="connsiteY4" fmla="*/ 2320925 h 2320925"/>
              <a:gd name="connsiteX5" fmla="*/ 3098800 w 3098800"/>
              <a:gd name="connsiteY5" fmla="*/ 2257425 h 2320925"/>
              <a:gd name="connsiteX6" fmla="*/ 3092450 w 3098800"/>
              <a:gd name="connsiteY6" fmla="*/ 974725 h 2320925"/>
              <a:gd name="connsiteX7" fmla="*/ 2000250 w 3098800"/>
              <a:gd name="connsiteY7" fmla="*/ 9525 h 2320925"/>
              <a:gd name="connsiteX8" fmla="*/ 11906 w 3098800"/>
              <a:gd name="connsiteY8" fmla="*/ 0 h 2320925"/>
              <a:gd name="connsiteX0" fmla="*/ 0 w 3086894"/>
              <a:gd name="connsiteY0" fmla="*/ 0 h 2320925"/>
              <a:gd name="connsiteX1" fmla="*/ 2381 w 3086894"/>
              <a:gd name="connsiteY1" fmla="*/ 891381 h 2320925"/>
              <a:gd name="connsiteX2" fmla="*/ 1867694 w 3086894"/>
              <a:gd name="connsiteY2" fmla="*/ 873125 h 2320925"/>
              <a:gd name="connsiteX3" fmla="*/ 2191544 w 3086894"/>
              <a:gd name="connsiteY3" fmla="*/ 1177925 h 2320925"/>
              <a:gd name="connsiteX4" fmla="*/ 2178844 w 3086894"/>
              <a:gd name="connsiteY4" fmla="*/ 2320925 h 2320925"/>
              <a:gd name="connsiteX5" fmla="*/ 3086894 w 3086894"/>
              <a:gd name="connsiteY5" fmla="*/ 2257425 h 2320925"/>
              <a:gd name="connsiteX6" fmla="*/ 3080544 w 3086894"/>
              <a:gd name="connsiteY6" fmla="*/ 974725 h 2320925"/>
              <a:gd name="connsiteX7" fmla="*/ 1988344 w 3086894"/>
              <a:gd name="connsiteY7" fmla="*/ 9525 h 2320925"/>
              <a:gd name="connsiteX8" fmla="*/ 0 w 3086894"/>
              <a:gd name="connsiteY8" fmla="*/ 0 h 2320925"/>
              <a:gd name="connsiteX0" fmla="*/ 9565 w 3096459"/>
              <a:gd name="connsiteY0" fmla="*/ 0 h 2320925"/>
              <a:gd name="connsiteX1" fmla="*/ 40 w 3096459"/>
              <a:gd name="connsiteY1" fmla="*/ 891381 h 2320925"/>
              <a:gd name="connsiteX2" fmla="*/ 1877259 w 3096459"/>
              <a:gd name="connsiteY2" fmla="*/ 873125 h 2320925"/>
              <a:gd name="connsiteX3" fmla="*/ 2201109 w 3096459"/>
              <a:gd name="connsiteY3" fmla="*/ 1177925 h 2320925"/>
              <a:gd name="connsiteX4" fmla="*/ 2188409 w 3096459"/>
              <a:gd name="connsiteY4" fmla="*/ 2320925 h 2320925"/>
              <a:gd name="connsiteX5" fmla="*/ 3096459 w 3096459"/>
              <a:gd name="connsiteY5" fmla="*/ 2257425 h 2320925"/>
              <a:gd name="connsiteX6" fmla="*/ 3090109 w 3096459"/>
              <a:gd name="connsiteY6" fmla="*/ 974725 h 2320925"/>
              <a:gd name="connsiteX7" fmla="*/ 1997909 w 3096459"/>
              <a:gd name="connsiteY7" fmla="*/ 9525 h 2320925"/>
              <a:gd name="connsiteX8" fmla="*/ 9565 w 3096459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70181 w 3089381"/>
              <a:gd name="connsiteY2" fmla="*/ 873125 h 2320925"/>
              <a:gd name="connsiteX3" fmla="*/ 2194031 w 3089381"/>
              <a:gd name="connsiteY3" fmla="*/ 1177925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70181 w 3089381"/>
              <a:gd name="connsiteY2" fmla="*/ 873125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79743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63074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63074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63074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63074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320925"/>
              <a:gd name="connsiteX1" fmla="*/ 106 w 3089381"/>
              <a:gd name="connsiteY1" fmla="*/ 891381 h 2320925"/>
              <a:gd name="connsiteX2" fmla="*/ 1886849 w 3089381"/>
              <a:gd name="connsiteY2" fmla="*/ 885031 h 2320925"/>
              <a:gd name="connsiteX3" fmla="*/ 2163074 w 3089381"/>
              <a:gd name="connsiteY3" fmla="*/ 1185069 h 2320925"/>
              <a:gd name="connsiteX4" fmla="*/ 2181331 w 3089381"/>
              <a:gd name="connsiteY4" fmla="*/ 2320925 h 2320925"/>
              <a:gd name="connsiteX5" fmla="*/ 3089381 w 3089381"/>
              <a:gd name="connsiteY5" fmla="*/ 2257425 h 2320925"/>
              <a:gd name="connsiteX6" fmla="*/ 3083031 w 3089381"/>
              <a:gd name="connsiteY6" fmla="*/ 974725 h 2320925"/>
              <a:gd name="connsiteX7" fmla="*/ 1990831 w 3089381"/>
              <a:gd name="connsiteY7" fmla="*/ 9525 h 2320925"/>
              <a:gd name="connsiteX8" fmla="*/ 2487 w 3089381"/>
              <a:gd name="connsiteY8" fmla="*/ 0 h 2320925"/>
              <a:gd name="connsiteX0" fmla="*/ 2487 w 3089381"/>
              <a:gd name="connsiteY0" fmla="*/ 0 h 2266157"/>
              <a:gd name="connsiteX1" fmla="*/ 106 w 3089381"/>
              <a:gd name="connsiteY1" fmla="*/ 891381 h 2266157"/>
              <a:gd name="connsiteX2" fmla="*/ 1886849 w 3089381"/>
              <a:gd name="connsiteY2" fmla="*/ 885031 h 2266157"/>
              <a:gd name="connsiteX3" fmla="*/ 2163074 w 3089381"/>
              <a:gd name="connsiteY3" fmla="*/ 1185069 h 2266157"/>
              <a:gd name="connsiteX4" fmla="*/ 2155138 w 3089381"/>
              <a:gd name="connsiteY4" fmla="*/ 2266157 h 2266157"/>
              <a:gd name="connsiteX5" fmla="*/ 3089381 w 3089381"/>
              <a:gd name="connsiteY5" fmla="*/ 2257425 h 2266157"/>
              <a:gd name="connsiteX6" fmla="*/ 3083031 w 3089381"/>
              <a:gd name="connsiteY6" fmla="*/ 974725 h 2266157"/>
              <a:gd name="connsiteX7" fmla="*/ 1990831 w 3089381"/>
              <a:gd name="connsiteY7" fmla="*/ 9525 h 2266157"/>
              <a:gd name="connsiteX8" fmla="*/ 2487 w 3089381"/>
              <a:gd name="connsiteY8" fmla="*/ 0 h 2266157"/>
              <a:gd name="connsiteX0" fmla="*/ 2487 w 3089381"/>
              <a:gd name="connsiteY0" fmla="*/ 0 h 2266157"/>
              <a:gd name="connsiteX1" fmla="*/ 106 w 3089381"/>
              <a:gd name="connsiteY1" fmla="*/ 891381 h 2266157"/>
              <a:gd name="connsiteX2" fmla="*/ 1886849 w 3089381"/>
              <a:gd name="connsiteY2" fmla="*/ 885031 h 2266157"/>
              <a:gd name="connsiteX3" fmla="*/ 2163074 w 3089381"/>
              <a:gd name="connsiteY3" fmla="*/ 1185069 h 2266157"/>
              <a:gd name="connsiteX4" fmla="*/ 2167044 w 3089381"/>
              <a:gd name="connsiteY4" fmla="*/ 2266157 h 2266157"/>
              <a:gd name="connsiteX5" fmla="*/ 3089381 w 3089381"/>
              <a:gd name="connsiteY5" fmla="*/ 2257425 h 2266157"/>
              <a:gd name="connsiteX6" fmla="*/ 3083031 w 3089381"/>
              <a:gd name="connsiteY6" fmla="*/ 974725 h 2266157"/>
              <a:gd name="connsiteX7" fmla="*/ 1990831 w 3089381"/>
              <a:gd name="connsiteY7" fmla="*/ 9525 h 2266157"/>
              <a:gd name="connsiteX8" fmla="*/ 2487 w 3089381"/>
              <a:gd name="connsiteY8" fmla="*/ 0 h 2266157"/>
              <a:gd name="connsiteX0" fmla="*/ 2487 w 3087000"/>
              <a:gd name="connsiteY0" fmla="*/ 0 h 2269331"/>
              <a:gd name="connsiteX1" fmla="*/ 106 w 3087000"/>
              <a:gd name="connsiteY1" fmla="*/ 891381 h 2269331"/>
              <a:gd name="connsiteX2" fmla="*/ 1886849 w 3087000"/>
              <a:gd name="connsiteY2" fmla="*/ 885031 h 2269331"/>
              <a:gd name="connsiteX3" fmla="*/ 2163074 w 3087000"/>
              <a:gd name="connsiteY3" fmla="*/ 1185069 h 2269331"/>
              <a:gd name="connsiteX4" fmla="*/ 2167044 w 3087000"/>
              <a:gd name="connsiteY4" fmla="*/ 2266157 h 2269331"/>
              <a:gd name="connsiteX5" fmla="*/ 3087000 w 3087000"/>
              <a:gd name="connsiteY5" fmla="*/ 2269331 h 2269331"/>
              <a:gd name="connsiteX6" fmla="*/ 3083031 w 3087000"/>
              <a:gd name="connsiteY6" fmla="*/ 974725 h 2269331"/>
              <a:gd name="connsiteX7" fmla="*/ 1990831 w 3087000"/>
              <a:gd name="connsiteY7" fmla="*/ 9525 h 2269331"/>
              <a:gd name="connsiteX8" fmla="*/ 2487 w 3087000"/>
              <a:gd name="connsiteY8" fmla="*/ 0 h 2269331"/>
              <a:gd name="connsiteX0" fmla="*/ 2487 w 3083563"/>
              <a:gd name="connsiteY0" fmla="*/ 0 h 2271713"/>
              <a:gd name="connsiteX1" fmla="*/ 106 w 3083563"/>
              <a:gd name="connsiteY1" fmla="*/ 891381 h 2271713"/>
              <a:gd name="connsiteX2" fmla="*/ 1886849 w 3083563"/>
              <a:gd name="connsiteY2" fmla="*/ 885031 h 2271713"/>
              <a:gd name="connsiteX3" fmla="*/ 2163074 w 3083563"/>
              <a:gd name="connsiteY3" fmla="*/ 1185069 h 2271713"/>
              <a:gd name="connsiteX4" fmla="*/ 2167044 w 3083563"/>
              <a:gd name="connsiteY4" fmla="*/ 2266157 h 2271713"/>
              <a:gd name="connsiteX5" fmla="*/ 3082237 w 3083563"/>
              <a:gd name="connsiteY5" fmla="*/ 2271713 h 2271713"/>
              <a:gd name="connsiteX6" fmla="*/ 3083031 w 3083563"/>
              <a:gd name="connsiteY6" fmla="*/ 974725 h 2271713"/>
              <a:gd name="connsiteX7" fmla="*/ 1990831 w 3083563"/>
              <a:gd name="connsiteY7" fmla="*/ 9525 h 2271713"/>
              <a:gd name="connsiteX8" fmla="*/ 2487 w 3083563"/>
              <a:gd name="connsiteY8" fmla="*/ 0 h 2271713"/>
              <a:gd name="connsiteX0" fmla="*/ 2487 w 3083415"/>
              <a:gd name="connsiteY0" fmla="*/ 0 h 2266157"/>
              <a:gd name="connsiteX1" fmla="*/ 106 w 3083415"/>
              <a:gd name="connsiteY1" fmla="*/ 891381 h 2266157"/>
              <a:gd name="connsiteX2" fmla="*/ 1886849 w 3083415"/>
              <a:gd name="connsiteY2" fmla="*/ 885031 h 2266157"/>
              <a:gd name="connsiteX3" fmla="*/ 2163074 w 3083415"/>
              <a:gd name="connsiteY3" fmla="*/ 1185069 h 2266157"/>
              <a:gd name="connsiteX4" fmla="*/ 2167044 w 3083415"/>
              <a:gd name="connsiteY4" fmla="*/ 2266157 h 2266157"/>
              <a:gd name="connsiteX5" fmla="*/ 3079856 w 3083415"/>
              <a:gd name="connsiteY5" fmla="*/ 2259806 h 2266157"/>
              <a:gd name="connsiteX6" fmla="*/ 3083031 w 3083415"/>
              <a:gd name="connsiteY6" fmla="*/ 974725 h 2266157"/>
              <a:gd name="connsiteX7" fmla="*/ 1990831 w 3083415"/>
              <a:gd name="connsiteY7" fmla="*/ 9525 h 2266157"/>
              <a:gd name="connsiteX8" fmla="*/ 2487 w 3083415"/>
              <a:gd name="connsiteY8" fmla="*/ 0 h 2266157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2487 w 3083563"/>
              <a:gd name="connsiteY0" fmla="*/ 0 h 2266950"/>
              <a:gd name="connsiteX1" fmla="*/ 106 w 3083563"/>
              <a:gd name="connsiteY1" fmla="*/ 891381 h 2266950"/>
              <a:gd name="connsiteX2" fmla="*/ 1886849 w 3083563"/>
              <a:gd name="connsiteY2" fmla="*/ 885031 h 2266950"/>
              <a:gd name="connsiteX3" fmla="*/ 2163074 w 3083563"/>
              <a:gd name="connsiteY3" fmla="*/ 1185069 h 2266950"/>
              <a:gd name="connsiteX4" fmla="*/ 2167044 w 3083563"/>
              <a:gd name="connsiteY4" fmla="*/ 2266157 h 2266950"/>
              <a:gd name="connsiteX5" fmla="*/ 3082237 w 3083563"/>
              <a:gd name="connsiteY5" fmla="*/ 2266950 h 2266950"/>
              <a:gd name="connsiteX6" fmla="*/ 3083031 w 3083563"/>
              <a:gd name="connsiteY6" fmla="*/ 974725 h 2266950"/>
              <a:gd name="connsiteX7" fmla="*/ 1990831 w 3083563"/>
              <a:gd name="connsiteY7" fmla="*/ 9525 h 2266950"/>
              <a:gd name="connsiteX8" fmla="*/ 2487 w 3083563"/>
              <a:gd name="connsiteY8" fmla="*/ 0 h 2266950"/>
              <a:gd name="connsiteX0" fmla="*/ 14316 w 3083486"/>
              <a:gd name="connsiteY0" fmla="*/ 2381 h 2257425"/>
              <a:gd name="connsiteX1" fmla="*/ 29 w 3083486"/>
              <a:gd name="connsiteY1" fmla="*/ 881856 h 2257425"/>
              <a:gd name="connsiteX2" fmla="*/ 1886772 w 3083486"/>
              <a:gd name="connsiteY2" fmla="*/ 875506 h 2257425"/>
              <a:gd name="connsiteX3" fmla="*/ 2162997 w 3083486"/>
              <a:gd name="connsiteY3" fmla="*/ 1175544 h 2257425"/>
              <a:gd name="connsiteX4" fmla="*/ 2166967 w 3083486"/>
              <a:gd name="connsiteY4" fmla="*/ 2256632 h 2257425"/>
              <a:gd name="connsiteX5" fmla="*/ 3082160 w 3083486"/>
              <a:gd name="connsiteY5" fmla="*/ 2257425 h 2257425"/>
              <a:gd name="connsiteX6" fmla="*/ 3082954 w 3083486"/>
              <a:gd name="connsiteY6" fmla="*/ 965200 h 2257425"/>
              <a:gd name="connsiteX7" fmla="*/ 1990754 w 3083486"/>
              <a:gd name="connsiteY7" fmla="*/ 0 h 2257425"/>
              <a:gd name="connsiteX8" fmla="*/ 14316 w 3083486"/>
              <a:gd name="connsiteY8" fmla="*/ 2381 h 2257425"/>
              <a:gd name="connsiteX0" fmla="*/ 14316 w 3083486"/>
              <a:gd name="connsiteY0" fmla="*/ 0 h 2271713"/>
              <a:gd name="connsiteX1" fmla="*/ 29 w 3083486"/>
              <a:gd name="connsiteY1" fmla="*/ 896144 h 2271713"/>
              <a:gd name="connsiteX2" fmla="*/ 1886772 w 3083486"/>
              <a:gd name="connsiteY2" fmla="*/ 889794 h 2271713"/>
              <a:gd name="connsiteX3" fmla="*/ 2162997 w 3083486"/>
              <a:gd name="connsiteY3" fmla="*/ 1189832 h 2271713"/>
              <a:gd name="connsiteX4" fmla="*/ 2166967 w 3083486"/>
              <a:gd name="connsiteY4" fmla="*/ 2270920 h 2271713"/>
              <a:gd name="connsiteX5" fmla="*/ 3082160 w 3083486"/>
              <a:gd name="connsiteY5" fmla="*/ 2271713 h 2271713"/>
              <a:gd name="connsiteX6" fmla="*/ 3082954 w 3083486"/>
              <a:gd name="connsiteY6" fmla="*/ 979488 h 2271713"/>
              <a:gd name="connsiteX7" fmla="*/ 1990754 w 3083486"/>
              <a:gd name="connsiteY7" fmla="*/ 14288 h 2271713"/>
              <a:gd name="connsiteX8" fmla="*/ 14316 w 3083486"/>
              <a:gd name="connsiteY8" fmla="*/ 0 h 2271713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83486"/>
              <a:gd name="connsiteY0" fmla="*/ 2381 h 2274094"/>
              <a:gd name="connsiteX1" fmla="*/ 29 w 3083486"/>
              <a:gd name="connsiteY1" fmla="*/ 898525 h 2274094"/>
              <a:gd name="connsiteX2" fmla="*/ 1886772 w 3083486"/>
              <a:gd name="connsiteY2" fmla="*/ 892175 h 2274094"/>
              <a:gd name="connsiteX3" fmla="*/ 2162997 w 3083486"/>
              <a:gd name="connsiteY3" fmla="*/ 1192213 h 2274094"/>
              <a:gd name="connsiteX4" fmla="*/ 2166967 w 3083486"/>
              <a:gd name="connsiteY4" fmla="*/ 2273301 h 2274094"/>
              <a:gd name="connsiteX5" fmla="*/ 3082160 w 3083486"/>
              <a:gd name="connsiteY5" fmla="*/ 2274094 h 2274094"/>
              <a:gd name="connsiteX6" fmla="*/ 3082954 w 3083486"/>
              <a:gd name="connsiteY6" fmla="*/ 981869 h 2274094"/>
              <a:gd name="connsiteX7" fmla="*/ 1993135 w 3083486"/>
              <a:gd name="connsiteY7" fmla="*/ 0 h 2274094"/>
              <a:gd name="connsiteX8" fmla="*/ 14316 w 3083486"/>
              <a:gd name="connsiteY8" fmla="*/ 2381 h 2274094"/>
              <a:gd name="connsiteX0" fmla="*/ 14316 w 3091685"/>
              <a:gd name="connsiteY0" fmla="*/ 2381 h 2274094"/>
              <a:gd name="connsiteX1" fmla="*/ 29 w 3091685"/>
              <a:gd name="connsiteY1" fmla="*/ 898525 h 2274094"/>
              <a:gd name="connsiteX2" fmla="*/ 1886772 w 3091685"/>
              <a:gd name="connsiteY2" fmla="*/ 892175 h 2274094"/>
              <a:gd name="connsiteX3" fmla="*/ 2162997 w 3091685"/>
              <a:gd name="connsiteY3" fmla="*/ 1192213 h 2274094"/>
              <a:gd name="connsiteX4" fmla="*/ 2166967 w 3091685"/>
              <a:gd name="connsiteY4" fmla="*/ 2273301 h 2274094"/>
              <a:gd name="connsiteX5" fmla="*/ 3091685 w 3091685"/>
              <a:gd name="connsiteY5" fmla="*/ 2274094 h 2274094"/>
              <a:gd name="connsiteX6" fmla="*/ 3082954 w 3091685"/>
              <a:gd name="connsiteY6" fmla="*/ 981869 h 2274094"/>
              <a:gd name="connsiteX7" fmla="*/ 1993135 w 3091685"/>
              <a:gd name="connsiteY7" fmla="*/ 0 h 2274094"/>
              <a:gd name="connsiteX8" fmla="*/ 14316 w 3091685"/>
              <a:gd name="connsiteY8" fmla="*/ 2381 h 2274094"/>
              <a:gd name="connsiteX0" fmla="*/ 14316 w 3091685"/>
              <a:gd name="connsiteY0" fmla="*/ 2381 h 2274094"/>
              <a:gd name="connsiteX1" fmla="*/ 29 w 3091685"/>
              <a:gd name="connsiteY1" fmla="*/ 898525 h 2274094"/>
              <a:gd name="connsiteX2" fmla="*/ 1886772 w 3091685"/>
              <a:gd name="connsiteY2" fmla="*/ 892175 h 2274094"/>
              <a:gd name="connsiteX3" fmla="*/ 2162997 w 3091685"/>
              <a:gd name="connsiteY3" fmla="*/ 1192213 h 2274094"/>
              <a:gd name="connsiteX4" fmla="*/ 2166967 w 3091685"/>
              <a:gd name="connsiteY4" fmla="*/ 2273301 h 2274094"/>
              <a:gd name="connsiteX5" fmla="*/ 3091685 w 3091685"/>
              <a:gd name="connsiteY5" fmla="*/ 2274094 h 2274094"/>
              <a:gd name="connsiteX6" fmla="*/ 3082954 w 3091685"/>
              <a:gd name="connsiteY6" fmla="*/ 981869 h 2274094"/>
              <a:gd name="connsiteX7" fmla="*/ 1993135 w 3091685"/>
              <a:gd name="connsiteY7" fmla="*/ 0 h 2274094"/>
              <a:gd name="connsiteX8" fmla="*/ 14316 w 3091685"/>
              <a:gd name="connsiteY8" fmla="*/ 2381 h 2274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91685" h="2274094">
                <a:moveTo>
                  <a:pt x="14316" y="2381"/>
                </a:moveTo>
                <a:cubicBezTo>
                  <a:pt x="15110" y="299508"/>
                  <a:pt x="-765" y="601398"/>
                  <a:pt x="29" y="898525"/>
                </a:cubicBezTo>
                <a:lnTo>
                  <a:pt x="1886772" y="892175"/>
                </a:lnTo>
                <a:cubicBezTo>
                  <a:pt x="2029646" y="904082"/>
                  <a:pt x="2153472" y="1051718"/>
                  <a:pt x="2162997" y="1192213"/>
                </a:cubicBezTo>
                <a:cubicBezTo>
                  <a:pt x="2163526" y="1570832"/>
                  <a:pt x="2166438" y="1894682"/>
                  <a:pt x="2166967" y="2273301"/>
                </a:cubicBezTo>
                <a:lnTo>
                  <a:pt x="3091685" y="2274094"/>
                </a:lnTo>
                <a:cubicBezTo>
                  <a:pt x="3089568" y="1846527"/>
                  <a:pt x="3085071" y="1409436"/>
                  <a:pt x="3082954" y="981869"/>
                </a:cubicBezTo>
                <a:cubicBezTo>
                  <a:pt x="2947487" y="293424"/>
                  <a:pt x="2347677" y="16934"/>
                  <a:pt x="1993135" y="0"/>
                </a:cubicBezTo>
                <a:lnTo>
                  <a:pt x="14316" y="2381"/>
                </a:lnTo>
                <a:close/>
              </a:path>
            </a:pathLst>
          </a:custGeom>
          <a:solidFill>
            <a:srgbClr val="667D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2" name="Freeform 493"/>
          <p:cNvSpPr>
            <a:spLocks/>
          </p:cNvSpPr>
          <p:nvPr/>
        </p:nvSpPr>
        <p:spPr bwMode="auto">
          <a:xfrm>
            <a:off x="9812389" y="6039604"/>
            <a:ext cx="81043" cy="230104"/>
          </a:xfrm>
          <a:custGeom>
            <a:avLst/>
            <a:gdLst>
              <a:gd name="T0" fmla="*/ 11 w 56"/>
              <a:gd name="T1" fmla="*/ 0 h 159"/>
              <a:gd name="T2" fmla="*/ 0 w 56"/>
              <a:gd name="T3" fmla="*/ 159 h 159"/>
              <a:gd name="T4" fmla="*/ 56 w 56"/>
              <a:gd name="T5" fmla="*/ 159 h 159"/>
              <a:gd name="T6" fmla="*/ 45 w 56"/>
              <a:gd name="T7" fmla="*/ 0 h 159"/>
              <a:gd name="T8" fmla="*/ 11 w 56"/>
              <a:gd name="T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159">
                <a:moveTo>
                  <a:pt x="11" y="0"/>
                </a:moveTo>
                <a:lnTo>
                  <a:pt x="0" y="159"/>
                </a:lnTo>
                <a:lnTo>
                  <a:pt x="56" y="159"/>
                </a:lnTo>
                <a:lnTo>
                  <a:pt x="45" y="0"/>
                </a:lnTo>
                <a:lnTo>
                  <a:pt x="11" y="0"/>
                </a:lnTo>
                <a:close/>
              </a:path>
            </a:pathLst>
          </a:custGeom>
          <a:solidFill>
            <a:srgbClr val="8B63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3" name="Freeform 494"/>
          <p:cNvSpPr>
            <a:spLocks/>
          </p:cNvSpPr>
          <p:nvPr/>
        </p:nvSpPr>
        <p:spPr bwMode="auto">
          <a:xfrm>
            <a:off x="9852911" y="6039604"/>
            <a:ext cx="40521" cy="230104"/>
          </a:xfrm>
          <a:custGeom>
            <a:avLst/>
            <a:gdLst>
              <a:gd name="T0" fmla="*/ 0 w 28"/>
              <a:gd name="T1" fmla="*/ 0 h 159"/>
              <a:gd name="T2" fmla="*/ 0 w 28"/>
              <a:gd name="T3" fmla="*/ 159 h 159"/>
              <a:gd name="T4" fmla="*/ 28 w 28"/>
              <a:gd name="T5" fmla="*/ 159 h 159"/>
              <a:gd name="T6" fmla="*/ 17 w 28"/>
              <a:gd name="T7" fmla="*/ 0 h 159"/>
              <a:gd name="T8" fmla="*/ 0 w 28"/>
              <a:gd name="T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159">
                <a:moveTo>
                  <a:pt x="0" y="0"/>
                </a:moveTo>
                <a:lnTo>
                  <a:pt x="0" y="159"/>
                </a:lnTo>
                <a:lnTo>
                  <a:pt x="28" y="159"/>
                </a:lnTo>
                <a:lnTo>
                  <a:pt x="17" y="0"/>
                </a:lnTo>
                <a:lnTo>
                  <a:pt x="0" y="0"/>
                </a:lnTo>
                <a:close/>
              </a:path>
            </a:pathLst>
          </a:custGeom>
          <a:solidFill>
            <a:srgbClr val="754B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4" name="Freeform 495"/>
          <p:cNvSpPr>
            <a:spLocks/>
          </p:cNvSpPr>
          <p:nvPr/>
        </p:nvSpPr>
        <p:spPr bwMode="auto">
          <a:xfrm>
            <a:off x="9619913" y="5119190"/>
            <a:ext cx="461655" cy="995668"/>
          </a:xfrm>
          <a:custGeom>
            <a:avLst/>
            <a:gdLst>
              <a:gd name="T0" fmla="*/ 0 w 319"/>
              <a:gd name="T1" fmla="*/ 688 h 688"/>
              <a:gd name="T2" fmla="*/ 161 w 319"/>
              <a:gd name="T3" fmla="*/ 0 h 688"/>
              <a:gd name="T4" fmla="*/ 319 w 319"/>
              <a:gd name="T5" fmla="*/ 688 h 688"/>
              <a:gd name="T6" fmla="*/ 0 w 319"/>
              <a:gd name="T7" fmla="*/ 68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9" h="688">
                <a:moveTo>
                  <a:pt x="0" y="688"/>
                </a:moveTo>
                <a:lnTo>
                  <a:pt x="161" y="0"/>
                </a:lnTo>
                <a:lnTo>
                  <a:pt x="319" y="688"/>
                </a:lnTo>
                <a:lnTo>
                  <a:pt x="0" y="688"/>
                </a:lnTo>
                <a:close/>
              </a:path>
            </a:pathLst>
          </a:custGeom>
          <a:solidFill>
            <a:srgbClr val="AAC9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5" name="Freeform 496"/>
          <p:cNvSpPr>
            <a:spLocks/>
          </p:cNvSpPr>
          <p:nvPr/>
        </p:nvSpPr>
        <p:spPr bwMode="auto">
          <a:xfrm>
            <a:off x="9852911" y="5119190"/>
            <a:ext cx="228656" cy="995668"/>
          </a:xfrm>
          <a:custGeom>
            <a:avLst/>
            <a:gdLst>
              <a:gd name="T0" fmla="*/ 158 w 158"/>
              <a:gd name="T1" fmla="*/ 688 h 688"/>
              <a:gd name="T2" fmla="*/ 0 w 158"/>
              <a:gd name="T3" fmla="*/ 0 h 688"/>
              <a:gd name="T4" fmla="*/ 0 w 158"/>
              <a:gd name="T5" fmla="*/ 688 h 688"/>
              <a:gd name="T6" fmla="*/ 158 w 158"/>
              <a:gd name="T7" fmla="*/ 68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8" h="688">
                <a:moveTo>
                  <a:pt x="158" y="688"/>
                </a:moveTo>
                <a:lnTo>
                  <a:pt x="0" y="0"/>
                </a:lnTo>
                <a:lnTo>
                  <a:pt x="0" y="688"/>
                </a:lnTo>
                <a:lnTo>
                  <a:pt x="158" y="688"/>
                </a:lnTo>
                <a:close/>
              </a:path>
            </a:pathLst>
          </a:custGeom>
          <a:solidFill>
            <a:srgbClr val="6E8A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8" name="矩形 32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34849E"/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文本框 6"/>
          <p:cNvSpPr txBox="1"/>
          <p:nvPr/>
        </p:nvSpPr>
        <p:spPr>
          <a:xfrm>
            <a:off x="701119" y="2110436"/>
            <a:ext cx="11346930" cy="29142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欢迎进入角色扮演策略挑战！</a:t>
            </a:r>
            <a:endParaRPr lang="en-US" altLang="zh-CN" sz="2400" b="1" dirty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>
              <a:lnSpc>
                <a:spcPct val="200000"/>
              </a:lnSpc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你们将被分成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4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组：一组担任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政府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的掌舵者，另外三组为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企业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的决策者</a:t>
            </a:r>
            <a:endParaRPr lang="en-US" altLang="zh-CN" sz="2400" b="1" dirty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>
              <a:lnSpc>
                <a:spcPct val="200000"/>
              </a:lnSpc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通过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集体讨论和投票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，每组将做出至关重要的决策</a:t>
            </a:r>
            <a:endParaRPr lang="en-US" altLang="zh-CN" sz="2400" b="1" dirty="0">
              <a:solidFill>
                <a:schemeClr val="bg1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>
              <a:lnSpc>
                <a:spcPct val="200000"/>
              </a:lnSpc>
            </a:pP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注意！每次事件的讨论时间仅为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【60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秒</a:t>
            </a:r>
            <a:r>
              <a:rPr lang="en-US" altLang="zh-CN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2400" b="1" dirty="0">
                <a:solidFill>
                  <a:schemeClr val="bg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，时间紧迫，务必快速做出明智的选择！</a:t>
            </a:r>
          </a:p>
        </p:txBody>
      </p:sp>
      <p:grpSp>
        <p:nvGrpSpPr>
          <p:cNvPr id="8" name="组合 7"/>
          <p:cNvGrpSpPr/>
          <p:nvPr/>
        </p:nvGrpSpPr>
        <p:grpSpPr>
          <a:xfrm>
            <a:off x="1054704" y="6501345"/>
            <a:ext cx="10215731" cy="1857718"/>
            <a:chOff x="954125" y="6059865"/>
            <a:chExt cx="10215731" cy="1857718"/>
          </a:xfrm>
        </p:grpSpPr>
        <p:sp>
          <p:nvSpPr>
            <p:cNvPr id="182" name="Freeform 463"/>
            <p:cNvSpPr>
              <a:spLocks/>
            </p:cNvSpPr>
            <p:nvPr/>
          </p:nvSpPr>
          <p:spPr bwMode="auto">
            <a:xfrm>
              <a:off x="7984586" y="6269707"/>
              <a:ext cx="2344452" cy="263389"/>
            </a:xfrm>
            <a:custGeom>
              <a:avLst/>
              <a:gdLst>
                <a:gd name="T0" fmla="*/ 685 w 685"/>
                <a:gd name="T1" fmla="*/ 39 h 77"/>
                <a:gd name="T2" fmla="*/ 640 w 685"/>
                <a:gd name="T3" fmla="*/ 77 h 77"/>
                <a:gd name="T4" fmla="*/ 44 w 685"/>
                <a:gd name="T5" fmla="*/ 77 h 77"/>
                <a:gd name="T6" fmla="*/ 0 w 685"/>
                <a:gd name="T7" fmla="*/ 39 h 77"/>
                <a:gd name="T8" fmla="*/ 44 w 685"/>
                <a:gd name="T9" fmla="*/ 0 h 77"/>
                <a:gd name="T10" fmla="*/ 640 w 685"/>
                <a:gd name="T11" fmla="*/ 0 h 77"/>
                <a:gd name="T12" fmla="*/ 685 w 685"/>
                <a:gd name="T13" fmla="*/ 3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5" h="77">
                  <a:moveTo>
                    <a:pt x="685" y="39"/>
                  </a:moveTo>
                  <a:cubicBezTo>
                    <a:pt x="685" y="60"/>
                    <a:pt x="665" y="77"/>
                    <a:pt x="640" y="77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20" y="77"/>
                    <a:pt x="0" y="60"/>
                    <a:pt x="0" y="39"/>
                  </a:cubicBezTo>
                  <a:cubicBezTo>
                    <a:pt x="0" y="18"/>
                    <a:pt x="20" y="0"/>
                    <a:pt x="44" y="0"/>
                  </a:cubicBezTo>
                  <a:cubicBezTo>
                    <a:pt x="640" y="0"/>
                    <a:pt x="640" y="0"/>
                    <a:pt x="640" y="0"/>
                  </a:cubicBezTo>
                  <a:cubicBezTo>
                    <a:pt x="665" y="0"/>
                    <a:pt x="685" y="18"/>
                    <a:pt x="685" y="39"/>
                  </a:cubicBezTo>
                  <a:close/>
                </a:path>
              </a:pathLst>
            </a:custGeom>
            <a:solidFill>
              <a:srgbClr val="D3F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464"/>
            <p:cNvSpPr>
              <a:spLocks/>
            </p:cNvSpPr>
            <p:nvPr/>
          </p:nvSpPr>
          <p:spPr bwMode="auto">
            <a:xfrm>
              <a:off x="9155364" y="6269707"/>
              <a:ext cx="1173673" cy="263389"/>
            </a:xfrm>
            <a:custGeom>
              <a:avLst/>
              <a:gdLst>
                <a:gd name="T0" fmla="*/ 298 w 343"/>
                <a:gd name="T1" fmla="*/ 0 h 77"/>
                <a:gd name="T2" fmla="*/ 0 w 343"/>
                <a:gd name="T3" fmla="*/ 0 h 77"/>
                <a:gd name="T4" fmla="*/ 0 w 343"/>
                <a:gd name="T5" fmla="*/ 77 h 77"/>
                <a:gd name="T6" fmla="*/ 298 w 343"/>
                <a:gd name="T7" fmla="*/ 77 h 77"/>
                <a:gd name="T8" fmla="*/ 343 w 343"/>
                <a:gd name="T9" fmla="*/ 39 h 77"/>
                <a:gd name="T10" fmla="*/ 298 w 343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3" h="77">
                  <a:moveTo>
                    <a:pt x="29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98" y="77"/>
                    <a:pt x="298" y="77"/>
                    <a:pt x="298" y="77"/>
                  </a:cubicBezTo>
                  <a:cubicBezTo>
                    <a:pt x="323" y="77"/>
                    <a:pt x="343" y="60"/>
                    <a:pt x="343" y="39"/>
                  </a:cubicBezTo>
                  <a:cubicBezTo>
                    <a:pt x="343" y="18"/>
                    <a:pt x="323" y="0"/>
                    <a:pt x="298" y="0"/>
                  </a:cubicBezTo>
                  <a:close/>
                </a:path>
              </a:pathLst>
            </a:custGeom>
            <a:solidFill>
              <a:srgbClr val="A9C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497"/>
            <p:cNvSpPr>
              <a:spLocks/>
            </p:cNvSpPr>
            <p:nvPr/>
          </p:nvSpPr>
          <p:spPr bwMode="auto">
            <a:xfrm>
              <a:off x="10061307" y="6084466"/>
              <a:ext cx="68018" cy="185241"/>
            </a:xfrm>
            <a:custGeom>
              <a:avLst/>
              <a:gdLst>
                <a:gd name="T0" fmla="*/ 12 w 47"/>
                <a:gd name="T1" fmla="*/ 0 h 128"/>
                <a:gd name="T2" fmla="*/ 0 w 47"/>
                <a:gd name="T3" fmla="*/ 128 h 128"/>
                <a:gd name="T4" fmla="*/ 47 w 47"/>
                <a:gd name="T5" fmla="*/ 128 h 128"/>
                <a:gd name="T6" fmla="*/ 38 w 47"/>
                <a:gd name="T7" fmla="*/ 0 h 128"/>
                <a:gd name="T8" fmla="*/ 12 w 47"/>
                <a:gd name="T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128">
                  <a:moveTo>
                    <a:pt x="12" y="0"/>
                  </a:moveTo>
                  <a:lnTo>
                    <a:pt x="0" y="128"/>
                  </a:lnTo>
                  <a:lnTo>
                    <a:pt x="47" y="128"/>
                  </a:lnTo>
                  <a:lnTo>
                    <a:pt x="3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498"/>
            <p:cNvSpPr>
              <a:spLocks/>
            </p:cNvSpPr>
            <p:nvPr/>
          </p:nvSpPr>
          <p:spPr bwMode="auto">
            <a:xfrm>
              <a:off x="10096039" y="6084466"/>
              <a:ext cx="33286" cy="185241"/>
            </a:xfrm>
            <a:custGeom>
              <a:avLst/>
              <a:gdLst>
                <a:gd name="T0" fmla="*/ 0 w 23"/>
                <a:gd name="T1" fmla="*/ 0 h 128"/>
                <a:gd name="T2" fmla="*/ 0 w 23"/>
                <a:gd name="T3" fmla="*/ 128 h 128"/>
                <a:gd name="T4" fmla="*/ 23 w 23"/>
                <a:gd name="T5" fmla="*/ 128 h 128"/>
                <a:gd name="T6" fmla="*/ 14 w 23"/>
                <a:gd name="T7" fmla="*/ 0 h 128"/>
                <a:gd name="T8" fmla="*/ 0 w 23"/>
                <a:gd name="T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28">
                  <a:moveTo>
                    <a:pt x="0" y="0"/>
                  </a:moveTo>
                  <a:lnTo>
                    <a:pt x="0" y="128"/>
                  </a:lnTo>
                  <a:lnTo>
                    <a:pt x="23" y="128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511"/>
            <p:cNvSpPr>
              <a:spLocks/>
            </p:cNvSpPr>
            <p:nvPr/>
          </p:nvSpPr>
          <p:spPr bwMode="auto">
            <a:xfrm>
              <a:off x="5561986" y="6094597"/>
              <a:ext cx="112881" cy="195371"/>
            </a:xfrm>
            <a:custGeom>
              <a:avLst/>
              <a:gdLst>
                <a:gd name="T0" fmla="*/ 17 w 78"/>
                <a:gd name="T1" fmla="*/ 0 h 135"/>
                <a:gd name="T2" fmla="*/ 0 w 78"/>
                <a:gd name="T3" fmla="*/ 135 h 135"/>
                <a:gd name="T4" fmla="*/ 78 w 78"/>
                <a:gd name="T5" fmla="*/ 135 h 135"/>
                <a:gd name="T6" fmla="*/ 62 w 78"/>
                <a:gd name="T7" fmla="*/ 0 h 135"/>
                <a:gd name="T8" fmla="*/ 17 w 78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135">
                  <a:moveTo>
                    <a:pt x="17" y="0"/>
                  </a:moveTo>
                  <a:lnTo>
                    <a:pt x="0" y="135"/>
                  </a:lnTo>
                  <a:lnTo>
                    <a:pt x="78" y="135"/>
                  </a:lnTo>
                  <a:lnTo>
                    <a:pt x="62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Freeform 512"/>
            <p:cNvSpPr>
              <a:spLocks/>
            </p:cNvSpPr>
            <p:nvPr/>
          </p:nvSpPr>
          <p:spPr bwMode="auto">
            <a:xfrm>
              <a:off x="5621320" y="6094597"/>
              <a:ext cx="53547" cy="195371"/>
            </a:xfrm>
            <a:custGeom>
              <a:avLst/>
              <a:gdLst>
                <a:gd name="T0" fmla="*/ 0 w 37"/>
                <a:gd name="T1" fmla="*/ 0 h 135"/>
                <a:gd name="T2" fmla="*/ 0 w 37"/>
                <a:gd name="T3" fmla="*/ 135 h 135"/>
                <a:gd name="T4" fmla="*/ 37 w 37"/>
                <a:gd name="T5" fmla="*/ 135 h 135"/>
                <a:gd name="T6" fmla="*/ 21 w 37"/>
                <a:gd name="T7" fmla="*/ 0 h 135"/>
                <a:gd name="T8" fmla="*/ 0 w 3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35">
                  <a:moveTo>
                    <a:pt x="0" y="0"/>
                  </a:moveTo>
                  <a:lnTo>
                    <a:pt x="0" y="135"/>
                  </a:lnTo>
                  <a:lnTo>
                    <a:pt x="37" y="135"/>
                  </a:ln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Rectangle 533"/>
            <p:cNvSpPr>
              <a:spLocks noChangeArrowheads="1"/>
            </p:cNvSpPr>
            <p:nvPr/>
          </p:nvSpPr>
          <p:spPr bwMode="auto">
            <a:xfrm>
              <a:off x="3766020" y="6059865"/>
              <a:ext cx="1577440" cy="350221"/>
            </a:xfrm>
            <a:prstGeom prst="rect">
              <a:avLst/>
            </a:prstGeom>
            <a:solidFill>
              <a:srgbClr val="FFD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Rectangle 534"/>
            <p:cNvSpPr>
              <a:spLocks noChangeArrowheads="1"/>
            </p:cNvSpPr>
            <p:nvPr/>
          </p:nvSpPr>
          <p:spPr bwMode="auto">
            <a:xfrm>
              <a:off x="3766020" y="6059865"/>
              <a:ext cx="1577440" cy="350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Rectangle 535"/>
            <p:cNvSpPr>
              <a:spLocks noChangeArrowheads="1"/>
            </p:cNvSpPr>
            <p:nvPr/>
          </p:nvSpPr>
          <p:spPr bwMode="auto">
            <a:xfrm>
              <a:off x="4741427" y="6101833"/>
              <a:ext cx="243128" cy="308252"/>
            </a:xfrm>
            <a:prstGeom prst="rect">
              <a:avLst/>
            </a:prstGeom>
            <a:solidFill>
              <a:srgbClr val="787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Rectangle 536"/>
            <p:cNvSpPr>
              <a:spLocks noChangeArrowheads="1"/>
            </p:cNvSpPr>
            <p:nvPr/>
          </p:nvSpPr>
          <p:spPr bwMode="auto">
            <a:xfrm>
              <a:off x="4741427" y="6101833"/>
              <a:ext cx="243128" cy="308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Rectangle 537"/>
            <p:cNvSpPr>
              <a:spLocks noChangeArrowheads="1"/>
            </p:cNvSpPr>
            <p:nvPr/>
          </p:nvSpPr>
          <p:spPr bwMode="auto">
            <a:xfrm>
              <a:off x="4124923" y="6122093"/>
              <a:ext cx="240234" cy="222868"/>
            </a:xfrm>
            <a:prstGeom prst="rect">
              <a:avLst/>
            </a:prstGeom>
            <a:solidFill>
              <a:srgbClr val="44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Rectangle 538"/>
            <p:cNvSpPr>
              <a:spLocks noChangeArrowheads="1"/>
            </p:cNvSpPr>
            <p:nvPr/>
          </p:nvSpPr>
          <p:spPr bwMode="auto">
            <a:xfrm>
              <a:off x="4124923" y="6122093"/>
              <a:ext cx="240234" cy="222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Rectangle 539"/>
            <p:cNvSpPr>
              <a:spLocks noChangeArrowheads="1"/>
            </p:cNvSpPr>
            <p:nvPr/>
          </p:nvSpPr>
          <p:spPr bwMode="auto">
            <a:xfrm>
              <a:off x="4433176" y="6122093"/>
              <a:ext cx="240234" cy="222868"/>
            </a:xfrm>
            <a:prstGeom prst="rect">
              <a:avLst/>
            </a:prstGeom>
            <a:solidFill>
              <a:srgbClr val="44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Rectangle 540"/>
            <p:cNvSpPr>
              <a:spLocks noChangeArrowheads="1"/>
            </p:cNvSpPr>
            <p:nvPr/>
          </p:nvSpPr>
          <p:spPr bwMode="auto">
            <a:xfrm>
              <a:off x="4433176" y="6122093"/>
              <a:ext cx="240234" cy="222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541"/>
            <p:cNvSpPr>
              <a:spLocks/>
            </p:cNvSpPr>
            <p:nvPr/>
          </p:nvSpPr>
          <p:spPr bwMode="auto">
            <a:xfrm>
              <a:off x="3766020" y="6059865"/>
              <a:ext cx="1577440" cy="175111"/>
            </a:xfrm>
            <a:custGeom>
              <a:avLst/>
              <a:gdLst>
                <a:gd name="T0" fmla="*/ 1090 w 1090"/>
                <a:gd name="T1" fmla="*/ 0 h 121"/>
                <a:gd name="T2" fmla="*/ 0 w 1090"/>
                <a:gd name="T3" fmla="*/ 0 h 121"/>
                <a:gd name="T4" fmla="*/ 0 w 1090"/>
                <a:gd name="T5" fmla="*/ 121 h 121"/>
                <a:gd name="T6" fmla="*/ 248 w 1090"/>
                <a:gd name="T7" fmla="*/ 121 h 121"/>
                <a:gd name="T8" fmla="*/ 248 w 1090"/>
                <a:gd name="T9" fmla="*/ 43 h 121"/>
                <a:gd name="T10" fmla="*/ 414 w 1090"/>
                <a:gd name="T11" fmla="*/ 43 h 121"/>
                <a:gd name="T12" fmla="*/ 414 w 1090"/>
                <a:gd name="T13" fmla="*/ 121 h 121"/>
                <a:gd name="T14" fmla="*/ 461 w 1090"/>
                <a:gd name="T15" fmla="*/ 121 h 121"/>
                <a:gd name="T16" fmla="*/ 461 w 1090"/>
                <a:gd name="T17" fmla="*/ 43 h 121"/>
                <a:gd name="T18" fmla="*/ 627 w 1090"/>
                <a:gd name="T19" fmla="*/ 43 h 121"/>
                <a:gd name="T20" fmla="*/ 627 w 1090"/>
                <a:gd name="T21" fmla="*/ 121 h 121"/>
                <a:gd name="T22" fmla="*/ 674 w 1090"/>
                <a:gd name="T23" fmla="*/ 121 h 121"/>
                <a:gd name="T24" fmla="*/ 674 w 1090"/>
                <a:gd name="T25" fmla="*/ 29 h 121"/>
                <a:gd name="T26" fmla="*/ 842 w 1090"/>
                <a:gd name="T27" fmla="*/ 29 h 121"/>
                <a:gd name="T28" fmla="*/ 842 w 1090"/>
                <a:gd name="T29" fmla="*/ 121 h 121"/>
                <a:gd name="T30" fmla="*/ 1090 w 1090"/>
                <a:gd name="T31" fmla="*/ 121 h 121"/>
                <a:gd name="T32" fmla="*/ 1090 w 1090"/>
                <a:gd name="T33" fmla="*/ 102 h 121"/>
                <a:gd name="T34" fmla="*/ 1090 w 1090"/>
                <a:gd name="T35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90" h="121">
                  <a:moveTo>
                    <a:pt x="1090" y="0"/>
                  </a:moveTo>
                  <a:lnTo>
                    <a:pt x="0" y="0"/>
                  </a:lnTo>
                  <a:lnTo>
                    <a:pt x="0" y="121"/>
                  </a:lnTo>
                  <a:lnTo>
                    <a:pt x="248" y="121"/>
                  </a:lnTo>
                  <a:lnTo>
                    <a:pt x="248" y="43"/>
                  </a:lnTo>
                  <a:lnTo>
                    <a:pt x="414" y="43"/>
                  </a:lnTo>
                  <a:lnTo>
                    <a:pt x="414" y="121"/>
                  </a:lnTo>
                  <a:lnTo>
                    <a:pt x="461" y="121"/>
                  </a:lnTo>
                  <a:lnTo>
                    <a:pt x="461" y="43"/>
                  </a:lnTo>
                  <a:lnTo>
                    <a:pt x="627" y="43"/>
                  </a:lnTo>
                  <a:lnTo>
                    <a:pt x="627" y="121"/>
                  </a:lnTo>
                  <a:lnTo>
                    <a:pt x="674" y="121"/>
                  </a:lnTo>
                  <a:lnTo>
                    <a:pt x="674" y="29"/>
                  </a:lnTo>
                  <a:lnTo>
                    <a:pt x="842" y="29"/>
                  </a:lnTo>
                  <a:lnTo>
                    <a:pt x="842" y="121"/>
                  </a:lnTo>
                  <a:lnTo>
                    <a:pt x="1090" y="121"/>
                  </a:lnTo>
                  <a:lnTo>
                    <a:pt x="1090" y="102"/>
                  </a:lnTo>
                  <a:lnTo>
                    <a:pt x="1090" y="0"/>
                  </a:lnTo>
                  <a:close/>
                </a:path>
              </a:pathLst>
            </a:custGeom>
            <a:solidFill>
              <a:srgbClr val="D9B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542"/>
            <p:cNvSpPr>
              <a:spLocks/>
            </p:cNvSpPr>
            <p:nvPr/>
          </p:nvSpPr>
          <p:spPr bwMode="auto">
            <a:xfrm>
              <a:off x="3766020" y="6059865"/>
              <a:ext cx="1577440" cy="175111"/>
            </a:xfrm>
            <a:custGeom>
              <a:avLst/>
              <a:gdLst>
                <a:gd name="T0" fmla="*/ 1090 w 1090"/>
                <a:gd name="T1" fmla="*/ 0 h 121"/>
                <a:gd name="T2" fmla="*/ 0 w 1090"/>
                <a:gd name="T3" fmla="*/ 0 h 121"/>
                <a:gd name="T4" fmla="*/ 0 w 1090"/>
                <a:gd name="T5" fmla="*/ 121 h 121"/>
                <a:gd name="T6" fmla="*/ 248 w 1090"/>
                <a:gd name="T7" fmla="*/ 121 h 121"/>
                <a:gd name="T8" fmla="*/ 248 w 1090"/>
                <a:gd name="T9" fmla="*/ 43 h 121"/>
                <a:gd name="T10" fmla="*/ 414 w 1090"/>
                <a:gd name="T11" fmla="*/ 43 h 121"/>
                <a:gd name="T12" fmla="*/ 414 w 1090"/>
                <a:gd name="T13" fmla="*/ 121 h 121"/>
                <a:gd name="T14" fmla="*/ 461 w 1090"/>
                <a:gd name="T15" fmla="*/ 121 h 121"/>
                <a:gd name="T16" fmla="*/ 461 w 1090"/>
                <a:gd name="T17" fmla="*/ 43 h 121"/>
                <a:gd name="T18" fmla="*/ 627 w 1090"/>
                <a:gd name="T19" fmla="*/ 43 h 121"/>
                <a:gd name="T20" fmla="*/ 627 w 1090"/>
                <a:gd name="T21" fmla="*/ 121 h 121"/>
                <a:gd name="T22" fmla="*/ 674 w 1090"/>
                <a:gd name="T23" fmla="*/ 121 h 121"/>
                <a:gd name="T24" fmla="*/ 674 w 1090"/>
                <a:gd name="T25" fmla="*/ 29 h 121"/>
                <a:gd name="T26" fmla="*/ 842 w 1090"/>
                <a:gd name="T27" fmla="*/ 29 h 121"/>
                <a:gd name="T28" fmla="*/ 842 w 1090"/>
                <a:gd name="T29" fmla="*/ 121 h 121"/>
                <a:gd name="T30" fmla="*/ 1090 w 1090"/>
                <a:gd name="T31" fmla="*/ 121 h 121"/>
                <a:gd name="T32" fmla="*/ 1090 w 1090"/>
                <a:gd name="T33" fmla="*/ 102 h 121"/>
                <a:gd name="T34" fmla="*/ 1090 w 1090"/>
                <a:gd name="T35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90" h="121">
                  <a:moveTo>
                    <a:pt x="1090" y="0"/>
                  </a:moveTo>
                  <a:lnTo>
                    <a:pt x="0" y="0"/>
                  </a:lnTo>
                  <a:lnTo>
                    <a:pt x="0" y="121"/>
                  </a:lnTo>
                  <a:lnTo>
                    <a:pt x="248" y="121"/>
                  </a:lnTo>
                  <a:lnTo>
                    <a:pt x="248" y="43"/>
                  </a:lnTo>
                  <a:lnTo>
                    <a:pt x="414" y="43"/>
                  </a:lnTo>
                  <a:lnTo>
                    <a:pt x="414" y="121"/>
                  </a:lnTo>
                  <a:lnTo>
                    <a:pt x="461" y="121"/>
                  </a:lnTo>
                  <a:lnTo>
                    <a:pt x="461" y="43"/>
                  </a:lnTo>
                  <a:lnTo>
                    <a:pt x="627" y="43"/>
                  </a:lnTo>
                  <a:lnTo>
                    <a:pt x="627" y="121"/>
                  </a:lnTo>
                  <a:lnTo>
                    <a:pt x="674" y="121"/>
                  </a:lnTo>
                  <a:lnTo>
                    <a:pt x="674" y="29"/>
                  </a:lnTo>
                  <a:lnTo>
                    <a:pt x="842" y="29"/>
                  </a:lnTo>
                  <a:lnTo>
                    <a:pt x="842" y="121"/>
                  </a:lnTo>
                  <a:lnTo>
                    <a:pt x="1090" y="121"/>
                  </a:lnTo>
                  <a:lnTo>
                    <a:pt x="1090" y="102"/>
                  </a:lnTo>
                  <a:lnTo>
                    <a:pt x="10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Rectangle 543"/>
            <p:cNvSpPr>
              <a:spLocks noChangeArrowheads="1"/>
            </p:cNvSpPr>
            <p:nvPr/>
          </p:nvSpPr>
          <p:spPr bwMode="auto">
            <a:xfrm>
              <a:off x="4741427" y="6101833"/>
              <a:ext cx="243128" cy="133142"/>
            </a:xfrm>
            <a:prstGeom prst="rect">
              <a:avLst/>
            </a:prstGeom>
            <a:solidFill>
              <a:srgbClr val="666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Rectangle 544"/>
            <p:cNvSpPr>
              <a:spLocks noChangeArrowheads="1"/>
            </p:cNvSpPr>
            <p:nvPr/>
          </p:nvSpPr>
          <p:spPr bwMode="auto">
            <a:xfrm>
              <a:off x="4741427" y="6101833"/>
              <a:ext cx="243128" cy="133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Rectangle 545"/>
            <p:cNvSpPr>
              <a:spLocks noChangeArrowheads="1"/>
            </p:cNvSpPr>
            <p:nvPr/>
          </p:nvSpPr>
          <p:spPr bwMode="auto">
            <a:xfrm>
              <a:off x="4124923" y="6122093"/>
              <a:ext cx="240234" cy="112881"/>
            </a:xfrm>
            <a:prstGeom prst="rect">
              <a:avLst/>
            </a:prstGeom>
            <a:solidFill>
              <a:srgbClr val="3A78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Rectangle 546"/>
            <p:cNvSpPr>
              <a:spLocks noChangeArrowheads="1"/>
            </p:cNvSpPr>
            <p:nvPr/>
          </p:nvSpPr>
          <p:spPr bwMode="auto">
            <a:xfrm>
              <a:off x="4124923" y="6122093"/>
              <a:ext cx="240234" cy="1128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Rectangle 547"/>
            <p:cNvSpPr>
              <a:spLocks noChangeArrowheads="1"/>
            </p:cNvSpPr>
            <p:nvPr/>
          </p:nvSpPr>
          <p:spPr bwMode="auto">
            <a:xfrm>
              <a:off x="4433176" y="6122093"/>
              <a:ext cx="240234" cy="112881"/>
            </a:xfrm>
            <a:prstGeom prst="rect">
              <a:avLst/>
            </a:prstGeom>
            <a:solidFill>
              <a:srgbClr val="3A78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Rectangle 548"/>
            <p:cNvSpPr>
              <a:spLocks noChangeArrowheads="1"/>
            </p:cNvSpPr>
            <p:nvPr/>
          </p:nvSpPr>
          <p:spPr bwMode="auto">
            <a:xfrm>
              <a:off x="4433176" y="6122093"/>
              <a:ext cx="240234" cy="1128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549"/>
            <p:cNvSpPr>
              <a:spLocks/>
            </p:cNvSpPr>
            <p:nvPr/>
          </p:nvSpPr>
          <p:spPr bwMode="auto">
            <a:xfrm>
              <a:off x="6537394" y="6122093"/>
              <a:ext cx="44863" cy="115775"/>
            </a:xfrm>
            <a:custGeom>
              <a:avLst/>
              <a:gdLst>
                <a:gd name="T0" fmla="*/ 7 w 31"/>
                <a:gd name="T1" fmla="*/ 0 h 80"/>
                <a:gd name="T2" fmla="*/ 0 w 31"/>
                <a:gd name="T3" fmla="*/ 80 h 80"/>
                <a:gd name="T4" fmla="*/ 31 w 31"/>
                <a:gd name="T5" fmla="*/ 80 h 80"/>
                <a:gd name="T6" fmla="*/ 24 w 31"/>
                <a:gd name="T7" fmla="*/ 0 h 80"/>
                <a:gd name="T8" fmla="*/ 7 w 31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80">
                  <a:moveTo>
                    <a:pt x="7" y="0"/>
                  </a:moveTo>
                  <a:lnTo>
                    <a:pt x="0" y="80"/>
                  </a:lnTo>
                  <a:lnTo>
                    <a:pt x="31" y="80"/>
                  </a:lnTo>
                  <a:lnTo>
                    <a:pt x="2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561"/>
            <p:cNvSpPr>
              <a:spLocks/>
            </p:cNvSpPr>
            <p:nvPr/>
          </p:nvSpPr>
          <p:spPr bwMode="auto">
            <a:xfrm>
              <a:off x="2258045" y="6184323"/>
              <a:ext cx="43416" cy="115775"/>
            </a:xfrm>
            <a:custGeom>
              <a:avLst/>
              <a:gdLst>
                <a:gd name="T0" fmla="*/ 7 w 30"/>
                <a:gd name="T1" fmla="*/ 0 h 80"/>
                <a:gd name="T2" fmla="*/ 0 w 30"/>
                <a:gd name="T3" fmla="*/ 80 h 80"/>
                <a:gd name="T4" fmla="*/ 30 w 30"/>
                <a:gd name="T5" fmla="*/ 80 h 80"/>
                <a:gd name="T6" fmla="*/ 23 w 30"/>
                <a:gd name="T7" fmla="*/ 0 h 80"/>
                <a:gd name="T8" fmla="*/ 7 w 3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80">
                  <a:moveTo>
                    <a:pt x="7" y="0"/>
                  </a:moveTo>
                  <a:lnTo>
                    <a:pt x="0" y="80"/>
                  </a:lnTo>
                  <a:lnTo>
                    <a:pt x="30" y="80"/>
                  </a:lnTo>
                  <a:lnTo>
                    <a:pt x="2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562"/>
            <p:cNvSpPr>
              <a:spLocks/>
            </p:cNvSpPr>
            <p:nvPr/>
          </p:nvSpPr>
          <p:spPr bwMode="auto">
            <a:xfrm>
              <a:off x="2278306" y="6184323"/>
              <a:ext cx="23155" cy="115775"/>
            </a:xfrm>
            <a:custGeom>
              <a:avLst/>
              <a:gdLst>
                <a:gd name="T0" fmla="*/ 0 w 16"/>
                <a:gd name="T1" fmla="*/ 0 h 80"/>
                <a:gd name="T2" fmla="*/ 0 w 16"/>
                <a:gd name="T3" fmla="*/ 80 h 80"/>
                <a:gd name="T4" fmla="*/ 16 w 16"/>
                <a:gd name="T5" fmla="*/ 80 h 80"/>
                <a:gd name="T6" fmla="*/ 9 w 16"/>
                <a:gd name="T7" fmla="*/ 0 h 80"/>
                <a:gd name="T8" fmla="*/ 0 w 16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0">
                  <a:moveTo>
                    <a:pt x="0" y="0"/>
                  </a:moveTo>
                  <a:lnTo>
                    <a:pt x="0" y="80"/>
                  </a:lnTo>
                  <a:lnTo>
                    <a:pt x="16" y="8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567"/>
            <p:cNvSpPr>
              <a:spLocks/>
            </p:cNvSpPr>
            <p:nvPr/>
          </p:nvSpPr>
          <p:spPr bwMode="auto">
            <a:xfrm>
              <a:off x="3605382" y="6227739"/>
              <a:ext cx="358904" cy="182346"/>
            </a:xfrm>
            <a:custGeom>
              <a:avLst/>
              <a:gdLst>
                <a:gd name="T0" fmla="*/ 52 w 105"/>
                <a:gd name="T1" fmla="*/ 0 h 53"/>
                <a:gd name="T2" fmla="*/ 0 w 105"/>
                <a:gd name="T3" fmla="*/ 53 h 53"/>
                <a:gd name="T4" fmla="*/ 105 w 105"/>
                <a:gd name="T5" fmla="*/ 53 h 53"/>
                <a:gd name="T6" fmla="*/ 52 w 105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53">
                  <a:moveTo>
                    <a:pt x="52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105" y="24"/>
                    <a:pt x="81" y="0"/>
                    <a:pt x="52" y="0"/>
                  </a:cubicBezTo>
                  <a:close/>
                </a:path>
              </a:pathLst>
            </a:custGeom>
            <a:solidFill>
              <a:srgbClr val="E5E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568"/>
            <p:cNvSpPr>
              <a:spLocks/>
            </p:cNvSpPr>
            <p:nvPr/>
          </p:nvSpPr>
          <p:spPr bwMode="auto">
            <a:xfrm>
              <a:off x="5466471" y="6259577"/>
              <a:ext cx="298122" cy="150508"/>
            </a:xfrm>
            <a:custGeom>
              <a:avLst/>
              <a:gdLst>
                <a:gd name="T0" fmla="*/ 44 w 87"/>
                <a:gd name="T1" fmla="*/ 0 h 44"/>
                <a:gd name="T2" fmla="*/ 0 w 87"/>
                <a:gd name="T3" fmla="*/ 44 h 44"/>
                <a:gd name="T4" fmla="*/ 87 w 87"/>
                <a:gd name="T5" fmla="*/ 44 h 44"/>
                <a:gd name="T6" fmla="*/ 44 w 87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44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7" y="20"/>
                    <a:pt x="68" y="0"/>
                    <a:pt x="44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569"/>
            <p:cNvSpPr>
              <a:spLocks/>
            </p:cNvSpPr>
            <p:nvPr/>
          </p:nvSpPr>
          <p:spPr bwMode="auto">
            <a:xfrm>
              <a:off x="3876006" y="6302993"/>
              <a:ext cx="208396" cy="107092"/>
            </a:xfrm>
            <a:custGeom>
              <a:avLst/>
              <a:gdLst>
                <a:gd name="T0" fmla="*/ 30 w 61"/>
                <a:gd name="T1" fmla="*/ 0 h 31"/>
                <a:gd name="T2" fmla="*/ 0 w 61"/>
                <a:gd name="T3" fmla="*/ 31 h 31"/>
                <a:gd name="T4" fmla="*/ 61 w 61"/>
                <a:gd name="T5" fmla="*/ 31 h 31"/>
                <a:gd name="T6" fmla="*/ 30 w 61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31">
                  <a:moveTo>
                    <a:pt x="30" y="0"/>
                  </a:moveTo>
                  <a:cubicBezTo>
                    <a:pt x="13" y="0"/>
                    <a:pt x="0" y="14"/>
                    <a:pt x="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14"/>
                    <a:pt x="47" y="0"/>
                    <a:pt x="30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Freeform 570"/>
            <p:cNvSpPr>
              <a:spLocks/>
            </p:cNvSpPr>
            <p:nvPr/>
          </p:nvSpPr>
          <p:spPr bwMode="auto">
            <a:xfrm>
              <a:off x="6291371" y="6302993"/>
              <a:ext cx="208396" cy="107092"/>
            </a:xfrm>
            <a:custGeom>
              <a:avLst/>
              <a:gdLst>
                <a:gd name="T0" fmla="*/ 31 w 61"/>
                <a:gd name="T1" fmla="*/ 0 h 31"/>
                <a:gd name="T2" fmla="*/ 0 w 61"/>
                <a:gd name="T3" fmla="*/ 31 h 31"/>
                <a:gd name="T4" fmla="*/ 61 w 61"/>
                <a:gd name="T5" fmla="*/ 31 h 31"/>
                <a:gd name="T6" fmla="*/ 31 w 61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31">
                  <a:moveTo>
                    <a:pt x="31" y="0"/>
                  </a:moveTo>
                  <a:cubicBezTo>
                    <a:pt x="14" y="0"/>
                    <a:pt x="0" y="14"/>
                    <a:pt x="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14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571"/>
            <p:cNvSpPr>
              <a:spLocks/>
            </p:cNvSpPr>
            <p:nvPr/>
          </p:nvSpPr>
          <p:spPr bwMode="auto">
            <a:xfrm>
              <a:off x="2360796" y="6302993"/>
              <a:ext cx="211290" cy="107092"/>
            </a:xfrm>
            <a:custGeom>
              <a:avLst/>
              <a:gdLst>
                <a:gd name="T0" fmla="*/ 31 w 62"/>
                <a:gd name="T1" fmla="*/ 0 h 31"/>
                <a:gd name="T2" fmla="*/ 0 w 62"/>
                <a:gd name="T3" fmla="*/ 31 h 31"/>
                <a:gd name="T4" fmla="*/ 62 w 62"/>
                <a:gd name="T5" fmla="*/ 31 h 31"/>
                <a:gd name="T6" fmla="*/ 31 w 6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31">
                  <a:moveTo>
                    <a:pt x="31" y="0"/>
                  </a:moveTo>
                  <a:cubicBezTo>
                    <a:pt x="14" y="0"/>
                    <a:pt x="0" y="14"/>
                    <a:pt x="0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14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FFF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572"/>
            <p:cNvSpPr>
              <a:spLocks/>
            </p:cNvSpPr>
            <p:nvPr/>
          </p:nvSpPr>
          <p:spPr bwMode="auto">
            <a:xfrm>
              <a:off x="10431788" y="6190112"/>
              <a:ext cx="81043" cy="219973"/>
            </a:xfrm>
            <a:custGeom>
              <a:avLst/>
              <a:gdLst>
                <a:gd name="T0" fmla="*/ 11 w 56"/>
                <a:gd name="T1" fmla="*/ 0 h 152"/>
                <a:gd name="T2" fmla="*/ 0 w 56"/>
                <a:gd name="T3" fmla="*/ 152 h 152"/>
                <a:gd name="T4" fmla="*/ 56 w 56"/>
                <a:gd name="T5" fmla="*/ 152 h 152"/>
                <a:gd name="T6" fmla="*/ 44 w 56"/>
                <a:gd name="T7" fmla="*/ 0 h 152"/>
                <a:gd name="T8" fmla="*/ 11 w 56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52">
                  <a:moveTo>
                    <a:pt x="11" y="0"/>
                  </a:moveTo>
                  <a:lnTo>
                    <a:pt x="0" y="152"/>
                  </a:lnTo>
                  <a:lnTo>
                    <a:pt x="56" y="152"/>
                  </a:lnTo>
                  <a:lnTo>
                    <a:pt x="44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Freeform 573"/>
            <p:cNvSpPr>
              <a:spLocks/>
            </p:cNvSpPr>
            <p:nvPr/>
          </p:nvSpPr>
          <p:spPr bwMode="auto">
            <a:xfrm>
              <a:off x="10472309" y="6190112"/>
              <a:ext cx="40521" cy="219973"/>
            </a:xfrm>
            <a:custGeom>
              <a:avLst/>
              <a:gdLst>
                <a:gd name="T0" fmla="*/ 0 w 28"/>
                <a:gd name="T1" fmla="*/ 0 h 152"/>
                <a:gd name="T2" fmla="*/ 0 w 28"/>
                <a:gd name="T3" fmla="*/ 152 h 152"/>
                <a:gd name="T4" fmla="*/ 28 w 28"/>
                <a:gd name="T5" fmla="*/ 152 h 152"/>
                <a:gd name="T6" fmla="*/ 16 w 28"/>
                <a:gd name="T7" fmla="*/ 0 h 152"/>
                <a:gd name="T8" fmla="*/ 0 w 28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52">
                  <a:moveTo>
                    <a:pt x="0" y="0"/>
                  </a:moveTo>
                  <a:lnTo>
                    <a:pt x="0" y="152"/>
                  </a:lnTo>
                  <a:lnTo>
                    <a:pt x="28" y="152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Freeform 576"/>
            <p:cNvSpPr>
              <a:spLocks/>
            </p:cNvSpPr>
            <p:nvPr/>
          </p:nvSpPr>
          <p:spPr bwMode="auto">
            <a:xfrm>
              <a:off x="954125" y="6190112"/>
              <a:ext cx="78148" cy="215632"/>
            </a:xfrm>
            <a:custGeom>
              <a:avLst/>
              <a:gdLst>
                <a:gd name="T0" fmla="*/ 12 w 54"/>
                <a:gd name="T1" fmla="*/ 0 h 149"/>
                <a:gd name="T2" fmla="*/ 0 w 54"/>
                <a:gd name="T3" fmla="*/ 149 h 149"/>
                <a:gd name="T4" fmla="*/ 54 w 54"/>
                <a:gd name="T5" fmla="*/ 149 h 149"/>
                <a:gd name="T6" fmla="*/ 43 w 54"/>
                <a:gd name="T7" fmla="*/ 0 h 149"/>
                <a:gd name="T8" fmla="*/ 12 w 54"/>
                <a:gd name="T9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49">
                  <a:moveTo>
                    <a:pt x="12" y="0"/>
                  </a:moveTo>
                  <a:lnTo>
                    <a:pt x="0" y="149"/>
                  </a:lnTo>
                  <a:lnTo>
                    <a:pt x="54" y="149"/>
                  </a:lnTo>
                  <a:lnTo>
                    <a:pt x="43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Freeform 577"/>
            <p:cNvSpPr>
              <a:spLocks/>
            </p:cNvSpPr>
            <p:nvPr/>
          </p:nvSpPr>
          <p:spPr bwMode="auto">
            <a:xfrm>
              <a:off x="994647" y="6190112"/>
              <a:ext cx="37627" cy="215632"/>
            </a:xfrm>
            <a:custGeom>
              <a:avLst/>
              <a:gdLst>
                <a:gd name="T0" fmla="*/ 0 w 26"/>
                <a:gd name="T1" fmla="*/ 0 h 149"/>
                <a:gd name="T2" fmla="*/ 0 w 26"/>
                <a:gd name="T3" fmla="*/ 149 h 149"/>
                <a:gd name="T4" fmla="*/ 26 w 26"/>
                <a:gd name="T5" fmla="*/ 149 h 149"/>
                <a:gd name="T6" fmla="*/ 15 w 26"/>
                <a:gd name="T7" fmla="*/ 0 h 149"/>
                <a:gd name="T8" fmla="*/ 0 w 26"/>
                <a:gd name="T9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9">
                  <a:moveTo>
                    <a:pt x="0" y="0"/>
                  </a:moveTo>
                  <a:lnTo>
                    <a:pt x="0" y="149"/>
                  </a:lnTo>
                  <a:lnTo>
                    <a:pt x="26" y="149"/>
                  </a:ln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580"/>
            <p:cNvSpPr>
              <a:spLocks/>
            </p:cNvSpPr>
            <p:nvPr/>
          </p:nvSpPr>
          <p:spPr bwMode="auto">
            <a:xfrm>
              <a:off x="1327501" y="6142354"/>
              <a:ext cx="95515" cy="263389"/>
            </a:xfrm>
            <a:custGeom>
              <a:avLst/>
              <a:gdLst>
                <a:gd name="T0" fmla="*/ 14 w 66"/>
                <a:gd name="T1" fmla="*/ 0 h 182"/>
                <a:gd name="T2" fmla="*/ 0 w 66"/>
                <a:gd name="T3" fmla="*/ 182 h 182"/>
                <a:gd name="T4" fmla="*/ 66 w 66"/>
                <a:gd name="T5" fmla="*/ 182 h 182"/>
                <a:gd name="T6" fmla="*/ 52 w 66"/>
                <a:gd name="T7" fmla="*/ 0 h 182"/>
                <a:gd name="T8" fmla="*/ 14 w 66"/>
                <a:gd name="T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182">
                  <a:moveTo>
                    <a:pt x="14" y="0"/>
                  </a:moveTo>
                  <a:lnTo>
                    <a:pt x="0" y="182"/>
                  </a:lnTo>
                  <a:lnTo>
                    <a:pt x="66" y="182"/>
                  </a:lnTo>
                  <a:lnTo>
                    <a:pt x="52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581"/>
            <p:cNvSpPr>
              <a:spLocks/>
            </p:cNvSpPr>
            <p:nvPr/>
          </p:nvSpPr>
          <p:spPr bwMode="auto">
            <a:xfrm>
              <a:off x="1375258" y="6142354"/>
              <a:ext cx="47758" cy="263389"/>
            </a:xfrm>
            <a:custGeom>
              <a:avLst/>
              <a:gdLst>
                <a:gd name="T0" fmla="*/ 0 w 33"/>
                <a:gd name="T1" fmla="*/ 0 h 182"/>
                <a:gd name="T2" fmla="*/ 0 w 33"/>
                <a:gd name="T3" fmla="*/ 182 h 182"/>
                <a:gd name="T4" fmla="*/ 33 w 33"/>
                <a:gd name="T5" fmla="*/ 182 h 182"/>
                <a:gd name="T6" fmla="*/ 19 w 33"/>
                <a:gd name="T7" fmla="*/ 0 h 182"/>
                <a:gd name="T8" fmla="*/ 0 w 33"/>
                <a:gd name="T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82">
                  <a:moveTo>
                    <a:pt x="0" y="0"/>
                  </a:moveTo>
                  <a:lnTo>
                    <a:pt x="0" y="182"/>
                  </a:lnTo>
                  <a:lnTo>
                    <a:pt x="33" y="182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588"/>
            <p:cNvSpPr>
              <a:spLocks/>
            </p:cNvSpPr>
            <p:nvPr/>
          </p:nvSpPr>
          <p:spPr bwMode="auto">
            <a:xfrm>
              <a:off x="994647" y="6139460"/>
              <a:ext cx="1602042" cy="266283"/>
            </a:xfrm>
            <a:custGeom>
              <a:avLst/>
              <a:gdLst>
                <a:gd name="T0" fmla="*/ 228 w 468"/>
                <a:gd name="T1" fmla="*/ 0 h 78"/>
                <a:gd name="T2" fmla="*/ 0 w 468"/>
                <a:gd name="T3" fmla="*/ 78 h 78"/>
                <a:gd name="T4" fmla="*/ 0 w 468"/>
                <a:gd name="T5" fmla="*/ 78 h 78"/>
                <a:gd name="T6" fmla="*/ 228 w 468"/>
                <a:gd name="T7" fmla="*/ 78 h 78"/>
                <a:gd name="T8" fmla="*/ 468 w 468"/>
                <a:gd name="T9" fmla="*/ 78 h 78"/>
                <a:gd name="T10" fmla="*/ 228 w 468"/>
                <a:gd name="T1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8" h="78">
                  <a:moveTo>
                    <a:pt x="228" y="0"/>
                  </a:moveTo>
                  <a:cubicBezTo>
                    <a:pt x="136" y="0"/>
                    <a:pt x="140" y="74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468" y="78"/>
                    <a:pt x="468" y="78"/>
                    <a:pt x="468" y="78"/>
                  </a:cubicBezTo>
                  <a:cubicBezTo>
                    <a:pt x="316" y="78"/>
                    <a:pt x="322" y="0"/>
                    <a:pt x="228" y="0"/>
                  </a:cubicBezTo>
                  <a:close/>
                </a:path>
              </a:pathLst>
            </a:custGeom>
            <a:solidFill>
              <a:srgbClr val="BCE5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589"/>
            <p:cNvSpPr>
              <a:spLocks/>
            </p:cNvSpPr>
            <p:nvPr/>
          </p:nvSpPr>
          <p:spPr bwMode="auto">
            <a:xfrm>
              <a:off x="1774683" y="6139460"/>
              <a:ext cx="822005" cy="266283"/>
            </a:xfrm>
            <a:custGeom>
              <a:avLst/>
              <a:gdLst>
                <a:gd name="T0" fmla="*/ 240 w 240"/>
                <a:gd name="T1" fmla="*/ 78 h 78"/>
                <a:gd name="T2" fmla="*/ 0 w 240"/>
                <a:gd name="T3" fmla="*/ 0 h 78"/>
                <a:gd name="T4" fmla="*/ 0 w 240"/>
                <a:gd name="T5" fmla="*/ 78 h 78"/>
                <a:gd name="T6" fmla="*/ 240 w 240"/>
                <a:gd name="T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78">
                  <a:moveTo>
                    <a:pt x="240" y="78"/>
                  </a:moveTo>
                  <a:cubicBezTo>
                    <a:pt x="88" y="78"/>
                    <a:pt x="94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lnTo>
                    <a:pt x="240" y="78"/>
                  </a:lnTo>
                  <a:close/>
                </a:path>
              </a:pathLst>
            </a:custGeom>
            <a:solidFill>
              <a:srgbClr val="99B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592"/>
            <p:cNvSpPr>
              <a:spLocks/>
            </p:cNvSpPr>
            <p:nvPr/>
          </p:nvSpPr>
          <p:spPr bwMode="auto">
            <a:xfrm>
              <a:off x="10906467" y="6081572"/>
              <a:ext cx="57888" cy="324171"/>
            </a:xfrm>
            <a:custGeom>
              <a:avLst/>
              <a:gdLst>
                <a:gd name="T0" fmla="*/ 10 w 40"/>
                <a:gd name="T1" fmla="*/ 0 h 224"/>
                <a:gd name="T2" fmla="*/ 0 w 40"/>
                <a:gd name="T3" fmla="*/ 224 h 224"/>
                <a:gd name="T4" fmla="*/ 40 w 40"/>
                <a:gd name="T5" fmla="*/ 224 h 224"/>
                <a:gd name="T6" fmla="*/ 33 w 40"/>
                <a:gd name="T7" fmla="*/ 0 h 224"/>
                <a:gd name="T8" fmla="*/ 10 w 40"/>
                <a:gd name="T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24">
                  <a:moveTo>
                    <a:pt x="10" y="0"/>
                  </a:moveTo>
                  <a:lnTo>
                    <a:pt x="0" y="224"/>
                  </a:lnTo>
                  <a:lnTo>
                    <a:pt x="40" y="224"/>
                  </a:lnTo>
                  <a:lnTo>
                    <a:pt x="33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593"/>
            <p:cNvSpPr>
              <a:spLocks/>
            </p:cNvSpPr>
            <p:nvPr/>
          </p:nvSpPr>
          <p:spPr bwMode="auto">
            <a:xfrm>
              <a:off x="10936858" y="6081572"/>
              <a:ext cx="27497" cy="324171"/>
            </a:xfrm>
            <a:custGeom>
              <a:avLst/>
              <a:gdLst>
                <a:gd name="T0" fmla="*/ 0 w 19"/>
                <a:gd name="T1" fmla="*/ 0 h 224"/>
                <a:gd name="T2" fmla="*/ 0 w 19"/>
                <a:gd name="T3" fmla="*/ 224 h 224"/>
                <a:gd name="T4" fmla="*/ 19 w 19"/>
                <a:gd name="T5" fmla="*/ 224 h 224"/>
                <a:gd name="T6" fmla="*/ 12 w 19"/>
                <a:gd name="T7" fmla="*/ 0 h 224"/>
                <a:gd name="T8" fmla="*/ 0 w 19"/>
                <a:gd name="T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4">
                  <a:moveTo>
                    <a:pt x="0" y="0"/>
                  </a:moveTo>
                  <a:lnTo>
                    <a:pt x="0" y="224"/>
                  </a:lnTo>
                  <a:lnTo>
                    <a:pt x="19" y="224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596"/>
            <p:cNvSpPr>
              <a:spLocks/>
            </p:cNvSpPr>
            <p:nvPr/>
          </p:nvSpPr>
          <p:spPr bwMode="auto">
            <a:xfrm>
              <a:off x="11124993" y="6162615"/>
              <a:ext cx="44863" cy="243128"/>
            </a:xfrm>
            <a:custGeom>
              <a:avLst/>
              <a:gdLst>
                <a:gd name="T0" fmla="*/ 8 w 31"/>
                <a:gd name="T1" fmla="*/ 0 h 168"/>
                <a:gd name="T2" fmla="*/ 0 w 31"/>
                <a:gd name="T3" fmla="*/ 168 h 168"/>
                <a:gd name="T4" fmla="*/ 31 w 31"/>
                <a:gd name="T5" fmla="*/ 168 h 168"/>
                <a:gd name="T6" fmla="*/ 24 w 31"/>
                <a:gd name="T7" fmla="*/ 0 h 168"/>
                <a:gd name="T8" fmla="*/ 8 w 31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68">
                  <a:moveTo>
                    <a:pt x="8" y="0"/>
                  </a:moveTo>
                  <a:lnTo>
                    <a:pt x="0" y="168"/>
                  </a:lnTo>
                  <a:lnTo>
                    <a:pt x="31" y="168"/>
                  </a:lnTo>
                  <a:lnTo>
                    <a:pt x="24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597"/>
            <p:cNvSpPr>
              <a:spLocks/>
            </p:cNvSpPr>
            <p:nvPr/>
          </p:nvSpPr>
          <p:spPr bwMode="auto">
            <a:xfrm>
              <a:off x="11149595" y="6162615"/>
              <a:ext cx="20261" cy="243128"/>
            </a:xfrm>
            <a:custGeom>
              <a:avLst/>
              <a:gdLst>
                <a:gd name="T0" fmla="*/ 0 w 14"/>
                <a:gd name="T1" fmla="*/ 0 h 168"/>
                <a:gd name="T2" fmla="*/ 0 w 14"/>
                <a:gd name="T3" fmla="*/ 168 h 168"/>
                <a:gd name="T4" fmla="*/ 14 w 14"/>
                <a:gd name="T5" fmla="*/ 168 h 168"/>
                <a:gd name="T6" fmla="*/ 7 w 14"/>
                <a:gd name="T7" fmla="*/ 0 h 168"/>
                <a:gd name="T8" fmla="*/ 0 w 14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8">
                  <a:moveTo>
                    <a:pt x="0" y="0"/>
                  </a:moveTo>
                  <a:lnTo>
                    <a:pt x="0" y="168"/>
                  </a:lnTo>
                  <a:lnTo>
                    <a:pt x="14" y="168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Oval 598"/>
            <p:cNvSpPr>
              <a:spLocks noChangeArrowheads="1"/>
            </p:cNvSpPr>
            <p:nvPr/>
          </p:nvSpPr>
          <p:spPr bwMode="auto">
            <a:xfrm>
              <a:off x="4625652" y="7531659"/>
              <a:ext cx="215632" cy="212738"/>
            </a:xfrm>
            <a:prstGeom prst="ellipse">
              <a:avLst/>
            </a:pr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Oval 599"/>
            <p:cNvSpPr>
              <a:spLocks noChangeArrowheads="1"/>
            </p:cNvSpPr>
            <p:nvPr/>
          </p:nvSpPr>
          <p:spPr bwMode="auto">
            <a:xfrm>
              <a:off x="4932457" y="7531659"/>
              <a:ext cx="215632" cy="212738"/>
            </a:xfrm>
            <a:prstGeom prst="ellipse">
              <a:avLst/>
            </a:pr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Oval 600"/>
            <p:cNvSpPr>
              <a:spLocks noChangeArrowheads="1"/>
            </p:cNvSpPr>
            <p:nvPr/>
          </p:nvSpPr>
          <p:spPr bwMode="auto">
            <a:xfrm>
              <a:off x="8107597" y="7531659"/>
              <a:ext cx="215632" cy="212738"/>
            </a:xfrm>
            <a:prstGeom prst="ellipse">
              <a:avLst/>
            </a:pr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Oval 601"/>
            <p:cNvSpPr>
              <a:spLocks noChangeArrowheads="1"/>
            </p:cNvSpPr>
            <p:nvPr/>
          </p:nvSpPr>
          <p:spPr bwMode="auto">
            <a:xfrm>
              <a:off x="8415849" y="7531659"/>
              <a:ext cx="215632" cy="212738"/>
            </a:xfrm>
            <a:prstGeom prst="ellipse">
              <a:avLst/>
            </a:pr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Oval 602"/>
            <p:cNvSpPr>
              <a:spLocks noChangeArrowheads="1"/>
            </p:cNvSpPr>
            <p:nvPr/>
          </p:nvSpPr>
          <p:spPr bwMode="auto">
            <a:xfrm>
              <a:off x="6745789" y="7531659"/>
              <a:ext cx="215632" cy="212738"/>
            </a:xfrm>
            <a:prstGeom prst="ellipse">
              <a:avLst/>
            </a:pr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771" name="组合 770"/>
            <p:cNvGrpSpPr/>
            <p:nvPr/>
          </p:nvGrpSpPr>
          <p:grpSpPr>
            <a:xfrm>
              <a:off x="5825375" y="6899236"/>
              <a:ext cx="1892928" cy="211290"/>
              <a:chOff x="5825375" y="6899236"/>
              <a:chExt cx="1892928" cy="211290"/>
            </a:xfrm>
          </p:grpSpPr>
          <p:sp>
            <p:nvSpPr>
              <p:cNvPr id="323" name="Freeform 604"/>
              <p:cNvSpPr>
                <a:spLocks/>
              </p:cNvSpPr>
              <p:nvPr/>
            </p:nvSpPr>
            <p:spPr bwMode="auto">
              <a:xfrm>
                <a:off x="6434643" y="6899236"/>
                <a:ext cx="1283660" cy="211290"/>
              </a:xfrm>
              <a:custGeom>
                <a:avLst/>
                <a:gdLst>
                  <a:gd name="T0" fmla="*/ 0 w 375"/>
                  <a:gd name="T1" fmla="*/ 31 h 62"/>
                  <a:gd name="T2" fmla="*/ 31 w 375"/>
                  <a:gd name="T3" fmla="*/ 62 h 62"/>
                  <a:gd name="T4" fmla="*/ 344 w 375"/>
                  <a:gd name="T5" fmla="*/ 62 h 62"/>
                  <a:gd name="T6" fmla="*/ 375 w 375"/>
                  <a:gd name="T7" fmla="*/ 31 h 62"/>
                  <a:gd name="T8" fmla="*/ 344 w 375"/>
                  <a:gd name="T9" fmla="*/ 0 h 62"/>
                  <a:gd name="T10" fmla="*/ 31 w 375"/>
                  <a:gd name="T11" fmla="*/ 0 h 62"/>
                  <a:gd name="T12" fmla="*/ 0 w 375"/>
                  <a:gd name="T13" fmla="*/ 3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5" h="62">
                    <a:moveTo>
                      <a:pt x="0" y="31"/>
                    </a:moveTo>
                    <a:cubicBezTo>
                      <a:pt x="0" y="48"/>
                      <a:pt x="14" y="62"/>
                      <a:pt x="31" y="62"/>
                    </a:cubicBezTo>
                    <a:cubicBezTo>
                      <a:pt x="344" y="62"/>
                      <a:pt x="344" y="62"/>
                      <a:pt x="344" y="62"/>
                    </a:cubicBezTo>
                    <a:cubicBezTo>
                      <a:pt x="361" y="62"/>
                      <a:pt x="375" y="48"/>
                      <a:pt x="375" y="31"/>
                    </a:cubicBezTo>
                    <a:cubicBezTo>
                      <a:pt x="375" y="14"/>
                      <a:pt x="361" y="0"/>
                      <a:pt x="344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14" y="0"/>
                      <a:pt x="0" y="14"/>
                      <a:pt x="0" y="31"/>
                    </a:cubicBezTo>
                    <a:close/>
                  </a:path>
                </a:pathLst>
              </a:custGeom>
              <a:solidFill>
                <a:srgbClr val="4CC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Oval 605"/>
              <p:cNvSpPr>
                <a:spLocks noChangeArrowheads="1"/>
              </p:cNvSpPr>
              <p:nvPr/>
            </p:nvSpPr>
            <p:spPr bwMode="auto">
              <a:xfrm>
                <a:off x="6130732" y="6899236"/>
                <a:ext cx="211290" cy="211290"/>
              </a:xfrm>
              <a:prstGeom prst="ellipse">
                <a:avLst/>
              </a:prstGeom>
              <a:solidFill>
                <a:srgbClr val="4CC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Oval 606"/>
              <p:cNvSpPr>
                <a:spLocks noChangeArrowheads="1"/>
              </p:cNvSpPr>
              <p:nvPr/>
            </p:nvSpPr>
            <p:spPr bwMode="auto">
              <a:xfrm>
                <a:off x="5825375" y="6899236"/>
                <a:ext cx="209843" cy="211290"/>
              </a:xfrm>
              <a:prstGeom prst="ellipse">
                <a:avLst/>
              </a:prstGeom>
              <a:solidFill>
                <a:srgbClr val="4CC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" name="组合 1"/>
            <p:cNvGrpSpPr/>
            <p:nvPr/>
          </p:nvGrpSpPr>
          <p:grpSpPr>
            <a:xfrm>
              <a:off x="5630727" y="6106793"/>
              <a:ext cx="366140" cy="351667"/>
              <a:chOff x="7961431" y="6054076"/>
              <a:chExt cx="366140" cy="351667"/>
            </a:xfrm>
          </p:grpSpPr>
          <p:sp>
            <p:nvSpPr>
              <p:cNvPr id="41" name="Freeform 638"/>
              <p:cNvSpPr>
                <a:spLocks/>
              </p:cNvSpPr>
              <p:nvPr/>
            </p:nvSpPr>
            <p:spPr bwMode="auto">
              <a:xfrm>
                <a:off x="8262447" y="6124988"/>
                <a:ext cx="65124" cy="112881"/>
              </a:xfrm>
              <a:custGeom>
                <a:avLst/>
                <a:gdLst>
                  <a:gd name="T0" fmla="*/ 2 w 19"/>
                  <a:gd name="T1" fmla="*/ 19 h 33"/>
                  <a:gd name="T2" fmla="*/ 13 w 19"/>
                  <a:gd name="T3" fmla="*/ 0 h 33"/>
                  <a:gd name="T4" fmla="*/ 10 w 19"/>
                  <a:gd name="T5" fmla="*/ 23 h 33"/>
                  <a:gd name="T6" fmla="*/ 2 w 19"/>
                  <a:gd name="T7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3">
                    <a:moveTo>
                      <a:pt x="2" y="19"/>
                    </a:moveTo>
                    <a:cubicBezTo>
                      <a:pt x="13" y="17"/>
                      <a:pt x="13" y="0"/>
                      <a:pt x="13" y="0"/>
                    </a:cubicBezTo>
                    <a:cubicBezTo>
                      <a:pt x="13" y="0"/>
                      <a:pt x="19" y="13"/>
                      <a:pt x="10" y="23"/>
                    </a:cubicBezTo>
                    <a:cubicBezTo>
                      <a:pt x="0" y="33"/>
                      <a:pt x="2" y="19"/>
                      <a:pt x="2" y="19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639"/>
              <p:cNvSpPr>
                <a:spLocks/>
              </p:cNvSpPr>
              <p:nvPr/>
            </p:nvSpPr>
            <p:spPr bwMode="auto">
              <a:xfrm>
                <a:off x="8014977" y="6385482"/>
                <a:ext cx="49205" cy="20261"/>
              </a:xfrm>
              <a:custGeom>
                <a:avLst/>
                <a:gdLst>
                  <a:gd name="T0" fmla="*/ 0 w 14"/>
                  <a:gd name="T1" fmla="*/ 3 h 6"/>
                  <a:gd name="T2" fmla="*/ 3 w 14"/>
                  <a:gd name="T3" fmla="*/ 0 h 6"/>
                  <a:gd name="T4" fmla="*/ 11 w 14"/>
                  <a:gd name="T5" fmla="*/ 0 h 6"/>
                  <a:gd name="T6" fmla="*/ 14 w 14"/>
                  <a:gd name="T7" fmla="*/ 3 h 6"/>
                  <a:gd name="T8" fmla="*/ 11 w 14"/>
                  <a:gd name="T9" fmla="*/ 6 h 6"/>
                  <a:gd name="T10" fmla="*/ 3 w 14"/>
                  <a:gd name="T11" fmla="*/ 6 h 6"/>
                  <a:gd name="T12" fmla="*/ 0 w 1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3" y="0"/>
                      <a:pt x="14" y="1"/>
                      <a:pt x="14" y="3"/>
                    </a:cubicBezTo>
                    <a:cubicBezTo>
                      <a:pt x="14" y="5"/>
                      <a:pt x="13" y="6"/>
                      <a:pt x="11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Rectangle 640"/>
              <p:cNvSpPr>
                <a:spLocks noChangeArrowheads="1"/>
              </p:cNvSpPr>
              <p:nvPr/>
            </p:nvSpPr>
            <p:spPr bwMode="auto">
              <a:xfrm>
                <a:off x="8036685" y="6324700"/>
                <a:ext cx="27497" cy="75254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641"/>
              <p:cNvSpPr>
                <a:spLocks/>
              </p:cNvSpPr>
              <p:nvPr/>
            </p:nvSpPr>
            <p:spPr bwMode="auto">
              <a:xfrm>
                <a:off x="8074312" y="6385482"/>
                <a:ext cx="43416" cy="20261"/>
              </a:xfrm>
              <a:custGeom>
                <a:avLst/>
                <a:gdLst>
                  <a:gd name="T0" fmla="*/ 0 w 13"/>
                  <a:gd name="T1" fmla="*/ 3 h 6"/>
                  <a:gd name="T2" fmla="*/ 2 w 13"/>
                  <a:gd name="T3" fmla="*/ 0 h 6"/>
                  <a:gd name="T4" fmla="*/ 11 w 13"/>
                  <a:gd name="T5" fmla="*/ 0 h 6"/>
                  <a:gd name="T6" fmla="*/ 13 w 13"/>
                  <a:gd name="T7" fmla="*/ 3 h 6"/>
                  <a:gd name="T8" fmla="*/ 11 w 13"/>
                  <a:gd name="T9" fmla="*/ 6 h 6"/>
                  <a:gd name="T10" fmla="*/ 2 w 13"/>
                  <a:gd name="T11" fmla="*/ 6 h 6"/>
                  <a:gd name="T12" fmla="*/ 0 w 13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3" y="1"/>
                      <a:pt x="13" y="3"/>
                    </a:cubicBezTo>
                    <a:cubicBezTo>
                      <a:pt x="13" y="5"/>
                      <a:pt x="12" y="6"/>
                      <a:pt x="1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Rectangle 642"/>
              <p:cNvSpPr>
                <a:spLocks noChangeArrowheads="1"/>
              </p:cNvSpPr>
              <p:nvPr/>
            </p:nvSpPr>
            <p:spPr bwMode="auto">
              <a:xfrm>
                <a:off x="8094573" y="6324700"/>
                <a:ext cx="23155" cy="75254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643"/>
              <p:cNvSpPr>
                <a:spLocks/>
              </p:cNvSpPr>
              <p:nvPr/>
            </p:nvSpPr>
            <p:spPr bwMode="auto">
              <a:xfrm>
                <a:off x="8179957" y="6385482"/>
                <a:ext cx="47758" cy="20261"/>
              </a:xfrm>
              <a:custGeom>
                <a:avLst/>
                <a:gdLst>
                  <a:gd name="T0" fmla="*/ 0 w 14"/>
                  <a:gd name="T1" fmla="*/ 3 h 6"/>
                  <a:gd name="T2" fmla="*/ 2 w 14"/>
                  <a:gd name="T3" fmla="*/ 0 h 6"/>
                  <a:gd name="T4" fmla="*/ 11 w 14"/>
                  <a:gd name="T5" fmla="*/ 0 h 6"/>
                  <a:gd name="T6" fmla="*/ 14 w 14"/>
                  <a:gd name="T7" fmla="*/ 3 h 6"/>
                  <a:gd name="T8" fmla="*/ 11 w 14"/>
                  <a:gd name="T9" fmla="*/ 6 h 6"/>
                  <a:gd name="T10" fmla="*/ 2 w 14"/>
                  <a:gd name="T11" fmla="*/ 6 h 6"/>
                  <a:gd name="T12" fmla="*/ 0 w 1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4" y="1"/>
                      <a:pt x="14" y="3"/>
                    </a:cubicBezTo>
                    <a:cubicBezTo>
                      <a:pt x="14" y="5"/>
                      <a:pt x="12" y="6"/>
                      <a:pt x="1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Rectangle 644"/>
              <p:cNvSpPr>
                <a:spLocks noChangeArrowheads="1"/>
              </p:cNvSpPr>
              <p:nvPr/>
            </p:nvSpPr>
            <p:spPr bwMode="auto">
              <a:xfrm>
                <a:off x="8200217" y="6324700"/>
                <a:ext cx="24603" cy="75254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645"/>
              <p:cNvSpPr>
                <a:spLocks/>
              </p:cNvSpPr>
              <p:nvPr/>
            </p:nvSpPr>
            <p:spPr bwMode="auto">
              <a:xfrm>
                <a:off x="8234950" y="6385482"/>
                <a:ext cx="47758" cy="20261"/>
              </a:xfrm>
              <a:custGeom>
                <a:avLst/>
                <a:gdLst>
                  <a:gd name="T0" fmla="*/ 0 w 14"/>
                  <a:gd name="T1" fmla="*/ 3 h 6"/>
                  <a:gd name="T2" fmla="*/ 3 w 14"/>
                  <a:gd name="T3" fmla="*/ 0 h 6"/>
                  <a:gd name="T4" fmla="*/ 12 w 14"/>
                  <a:gd name="T5" fmla="*/ 0 h 6"/>
                  <a:gd name="T6" fmla="*/ 14 w 14"/>
                  <a:gd name="T7" fmla="*/ 3 h 6"/>
                  <a:gd name="T8" fmla="*/ 12 w 14"/>
                  <a:gd name="T9" fmla="*/ 6 h 6"/>
                  <a:gd name="T10" fmla="*/ 3 w 14"/>
                  <a:gd name="T11" fmla="*/ 6 h 6"/>
                  <a:gd name="T12" fmla="*/ 0 w 1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0"/>
                      <a:pt x="14" y="1"/>
                      <a:pt x="14" y="3"/>
                    </a:cubicBezTo>
                    <a:cubicBezTo>
                      <a:pt x="14" y="5"/>
                      <a:pt x="13" y="6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Rectangle 646"/>
              <p:cNvSpPr>
                <a:spLocks noChangeArrowheads="1"/>
              </p:cNvSpPr>
              <p:nvPr/>
            </p:nvSpPr>
            <p:spPr bwMode="auto">
              <a:xfrm>
                <a:off x="8255211" y="6252341"/>
                <a:ext cx="27497" cy="147614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Oval 647"/>
              <p:cNvSpPr>
                <a:spLocks noChangeArrowheads="1"/>
              </p:cNvSpPr>
              <p:nvPr/>
            </p:nvSpPr>
            <p:spPr bwMode="auto">
              <a:xfrm>
                <a:off x="7999058" y="6114858"/>
                <a:ext cx="290886" cy="260495"/>
              </a:xfrm>
              <a:prstGeom prst="ellipse">
                <a:avLst/>
              </a:pr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Rectangle 648"/>
              <p:cNvSpPr>
                <a:spLocks noChangeArrowheads="1"/>
              </p:cNvSpPr>
              <p:nvPr/>
            </p:nvSpPr>
            <p:spPr bwMode="auto">
              <a:xfrm>
                <a:off x="8004847" y="6054076"/>
                <a:ext cx="21708" cy="88279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649"/>
              <p:cNvSpPr>
                <a:spLocks/>
              </p:cNvSpPr>
              <p:nvPr/>
            </p:nvSpPr>
            <p:spPr bwMode="auto">
              <a:xfrm>
                <a:off x="7961431" y="6054076"/>
                <a:ext cx="65124" cy="20261"/>
              </a:xfrm>
              <a:custGeom>
                <a:avLst/>
                <a:gdLst>
                  <a:gd name="T0" fmla="*/ 0 w 19"/>
                  <a:gd name="T1" fmla="*/ 3 h 6"/>
                  <a:gd name="T2" fmla="*/ 4 w 19"/>
                  <a:gd name="T3" fmla="*/ 6 h 6"/>
                  <a:gd name="T4" fmla="*/ 15 w 19"/>
                  <a:gd name="T5" fmla="*/ 6 h 6"/>
                  <a:gd name="T6" fmla="*/ 19 w 19"/>
                  <a:gd name="T7" fmla="*/ 3 h 6"/>
                  <a:gd name="T8" fmla="*/ 15 w 19"/>
                  <a:gd name="T9" fmla="*/ 0 h 6"/>
                  <a:gd name="T10" fmla="*/ 4 w 19"/>
                  <a:gd name="T11" fmla="*/ 0 h 6"/>
                  <a:gd name="T12" fmla="*/ 0 w 19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0" y="5"/>
                      <a:pt x="2" y="6"/>
                      <a:pt x="4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7" y="6"/>
                      <a:pt x="19" y="5"/>
                      <a:pt x="19" y="3"/>
                    </a:cubicBezTo>
                    <a:cubicBezTo>
                      <a:pt x="19" y="1"/>
                      <a:pt x="17" y="0"/>
                      <a:pt x="1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650"/>
              <p:cNvSpPr>
                <a:spLocks/>
              </p:cNvSpPr>
              <p:nvPr/>
            </p:nvSpPr>
            <p:spPr bwMode="auto">
              <a:xfrm>
                <a:off x="7974455" y="6097492"/>
                <a:ext cx="191029" cy="189583"/>
              </a:xfrm>
              <a:custGeom>
                <a:avLst/>
                <a:gdLst>
                  <a:gd name="T0" fmla="*/ 56 w 56"/>
                  <a:gd name="T1" fmla="*/ 37 h 55"/>
                  <a:gd name="T2" fmla="*/ 38 w 56"/>
                  <a:gd name="T3" fmla="*/ 55 h 55"/>
                  <a:gd name="T4" fmla="*/ 18 w 56"/>
                  <a:gd name="T5" fmla="*/ 55 h 55"/>
                  <a:gd name="T6" fmla="*/ 0 w 56"/>
                  <a:gd name="T7" fmla="*/ 37 h 55"/>
                  <a:gd name="T8" fmla="*/ 0 w 56"/>
                  <a:gd name="T9" fmla="*/ 18 h 55"/>
                  <a:gd name="T10" fmla="*/ 18 w 56"/>
                  <a:gd name="T11" fmla="*/ 0 h 55"/>
                  <a:gd name="T12" fmla="*/ 38 w 56"/>
                  <a:gd name="T13" fmla="*/ 0 h 55"/>
                  <a:gd name="T14" fmla="*/ 56 w 56"/>
                  <a:gd name="T15" fmla="*/ 18 h 55"/>
                  <a:gd name="T16" fmla="*/ 56 w 56"/>
                  <a:gd name="T17" fmla="*/ 3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55">
                    <a:moveTo>
                      <a:pt x="56" y="37"/>
                    </a:moveTo>
                    <a:cubicBezTo>
                      <a:pt x="56" y="47"/>
                      <a:pt x="48" y="55"/>
                      <a:pt x="3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8" y="55"/>
                      <a:pt x="0" y="47"/>
                      <a:pt x="0" y="3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8" y="0"/>
                      <a:pt x="56" y="8"/>
                      <a:pt x="56" y="18"/>
                    </a:cubicBezTo>
                    <a:lnTo>
                      <a:pt x="56" y="37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651"/>
              <p:cNvSpPr>
                <a:spLocks/>
              </p:cNvSpPr>
              <p:nvPr/>
            </p:nvSpPr>
            <p:spPr bwMode="auto">
              <a:xfrm>
                <a:off x="8069970" y="6097492"/>
                <a:ext cx="95515" cy="189583"/>
              </a:xfrm>
              <a:custGeom>
                <a:avLst/>
                <a:gdLst>
                  <a:gd name="T0" fmla="*/ 10 w 28"/>
                  <a:gd name="T1" fmla="*/ 0 h 55"/>
                  <a:gd name="T2" fmla="*/ 0 w 28"/>
                  <a:gd name="T3" fmla="*/ 0 h 55"/>
                  <a:gd name="T4" fmla="*/ 0 w 28"/>
                  <a:gd name="T5" fmla="*/ 55 h 55"/>
                  <a:gd name="T6" fmla="*/ 10 w 28"/>
                  <a:gd name="T7" fmla="*/ 55 h 55"/>
                  <a:gd name="T8" fmla="*/ 28 w 28"/>
                  <a:gd name="T9" fmla="*/ 37 h 55"/>
                  <a:gd name="T10" fmla="*/ 28 w 28"/>
                  <a:gd name="T11" fmla="*/ 18 h 55"/>
                  <a:gd name="T12" fmla="*/ 10 w 28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55"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20" y="55"/>
                      <a:pt x="28" y="47"/>
                      <a:pt x="28" y="3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8"/>
                      <a:pt x="20" y="0"/>
                      <a:pt x="10" y="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Rectangle 652"/>
              <p:cNvSpPr>
                <a:spLocks noChangeArrowheads="1"/>
              </p:cNvSpPr>
              <p:nvPr/>
            </p:nvSpPr>
            <p:spPr bwMode="auto">
              <a:xfrm>
                <a:off x="8114833" y="6054076"/>
                <a:ext cx="20261" cy="88279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653"/>
              <p:cNvSpPr>
                <a:spLocks/>
              </p:cNvSpPr>
              <p:nvPr/>
            </p:nvSpPr>
            <p:spPr bwMode="auto">
              <a:xfrm>
                <a:off x="8114833" y="6054076"/>
                <a:ext cx="65124" cy="20261"/>
              </a:xfrm>
              <a:custGeom>
                <a:avLst/>
                <a:gdLst>
                  <a:gd name="T0" fmla="*/ 19 w 19"/>
                  <a:gd name="T1" fmla="*/ 3 h 6"/>
                  <a:gd name="T2" fmla="*/ 16 w 19"/>
                  <a:gd name="T3" fmla="*/ 6 h 6"/>
                  <a:gd name="T4" fmla="*/ 4 w 19"/>
                  <a:gd name="T5" fmla="*/ 6 h 6"/>
                  <a:gd name="T6" fmla="*/ 0 w 19"/>
                  <a:gd name="T7" fmla="*/ 3 h 6"/>
                  <a:gd name="T8" fmla="*/ 4 w 19"/>
                  <a:gd name="T9" fmla="*/ 0 h 6"/>
                  <a:gd name="T10" fmla="*/ 16 w 19"/>
                  <a:gd name="T11" fmla="*/ 0 h 6"/>
                  <a:gd name="T12" fmla="*/ 19 w 19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19" y="3"/>
                    </a:moveTo>
                    <a:cubicBezTo>
                      <a:pt x="19" y="5"/>
                      <a:pt x="17" y="6"/>
                      <a:pt x="16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9" y="1"/>
                      <a:pt x="19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654"/>
              <p:cNvSpPr>
                <a:spLocks/>
              </p:cNvSpPr>
              <p:nvPr/>
            </p:nvSpPr>
            <p:spPr bwMode="auto">
              <a:xfrm>
                <a:off x="7974455" y="6177087"/>
                <a:ext cx="191029" cy="109987"/>
              </a:xfrm>
              <a:custGeom>
                <a:avLst/>
                <a:gdLst>
                  <a:gd name="T0" fmla="*/ 56 w 56"/>
                  <a:gd name="T1" fmla="*/ 13 h 32"/>
                  <a:gd name="T2" fmla="*/ 28 w 56"/>
                  <a:gd name="T3" fmla="*/ 0 h 32"/>
                  <a:gd name="T4" fmla="*/ 0 w 56"/>
                  <a:gd name="T5" fmla="*/ 13 h 32"/>
                  <a:gd name="T6" fmla="*/ 0 w 56"/>
                  <a:gd name="T7" fmla="*/ 14 h 32"/>
                  <a:gd name="T8" fmla="*/ 18 w 56"/>
                  <a:gd name="T9" fmla="*/ 32 h 32"/>
                  <a:gd name="T10" fmla="*/ 38 w 56"/>
                  <a:gd name="T11" fmla="*/ 32 h 32"/>
                  <a:gd name="T12" fmla="*/ 56 w 56"/>
                  <a:gd name="T13" fmla="*/ 14 h 32"/>
                  <a:gd name="T14" fmla="*/ 56 w 56"/>
                  <a:gd name="T1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32">
                    <a:moveTo>
                      <a:pt x="56" y="13"/>
                    </a:moveTo>
                    <a:cubicBezTo>
                      <a:pt x="51" y="5"/>
                      <a:pt x="40" y="0"/>
                      <a:pt x="28" y="0"/>
                    </a:cubicBezTo>
                    <a:cubicBezTo>
                      <a:pt x="16" y="0"/>
                      <a:pt x="5" y="5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24"/>
                      <a:pt x="8" y="32"/>
                      <a:pt x="1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48" y="32"/>
                      <a:pt x="56" y="24"/>
                      <a:pt x="56" y="14"/>
                    </a:cubicBezTo>
                    <a:lnTo>
                      <a:pt x="56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655"/>
              <p:cNvSpPr>
                <a:spLocks/>
              </p:cNvSpPr>
              <p:nvPr/>
            </p:nvSpPr>
            <p:spPr bwMode="auto">
              <a:xfrm>
                <a:off x="8069970" y="6177087"/>
                <a:ext cx="95515" cy="109987"/>
              </a:xfrm>
              <a:custGeom>
                <a:avLst/>
                <a:gdLst>
                  <a:gd name="T0" fmla="*/ 0 w 28"/>
                  <a:gd name="T1" fmla="*/ 0 h 32"/>
                  <a:gd name="T2" fmla="*/ 0 w 28"/>
                  <a:gd name="T3" fmla="*/ 0 h 32"/>
                  <a:gd name="T4" fmla="*/ 0 w 28"/>
                  <a:gd name="T5" fmla="*/ 32 h 32"/>
                  <a:gd name="T6" fmla="*/ 10 w 28"/>
                  <a:gd name="T7" fmla="*/ 32 h 32"/>
                  <a:gd name="T8" fmla="*/ 28 w 28"/>
                  <a:gd name="T9" fmla="*/ 14 h 32"/>
                  <a:gd name="T10" fmla="*/ 28 w 28"/>
                  <a:gd name="T11" fmla="*/ 13 h 32"/>
                  <a:gd name="T12" fmla="*/ 0 w 28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20" y="32"/>
                      <a:pt x="28" y="24"/>
                      <a:pt x="28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3" y="5"/>
                      <a:pt x="12" y="0"/>
                      <a:pt x="0" y="0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Oval 656"/>
              <p:cNvSpPr>
                <a:spLocks noChangeArrowheads="1"/>
              </p:cNvSpPr>
              <p:nvPr/>
            </p:nvSpPr>
            <p:spPr bwMode="auto">
              <a:xfrm>
                <a:off x="8026554" y="6132224"/>
                <a:ext cx="26049" cy="27497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Oval 657"/>
              <p:cNvSpPr>
                <a:spLocks noChangeArrowheads="1"/>
              </p:cNvSpPr>
              <p:nvPr/>
            </p:nvSpPr>
            <p:spPr bwMode="auto">
              <a:xfrm>
                <a:off x="8087336" y="6132224"/>
                <a:ext cx="27497" cy="27497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Oval 658"/>
              <p:cNvSpPr>
                <a:spLocks noChangeArrowheads="1"/>
              </p:cNvSpPr>
              <p:nvPr/>
            </p:nvSpPr>
            <p:spPr bwMode="auto">
              <a:xfrm>
                <a:off x="8049709" y="6187218"/>
                <a:ext cx="40521" cy="30391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659"/>
              <p:cNvSpPr>
                <a:spLocks/>
              </p:cNvSpPr>
              <p:nvPr/>
            </p:nvSpPr>
            <p:spPr bwMode="auto">
              <a:xfrm>
                <a:off x="8046815" y="6245105"/>
                <a:ext cx="47758" cy="17366"/>
              </a:xfrm>
              <a:custGeom>
                <a:avLst/>
                <a:gdLst>
                  <a:gd name="T0" fmla="*/ 7 w 14"/>
                  <a:gd name="T1" fmla="*/ 5 h 5"/>
                  <a:gd name="T2" fmla="*/ 0 w 14"/>
                  <a:gd name="T3" fmla="*/ 0 h 5"/>
                  <a:gd name="T4" fmla="*/ 2 w 14"/>
                  <a:gd name="T5" fmla="*/ 0 h 5"/>
                  <a:gd name="T6" fmla="*/ 7 w 14"/>
                  <a:gd name="T7" fmla="*/ 3 h 5"/>
                  <a:gd name="T8" fmla="*/ 13 w 14"/>
                  <a:gd name="T9" fmla="*/ 0 h 5"/>
                  <a:gd name="T10" fmla="*/ 14 w 14"/>
                  <a:gd name="T11" fmla="*/ 0 h 5"/>
                  <a:gd name="T12" fmla="*/ 7 w 1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7" y="5"/>
                    </a:moveTo>
                    <a:cubicBezTo>
                      <a:pt x="3" y="5"/>
                      <a:pt x="0" y="2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4" y="3"/>
                      <a:pt x="7" y="3"/>
                    </a:cubicBezTo>
                    <a:cubicBezTo>
                      <a:pt x="10" y="3"/>
                      <a:pt x="13" y="2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1" y="5"/>
                      <a:pt x="7" y="5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322" name="Freeform 603"/>
            <p:cNvSpPr>
              <a:spLocks/>
            </p:cNvSpPr>
            <p:nvPr/>
          </p:nvSpPr>
          <p:spPr bwMode="auto">
            <a:xfrm>
              <a:off x="1524076" y="6856791"/>
              <a:ext cx="9565942" cy="1060792"/>
            </a:xfrm>
            <a:custGeom>
              <a:avLst/>
              <a:gdLst>
                <a:gd name="T0" fmla="*/ 36 w 2796"/>
                <a:gd name="T1" fmla="*/ 0 h 310"/>
                <a:gd name="T2" fmla="*/ 2759 w 2796"/>
                <a:gd name="T3" fmla="*/ 0 h 310"/>
                <a:gd name="T4" fmla="*/ 2796 w 2796"/>
                <a:gd name="T5" fmla="*/ 32 h 310"/>
                <a:gd name="T6" fmla="*/ 2759 w 2796"/>
                <a:gd name="T7" fmla="*/ 63 h 310"/>
                <a:gd name="T8" fmla="*/ 1981 w 2796"/>
                <a:gd name="T9" fmla="*/ 63 h 310"/>
                <a:gd name="T10" fmla="*/ 1950 w 2796"/>
                <a:gd name="T11" fmla="*/ 94 h 310"/>
                <a:gd name="T12" fmla="*/ 1977 w 2796"/>
                <a:gd name="T13" fmla="*/ 125 h 310"/>
                <a:gd name="T14" fmla="*/ 2551 w 2796"/>
                <a:gd name="T15" fmla="*/ 125 h 310"/>
                <a:gd name="T16" fmla="*/ 2588 w 2796"/>
                <a:gd name="T17" fmla="*/ 157 h 310"/>
                <a:gd name="T18" fmla="*/ 2551 w 2796"/>
                <a:gd name="T19" fmla="*/ 189 h 310"/>
                <a:gd name="T20" fmla="*/ 1875 w 2796"/>
                <a:gd name="T21" fmla="*/ 189 h 310"/>
                <a:gd name="T22" fmla="*/ 1844 w 2796"/>
                <a:gd name="T23" fmla="*/ 218 h 310"/>
                <a:gd name="T24" fmla="*/ 1875 w 2796"/>
                <a:gd name="T25" fmla="*/ 248 h 310"/>
                <a:gd name="T26" fmla="*/ 1913 w 2796"/>
                <a:gd name="T27" fmla="*/ 248 h 310"/>
                <a:gd name="T28" fmla="*/ 1944 w 2796"/>
                <a:gd name="T29" fmla="*/ 279 h 310"/>
                <a:gd name="T30" fmla="*/ 1913 w 2796"/>
                <a:gd name="T31" fmla="*/ 310 h 310"/>
                <a:gd name="T32" fmla="*/ 1718 w 2796"/>
                <a:gd name="T33" fmla="*/ 310 h 310"/>
                <a:gd name="T34" fmla="*/ 1687 w 2796"/>
                <a:gd name="T35" fmla="*/ 279 h 310"/>
                <a:gd name="T36" fmla="*/ 1718 w 2796"/>
                <a:gd name="T37" fmla="*/ 248 h 310"/>
                <a:gd name="T38" fmla="*/ 1763 w 2796"/>
                <a:gd name="T39" fmla="*/ 248 h 310"/>
                <a:gd name="T40" fmla="*/ 1794 w 2796"/>
                <a:gd name="T41" fmla="*/ 218 h 310"/>
                <a:gd name="T42" fmla="*/ 1763 w 2796"/>
                <a:gd name="T43" fmla="*/ 189 h 310"/>
                <a:gd name="T44" fmla="*/ 807 w 2796"/>
                <a:gd name="T45" fmla="*/ 189 h 310"/>
                <a:gd name="T46" fmla="*/ 775 w 2796"/>
                <a:gd name="T47" fmla="*/ 218 h 310"/>
                <a:gd name="T48" fmla="*/ 807 w 2796"/>
                <a:gd name="T49" fmla="*/ 248 h 310"/>
                <a:gd name="T50" fmla="*/ 908 w 2796"/>
                <a:gd name="T51" fmla="*/ 248 h 310"/>
                <a:gd name="T52" fmla="*/ 939 w 2796"/>
                <a:gd name="T53" fmla="*/ 279 h 310"/>
                <a:gd name="T54" fmla="*/ 908 w 2796"/>
                <a:gd name="T55" fmla="*/ 310 h 310"/>
                <a:gd name="T56" fmla="*/ 592 w 2796"/>
                <a:gd name="T57" fmla="*/ 310 h 310"/>
                <a:gd name="T58" fmla="*/ 561 w 2796"/>
                <a:gd name="T59" fmla="*/ 279 h 310"/>
                <a:gd name="T60" fmla="*/ 592 w 2796"/>
                <a:gd name="T61" fmla="*/ 248 h 310"/>
                <a:gd name="T62" fmla="*/ 694 w 2796"/>
                <a:gd name="T63" fmla="*/ 248 h 310"/>
                <a:gd name="T64" fmla="*/ 725 w 2796"/>
                <a:gd name="T65" fmla="*/ 218 h 310"/>
                <a:gd name="T66" fmla="*/ 694 w 2796"/>
                <a:gd name="T67" fmla="*/ 189 h 310"/>
                <a:gd name="T68" fmla="*/ 240 w 2796"/>
                <a:gd name="T69" fmla="*/ 189 h 310"/>
                <a:gd name="T70" fmla="*/ 203 w 2796"/>
                <a:gd name="T71" fmla="*/ 157 h 310"/>
                <a:gd name="T72" fmla="*/ 240 w 2796"/>
                <a:gd name="T73" fmla="*/ 125 h 310"/>
                <a:gd name="T74" fmla="*/ 814 w 2796"/>
                <a:gd name="T75" fmla="*/ 125 h 310"/>
                <a:gd name="T76" fmla="*/ 841 w 2796"/>
                <a:gd name="T77" fmla="*/ 94 h 310"/>
                <a:gd name="T78" fmla="*/ 810 w 2796"/>
                <a:gd name="T79" fmla="*/ 63 h 310"/>
                <a:gd name="T80" fmla="*/ 36 w 2796"/>
                <a:gd name="T81" fmla="*/ 63 h 310"/>
                <a:gd name="T82" fmla="*/ 0 w 2796"/>
                <a:gd name="T83" fmla="*/ 32 h 310"/>
                <a:gd name="T84" fmla="*/ 36 w 2796"/>
                <a:gd name="T8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96" h="310">
                  <a:moveTo>
                    <a:pt x="36" y="0"/>
                  </a:moveTo>
                  <a:cubicBezTo>
                    <a:pt x="2759" y="0"/>
                    <a:pt x="2759" y="0"/>
                    <a:pt x="2759" y="0"/>
                  </a:cubicBezTo>
                  <a:cubicBezTo>
                    <a:pt x="2779" y="0"/>
                    <a:pt x="2796" y="14"/>
                    <a:pt x="2796" y="32"/>
                  </a:cubicBezTo>
                  <a:cubicBezTo>
                    <a:pt x="2796" y="49"/>
                    <a:pt x="2779" y="63"/>
                    <a:pt x="2759" y="63"/>
                  </a:cubicBezTo>
                  <a:cubicBezTo>
                    <a:pt x="1981" y="63"/>
                    <a:pt x="1981" y="63"/>
                    <a:pt x="1981" y="63"/>
                  </a:cubicBezTo>
                  <a:cubicBezTo>
                    <a:pt x="1964" y="63"/>
                    <a:pt x="1950" y="77"/>
                    <a:pt x="1950" y="94"/>
                  </a:cubicBezTo>
                  <a:cubicBezTo>
                    <a:pt x="1950" y="110"/>
                    <a:pt x="1962" y="123"/>
                    <a:pt x="1977" y="125"/>
                  </a:cubicBezTo>
                  <a:cubicBezTo>
                    <a:pt x="2551" y="125"/>
                    <a:pt x="2551" y="125"/>
                    <a:pt x="2551" y="125"/>
                  </a:cubicBezTo>
                  <a:cubicBezTo>
                    <a:pt x="2571" y="125"/>
                    <a:pt x="2588" y="140"/>
                    <a:pt x="2588" y="157"/>
                  </a:cubicBezTo>
                  <a:cubicBezTo>
                    <a:pt x="2588" y="175"/>
                    <a:pt x="2571" y="189"/>
                    <a:pt x="2551" y="189"/>
                  </a:cubicBezTo>
                  <a:cubicBezTo>
                    <a:pt x="1875" y="189"/>
                    <a:pt x="1875" y="189"/>
                    <a:pt x="1875" y="189"/>
                  </a:cubicBezTo>
                  <a:cubicBezTo>
                    <a:pt x="1858" y="189"/>
                    <a:pt x="1844" y="202"/>
                    <a:pt x="1844" y="218"/>
                  </a:cubicBezTo>
                  <a:cubicBezTo>
                    <a:pt x="1844" y="234"/>
                    <a:pt x="1858" y="248"/>
                    <a:pt x="1875" y="248"/>
                  </a:cubicBezTo>
                  <a:cubicBezTo>
                    <a:pt x="1913" y="248"/>
                    <a:pt x="1913" y="248"/>
                    <a:pt x="1913" y="248"/>
                  </a:cubicBezTo>
                  <a:cubicBezTo>
                    <a:pt x="1930" y="248"/>
                    <a:pt x="1944" y="262"/>
                    <a:pt x="1944" y="279"/>
                  </a:cubicBezTo>
                  <a:cubicBezTo>
                    <a:pt x="1944" y="296"/>
                    <a:pt x="1930" y="310"/>
                    <a:pt x="1913" y="310"/>
                  </a:cubicBezTo>
                  <a:cubicBezTo>
                    <a:pt x="1718" y="310"/>
                    <a:pt x="1718" y="310"/>
                    <a:pt x="1718" y="310"/>
                  </a:cubicBezTo>
                  <a:cubicBezTo>
                    <a:pt x="1701" y="310"/>
                    <a:pt x="1687" y="296"/>
                    <a:pt x="1687" y="279"/>
                  </a:cubicBezTo>
                  <a:cubicBezTo>
                    <a:pt x="1687" y="262"/>
                    <a:pt x="1701" y="248"/>
                    <a:pt x="1718" y="248"/>
                  </a:cubicBezTo>
                  <a:cubicBezTo>
                    <a:pt x="1763" y="248"/>
                    <a:pt x="1763" y="248"/>
                    <a:pt x="1763" y="248"/>
                  </a:cubicBezTo>
                  <a:cubicBezTo>
                    <a:pt x="1780" y="248"/>
                    <a:pt x="1794" y="234"/>
                    <a:pt x="1794" y="218"/>
                  </a:cubicBezTo>
                  <a:cubicBezTo>
                    <a:pt x="1794" y="202"/>
                    <a:pt x="1780" y="189"/>
                    <a:pt x="1763" y="189"/>
                  </a:cubicBezTo>
                  <a:cubicBezTo>
                    <a:pt x="807" y="189"/>
                    <a:pt x="807" y="189"/>
                    <a:pt x="807" y="189"/>
                  </a:cubicBezTo>
                  <a:cubicBezTo>
                    <a:pt x="789" y="189"/>
                    <a:pt x="775" y="202"/>
                    <a:pt x="775" y="218"/>
                  </a:cubicBezTo>
                  <a:cubicBezTo>
                    <a:pt x="775" y="234"/>
                    <a:pt x="789" y="248"/>
                    <a:pt x="807" y="248"/>
                  </a:cubicBezTo>
                  <a:cubicBezTo>
                    <a:pt x="908" y="248"/>
                    <a:pt x="908" y="248"/>
                    <a:pt x="908" y="248"/>
                  </a:cubicBezTo>
                  <a:cubicBezTo>
                    <a:pt x="925" y="248"/>
                    <a:pt x="939" y="262"/>
                    <a:pt x="939" y="279"/>
                  </a:cubicBezTo>
                  <a:cubicBezTo>
                    <a:pt x="939" y="296"/>
                    <a:pt x="925" y="310"/>
                    <a:pt x="908" y="310"/>
                  </a:cubicBezTo>
                  <a:cubicBezTo>
                    <a:pt x="592" y="310"/>
                    <a:pt x="592" y="310"/>
                    <a:pt x="592" y="310"/>
                  </a:cubicBezTo>
                  <a:cubicBezTo>
                    <a:pt x="575" y="310"/>
                    <a:pt x="561" y="296"/>
                    <a:pt x="561" y="279"/>
                  </a:cubicBezTo>
                  <a:cubicBezTo>
                    <a:pt x="561" y="262"/>
                    <a:pt x="575" y="248"/>
                    <a:pt x="592" y="248"/>
                  </a:cubicBezTo>
                  <a:cubicBezTo>
                    <a:pt x="694" y="248"/>
                    <a:pt x="694" y="248"/>
                    <a:pt x="694" y="248"/>
                  </a:cubicBezTo>
                  <a:cubicBezTo>
                    <a:pt x="711" y="248"/>
                    <a:pt x="725" y="234"/>
                    <a:pt x="725" y="218"/>
                  </a:cubicBezTo>
                  <a:cubicBezTo>
                    <a:pt x="725" y="202"/>
                    <a:pt x="711" y="189"/>
                    <a:pt x="694" y="189"/>
                  </a:cubicBezTo>
                  <a:cubicBezTo>
                    <a:pt x="240" y="189"/>
                    <a:pt x="240" y="189"/>
                    <a:pt x="240" y="189"/>
                  </a:cubicBezTo>
                  <a:cubicBezTo>
                    <a:pt x="220" y="189"/>
                    <a:pt x="203" y="175"/>
                    <a:pt x="203" y="157"/>
                  </a:cubicBezTo>
                  <a:cubicBezTo>
                    <a:pt x="203" y="140"/>
                    <a:pt x="220" y="125"/>
                    <a:pt x="240" y="125"/>
                  </a:cubicBezTo>
                  <a:cubicBezTo>
                    <a:pt x="814" y="125"/>
                    <a:pt x="814" y="125"/>
                    <a:pt x="814" y="125"/>
                  </a:cubicBezTo>
                  <a:cubicBezTo>
                    <a:pt x="829" y="123"/>
                    <a:pt x="841" y="110"/>
                    <a:pt x="841" y="94"/>
                  </a:cubicBezTo>
                  <a:cubicBezTo>
                    <a:pt x="841" y="77"/>
                    <a:pt x="827" y="63"/>
                    <a:pt x="810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16" y="63"/>
                    <a:pt x="0" y="49"/>
                    <a:pt x="0" y="32"/>
                  </a:cubicBezTo>
                  <a:cubicBezTo>
                    <a:pt x="0" y="14"/>
                    <a:pt x="16" y="0"/>
                    <a:pt x="36" y="0"/>
                  </a:cubicBezTo>
                  <a:close/>
                </a:path>
              </a:pathLst>
            </a:custGeom>
            <a:solidFill>
              <a:srgbClr val="016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26" name="文本框 325"/>
          <p:cNvSpPr txBox="1"/>
          <p:nvPr/>
        </p:nvSpPr>
        <p:spPr>
          <a:xfrm>
            <a:off x="4009149" y="214218"/>
            <a:ext cx="4484977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8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流程</a:t>
            </a:r>
            <a:endParaRPr kumimoji="0" lang="zh-CN" altLang="en-US" sz="8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光综艺_CNKI" panose="02000500000000000000" pitchFamily="2" charset="-122"/>
              <a:ea typeface="华光综艺_CNKI" panose="020005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38848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 advClick="0" advTm="6000">
        <p:blinds dir="vert"/>
      </p:transition>
    </mc:Choice>
    <mc:Fallback xmlns="">
      <p:transition spd="slow" advClick="0" advTm="6000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8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8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8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2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7767692" y="4831180"/>
            <a:ext cx="4424308" cy="2043601"/>
            <a:chOff x="757292" y="2691350"/>
            <a:chExt cx="8375650" cy="3868737"/>
          </a:xfrm>
        </p:grpSpPr>
        <p:grpSp>
          <p:nvGrpSpPr>
            <p:cNvPr id="660" name="组合 659"/>
            <p:cNvGrpSpPr/>
            <p:nvPr/>
          </p:nvGrpSpPr>
          <p:grpSpPr>
            <a:xfrm>
              <a:off x="5068942" y="2691350"/>
              <a:ext cx="793751" cy="2611437"/>
              <a:chOff x="6219825" y="2722881"/>
              <a:chExt cx="793751" cy="2454275"/>
            </a:xfrm>
          </p:grpSpPr>
          <p:sp>
            <p:nvSpPr>
              <p:cNvPr id="655" name="Freeform 5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close/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close/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close/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close/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6" name="Freeform 7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close/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7" name="Freeform 11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8" name="Freeform 13"/>
              <p:cNvSpPr>
                <a:spLocks/>
              </p:cNvSpPr>
              <p:nvPr/>
            </p:nvSpPr>
            <p:spPr bwMode="auto">
              <a:xfrm>
                <a:off x="6219825" y="2722881"/>
                <a:ext cx="793750" cy="479425"/>
              </a:xfrm>
              <a:custGeom>
                <a:avLst/>
                <a:gdLst>
                  <a:gd name="T0" fmla="*/ 265 w 331"/>
                  <a:gd name="T1" fmla="*/ 200 h 200"/>
                  <a:gd name="T2" fmla="*/ 330 w 331"/>
                  <a:gd name="T3" fmla="*/ 132 h 200"/>
                  <a:gd name="T4" fmla="*/ 265 w 331"/>
                  <a:gd name="T5" fmla="*/ 59 h 200"/>
                  <a:gd name="T6" fmla="*/ 188 w 331"/>
                  <a:gd name="T7" fmla="*/ 1 h 200"/>
                  <a:gd name="T8" fmla="*/ 119 w 331"/>
                  <a:gd name="T9" fmla="*/ 40 h 200"/>
                  <a:gd name="T10" fmla="*/ 69 w 331"/>
                  <a:gd name="T11" fmla="*/ 47 h 200"/>
                  <a:gd name="T12" fmla="*/ 45 w 331"/>
                  <a:gd name="T13" fmla="*/ 93 h 200"/>
                  <a:gd name="T14" fmla="*/ 1 w 331"/>
                  <a:gd name="T15" fmla="*/ 146 h 200"/>
                  <a:gd name="T16" fmla="*/ 41 w 331"/>
                  <a:gd name="T17" fmla="*/ 197 h 200"/>
                  <a:gd name="T18" fmla="*/ 265 w 331"/>
                  <a:gd name="T19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1" h="200">
                    <a:moveTo>
                      <a:pt x="265" y="200"/>
                    </a:moveTo>
                    <a:cubicBezTo>
                      <a:pt x="282" y="200"/>
                      <a:pt x="329" y="195"/>
                      <a:pt x="330" y="132"/>
                    </a:cubicBezTo>
                    <a:cubicBezTo>
                      <a:pt x="331" y="63"/>
                      <a:pt x="265" y="59"/>
                      <a:pt x="265" y="59"/>
                    </a:cubicBezTo>
                    <a:cubicBezTo>
                      <a:pt x="265" y="59"/>
                      <a:pt x="242" y="1"/>
                      <a:pt x="188" y="1"/>
                    </a:cubicBezTo>
                    <a:cubicBezTo>
                      <a:pt x="135" y="0"/>
                      <a:pt x="119" y="40"/>
                      <a:pt x="119" y="40"/>
                    </a:cubicBezTo>
                    <a:cubicBezTo>
                      <a:pt x="119" y="40"/>
                      <a:pt x="92" y="29"/>
                      <a:pt x="69" y="47"/>
                    </a:cubicBezTo>
                    <a:cubicBezTo>
                      <a:pt x="39" y="70"/>
                      <a:pt x="45" y="93"/>
                      <a:pt x="45" y="93"/>
                    </a:cubicBezTo>
                    <a:cubicBezTo>
                      <a:pt x="45" y="93"/>
                      <a:pt x="2" y="100"/>
                      <a:pt x="1" y="146"/>
                    </a:cubicBezTo>
                    <a:cubicBezTo>
                      <a:pt x="0" y="192"/>
                      <a:pt x="41" y="197"/>
                      <a:pt x="41" y="197"/>
                    </a:cubicBezTo>
                    <a:cubicBezTo>
                      <a:pt x="41" y="197"/>
                      <a:pt x="247" y="200"/>
                      <a:pt x="265" y="200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9" name="Freeform 14"/>
              <p:cNvSpPr>
                <a:spLocks/>
              </p:cNvSpPr>
              <p:nvPr/>
            </p:nvSpPr>
            <p:spPr bwMode="auto">
              <a:xfrm>
                <a:off x="6618288" y="2724469"/>
                <a:ext cx="395288" cy="477838"/>
              </a:xfrm>
              <a:custGeom>
                <a:avLst/>
                <a:gdLst>
                  <a:gd name="T0" fmla="*/ 99 w 165"/>
                  <a:gd name="T1" fmla="*/ 58 h 199"/>
                  <a:gd name="T2" fmla="*/ 22 w 165"/>
                  <a:gd name="T3" fmla="*/ 0 h 199"/>
                  <a:gd name="T4" fmla="*/ 0 w 165"/>
                  <a:gd name="T5" fmla="*/ 2 h 199"/>
                  <a:gd name="T6" fmla="*/ 0 w 165"/>
                  <a:gd name="T7" fmla="*/ 198 h 199"/>
                  <a:gd name="T8" fmla="*/ 99 w 165"/>
                  <a:gd name="T9" fmla="*/ 199 h 199"/>
                  <a:gd name="T10" fmla="*/ 164 w 165"/>
                  <a:gd name="T11" fmla="*/ 131 h 199"/>
                  <a:gd name="T12" fmla="*/ 99 w 165"/>
                  <a:gd name="T13" fmla="*/ 5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5" h="199">
                    <a:moveTo>
                      <a:pt x="99" y="58"/>
                    </a:moveTo>
                    <a:cubicBezTo>
                      <a:pt x="99" y="58"/>
                      <a:pt x="76" y="0"/>
                      <a:pt x="22" y="0"/>
                    </a:cubicBezTo>
                    <a:cubicBezTo>
                      <a:pt x="14" y="0"/>
                      <a:pt x="6" y="1"/>
                      <a:pt x="0" y="2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47" y="198"/>
                      <a:pt x="91" y="199"/>
                      <a:pt x="99" y="199"/>
                    </a:cubicBezTo>
                    <a:cubicBezTo>
                      <a:pt x="116" y="199"/>
                      <a:pt x="163" y="194"/>
                      <a:pt x="164" y="131"/>
                    </a:cubicBezTo>
                    <a:cubicBezTo>
                      <a:pt x="165" y="62"/>
                      <a:pt x="99" y="58"/>
                      <a:pt x="99" y="58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67" name="组合 666"/>
            <p:cNvGrpSpPr/>
            <p:nvPr/>
          </p:nvGrpSpPr>
          <p:grpSpPr>
            <a:xfrm>
              <a:off x="6230992" y="3275550"/>
              <a:ext cx="611188" cy="1949450"/>
              <a:chOff x="7381875" y="3307081"/>
              <a:chExt cx="611188" cy="1949450"/>
            </a:xfrm>
          </p:grpSpPr>
          <p:sp>
            <p:nvSpPr>
              <p:cNvPr id="661" name="Freeform 15"/>
              <p:cNvSpPr>
                <a:spLocks noEditPoints="1"/>
              </p:cNvSpPr>
              <p:nvPr/>
            </p:nvSpPr>
            <p:spPr bwMode="auto">
              <a:xfrm>
                <a:off x="7489825" y="3653156"/>
                <a:ext cx="382588" cy="1603375"/>
              </a:xfrm>
              <a:custGeom>
                <a:avLst/>
                <a:gdLst>
                  <a:gd name="T0" fmla="*/ 26 w 160"/>
                  <a:gd name="T1" fmla="*/ 0 h 669"/>
                  <a:gd name="T2" fmla="*/ 0 w 160"/>
                  <a:gd name="T3" fmla="*/ 0 h 669"/>
                  <a:gd name="T4" fmla="*/ 0 w 160"/>
                  <a:gd name="T5" fmla="*/ 638 h 669"/>
                  <a:gd name="T6" fmla="*/ 26 w 160"/>
                  <a:gd name="T7" fmla="*/ 666 h 669"/>
                  <a:gd name="T8" fmla="*/ 26 w 160"/>
                  <a:gd name="T9" fmla="*/ 0 h 669"/>
                  <a:gd name="T10" fmla="*/ 160 w 160"/>
                  <a:gd name="T11" fmla="*/ 0 h 669"/>
                  <a:gd name="T12" fmla="*/ 140 w 160"/>
                  <a:gd name="T13" fmla="*/ 0 h 669"/>
                  <a:gd name="T14" fmla="*/ 140 w 160"/>
                  <a:gd name="T15" fmla="*/ 668 h 669"/>
                  <a:gd name="T16" fmla="*/ 118 w 160"/>
                  <a:gd name="T17" fmla="*/ 668 h 669"/>
                  <a:gd name="T18" fmla="*/ 118 w 160"/>
                  <a:gd name="T19" fmla="*/ 0 h 669"/>
                  <a:gd name="T20" fmla="*/ 102 w 160"/>
                  <a:gd name="T21" fmla="*/ 0 h 669"/>
                  <a:gd name="T22" fmla="*/ 102 w 160"/>
                  <a:gd name="T23" fmla="*/ 668 h 669"/>
                  <a:gd name="T24" fmla="*/ 80 w 160"/>
                  <a:gd name="T25" fmla="*/ 668 h 669"/>
                  <a:gd name="T26" fmla="*/ 80 w 160"/>
                  <a:gd name="T27" fmla="*/ 0 h 669"/>
                  <a:gd name="T28" fmla="*/ 55 w 160"/>
                  <a:gd name="T29" fmla="*/ 0 h 669"/>
                  <a:gd name="T30" fmla="*/ 55 w 160"/>
                  <a:gd name="T31" fmla="*/ 669 h 669"/>
                  <a:gd name="T32" fmla="*/ 26 w 160"/>
                  <a:gd name="T33" fmla="*/ 669 h 669"/>
                  <a:gd name="T34" fmla="*/ 26 w 160"/>
                  <a:gd name="T35" fmla="*/ 669 h 669"/>
                  <a:gd name="T36" fmla="*/ 160 w 160"/>
                  <a:gd name="T37" fmla="*/ 669 h 669"/>
                  <a:gd name="T38" fmla="*/ 160 w 160"/>
                  <a:gd name="T39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669">
                    <a:moveTo>
                      <a:pt x="2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38"/>
                      <a:pt x="0" y="638"/>
                      <a:pt x="0" y="638"/>
                    </a:cubicBezTo>
                    <a:cubicBezTo>
                      <a:pt x="14" y="642"/>
                      <a:pt x="24" y="653"/>
                      <a:pt x="26" y="666"/>
                    </a:cubicBezTo>
                    <a:cubicBezTo>
                      <a:pt x="26" y="0"/>
                      <a:pt x="26" y="0"/>
                      <a:pt x="26" y="0"/>
                    </a:cubicBezTo>
                    <a:moveTo>
                      <a:pt x="16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668"/>
                      <a:pt x="140" y="668"/>
                      <a:pt x="140" y="668"/>
                    </a:cubicBezTo>
                    <a:cubicBezTo>
                      <a:pt x="118" y="668"/>
                      <a:pt x="118" y="668"/>
                      <a:pt x="118" y="66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02" y="668"/>
                      <a:pt x="102" y="668"/>
                      <a:pt x="102" y="668"/>
                    </a:cubicBezTo>
                    <a:cubicBezTo>
                      <a:pt x="80" y="668"/>
                      <a:pt x="80" y="668"/>
                      <a:pt x="80" y="668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669"/>
                      <a:pt x="55" y="669"/>
                      <a:pt x="55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160" y="669"/>
                      <a:pt x="160" y="669"/>
                      <a:pt x="160" y="669"/>
                    </a:cubicBezTo>
                    <a:cubicBezTo>
                      <a:pt x="160" y="0"/>
                      <a:pt x="160" y="0"/>
                      <a:pt x="160" y="0"/>
                    </a:cubicBezTo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2" name="Freeform 16"/>
              <p:cNvSpPr>
                <a:spLocks/>
              </p:cNvSpPr>
              <p:nvPr/>
            </p:nvSpPr>
            <p:spPr bwMode="auto">
              <a:xfrm>
                <a:off x="7551738" y="3653156"/>
                <a:ext cx="69850" cy="1603375"/>
              </a:xfrm>
              <a:custGeom>
                <a:avLst/>
                <a:gdLst>
                  <a:gd name="T0" fmla="*/ 29 w 29"/>
                  <a:gd name="T1" fmla="*/ 0 h 669"/>
                  <a:gd name="T2" fmla="*/ 0 w 29"/>
                  <a:gd name="T3" fmla="*/ 0 h 669"/>
                  <a:gd name="T4" fmla="*/ 0 w 29"/>
                  <a:gd name="T5" fmla="*/ 666 h 669"/>
                  <a:gd name="T6" fmla="*/ 0 w 29"/>
                  <a:gd name="T7" fmla="*/ 669 h 669"/>
                  <a:gd name="T8" fmla="*/ 0 w 29"/>
                  <a:gd name="T9" fmla="*/ 669 h 669"/>
                  <a:gd name="T10" fmla="*/ 0 w 29"/>
                  <a:gd name="T11" fmla="*/ 669 h 669"/>
                  <a:gd name="T12" fmla="*/ 0 w 29"/>
                  <a:gd name="T13" fmla="*/ 669 h 669"/>
                  <a:gd name="T14" fmla="*/ 29 w 29"/>
                  <a:gd name="T15" fmla="*/ 669 h 669"/>
                  <a:gd name="T16" fmla="*/ 29 w 29"/>
                  <a:gd name="T17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669">
                    <a:moveTo>
                      <a:pt x="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66"/>
                      <a:pt x="0" y="666"/>
                      <a:pt x="0" y="666"/>
                    </a:cubicBezTo>
                    <a:cubicBezTo>
                      <a:pt x="0" y="667"/>
                      <a:pt x="0" y="668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29" y="669"/>
                      <a:pt x="29" y="669"/>
                      <a:pt x="29" y="669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3" name="Rectangle 19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4" name="Rectangle 23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5" name="Freeform 25"/>
              <p:cNvSpPr>
                <a:spLocks/>
              </p:cNvSpPr>
              <p:nvPr/>
            </p:nvSpPr>
            <p:spPr bwMode="auto">
              <a:xfrm>
                <a:off x="7381875" y="3307081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2 h 154"/>
                  <a:gd name="T4" fmla="*/ 204 w 255"/>
                  <a:gd name="T5" fmla="*/ 46 h 154"/>
                  <a:gd name="T6" fmla="*/ 145 w 255"/>
                  <a:gd name="T7" fmla="*/ 1 h 154"/>
                  <a:gd name="T8" fmla="*/ 92 w 255"/>
                  <a:gd name="T9" fmla="*/ 31 h 154"/>
                  <a:gd name="T10" fmla="*/ 53 w 255"/>
                  <a:gd name="T11" fmla="*/ 36 h 154"/>
                  <a:gd name="T12" fmla="*/ 35 w 255"/>
                  <a:gd name="T13" fmla="*/ 71 h 154"/>
                  <a:gd name="T14" fmla="*/ 1 w 255"/>
                  <a:gd name="T15" fmla="*/ 113 h 154"/>
                  <a:gd name="T16" fmla="*/ 32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2"/>
                    </a:cubicBezTo>
                    <a:cubicBezTo>
                      <a:pt x="255" y="49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1"/>
                    </a:cubicBezTo>
                    <a:cubicBezTo>
                      <a:pt x="104" y="0"/>
                      <a:pt x="92" y="31"/>
                      <a:pt x="92" y="31"/>
                    </a:cubicBezTo>
                    <a:cubicBezTo>
                      <a:pt x="92" y="31"/>
                      <a:pt x="71" y="23"/>
                      <a:pt x="53" y="36"/>
                    </a:cubicBezTo>
                    <a:cubicBezTo>
                      <a:pt x="30" y="54"/>
                      <a:pt x="35" y="71"/>
                      <a:pt x="35" y="71"/>
                    </a:cubicBezTo>
                    <a:cubicBezTo>
                      <a:pt x="35" y="71"/>
                      <a:pt x="1" y="77"/>
                      <a:pt x="1" y="113"/>
                    </a:cubicBezTo>
                    <a:cubicBezTo>
                      <a:pt x="0" y="148"/>
                      <a:pt x="32" y="152"/>
                      <a:pt x="32" y="152"/>
                    </a:cubicBezTo>
                    <a:cubicBezTo>
                      <a:pt x="32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6" name="Freeform 26"/>
              <p:cNvSpPr>
                <a:spLocks/>
              </p:cNvSpPr>
              <p:nvPr/>
            </p:nvSpPr>
            <p:spPr bwMode="auto">
              <a:xfrm>
                <a:off x="7686675" y="3310256"/>
                <a:ext cx="306388" cy="366713"/>
              </a:xfrm>
              <a:custGeom>
                <a:avLst/>
                <a:gdLst>
                  <a:gd name="T0" fmla="*/ 77 w 128"/>
                  <a:gd name="T1" fmla="*/ 45 h 153"/>
                  <a:gd name="T2" fmla="*/ 18 w 128"/>
                  <a:gd name="T3" fmla="*/ 0 h 153"/>
                  <a:gd name="T4" fmla="*/ 0 w 128"/>
                  <a:gd name="T5" fmla="*/ 2 h 153"/>
                  <a:gd name="T6" fmla="*/ 0 w 128"/>
                  <a:gd name="T7" fmla="*/ 152 h 153"/>
                  <a:gd name="T8" fmla="*/ 77 w 128"/>
                  <a:gd name="T9" fmla="*/ 153 h 153"/>
                  <a:gd name="T10" fmla="*/ 127 w 128"/>
                  <a:gd name="T11" fmla="*/ 101 h 153"/>
                  <a:gd name="T12" fmla="*/ 77 w 128"/>
                  <a:gd name="T13" fmla="*/ 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3">
                    <a:moveTo>
                      <a:pt x="77" y="45"/>
                    </a:moveTo>
                    <a:cubicBezTo>
                      <a:pt x="77" y="45"/>
                      <a:pt x="59" y="0"/>
                      <a:pt x="18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37" y="152"/>
                      <a:pt x="71" y="153"/>
                      <a:pt x="77" y="153"/>
                    </a:cubicBezTo>
                    <a:cubicBezTo>
                      <a:pt x="90" y="153"/>
                      <a:pt x="126" y="149"/>
                      <a:pt x="127" y="101"/>
                    </a:cubicBezTo>
                    <a:cubicBezTo>
                      <a:pt x="128" y="48"/>
                      <a:pt x="77" y="45"/>
                      <a:pt x="77" y="45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347" name="组合 346"/>
            <p:cNvGrpSpPr/>
            <p:nvPr/>
          </p:nvGrpSpPr>
          <p:grpSpPr>
            <a:xfrm>
              <a:off x="4851455" y="4209000"/>
              <a:ext cx="95250" cy="939800"/>
              <a:chOff x="6002338" y="4240531"/>
              <a:chExt cx="95250" cy="939800"/>
            </a:xfrm>
          </p:grpSpPr>
          <p:sp>
            <p:nvSpPr>
              <p:cNvPr id="160" name="Freeform 27"/>
              <p:cNvSpPr>
                <a:spLocks/>
              </p:cNvSpPr>
              <p:nvPr/>
            </p:nvSpPr>
            <p:spPr bwMode="auto">
              <a:xfrm>
                <a:off x="6002338" y="4240531"/>
                <a:ext cx="95250" cy="939800"/>
              </a:xfrm>
              <a:custGeom>
                <a:avLst/>
                <a:gdLst>
                  <a:gd name="T0" fmla="*/ 12 w 60"/>
                  <a:gd name="T1" fmla="*/ 0 h 592"/>
                  <a:gd name="T2" fmla="*/ 0 w 60"/>
                  <a:gd name="T3" fmla="*/ 592 h 592"/>
                  <a:gd name="T4" fmla="*/ 60 w 60"/>
                  <a:gd name="T5" fmla="*/ 592 h 592"/>
                  <a:gd name="T6" fmla="*/ 48 w 60"/>
                  <a:gd name="T7" fmla="*/ 0 h 592"/>
                  <a:gd name="T8" fmla="*/ 12 w 6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92">
                    <a:moveTo>
                      <a:pt x="12" y="0"/>
                    </a:moveTo>
                    <a:lnTo>
                      <a:pt x="0" y="592"/>
                    </a:lnTo>
                    <a:lnTo>
                      <a:pt x="60" y="592"/>
                    </a:lnTo>
                    <a:lnTo>
                      <a:pt x="48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28"/>
              <p:cNvSpPr>
                <a:spLocks/>
              </p:cNvSpPr>
              <p:nvPr/>
            </p:nvSpPr>
            <p:spPr bwMode="auto">
              <a:xfrm>
                <a:off x="6049963" y="4240531"/>
                <a:ext cx="47625" cy="939800"/>
              </a:xfrm>
              <a:custGeom>
                <a:avLst/>
                <a:gdLst>
                  <a:gd name="T0" fmla="*/ 0 w 30"/>
                  <a:gd name="T1" fmla="*/ 0 h 592"/>
                  <a:gd name="T2" fmla="*/ 0 w 30"/>
                  <a:gd name="T3" fmla="*/ 592 h 592"/>
                  <a:gd name="T4" fmla="*/ 30 w 30"/>
                  <a:gd name="T5" fmla="*/ 592 h 592"/>
                  <a:gd name="T6" fmla="*/ 18 w 30"/>
                  <a:gd name="T7" fmla="*/ 0 h 592"/>
                  <a:gd name="T8" fmla="*/ 0 w 3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592">
                    <a:moveTo>
                      <a:pt x="0" y="0"/>
                    </a:moveTo>
                    <a:lnTo>
                      <a:pt x="0" y="592"/>
                    </a:lnTo>
                    <a:lnTo>
                      <a:pt x="30" y="592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71" name="Freeform 38"/>
            <p:cNvSpPr>
              <a:spLocks/>
            </p:cNvSpPr>
            <p:nvPr/>
          </p:nvSpPr>
          <p:spPr bwMode="auto">
            <a:xfrm>
              <a:off x="3902130" y="3801013"/>
              <a:ext cx="171450" cy="1630363"/>
            </a:xfrm>
            <a:custGeom>
              <a:avLst/>
              <a:gdLst>
                <a:gd name="T0" fmla="*/ 23 w 108"/>
                <a:gd name="T1" fmla="*/ 0 h 1027"/>
                <a:gd name="T2" fmla="*/ 0 w 108"/>
                <a:gd name="T3" fmla="*/ 1027 h 1027"/>
                <a:gd name="T4" fmla="*/ 108 w 108"/>
                <a:gd name="T5" fmla="*/ 1027 h 1027"/>
                <a:gd name="T6" fmla="*/ 85 w 108"/>
                <a:gd name="T7" fmla="*/ 0 h 1027"/>
                <a:gd name="T8" fmla="*/ 23 w 108"/>
                <a:gd name="T9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27">
                  <a:moveTo>
                    <a:pt x="23" y="0"/>
                  </a:moveTo>
                  <a:lnTo>
                    <a:pt x="0" y="1027"/>
                  </a:lnTo>
                  <a:lnTo>
                    <a:pt x="108" y="1027"/>
                  </a:lnTo>
                  <a:lnTo>
                    <a:pt x="85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346" name="组合 345"/>
            <p:cNvGrpSpPr/>
            <p:nvPr/>
          </p:nvGrpSpPr>
          <p:grpSpPr>
            <a:xfrm>
              <a:off x="3902130" y="3801013"/>
              <a:ext cx="171450" cy="1630363"/>
              <a:chOff x="5053013" y="3832544"/>
              <a:chExt cx="171450" cy="1630363"/>
            </a:xfrm>
          </p:grpSpPr>
          <p:sp>
            <p:nvSpPr>
              <p:cNvPr id="170" name="Freeform 37"/>
              <p:cNvSpPr>
                <a:spLocks/>
              </p:cNvSpPr>
              <p:nvPr/>
            </p:nvSpPr>
            <p:spPr bwMode="auto">
              <a:xfrm>
                <a:off x="5053013" y="3832544"/>
                <a:ext cx="171450" cy="1630363"/>
              </a:xfrm>
              <a:custGeom>
                <a:avLst/>
                <a:gdLst>
                  <a:gd name="T0" fmla="*/ 23 w 108"/>
                  <a:gd name="T1" fmla="*/ 0 h 1027"/>
                  <a:gd name="T2" fmla="*/ 0 w 108"/>
                  <a:gd name="T3" fmla="*/ 1027 h 1027"/>
                  <a:gd name="T4" fmla="*/ 108 w 108"/>
                  <a:gd name="T5" fmla="*/ 1027 h 1027"/>
                  <a:gd name="T6" fmla="*/ 85 w 108"/>
                  <a:gd name="T7" fmla="*/ 0 h 1027"/>
                  <a:gd name="T8" fmla="*/ 23 w 108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1027">
                    <a:moveTo>
                      <a:pt x="23" y="0"/>
                    </a:moveTo>
                    <a:lnTo>
                      <a:pt x="0" y="1027"/>
                    </a:lnTo>
                    <a:lnTo>
                      <a:pt x="108" y="1027"/>
                    </a:lnTo>
                    <a:lnTo>
                      <a:pt x="85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39"/>
              <p:cNvSpPr>
                <a:spLocks/>
              </p:cNvSpPr>
              <p:nvPr/>
            </p:nvSpPr>
            <p:spPr bwMode="auto">
              <a:xfrm>
                <a:off x="5140325" y="3832544"/>
                <a:ext cx="84138" cy="1630363"/>
              </a:xfrm>
              <a:custGeom>
                <a:avLst/>
                <a:gdLst>
                  <a:gd name="T0" fmla="*/ 0 w 53"/>
                  <a:gd name="T1" fmla="*/ 0 h 1027"/>
                  <a:gd name="T2" fmla="*/ 0 w 53"/>
                  <a:gd name="T3" fmla="*/ 1027 h 1027"/>
                  <a:gd name="T4" fmla="*/ 53 w 53"/>
                  <a:gd name="T5" fmla="*/ 1027 h 1027"/>
                  <a:gd name="T6" fmla="*/ 30 w 53"/>
                  <a:gd name="T7" fmla="*/ 0 h 1027"/>
                  <a:gd name="T8" fmla="*/ 0 w 53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027">
                    <a:moveTo>
                      <a:pt x="0" y="0"/>
                    </a:moveTo>
                    <a:lnTo>
                      <a:pt x="0" y="1027"/>
                    </a:lnTo>
                    <a:lnTo>
                      <a:pt x="53" y="1027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353" name="组合 352"/>
            <p:cNvGrpSpPr/>
            <p:nvPr/>
          </p:nvGrpSpPr>
          <p:grpSpPr>
            <a:xfrm>
              <a:off x="8161392" y="4805900"/>
              <a:ext cx="65088" cy="625475"/>
              <a:chOff x="9312275" y="4837431"/>
              <a:chExt cx="65088" cy="625475"/>
            </a:xfrm>
          </p:grpSpPr>
          <p:sp>
            <p:nvSpPr>
              <p:cNvPr id="189" name="Freeform 56"/>
              <p:cNvSpPr>
                <a:spLocks/>
              </p:cNvSpPr>
              <p:nvPr/>
            </p:nvSpPr>
            <p:spPr bwMode="auto">
              <a:xfrm>
                <a:off x="9312275" y="4837431"/>
                <a:ext cx="65088" cy="625475"/>
              </a:xfrm>
              <a:custGeom>
                <a:avLst/>
                <a:gdLst>
                  <a:gd name="T0" fmla="*/ 9 w 41"/>
                  <a:gd name="T1" fmla="*/ 0 h 394"/>
                  <a:gd name="T2" fmla="*/ 0 w 41"/>
                  <a:gd name="T3" fmla="*/ 394 h 394"/>
                  <a:gd name="T4" fmla="*/ 41 w 41"/>
                  <a:gd name="T5" fmla="*/ 394 h 394"/>
                  <a:gd name="T6" fmla="*/ 32 w 41"/>
                  <a:gd name="T7" fmla="*/ 0 h 394"/>
                  <a:gd name="T8" fmla="*/ 9 w 41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94">
                    <a:moveTo>
                      <a:pt x="9" y="0"/>
                    </a:moveTo>
                    <a:lnTo>
                      <a:pt x="0" y="394"/>
                    </a:lnTo>
                    <a:lnTo>
                      <a:pt x="41" y="394"/>
                    </a:lnTo>
                    <a:lnTo>
                      <a:pt x="32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Freeform 57"/>
              <p:cNvSpPr>
                <a:spLocks/>
              </p:cNvSpPr>
              <p:nvPr/>
            </p:nvSpPr>
            <p:spPr bwMode="auto">
              <a:xfrm>
                <a:off x="9347200" y="4837431"/>
                <a:ext cx="30163" cy="625475"/>
              </a:xfrm>
              <a:custGeom>
                <a:avLst/>
                <a:gdLst>
                  <a:gd name="T0" fmla="*/ 0 w 19"/>
                  <a:gd name="T1" fmla="*/ 0 h 394"/>
                  <a:gd name="T2" fmla="*/ 0 w 19"/>
                  <a:gd name="T3" fmla="*/ 394 h 394"/>
                  <a:gd name="T4" fmla="*/ 19 w 19"/>
                  <a:gd name="T5" fmla="*/ 394 h 394"/>
                  <a:gd name="T6" fmla="*/ 10 w 19"/>
                  <a:gd name="T7" fmla="*/ 0 h 394"/>
                  <a:gd name="T8" fmla="*/ 0 w 19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94">
                    <a:moveTo>
                      <a:pt x="0" y="0"/>
                    </a:moveTo>
                    <a:lnTo>
                      <a:pt x="0" y="394"/>
                    </a:lnTo>
                    <a:lnTo>
                      <a:pt x="19" y="394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360" name="组合 359"/>
            <p:cNvGrpSpPr/>
            <p:nvPr/>
          </p:nvGrpSpPr>
          <p:grpSpPr>
            <a:xfrm>
              <a:off x="757292" y="3134263"/>
              <a:ext cx="8375650" cy="3425824"/>
              <a:chOff x="1908175" y="3165794"/>
              <a:chExt cx="8375650" cy="3425824"/>
            </a:xfrm>
          </p:grpSpPr>
          <p:sp>
            <p:nvSpPr>
              <p:cNvPr id="139" name="Freeform 6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" name="Freeform 8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" name="Rectangle 9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" name="Rectangle 10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" name="Freeform 12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" name="Rectangle 17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" name="Rectangle 18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" name="Rectangle 20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" name="Rectangle 21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" name="Rectangle 22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Rectangle 24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" name="Freeform 48"/>
              <p:cNvSpPr>
                <a:spLocks/>
              </p:cNvSpPr>
              <p:nvPr/>
            </p:nvSpPr>
            <p:spPr bwMode="auto">
              <a:xfrm>
                <a:off x="7391400" y="4259581"/>
                <a:ext cx="2071688" cy="1176338"/>
              </a:xfrm>
              <a:custGeom>
                <a:avLst/>
                <a:gdLst>
                  <a:gd name="T0" fmla="*/ 1305 w 1305"/>
                  <a:gd name="T1" fmla="*/ 741 h 741"/>
                  <a:gd name="T2" fmla="*/ 654 w 1305"/>
                  <a:gd name="T3" fmla="*/ 0 h 741"/>
                  <a:gd name="T4" fmla="*/ 0 w 1305"/>
                  <a:gd name="T5" fmla="*/ 741 h 741"/>
                  <a:gd name="T6" fmla="*/ 1305 w 1305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741">
                    <a:moveTo>
                      <a:pt x="1305" y="741"/>
                    </a:moveTo>
                    <a:lnTo>
                      <a:pt x="654" y="0"/>
                    </a:lnTo>
                    <a:lnTo>
                      <a:pt x="0" y="741"/>
                    </a:lnTo>
                    <a:lnTo>
                      <a:pt x="1305" y="741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" name="Freeform 49"/>
              <p:cNvSpPr>
                <a:spLocks/>
              </p:cNvSpPr>
              <p:nvPr/>
            </p:nvSpPr>
            <p:spPr bwMode="auto">
              <a:xfrm>
                <a:off x="7391400" y="4259581"/>
                <a:ext cx="1038225" cy="1176338"/>
              </a:xfrm>
              <a:custGeom>
                <a:avLst/>
                <a:gdLst>
                  <a:gd name="T0" fmla="*/ 0 w 654"/>
                  <a:gd name="T1" fmla="*/ 741 h 741"/>
                  <a:gd name="T2" fmla="*/ 654 w 654"/>
                  <a:gd name="T3" fmla="*/ 0 h 741"/>
                  <a:gd name="T4" fmla="*/ 654 w 654"/>
                  <a:gd name="T5" fmla="*/ 741 h 741"/>
                  <a:gd name="T6" fmla="*/ 0 w 654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4" h="741">
                    <a:moveTo>
                      <a:pt x="0" y="741"/>
                    </a:moveTo>
                    <a:lnTo>
                      <a:pt x="654" y="0"/>
                    </a:lnTo>
                    <a:lnTo>
                      <a:pt x="654" y="741"/>
                    </a:lnTo>
                    <a:lnTo>
                      <a:pt x="0" y="741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" name="Freeform 50"/>
              <p:cNvSpPr>
                <a:spLocks/>
              </p:cNvSpPr>
              <p:nvPr/>
            </p:nvSpPr>
            <p:spPr bwMode="auto">
              <a:xfrm>
                <a:off x="8170863" y="4259581"/>
                <a:ext cx="503238" cy="315913"/>
              </a:xfrm>
              <a:custGeom>
                <a:avLst/>
                <a:gdLst>
                  <a:gd name="T0" fmla="*/ 93 w 210"/>
                  <a:gd name="T1" fmla="*/ 106 h 132"/>
                  <a:gd name="T2" fmla="*/ 53 w 210"/>
                  <a:gd name="T3" fmla="*/ 124 h 132"/>
                  <a:gd name="T4" fmla="*/ 28 w 210"/>
                  <a:gd name="T5" fmla="*/ 112 h 132"/>
                  <a:gd name="T6" fmla="*/ 0 w 210"/>
                  <a:gd name="T7" fmla="*/ 123 h 132"/>
                  <a:gd name="T8" fmla="*/ 108 w 210"/>
                  <a:gd name="T9" fmla="*/ 0 h 132"/>
                  <a:gd name="T10" fmla="*/ 210 w 210"/>
                  <a:gd name="T11" fmla="*/ 117 h 132"/>
                  <a:gd name="T12" fmla="*/ 187 w 210"/>
                  <a:gd name="T13" fmla="*/ 122 h 132"/>
                  <a:gd name="T14" fmla="*/ 125 w 210"/>
                  <a:gd name="T15" fmla="*/ 122 h 132"/>
                  <a:gd name="T16" fmla="*/ 93 w 210"/>
                  <a:gd name="T17" fmla="*/ 10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0" h="132">
                    <a:moveTo>
                      <a:pt x="93" y="106"/>
                    </a:moveTo>
                    <a:cubicBezTo>
                      <a:pt x="84" y="114"/>
                      <a:pt x="63" y="130"/>
                      <a:pt x="53" y="124"/>
                    </a:cubicBez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2" y="118"/>
                      <a:pt x="194" y="119"/>
                      <a:pt x="187" y="122"/>
                    </a:cubicBezTo>
                    <a:cubicBezTo>
                      <a:pt x="163" y="132"/>
                      <a:pt x="142" y="128"/>
                      <a:pt x="125" y="122"/>
                    </a:cubicBezTo>
                    <a:cubicBezTo>
                      <a:pt x="108" y="117"/>
                      <a:pt x="101" y="97"/>
                      <a:pt x="93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" name="Freeform 51"/>
              <p:cNvSpPr>
                <a:spLocks/>
              </p:cNvSpPr>
              <p:nvPr/>
            </p:nvSpPr>
            <p:spPr bwMode="auto">
              <a:xfrm>
                <a:off x="8170863" y="4259581"/>
                <a:ext cx="258763" cy="311150"/>
              </a:xfrm>
              <a:custGeom>
                <a:avLst/>
                <a:gdLst>
                  <a:gd name="T0" fmla="*/ 53 w 108"/>
                  <a:gd name="T1" fmla="*/ 124 h 130"/>
                  <a:gd name="T2" fmla="*/ 28 w 108"/>
                  <a:gd name="T3" fmla="*/ 112 h 130"/>
                  <a:gd name="T4" fmla="*/ 0 w 108"/>
                  <a:gd name="T5" fmla="*/ 123 h 130"/>
                  <a:gd name="T6" fmla="*/ 108 w 108"/>
                  <a:gd name="T7" fmla="*/ 0 h 130"/>
                  <a:gd name="T8" fmla="*/ 108 w 108"/>
                  <a:gd name="T9" fmla="*/ 111 h 130"/>
                  <a:gd name="T10" fmla="*/ 93 w 108"/>
                  <a:gd name="T11" fmla="*/ 106 h 130"/>
                  <a:gd name="T12" fmla="*/ 53 w 108"/>
                  <a:gd name="T13" fmla="*/ 1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30">
                    <a:moveTo>
                      <a:pt x="53" y="124"/>
                    </a:move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11"/>
                      <a:pt x="108" y="111"/>
                      <a:pt x="108" y="111"/>
                    </a:cubicBezTo>
                    <a:cubicBezTo>
                      <a:pt x="102" y="105"/>
                      <a:pt x="98" y="100"/>
                      <a:pt x="93" y="106"/>
                    </a:cubicBezTo>
                    <a:cubicBezTo>
                      <a:pt x="84" y="114"/>
                      <a:pt x="63" y="130"/>
                      <a:pt x="53" y="124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" name="Freeform 52"/>
              <p:cNvSpPr>
                <a:spLocks/>
              </p:cNvSpPr>
              <p:nvPr/>
            </p:nvSpPr>
            <p:spPr bwMode="auto">
              <a:xfrm>
                <a:off x="5916613" y="4937444"/>
                <a:ext cx="38100" cy="111125"/>
              </a:xfrm>
              <a:custGeom>
                <a:avLst/>
                <a:gdLst>
                  <a:gd name="T0" fmla="*/ 4 w 24"/>
                  <a:gd name="T1" fmla="*/ 0 h 70"/>
                  <a:gd name="T2" fmla="*/ 0 w 24"/>
                  <a:gd name="T3" fmla="*/ 70 h 70"/>
                  <a:gd name="T4" fmla="*/ 24 w 24"/>
                  <a:gd name="T5" fmla="*/ 70 h 70"/>
                  <a:gd name="T6" fmla="*/ 19 w 24"/>
                  <a:gd name="T7" fmla="*/ 0 h 70"/>
                  <a:gd name="T8" fmla="*/ 4 w 24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70">
                    <a:moveTo>
                      <a:pt x="4" y="0"/>
                    </a:moveTo>
                    <a:lnTo>
                      <a:pt x="0" y="70"/>
                    </a:lnTo>
                    <a:lnTo>
                      <a:pt x="24" y="70"/>
                    </a:lnTo>
                    <a:lnTo>
                      <a:pt x="19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" name="Freeform 53"/>
              <p:cNvSpPr>
                <a:spLocks/>
              </p:cNvSpPr>
              <p:nvPr/>
            </p:nvSpPr>
            <p:spPr bwMode="auto">
              <a:xfrm>
                <a:off x="5935663" y="4937444"/>
                <a:ext cx="19050" cy="111125"/>
              </a:xfrm>
              <a:custGeom>
                <a:avLst/>
                <a:gdLst>
                  <a:gd name="T0" fmla="*/ 0 w 12"/>
                  <a:gd name="T1" fmla="*/ 0 h 70"/>
                  <a:gd name="T2" fmla="*/ 0 w 12"/>
                  <a:gd name="T3" fmla="*/ 70 h 70"/>
                  <a:gd name="T4" fmla="*/ 12 w 12"/>
                  <a:gd name="T5" fmla="*/ 70 h 70"/>
                  <a:gd name="T6" fmla="*/ 7 w 12"/>
                  <a:gd name="T7" fmla="*/ 0 h 70"/>
                  <a:gd name="T8" fmla="*/ 0 w 12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lnTo>
                      <a:pt x="0" y="70"/>
                    </a:lnTo>
                    <a:lnTo>
                      <a:pt x="12" y="7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" name="Freeform 54"/>
              <p:cNvSpPr>
                <a:spLocks/>
              </p:cNvSpPr>
              <p:nvPr/>
            </p:nvSpPr>
            <p:spPr bwMode="auto">
              <a:xfrm>
                <a:off x="5824538" y="4499294"/>
                <a:ext cx="220663" cy="474663"/>
              </a:xfrm>
              <a:custGeom>
                <a:avLst/>
                <a:gdLst>
                  <a:gd name="T0" fmla="*/ 0 w 139"/>
                  <a:gd name="T1" fmla="*/ 299 h 299"/>
                  <a:gd name="T2" fmla="*/ 70 w 139"/>
                  <a:gd name="T3" fmla="*/ 0 h 299"/>
                  <a:gd name="T4" fmla="*/ 139 w 139"/>
                  <a:gd name="T5" fmla="*/ 299 h 299"/>
                  <a:gd name="T6" fmla="*/ 0 w 13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299">
                    <a:moveTo>
                      <a:pt x="0" y="299"/>
                    </a:moveTo>
                    <a:lnTo>
                      <a:pt x="70" y="0"/>
                    </a:lnTo>
                    <a:lnTo>
                      <a:pt x="139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55"/>
              <p:cNvSpPr>
                <a:spLocks/>
              </p:cNvSpPr>
              <p:nvPr/>
            </p:nvSpPr>
            <p:spPr bwMode="auto">
              <a:xfrm>
                <a:off x="5935663" y="4499294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66"/>
              <p:cNvSpPr>
                <a:spLocks/>
              </p:cNvSpPr>
              <p:nvPr/>
            </p:nvSpPr>
            <p:spPr bwMode="auto">
              <a:xfrm>
                <a:off x="5305425" y="4818381"/>
                <a:ext cx="109538" cy="193675"/>
              </a:xfrm>
              <a:custGeom>
                <a:avLst/>
                <a:gdLst>
                  <a:gd name="T0" fmla="*/ 46 w 46"/>
                  <a:gd name="T1" fmla="*/ 58 h 81"/>
                  <a:gd name="T2" fmla="*/ 23 w 46"/>
                  <a:gd name="T3" fmla="*/ 81 h 81"/>
                  <a:gd name="T4" fmla="*/ 0 w 46"/>
                  <a:gd name="T5" fmla="*/ 58 h 81"/>
                  <a:gd name="T6" fmla="*/ 23 w 46"/>
                  <a:gd name="T7" fmla="*/ 0 h 81"/>
                  <a:gd name="T8" fmla="*/ 46 w 46"/>
                  <a:gd name="T9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81">
                    <a:moveTo>
                      <a:pt x="46" y="58"/>
                    </a:moveTo>
                    <a:cubicBezTo>
                      <a:pt x="46" y="71"/>
                      <a:pt x="35" y="81"/>
                      <a:pt x="23" y="81"/>
                    </a:cubicBezTo>
                    <a:cubicBezTo>
                      <a:pt x="10" y="81"/>
                      <a:pt x="0" y="71"/>
                      <a:pt x="0" y="58"/>
                    </a:cubicBezTo>
                    <a:cubicBezTo>
                      <a:pt x="0" y="41"/>
                      <a:pt x="10" y="0"/>
                      <a:pt x="23" y="0"/>
                    </a:cubicBezTo>
                    <a:cubicBezTo>
                      <a:pt x="35" y="0"/>
                      <a:pt x="46" y="46"/>
                      <a:pt x="46" y="58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67"/>
              <p:cNvSpPr>
                <a:spLocks/>
              </p:cNvSpPr>
              <p:nvPr/>
            </p:nvSpPr>
            <p:spPr bwMode="auto">
              <a:xfrm>
                <a:off x="5360988" y="4818381"/>
                <a:ext cx="53975" cy="193675"/>
              </a:xfrm>
              <a:custGeom>
                <a:avLst/>
                <a:gdLst>
                  <a:gd name="T0" fmla="*/ 23 w 23"/>
                  <a:gd name="T1" fmla="*/ 58 h 81"/>
                  <a:gd name="T2" fmla="*/ 0 w 23"/>
                  <a:gd name="T3" fmla="*/ 0 h 81"/>
                  <a:gd name="T4" fmla="*/ 0 w 23"/>
                  <a:gd name="T5" fmla="*/ 81 h 81"/>
                  <a:gd name="T6" fmla="*/ 23 w 23"/>
                  <a:gd name="T7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1">
                    <a:moveTo>
                      <a:pt x="23" y="58"/>
                    </a:moveTo>
                    <a:cubicBezTo>
                      <a:pt x="23" y="42"/>
                      <a:pt x="12" y="0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2" y="81"/>
                      <a:pt x="23" y="71"/>
                      <a:pt x="23" y="58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68"/>
              <p:cNvSpPr>
                <a:spLocks/>
              </p:cNvSpPr>
              <p:nvPr/>
            </p:nvSpPr>
            <p:spPr bwMode="auto">
              <a:xfrm>
                <a:off x="5349875" y="4959669"/>
                <a:ext cx="17463" cy="88900"/>
              </a:xfrm>
              <a:custGeom>
                <a:avLst/>
                <a:gdLst>
                  <a:gd name="T0" fmla="*/ 4 w 11"/>
                  <a:gd name="T1" fmla="*/ 0 h 56"/>
                  <a:gd name="T2" fmla="*/ 0 w 11"/>
                  <a:gd name="T3" fmla="*/ 56 h 56"/>
                  <a:gd name="T4" fmla="*/ 11 w 11"/>
                  <a:gd name="T5" fmla="*/ 56 h 56"/>
                  <a:gd name="T6" fmla="*/ 8 w 11"/>
                  <a:gd name="T7" fmla="*/ 0 h 56"/>
                  <a:gd name="T8" fmla="*/ 4 w 11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6">
                    <a:moveTo>
                      <a:pt x="4" y="0"/>
                    </a:moveTo>
                    <a:lnTo>
                      <a:pt x="0" y="56"/>
                    </a:lnTo>
                    <a:lnTo>
                      <a:pt x="11" y="56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69"/>
              <p:cNvSpPr>
                <a:spLocks/>
              </p:cNvSpPr>
              <p:nvPr/>
            </p:nvSpPr>
            <p:spPr bwMode="auto">
              <a:xfrm>
                <a:off x="5360988" y="4959669"/>
                <a:ext cx="6350" cy="88900"/>
              </a:xfrm>
              <a:custGeom>
                <a:avLst/>
                <a:gdLst>
                  <a:gd name="T0" fmla="*/ 0 w 4"/>
                  <a:gd name="T1" fmla="*/ 0 h 56"/>
                  <a:gd name="T2" fmla="*/ 0 w 4"/>
                  <a:gd name="T3" fmla="*/ 56 h 56"/>
                  <a:gd name="T4" fmla="*/ 4 w 4"/>
                  <a:gd name="T5" fmla="*/ 56 h 56"/>
                  <a:gd name="T6" fmla="*/ 1 w 4"/>
                  <a:gd name="T7" fmla="*/ 0 h 56"/>
                  <a:gd name="T8" fmla="*/ 0 w 4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6">
                    <a:moveTo>
                      <a:pt x="0" y="0"/>
                    </a:moveTo>
                    <a:lnTo>
                      <a:pt x="0" y="56"/>
                    </a:lnTo>
                    <a:lnTo>
                      <a:pt x="4" y="5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Oval 70"/>
              <p:cNvSpPr>
                <a:spLocks noChangeArrowheads="1"/>
              </p:cNvSpPr>
              <p:nvPr/>
            </p:nvSpPr>
            <p:spPr bwMode="auto">
              <a:xfrm>
                <a:off x="5410200" y="4712019"/>
                <a:ext cx="182563" cy="244475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71"/>
              <p:cNvSpPr>
                <a:spLocks/>
              </p:cNvSpPr>
              <p:nvPr/>
            </p:nvSpPr>
            <p:spPr bwMode="auto">
              <a:xfrm>
                <a:off x="5502275" y="4712019"/>
                <a:ext cx="90488" cy="244475"/>
              </a:xfrm>
              <a:custGeom>
                <a:avLst/>
                <a:gdLst>
                  <a:gd name="T0" fmla="*/ 38 w 38"/>
                  <a:gd name="T1" fmla="*/ 51 h 102"/>
                  <a:gd name="T2" fmla="*/ 0 w 38"/>
                  <a:gd name="T3" fmla="*/ 0 h 102"/>
                  <a:gd name="T4" fmla="*/ 0 w 38"/>
                  <a:gd name="T5" fmla="*/ 102 h 102"/>
                  <a:gd name="T6" fmla="*/ 38 w 38"/>
                  <a:gd name="T7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102">
                    <a:moveTo>
                      <a:pt x="38" y="51"/>
                    </a:moveTo>
                    <a:cubicBezTo>
                      <a:pt x="38" y="23"/>
                      <a:pt x="21" y="0"/>
                      <a:pt x="0" y="0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21" y="102"/>
                      <a:pt x="38" y="79"/>
                      <a:pt x="38" y="51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72"/>
              <p:cNvSpPr>
                <a:spLocks/>
              </p:cNvSpPr>
              <p:nvPr/>
            </p:nvSpPr>
            <p:spPr bwMode="auto">
              <a:xfrm>
                <a:off x="5489575" y="4866006"/>
                <a:ext cx="26988" cy="146050"/>
              </a:xfrm>
              <a:custGeom>
                <a:avLst/>
                <a:gdLst>
                  <a:gd name="T0" fmla="*/ 3 w 17"/>
                  <a:gd name="T1" fmla="*/ 0 h 92"/>
                  <a:gd name="T2" fmla="*/ 0 w 17"/>
                  <a:gd name="T3" fmla="*/ 92 h 92"/>
                  <a:gd name="T4" fmla="*/ 17 w 17"/>
                  <a:gd name="T5" fmla="*/ 92 h 92"/>
                  <a:gd name="T6" fmla="*/ 12 w 17"/>
                  <a:gd name="T7" fmla="*/ 0 h 92"/>
                  <a:gd name="T8" fmla="*/ 3 w 17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2">
                    <a:moveTo>
                      <a:pt x="3" y="0"/>
                    </a:moveTo>
                    <a:lnTo>
                      <a:pt x="0" y="92"/>
                    </a:lnTo>
                    <a:lnTo>
                      <a:pt x="17" y="92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Freeform 73"/>
              <p:cNvSpPr>
                <a:spLocks/>
              </p:cNvSpPr>
              <p:nvPr/>
            </p:nvSpPr>
            <p:spPr bwMode="auto">
              <a:xfrm>
                <a:off x="5502275" y="4866006"/>
                <a:ext cx="14288" cy="146050"/>
              </a:xfrm>
              <a:custGeom>
                <a:avLst/>
                <a:gdLst>
                  <a:gd name="T0" fmla="*/ 0 w 9"/>
                  <a:gd name="T1" fmla="*/ 0 h 92"/>
                  <a:gd name="T2" fmla="*/ 0 w 9"/>
                  <a:gd name="T3" fmla="*/ 92 h 92"/>
                  <a:gd name="T4" fmla="*/ 9 w 9"/>
                  <a:gd name="T5" fmla="*/ 92 h 92"/>
                  <a:gd name="T6" fmla="*/ 4 w 9"/>
                  <a:gd name="T7" fmla="*/ 0 h 92"/>
                  <a:gd name="T8" fmla="*/ 0 w 9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2">
                    <a:moveTo>
                      <a:pt x="0" y="0"/>
                    </a:moveTo>
                    <a:lnTo>
                      <a:pt x="0" y="92"/>
                    </a:lnTo>
                    <a:lnTo>
                      <a:pt x="9" y="9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74"/>
              <p:cNvSpPr>
                <a:spLocks/>
              </p:cNvSpPr>
              <p:nvPr/>
            </p:nvSpPr>
            <p:spPr bwMode="auto">
              <a:xfrm>
                <a:off x="6170613" y="5177156"/>
                <a:ext cx="1381125" cy="155575"/>
              </a:xfrm>
              <a:custGeom>
                <a:avLst/>
                <a:gdLst>
                  <a:gd name="T0" fmla="*/ 577 w 577"/>
                  <a:gd name="T1" fmla="*/ 33 h 65"/>
                  <a:gd name="T2" fmla="*/ 540 w 577"/>
                  <a:gd name="T3" fmla="*/ 65 h 65"/>
                  <a:gd name="T4" fmla="*/ 37 w 577"/>
                  <a:gd name="T5" fmla="*/ 65 h 65"/>
                  <a:gd name="T6" fmla="*/ 0 w 577"/>
                  <a:gd name="T7" fmla="*/ 33 h 65"/>
                  <a:gd name="T8" fmla="*/ 37 w 577"/>
                  <a:gd name="T9" fmla="*/ 0 h 65"/>
                  <a:gd name="T10" fmla="*/ 540 w 577"/>
                  <a:gd name="T11" fmla="*/ 0 h 65"/>
                  <a:gd name="T12" fmla="*/ 577 w 577"/>
                  <a:gd name="T13" fmla="*/ 3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7" h="65">
                    <a:moveTo>
                      <a:pt x="577" y="33"/>
                    </a:moveTo>
                    <a:cubicBezTo>
                      <a:pt x="577" y="51"/>
                      <a:pt x="560" y="65"/>
                      <a:pt x="540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16" y="65"/>
                      <a:pt x="0" y="51"/>
                      <a:pt x="0" y="33"/>
                    </a:cubicBezTo>
                    <a:cubicBezTo>
                      <a:pt x="0" y="15"/>
                      <a:pt x="16" y="0"/>
                      <a:pt x="37" y="0"/>
                    </a:cubicBezTo>
                    <a:cubicBezTo>
                      <a:pt x="540" y="0"/>
                      <a:pt x="540" y="0"/>
                      <a:pt x="540" y="0"/>
                    </a:cubicBezTo>
                    <a:cubicBezTo>
                      <a:pt x="560" y="0"/>
                      <a:pt x="577" y="15"/>
                      <a:pt x="577" y="33"/>
                    </a:cubicBezTo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75"/>
              <p:cNvSpPr>
                <a:spLocks/>
              </p:cNvSpPr>
              <p:nvPr/>
            </p:nvSpPr>
            <p:spPr bwMode="auto">
              <a:xfrm>
                <a:off x="6859588" y="5177156"/>
                <a:ext cx="692150" cy="155575"/>
              </a:xfrm>
              <a:custGeom>
                <a:avLst/>
                <a:gdLst>
                  <a:gd name="T0" fmla="*/ 252 w 289"/>
                  <a:gd name="T1" fmla="*/ 0 h 65"/>
                  <a:gd name="T2" fmla="*/ 0 w 289"/>
                  <a:gd name="T3" fmla="*/ 0 h 65"/>
                  <a:gd name="T4" fmla="*/ 0 w 289"/>
                  <a:gd name="T5" fmla="*/ 65 h 65"/>
                  <a:gd name="T6" fmla="*/ 252 w 289"/>
                  <a:gd name="T7" fmla="*/ 65 h 65"/>
                  <a:gd name="T8" fmla="*/ 289 w 289"/>
                  <a:gd name="T9" fmla="*/ 33 h 65"/>
                  <a:gd name="T10" fmla="*/ 252 w 289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9" h="65">
                    <a:moveTo>
                      <a:pt x="25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72" y="65"/>
                      <a:pt x="289" y="51"/>
                      <a:pt x="289" y="33"/>
                    </a:cubicBezTo>
                    <a:cubicBezTo>
                      <a:pt x="289" y="15"/>
                      <a:pt x="272" y="0"/>
                      <a:pt x="252" y="0"/>
                    </a:cubicBezTo>
                  </a:path>
                </a:pathLst>
              </a:custGeom>
              <a:solidFill>
                <a:srgbClr val="A9C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Rectangle 76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Rectangle 77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78"/>
              <p:cNvSpPr>
                <a:spLocks/>
              </p:cNvSpPr>
              <p:nvPr/>
            </p:nvSpPr>
            <p:spPr bwMode="auto">
              <a:xfrm>
                <a:off x="6540500" y="4696144"/>
                <a:ext cx="728663" cy="123825"/>
              </a:xfrm>
              <a:custGeom>
                <a:avLst/>
                <a:gdLst>
                  <a:gd name="T0" fmla="*/ 0 w 459"/>
                  <a:gd name="T1" fmla="*/ 50 h 78"/>
                  <a:gd name="T2" fmla="*/ 0 w 459"/>
                  <a:gd name="T3" fmla="*/ 78 h 78"/>
                  <a:gd name="T4" fmla="*/ 459 w 459"/>
                  <a:gd name="T5" fmla="*/ 78 h 78"/>
                  <a:gd name="T6" fmla="*/ 459 w 459"/>
                  <a:gd name="T7" fmla="*/ 0 h 78"/>
                  <a:gd name="T8" fmla="*/ 0 w 459"/>
                  <a:gd name="T9" fmla="*/ 5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9" h="78">
                    <a:moveTo>
                      <a:pt x="0" y="50"/>
                    </a:moveTo>
                    <a:lnTo>
                      <a:pt x="0" y="78"/>
                    </a:lnTo>
                    <a:lnTo>
                      <a:pt x="459" y="78"/>
                    </a:lnTo>
                    <a:lnTo>
                      <a:pt x="459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Rectangle 79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Rectangle 80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Rectangle 81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Rectangle 82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Rectangle 83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Rectangle 84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Rectangle 85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Rectangle 86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Rectangle 87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347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Rectangle 88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Rectangle 89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Rectangle 90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Rectangle 91"/>
              <p:cNvSpPr>
                <a:spLocks noChangeArrowheads="1"/>
              </p:cNvSpPr>
              <p:nvPr/>
            </p:nvSpPr>
            <p:spPr bwMode="auto">
              <a:xfrm>
                <a:off x="6619875" y="4880294"/>
                <a:ext cx="122238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92"/>
              <p:cNvSpPr>
                <a:spLocks/>
              </p:cNvSpPr>
              <p:nvPr/>
            </p:nvSpPr>
            <p:spPr bwMode="auto">
              <a:xfrm>
                <a:off x="6619875" y="4748531"/>
                <a:ext cx="649288" cy="71438"/>
              </a:xfrm>
              <a:custGeom>
                <a:avLst/>
                <a:gdLst>
                  <a:gd name="T0" fmla="*/ 409 w 409"/>
                  <a:gd name="T1" fmla="*/ 45 h 45"/>
                  <a:gd name="T2" fmla="*/ 409 w 409"/>
                  <a:gd name="T3" fmla="*/ 0 h 45"/>
                  <a:gd name="T4" fmla="*/ 0 w 409"/>
                  <a:gd name="T5" fmla="*/ 45 h 45"/>
                  <a:gd name="T6" fmla="*/ 409 w 409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9" h="45">
                    <a:moveTo>
                      <a:pt x="409" y="45"/>
                    </a:moveTo>
                    <a:lnTo>
                      <a:pt x="409" y="0"/>
                    </a:lnTo>
                    <a:lnTo>
                      <a:pt x="0" y="45"/>
                    </a:lnTo>
                    <a:lnTo>
                      <a:pt x="409" y="45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93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close/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94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Rectangle 95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2C62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Rectangle 96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97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98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99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close/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100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101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102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Rectangle 103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Rectangle 104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105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106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107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108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109"/>
              <p:cNvSpPr>
                <a:spLocks/>
              </p:cNvSpPr>
              <p:nvPr/>
            </p:nvSpPr>
            <p:spPr bwMode="auto">
              <a:xfrm>
                <a:off x="4238625" y="4550094"/>
                <a:ext cx="431800" cy="269875"/>
              </a:xfrm>
              <a:custGeom>
                <a:avLst/>
                <a:gdLst>
                  <a:gd name="T0" fmla="*/ 133 w 180"/>
                  <a:gd name="T1" fmla="*/ 94 h 113"/>
                  <a:gd name="T2" fmla="*/ 64 w 180"/>
                  <a:gd name="T3" fmla="*/ 101 h 113"/>
                  <a:gd name="T4" fmla="*/ 21 w 180"/>
                  <a:gd name="T5" fmla="*/ 95 h 113"/>
                  <a:gd name="T6" fmla="*/ 0 w 180"/>
                  <a:gd name="T7" fmla="*/ 95 h 113"/>
                  <a:gd name="T8" fmla="*/ 92 w 180"/>
                  <a:gd name="T9" fmla="*/ 0 h 113"/>
                  <a:gd name="T10" fmla="*/ 180 w 180"/>
                  <a:gd name="T11" fmla="*/ 92 h 113"/>
                  <a:gd name="T12" fmla="*/ 159 w 180"/>
                  <a:gd name="T13" fmla="*/ 95 h 113"/>
                  <a:gd name="T14" fmla="*/ 133 w 180"/>
                  <a:gd name="T15" fmla="*/ 9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0" h="113">
                    <a:moveTo>
                      <a:pt x="133" y="94"/>
                    </a:moveTo>
                    <a:cubicBezTo>
                      <a:pt x="128" y="98"/>
                      <a:pt x="88" y="113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4" y="95"/>
                      <a:pt x="166" y="98"/>
                      <a:pt x="159" y="95"/>
                    </a:cubicBezTo>
                    <a:cubicBezTo>
                      <a:pt x="150" y="91"/>
                      <a:pt x="137" y="90"/>
                      <a:pt x="133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110"/>
              <p:cNvSpPr>
                <a:spLocks/>
              </p:cNvSpPr>
              <p:nvPr/>
            </p:nvSpPr>
            <p:spPr bwMode="auto">
              <a:xfrm>
                <a:off x="4238625" y="4550094"/>
                <a:ext cx="220663" cy="254000"/>
              </a:xfrm>
              <a:custGeom>
                <a:avLst/>
                <a:gdLst>
                  <a:gd name="T0" fmla="*/ 21 w 92"/>
                  <a:gd name="T1" fmla="*/ 95 h 106"/>
                  <a:gd name="T2" fmla="*/ 0 w 92"/>
                  <a:gd name="T3" fmla="*/ 95 h 106"/>
                  <a:gd name="T4" fmla="*/ 92 w 92"/>
                  <a:gd name="T5" fmla="*/ 0 h 106"/>
                  <a:gd name="T6" fmla="*/ 92 w 92"/>
                  <a:gd name="T7" fmla="*/ 105 h 106"/>
                  <a:gd name="T8" fmla="*/ 64 w 92"/>
                  <a:gd name="T9" fmla="*/ 101 h 106"/>
                  <a:gd name="T10" fmla="*/ 21 w 92"/>
                  <a:gd name="T11" fmla="*/ 9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6">
                    <a:moveTo>
                      <a:pt x="21" y="95"/>
                    </a:move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105"/>
                      <a:pt x="92" y="105"/>
                      <a:pt x="92" y="105"/>
                    </a:cubicBezTo>
                    <a:cubicBezTo>
                      <a:pt x="82" y="106"/>
                      <a:pt x="72" y="105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111"/>
              <p:cNvSpPr>
                <a:spLocks/>
              </p:cNvSpPr>
              <p:nvPr/>
            </p:nvSpPr>
            <p:spPr bwMode="auto">
              <a:xfrm>
                <a:off x="7437438" y="5043806"/>
                <a:ext cx="50800" cy="133350"/>
              </a:xfrm>
              <a:custGeom>
                <a:avLst/>
                <a:gdLst>
                  <a:gd name="T0" fmla="*/ 7 w 32"/>
                  <a:gd name="T1" fmla="*/ 0 h 84"/>
                  <a:gd name="T2" fmla="*/ 0 w 32"/>
                  <a:gd name="T3" fmla="*/ 84 h 84"/>
                  <a:gd name="T4" fmla="*/ 32 w 32"/>
                  <a:gd name="T5" fmla="*/ 84 h 84"/>
                  <a:gd name="T6" fmla="*/ 24 w 32"/>
                  <a:gd name="T7" fmla="*/ 0 h 84"/>
                  <a:gd name="T8" fmla="*/ 7 w 32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84">
                    <a:moveTo>
                      <a:pt x="7" y="0"/>
                    </a:moveTo>
                    <a:lnTo>
                      <a:pt x="0" y="84"/>
                    </a:lnTo>
                    <a:lnTo>
                      <a:pt x="32" y="84"/>
                    </a:lnTo>
                    <a:lnTo>
                      <a:pt x="2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112"/>
              <p:cNvSpPr>
                <a:spLocks/>
              </p:cNvSpPr>
              <p:nvPr/>
            </p:nvSpPr>
            <p:spPr bwMode="auto">
              <a:xfrm>
                <a:off x="7461250" y="5043806"/>
                <a:ext cx="26988" cy="133350"/>
              </a:xfrm>
              <a:custGeom>
                <a:avLst/>
                <a:gdLst>
                  <a:gd name="T0" fmla="*/ 0 w 17"/>
                  <a:gd name="T1" fmla="*/ 0 h 84"/>
                  <a:gd name="T2" fmla="*/ 0 w 17"/>
                  <a:gd name="T3" fmla="*/ 84 h 84"/>
                  <a:gd name="T4" fmla="*/ 17 w 17"/>
                  <a:gd name="T5" fmla="*/ 84 h 84"/>
                  <a:gd name="T6" fmla="*/ 9 w 17"/>
                  <a:gd name="T7" fmla="*/ 0 h 84"/>
                  <a:gd name="T8" fmla="*/ 0 w 17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84">
                    <a:moveTo>
                      <a:pt x="0" y="0"/>
                    </a:moveTo>
                    <a:lnTo>
                      <a:pt x="0" y="84"/>
                    </a:lnTo>
                    <a:lnTo>
                      <a:pt x="17" y="84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113"/>
              <p:cNvSpPr>
                <a:spLocks/>
              </p:cNvSpPr>
              <p:nvPr/>
            </p:nvSpPr>
            <p:spPr bwMode="auto">
              <a:xfrm>
                <a:off x="7324725" y="4499294"/>
                <a:ext cx="273050" cy="587375"/>
              </a:xfrm>
              <a:custGeom>
                <a:avLst/>
                <a:gdLst>
                  <a:gd name="T0" fmla="*/ 0 w 172"/>
                  <a:gd name="T1" fmla="*/ 370 h 370"/>
                  <a:gd name="T2" fmla="*/ 86 w 172"/>
                  <a:gd name="T3" fmla="*/ 0 h 370"/>
                  <a:gd name="T4" fmla="*/ 172 w 172"/>
                  <a:gd name="T5" fmla="*/ 370 h 370"/>
                  <a:gd name="T6" fmla="*/ 0 w 172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2" h="370">
                    <a:moveTo>
                      <a:pt x="0" y="370"/>
                    </a:moveTo>
                    <a:lnTo>
                      <a:pt x="86" y="0"/>
                    </a:lnTo>
                    <a:lnTo>
                      <a:pt x="172" y="370"/>
                    </a:lnTo>
                    <a:lnTo>
                      <a:pt x="0" y="37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114"/>
              <p:cNvSpPr>
                <a:spLocks/>
              </p:cNvSpPr>
              <p:nvPr/>
            </p:nvSpPr>
            <p:spPr bwMode="auto">
              <a:xfrm>
                <a:off x="7461250" y="4499294"/>
                <a:ext cx="136525" cy="587375"/>
              </a:xfrm>
              <a:custGeom>
                <a:avLst/>
                <a:gdLst>
                  <a:gd name="T0" fmla="*/ 86 w 86"/>
                  <a:gd name="T1" fmla="*/ 370 h 370"/>
                  <a:gd name="T2" fmla="*/ 0 w 86"/>
                  <a:gd name="T3" fmla="*/ 0 h 370"/>
                  <a:gd name="T4" fmla="*/ 0 w 86"/>
                  <a:gd name="T5" fmla="*/ 370 h 370"/>
                  <a:gd name="T6" fmla="*/ 86 w 86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370">
                    <a:moveTo>
                      <a:pt x="86" y="370"/>
                    </a:moveTo>
                    <a:lnTo>
                      <a:pt x="0" y="0"/>
                    </a:lnTo>
                    <a:lnTo>
                      <a:pt x="0" y="370"/>
                    </a:lnTo>
                    <a:lnTo>
                      <a:pt x="86" y="37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115"/>
              <p:cNvSpPr>
                <a:spLocks/>
              </p:cNvSpPr>
              <p:nvPr/>
            </p:nvSpPr>
            <p:spPr bwMode="auto">
              <a:xfrm>
                <a:off x="7585075" y="5069206"/>
                <a:ext cx="41275" cy="107950"/>
              </a:xfrm>
              <a:custGeom>
                <a:avLst/>
                <a:gdLst>
                  <a:gd name="T0" fmla="*/ 6 w 26"/>
                  <a:gd name="T1" fmla="*/ 0 h 68"/>
                  <a:gd name="T2" fmla="*/ 0 w 26"/>
                  <a:gd name="T3" fmla="*/ 68 h 68"/>
                  <a:gd name="T4" fmla="*/ 26 w 26"/>
                  <a:gd name="T5" fmla="*/ 68 h 68"/>
                  <a:gd name="T6" fmla="*/ 20 w 26"/>
                  <a:gd name="T7" fmla="*/ 0 h 68"/>
                  <a:gd name="T8" fmla="*/ 6 w 26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8">
                    <a:moveTo>
                      <a:pt x="6" y="0"/>
                    </a:moveTo>
                    <a:lnTo>
                      <a:pt x="0" y="68"/>
                    </a:lnTo>
                    <a:lnTo>
                      <a:pt x="26" y="68"/>
                    </a:lnTo>
                    <a:lnTo>
                      <a:pt x="2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116"/>
              <p:cNvSpPr>
                <a:spLocks/>
              </p:cNvSpPr>
              <p:nvPr/>
            </p:nvSpPr>
            <p:spPr bwMode="auto">
              <a:xfrm>
                <a:off x="7607300" y="5069206"/>
                <a:ext cx="19050" cy="107950"/>
              </a:xfrm>
              <a:custGeom>
                <a:avLst/>
                <a:gdLst>
                  <a:gd name="T0" fmla="*/ 0 w 12"/>
                  <a:gd name="T1" fmla="*/ 0 h 68"/>
                  <a:gd name="T2" fmla="*/ 0 w 12"/>
                  <a:gd name="T3" fmla="*/ 68 h 68"/>
                  <a:gd name="T4" fmla="*/ 12 w 12"/>
                  <a:gd name="T5" fmla="*/ 68 h 68"/>
                  <a:gd name="T6" fmla="*/ 6 w 12"/>
                  <a:gd name="T7" fmla="*/ 0 h 68"/>
                  <a:gd name="T8" fmla="*/ 0 w 12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8">
                    <a:moveTo>
                      <a:pt x="0" y="0"/>
                    </a:moveTo>
                    <a:lnTo>
                      <a:pt x="0" y="68"/>
                    </a:lnTo>
                    <a:lnTo>
                      <a:pt x="12" y="6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117"/>
              <p:cNvSpPr>
                <a:spLocks/>
              </p:cNvSpPr>
              <p:nvPr/>
            </p:nvSpPr>
            <p:spPr bwMode="auto">
              <a:xfrm>
                <a:off x="7494588" y="4627881"/>
                <a:ext cx="222250" cy="474663"/>
              </a:xfrm>
              <a:custGeom>
                <a:avLst/>
                <a:gdLst>
                  <a:gd name="T0" fmla="*/ 0 w 140"/>
                  <a:gd name="T1" fmla="*/ 299 h 299"/>
                  <a:gd name="T2" fmla="*/ 71 w 140"/>
                  <a:gd name="T3" fmla="*/ 0 h 299"/>
                  <a:gd name="T4" fmla="*/ 140 w 140"/>
                  <a:gd name="T5" fmla="*/ 299 h 299"/>
                  <a:gd name="T6" fmla="*/ 0 w 140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0" h="299">
                    <a:moveTo>
                      <a:pt x="0" y="299"/>
                    </a:moveTo>
                    <a:lnTo>
                      <a:pt x="71" y="0"/>
                    </a:lnTo>
                    <a:lnTo>
                      <a:pt x="140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118"/>
              <p:cNvSpPr>
                <a:spLocks/>
              </p:cNvSpPr>
              <p:nvPr/>
            </p:nvSpPr>
            <p:spPr bwMode="auto">
              <a:xfrm>
                <a:off x="7607300" y="4627881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119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120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Freeform 121"/>
              <p:cNvSpPr>
                <a:spLocks/>
              </p:cNvSpPr>
              <p:nvPr/>
            </p:nvSpPr>
            <p:spPr bwMode="auto">
              <a:xfrm>
                <a:off x="2387600" y="4078606"/>
                <a:ext cx="1035050" cy="1384300"/>
              </a:xfrm>
              <a:custGeom>
                <a:avLst/>
                <a:gdLst>
                  <a:gd name="T0" fmla="*/ 0 w 652"/>
                  <a:gd name="T1" fmla="*/ 872 h 872"/>
                  <a:gd name="T2" fmla="*/ 652 w 652"/>
                  <a:gd name="T3" fmla="*/ 0 h 872"/>
                  <a:gd name="T4" fmla="*/ 652 w 652"/>
                  <a:gd name="T5" fmla="*/ 872 h 872"/>
                  <a:gd name="T6" fmla="*/ 0 w 652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2" h="872">
                    <a:moveTo>
                      <a:pt x="0" y="872"/>
                    </a:moveTo>
                    <a:lnTo>
                      <a:pt x="652" y="0"/>
                    </a:lnTo>
                    <a:lnTo>
                      <a:pt x="652" y="872"/>
                    </a:lnTo>
                    <a:lnTo>
                      <a:pt x="0" y="872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Freeform 122"/>
              <p:cNvSpPr>
                <a:spLocks/>
              </p:cNvSpPr>
              <p:nvPr/>
            </p:nvSpPr>
            <p:spPr bwMode="auto">
              <a:xfrm>
                <a:off x="3163888" y="4078606"/>
                <a:ext cx="504825" cy="373063"/>
              </a:xfrm>
              <a:custGeom>
                <a:avLst/>
                <a:gdLst>
                  <a:gd name="T0" fmla="*/ 93 w 211"/>
                  <a:gd name="T1" fmla="*/ 124 h 155"/>
                  <a:gd name="T2" fmla="*/ 54 w 211"/>
                  <a:gd name="T3" fmla="*/ 146 h 155"/>
                  <a:gd name="T4" fmla="*/ 29 w 211"/>
                  <a:gd name="T5" fmla="*/ 131 h 155"/>
                  <a:gd name="T6" fmla="*/ 0 w 211"/>
                  <a:gd name="T7" fmla="*/ 144 h 155"/>
                  <a:gd name="T8" fmla="*/ 108 w 211"/>
                  <a:gd name="T9" fmla="*/ 0 h 155"/>
                  <a:gd name="T10" fmla="*/ 211 w 211"/>
                  <a:gd name="T11" fmla="*/ 137 h 155"/>
                  <a:gd name="T12" fmla="*/ 187 w 211"/>
                  <a:gd name="T13" fmla="*/ 144 h 155"/>
                  <a:gd name="T14" fmla="*/ 125 w 211"/>
                  <a:gd name="T15" fmla="*/ 144 h 155"/>
                  <a:gd name="T16" fmla="*/ 93 w 211"/>
                  <a:gd name="T17" fmla="*/ 1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155">
                    <a:moveTo>
                      <a:pt x="93" y="124"/>
                    </a:moveTo>
                    <a:cubicBezTo>
                      <a:pt x="84" y="134"/>
                      <a:pt x="63" y="153"/>
                      <a:pt x="54" y="146"/>
                    </a:cubicBez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1" y="137"/>
                      <a:pt x="211" y="137"/>
                      <a:pt x="211" y="137"/>
                    </a:cubicBezTo>
                    <a:cubicBezTo>
                      <a:pt x="202" y="138"/>
                      <a:pt x="194" y="140"/>
                      <a:pt x="187" y="144"/>
                    </a:cubicBezTo>
                    <a:cubicBezTo>
                      <a:pt x="164" y="155"/>
                      <a:pt x="142" y="150"/>
                      <a:pt x="125" y="144"/>
                    </a:cubicBezTo>
                    <a:cubicBezTo>
                      <a:pt x="108" y="137"/>
                      <a:pt x="102" y="113"/>
                      <a:pt x="93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Freeform 123"/>
              <p:cNvSpPr>
                <a:spLocks/>
              </p:cNvSpPr>
              <p:nvPr/>
            </p:nvSpPr>
            <p:spPr bwMode="auto">
              <a:xfrm>
                <a:off x="3163888" y="4078606"/>
                <a:ext cx="258763" cy="368300"/>
              </a:xfrm>
              <a:custGeom>
                <a:avLst/>
                <a:gdLst>
                  <a:gd name="T0" fmla="*/ 54 w 108"/>
                  <a:gd name="T1" fmla="*/ 146 h 153"/>
                  <a:gd name="T2" fmla="*/ 29 w 108"/>
                  <a:gd name="T3" fmla="*/ 131 h 153"/>
                  <a:gd name="T4" fmla="*/ 0 w 108"/>
                  <a:gd name="T5" fmla="*/ 144 h 153"/>
                  <a:gd name="T6" fmla="*/ 108 w 108"/>
                  <a:gd name="T7" fmla="*/ 0 h 153"/>
                  <a:gd name="T8" fmla="*/ 108 w 108"/>
                  <a:gd name="T9" fmla="*/ 130 h 153"/>
                  <a:gd name="T10" fmla="*/ 93 w 108"/>
                  <a:gd name="T11" fmla="*/ 124 h 153"/>
                  <a:gd name="T12" fmla="*/ 54 w 108"/>
                  <a:gd name="T13" fmla="*/ 14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53">
                    <a:moveTo>
                      <a:pt x="54" y="146"/>
                    </a:move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30"/>
                      <a:pt x="108" y="130"/>
                      <a:pt x="108" y="130"/>
                    </a:cubicBezTo>
                    <a:cubicBezTo>
                      <a:pt x="102" y="123"/>
                      <a:pt x="98" y="118"/>
                      <a:pt x="93" y="124"/>
                    </a:cubicBezTo>
                    <a:cubicBezTo>
                      <a:pt x="84" y="134"/>
                      <a:pt x="63" y="153"/>
                      <a:pt x="54" y="146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" name="Freeform 124"/>
              <p:cNvSpPr>
                <a:spLocks/>
              </p:cNvSpPr>
              <p:nvPr/>
            </p:nvSpPr>
            <p:spPr bwMode="auto">
              <a:xfrm>
                <a:off x="3235325" y="5177156"/>
                <a:ext cx="38100" cy="106363"/>
              </a:xfrm>
              <a:custGeom>
                <a:avLst/>
                <a:gdLst>
                  <a:gd name="T0" fmla="*/ 5 w 24"/>
                  <a:gd name="T1" fmla="*/ 0 h 67"/>
                  <a:gd name="T2" fmla="*/ 0 w 24"/>
                  <a:gd name="T3" fmla="*/ 67 h 67"/>
                  <a:gd name="T4" fmla="*/ 24 w 24"/>
                  <a:gd name="T5" fmla="*/ 67 h 67"/>
                  <a:gd name="T6" fmla="*/ 18 w 24"/>
                  <a:gd name="T7" fmla="*/ 0 h 67"/>
                  <a:gd name="T8" fmla="*/ 5 w 24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67">
                    <a:moveTo>
                      <a:pt x="5" y="0"/>
                    </a:moveTo>
                    <a:lnTo>
                      <a:pt x="0" y="67"/>
                    </a:lnTo>
                    <a:lnTo>
                      <a:pt x="24" y="67"/>
                    </a:lnTo>
                    <a:lnTo>
                      <a:pt x="1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" name="Freeform 125"/>
              <p:cNvSpPr>
                <a:spLocks/>
              </p:cNvSpPr>
              <p:nvPr/>
            </p:nvSpPr>
            <p:spPr bwMode="auto">
              <a:xfrm>
                <a:off x="3254375" y="5177156"/>
                <a:ext cx="19050" cy="106363"/>
              </a:xfrm>
              <a:custGeom>
                <a:avLst/>
                <a:gdLst>
                  <a:gd name="T0" fmla="*/ 0 w 12"/>
                  <a:gd name="T1" fmla="*/ 0 h 67"/>
                  <a:gd name="T2" fmla="*/ 0 w 12"/>
                  <a:gd name="T3" fmla="*/ 67 h 67"/>
                  <a:gd name="T4" fmla="*/ 12 w 12"/>
                  <a:gd name="T5" fmla="*/ 67 h 67"/>
                  <a:gd name="T6" fmla="*/ 6 w 12"/>
                  <a:gd name="T7" fmla="*/ 0 h 67"/>
                  <a:gd name="T8" fmla="*/ 0 w 12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7">
                    <a:moveTo>
                      <a:pt x="0" y="0"/>
                    </a:moveTo>
                    <a:lnTo>
                      <a:pt x="0" y="67"/>
                    </a:lnTo>
                    <a:lnTo>
                      <a:pt x="12" y="67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126"/>
              <p:cNvSpPr>
                <a:spLocks/>
              </p:cNvSpPr>
              <p:nvPr/>
            </p:nvSpPr>
            <p:spPr bwMode="auto">
              <a:xfrm>
                <a:off x="3149600" y="4754881"/>
                <a:ext cx="209550" cy="455613"/>
              </a:xfrm>
              <a:custGeom>
                <a:avLst/>
                <a:gdLst>
                  <a:gd name="T0" fmla="*/ 0 w 132"/>
                  <a:gd name="T1" fmla="*/ 287 h 287"/>
                  <a:gd name="T2" fmla="*/ 66 w 132"/>
                  <a:gd name="T3" fmla="*/ 0 h 287"/>
                  <a:gd name="T4" fmla="*/ 132 w 132"/>
                  <a:gd name="T5" fmla="*/ 287 h 287"/>
                  <a:gd name="T6" fmla="*/ 0 w 132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287">
                    <a:moveTo>
                      <a:pt x="0" y="287"/>
                    </a:moveTo>
                    <a:lnTo>
                      <a:pt x="66" y="0"/>
                    </a:lnTo>
                    <a:lnTo>
                      <a:pt x="132" y="287"/>
                    </a:lnTo>
                    <a:lnTo>
                      <a:pt x="0" y="287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127"/>
              <p:cNvSpPr>
                <a:spLocks/>
              </p:cNvSpPr>
              <p:nvPr/>
            </p:nvSpPr>
            <p:spPr bwMode="auto">
              <a:xfrm>
                <a:off x="3254375" y="4754881"/>
                <a:ext cx="104775" cy="455613"/>
              </a:xfrm>
              <a:custGeom>
                <a:avLst/>
                <a:gdLst>
                  <a:gd name="T0" fmla="*/ 66 w 66"/>
                  <a:gd name="T1" fmla="*/ 287 h 287"/>
                  <a:gd name="T2" fmla="*/ 0 w 66"/>
                  <a:gd name="T3" fmla="*/ 0 h 287"/>
                  <a:gd name="T4" fmla="*/ 0 w 66"/>
                  <a:gd name="T5" fmla="*/ 287 h 287"/>
                  <a:gd name="T6" fmla="*/ 66 w 66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287">
                    <a:moveTo>
                      <a:pt x="66" y="287"/>
                    </a:moveTo>
                    <a:lnTo>
                      <a:pt x="0" y="0"/>
                    </a:lnTo>
                    <a:lnTo>
                      <a:pt x="0" y="287"/>
                    </a:lnTo>
                    <a:lnTo>
                      <a:pt x="66" y="287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Freeform 128"/>
              <p:cNvSpPr>
                <a:spLocks/>
              </p:cNvSpPr>
              <p:nvPr/>
            </p:nvSpPr>
            <p:spPr bwMode="auto">
              <a:xfrm>
                <a:off x="2954338" y="4956494"/>
                <a:ext cx="196850" cy="347663"/>
              </a:xfrm>
              <a:custGeom>
                <a:avLst/>
                <a:gdLst>
                  <a:gd name="T0" fmla="*/ 82 w 82"/>
                  <a:gd name="T1" fmla="*/ 104 h 145"/>
                  <a:gd name="T2" fmla="*/ 41 w 82"/>
                  <a:gd name="T3" fmla="*/ 145 h 145"/>
                  <a:gd name="T4" fmla="*/ 0 w 82"/>
                  <a:gd name="T5" fmla="*/ 104 h 145"/>
                  <a:gd name="T6" fmla="*/ 41 w 82"/>
                  <a:gd name="T7" fmla="*/ 0 h 145"/>
                  <a:gd name="T8" fmla="*/ 82 w 82"/>
                  <a:gd name="T9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45">
                    <a:moveTo>
                      <a:pt x="82" y="104"/>
                    </a:moveTo>
                    <a:cubicBezTo>
                      <a:pt x="82" y="126"/>
                      <a:pt x="64" y="145"/>
                      <a:pt x="41" y="145"/>
                    </a:cubicBezTo>
                    <a:cubicBezTo>
                      <a:pt x="19" y="145"/>
                      <a:pt x="0" y="126"/>
                      <a:pt x="0" y="104"/>
                    </a:cubicBezTo>
                    <a:cubicBezTo>
                      <a:pt x="0" y="72"/>
                      <a:pt x="19" y="0"/>
                      <a:pt x="41" y="0"/>
                    </a:cubicBezTo>
                    <a:cubicBezTo>
                      <a:pt x="64" y="0"/>
                      <a:pt x="82" y="81"/>
                      <a:pt x="82" y="104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129"/>
              <p:cNvSpPr>
                <a:spLocks/>
              </p:cNvSpPr>
              <p:nvPr/>
            </p:nvSpPr>
            <p:spPr bwMode="auto">
              <a:xfrm>
                <a:off x="3052763" y="4956494"/>
                <a:ext cx="98425" cy="347663"/>
              </a:xfrm>
              <a:custGeom>
                <a:avLst/>
                <a:gdLst>
                  <a:gd name="T0" fmla="*/ 41 w 41"/>
                  <a:gd name="T1" fmla="*/ 104 h 145"/>
                  <a:gd name="T2" fmla="*/ 0 w 41"/>
                  <a:gd name="T3" fmla="*/ 0 h 145"/>
                  <a:gd name="T4" fmla="*/ 0 w 41"/>
                  <a:gd name="T5" fmla="*/ 145 h 145"/>
                  <a:gd name="T6" fmla="*/ 41 w 41"/>
                  <a:gd name="T7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145">
                    <a:moveTo>
                      <a:pt x="41" y="104"/>
                    </a:moveTo>
                    <a:cubicBezTo>
                      <a:pt x="41" y="75"/>
                      <a:pt x="23" y="0"/>
                      <a:pt x="0" y="0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23" y="145"/>
                      <a:pt x="41" y="126"/>
                      <a:pt x="41" y="104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130"/>
              <p:cNvSpPr>
                <a:spLocks/>
              </p:cNvSpPr>
              <p:nvPr/>
            </p:nvSpPr>
            <p:spPr bwMode="auto">
              <a:xfrm>
                <a:off x="3038475" y="5205731"/>
                <a:ext cx="28575" cy="158750"/>
              </a:xfrm>
              <a:custGeom>
                <a:avLst/>
                <a:gdLst>
                  <a:gd name="T0" fmla="*/ 5 w 18"/>
                  <a:gd name="T1" fmla="*/ 0 h 100"/>
                  <a:gd name="T2" fmla="*/ 0 w 18"/>
                  <a:gd name="T3" fmla="*/ 100 h 100"/>
                  <a:gd name="T4" fmla="*/ 18 w 18"/>
                  <a:gd name="T5" fmla="*/ 100 h 100"/>
                  <a:gd name="T6" fmla="*/ 14 w 18"/>
                  <a:gd name="T7" fmla="*/ 0 h 100"/>
                  <a:gd name="T8" fmla="*/ 5 w 18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0">
                    <a:moveTo>
                      <a:pt x="5" y="0"/>
                    </a:moveTo>
                    <a:lnTo>
                      <a:pt x="0" y="100"/>
                    </a:lnTo>
                    <a:lnTo>
                      <a:pt x="18" y="100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131"/>
              <p:cNvSpPr>
                <a:spLocks/>
              </p:cNvSpPr>
              <p:nvPr/>
            </p:nvSpPr>
            <p:spPr bwMode="auto">
              <a:xfrm>
                <a:off x="3052763" y="5205731"/>
                <a:ext cx="14288" cy="158750"/>
              </a:xfrm>
              <a:custGeom>
                <a:avLst/>
                <a:gdLst>
                  <a:gd name="T0" fmla="*/ 0 w 9"/>
                  <a:gd name="T1" fmla="*/ 0 h 100"/>
                  <a:gd name="T2" fmla="*/ 0 w 9"/>
                  <a:gd name="T3" fmla="*/ 100 h 100"/>
                  <a:gd name="T4" fmla="*/ 9 w 9"/>
                  <a:gd name="T5" fmla="*/ 100 h 100"/>
                  <a:gd name="T6" fmla="*/ 5 w 9"/>
                  <a:gd name="T7" fmla="*/ 0 h 100"/>
                  <a:gd name="T8" fmla="*/ 0 w 9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0">
                    <a:moveTo>
                      <a:pt x="0" y="0"/>
                    </a:moveTo>
                    <a:lnTo>
                      <a:pt x="0" y="100"/>
                    </a:lnTo>
                    <a:lnTo>
                      <a:pt x="9" y="10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132"/>
              <p:cNvSpPr>
                <a:spLocks/>
              </p:cNvSpPr>
              <p:nvPr/>
            </p:nvSpPr>
            <p:spPr bwMode="auto">
              <a:xfrm>
                <a:off x="3140075" y="4988244"/>
                <a:ext cx="2995613" cy="477838"/>
              </a:xfrm>
              <a:custGeom>
                <a:avLst/>
                <a:gdLst>
                  <a:gd name="T0" fmla="*/ 625 w 1251"/>
                  <a:gd name="T1" fmla="*/ 0 h 199"/>
                  <a:gd name="T2" fmla="*/ 1251 w 1251"/>
                  <a:gd name="T3" fmla="*/ 199 h 199"/>
                  <a:gd name="T4" fmla="*/ 625 w 1251"/>
                  <a:gd name="T5" fmla="*/ 199 h 199"/>
                  <a:gd name="T6" fmla="*/ 0 w 1251"/>
                  <a:gd name="T7" fmla="*/ 199 h 199"/>
                  <a:gd name="T8" fmla="*/ 625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5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6" y="199"/>
                      <a:pt x="380" y="0"/>
                      <a:pt x="625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133"/>
              <p:cNvSpPr>
                <a:spLocks/>
              </p:cNvSpPr>
              <p:nvPr/>
            </p:nvSpPr>
            <p:spPr bwMode="auto">
              <a:xfrm>
                <a:off x="3140075" y="4988244"/>
                <a:ext cx="1497013" cy="477838"/>
              </a:xfrm>
              <a:custGeom>
                <a:avLst/>
                <a:gdLst>
                  <a:gd name="T0" fmla="*/ 0 w 625"/>
                  <a:gd name="T1" fmla="*/ 199 h 199"/>
                  <a:gd name="T2" fmla="*/ 625 w 625"/>
                  <a:gd name="T3" fmla="*/ 0 h 199"/>
                  <a:gd name="T4" fmla="*/ 625 w 625"/>
                  <a:gd name="T5" fmla="*/ 199 h 199"/>
                  <a:gd name="T6" fmla="*/ 0 w 625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199">
                    <a:moveTo>
                      <a:pt x="0" y="199"/>
                    </a:moveTo>
                    <a:cubicBezTo>
                      <a:pt x="396" y="199"/>
                      <a:pt x="380" y="0"/>
                      <a:pt x="625" y="0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134"/>
              <p:cNvSpPr>
                <a:spLocks/>
              </p:cNvSpPr>
              <p:nvPr/>
            </p:nvSpPr>
            <p:spPr bwMode="auto">
              <a:xfrm>
                <a:off x="7489825" y="5162869"/>
                <a:ext cx="2481263" cy="303213"/>
              </a:xfrm>
              <a:custGeom>
                <a:avLst/>
                <a:gdLst>
                  <a:gd name="T0" fmla="*/ 518 w 1036"/>
                  <a:gd name="T1" fmla="*/ 0 h 126"/>
                  <a:gd name="T2" fmla="*/ 1036 w 1036"/>
                  <a:gd name="T3" fmla="*/ 126 h 126"/>
                  <a:gd name="T4" fmla="*/ 518 w 1036"/>
                  <a:gd name="T5" fmla="*/ 126 h 126"/>
                  <a:gd name="T6" fmla="*/ 0 w 1036"/>
                  <a:gd name="T7" fmla="*/ 126 h 126"/>
                  <a:gd name="T8" fmla="*/ 518 w 1036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6" h="126">
                    <a:moveTo>
                      <a:pt x="518" y="0"/>
                    </a:moveTo>
                    <a:cubicBezTo>
                      <a:pt x="721" y="0"/>
                      <a:pt x="708" y="126"/>
                      <a:pt x="1036" y="126"/>
                    </a:cubicBezTo>
                    <a:cubicBezTo>
                      <a:pt x="518" y="126"/>
                      <a:pt x="518" y="126"/>
                      <a:pt x="518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29" y="126"/>
                      <a:pt x="315" y="0"/>
                      <a:pt x="518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135"/>
              <p:cNvSpPr>
                <a:spLocks/>
              </p:cNvSpPr>
              <p:nvPr/>
            </p:nvSpPr>
            <p:spPr bwMode="auto">
              <a:xfrm>
                <a:off x="7489825" y="5162869"/>
                <a:ext cx="1241425" cy="303213"/>
              </a:xfrm>
              <a:custGeom>
                <a:avLst/>
                <a:gdLst>
                  <a:gd name="T0" fmla="*/ 0 w 518"/>
                  <a:gd name="T1" fmla="*/ 126 h 126"/>
                  <a:gd name="T2" fmla="*/ 518 w 518"/>
                  <a:gd name="T3" fmla="*/ 0 h 126"/>
                  <a:gd name="T4" fmla="*/ 518 w 518"/>
                  <a:gd name="T5" fmla="*/ 126 h 126"/>
                  <a:gd name="T6" fmla="*/ 0 w 518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8" h="126">
                    <a:moveTo>
                      <a:pt x="0" y="126"/>
                    </a:moveTo>
                    <a:cubicBezTo>
                      <a:pt x="329" y="126"/>
                      <a:pt x="315" y="0"/>
                      <a:pt x="518" y="0"/>
                    </a:cubicBezTo>
                    <a:cubicBezTo>
                      <a:pt x="518" y="126"/>
                      <a:pt x="518" y="126"/>
                      <a:pt x="518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Oval 136"/>
              <p:cNvSpPr>
                <a:spLocks noChangeArrowheads="1"/>
              </p:cNvSpPr>
              <p:nvPr/>
            </p:nvSpPr>
            <p:spPr bwMode="auto">
              <a:xfrm>
                <a:off x="8670925" y="4993006"/>
                <a:ext cx="285750" cy="3810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137"/>
              <p:cNvSpPr>
                <a:spLocks/>
              </p:cNvSpPr>
              <p:nvPr/>
            </p:nvSpPr>
            <p:spPr bwMode="auto">
              <a:xfrm>
                <a:off x="8812213" y="4993006"/>
                <a:ext cx="144463" cy="381000"/>
              </a:xfrm>
              <a:custGeom>
                <a:avLst/>
                <a:gdLst>
                  <a:gd name="T0" fmla="*/ 60 w 60"/>
                  <a:gd name="T1" fmla="*/ 79 h 159"/>
                  <a:gd name="T2" fmla="*/ 0 w 60"/>
                  <a:gd name="T3" fmla="*/ 0 h 159"/>
                  <a:gd name="T4" fmla="*/ 0 w 60"/>
                  <a:gd name="T5" fmla="*/ 159 h 159"/>
                  <a:gd name="T6" fmla="*/ 60 w 60"/>
                  <a:gd name="T7" fmla="*/ 7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159">
                    <a:moveTo>
                      <a:pt x="60" y="79"/>
                    </a:moveTo>
                    <a:cubicBezTo>
                      <a:pt x="60" y="36"/>
                      <a:pt x="33" y="0"/>
                      <a:pt x="0" y="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33" y="159"/>
                      <a:pt x="60" y="123"/>
                      <a:pt x="60" y="79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138"/>
              <p:cNvSpPr>
                <a:spLocks/>
              </p:cNvSpPr>
              <p:nvPr/>
            </p:nvSpPr>
            <p:spPr bwMode="auto">
              <a:xfrm>
                <a:off x="8793163" y="5231131"/>
                <a:ext cx="41275" cy="231775"/>
              </a:xfrm>
              <a:custGeom>
                <a:avLst/>
                <a:gdLst>
                  <a:gd name="T0" fmla="*/ 4 w 26"/>
                  <a:gd name="T1" fmla="*/ 0 h 146"/>
                  <a:gd name="T2" fmla="*/ 0 w 26"/>
                  <a:gd name="T3" fmla="*/ 146 h 146"/>
                  <a:gd name="T4" fmla="*/ 26 w 26"/>
                  <a:gd name="T5" fmla="*/ 146 h 146"/>
                  <a:gd name="T6" fmla="*/ 20 w 26"/>
                  <a:gd name="T7" fmla="*/ 0 h 146"/>
                  <a:gd name="T8" fmla="*/ 4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4" y="0"/>
                    </a:moveTo>
                    <a:lnTo>
                      <a:pt x="0" y="146"/>
                    </a:lnTo>
                    <a:lnTo>
                      <a:pt x="26" y="146"/>
                    </a:lnTo>
                    <a:lnTo>
                      <a:pt x="2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139"/>
              <p:cNvSpPr>
                <a:spLocks/>
              </p:cNvSpPr>
              <p:nvPr/>
            </p:nvSpPr>
            <p:spPr bwMode="auto">
              <a:xfrm>
                <a:off x="8812213" y="5231131"/>
                <a:ext cx="22225" cy="231775"/>
              </a:xfrm>
              <a:custGeom>
                <a:avLst/>
                <a:gdLst>
                  <a:gd name="T0" fmla="*/ 0 w 14"/>
                  <a:gd name="T1" fmla="*/ 0 h 146"/>
                  <a:gd name="T2" fmla="*/ 0 w 14"/>
                  <a:gd name="T3" fmla="*/ 146 h 146"/>
                  <a:gd name="T4" fmla="*/ 14 w 14"/>
                  <a:gd name="T5" fmla="*/ 146 h 146"/>
                  <a:gd name="T6" fmla="*/ 8 w 14"/>
                  <a:gd name="T7" fmla="*/ 0 h 146"/>
                  <a:gd name="T8" fmla="*/ 0 w 14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6">
                    <a:moveTo>
                      <a:pt x="0" y="0"/>
                    </a:moveTo>
                    <a:lnTo>
                      <a:pt x="0" y="146"/>
                    </a:lnTo>
                    <a:lnTo>
                      <a:pt x="14" y="146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140"/>
              <p:cNvSpPr>
                <a:spLocks/>
              </p:cNvSpPr>
              <p:nvPr/>
            </p:nvSpPr>
            <p:spPr bwMode="auto">
              <a:xfrm>
                <a:off x="8074025" y="4843781"/>
                <a:ext cx="228600" cy="401638"/>
              </a:xfrm>
              <a:custGeom>
                <a:avLst/>
                <a:gdLst>
                  <a:gd name="T0" fmla="*/ 95 w 95"/>
                  <a:gd name="T1" fmla="*/ 120 h 167"/>
                  <a:gd name="T2" fmla="*/ 48 w 95"/>
                  <a:gd name="T3" fmla="*/ 167 h 167"/>
                  <a:gd name="T4" fmla="*/ 0 w 95"/>
                  <a:gd name="T5" fmla="*/ 120 h 167"/>
                  <a:gd name="T6" fmla="*/ 48 w 95"/>
                  <a:gd name="T7" fmla="*/ 0 h 167"/>
                  <a:gd name="T8" fmla="*/ 95 w 95"/>
                  <a:gd name="T9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67">
                    <a:moveTo>
                      <a:pt x="95" y="120"/>
                    </a:moveTo>
                    <a:cubicBezTo>
                      <a:pt x="95" y="146"/>
                      <a:pt x="74" y="167"/>
                      <a:pt x="48" y="167"/>
                    </a:cubicBezTo>
                    <a:cubicBezTo>
                      <a:pt x="21" y="167"/>
                      <a:pt x="0" y="146"/>
                      <a:pt x="0" y="120"/>
                    </a:cubicBezTo>
                    <a:cubicBezTo>
                      <a:pt x="0" y="84"/>
                      <a:pt x="21" y="0"/>
                      <a:pt x="48" y="0"/>
                    </a:cubicBezTo>
                    <a:cubicBezTo>
                      <a:pt x="74" y="0"/>
                      <a:pt x="95" y="94"/>
                      <a:pt x="95" y="120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141"/>
              <p:cNvSpPr>
                <a:spLocks/>
              </p:cNvSpPr>
              <p:nvPr/>
            </p:nvSpPr>
            <p:spPr bwMode="auto">
              <a:xfrm>
                <a:off x="8189913" y="4843781"/>
                <a:ext cx="112713" cy="401638"/>
              </a:xfrm>
              <a:custGeom>
                <a:avLst/>
                <a:gdLst>
                  <a:gd name="T0" fmla="*/ 47 w 47"/>
                  <a:gd name="T1" fmla="*/ 120 h 167"/>
                  <a:gd name="T2" fmla="*/ 0 w 47"/>
                  <a:gd name="T3" fmla="*/ 0 h 167"/>
                  <a:gd name="T4" fmla="*/ 0 w 47"/>
                  <a:gd name="T5" fmla="*/ 167 h 167"/>
                  <a:gd name="T6" fmla="*/ 47 w 47"/>
                  <a:gd name="T7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67">
                    <a:moveTo>
                      <a:pt x="47" y="120"/>
                    </a:moveTo>
                    <a:cubicBezTo>
                      <a:pt x="47" y="86"/>
                      <a:pt x="26" y="0"/>
                      <a:pt x="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26" y="167"/>
                      <a:pt x="47" y="146"/>
                      <a:pt x="47" y="12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142"/>
              <p:cNvSpPr>
                <a:spLocks/>
              </p:cNvSpPr>
              <p:nvPr/>
            </p:nvSpPr>
            <p:spPr bwMode="auto">
              <a:xfrm>
                <a:off x="8172450" y="5132706"/>
                <a:ext cx="31750" cy="180975"/>
              </a:xfrm>
              <a:custGeom>
                <a:avLst/>
                <a:gdLst>
                  <a:gd name="T0" fmla="*/ 5 w 20"/>
                  <a:gd name="T1" fmla="*/ 0 h 114"/>
                  <a:gd name="T2" fmla="*/ 0 w 20"/>
                  <a:gd name="T3" fmla="*/ 114 h 114"/>
                  <a:gd name="T4" fmla="*/ 20 w 20"/>
                  <a:gd name="T5" fmla="*/ 114 h 114"/>
                  <a:gd name="T6" fmla="*/ 15 w 20"/>
                  <a:gd name="T7" fmla="*/ 0 h 114"/>
                  <a:gd name="T8" fmla="*/ 5 w 20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14">
                    <a:moveTo>
                      <a:pt x="5" y="0"/>
                    </a:moveTo>
                    <a:lnTo>
                      <a:pt x="0" y="114"/>
                    </a:lnTo>
                    <a:lnTo>
                      <a:pt x="20" y="114"/>
                    </a:lnTo>
                    <a:lnTo>
                      <a:pt x="1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143"/>
              <p:cNvSpPr>
                <a:spLocks/>
              </p:cNvSpPr>
              <p:nvPr/>
            </p:nvSpPr>
            <p:spPr bwMode="auto">
              <a:xfrm>
                <a:off x="8189913" y="5132706"/>
                <a:ext cx="14288" cy="180975"/>
              </a:xfrm>
              <a:custGeom>
                <a:avLst/>
                <a:gdLst>
                  <a:gd name="T0" fmla="*/ 0 w 9"/>
                  <a:gd name="T1" fmla="*/ 0 h 114"/>
                  <a:gd name="T2" fmla="*/ 0 w 9"/>
                  <a:gd name="T3" fmla="*/ 114 h 114"/>
                  <a:gd name="T4" fmla="*/ 9 w 9"/>
                  <a:gd name="T5" fmla="*/ 114 h 114"/>
                  <a:gd name="T6" fmla="*/ 4 w 9"/>
                  <a:gd name="T7" fmla="*/ 0 h 114"/>
                  <a:gd name="T8" fmla="*/ 0 w 9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4">
                    <a:moveTo>
                      <a:pt x="0" y="0"/>
                    </a:moveTo>
                    <a:lnTo>
                      <a:pt x="0" y="114"/>
                    </a:lnTo>
                    <a:lnTo>
                      <a:pt x="9" y="11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144"/>
              <p:cNvSpPr>
                <a:spLocks/>
              </p:cNvSpPr>
              <p:nvPr/>
            </p:nvSpPr>
            <p:spPr bwMode="auto">
              <a:xfrm>
                <a:off x="8355013" y="5273994"/>
                <a:ext cx="30163" cy="88900"/>
              </a:xfrm>
              <a:custGeom>
                <a:avLst/>
                <a:gdLst>
                  <a:gd name="T0" fmla="*/ 3 w 19"/>
                  <a:gd name="T1" fmla="*/ 0 h 56"/>
                  <a:gd name="T2" fmla="*/ 0 w 19"/>
                  <a:gd name="T3" fmla="*/ 56 h 56"/>
                  <a:gd name="T4" fmla="*/ 19 w 19"/>
                  <a:gd name="T5" fmla="*/ 56 h 56"/>
                  <a:gd name="T6" fmla="*/ 15 w 19"/>
                  <a:gd name="T7" fmla="*/ 0 h 56"/>
                  <a:gd name="T8" fmla="*/ 3 w 19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6">
                    <a:moveTo>
                      <a:pt x="3" y="0"/>
                    </a:moveTo>
                    <a:lnTo>
                      <a:pt x="0" y="56"/>
                    </a:lnTo>
                    <a:lnTo>
                      <a:pt x="19" y="56"/>
                    </a:lnTo>
                    <a:lnTo>
                      <a:pt x="1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145"/>
              <p:cNvSpPr>
                <a:spLocks/>
              </p:cNvSpPr>
              <p:nvPr/>
            </p:nvSpPr>
            <p:spPr bwMode="auto">
              <a:xfrm>
                <a:off x="8369300" y="5273994"/>
                <a:ext cx="15875" cy="88900"/>
              </a:xfrm>
              <a:custGeom>
                <a:avLst/>
                <a:gdLst>
                  <a:gd name="T0" fmla="*/ 0 w 10"/>
                  <a:gd name="T1" fmla="*/ 0 h 56"/>
                  <a:gd name="T2" fmla="*/ 0 w 10"/>
                  <a:gd name="T3" fmla="*/ 56 h 56"/>
                  <a:gd name="T4" fmla="*/ 10 w 10"/>
                  <a:gd name="T5" fmla="*/ 56 h 56"/>
                  <a:gd name="T6" fmla="*/ 6 w 10"/>
                  <a:gd name="T7" fmla="*/ 0 h 56"/>
                  <a:gd name="T8" fmla="*/ 0 w 1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6">
                    <a:moveTo>
                      <a:pt x="0" y="0"/>
                    </a:moveTo>
                    <a:lnTo>
                      <a:pt x="0" y="56"/>
                    </a:lnTo>
                    <a:lnTo>
                      <a:pt x="10" y="56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Freeform 146"/>
              <p:cNvSpPr>
                <a:spLocks/>
              </p:cNvSpPr>
              <p:nvPr/>
            </p:nvSpPr>
            <p:spPr bwMode="auto">
              <a:xfrm>
                <a:off x="8280400" y="4921569"/>
                <a:ext cx="177800" cy="381000"/>
              </a:xfrm>
              <a:custGeom>
                <a:avLst/>
                <a:gdLst>
                  <a:gd name="T0" fmla="*/ 0 w 112"/>
                  <a:gd name="T1" fmla="*/ 240 h 240"/>
                  <a:gd name="T2" fmla="*/ 56 w 112"/>
                  <a:gd name="T3" fmla="*/ 0 h 240"/>
                  <a:gd name="T4" fmla="*/ 112 w 112"/>
                  <a:gd name="T5" fmla="*/ 240 h 240"/>
                  <a:gd name="T6" fmla="*/ 0 w 112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0">
                    <a:moveTo>
                      <a:pt x="0" y="240"/>
                    </a:moveTo>
                    <a:lnTo>
                      <a:pt x="56" y="0"/>
                    </a:lnTo>
                    <a:lnTo>
                      <a:pt x="112" y="240"/>
                    </a:lnTo>
                    <a:lnTo>
                      <a:pt x="0" y="24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147"/>
              <p:cNvSpPr>
                <a:spLocks/>
              </p:cNvSpPr>
              <p:nvPr/>
            </p:nvSpPr>
            <p:spPr bwMode="auto">
              <a:xfrm>
                <a:off x="8369300" y="4921569"/>
                <a:ext cx="88900" cy="381000"/>
              </a:xfrm>
              <a:custGeom>
                <a:avLst/>
                <a:gdLst>
                  <a:gd name="T0" fmla="*/ 56 w 56"/>
                  <a:gd name="T1" fmla="*/ 240 h 240"/>
                  <a:gd name="T2" fmla="*/ 0 w 56"/>
                  <a:gd name="T3" fmla="*/ 0 h 240"/>
                  <a:gd name="T4" fmla="*/ 0 w 56"/>
                  <a:gd name="T5" fmla="*/ 240 h 240"/>
                  <a:gd name="T6" fmla="*/ 56 w 56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0">
                    <a:moveTo>
                      <a:pt x="56" y="240"/>
                    </a:moveTo>
                    <a:lnTo>
                      <a:pt x="0" y="0"/>
                    </a:lnTo>
                    <a:lnTo>
                      <a:pt x="0" y="240"/>
                    </a:lnTo>
                    <a:lnTo>
                      <a:pt x="56" y="24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148"/>
              <p:cNvSpPr>
                <a:spLocks/>
              </p:cNvSpPr>
              <p:nvPr/>
            </p:nvSpPr>
            <p:spPr bwMode="auto">
              <a:xfrm>
                <a:off x="4152900" y="4988244"/>
                <a:ext cx="2997200" cy="477838"/>
              </a:xfrm>
              <a:custGeom>
                <a:avLst/>
                <a:gdLst>
                  <a:gd name="T0" fmla="*/ 626 w 1251"/>
                  <a:gd name="T1" fmla="*/ 0 h 199"/>
                  <a:gd name="T2" fmla="*/ 1251 w 1251"/>
                  <a:gd name="T3" fmla="*/ 199 h 199"/>
                  <a:gd name="T4" fmla="*/ 626 w 1251"/>
                  <a:gd name="T5" fmla="*/ 199 h 199"/>
                  <a:gd name="T6" fmla="*/ 0 w 1251"/>
                  <a:gd name="T7" fmla="*/ 199 h 199"/>
                  <a:gd name="T8" fmla="*/ 626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6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7" y="199"/>
                      <a:pt x="380" y="0"/>
                      <a:pt x="626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149"/>
              <p:cNvSpPr>
                <a:spLocks/>
              </p:cNvSpPr>
              <p:nvPr/>
            </p:nvSpPr>
            <p:spPr bwMode="auto">
              <a:xfrm>
                <a:off x="4152900" y="4988244"/>
                <a:ext cx="1500188" cy="477838"/>
              </a:xfrm>
              <a:custGeom>
                <a:avLst/>
                <a:gdLst>
                  <a:gd name="T0" fmla="*/ 0 w 626"/>
                  <a:gd name="T1" fmla="*/ 199 h 199"/>
                  <a:gd name="T2" fmla="*/ 626 w 626"/>
                  <a:gd name="T3" fmla="*/ 0 h 199"/>
                  <a:gd name="T4" fmla="*/ 626 w 626"/>
                  <a:gd name="T5" fmla="*/ 199 h 199"/>
                  <a:gd name="T6" fmla="*/ 0 w 626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6" h="199">
                    <a:moveTo>
                      <a:pt x="0" y="199"/>
                    </a:moveTo>
                    <a:cubicBezTo>
                      <a:pt x="397" y="199"/>
                      <a:pt x="380" y="0"/>
                      <a:pt x="626" y="0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150"/>
              <p:cNvSpPr>
                <a:spLocks/>
              </p:cNvSpPr>
              <p:nvPr/>
            </p:nvSpPr>
            <p:spPr bwMode="auto">
              <a:xfrm>
                <a:off x="5321300" y="5162869"/>
                <a:ext cx="4140200" cy="303213"/>
              </a:xfrm>
              <a:custGeom>
                <a:avLst/>
                <a:gdLst>
                  <a:gd name="T0" fmla="*/ 864 w 1728"/>
                  <a:gd name="T1" fmla="*/ 0 h 126"/>
                  <a:gd name="T2" fmla="*/ 1728 w 1728"/>
                  <a:gd name="T3" fmla="*/ 126 h 126"/>
                  <a:gd name="T4" fmla="*/ 864 w 1728"/>
                  <a:gd name="T5" fmla="*/ 126 h 126"/>
                  <a:gd name="T6" fmla="*/ 0 w 1728"/>
                  <a:gd name="T7" fmla="*/ 126 h 126"/>
                  <a:gd name="T8" fmla="*/ 864 w 1728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8" h="126">
                    <a:moveTo>
                      <a:pt x="864" y="0"/>
                    </a:moveTo>
                    <a:cubicBezTo>
                      <a:pt x="1203" y="0"/>
                      <a:pt x="1180" y="126"/>
                      <a:pt x="1728" y="126"/>
                    </a:cubicBezTo>
                    <a:cubicBezTo>
                      <a:pt x="864" y="126"/>
                      <a:pt x="864" y="126"/>
                      <a:pt x="8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548" y="126"/>
                      <a:pt x="525" y="0"/>
                      <a:pt x="864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151"/>
              <p:cNvSpPr>
                <a:spLocks/>
              </p:cNvSpPr>
              <p:nvPr/>
            </p:nvSpPr>
            <p:spPr bwMode="auto">
              <a:xfrm>
                <a:off x="5321300" y="5162869"/>
                <a:ext cx="2070100" cy="303213"/>
              </a:xfrm>
              <a:custGeom>
                <a:avLst/>
                <a:gdLst>
                  <a:gd name="T0" fmla="*/ 0 w 864"/>
                  <a:gd name="T1" fmla="*/ 126 h 126"/>
                  <a:gd name="T2" fmla="*/ 864 w 864"/>
                  <a:gd name="T3" fmla="*/ 0 h 126"/>
                  <a:gd name="T4" fmla="*/ 864 w 864"/>
                  <a:gd name="T5" fmla="*/ 126 h 126"/>
                  <a:gd name="T6" fmla="*/ 0 w 8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4" h="126">
                    <a:moveTo>
                      <a:pt x="0" y="126"/>
                    </a:moveTo>
                    <a:cubicBezTo>
                      <a:pt x="548" y="126"/>
                      <a:pt x="525" y="0"/>
                      <a:pt x="864" y="0"/>
                    </a:cubicBezTo>
                    <a:cubicBezTo>
                      <a:pt x="864" y="126"/>
                      <a:pt x="864" y="126"/>
                      <a:pt x="8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152"/>
              <p:cNvSpPr>
                <a:spLocks/>
              </p:cNvSpPr>
              <p:nvPr/>
            </p:nvSpPr>
            <p:spPr bwMode="auto">
              <a:xfrm>
                <a:off x="2349500" y="5162869"/>
                <a:ext cx="2703513" cy="303213"/>
              </a:xfrm>
              <a:custGeom>
                <a:avLst/>
                <a:gdLst>
                  <a:gd name="T0" fmla="*/ 564 w 1129"/>
                  <a:gd name="T1" fmla="*/ 0 h 126"/>
                  <a:gd name="T2" fmla="*/ 1129 w 1129"/>
                  <a:gd name="T3" fmla="*/ 126 h 126"/>
                  <a:gd name="T4" fmla="*/ 564 w 1129"/>
                  <a:gd name="T5" fmla="*/ 126 h 126"/>
                  <a:gd name="T6" fmla="*/ 0 w 1129"/>
                  <a:gd name="T7" fmla="*/ 126 h 126"/>
                  <a:gd name="T8" fmla="*/ 564 w 1129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9" h="126">
                    <a:moveTo>
                      <a:pt x="564" y="0"/>
                    </a:moveTo>
                    <a:cubicBezTo>
                      <a:pt x="786" y="0"/>
                      <a:pt x="771" y="126"/>
                      <a:pt x="1129" y="126"/>
                    </a:cubicBezTo>
                    <a:cubicBezTo>
                      <a:pt x="564" y="126"/>
                      <a:pt x="564" y="126"/>
                      <a:pt x="5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58" y="126"/>
                      <a:pt x="343" y="0"/>
                      <a:pt x="564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153"/>
              <p:cNvSpPr>
                <a:spLocks/>
              </p:cNvSpPr>
              <p:nvPr/>
            </p:nvSpPr>
            <p:spPr bwMode="auto">
              <a:xfrm>
                <a:off x="2349500" y="5162869"/>
                <a:ext cx="1350963" cy="303213"/>
              </a:xfrm>
              <a:custGeom>
                <a:avLst/>
                <a:gdLst>
                  <a:gd name="T0" fmla="*/ 0 w 564"/>
                  <a:gd name="T1" fmla="*/ 126 h 126"/>
                  <a:gd name="T2" fmla="*/ 564 w 564"/>
                  <a:gd name="T3" fmla="*/ 0 h 126"/>
                  <a:gd name="T4" fmla="*/ 564 w 564"/>
                  <a:gd name="T5" fmla="*/ 126 h 126"/>
                  <a:gd name="T6" fmla="*/ 0 w 5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4" h="126">
                    <a:moveTo>
                      <a:pt x="0" y="126"/>
                    </a:moveTo>
                    <a:cubicBezTo>
                      <a:pt x="358" y="126"/>
                      <a:pt x="343" y="0"/>
                      <a:pt x="564" y="0"/>
                    </a:cubicBezTo>
                    <a:cubicBezTo>
                      <a:pt x="564" y="126"/>
                      <a:pt x="564" y="126"/>
                      <a:pt x="5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Oval 154"/>
              <p:cNvSpPr>
                <a:spLocks noChangeArrowheads="1"/>
              </p:cNvSpPr>
              <p:nvPr/>
            </p:nvSpPr>
            <p:spPr bwMode="auto">
              <a:xfrm>
                <a:off x="2454275" y="4931094"/>
                <a:ext cx="323850" cy="4318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155"/>
              <p:cNvSpPr>
                <a:spLocks/>
              </p:cNvSpPr>
              <p:nvPr/>
            </p:nvSpPr>
            <p:spPr bwMode="auto">
              <a:xfrm>
                <a:off x="2617788" y="4931094"/>
                <a:ext cx="160338" cy="431800"/>
              </a:xfrm>
              <a:custGeom>
                <a:avLst/>
                <a:gdLst>
                  <a:gd name="T0" fmla="*/ 67 w 67"/>
                  <a:gd name="T1" fmla="*/ 90 h 180"/>
                  <a:gd name="T2" fmla="*/ 0 w 67"/>
                  <a:gd name="T3" fmla="*/ 0 h 180"/>
                  <a:gd name="T4" fmla="*/ 0 w 67"/>
                  <a:gd name="T5" fmla="*/ 180 h 180"/>
                  <a:gd name="T6" fmla="*/ 67 w 67"/>
                  <a:gd name="T7" fmla="*/ 9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80">
                    <a:moveTo>
                      <a:pt x="67" y="90"/>
                    </a:moveTo>
                    <a:cubicBezTo>
                      <a:pt x="67" y="40"/>
                      <a:pt x="37" y="0"/>
                      <a:pt x="0" y="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37" y="180"/>
                      <a:pt x="67" y="139"/>
                      <a:pt x="67" y="9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156"/>
              <p:cNvSpPr>
                <a:spLocks/>
              </p:cNvSpPr>
              <p:nvPr/>
            </p:nvSpPr>
            <p:spPr bwMode="auto">
              <a:xfrm>
                <a:off x="2593975" y="5199381"/>
                <a:ext cx="44450" cy="263525"/>
              </a:xfrm>
              <a:custGeom>
                <a:avLst/>
                <a:gdLst>
                  <a:gd name="T0" fmla="*/ 6 w 28"/>
                  <a:gd name="T1" fmla="*/ 0 h 166"/>
                  <a:gd name="T2" fmla="*/ 0 w 28"/>
                  <a:gd name="T3" fmla="*/ 166 h 166"/>
                  <a:gd name="T4" fmla="*/ 28 w 28"/>
                  <a:gd name="T5" fmla="*/ 166 h 166"/>
                  <a:gd name="T6" fmla="*/ 22 w 28"/>
                  <a:gd name="T7" fmla="*/ 0 h 166"/>
                  <a:gd name="T8" fmla="*/ 6 w 28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66">
                    <a:moveTo>
                      <a:pt x="6" y="0"/>
                    </a:moveTo>
                    <a:lnTo>
                      <a:pt x="0" y="166"/>
                    </a:lnTo>
                    <a:lnTo>
                      <a:pt x="28" y="166"/>
                    </a:lnTo>
                    <a:lnTo>
                      <a:pt x="2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157"/>
              <p:cNvSpPr>
                <a:spLocks/>
              </p:cNvSpPr>
              <p:nvPr/>
            </p:nvSpPr>
            <p:spPr bwMode="auto">
              <a:xfrm>
                <a:off x="2617788" y="5199381"/>
                <a:ext cx="20638" cy="263525"/>
              </a:xfrm>
              <a:custGeom>
                <a:avLst/>
                <a:gdLst>
                  <a:gd name="T0" fmla="*/ 0 w 13"/>
                  <a:gd name="T1" fmla="*/ 0 h 166"/>
                  <a:gd name="T2" fmla="*/ 0 w 13"/>
                  <a:gd name="T3" fmla="*/ 166 h 166"/>
                  <a:gd name="T4" fmla="*/ 13 w 13"/>
                  <a:gd name="T5" fmla="*/ 166 h 166"/>
                  <a:gd name="T6" fmla="*/ 7 w 13"/>
                  <a:gd name="T7" fmla="*/ 0 h 166"/>
                  <a:gd name="T8" fmla="*/ 0 w 13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66">
                    <a:moveTo>
                      <a:pt x="0" y="0"/>
                    </a:moveTo>
                    <a:lnTo>
                      <a:pt x="0" y="166"/>
                    </a:lnTo>
                    <a:lnTo>
                      <a:pt x="13" y="166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158"/>
              <p:cNvSpPr>
                <a:spLocks/>
              </p:cNvSpPr>
              <p:nvPr/>
            </p:nvSpPr>
            <p:spPr bwMode="auto">
              <a:xfrm>
                <a:off x="3554413" y="5143819"/>
                <a:ext cx="9525" cy="31750"/>
              </a:xfrm>
              <a:custGeom>
                <a:avLst/>
                <a:gdLst>
                  <a:gd name="T0" fmla="*/ 6 w 6"/>
                  <a:gd name="T1" fmla="*/ 20 h 20"/>
                  <a:gd name="T2" fmla="*/ 0 w 6"/>
                  <a:gd name="T3" fmla="*/ 20 h 20"/>
                  <a:gd name="T4" fmla="*/ 0 w 6"/>
                  <a:gd name="T5" fmla="*/ 0 h 20"/>
                  <a:gd name="T6" fmla="*/ 4 w 6"/>
                  <a:gd name="T7" fmla="*/ 0 h 20"/>
                  <a:gd name="T8" fmla="*/ 6 w 6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6" y="2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159"/>
              <p:cNvSpPr>
                <a:spLocks/>
              </p:cNvSpPr>
              <p:nvPr/>
            </p:nvSpPr>
            <p:spPr bwMode="auto">
              <a:xfrm>
                <a:off x="3554413" y="5167631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160"/>
              <p:cNvSpPr>
                <a:spLocks/>
              </p:cNvSpPr>
              <p:nvPr/>
            </p:nvSpPr>
            <p:spPr bwMode="auto">
              <a:xfrm>
                <a:off x="3525838" y="5139056"/>
                <a:ext cx="11113" cy="38100"/>
              </a:xfrm>
              <a:custGeom>
                <a:avLst/>
                <a:gdLst>
                  <a:gd name="T0" fmla="*/ 7 w 7"/>
                  <a:gd name="T1" fmla="*/ 23 h 24"/>
                  <a:gd name="T2" fmla="*/ 1 w 7"/>
                  <a:gd name="T3" fmla="*/ 24 h 24"/>
                  <a:gd name="T4" fmla="*/ 0 w 7"/>
                  <a:gd name="T5" fmla="*/ 2 h 24"/>
                  <a:gd name="T6" fmla="*/ 6 w 7"/>
                  <a:gd name="T7" fmla="*/ 0 h 24"/>
                  <a:gd name="T8" fmla="*/ 7 w 7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4">
                    <a:moveTo>
                      <a:pt x="7" y="23"/>
                    </a:moveTo>
                    <a:lnTo>
                      <a:pt x="1" y="24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161"/>
              <p:cNvSpPr>
                <a:spLocks/>
              </p:cNvSpPr>
              <p:nvPr/>
            </p:nvSpPr>
            <p:spPr bwMode="auto">
              <a:xfrm>
                <a:off x="3527425" y="5170806"/>
                <a:ext cx="9525" cy="6350"/>
              </a:xfrm>
              <a:custGeom>
                <a:avLst/>
                <a:gdLst>
                  <a:gd name="T0" fmla="*/ 0 w 6"/>
                  <a:gd name="T1" fmla="*/ 1 h 4"/>
                  <a:gd name="T2" fmla="*/ 0 w 6"/>
                  <a:gd name="T3" fmla="*/ 4 h 4"/>
                  <a:gd name="T4" fmla="*/ 6 w 6"/>
                  <a:gd name="T5" fmla="*/ 3 h 4"/>
                  <a:gd name="T6" fmla="*/ 6 w 6"/>
                  <a:gd name="T7" fmla="*/ 0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0" y="4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162"/>
              <p:cNvSpPr>
                <a:spLocks/>
              </p:cNvSpPr>
              <p:nvPr/>
            </p:nvSpPr>
            <p:spPr bwMode="auto">
              <a:xfrm>
                <a:off x="3635375" y="5102544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2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Rectangle 163"/>
              <p:cNvSpPr>
                <a:spLocks noChangeArrowheads="1"/>
              </p:cNvSpPr>
              <p:nvPr/>
            </p:nvSpPr>
            <p:spPr bwMode="auto">
              <a:xfrm>
                <a:off x="3640138" y="5162869"/>
                <a:ext cx="9525" cy="476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164"/>
              <p:cNvSpPr>
                <a:spLocks/>
              </p:cNvSpPr>
              <p:nvPr/>
            </p:nvSpPr>
            <p:spPr bwMode="auto">
              <a:xfrm>
                <a:off x="3611563" y="5105719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0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Freeform 165"/>
              <p:cNvSpPr>
                <a:spLocks/>
              </p:cNvSpPr>
              <p:nvPr/>
            </p:nvSpPr>
            <p:spPr bwMode="auto">
              <a:xfrm>
                <a:off x="3616325" y="5162869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166"/>
              <p:cNvSpPr>
                <a:spLocks/>
              </p:cNvSpPr>
              <p:nvPr/>
            </p:nvSpPr>
            <p:spPr bwMode="auto">
              <a:xfrm>
                <a:off x="3494088" y="4985069"/>
                <a:ext cx="179388" cy="166688"/>
              </a:xfrm>
              <a:custGeom>
                <a:avLst/>
                <a:gdLst>
                  <a:gd name="T0" fmla="*/ 75 w 75"/>
                  <a:gd name="T1" fmla="*/ 35 h 69"/>
                  <a:gd name="T2" fmla="*/ 70 w 75"/>
                  <a:gd name="T3" fmla="*/ 28 h 69"/>
                  <a:gd name="T4" fmla="*/ 72 w 75"/>
                  <a:gd name="T5" fmla="*/ 21 h 69"/>
                  <a:gd name="T6" fmla="*/ 59 w 75"/>
                  <a:gd name="T7" fmla="*/ 10 h 69"/>
                  <a:gd name="T8" fmla="*/ 55 w 75"/>
                  <a:gd name="T9" fmla="*/ 11 h 69"/>
                  <a:gd name="T10" fmla="*/ 40 w 75"/>
                  <a:gd name="T11" fmla="*/ 1 h 69"/>
                  <a:gd name="T12" fmla="*/ 31 w 75"/>
                  <a:gd name="T13" fmla="*/ 4 h 69"/>
                  <a:gd name="T14" fmla="*/ 21 w 75"/>
                  <a:gd name="T15" fmla="*/ 2 h 69"/>
                  <a:gd name="T16" fmla="*/ 1 w 75"/>
                  <a:gd name="T17" fmla="*/ 26 h 69"/>
                  <a:gd name="T18" fmla="*/ 18 w 75"/>
                  <a:gd name="T19" fmla="*/ 46 h 69"/>
                  <a:gd name="T20" fmla="*/ 18 w 75"/>
                  <a:gd name="T21" fmla="*/ 46 h 69"/>
                  <a:gd name="T22" fmla="*/ 10 w 75"/>
                  <a:gd name="T23" fmla="*/ 58 h 69"/>
                  <a:gd name="T24" fmla="*/ 22 w 75"/>
                  <a:gd name="T25" fmla="*/ 69 h 69"/>
                  <a:gd name="T26" fmla="*/ 30 w 75"/>
                  <a:gd name="T27" fmla="*/ 65 h 69"/>
                  <a:gd name="T28" fmla="*/ 39 w 75"/>
                  <a:gd name="T29" fmla="*/ 69 h 69"/>
                  <a:gd name="T30" fmla="*/ 47 w 75"/>
                  <a:gd name="T31" fmla="*/ 61 h 69"/>
                  <a:gd name="T32" fmla="*/ 55 w 75"/>
                  <a:gd name="T33" fmla="*/ 62 h 69"/>
                  <a:gd name="T34" fmla="*/ 69 w 75"/>
                  <a:gd name="T35" fmla="*/ 46 h 69"/>
                  <a:gd name="T36" fmla="*/ 69 w 75"/>
                  <a:gd name="T37" fmla="*/ 44 h 69"/>
                  <a:gd name="T38" fmla="*/ 75 w 75"/>
                  <a:gd name="T39" fmla="*/ 3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69">
                    <a:moveTo>
                      <a:pt x="75" y="35"/>
                    </a:moveTo>
                    <a:cubicBezTo>
                      <a:pt x="75" y="32"/>
                      <a:pt x="73" y="30"/>
                      <a:pt x="70" y="28"/>
                    </a:cubicBezTo>
                    <a:cubicBezTo>
                      <a:pt x="71" y="26"/>
                      <a:pt x="72" y="24"/>
                      <a:pt x="72" y="21"/>
                    </a:cubicBezTo>
                    <a:cubicBezTo>
                      <a:pt x="71" y="14"/>
                      <a:pt x="66" y="9"/>
                      <a:pt x="59" y="10"/>
                    </a:cubicBezTo>
                    <a:cubicBezTo>
                      <a:pt x="58" y="10"/>
                      <a:pt x="56" y="10"/>
                      <a:pt x="55" y="11"/>
                    </a:cubicBezTo>
                    <a:cubicBezTo>
                      <a:pt x="53" y="5"/>
                      <a:pt x="47" y="0"/>
                      <a:pt x="40" y="1"/>
                    </a:cubicBezTo>
                    <a:cubicBezTo>
                      <a:pt x="37" y="1"/>
                      <a:pt x="34" y="2"/>
                      <a:pt x="31" y="4"/>
                    </a:cubicBezTo>
                    <a:cubicBezTo>
                      <a:pt x="28" y="3"/>
                      <a:pt x="25" y="2"/>
                      <a:pt x="21" y="2"/>
                    </a:cubicBezTo>
                    <a:cubicBezTo>
                      <a:pt x="9" y="3"/>
                      <a:pt x="0" y="14"/>
                      <a:pt x="1" y="26"/>
                    </a:cubicBezTo>
                    <a:cubicBezTo>
                      <a:pt x="1" y="36"/>
                      <a:pt x="9" y="44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3" y="48"/>
                      <a:pt x="9" y="53"/>
                      <a:pt x="10" y="58"/>
                    </a:cubicBezTo>
                    <a:cubicBezTo>
                      <a:pt x="10" y="65"/>
                      <a:pt x="16" y="69"/>
                      <a:pt x="22" y="69"/>
                    </a:cubicBezTo>
                    <a:cubicBezTo>
                      <a:pt x="26" y="69"/>
                      <a:pt x="28" y="67"/>
                      <a:pt x="30" y="65"/>
                    </a:cubicBezTo>
                    <a:cubicBezTo>
                      <a:pt x="32" y="68"/>
                      <a:pt x="35" y="69"/>
                      <a:pt x="39" y="69"/>
                    </a:cubicBezTo>
                    <a:cubicBezTo>
                      <a:pt x="43" y="69"/>
                      <a:pt x="47" y="65"/>
                      <a:pt x="47" y="61"/>
                    </a:cubicBezTo>
                    <a:cubicBezTo>
                      <a:pt x="50" y="62"/>
                      <a:pt x="52" y="63"/>
                      <a:pt x="55" y="62"/>
                    </a:cubicBezTo>
                    <a:cubicBezTo>
                      <a:pt x="64" y="62"/>
                      <a:pt x="70" y="55"/>
                      <a:pt x="69" y="46"/>
                    </a:cubicBezTo>
                    <a:cubicBezTo>
                      <a:pt x="69" y="45"/>
                      <a:pt x="69" y="45"/>
                      <a:pt x="69" y="44"/>
                    </a:cubicBezTo>
                    <a:cubicBezTo>
                      <a:pt x="72" y="43"/>
                      <a:pt x="75" y="39"/>
                      <a:pt x="75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Freeform 167"/>
              <p:cNvSpPr>
                <a:spLocks/>
              </p:cNvSpPr>
              <p:nvPr/>
            </p:nvSpPr>
            <p:spPr bwMode="auto">
              <a:xfrm>
                <a:off x="3452813" y="5045394"/>
                <a:ext cx="55563" cy="46038"/>
              </a:xfrm>
              <a:custGeom>
                <a:avLst/>
                <a:gdLst>
                  <a:gd name="T0" fmla="*/ 23 w 23"/>
                  <a:gd name="T1" fmla="*/ 2 h 19"/>
                  <a:gd name="T2" fmla="*/ 13 w 23"/>
                  <a:gd name="T3" fmla="*/ 15 h 19"/>
                  <a:gd name="T4" fmla="*/ 0 w 23"/>
                  <a:gd name="T5" fmla="*/ 17 h 19"/>
                  <a:gd name="T6" fmla="*/ 10 w 23"/>
                  <a:gd name="T7" fmla="*/ 3 h 19"/>
                  <a:gd name="T8" fmla="*/ 23 w 23"/>
                  <a:gd name="T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3" y="2"/>
                    </a:moveTo>
                    <a:cubicBezTo>
                      <a:pt x="21" y="7"/>
                      <a:pt x="17" y="12"/>
                      <a:pt x="13" y="15"/>
                    </a:cubicBezTo>
                    <a:cubicBezTo>
                      <a:pt x="8" y="19"/>
                      <a:pt x="4" y="19"/>
                      <a:pt x="0" y="17"/>
                    </a:cubicBezTo>
                    <a:cubicBezTo>
                      <a:pt x="2" y="12"/>
                      <a:pt x="6" y="7"/>
                      <a:pt x="10" y="3"/>
                    </a:cubicBezTo>
                    <a:cubicBezTo>
                      <a:pt x="15" y="0"/>
                      <a:pt x="19" y="0"/>
                      <a:pt x="23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Freeform 168"/>
              <p:cNvSpPr>
                <a:spLocks/>
              </p:cNvSpPr>
              <p:nvPr/>
            </p:nvSpPr>
            <p:spPr bwMode="auto">
              <a:xfrm>
                <a:off x="3452813" y="5050156"/>
                <a:ext cx="55563" cy="41275"/>
              </a:xfrm>
              <a:custGeom>
                <a:avLst/>
                <a:gdLst>
                  <a:gd name="T0" fmla="*/ 13 w 23"/>
                  <a:gd name="T1" fmla="*/ 13 h 17"/>
                  <a:gd name="T2" fmla="*/ 23 w 23"/>
                  <a:gd name="T3" fmla="*/ 0 h 17"/>
                  <a:gd name="T4" fmla="*/ 0 w 23"/>
                  <a:gd name="T5" fmla="*/ 15 h 17"/>
                  <a:gd name="T6" fmla="*/ 13 w 23"/>
                  <a:gd name="T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3" y="13"/>
                    </a:moveTo>
                    <a:cubicBezTo>
                      <a:pt x="17" y="10"/>
                      <a:pt x="21" y="5"/>
                      <a:pt x="23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7"/>
                      <a:pt x="8" y="17"/>
                      <a:pt x="13" y="1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169"/>
              <p:cNvSpPr>
                <a:spLocks/>
              </p:cNvSpPr>
              <p:nvPr/>
            </p:nvSpPr>
            <p:spPr bwMode="auto">
              <a:xfrm>
                <a:off x="3546475" y="5040631"/>
                <a:ext cx="57150" cy="41275"/>
              </a:xfrm>
              <a:custGeom>
                <a:avLst/>
                <a:gdLst>
                  <a:gd name="T0" fmla="*/ 0 w 24"/>
                  <a:gd name="T1" fmla="*/ 2 h 17"/>
                  <a:gd name="T2" fmla="*/ 11 w 24"/>
                  <a:gd name="T3" fmla="*/ 15 h 17"/>
                  <a:gd name="T4" fmla="*/ 24 w 24"/>
                  <a:gd name="T5" fmla="*/ 15 h 17"/>
                  <a:gd name="T6" fmla="*/ 12 w 24"/>
                  <a:gd name="T7" fmla="*/ 2 h 17"/>
                  <a:gd name="T8" fmla="*/ 0 w 24"/>
                  <a:gd name="T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0" y="2"/>
                    </a:moveTo>
                    <a:cubicBezTo>
                      <a:pt x="2" y="7"/>
                      <a:pt x="6" y="12"/>
                      <a:pt x="11" y="15"/>
                    </a:cubicBezTo>
                    <a:cubicBezTo>
                      <a:pt x="16" y="17"/>
                      <a:pt x="21" y="17"/>
                      <a:pt x="24" y="15"/>
                    </a:cubicBezTo>
                    <a:cubicBezTo>
                      <a:pt x="21" y="9"/>
                      <a:pt x="17" y="5"/>
                      <a:pt x="12" y="2"/>
                    </a:cubicBezTo>
                    <a:cubicBezTo>
                      <a:pt x="7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170"/>
              <p:cNvSpPr>
                <a:spLocks/>
              </p:cNvSpPr>
              <p:nvPr/>
            </p:nvSpPr>
            <p:spPr bwMode="auto">
              <a:xfrm>
                <a:off x="3546475" y="5045394"/>
                <a:ext cx="57150" cy="36513"/>
              </a:xfrm>
              <a:custGeom>
                <a:avLst/>
                <a:gdLst>
                  <a:gd name="T0" fmla="*/ 11 w 24"/>
                  <a:gd name="T1" fmla="*/ 13 h 15"/>
                  <a:gd name="T2" fmla="*/ 0 w 24"/>
                  <a:gd name="T3" fmla="*/ 0 h 15"/>
                  <a:gd name="T4" fmla="*/ 24 w 24"/>
                  <a:gd name="T5" fmla="*/ 13 h 15"/>
                  <a:gd name="T6" fmla="*/ 11 w 24"/>
                  <a:gd name="T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11" y="13"/>
                    </a:moveTo>
                    <a:cubicBezTo>
                      <a:pt x="6" y="10"/>
                      <a:pt x="2" y="5"/>
                      <a:pt x="0" y="0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5"/>
                      <a:pt x="16" y="15"/>
                      <a:pt x="11" y="13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171"/>
              <p:cNvSpPr>
                <a:spLocks/>
              </p:cNvSpPr>
              <p:nvPr/>
            </p:nvSpPr>
            <p:spPr bwMode="auto">
              <a:xfrm>
                <a:off x="3479800" y="5021581"/>
                <a:ext cx="98425" cy="112713"/>
              </a:xfrm>
              <a:custGeom>
                <a:avLst/>
                <a:gdLst>
                  <a:gd name="T0" fmla="*/ 40 w 41"/>
                  <a:gd name="T1" fmla="*/ 22 h 47"/>
                  <a:gd name="T2" fmla="*/ 22 w 41"/>
                  <a:gd name="T3" fmla="*/ 46 h 47"/>
                  <a:gd name="T4" fmla="*/ 1 w 41"/>
                  <a:gd name="T5" fmla="*/ 25 h 47"/>
                  <a:gd name="T6" fmla="*/ 19 w 41"/>
                  <a:gd name="T7" fmla="*/ 0 h 47"/>
                  <a:gd name="T8" fmla="*/ 40 w 41"/>
                  <a:gd name="T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40" y="22"/>
                    </a:moveTo>
                    <a:cubicBezTo>
                      <a:pt x="41" y="35"/>
                      <a:pt x="33" y="46"/>
                      <a:pt x="22" y="46"/>
                    </a:cubicBezTo>
                    <a:cubicBezTo>
                      <a:pt x="11" y="47"/>
                      <a:pt x="2" y="38"/>
                      <a:pt x="1" y="25"/>
                    </a:cubicBezTo>
                    <a:cubicBezTo>
                      <a:pt x="0" y="12"/>
                      <a:pt x="8" y="1"/>
                      <a:pt x="19" y="0"/>
                    </a:cubicBezTo>
                    <a:cubicBezTo>
                      <a:pt x="30" y="0"/>
                      <a:pt x="39" y="9"/>
                      <a:pt x="40" y="2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172"/>
              <p:cNvSpPr>
                <a:spLocks/>
              </p:cNvSpPr>
              <p:nvPr/>
            </p:nvSpPr>
            <p:spPr bwMode="auto">
              <a:xfrm>
                <a:off x="3525838" y="5021581"/>
                <a:ext cx="52388" cy="111125"/>
              </a:xfrm>
              <a:custGeom>
                <a:avLst/>
                <a:gdLst>
                  <a:gd name="T0" fmla="*/ 21 w 22"/>
                  <a:gd name="T1" fmla="*/ 22 h 46"/>
                  <a:gd name="T2" fmla="*/ 0 w 22"/>
                  <a:gd name="T3" fmla="*/ 0 h 46"/>
                  <a:gd name="T4" fmla="*/ 3 w 22"/>
                  <a:gd name="T5" fmla="*/ 46 h 46"/>
                  <a:gd name="T6" fmla="*/ 21 w 22"/>
                  <a:gd name="T7" fmla="*/ 2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1" y="22"/>
                    </a:moveTo>
                    <a:cubicBezTo>
                      <a:pt x="20" y="9"/>
                      <a:pt x="11" y="0"/>
                      <a:pt x="0" y="0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4" y="46"/>
                      <a:pt x="22" y="35"/>
                      <a:pt x="21" y="2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173"/>
              <p:cNvSpPr>
                <a:spLocks/>
              </p:cNvSpPr>
              <p:nvPr/>
            </p:nvSpPr>
            <p:spPr bwMode="auto">
              <a:xfrm>
                <a:off x="3511550" y="5083494"/>
                <a:ext cx="11113" cy="12700"/>
              </a:xfrm>
              <a:custGeom>
                <a:avLst/>
                <a:gdLst>
                  <a:gd name="T0" fmla="*/ 5 w 5"/>
                  <a:gd name="T1" fmla="*/ 3 h 5"/>
                  <a:gd name="T2" fmla="*/ 2 w 5"/>
                  <a:gd name="T3" fmla="*/ 5 h 5"/>
                  <a:gd name="T4" fmla="*/ 0 w 5"/>
                  <a:gd name="T5" fmla="*/ 3 h 5"/>
                  <a:gd name="T6" fmla="*/ 2 w 5"/>
                  <a:gd name="T7" fmla="*/ 0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174"/>
              <p:cNvSpPr>
                <a:spLocks/>
              </p:cNvSpPr>
              <p:nvPr/>
            </p:nvSpPr>
            <p:spPr bwMode="auto">
              <a:xfrm>
                <a:off x="3536950" y="5081906"/>
                <a:ext cx="12700" cy="11113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5 h 5"/>
                  <a:gd name="T4" fmla="*/ 0 w 5"/>
                  <a:gd name="T5" fmla="*/ 3 h 5"/>
                  <a:gd name="T6" fmla="*/ 2 w 5"/>
                  <a:gd name="T7" fmla="*/ 1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175"/>
              <p:cNvSpPr>
                <a:spLocks/>
              </p:cNvSpPr>
              <p:nvPr/>
            </p:nvSpPr>
            <p:spPr bwMode="auto">
              <a:xfrm>
                <a:off x="3822700" y="5146994"/>
                <a:ext cx="9525" cy="23813"/>
              </a:xfrm>
              <a:custGeom>
                <a:avLst/>
                <a:gdLst>
                  <a:gd name="T0" fmla="*/ 4 w 6"/>
                  <a:gd name="T1" fmla="*/ 15 h 15"/>
                  <a:gd name="T2" fmla="*/ 0 w 6"/>
                  <a:gd name="T3" fmla="*/ 15 h 15"/>
                  <a:gd name="T4" fmla="*/ 1 w 6"/>
                  <a:gd name="T5" fmla="*/ 0 h 15"/>
                  <a:gd name="T6" fmla="*/ 6 w 6"/>
                  <a:gd name="T7" fmla="*/ 1 h 15"/>
                  <a:gd name="T8" fmla="*/ 4 w 6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4" y="15"/>
                    </a:moveTo>
                    <a:lnTo>
                      <a:pt x="0" y="15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176"/>
              <p:cNvSpPr>
                <a:spLocks/>
              </p:cNvSpPr>
              <p:nvPr/>
            </p:nvSpPr>
            <p:spPr bwMode="auto">
              <a:xfrm>
                <a:off x="3822700" y="5166044"/>
                <a:ext cx="6350" cy="476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177"/>
              <p:cNvSpPr>
                <a:spLocks/>
              </p:cNvSpPr>
              <p:nvPr/>
            </p:nvSpPr>
            <p:spPr bwMode="auto">
              <a:xfrm>
                <a:off x="3800475" y="5139056"/>
                <a:ext cx="12700" cy="28575"/>
              </a:xfrm>
              <a:custGeom>
                <a:avLst/>
                <a:gdLst>
                  <a:gd name="T0" fmla="*/ 5 w 8"/>
                  <a:gd name="T1" fmla="*/ 18 h 18"/>
                  <a:gd name="T2" fmla="*/ 0 w 8"/>
                  <a:gd name="T3" fmla="*/ 18 h 18"/>
                  <a:gd name="T4" fmla="*/ 3 w 8"/>
                  <a:gd name="T5" fmla="*/ 0 h 18"/>
                  <a:gd name="T6" fmla="*/ 8 w 8"/>
                  <a:gd name="T7" fmla="*/ 2 h 18"/>
                  <a:gd name="T8" fmla="*/ 5 w 8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5" y="18"/>
                    </a:moveTo>
                    <a:lnTo>
                      <a:pt x="0" y="18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178"/>
              <p:cNvSpPr>
                <a:spLocks/>
              </p:cNvSpPr>
              <p:nvPr/>
            </p:nvSpPr>
            <p:spPr bwMode="auto">
              <a:xfrm>
                <a:off x="3800475" y="51628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179"/>
              <p:cNvSpPr>
                <a:spLocks/>
              </p:cNvSpPr>
              <p:nvPr/>
            </p:nvSpPr>
            <p:spPr bwMode="auto">
              <a:xfrm>
                <a:off x="3886200" y="5129531"/>
                <a:ext cx="12700" cy="50800"/>
              </a:xfrm>
              <a:custGeom>
                <a:avLst/>
                <a:gdLst>
                  <a:gd name="T0" fmla="*/ 5 w 8"/>
                  <a:gd name="T1" fmla="*/ 32 h 32"/>
                  <a:gd name="T2" fmla="*/ 0 w 8"/>
                  <a:gd name="T3" fmla="*/ 30 h 32"/>
                  <a:gd name="T4" fmla="*/ 3 w 8"/>
                  <a:gd name="T5" fmla="*/ 0 h 32"/>
                  <a:gd name="T6" fmla="*/ 8 w 8"/>
                  <a:gd name="T7" fmla="*/ 0 h 32"/>
                  <a:gd name="T8" fmla="*/ 5 w 8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5" y="32"/>
                    </a:moveTo>
                    <a:lnTo>
                      <a:pt x="0" y="30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180"/>
              <p:cNvSpPr>
                <a:spLocks/>
              </p:cNvSpPr>
              <p:nvPr/>
            </p:nvSpPr>
            <p:spPr bwMode="auto">
              <a:xfrm>
                <a:off x="3886200" y="51755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5 w 5"/>
                  <a:gd name="T5" fmla="*/ 3 h 3"/>
                  <a:gd name="T6" fmla="*/ 5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181"/>
              <p:cNvSpPr>
                <a:spLocks/>
              </p:cNvSpPr>
              <p:nvPr/>
            </p:nvSpPr>
            <p:spPr bwMode="auto">
              <a:xfrm>
                <a:off x="3867150" y="5127944"/>
                <a:ext cx="14288" cy="49213"/>
              </a:xfrm>
              <a:custGeom>
                <a:avLst/>
                <a:gdLst>
                  <a:gd name="T0" fmla="*/ 6 w 9"/>
                  <a:gd name="T1" fmla="*/ 31 h 31"/>
                  <a:gd name="T2" fmla="*/ 0 w 9"/>
                  <a:gd name="T3" fmla="*/ 30 h 31"/>
                  <a:gd name="T4" fmla="*/ 5 w 9"/>
                  <a:gd name="T5" fmla="*/ 0 h 31"/>
                  <a:gd name="T6" fmla="*/ 9 w 9"/>
                  <a:gd name="T7" fmla="*/ 1 h 31"/>
                  <a:gd name="T8" fmla="*/ 6 w 9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1">
                    <a:moveTo>
                      <a:pt x="6" y="31"/>
                    </a:moveTo>
                    <a:lnTo>
                      <a:pt x="0" y="3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6" y="3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182"/>
              <p:cNvSpPr>
                <a:spLocks/>
              </p:cNvSpPr>
              <p:nvPr/>
            </p:nvSpPr>
            <p:spPr bwMode="auto">
              <a:xfrm>
                <a:off x="3867150" y="5172394"/>
                <a:ext cx="9525" cy="476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2 h 3"/>
                  <a:gd name="T4" fmla="*/ 6 w 6"/>
                  <a:gd name="T5" fmla="*/ 3 h 3"/>
                  <a:gd name="T6" fmla="*/ 6 w 6"/>
                  <a:gd name="T7" fmla="*/ 0 h 3"/>
                  <a:gd name="T8" fmla="*/ 2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2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183"/>
              <p:cNvSpPr>
                <a:spLocks/>
              </p:cNvSpPr>
              <p:nvPr/>
            </p:nvSpPr>
            <p:spPr bwMode="auto">
              <a:xfrm>
                <a:off x="3794125" y="5026344"/>
                <a:ext cx="133350" cy="131763"/>
              </a:xfrm>
              <a:custGeom>
                <a:avLst/>
                <a:gdLst>
                  <a:gd name="T0" fmla="*/ 56 w 56"/>
                  <a:gd name="T1" fmla="*/ 34 h 55"/>
                  <a:gd name="T2" fmla="*/ 53 w 56"/>
                  <a:gd name="T3" fmla="*/ 29 h 55"/>
                  <a:gd name="T4" fmla="*/ 56 w 56"/>
                  <a:gd name="T5" fmla="*/ 23 h 55"/>
                  <a:gd name="T6" fmla="*/ 48 w 56"/>
                  <a:gd name="T7" fmla="*/ 13 h 55"/>
                  <a:gd name="T8" fmla="*/ 45 w 56"/>
                  <a:gd name="T9" fmla="*/ 13 h 55"/>
                  <a:gd name="T10" fmla="*/ 34 w 56"/>
                  <a:gd name="T11" fmla="*/ 3 h 55"/>
                  <a:gd name="T12" fmla="*/ 28 w 56"/>
                  <a:gd name="T13" fmla="*/ 4 h 55"/>
                  <a:gd name="T14" fmla="*/ 20 w 56"/>
                  <a:gd name="T15" fmla="*/ 1 h 55"/>
                  <a:gd name="T16" fmla="*/ 1 w 56"/>
                  <a:gd name="T17" fmla="*/ 16 h 55"/>
                  <a:gd name="T18" fmla="*/ 11 w 56"/>
                  <a:gd name="T19" fmla="*/ 34 h 55"/>
                  <a:gd name="T20" fmla="*/ 11 w 56"/>
                  <a:gd name="T21" fmla="*/ 34 h 55"/>
                  <a:gd name="T22" fmla="*/ 3 w 56"/>
                  <a:gd name="T23" fmla="*/ 42 h 55"/>
                  <a:gd name="T24" fmla="*/ 11 w 56"/>
                  <a:gd name="T25" fmla="*/ 52 h 55"/>
                  <a:gd name="T26" fmla="*/ 17 w 56"/>
                  <a:gd name="T27" fmla="*/ 50 h 55"/>
                  <a:gd name="T28" fmla="*/ 23 w 56"/>
                  <a:gd name="T29" fmla="*/ 55 h 55"/>
                  <a:gd name="T30" fmla="*/ 31 w 56"/>
                  <a:gd name="T31" fmla="*/ 49 h 55"/>
                  <a:gd name="T32" fmla="*/ 37 w 56"/>
                  <a:gd name="T33" fmla="*/ 52 h 55"/>
                  <a:gd name="T34" fmla="*/ 50 w 56"/>
                  <a:gd name="T35" fmla="*/ 42 h 55"/>
                  <a:gd name="T36" fmla="*/ 50 w 56"/>
                  <a:gd name="T37" fmla="*/ 40 h 55"/>
                  <a:gd name="T38" fmla="*/ 56 w 56"/>
                  <a:gd name="T39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6" h="55">
                    <a:moveTo>
                      <a:pt x="56" y="34"/>
                    </a:moveTo>
                    <a:cubicBezTo>
                      <a:pt x="56" y="32"/>
                      <a:pt x="55" y="30"/>
                      <a:pt x="53" y="29"/>
                    </a:cubicBezTo>
                    <a:cubicBezTo>
                      <a:pt x="55" y="27"/>
                      <a:pt x="56" y="25"/>
                      <a:pt x="56" y="23"/>
                    </a:cubicBezTo>
                    <a:cubicBezTo>
                      <a:pt x="56" y="18"/>
                      <a:pt x="53" y="13"/>
                      <a:pt x="48" y="13"/>
                    </a:cubicBezTo>
                    <a:cubicBezTo>
                      <a:pt x="47" y="13"/>
                      <a:pt x="46" y="13"/>
                      <a:pt x="45" y="13"/>
                    </a:cubicBezTo>
                    <a:cubicBezTo>
                      <a:pt x="44" y="8"/>
                      <a:pt x="40" y="4"/>
                      <a:pt x="34" y="3"/>
                    </a:cubicBezTo>
                    <a:cubicBezTo>
                      <a:pt x="32" y="3"/>
                      <a:pt x="30" y="3"/>
                      <a:pt x="28" y="4"/>
                    </a:cubicBezTo>
                    <a:cubicBezTo>
                      <a:pt x="25" y="3"/>
                      <a:pt x="23" y="2"/>
                      <a:pt x="20" y="1"/>
                    </a:cubicBezTo>
                    <a:cubicBezTo>
                      <a:pt x="11" y="0"/>
                      <a:pt x="2" y="7"/>
                      <a:pt x="1" y="16"/>
                    </a:cubicBezTo>
                    <a:cubicBezTo>
                      <a:pt x="0" y="24"/>
                      <a:pt x="4" y="31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7" y="34"/>
                      <a:pt x="4" y="38"/>
                      <a:pt x="3" y="42"/>
                    </a:cubicBezTo>
                    <a:cubicBezTo>
                      <a:pt x="2" y="47"/>
                      <a:pt x="6" y="51"/>
                      <a:pt x="11" y="52"/>
                    </a:cubicBezTo>
                    <a:cubicBezTo>
                      <a:pt x="13" y="52"/>
                      <a:pt x="16" y="52"/>
                      <a:pt x="17" y="50"/>
                    </a:cubicBezTo>
                    <a:cubicBezTo>
                      <a:pt x="18" y="52"/>
                      <a:pt x="20" y="54"/>
                      <a:pt x="23" y="55"/>
                    </a:cubicBezTo>
                    <a:cubicBezTo>
                      <a:pt x="27" y="55"/>
                      <a:pt x="30" y="53"/>
                      <a:pt x="31" y="49"/>
                    </a:cubicBezTo>
                    <a:cubicBezTo>
                      <a:pt x="33" y="51"/>
                      <a:pt x="35" y="52"/>
                      <a:pt x="37" y="52"/>
                    </a:cubicBezTo>
                    <a:cubicBezTo>
                      <a:pt x="43" y="53"/>
                      <a:pt x="49" y="48"/>
                      <a:pt x="50" y="42"/>
                    </a:cubicBezTo>
                    <a:cubicBezTo>
                      <a:pt x="50" y="41"/>
                      <a:pt x="50" y="41"/>
                      <a:pt x="50" y="40"/>
                    </a:cubicBezTo>
                    <a:cubicBezTo>
                      <a:pt x="53" y="40"/>
                      <a:pt x="55" y="38"/>
                      <a:pt x="56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184"/>
              <p:cNvSpPr>
                <a:spLocks/>
              </p:cNvSpPr>
              <p:nvPr/>
            </p:nvSpPr>
            <p:spPr bwMode="auto">
              <a:xfrm>
                <a:off x="3759200" y="5062856"/>
                <a:ext cx="46038" cy="30163"/>
              </a:xfrm>
              <a:custGeom>
                <a:avLst/>
                <a:gdLst>
                  <a:gd name="T0" fmla="*/ 19 w 19"/>
                  <a:gd name="T1" fmla="*/ 2 h 13"/>
                  <a:gd name="T2" fmla="*/ 9 w 19"/>
                  <a:gd name="T3" fmla="*/ 11 h 13"/>
                  <a:gd name="T4" fmla="*/ 0 w 19"/>
                  <a:gd name="T5" fmla="*/ 11 h 13"/>
                  <a:gd name="T6" fmla="*/ 9 w 19"/>
                  <a:gd name="T7" fmla="*/ 2 h 13"/>
                  <a:gd name="T8" fmla="*/ 19 w 19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3">
                    <a:moveTo>
                      <a:pt x="19" y="2"/>
                    </a:moveTo>
                    <a:cubicBezTo>
                      <a:pt x="17" y="6"/>
                      <a:pt x="13" y="10"/>
                      <a:pt x="9" y="11"/>
                    </a:cubicBezTo>
                    <a:cubicBezTo>
                      <a:pt x="5" y="13"/>
                      <a:pt x="2" y="13"/>
                      <a:pt x="0" y="11"/>
                    </a:cubicBezTo>
                    <a:cubicBezTo>
                      <a:pt x="2" y="7"/>
                      <a:pt x="5" y="3"/>
                      <a:pt x="9" y="2"/>
                    </a:cubicBezTo>
                    <a:cubicBezTo>
                      <a:pt x="13" y="0"/>
                      <a:pt x="16" y="0"/>
                      <a:pt x="19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185"/>
              <p:cNvSpPr>
                <a:spLocks/>
              </p:cNvSpPr>
              <p:nvPr/>
            </p:nvSpPr>
            <p:spPr bwMode="auto">
              <a:xfrm>
                <a:off x="3759200" y="5067619"/>
                <a:ext cx="46038" cy="25400"/>
              </a:xfrm>
              <a:custGeom>
                <a:avLst/>
                <a:gdLst>
                  <a:gd name="T0" fmla="*/ 9 w 19"/>
                  <a:gd name="T1" fmla="*/ 9 h 11"/>
                  <a:gd name="T2" fmla="*/ 19 w 19"/>
                  <a:gd name="T3" fmla="*/ 0 h 11"/>
                  <a:gd name="T4" fmla="*/ 0 w 19"/>
                  <a:gd name="T5" fmla="*/ 9 h 11"/>
                  <a:gd name="T6" fmla="*/ 9 w 1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9" y="9"/>
                    </a:moveTo>
                    <a:cubicBezTo>
                      <a:pt x="13" y="8"/>
                      <a:pt x="17" y="4"/>
                      <a:pt x="19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5" y="11"/>
                      <a:pt x="9" y="9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186"/>
              <p:cNvSpPr>
                <a:spLocks/>
              </p:cNvSpPr>
              <p:nvPr/>
            </p:nvSpPr>
            <p:spPr bwMode="auto">
              <a:xfrm>
                <a:off x="3833813" y="5067619"/>
                <a:ext cx="38100" cy="38100"/>
              </a:xfrm>
              <a:custGeom>
                <a:avLst/>
                <a:gdLst>
                  <a:gd name="T0" fmla="*/ 0 w 16"/>
                  <a:gd name="T1" fmla="*/ 2 h 16"/>
                  <a:gd name="T2" fmla="*/ 7 w 16"/>
                  <a:gd name="T3" fmla="*/ 13 h 16"/>
                  <a:gd name="T4" fmla="*/ 16 w 16"/>
                  <a:gd name="T5" fmla="*/ 15 h 16"/>
                  <a:gd name="T6" fmla="*/ 10 w 16"/>
                  <a:gd name="T7" fmla="*/ 4 h 16"/>
                  <a:gd name="T8" fmla="*/ 0 w 16"/>
                  <a:gd name="T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0" y="2"/>
                    </a:moveTo>
                    <a:cubicBezTo>
                      <a:pt x="1" y="6"/>
                      <a:pt x="4" y="10"/>
                      <a:pt x="7" y="13"/>
                    </a:cubicBezTo>
                    <a:cubicBezTo>
                      <a:pt x="10" y="16"/>
                      <a:pt x="14" y="16"/>
                      <a:pt x="16" y="15"/>
                    </a:cubicBezTo>
                    <a:cubicBezTo>
                      <a:pt x="15" y="11"/>
                      <a:pt x="13" y="6"/>
                      <a:pt x="10" y="4"/>
                    </a:cubicBezTo>
                    <a:cubicBezTo>
                      <a:pt x="6" y="1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Freeform 187"/>
              <p:cNvSpPr>
                <a:spLocks/>
              </p:cNvSpPr>
              <p:nvPr/>
            </p:nvSpPr>
            <p:spPr bwMode="auto">
              <a:xfrm>
                <a:off x="3833813" y="5072381"/>
                <a:ext cx="38100" cy="33338"/>
              </a:xfrm>
              <a:custGeom>
                <a:avLst/>
                <a:gdLst>
                  <a:gd name="T0" fmla="*/ 7 w 16"/>
                  <a:gd name="T1" fmla="*/ 11 h 14"/>
                  <a:gd name="T2" fmla="*/ 0 w 16"/>
                  <a:gd name="T3" fmla="*/ 0 h 14"/>
                  <a:gd name="T4" fmla="*/ 16 w 16"/>
                  <a:gd name="T5" fmla="*/ 13 h 14"/>
                  <a:gd name="T6" fmla="*/ 7 w 16"/>
                  <a:gd name="T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7" y="11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4"/>
                      <a:pt x="10" y="14"/>
                      <a:pt x="7" y="11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188"/>
              <p:cNvSpPr>
                <a:spLocks/>
              </p:cNvSpPr>
              <p:nvPr/>
            </p:nvSpPr>
            <p:spPr bwMode="auto">
              <a:xfrm>
                <a:off x="3776663" y="5048569"/>
                <a:ext cx="79375" cy="88900"/>
              </a:xfrm>
              <a:custGeom>
                <a:avLst/>
                <a:gdLst>
                  <a:gd name="T0" fmla="*/ 32 w 33"/>
                  <a:gd name="T1" fmla="*/ 21 h 37"/>
                  <a:gd name="T2" fmla="*/ 14 w 33"/>
                  <a:gd name="T3" fmla="*/ 36 h 37"/>
                  <a:gd name="T4" fmla="*/ 2 w 33"/>
                  <a:gd name="T5" fmla="*/ 17 h 37"/>
                  <a:gd name="T6" fmla="*/ 19 w 33"/>
                  <a:gd name="T7" fmla="*/ 1 h 37"/>
                  <a:gd name="T8" fmla="*/ 32 w 33"/>
                  <a:gd name="T9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32" y="21"/>
                    </a:moveTo>
                    <a:cubicBezTo>
                      <a:pt x="30" y="30"/>
                      <a:pt x="23" y="37"/>
                      <a:pt x="14" y="36"/>
                    </a:cubicBezTo>
                    <a:cubicBezTo>
                      <a:pt x="6" y="35"/>
                      <a:pt x="0" y="26"/>
                      <a:pt x="2" y="17"/>
                    </a:cubicBezTo>
                    <a:cubicBezTo>
                      <a:pt x="3" y="7"/>
                      <a:pt x="11" y="0"/>
                      <a:pt x="19" y="1"/>
                    </a:cubicBezTo>
                    <a:cubicBezTo>
                      <a:pt x="27" y="2"/>
                      <a:pt x="33" y="11"/>
                      <a:pt x="32" y="2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189"/>
              <p:cNvSpPr>
                <a:spLocks/>
              </p:cNvSpPr>
              <p:nvPr/>
            </p:nvSpPr>
            <p:spPr bwMode="auto">
              <a:xfrm>
                <a:off x="3810000" y="5050156"/>
                <a:ext cx="46038" cy="87313"/>
              </a:xfrm>
              <a:custGeom>
                <a:avLst/>
                <a:gdLst>
                  <a:gd name="T0" fmla="*/ 18 w 19"/>
                  <a:gd name="T1" fmla="*/ 20 h 36"/>
                  <a:gd name="T2" fmla="*/ 5 w 19"/>
                  <a:gd name="T3" fmla="*/ 0 h 36"/>
                  <a:gd name="T4" fmla="*/ 0 w 19"/>
                  <a:gd name="T5" fmla="*/ 35 h 36"/>
                  <a:gd name="T6" fmla="*/ 18 w 19"/>
                  <a:gd name="T7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8" y="20"/>
                    </a:moveTo>
                    <a:cubicBezTo>
                      <a:pt x="19" y="10"/>
                      <a:pt x="13" y="1"/>
                      <a:pt x="5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9" y="36"/>
                      <a:pt x="16" y="29"/>
                      <a:pt x="18" y="2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Oval 190"/>
              <p:cNvSpPr>
                <a:spLocks noChangeArrowheads="1"/>
              </p:cNvSpPr>
              <p:nvPr/>
            </p:nvSpPr>
            <p:spPr bwMode="auto">
              <a:xfrm>
                <a:off x="3800475" y="5096194"/>
                <a:ext cx="9525" cy="9525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191"/>
              <p:cNvSpPr>
                <a:spLocks/>
              </p:cNvSpPr>
              <p:nvPr/>
            </p:nvSpPr>
            <p:spPr bwMode="auto">
              <a:xfrm>
                <a:off x="3822700" y="5097781"/>
                <a:ext cx="6350" cy="9525"/>
              </a:xfrm>
              <a:custGeom>
                <a:avLst/>
                <a:gdLst>
                  <a:gd name="T0" fmla="*/ 3 w 3"/>
                  <a:gd name="T1" fmla="*/ 2 h 4"/>
                  <a:gd name="T2" fmla="*/ 1 w 3"/>
                  <a:gd name="T3" fmla="*/ 4 h 4"/>
                  <a:gd name="T4" fmla="*/ 0 w 3"/>
                  <a:gd name="T5" fmla="*/ 2 h 4"/>
                  <a:gd name="T6" fmla="*/ 2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Rectangle 192"/>
              <p:cNvSpPr>
                <a:spLocks noChangeArrowheads="1"/>
              </p:cNvSpPr>
              <p:nvPr/>
            </p:nvSpPr>
            <p:spPr bwMode="auto">
              <a:xfrm>
                <a:off x="7146925" y="5431156"/>
                <a:ext cx="9525" cy="31750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Rectangle 193"/>
              <p:cNvSpPr>
                <a:spLocks noChangeArrowheads="1"/>
              </p:cNvSpPr>
              <p:nvPr/>
            </p:nvSpPr>
            <p:spPr bwMode="auto">
              <a:xfrm>
                <a:off x="7146925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Rectangle 194"/>
              <p:cNvSpPr>
                <a:spLocks noChangeArrowheads="1"/>
              </p:cNvSpPr>
              <p:nvPr/>
            </p:nvSpPr>
            <p:spPr bwMode="auto">
              <a:xfrm>
                <a:off x="7173913" y="5426394"/>
                <a:ext cx="9525" cy="36513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Rectangle 195"/>
              <p:cNvSpPr>
                <a:spLocks noChangeArrowheads="1"/>
              </p:cNvSpPr>
              <p:nvPr/>
            </p:nvSpPr>
            <p:spPr bwMode="auto">
              <a:xfrm>
                <a:off x="71739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Rectangle 196"/>
              <p:cNvSpPr>
                <a:spLocks noChangeArrowheads="1"/>
              </p:cNvSpPr>
              <p:nvPr/>
            </p:nvSpPr>
            <p:spPr bwMode="auto">
              <a:xfrm>
                <a:off x="7062788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Rectangle 197"/>
              <p:cNvSpPr>
                <a:spLocks noChangeArrowheads="1"/>
              </p:cNvSpPr>
              <p:nvPr/>
            </p:nvSpPr>
            <p:spPr bwMode="auto">
              <a:xfrm>
                <a:off x="7062788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Rectangle 198"/>
              <p:cNvSpPr>
                <a:spLocks noChangeArrowheads="1"/>
              </p:cNvSpPr>
              <p:nvPr/>
            </p:nvSpPr>
            <p:spPr bwMode="auto">
              <a:xfrm>
                <a:off x="7085013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Rectangle 199"/>
              <p:cNvSpPr>
                <a:spLocks noChangeArrowheads="1"/>
              </p:cNvSpPr>
              <p:nvPr/>
            </p:nvSpPr>
            <p:spPr bwMode="auto">
              <a:xfrm>
                <a:off x="70850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200"/>
              <p:cNvSpPr>
                <a:spLocks/>
              </p:cNvSpPr>
              <p:nvPr/>
            </p:nvSpPr>
            <p:spPr bwMode="auto">
              <a:xfrm>
                <a:off x="7032625" y="5278756"/>
                <a:ext cx="174625" cy="161925"/>
              </a:xfrm>
              <a:custGeom>
                <a:avLst/>
                <a:gdLst>
                  <a:gd name="T0" fmla="*/ 0 w 73"/>
                  <a:gd name="T1" fmla="*/ 31 h 68"/>
                  <a:gd name="T2" fmla="*/ 4 w 73"/>
                  <a:gd name="T3" fmla="*/ 39 h 68"/>
                  <a:gd name="T4" fmla="*/ 1 w 73"/>
                  <a:gd name="T5" fmla="*/ 46 h 68"/>
                  <a:gd name="T6" fmla="*/ 13 w 73"/>
                  <a:gd name="T7" fmla="*/ 58 h 68"/>
                  <a:gd name="T8" fmla="*/ 17 w 73"/>
                  <a:gd name="T9" fmla="*/ 57 h 68"/>
                  <a:gd name="T10" fmla="*/ 32 w 73"/>
                  <a:gd name="T11" fmla="*/ 68 h 68"/>
                  <a:gd name="T12" fmla="*/ 41 w 73"/>
                  <a:gd name="T13" fmla="*/ 65 h 68"/>
                  <a:gd name="T14" fmla="*/ 51 w 73"/>
                  <a:gd name="T15" fmla="*/ 68 h 68"/>
                  <a:gd name="T16" fmla="*/ 73 w 73"/>
                  <a:gd name="T17" fmla="*/ 46 h 68"/>
                  <a:gd name="T18" fmla="*/ 57 w 73"/>
                  <a:gd name="T19" fmla="*/ 25 h 68"/>
                  <a:gd name="T20" fmla="*/ 57 w 73"/>
                  <a:gd name="T21" fmla="*/ 25 h 68"/>
                  <a:gd name="T22" fmla="*/ 66 w 73"/>
                  <a:gd name="T23" fmla="*/ 13 h 68"/>
                  <a:gd name="T24" fmla="*/ 54 w 73"/>
                  <a:gd name="T25" fmla="*/ 2 h 68"/>
                  <a:gd name="T26" fmla="*/ 46 w 73"/>
                  <a:gd name="T27" fmla="*/ 5 h 68"/>
                  <a:gd name="T28" fmla="*/ 38 w 73"/>
                  <a:gd name="T29" fmla="*/ 0 h 68"/>
                  <a:gd name="T30" fmla="*/ 29 w 73"/>
                  <a:gd name="T31" fmla="*/ 8 h 68"/>
                  <a:gd name="T32" fmla="*/ 21 w 73"/>
                  <a:gd name="T33" fmla="*/ 6 h 68"/>
                  <a:gd name="T34" fmla="*/ 6 w 73"/>
                  <a:gd name="T35" fmla="*/ 21 h 68"/>
                  <a:gd name="T36" fmla="*/ 7 w 73"/>
                  <a:gd name="T37" fmla="*/ 23 h 68"/>
                  <a:gd name="T38" fmla="*/ 0 w 73"/>
                  <a:gd name="T39" fmla="*/ 3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68">
                    <a:moveTo>
                      <a:pt x="0" y="31"/>
                    </a:moveTo>
                    <a:cubicBezTo>
                      <a:pt x="0" y="35"/>
                      <a:pt x="2" y="37"/>
                      <a:pt x="4" y="39"/>
                    </a:cubicBezTo>
                    <a:cubicBezTo>
                      <a:pt x="2" y="41"/>
                      <a:pt x="1" y="43"/>
                      <a:pt x="1" y="46"/>
                    </a:cubicBezTo>
                    <a:cubicBezTo>
                      <a:pt x="1" y="53"/>
                      <a:pt x="7" y="58"/>
                      <a:pt x="13" y="58"/>
                    </a:cubicBezTo>
                    <a:cubicBezTo>
                      <a:pt x="15" y="58"/>
                      <a:pt x="16" y="58"/>
                      <a:pt x="17" y="57"/>
                    </a:cubicBezTo>
                    <a:cubicBezTo>
                      <a:pt x="19" y="63"/>
                      <a:pt x="25" y="68"/>
                      <a:pt x="32" y="68"/>
                    </a:cubicBezTo>
                    <a:cubicBezTo>
                      <a:pt x="35" y="68"/>
                      <a:pt x="38" y="67"/>
                      <a:pt x="41" y="65"/>
                    </a:cubicBezTo>
                    <a:cubicBezTo>
                      <a:pt x="44" y="67"/>
                      <a:pt x="47" y="68"/>
                      <a:pt x="51" y="68"/>
                    </a:cubicBezTo>
                    <a:cubicBezTo>
                      <a:pt x="63" y="68"/>
                      <a:pt x="73" y="58"/>
                      <a:pt x="73" y="46"/>
                    </a:cubicBezTo>
                    <a:cubicBezTo>
                      <a:pt x="73" y="36"/>
                      <a:pt x="66" y="28"/>
                      <a:pt x="57" y="25"/>
                    </a:cubicBezTo>
                    <a:cubicBezTo>
                      <a:pt x="57" y="25"/>
                      <a:pt x="57" y="25"/>
                      <a:pt x="57" y="25"/>
                    </a:cubicBezTo>
                    <a:cubicBezTo>
                      <a:pt x="62" y="24"/>
                      <a:pt x="66" y="19"/>
                      <a:pt x="66" y="13"/>
                    </a:cubicBezTo>
                    <a:cubicBezTo>
                      <a:pt x="66" y="7"/>
                      <a:pt x="61" y="2"/>
                      <a:pt x="54" y="2"/>
                    </a:cubicBezTo>
                    <a:cubicBezTo>
                      <a:pt x="51" y="2"/>
                      <a:pt x="48" y="3"/>
                      <a:pt x="46" y="5"/>
                    </a:cubicBezTo>
                    <a:cubicBezTo>
                      <a:pt x="45" y="2"/>
                      <a:pt x="42" y="0"/>
                      <a:pt x="38" y="0"/>
                    </a:cubicBezTo>
                    <a:cubicBezTo>
                      <a:pt x="34" y="0"/>
                      <a:pt x="30" y="4"/>
                      <a:pt x="29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3" y="6"/>
                      <a:pt x="6" y="12"/>
                      <a:pt x="6" y="21"/>
                    </a:cubicBezTo>
                    <a:cubicBezTo>
                      <a:pt x="6" y="22"/>
                      <a:pt x="6" y="22"/>
                      <a:pt x="7" y="23"/>
                    </a:cubicBezTo>
                    <a:cubicBezTo>
                      <a:pt x="3" y="24"/>
                      <a:pt x="0" y="27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201"/>
              <p:cNvSpPr>
                <a:spLocks/>
              </p:cNvSpPr>
              <p:nvPr/>
            </p:nvSpPr>
            <p:spPr bwMode="auto">
              <a:xfrm>
                <a:off x="7170738" y="5261294"/>
                <a:ext cx="41275" cy="60325"/>
              </a:xfrm>
              <a:custGeom>
                <a:avLst/>
                <a:gdLst>
                  <a:gd name="T0" fmla="*/ 16 w 17"/>
                  <a:gd name="T1" fmla="*/ 25 h 25"/>
                  <a:gd name="T2" fmla="*/ 14 w 17"/>
                  <a:gd name="T3" fmla="*/ 7 h 25"/>
                  <a:gd name="T4" fmla="*/ 0 w 17"/>
                  <a:gd name="T5" fmla="*/ 0 h 25"/>
                  <a:gd name="T6" fmla="*/ 11 w 17"/>
                  <a:gd name="T7" fmla="*/ 10 h 25"/>
                  <a:gd name="T8" fmla="*/ 11 w 17"/>
                  <a:gd name="T9" fmla="*/ 25 h 25"/>
                  <a:gd name="T10" fmla="*/ 16 w 17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5">
                    <a:moveTo>
                      <a:pt x="16" y="25"/>
                    </a:moveTo>
                    <a:cubicBezTo>
                      <a:pt x="16" y="25"/>
                      <a:pt x="17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2" y="17"/>
                      <a:pt x="11" y="25"/>
                      <a:pt x="11" y="25"/>
                    </a:cubicBez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202"/>
              <p:cNvSpPr>
                <a:spLocks/>
              </p:cNvSpPr>
              <p:nvPr/>
            </p:nvSpPr>
            <p:spPr bwMode="auto">
              <a:xfrm>
                <a:off x="7142163" y="5261294"/>
                <a:ext cx="42863" cy="60325"/>
              </a:xfrm>
              <a:custGeom>
                <a:avLst/>
                <a:gdLst>
                  <a:gd name="T0" fmla="*/ 17 w 18"/>
                  <a:gd name="T1" fmla="*/ 25 h 25"/>
                  <a:gd name="T2" fmla="*/ 14 w 18"/>
                  <a:gd name="T3" fmla="*/ 7 h 25"/>
                  <a:gd name="T4" fmla="*/ 0 w 18"/>
                  <a:gd name="T5" fmla="*/ 0 h 25"/>
                  <a:gd name="T6" fmla="*/ 11 w 18"/>
                  <a:gd name="T7" fmla="*/ 10 h 25"/>
                  <a:gd name="T8" fmla="*/ 11 w 18"/>
                  <a:gd name="T9" fmla="*/ 25 h 25"/>
                  <a:gd name="T10" fmla="*/ 17 w 18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17" y="25"/>
                    </a:moveTo>
                    <a:cubicBezTo>
                      <a:pt x="17" y="25"/>
                      <a:pt x="18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3" y="17"/>
                      <a:pt x="11" y="25"/>
                      <a:pt x="11" y="25"/>
                    </a:cubicBezTo>
                    <a:lnTo>
                      <a:pt x="17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203"/>
              <p:cNvSpPr>
                <a:spLocks/>
              </p:cNvSpPr>
              <p:nvPr/>
            </p:nvSpPr>
            <p:spPr bwMode="auto">
              <a:xfrm>
                <a:off x="7204075" y="5332731"/>
                <a:ext cx="41275" cy="34925"/>
              </a:xfrm>
              <a:custGeom>
                <a:avLst/>
                <a:gdLst>
                  <a:gd name="T0" fmla="*/ 0 w 17"/>
                  <a:gd name="T1" fmla="*/ 2 h 14"/>
                  <a:gd name="T2" fmla="*/ 8 w 17"/>
                  <a:gd name="T3" fmla="*/ 12 h 14"/>
                  <a:gd name="T4" fmla="*/ 17 w 17"/>
                  <a:gd name="T5" fmla="*/ 12 h 14"/>
                  <a:gd name="T6" fmla="*/ 9 w 17"/>
                  <a:gd name="T7" fmla="*/ 2 h 14"/>
                  <a:gd name="T8" fmla="*/ 0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0" y="2"/>
                    </a:moveTo>
                    <a:cubicBezTo>
                      <a:pt x="1" y="6"/>
                      <a:pt x="4" y="9"/>
                      <a:pt x="8" y="12"/>
                    </a:cubicBezTo>
                    <a:cubicBezTo>
                      <a:pt x="12" y="14"/>
                      <a:pt x="15" y="14"/>
                      <a:pt x="17" y="12"/>
                    </a:cubicBezTo>
                    <a:cubicBezTo>
                      <a:pt x="16" y="8"/>
                      <a:pt x="13" y="4"/>
                      <a:pt x="9" y="2"/>
                    </a:cubicBezTo>
                    <a:cubicBezTo>
                      <a:pt x="6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204"/>
              <p:cNvSpPr>
                <a:spLocks/>
              </p:cNvSpPr>
              <p:nvPr/>
            </p:nvSpPr>
            <p:spPr bwMode="auto">
              <a:xfrm>
                <a:off x="7204075" y="5337494"/>
                <a:ext cx="41275" cy="30163"/>
              </a:xfrm>
              <a:custGeom>
                <a:avLst/>
                <a:gdLst>
                  <a:gd name="T0" fmla="*/ 8 w 17"/>
                  <a:gd name="T1" fmla="*/ 10 h 12"/>
                  <a:gd name="T2" fmla="*/ 0 w 17"/>
                  <a:gd name="T3" fmla="*/ 0 h 12"/>
                  <a:gd name="T4" fmla="*/ 17 w 17"/>
                  <a:gd name="T5" fmla="*/ 10 h 12"/>
                  <a:gd name="T6" fmla="*/ 8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8" y="10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2"/>
                      <a:pt x="12" y="12"/>
                      <a:pt x="8" y="1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" name="Freeform 206"/>
              <p:cNvSpPr>
                <a:spLocks/>
              </p:cNvSpPr>
              <p:nvPr/>
            </p:nvSpPr>
            <p:spPr bwMode="auto">
              <a:xfrm>
                <a:off x="7132638" y="5332731"/>
                <a:ext cx="41275" cy="34925"/>
              </a:xfrm>
              <a:custGeom>
                <a:avLst/>
                <a:gdLst>
                  <a:gd name="T0" fmla="*/ 17 w 17"/>
                  <a:gd name="T1" fmla="*/ 2 h 14"/>
                  <a:gd name="T2" fmla="*/ 9 w 17"/>
                  <a:gd name="T3" fmla="*/ 12 h 14"/>
                  <a:gd name="T4" fmla="*/ 0 w 17"/>
                  <a:gd name="T5" fmla="*/ 12 h 14"/>
                  <a:gd name="T6" fmla="*/ 8 w 17"/>
                  <a:gd name="T7" fmla="*/ 2 h 14"/>
                  <a:gd name="T8" fmla="*/ 17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17" y="2"/>
                    </a:moveTo>
                    <a:cubicBezTo>
                      <a:pt x="16" y="6"/>
                      <a:pt x="13" y="9"/>
                      <a:pt x="9" y="12"/>
                    </a:cubicBezTo>
                    <a:cubicBezTo>
                      <a:pt x="6" y="14"/>
                      <a:pt x="2" y="14"/>
                      <a:pt x="0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2" y="0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" name="Freeform 207"/>
              <p:cNvSpPr>
                <a:spLocks/>
              </p:cNvSpPr>
              <p:nvPr/>
            </p:nvSpPr>
            <p:spPr bwMode="auto">
              <a:xfrm>
                <a:off x="7132638" y="5337493"/>
                <a:ext cx="41275" cy="30163"/>
              </a:xfrm>
              <a:custGeom>
                <a:avLst/>
                <a:gdLst>
                  <a:gd name="T0" fmla="*/ 9 w 17"/>
                  <a:gd name="T1" fmla="*/ 10 h 12"/>
                  <a:gd name="T2" fmla="*/ 17 w 17"/>
                  <a:gd name="T3" fmla="*/ 0 h 12"/>
                  <a:gd name="T4" fmla="*/ 0 w 17"/>
                  <a:gd name="T5" fmla="*/ 10 h 12"/>
                  <a:gd name="T6" fmla="*/ 9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10"/>
                    </a:moveTo>
                    <a:cubicBezTo>
                      <a:pt x="13" y="7"/>
                      <a:pt x="16" y="4"/>
                      <a:pt x="17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6" y="12"/>
                      <a:pt x="9" y="10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" name="Freeform 208"/>
              <p:cNvSpPr>
                <a:spLocks/>
              </p:cNvSpPr>
              <p:nvPr/>
            </p:nvSpPr>
            <p:spPr bwMode="auto">
              <a:xfrm>
                <a:off x="7189788" y="5313681"/>
                <a:ext cx="39688" cy="103188"/>
              </a:xfrm>
              <a:custGeom>
                <a:avLst/>
                <a:gdLst>
                  <a:gd name="T0" fmla="*/ 0 w 16"/>
                  <a:gd name="T1" fmla="*/ 0 h 43"/>
                  <a:gd name="T2" fmla="*/ 5 w 16"/>
                  <a:gd name="T3" fmla="*/ 0 h 43"/>
                  <a:gd name="T4" fmla="*/ 16 w 16"/>
                  <a:gd name="T5" fmla="*/ 11 h 43"/>
                  <a:gd name="T6" fmla="*/ 12 w 16"/>
                  <a:gd name="T7" fmla="*/ 31 h 43"/>
                  <a:gd name="T8" fmla="*/ 1 w 16"/>
                  <a:gd name="T9" fmla="*/ 43 h 43"/>
                  <a:gd name="T10" fmla="*/ 0 w 16"/>
                  <a:gd name="T11" fmla="*/ 43 h 43"/>
                  <a:gd name="T12" fmla="*/ 0 w 16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1" y="0"/>
                      <a:pt x="16" y="5"/>
                      <a:pt x="16" y="1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1" y="39"/>
                      <a:pt x="7" y="43"/>
                      <a:pt x="1" y="43"/>
                    </a:cubicBezTo>
                    <a:cubicBezTo>
                      <a:pt x="0" y="43"/>
                      <a:pt x="0" y="43"/>
                      <a:pt x="0" y="4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" name="Freeform 209"/>
              <p:cNvSpPr>
                <a:spLocks/>
              </p:cNvSpPr>
              <p:nvPr/>
            </p:nvSpPr>
            <p:spPr bwMode="auto">
              <a:xfrm>
                <a:off x="7150100" y="5313681"/>
                <a:ext cx="39688" cy="103188"/>
              </a:xfrm>
              <a:custGeom>
                <a:avLst/>
                <a:gdLst>
                  <a:gd name="T0" fmla="*/ 17 w 17"/>
                  <a:gd name="T1" fmla="*/ 0 h 43"/>
                  <a:gd name="T2" fmla="*/ 11 w 17"/>
                  <a:gd name="T3" fmla="*/ 0 h 43"/>
                  <a:gd name="T4" fmla="*/ 0 w 17"/>
                  <a:gd name="T5" fmla="*/ 11 h 43"/>
                  <a:gd name="T6" fmla="*/ 4 w 17"/>
                  <a:gd name="T7" fmla="*/ 31 h 43"/>
                  <a:gd name="T8" fmla="*/ 16 w 17"/>
                  <a:gd name="T9" fmla="*/ 43 h 43"/>
                  <a:gd name="T10" fmla="*/ 17 w 17"/>
                  <a:gd name="T11" fmla="*/ 43 h 43"/>
                  <a:gd name="T12" fmla="*/ 17 w 17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3">
                    <a:moveTo>
                      <a:pt x="17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9"/>
                      <a:pt x="9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" name="Oval 210"/>
              <p:cNvSpPr>
                <a:spLocks noChangeArrowheads="1"/>
              </p:cNvSpPr>
              <p:nvPr/>
            </p:nvSpPr>
            <p:spPr bwMode="auto">
              <a:xfrm>
                <a:off x="7197725" y="5350193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Oval 211"/>
              <p:cNvSpPr>
                <a:spLocks noChangeArrowheads="1"/>
              </p:cNvSpPr>
              <p:nvPr/>
            </p:nvSpPr>
            <p:spPr bwMode="auto">
              <a:xfrm>
                <a:off x="7170738" y="5350193"/>
                <a:ext cx="9525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Freeform 212"/>
              <p:cNvSpPr>
                <a:spLocks/>
              </p:cNvSpPr>
              <p:nvPr/>
            </p:nvSpPr>
            <p:spPr bwMode="auto">
              <a:xfrm>
                <a:off x="8553450" y="5161281"/>
                <a:ext cx="9525" cy="15875"/>
              </a:xfrm>
              <a:custGeom>
                <a:avLst/>
                <a:gdLst>
                  <a:gd name="T0" fmla="*/ 3 w 6"/>
                  <a:gd name="T1" fmla="*/ 10 h 10"/>
                  <a:gd name="T2" fmla="*/ 6 w 6"/>
                  <a:gd name="T3" fmla="*/ 10 h 10"/>
                  <a:gd name="T4" fmla="*/ 5 w 6"/>
                  <a:gd name="T5" fmla="*/ 0 h 10"/>
                  <a:gd name="T6" fmla="*/ 0 w 6"/>
                  <a:gd name="T7" fmla="*/ 1 h 10"/>
                  <a:gd name="T8" fmla="*/ 3 w 6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10"/>
                    </a:moveTo>
                    <a:lnTo>
                      <a:pt x="6" y="10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Rectangle 213"/>
              <p:cNvSpPr>
                <a:spLocks noChangeArrowheads="1"/>
              </p:cNvSpPr>
              <p:nvPr/>
            </p:nvSpPr>
            <p:spPr bwMode="auto">
              <a:xfrm>
                <a:off x="8558213" y="5175568"/>
                <a:ext cx="4763" cy="158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214"/>
              <p:cNvSpPr>
                <a:spLocks/>
              </p:cNvSpPr>
              <p:nvPr/>
            </p:nvSpPr>
            <p:spPr bwMode="auto">
              <a:xfrm>
                <a:off x="8567738" y="5153343"/>
                <a:ext cx="9525" cy="22225"/>
              </a:xfrm>
              <a:custGeom>
                <a:avLst/>
                <a:gdLst>
                  <a:gd name="T0" fmla="*/ 3 w 6"/>
                  <a:gd name="T1" fmla="*/ 14 h 14"/>
                  <a:gd name="T2" fmla="*/ 6 w 6"/>
                  <a:gd name="T3" fmla="*/ 14 h 14"/>
                  <a:gd name="T4" fmla="*/ 3 w 6"/>
                  <a:gd name="T5" fmla="*/ 0 h 14"/>
                  <a:gd name="T6" fmla="*/ 0 w 6"/>
                  <a:gd name="T7" fmla="*/ 2 h 14"/>
                  <a:gd name="T8" fmla="*/ 3 w 6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3" y="14"/>
                    </a:moveTo>
                    <a:lnTo>
                      <a:pt x="6" y="1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" name="Freeform 215"/>
              <p:cNvSpPr>
                <a:spLocks/>
              </p:cNvSpPr>
              <p:nvPr/>
            </p:nvSpPr>
            <p:spPr bwMode="auto">
              <a:xfrm>
                <a:off x="8572500" y="5170806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Freeform 216"/>
              <p:cNvSpPr>
                <a:spLocks/>
              </p:cNvSpPr>
              <p:nvPr/>
            </p:nvSpPr>
            <p:spPr bwMode="auto">
              <a:xfrm>
                <a:off x="8502650" y="5151756"/>
                <a:ext cx="12700" cy="38100"/>
              </a:xfrm>
              <a:custGeom>
                <a:avLst/>
                <a:gdLst>
                  <a:gd name="T0" fmla="*/ 5 w 8"/>
                  <a:gd name="T1" fmla="*/ 24 h 24"/>
                  <a:gd name="T2" fmla="*/ 8 w 8"/>
                  <a:gd name="T3" fmla="*/ 22 h 24"/>
                  <a:gd name="T4" fmla="*/ 3 w 8"/>
                  <a:gd name="T5" fmla="*/ 0 h 24"/>
                  <a:gd name="T6" fmla="*/ 0 w 8"/>
                  <a:gd name="T7" fmla="*/ 1 h 24"/>
                  <a:gd name="T8" fmla="*/ 5 w 8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4">
                    <a:moveTo>
                      <a:pt x="5" y="24"/>
                    </a:moveTo>
                    <a:lnTo>
                      <a:pt x="8" y="22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217"/>
              <p:cNvSpPr>
                <a:spLocks/>
              </p:cNvSpPr>
              <p:nvPr/>
            </p:nvSpPr>
            <p:spPr bwMode="auto">
              <a:xfrm>
                <a:off x="8510588" y="5185093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218"/>
              <p:cNvSpPr>
                <a:spLocks/>
              </p:cNvSpPr>
              <p:nvPr/>
            </p:nvSpPr>
            <p:spPr bwMode="auto">
              <a:xfrm>
                <a:off x="8515350" y="5148581"/>
                <a:ext cx="14288" cy="36513"/>
              </a:xfrm>
              <a:custGeom>
                <a:avLst/>
                <a:gdLst>
                  <a:gd name="T0" fmla="*/ 6 w 9"/>
                  <a:gd name="T1" fmla="*/ 23 h 23"/>
                  <a:gd name="T2" fmla="*/ 9 w 9"/>
                  <a:gd name="T3" fmla="*/ 23 h 23"/>
                  <a:gd name="T4" fmla="*/ 4 w 9"/>
                  <a:gd name="T5" fmla="*/ 0 h 23"/>
                  <a:gd name="T6" fmla="*/ 0 w 9"/>
                  <a:gd name="T7" fmla="*/ 2 h 23"/>
                  <a:gd name="T8" fmla="*/ 6 w 9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6" y="23"/>
                    </a:moveTo>
                    <a:lnTo>
                      <a:pt x="9" y="2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219"/>
              <p:cNvSpPr>
                <a:spLocks/>
              </p:cNvSpPr>
              <p:nvPr/>
            </p:nvSpPr>
            <p:spPr bwMode="auto">
              <a:xfrm>
                <a:off x="8521700" y="5181918"/>
                <a:ext cx="7938" cy="3175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2 h 2"/>
                  <a:gd name="T4" fmla="*/ 2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220"/>
              <p:cNvSpPr>
                <a:spLocks/>
              </p:cNvSpPr>
              <p:nvPr/>
            </p:nvSpPr>
            <p:spPr bwMode="auto">
              <a:xfrm>
                <a:off x="8478838" y="5073968"/>
                <a:ext cx="106363" cy="98425"/>
              </a:xfrm>
              <a:custGeom>
                <a:avLst/>
                <a:gdLst>
                  <a:gd name="T0" fmla="*/ 1 w 44"/>
                  <a:gd name="T1" fmla="*/ 24 h 41"/>
                  <a:gd name="T2" fmla="*/ 4 w 44"/>
                  <a:gd name="T3" fmla="*/ 27 h 41"/>
                  <a:gd name="T4" fmla="*/ 3 w 44"/>
                  <a:gd name="T5" fmla="*/ 32 h 41"/>
                  <a:gd name="T6" fmla="*/ 11 w 44"/>
                  <a:gd name="T7" fmla="*/ 37 h 41"/>
                  <a:gd name="T8" fmla="*/ 13 w 44"/>
                  <a:gd name="T9" fmla="*/ 36 h 41"/>
                  <a:gd name="T10" fmla="*/ 23 w 44"/>
                  <a:gd name="T11" fmla="*/ 41 h 41"/>
                  <a:gd name="T12" fmla="*/ 27 w 44"/>
                  <a:gd name="T13" fmla="*/ 38 h 41"/>
                  <a:gd name="T14" fmla="*/ 33 w 44"/>
                  <a:gd name="T15" fmla="*/ 38 h 41"/>
                  <a:gd name="T16" fmla="*/ 43 w 44"/>
                  <a:gd name="T17" fmla="*/ 23 h 41"/>
                  <a:gd name="T18" fmla="*/ 32 w 44"/>
                  <a:gd name="T19" fmla="*/ 14 h 41"/>
                  <a:gd name="T20" fmla="*/ 32 w 44"/>
                  <a:gd name="T21" fmla="*/ 13 h 41"/>
                  <a:gd name="T22" fmla="*/ 35 w 44"/>
                  <a:gd name="T23" fmla="*/ 6 h 41"/>
                  <a:gd name="T24" fmla="*/ 28 w 44"/>
                  <a:gd name="T25" fmla="*/ 1 h 41"/>
                  <a:gd name="T26" fmla="*/ 23 w 44"/>
                  <a:gd name="T27" fmla="*/ 4 h 41"/>
                  <a:gd name="T28" fmla="*/ 18 w 44"/>
                  <a:gd name="T29" fmla="*/ 2 h 41"/>
                  <a:gd name="T30" fmla="*/ 14 w 44"/>
                  <a:gd name="T31" fmla="*/ 8 h 41"/>
                  <a:gd name="T32" fmla="*/ 9 w 44"/>
                  <a:gd name="T33" fmla="*/ 7 h 41"/>
                  <a:gd name="T34" fmla="*/ 3 w 44"/>
                  <a:gd name="T35" fmla="*/ 17 h 41"/>
                  <a:gd name="T36" fmla="*/ 3 w 44"/>
                  <a:gd name="T37" fmla="*/ 19 h 41"/>
                  <a:gd name="T38" fmla="*/ 1 w 44"/>
                  <a:gd name="T39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41">
                    <a:moveTo>
                      <a:pt x="1" y="24"/>
                    </a:moveTo>
                    <a:cubicBezTo>
                      <a:pt x="1" y="26"/>
                      <a:pt x="2" y="27"/>
                      <a:pt x="4" y="27"/>
                    </a:cubicBezTo>
                    <a:cubicBezTo>
                      <a:pt x="3" y="29"/>
                      <a:pt x="3" y="30"/>
                      <a:pt x="3" y="32"/>
                    </a:cubicBezTo>
                    <a:cubicBezTo>
                      <a:pt x="4" y="36"/>
                      <a:pt x="8" y="38"/>
                      <a:pt x="11" y="37"/>
                    </a:cubicBezTo>
                    <a:cubicBezTo>
                      <a:pt x="12" y="37"/>
                      <a:pt x="13" y="37"/>
                      <a:pt x="13" y="36"/>
                    </a:cubicBezTo>
                    <a:cubicBezTo>
                      <a:pt x="15" y="39"/>
                      <a:pt x="19" y="41"/>
                      <a:pt x="23" y="41"/>
                    </a:cubicBezTo>
                    <a:cubicBezTo>
                      <a:pt x="25" y="40"/>
                      <a:pt x="26" y="39"/>
                      <a:pt x="27" y="38"/>
                    </a:cubicBezTo>
                    <a:cubicBezTo>
                      <a:pt x="29" y="39"/>
                      <a:pt x="31" y="39"/>
                      <a:pt x="33" y="38"/>
                    </a:cubicBezTo>
                    <a:cubicBezTo>
                      <a:pt x="40" y="37"/>
                      <a:pt x="44" y="30"/>
                      <a:pt x="43" y="23"/>
                    </a:cubicBezTo>
                    <a:cubicBezTo>
                      <a:pt x="42" y="18"/>
                      <a:pt x="37" y="14"/>
                      <a:pt x="32" y="1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4" y="12"/>
                      <a:pt x="36" y="9"/>
                      <a:pt x="35" y="6"/>
                    </a:cubicBezTo>
                    <a:cubicBezTo>
                      <a:pt x="35" y="3"/>
                      <a:pt x="31" y="0"/>
                      <a:pt x="28" y="1"/>
                    </a:cubicBezTo>
                    <a:cubicBezTo>
                      <a:pt x="26" y="1"/>
                      <a:pt x="24" y="2"/>
                      <a:pt x="23" y="4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6" y="3"/>
                      <a:pt x="14" y="5"/>
                      <a:pt x="14" y="8"/>
                    </a:cubicBezTo>
                    <a:cubicBezTo>
                      <a:pt x="13" y="7"/>
                      <a:pt x="11" y="7"/>
                      <a:pt x="9" y="7"/>
                    </a:cubicBezTo>
                    <a:cubicBezTo>
                      <a:pt x="5" y="8"/>
                      <a:pt x="2" y="13"/>
                      <a:pt x="3" y="17"/>
                    </a:cubicBezTo>
                    <a:cubicBezTo>
                      <a:pt x="3" y="18"/>
                      <a:pt x="3" y="18"/>
                      <a:pt x="3" y="19"/>
                    </a:cubicBezTo>
                    <a:cubicBezTo>
                      <a:pt x="1" y="20"/>
                      <a:pt x="0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221"/>
              <p:cNvSpPr>
                <a:spLocks/>
              </p:cNvSpPr>
              <p:nvPr/>
            </p:nvSpPr>
            <p:spPr bwMode="auto">
              <a:xfrm>
                <a:off x="8547100" y="5059681"/>
                <a:ext cx="30163" cy="33338"/>
              </a:xfrm>
              <a:custGeom>
                <a:avLst/>
                <a:gdLst>
                  <a:gd name="T0" fmla="*/ 13 w 13"/>
                  <a:gd name="T1" fmla="*/ 14 h 14"/>
                  <a:gd name="T2" fmla="*/ 9 w 13"/>
                  <a:gd name="T3" fmla="*/ 4 h 14"/>
                  <a:gd name="T4" fmla="*/ 0 w 13"/>
                  <a:gd name="T5" fmla="*/ 1 h 14"/>
                  <a:gd name="T6" fmla="*/ 8 w 13"/>
                  <a:gd name="T7" fmla="*/ 6 h 14"/>
                  <a:gd name="T8" fmla="*/ 9 w 13"/>
                  <a:gd name="T9" fmla="*/ 14 h 14"/>
                  <a:gd name="T10" fmla="*/ 13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3" y="14"/>
                      <a:pt x="12" y="7"/>
                      <a:pt x="9" y="4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6" y="3"/>
                      <a:pt x="8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3" y="14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Freeform 222"/>
              <p:cNvSpPr>
                <a:spLocks/>
              </p:cNvSpPr>
              <p:nvPr/>
            </p:nvSpPr>
            <p:spPr bwMode="auto">
              <a:xfrm>
                <a:off x="8531225" y="5064443"/>
                <a:ext cx="30163" cy="33338"/>
              </a:xfrm>
              <a:custGeom>
                <a:avLst/>
                <a:gdLst>
                  <a:gd name="T0" fmla="*/ 12 w 12"/>
                  <a:gd name="T1" fmla="*/ 13 h 14"/>
                  <a:gd name="T2" fmla="*/ 9 w 12"/>
                  <a:gd name="T3" fmla="*/ 3 h 14"/>
                  <a:gd name="T4" fmla="*/ 0 w 12"/>
                  <a:gd name="T5" fmla="*/ 1 h 14"/>
                  <a:gd name="T6" fmla="*/ 7 w 12"/>
                  <a:gd name="T7" fmla="*/ 6 h 14"/>
                  <a:gd name="T8" fmla="*/ 9 w 12"/>
                  <a:gd name="T9" fmla="*/ 14 h 14"/>
                  <a:gd name="T10" fmla="*/ 12 w 12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2" y="13"/>
                    </a:moveTo>
                    <a:cubicBezTo>
                      <a:pt x="12" y="13"/>
                      <a:pt x="11" y="6"/>
                      <a:pt x="9" y="3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5" y="2"/>
                      <a:pt x="7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" name="Freeform 223"/>
              <p:cNvSpPr>
                <a:spLocks/>
              </p:cNvSpPr>
              <p:nvPr/>
            </p:nvSpPr>
            <p:spPr bwMode="auto">
              <a:xfrm>
                <a:off x="8575675" y="5097781"/>
                <a:ext cx="25400" cy="17463"/>
              </a:xfrm>
              <a:custGeom>
                <a:avLst/>
                <a:gdLst>
                  <a:gd name="T0" fmla="*/ 0 w 11"/>
                  <a:gd name="T1" fmla="*/ 2 h 7"/>
                  <a:gd name="T2" fmla="*/ 6 w 11"/>
                  <a:gd name="T3" fmla="*/ 6 h 7"/>
                  <a:gd name="T4" fmla="*/ 11 w 11"/>
                  <a:gd name="T5" fmla="*/ 5 h 7"/>
                  <a:gd name="T6" fmla="*/ 5 w 11"/>
                  <a:gd name="T7" fmla="*/ 1 h 7"/>
                  <a:gd name="T8" fmla="*/ 0 w 11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4"/>
                      <a:pt x="3" y="5"/>
                      <a:pt x="6" y="6"/>
                    </a:cubicBezTo>
                    <a:cubicBezTo>
                      <a:pt x="8" y="7"/>
                      <a:pt x="10" y="7"/>
                      <a:pt x="11" y="5"/>
                    </a:cubicBezTo>
                    <a:cubicBezTo>
                      <a:pt x="10" y="3"/>
                      <a:pt x="8" y="2"/>
                      <a:pt x="5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224"/>
              <p:cNvSpPr>
                <a:spLocks/>
              </p:cNvSpPr>
              <p:nvPr/>
            </p:nvSpPr>
            <p:spPr bwMode="auto">
              <a:xfrm>
                <a:off x="8575675" y="5102543"/>
                <a:ext cx="25400" cy="12700"/>
              </a:xfrm>
              <a:custGeom>
                <a:avLst/>
                <a:gdLst>
                  <a:gd name="T0" fmla="*/ 6 w 11"/>
                  <a:gd name="T1" fmla="*/ 4 h 5"/>
                  <a:gd name="T2" fmla="*/ 0 w 11"/>
                  <a:gd name="T3" fmla="*/ 0 h 5"/>
                  <a:gd name="T4" fmla="*/ 11 w 11"/>
                  <a:gd name="T5" fmla="*/ 3 h 5"/>
                  <a:gd name="T6" fmla="*/ 6 w 11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6" y="4"/>
                    </a:moveTo>
                    <a:cubicBezTo>
                      <a:pt x="3" y="3"/>
                      <a:pt x="1" y="2"/>
                      <a:pt x="0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8" y="5"/>
                      <a:pt x="6" y="4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Freeform 225"/>
              <p:cNvSpPr>
                <a:spLocks/>
              </p:cNvSpPr>
              <p:nvPr/>
            </p:nvSpPr>
            <p:spPr bwMode="auto">
              <a:xfrm>
                <a:off x="8535988" y="5102543"/>
                <a:ext cx="22225" cy="25400"/>
              </a:xfrm>
              <a:custGeom>
                <a:avLst/>
                <a:gdLst>
                  <a:gd name="T0" fmla="*/ 9 w 9"/>
                  <a:gd name="T1" fmla="*/ 1 h 10"/>
                  <a:gd name="T2" fmla="*/ 6 w 9"/>
                  <a:gd name="T3" fmla="*/ 8 h 10"/>
                  <a:gd name="T4" fmla="*/ 0 w 9"/>
                  <a:gd name="T5" fmla="*/ 9 h 10"/>
                  <a:gd name="T6" fmla="*/ 4 w 9"/>
                  <a:gd name="T7" fmla="*/ 3 h 10"/>
                  <a:gd name="T8" fmla="*/ 9 w 9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1"/>
                    </a:moveTo>
                    <a:cubicBezTo>
                      <a:pt x="9" y="3"/>
                      <a:pt x="7" y="6"/>
                      <a:pt x="6" y="8"/>
                    </a:cubicBezTo>
                    <a:cubicBezTo>
                      <a:pt x="4" y="9"/>
                      <a:pt x="2" y="10"/>
                      <a:pt x="0" y="9"/>
                    </a:cubicBezTo>
                    <a:cubicBezTo>
                      <a:pt x="1" y="7"/>
                      <a:pt x="2" y="4"/>
                      <a:pt x="4" y="3"/>
                    </a:cubicBezTo>
                    <a:cubicBezTo>
                      <a:pt x="6" y="1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226"/>
              <p:cNvSpPr>
                <a:spLocks/>
              </p:cNvSpPr>
              <p:nvPr/>
            </p:nvSpPr>
            <p:spPr bwMode="auto">
              <a:xfrm>
                <a:off x="8535988" y="5105718"/>
                <a:ext cx="22225" cy="22225"/>
              </a:xfrm>
              <a:custGeom>
                <a:avLst/>
                <a:gdLst>
                  <a:gd name="T0" fmla="*/ 6 w 9"/>
                  <a:gd name="T1" fmla="*/ 7 h 9"/>
                  <a:gd name="T2" fmla="*/ 9 w 9"/>
                  <a:gd name="T3" fmla="*/ 0 h 9"/>
                  <a:gd name="T4" fmla="*/ 0 w 9"/>
                  <a:gd name="T5" fmla="*/ 8 h 9"/>
                  <a:gd name="T6" fmla="*/ 6 w 9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7"/>
                    </a:moveTo>
                    <a:cubicBezTo>
                      <a:pt x="7" y="5"/>
                      <a:pt x="9" y="2"/>
                      <a:pt x="9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4" y="8"/>
                      <a:pt x="6" y="7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227"/>
              <p:cNvSpPr>
                <a:spLocks/>
              </p:cNvSpPr>
              <p:nvPr/>
            </p:nvSpPr>
            <p:spPr bwMode="auto">
              <a:xfrm>
                <a:off x="8562975" y="5086668"/>
                <a:ext cx="26988" cy="61913"/>
              </a:xfrm>
              <a:custGeom>
                <a:avLst/>
                <a:gdLst>
                  <a:gd name="T0" fmla="*/ 0 w 11"/>
                  <a:gd name="T1" fmla="*/ 2 h 26"/>
                  <a:gd name="T2" fmla="*/ 3 w 11"/>
                  <a:gd name="T3" fmla="*/ 1 h 26"/>
                  <a:gd name="T4" fmla="*/ 11 w 11"/>
                  <a:gd name="T5" fmla="*/ 6 h 26"/>
                  <a:gd name="T6" fmla="*/ 11 w 11"/>
                  <a:gd name="T7" fmla="*/ 18 h 26"/>
                  <a:gd name="T8" fmla="*/ 6 w 11"/>
                  <a:gd name="T9" fmla="*/ 26 h 26"/>
                  <a:gd name="T10" fmla="*/ 5 w 11"/>
                  <a:gd name="T11" fmla="*/ 26 h 26"/>
                  <a:gd name="T12" fmla="*/ 0 w 11"/>
                  <a:gd name="T1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6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0"/>
                      <a:pt x="10" y="3"/>
                      <a:pt x="11" y="6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22"/>
                      <a:pt x="10" y="25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228"/>
              <p:cNvSpPr>
                <a:spLocks/>
              </p:cNvSpPr>
              <p:nvPr/>
            </p:nvSpPr>
            <p:spPr bwMode="auto">
              <a:xfrm>
                <a:off x="8543925" y="5091431"/>
                <a:ext cx="31750" cy="60325"/>
              </a:xfrm>
              <a:custGeom>
                <a:avLst/>
                <a:gdLst>
                  <a:gd name="T0" fmla="*/ 8 w 13"/>
                  <a:gd name="T1" fmla="*/ 0 h 25"/>
                  <a:gd name="T2" fmla="*/ 5 w 13"/>
                  <a:gd name="T3" fmla="*/ 0 h 25"/>
                  <a:gd name="T4" fmla="*/ 0 w 13"/>
                  <a:gd name="T5" fmla="*/ 8 h 25"/>
                  <a:gd name="T6" fmla="*/ 5 w 13"/>
                  <a:gd name="T7" fmla="*/ 19 h 25"/>
                  <a:gd name="T8" fmla="*/ 13 w 13"/>
                  <a:gd name="T9" fmla="*/ 24 h 25"/>
                  <a:gd name="T10" fmla="*/ 13 w 13"/>
                  <a:gd name="T11" fmla="*/ 24 h 25"/>
                  <a:gd name="T12" fmla="*/ 8 w 1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0" y="5"/>
                      <a:pt x="0" y="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3"/>
                      <a:pt x="9" y="25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229"/>
              <p:cNvSpPr>
                <a:spLocks/>
              </p:cNvSpPr>
              <p:nvPr/>
            </p:nvSpPr>
            <p:spPr bwMode="auto">
              <a:xfrm>
                <a:off x="8572500" y="5107306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2 h 3"/>
                  <a:gd name="T6" fmla="*/ 1 w 3"/>
                  <a:gd name="T7" fmla="*/ 1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230"/>
              <p:cNvSpPr>
                <a:spLocks/>
              </p:cNvSpPr>
              <p:nvPr/>
            </p:nvSpPr>
            <p:spPr bwMode="auto">
              <a:xfrm>
                <a:off x="8558213" y="5112068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1 h 3"/>
                  <a:gd name="T6" fmla="*/ 1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254"/>
              <p:cNvSpPr>
                <a:spLocks/>
              </p:cNvSpPr>
              <p:nvPr/>
            </p:nvSpPr>
            <p:spPr bwMode="auto">
              <a:xfrm>
                <a:off x="5892800" y="5299393"/>
                <a:ext cx="34925" cy="65088"/>
              </a:xfrm>
              <a:custGeom>
                <a:avLst/>
                <a:gdLst>
                  <a:gd name="T0" fmla="*/ 1 w 15"/>
                  <a:gd name="T1" fmla="*/ 16 h 27"/>
                  <a:gd name="T2" fmla="*/ 10 w 15"/>
                  <a:gd name="T3" fmla="*/ 0 h 27"/>
                  <a:gd name="T4" fmla="*/ 7 w 15"/>
                  <a:gd name="T5" fmla="*/ 19 h 27"/>
                  <a:gd name="T6" fmla="*/ 1 w 15"/>
                  <a:gd name="T7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1" y="16"/>
                    </a:moveTo>
                    <a:cubicBezTo>
                      <a:pt x="10" y="14"/>
                      <a:pt x="10" y="0"/>
                      <a:pt x="10" y="0"/>
                    </a:cubicBezTo>
                    <a:cubicBezTo>
                      <a:pt x="10" y="0"/>
                      <a:pt x="15" y="11"/>
                      <a:pt x="7" y="19"/>
                    </a:cubicBezTo>
                    <a:cubicBezTo>
                      <a:pt x="0" y="27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255"/>
              <p:cNvSpPr>
                <a:spLocks/>
              </p:cNvSpPr>
              <p:nvPr/>
            </p:nvSpPr>
            <p:spPr bwMode="auto">
              <a:xfrm>
                <a:off x="5748338" y="5448618"/>
                <a:ext cx="28575" cy="14288"/>
              </a:xfrm>
              <a:custGeom>
                <a:avLst/>
                <a:gdLst>
                  <a:gd name="T0" fmla="*/ 0 w 12"/>
                  <a:gd name="T1" fmla="*/ 3 h 6"/>
                  <a:gd name="T2" fmla="*/ 2 w 12"/>
                  <a:gd name="T3" fmla="*/ 0 h 6"/>
                  <a:gd name="T4" fmla="*/ 10 w 12"/>
                  <a:gd name="T5" fmla="*/ 0 h 6"/>
                  <a:gd name="T6" fmla="*/ 12 w 12"/>
                  <a:gd name="T7" fmla="*/ 3 h 6"/>
                  <a:gd name="T8" fmla="*/ 10 w 12"/>
                  <a:gd name="T9" fmla="*/ 6 h 6"/>
                  <a:gd name="T10" fmla="*/ 2 w 12"/>
                  <a:gd name="T11" fmla="*/ 6 h 6"/>
                  <a:gd name="T12" fmla="*/ 0 w 12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2" y="2"/>
                      <a:pt x="12" y="3"/>
                    </a:cubicBezTo>
                    <a:cubicBezTo>
                      <a:pt x="12" y="5"/>
                      <a:pt x="11" y="6"/>
                      <a:pt x="1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Rectangle 256"/>
              <p:cNvSpPr>
                <a:spLocks noChangeArrowheads="1"/>
              </p:cNvSpPr>
              <p:nvPr/>
            </p:nvSpPr>
            <p:spPr bwMode="auto">
              <a:xfrm>
                <a:off x="576103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257"/>
              <p:cNvSpPr>
                <a:spLocks/>
              </p:cNvSpPr>
              <p:nvPr/>
            </p:nvSpPr>
            <p:spPr bwMode="auto">
              <a:xfrm>
                <a:off x="5781675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Rectangle 258"/>
              <p:cNvSpPr>
                <a:spLocks noChangeArrowheads="1"/>
              </p:cNvSpPr>
              <p:nvPr/>
            </p:nvSpPr>
            <p:spPr bwMode="auto">
              <a:xfrm>
                <a:off x="5794375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" name="Freeform 259"/>
              <p:cNvSpPr>
                <a:spLocks/>
              </p:cNvSpPr>
              <p:nvPr/>
            </p:nvSpPr>
            <p:spPr bwMode="auto">
              <a:xfrm>
                <a:off x="584358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" name="Rectangle 260"/>
              <p:cNvSpPr>
                <a:spLocks noChangeArrowheads="1"/>
              </p:cNvSpPr>
              <p:nvPr/>
            </p:nvSpPr>
            <p:spPr bwMode="auto">
              <a:xfrm>
                <a:off x="585628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261"/>
              <p:cNvSpPr>
                <a:spLocks/>
              </p:cNvSpPr>
              <p:nvPr/>
            </p:nvSpPr>
            <p:spPr bwMode="auto">
              <a:xfrm>
                <a:off x="587533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Rectangle 262"/>
              <p:cNvSpPr>
                <a:spLocks noChangeArrowheads="1"/>
              </p:cNvSpPr>
              <p:nvPr/>
            </p:nvSpPr>
            <p:spPr bwMode="auto">
              <a:xfrm>
                <a:off x="5888038" y="5372418"/>
                <a:ext cx="14288" cy="85725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" name="Oval 263"/>
              <p:cNvSpPr>
                <a:spLocks noChangeArrowheads="1"/>
              </p:cNvSpPr>
              <p:nvPr/>
            </p:nvSpPr>
            <p:spPr bwMode="auto">
              <a:xfrm>
                <a:off x="5738813" y="5293043"/>
                <a:ext cx="168275" cy="150813"/>
              </a:xfrm>
              <a:prstGeom prst="ellipse">
                <a:avLst/>
              </a:pr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Rectangle 264"/>
              <p:cNvSpPr>
                <a:spLocks noChangeArrowheads="1"/>
              </p:cNvSpPr>
              <p:nvPr/>
            </p:nvSpPr>
            <p:spPr bwMode="auto">
              <a:xfrm>
                <a:off x="5743575" y="5256531"/>
                <a:ext cx="12700" cy="52388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265"/>
              <p:cNvSpPr>
                <a:spLocks/>
              </p:cNvSpPr>
              <p:nvPr/>
            </p:nvSpPr>
            <p:spPr bwMode="auto">
              <a:xfrm>
                <a:off x="5716588" y="5256531"/>
                <a:ext cx="36513" cy="14288"/>
              </a:xfrm>
              <a:custGeom>
                <a:avLst/>
                <a:gdLst>
                  <a:gd name="T0" fmla="*/ 0 w 15"/>
                  <a:gd name="T1" fmla="*/ 3 h 6"/>
                  <a:gd name="T2" fmla="*/ 3 w 15"/>
                  <a:gd name="T3" fmla="*/ 6 h 6"/>
                  <a:gd name="T4" fmla="*/ 13 w 15"/>
                  <a:gd name="T5" fmla="*/ 6 h 6"/>
                  <a:gd name="T6" fmla="*/ 15 w 15"/>
                  <a:gd name="T7" fmla="*/ 3 h 6"/>
                  <a:gd name="T8" fmla="*/ 13 w 15"/>
                  <a:gd name="T9" fmla="*/ 0 h 6"/>
                  <a:gd name="T10" fmla="*/ 3 w 15"/>
                  <a:gd name="T11" fmla="*/ 0 h 6"/>
                  <a:gd name="T12" fmla="*/ 0 w 15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0" y="3"/>
                    </a:moveTo>
                    <a:cubicBezTo>
                      <a:pt x="0" y="5"/>
                      <a:pt x="2" y="6"/>
                      <a:pt x="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3"/>
                    </a:cubicBezTo>
                    <a:cubicBezTo>
                      <a:pt x="15" y="2"/>
                      <a:pt x="14" y="0"/>
                      <a:pt x="1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266"/>
              <p:cNvSpPr>
                <a:spLocks/>
              </p:cNvSpPr>
              <p:nvPr/>
            </p:nvSpPr>
            <p:spPr bwMode="auto">
              <a:xfrm>
                <a:off x="5724525" y="5283518"/>
                <a:ext cx="109538" cy="109538"/>
              </a:xfrm>
              <a:custGeom>
                <a:avLst/>
                <a:gdLst>
                  <a:gd name="T0" fmla="*/ 46 w 46"/>
                  <a:gd name="T1" fmla="*/ 31 h 46"/>
                  <a:gd name="T2" fmla="*/ 32 w 46"/>
                  <a:gd name="T3" fmla="*/ 46 h 46"/>
                  <a:gd name="T4" fmla="*/ 15 w 46"/>
                  <a:gd name="T5" fmla="*/ 46 h 46"/>
                  <a:gd name="T6" fmla="*/ 0 w 46"/>
                  <a:gd name="T7" fmla="*/ 31 h 46"/>
                  <a:gd name="T8" fmla="*/ 0 w 46"/>
                  <a:gd name="T9" fmla="*/ 15 h 46"/>
                  <a:gd name="T10" fmla="*/ 15 w 46"/>
                  <a:gd name="T11" fmla="*/ 0 h 46"/>
                  <a:gd name="T12" fmla="*/ 32 w 46"/>
                  <a:gd name="T13" fmla="*/ 0 h 46"/>
                  <a:gd name="T14" fmla="*/ 46 w 46"/>
                  <a:gd name="T15" fmla="*/ 15 h 46"/>
                  <a:gd name="T16" fmla="*/ 46 w 46"/>
                  <a:gd name="T17" fmla="*/ 3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46">
                    <a:moveTo>
                      <a:pt x="46" y="31"/>
                    </a:moveTo>
                    <a:cubicBezTo>
                      <a:pt x="46" y="39"/>
                      <a:pt x="40" y="46"/>
                      <a:pt x="32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7" y="46"/>
                      <a:pt x="0" y="39"/>
                      <a:pt x="0" y="3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40" y="0"/>
                      <a:pt x="46" y="7"/>
                      <a:pt x="46" y="15"/>
                    </a:cubicBezTo>
                    <a:lnTo>
                      <a:pt x="46" y="31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267"/>
              <p:cNvSpPr>
                <a:spLocks/>
              </p:cNvSpPr>
              <p:nvPr/>
            </p:nvSpPr>
            <p:spPr bwMode="auto">
              <a:xfrm>
                <a:off x="5780088" y="5283518"/>
                <a:ext cx="53975" cy="109538"/>
              </a:xfrm>
              <a:custGeom>
                <a:avLst/>
                <a:gdLst>
                  <a:gd name="T0" fmla="*/ 9 w 23"/>
                  <a:gd name="T1" fmla="*/ 0 h 46"/>
                  <a:gd name="T2" fmla="*/ 0 w 23"/>
                  <a:gd name="T3" fmla="*/ 0 h 46"/>
                  <a:gd name="T4" fmla="*/ 0 w 23"/>
                  <a:gd name="T5" fmla="*/ 46 h 46"/>
                  <a:gd name="T6" fmla="*/ 9 w 23"/>
                  <a:gd name="T7" fmla="*/ 46 h 46"/>
                  <a:gd name="T8" fmla="*/ 23 w 23"/>
                  <a:gd name="T9" fmla="*/ 31 h 46"/>
                  <a:gd name="T10" fmla="*/ 23 w 23"/>
                  <a:gd name="T11" fmla="*/ 15 h 46"/>
                  <a:gd name="T12" fmla="*/ 9 w 23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46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7" y="46"/>
                      <a:pt x="23" y="39"/>
                      <a:pt x="23" y="31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7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Rectangle 268"/>
              <p:cNvSpPr>
                <a:spLocks noChangeArrowheads="1"/>
              </p:cNvSpPr>
              <p:nvPr/>
            </p:nvSpPr>
            <p:spPr bwMode="auto">
              <a:xfrm>
                <a:off x="5805488" y="5256531"/>
                <a:ext cx="12700" cy="523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269"/>
              <p:cNvSpPr>
                <a:spLocks/>
              </p:cNvSpPr>
              <p:nvPr/>
            </p:nvSpPr>
            <p:spPr bwMode="auto">
              <a:xfrm>
                <a:off x="5805488" y="5256531"/>
                <a:ext cx="38100" cy="14288"/>
              </a:xfrm>
              <a:custGeom>
                <a:avLst/>
                <a:gdLst>
                  <a:gd name="T0" fmla="*/ 16 w 16"/>
                  <a:gd name="T1" fmla="*/ 3 h 6"/>
                  <a:gd name="T2" fmla="*/ 13 w 16"/>
                  <a:gd name="T3" fmla="*/ 6 h 6"/>
                  <a:gd name="T4" fmla="*/ 3 w 16"/>
                  <a:gd name="T5" fmla="*/ 6 h 6"/>
                  <a:gd name="T6" fmla="*/ 0 w 16"/>
                  <a:gd name="T7" fmla="*/ 3 h 6"/>
                  <a:gd name="T8" fmla="*/ 3 w 16"/>
                  <a:gd name="T9" fmla="*/ 0 h 6"/>
                  <a:gd name="T10" fmla="*/ 13 w 16"/>
                  <a:gd name="T11" fmla="*/ 0 h 6"/>
                  <a:gd name="T12" fmla="*/ 16 w 1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6" y="3"/>
                    </a:moveTo>
                    <a:cubicBezTo>
                      <a:pt x="16" y="5"/>
                      <a:pt x="14" y="6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6" y="2"/>
                      <a:pt x="16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270"/>
              <p:cNvSpPr>
                <a:spLocks/>
              </p:cNvSpPr>
              <p:nvPr/>
            </p:nvSpPr>
            <p:spPr bwMode="auto">
              <a:xfrm>
                <a:off x="5724525" y="5327968"/>
                <a:ext cx="109538" cy="65088"/>
              </a:xfrm>
              <a:custGeom>
                <a:avLst/>
                <a:gdLst>
                  <a:gd name="T0" fmla="*/ 46 w 46"/>
                  <a:gd name="T1" fmla="*/ 11 h 27"/>
                  <a:gd name="T2" fmla="*/ 23 w 46"/>
                  <a:gd name="T3" fmla="*/ 0 h 27"/>
                  <a:gd name="T4" fmla="*/ 0 w 46"/>
                  <a:gd name="T5" fmla="*/ 11 h 27"/>
                  <a:gd name="T6" fmla="*/ 0 w 46"/>
                  <a:gd name="T7" fmla="*/ 12 h 27"/>
                  <a:gd name="T8" fmla="*/ 15 w 46"/>
                  <a:gd name="T9" fmla="*/ 27 h 27"/>
                  <a:gd name="T10" fmla="*/ 32 w 46"/>
                  <a:gd name="T11" fmla="*/ 27 h 27"/>
                  <a:gd name="T12" fmla="*/ 46 w 46"/>
                  <a:gd name="T13" fmla="*/ 12 h 27"/>
                  <a:gd name="T14" fmla="*/ 46 w 46"/>
                  <a:gd name="T1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27">
                    <a:moveTo>
                      <a:pt x="46" y="11"/>
                    </a:moveTo>
                    <a:cubicBezTo>
                      <a:pt x="42" y="5"/>
                      <a:pt x="34" y="0"/>
                      <a:pt x="23" y="0"/>
                    </a:cubicBezTo>
                    <a:cubicBezTo>
                      <a:pt x="13" y="0"/>
                      <a:pt x="5" y="5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7" y="27"/>
                      <a:pt x="15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40" y="27"/>
                      <a:pt x="46" y="20"/>
                      <a:pt x="46" y="12"/>
                    </a:cubicBezTo>
                    <a:lnTo>
                      <a:pt x="4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271"/>
              <p:cNvSpPr>
                <a:spLocks/>
              </p:cNvSpPr>
              <p:nvPr/>
            </p:nvSpPr>
            <p:spPr bwMode="auto">
              <a:xfrm>
                <a:off x="5780088" y="5327968"/>
                <a:ext cx="53975" cy="65088"/>
              </a:xfrm>
              <a:custGeom>
                <a:avLst/>
                <a:gdLst>
                  <a:gd name="T0" fmla="*/ 0 w 23"/>
                  <a:gd name="T1" fmla="*/ 0 h 27"/>
                  <a:gd name="T2" fmla="*/ 0 w 23"/>
                  <a:gd name="T3" fmla="*/ 0 h 27"/>
                  <a:gd name="T4" fmla="*/ 0 w 23"/>
                  <a:gd name="T5" fmla="*/ 27 h 27"/>
                  <a:gd name="T6" fmla="*/ 9 w 23"/>
                  <a:gd name="T7" fmla="*/ 27 h 27"/>
                  <a:gd name="T8" fmla="*/ 23 w 23"/>
                  <a:gd name="T9" fmla="*/ 12 h 27"/>
                  <a:gd name="T10" fmla="*/ 23 w 23"/>
                  <a:gd name="T11" fmla="*/ 11 h 27"/>
                  <a:gd name="T12" fmla="*/ 0 w 2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7" y="27"/>
                      <a:pt x="23" y="20"/>
                      <a:pt x="23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5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Oval 272"/>
              <p:cNvSpPr>
                <a:spLocks noChangeArrowheads="1"/>
              </p:cNvSpPr>
              <p:nvPr/>
            </p:nvSpPr>
            <p:spPr bwMode="auto">
              <a:xfrm>
                <a:off x="5756275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Oval 273"/>
              <p:cNvSpPr>
                <a:spLocks noChangeArrowheads="1"/>
              </p:cNvSpPr>
              <p:nvPr/>
            </p:nvSpPr>
            <p:spPr bwMode="auto">
              <a:xfrm>
                <a:off x="5791200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Oval 274"/>
              <p:cNvSpPr>
                <a:spLocks noChangeArrowheads="1"/>
              </p:cNvSpPr>
              <p:nvPr/>
            </p:nvSpPr>
            <p:spPr bwMode="auto">
              <a:xfrm>
                <a:off x="5767388" y="5335906"/>
                <a:ext cx="23813" cy="17463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275"/>
              <p:cNvSpPr>
                <a:spLocks/>
              </p:cNvSpPr>
              <p:nvPr/>
            </p:nvSpPr>
            <p:spPr bwMode="auto">
              <a:xfrm>
                <a:off x="5767388" y="5369243"/>
                <a:ext cx="26988" cy="9525"/>
              </a:xfrm>
              <a:custGeom>
                <a:avLst/>
                <a:gdLst>
                  <a:gd name="T0" fmla="*/ 5 w 11"/>
                  <a:gd name="T1" fmla="*/ 4 h 4"/>
                  <a:gd name="T2" fmla="*/ 0 w 11"/>
                  <a:gd name="T3" fmla="*/ 0 h 4"/>
                  <a:gd name="T4" fmla="*/ 1 w 11"/>
                  <a:gd name="T5" fmla="*/ 0 h 4"/>
                  <a:gd name="T6" fmla="*/ 5 w 11"/>
                  <a:gd name="T7" fmla="*/ 2 h 4"/>
                  <a:gd name="T8" fmla="*/ 10 w 11"/>
                  <a:gd name="T9" fmla="*/ 0 h 4"/>
                  <a:gd name="T10" fmla="*/ 11 w 11"/>
                  <a:gd name="T11" fmla="*/ 0 h 4"/>
                  <a:gd name="T12" fmla="*/ 5 w 1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5" y="4"/>
                    </a:moveTo>
                    <a:cubicBezTo>
                      <a:pt x="2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3" y="2"/>
                      <a:pt x="5" y="2"/>
                    </a:cubicBezTo>
                    <a:cubicBezTo>
                      <a:pt x="8" y="2"/>
                      <a:pt x="10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9" y="4"/>
                      <a:pt x="5" y="4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276"/>
              <p:cNvSpPr>
                <a:spLocks/>
              </p:cNvSpPr>
              <p:nvPr/>
            </p:nvSpPr>
            <p:spPr bwMode="auto">
              <a:xfrm>
                <a:off x="6337300" y="5088256"/>
                <a:ext cx="33338" cy="87313"/>
              </a:xfrm>
              <a:custGeom>
                <a:avLst/>
                <a:gdLst>
                  <a:gd name="T0" fmla="*/ 5 w 21"/>
                  <a:gd name="T1" fmla="*/ 0 h 55"/>
                  <a:gd name="T2" fmla="*/ 0 w 21"/>
                  <a:gd name="T3" fmla="*/ 55 h 55"/>
                  <a:gd name="T4" fmla="*/ 21 w 21"/>
                  <a:gd name="T5" fmla="*/ 55 h 55"/>
                  <a:gd name="T6" fmla="*/ 17 w 21"/>
                  <a:gd name="T7" fmla="*/ 0 h 55"/>
                  <a:gd name="T8" fmla="*/ 5 w 2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5">
                    <a:moveTo>
                      <a:pt x="5" y="0"/>
                    </a:moveTo>
                    <a:lnTo>
                      <a:pt x="0" y="55"/>
                    </a:lnTo>
                    <a:lnTo>
                      <a:pt x="21" y="55"/>
                    </a:lnTo>
                    <a:lnTo>
                      <a:pt x="1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277"/>
              <p:cNvSpPr>
                <a:spLocks/>
              </p:cNvSpPr>
              <p:nvPr/>
            </p:nvSpPr>
            <p:spPr bwMode="auto">
              <a:xfrm>
                <a:off x="6354763" y="5088256"/>
                <a:ext cx="15875" cy="87313"/>
              </a:xfrm>
              <a:custGeom>
                <a:avLst/>
                <a:gdLst>
                  <a:gd name="T0" fmla="*/ 0 w 10"/>
                  <a:gd name="T1" fmla="*/ 0 h 55"/>
                  <a:gd name="T2" fmla="*/ 0 w 10"/>
                  <a:gd name="T3" fmla="*/ 55 h 55"/>
                  <a:gd name="T4" fmla="*/ 10 w 10"/>
                  <a:gd name="T5" fmla="*/ 55 h 55"/>
                  <a:gd name="T6" fmla="*/ 6 w 10"/>
                  <a:gd name="T7" fmla="*/ 0 h 55"/>
                  <a:gd name="T8" fmla="*/ 0 w 10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5">
                    <a:moveTo>
                      <a:pt x="0" y="0"/>
                    </a:moveTo>
                    <a:lnTo>
                      <a:pt x="0" y="55"/>
                    </a:lnTo>
                    <a:lnTo>
                      <a:pt x="10" y="55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278"/>
              <p:cNvSpPr>
                <a:spLocks/>
              </p:cNvSpPr>
              <p:nvPr/>
            </p:nvSpPr>
            <p:spPr bwMode="auto">
              <a:xfrm>
                <a:off x="6265863" y="4731068"/>
                <a:ext cx="177800" cy="384175"/>
              </a:xfrm>
              <a:custGeom>
                <a:avLst/>
                <a:gdLst>
                  <a:gd name="T0" fmla="*/ 0 w 112"/>
                  <a:gd name="T1" fmla="*/ 242 h 242"/>
                  <a:gd name="T2" fmla="*/ 56 w 112"/>
                  <a:gd name="T3" fmla="*/ 0 h 242"/>
                  <a:gd name="T4" fmla="*/ 112 w 112"/>
                  <a:gd name="T5" fmla="*/ 242 h 242"/>
                  <a:gd name="T6" fmla="*/ 0 w 112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2">
                    <a:moveTo>
                      <a:pt x="0" y="242"/>
                    </a:moveTo>
                    <a:lnTo>
                      <a:pt x="56" y="0"/>
                    </a:lnTo>
                    <a:lnTo>
                      <a:pt x="112" y="242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279"/>
              <p:cNvSpPr>
                <a:spLocks/>
              </p:cNvSpPr>
              <p:nvPr/>
            </p:nvSpPr>
            <p:spPr bwMode="auto">
              <a:xfrm>
                <a:off x="6354763" y="4731068"/>
                <a:ext cx="88900" cy="384175"/>
              </a:xfrm>
              <a:custGeom>
                <a:avLst/>
                <a:gdLst>
                  <a:gd name="T0" fmla="*/ 56 w 56"/>
                  <a:gd name="T1" fmla="*/ 242 h 242"/>
                  <a:gd name="T2" fmla="*/ 0 w 56"/>
                  <a:gd name="T3" fmla="*/ 0 h 242"/>
                  <a:gd name="T4" fmla="*/ 0 w 56"/>
                  <a:gd name="T5" fmla="*/ 242 h 242"/>
                  <a:gd name="T6" fmla="*/ 56 w 56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2">
                    <a:moveTo>
                      <a:pt x="56" y="242"/>
                    </a:moveTo>
                    <a:lnTo>
                      <a:pt x="0" y="0"/>
                    </a:lnTo>
                    <a:lnTo>
                      <a:pt x="0" y="242"/>
                    </a:lnTo>
                    <a:lnTo>
                      <a:pt x="56" y="242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284"/>
              <p:cNvSpPr>
                <a:spLocks/>
              </p:cNvSpPr>
              <p:nvPr/>
            </p:nvSpPr>
            <p:spPr bwMode="auto">
              <a:xfrm>
                <a:off x="3786188" y="3403918"/>
                <a:ext cx="588963" cy="320675"/>
              </a:xfrm>
              <a:custGeom>
                <a:avLst/>
                <a:gdLst>
                  <a:gd name="T0" fmla="*/ 22 w 246"/>
                  <a:gd name="T1" fmla="*/ 134 h 134"/>
                  <a:gd name="T2" fmla="*/ 211 w 246"/>
                  <a:gd name="T3" fmla="*/ 134 h 134"/>
                  <a:gd name="T4" fmla="*/ 246 w 246"/>
                  <a:gd name="T5" fmla="*/ 105 h 134"/>
                  <a:gd name="T6" fmla="*/ 212 w 246"/>
                  <a:gd name="T7" fmla="*/ 64 h 134"/>
                  <a:gd name="T8" fmla="*/ 195 w 246"/>
                  <a:gd name="T9" fmla="*/ 36 h 134"/>
                  <a:gd name="T10" fmla="*/ 153 w 246"/>
                  <a:gd name="T11" fmla="*/ 32 h 134"/>
                  <a:gd name="T12" fmla="*/ 112 w 246"/>
                  <a:gd name="T13" fmla="*/ 0 h 134"/>
                  <a:gd name="T14" fmla="*/ 72 w 246"/>
                  <a:gd name="T15" fmla="*/ 34 h 134"/>
                  <a:gd name="T16" fmla="*/ 34 w 246"/>
                  <a:gd name="T17" fmla="*/ 44 h 134"/>
                  <a:gd name="T18" fmla="*/ 25 w 246"/>
                  <a:gd name="T19" fmla="*/ 79 h 134"/>
                  <a:gd name="T20" fmla="*/ 0 w 246"/>
                  <a:gd name="T21" fmla="*/ 112 h 134"/>
                  <a:gd name="T22" fmla="*/ 22 w 246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6" h="134">
                    <a:moveTo>
                      <a:pt x="22" y="134"/>
                    </a:moveTo>
                    <a:cubicBezTo>
                      <a:pt x="45" y="134"/>
                      <a:pt x="128" y="134"/>
                      <a:pt x="211" y="134"/>
                    </a:cubicBezTo>
                    <a:cubicBezTo>
                      <a:pt x="227" y="134"/>
                      <a:pt x="246" y="121"/>
                      <a:pt x="246" y="105"/>
                    </a:cubicBezTo>
                    <a:cubicBezTo>
                      <a:pt x="246" y="69"/>
                      <a:pt x="212" y="64"/>
                      <a:pt x="212" y="64"/>
                    </a:cubicBezTo>
                    <a:cubicBezTo>
                      <a:pt x="212" y="64"/>
                      <a:pt x="215" y="45"/>
                      <a:pt x="195" y="36"/>
                    </a:cubicBezTo>
                    <a:cubicBezTo>
                      <a:pt x="175" y="26"/>
                      <a:pt x="153" y="32"/>
                      <a:pt x="153" y="32"/>
                    </a:cubicBezTo>
                    <a:cubicBezTo>
                      <a:pt x="153" y="32"/>
                      <a:pt x="150" y="0"/>
                      <a:pt x="112" y="0"/>
                    </a:cubicBezTo>
                    <a:cubicBezTo>
                      <a:pt x="74" y="0"/>
                      <a:pt x="72" y="34"/>
                      <a:pt x="72" y="34"/>
                    </a:cubicBezTo>
                    <a:cubicBezTo>
                      <a:pt x="72" y="34"/>
                      <a:pt x="53" y="26"/>
                      <a:pt x="34" y="44"/>
                    </a:cubicBezTo>
                    <a:cubicBezTo>
                      <a:pt x="15" y="63"/>
                      <a:pt x="25" y="79"/>
                      <a:pt x="25" y="79"/>
                    </a:cubicBezTo>
                    <a:cubicBezTo>
                      <a:pt x="25" y="79"/>
                      <a:pt x="0" y="87"/>
                      <a:pt x="0" y="112"/>
                    </a:cubicBezTo>
                    <a:cubicBezTo>
                      <a:pt x="0" y="120"/>
                      <a:pt x="8" y="134"/>
                      <a:pt x="22" y="13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285"/>
              <p:cNvSpPr>
                <a:spLocks/>
              </p:cNvSpPr>
              <p:nvPr/>
            </p:nvSpPr>
            <p:spPr bwMode="auto">
              <a:xfrm>
                <a:off x="4081463" y="3405506"/>
                <a:ext cx="293688" cy="319088"/>
              </a:xfrm>
              <a:custGeom>
                <a:avLst/>
                <a:gdLst>
                  <a:gd name="T0" fmla="*/ 89 w 123"/>
                  <a:gd name="T1" fmla="*/ 63 h 133"/>
                  <a:gd name="T2" fmla="*/ 72 w 123"/>
                  <a:gd name="T3" fmla="*/ 35 h 133"/>
                  <a:gd name="T4" fmla="*/ 30 w 123"/>
                  <a:gd name="T5" fmla="*/ 31 h 133"/>
                  <a:gd name="T6" fmla="*/ 0 w 123"/>
                  <a:gd name="T7" fmla="*/ 0 h 133"/>
                  <a:gd name="T8" fmla="*/ 0 w 123"/>
                  <a:gd name="T9" fmla="*/ 133 h 133"/>
                  <a:gd name="T10" fmla="*/ 88 w 123"/>
                  <a:gd name="T11" fmla="*/ 133 h 133"/>
                  <a:gd name="T12" fmla="*/ 123 w 123"/>
                  <a:gd name="T13" fmla="*/ 104 h 133"/>
                  <a:gd name="T14" fmla="*/ 89 w 123"/>
                  <a:gd name="T15" fmla="*/ 6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3" h="133">
                    <a:moveTo>
                      <a:pt x="89" y="63"/>
                    </a:moveTo>
                    <a:cubicBezTo>
                      <a:pt x="89" y="63"/>
                      <a:pt x="92" y="44"/>
                      <a:pt x="72" y="35"/>
                    </a:cubicBezTo>
                    <a:cubicBezTo>
                      <a:pt x="52" y="25"/>
                      <a:pt x="30" y="31"/>
                      <a:pt x="30" y="31"/>
                    </a:cubicBezTo>
                    <a:cubicBezTo>
                      <a:pt x="30" y="31"/>
                      <a:pt x="28" y="6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27" y="133"/>
                      <a:pt x="58" y="133"/>
                      <a:pt x="88" y="133"/>
                    </a:cubicBezTo>
                    <a:cubicBezTo>
                      <a:pt x="104" y="133"/>
                      <a:pt x="123" y="120"/>
                      <a:pt x="123" y="104"/>
                    </a:cubicBezTo>
                    <a:cubicBezTo>
                      <a:pt x="123" y="68"/>
                      <a:pt x="89" y="63"/>
                      <a:pt x="89" y="63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Rectangle 288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Rectangle 289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Freeform 290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291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Rectangle 292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Rectangle 293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Rectangle 294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Rectangle 295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296"/>
              <p:cNvSpPr>
                <a:spLocks/>
              </p:cNvSpPr>
              <p:nvPr/>
            </p:nvSpPr>
            <p:spPr bwMode="auto">
              <a:xfrm>
                <a:off x="4292600" y="4888231"/>
                <a:ext cx="842963" cy="269875"/>
              </a:xfrm>
              <a:custGeom>
                <a:avLst/>
                <a:gdLst>
                  <a:gd name="T0" fmla="*/ 0 w 531"/>
                  <a:gd name="T1" fmla="*/ 0 h 170"/>
                  <a:gd name="T2" fmla="*/ 0 w 531"/>
                  <a:gd name="T3" fmla="*/ 170 h 170"/>
                  <a:gd name="T4" fmla="*/ 531 w 531"/>
                  <a:gd name="T5" fmla="*/ 170 h 170"/>
                  <a:gd name="T6" fmla="*/ 531 w 531"/>
                  <a:gd name="T7" fmla="*/ 117 h 170"/>
                  <a:gd name="T8" fmla="*/ 0 w 531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1" h="170">
                    <a:moveTo>
                      <a:pt x="0" y="0"/>
                    </a:moveTo>
                    <a:lnTo>
                      <a:pt x="0" y="170"/>
                    </a:lnTo>
                    <a:lnTo>
                      <a:pt x="531" y="170"/>
                    </a:lnTo>
                    <a:lnTo>
                      <a:pt x="531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Rectangle 297"/>
              <p:cNvSpPr>
                <a:spLocks noChangeArrowheads="1"/>
              </p:cNvSpPr>
              <p:nvPr/>
            </p:nvSpPr>
            <p:spPr bwMode="auto">
              <a:xfrm>
                <a:off x="4418013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Rectangle 298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Rectangle 299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Rectangle 300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Rectangle 301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Freeform 302"/>
              <p:cNvSpPr>
                <a:spLocks/>
              </p:cNvSpPr>
              <p:nvPr/>
            </p:nvSpPr>
            <p:spPr bwMode="auto">
              <a:xfrm>
                <a:off x="3973513" y="5218431"/>
                <a:ext cx="363538" cy="85725"/>
              </a:xfrm>
              <a:custGeom>
                <a:avLst/>
                <a:gdLst>
                  <a:gd name="T0" fmla="*/ 41 w 229"/>
                  <a:gd name="T1" fmla="*/ 0 h 54"/>
                  <a:gd name="T2" fmla="*/ 0 w 229"/>
                  <a:gd name="T3" fmla="*/ 54 h 54"/>
                  <a:gd name="T4" fmla="*/ 105 w 229"/>
                  <a:gd name="T5" fmla="*/ 54 h 54"/>
                  <a:gd name="T6" fmla="*/ 220 w 229"/>
                  <a:gd name="T7" fmla="*/ 54 h 54"/>
                  <a:gd name="T8" fmla="*/ 229 w 229"/>
                  <a:gd name="T9" fmla="*/ 54 h 54"/>
                  <a:gd name="T10" fmla="*/ 229 w 229"/>
                  <a:gd name="T11" fmla="*/ 0 h 54"/>
                  <a:gd name="T12" fmla="*/ 41 w 229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9" h="54">
                    <a:moveTo>
                      <a:pt x="41" y="0"/>
                    </a:moveTo>
                    <a:lnTo>
                      <a:pt x="0" y="54"/>
                    </a:lnTo>
                    <a:lnTo>
                      <a:pt x="105" y="54"/>
                    </a:lnTo>
                    <a:lnTo>
                      <a:pt x="220" y="54"/>
                    </a:lnTo>
                    <a:lnTo>
                      <a:pt x="229" y="54"/>
                    </a:lnTo>
                    <a:lnTo>
                      <a:pt x="229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Rectangle 303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Rectangle 304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305"/>
              <p:cNvSpPr>
                <a:spLocks/>
              </p:cNvSpPr>
              <p:nvPr/>
            </p:nvSpPr>
            <p:spPr bwMode="auto">
              <a:xfrm>
                <a:off x="4292600" y="4975543"/>
                <a:ext cx="820738" cy="182563"/>
              </a:xfrm>
              <a:custGeom>
                <a:avLst/>
                <a:gdLst>
                  <a:gd name="T0" fmla="*/ 0 w 517"/>
                  <a:gd name="T1" fmla="*/ 0 h 115"/>
                  <a:gd name="T2" fmla="*/ 0 w 517"/>
                  <a:gd name="T3" fmla="*/ 115 h 115"/>
                  <a:gd name="T4" fmla="*/ 517 w 517"/>
                  <a:gd name="T5" fmla="*/ 115 h 115"/>
                  <a:gd name="T6" fmla="*/ 0 w 517"/>
                  <a:gd name="T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7" h="115">
                    <a:moveTo>
                      <a:pt x="0" y="0"/>
                    </a:moveTo>
                    <a:lnTo>
                      <a:pt x="0" y="115"/>
                    </a:lnTo>
                    <a:lnTo>
                      <a:pt x="517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Rectangle 306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Rectangle 307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Rectangle 308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Rectangle 309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310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close/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311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" name="Freeform 312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" name="Freeform 313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" name="Rectangle 314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" name="Rectangle 315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" name="Rectangle 316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" name="Rectangle 317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" name="Freeform 318"/>
              <p:cNvSpPr>
                <a:spLocks/>
              </p:cNvSpPr>
              <p:nvPr/>
            </p:nvSpPr>
            <p:spPr bwMode="auto">
              <a:xfrm>
                <a:off x="6788150" y="5396231"/>
                <a:ext cx="133350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" name="Freeform 319"/>
              <p:cNvSpPr>
                <a:spLocks/>
              </p:cNvSpPr>
              <p:nvPr/>
            </p:nvSpPr>
            <p:spPr bwMode="auto">
              <a:xfrm>
                <a:off x="8007350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" name="Freeform 320"/>
              <p:cNvSpPr>
                <a:spLocks/>
              </p:cNvSpPr>
              <p:nvPr/>
            </p:nvSpPr>
            <p:spPr bwMode="auto">
              <a:xfrm>
                <a:off x="8120063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" name="Freeform 321"/>
              <p:cNvSpPr>
                <a:spLocks/>
              </p:cNvSpPr>
              <p:nvPr/>
            </p:nvSpPr>
            <p:spPr bwMode="auto">
              <a:xfrm>
                <a:off x="5208588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3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4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" name="Freeform 322"/>
              <p:cNvSpPr>
                <a:spLocks/>
              </p:cNvSpPr>
              <p:nvPr/>
            </p:nvSpPr>
            <p:spPr bwMode="auto">
              <a:xfrm>
                <a:off x="5375275" y="5410518"/>
                <a:ext cx="101600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" name="Freeform 323"/>
              <p:cNvSpPr>
                <a:spLocks/>
              </p:cNvSpPr>
              <p:nvPr/>
            </p:nvSpPr>
            <p:spPr bwMode="auto">
              <a:xfrm>
                <a:off x="3019425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" name="Freeform 324"/>
              <p:cNvSpPr>
                <a:spLocks/>
              </p:cNvSpPr>
              <p:nvPr/>
            </p:nvSpPr>
            <p:spPr bwMode="auto">
              <a:xfrm>
                <a:off x="3848100" y="5415281"/>
                <a:ext cx="96838" cy="47625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20 h 20"/>
                  <a:gd name="T4" fmla="*/ 40 w 40"/>
                  <a:gd name="T5" fmla="*/ 20 h 20"/>
                  <a:gd name="T6" fmla="*/ 20 w 4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" name="Freeform 325"/>
              <p:cNvSpPr>
                <a:spLocks/>
              </p:cNvSpPr>
              <p:nvPr/>
            </p:nvSpPr>
            <p:spPr bwMode="auto">
              <a:xfrm>
                <a:off x="8975725" y="5415281"/>
                <a:ext cx="92075" cy="47625"/>
              </a:xfrm>
              <a:custGeom>
                <a:avLst/>
                <a:gdLst>
                  <a:gd name="T0" fmla="*/ 20 w 39"/>
                  <a:gd name="T1" fmla="*/ 0 h 20"/>
                  <a:gd name="T2" fmla="*/ 0 w 39"/>
                  <a:gd name="T3" fmla="*/ 20 h 20"/>
                  <a:gd name="T4" fmla="*/ 39 w 39"/>
                  <a:gd name="T5" fmla="*/ 20 h 20"/>
                  <a:gd name="T6" fmla="*/ 20 w 39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" name="Freeform 326"/>
              <p:cNvSpPr>
                <a:spLocks/>
              </p:cNvSpPr>
              <p:nvPr/>
            </p:nvSpPr>
            <p:spPr bwMode="auto">
              <a:xfrm>
                <a:off x="1908175" y="5462906"/>
                <a:ext cx="8375650" cy="341313"/>
              </a:xfrm>
              <a:custGeom>
                <a:avLst/>
                <a:gdLst>
                  <a:gd name="T0" fmla="*/ 3496 w 3496"/>
                  <a:gd name="T1" fmla="*/ 71 h 142"/>
                  <a:gd name="T2" fmla="*/ 3414 w 3496"/>
                  <a:gd name="T3" fmla="*/ 142 h 142"/>
                  <a:gd name="T4" fmla="*/ 82 w 3496"/>
                  <a:gd name="T5" fmla="*/ 142 h 142"/>
                  <a:gd name="T6" fmla="*/ 0 w 3496"/>
                  <a:gd name="T7" fmla="*/ 71 h 142"/>
                  <a:gd name="T8" fmla="*/ 82 w 3496"/>
                  <a:gd name="T9" fmla="*/ 0 h 142"/>
                  <a:gd name="T10" fmla="*/ 3414 w 3496"/>
                  <a:gd name="T11" fmla="*/ 0 h 142"/>
                  <a:gd name="T12" fmla="*/ 3496 w 3496"/>
                  <a:gd name="T13" fmla="*/ 7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96" h="142">
                    <a:moveTo>
                      <a:pt x="3496" y="71"/>
                    </a:moveTo>
                    <a:cubicBezTo>
                      <a:pt x="3496" y="110"/>
                      <a:pt x="3459" y="142"/>
                      <a:pt x="3414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37" y="142"/>
                      <a:pt x="0" y="110"/>
                      <a:pt x="0" y="71"/>
                    </a:cubicBezTo>
                    <a:cubicBezTo>
                      <a:pt x="0" y="32"/>
                      <a:pt x="37" y="0"/>
                      <a:pt x="82" y="0"/>
                    </a:cubicBezTo>
                    <a:cubicBezTo>
                      <a:pt x="3414" y="0"/>
                      <a:pt x="3414" y="0"/>
                      <a:pt x="3414" y="0"/>
                    </a:cubicBezTo>
                    <a:cubicBezTo>
                      <a:pt x="3459" y="0"/>
                      <a:pt x="3496" y="32"/>
                      <a:pt x="3496" y="71"/>
                    </a:cubicBezTo>
                    <a:close/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327"/>
              <p:cNvSpPr>
                <a:spLocks/>
              </p:cNvSpPr>
              <p:nvPr/>
            </p:nvSpPr>
            <p:spPr bwMode="auto">
              <a:xfrm>
                <a:off x="1908175" y="5632768"/>
                <a:ext cx="8375650" cy="171450"/>
              </a:xfrm>
              <a:custGeom>
                <a:avLst/>
                <a:gdLst>
                  <a:gd name="T0" fmla="*/ 82 w 3496"/>
                  <a:gd name="T1" fmla="*/ 71 h 71"/>
                  <a:gd name="T2" fmla="*/ 3414 w 3496"/>
                  <a:gd name="T3" fmla="*/ 71 h 71"/>
                  <a:gd name="T4" fmla="*/ 3496 w 3496"/>
                  <a:gd name="T5" fmla="*/ 0 h 71"/>
                  <a:gd name="T6" fmla="*/ 0 w 3496"/>
                  <a:gd name="T7" fmla="*/ 0 h 71"/>
                  <a:gd name="T8" fmla="*/ 82 w 349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96" h="71">
                    <a:moveTo>
                      <a:pt x="82" y="71"/>
                    </a:moveTo>
                    <a:cubicBezTo>
                      <a:pt x="3414" y="71"/>
                      <a:pt x="3414" y="71"/>
                      <a:pt x="3414" y="71"/>
                    </a:cubicBezTo>
                    <a:cubicBezTo>
                      <a:pt x="3459" y="71"/>
                      <a:pt x="3496" y="39"/>
                      <a:pt x="349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9"/>
                      <a:pt x="37" y="71"/>
                      <a:pt x="82" y="71"/>
                    </a:cubicBez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328"/>
              <p:cNvSpPr>
                <a:spLocks/>
              </p:cNvSpPr>
              <p:nvPr/>
            </p:nvSpPr>
            <p:spPr bwMode="auto">
              <a:xfrm>
                <a:off x="2684463" y="6074093"/>
                <a:ext cx="4170363" cy="327025"/>
              </a:xfrm>
              <a:custGeom>
                <a:avLst/>
                <a:gdLst>
                  <a:gd name="T0" fmla="*/ 870 w 1741"/>
                  <a:gd name="T1" fmla="*/ 136 h 136"/>
                  <a:gd name="T2" fmla="*/ 0 w 1741"/>
                  <a:gd name="T3" fmla="*/ 0 h 136"/>
                  <a:gd name="T4" fmla="*/ 870 w 1741"/>
                  <a:gd name="T5" fmla="*/ 0 h 136"/>
                  <a:gd name="T6" fmla="*/ 1741 w 1741"/>
                  <a:gd name="T7" fmla="*/ 0 h 136"/>
                  <a:gd name="T8" fmla="*/ 870 w 1741"/>
                  <a:gd name="T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41" h="136">
                    <a:moveTo>
                      <a:pt x="870" y="136"/>
                    </a:moveTo>
                    <a:cubicBezTo>
                      <a:pt x="529" y="136"/>
                      <a:pt x="551" y="0"/>
                      <a:pt x="0" y="0"/>
                    </a:cubicBezTo>
                    <a:cubicBezTo>
                      <a:pt x="870" y="0"/>
                      <a:pt x="870" y="0"/>
                      <a:pt x="870" y="0"/>
                    </a:cubicBezTo>
                    <a:cubicBezTo>
                      <a:pt x="1741" y="0"/>
                      <a:pt x="1741" y="0"/>
                      <a:pt x="1741" y="0"/>
                    </a:cubicBezTo>
                    <a:cubicBezTo>
                      <a:pt x="1189" y="0"/>
                      <a:pt x="1211" y="136"/>
                      <a:pt x="870" y="13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" name="Freeform 329"/>
              <p:cNvSpPr>
                <a:spLocks/>
              </p:cNvSpPr>
              <p:nvPr/>
            </p:nvSpPr>
            <p:spPr bwMode="auto">
              <a:xfrm>
                <a:off x="4768850" y="6074093"/>
                <a:ext cx="2085975" cy="327025"/>
              </a:xfrm>
              <a:custGeom>
                <a:avLst/>
                <a:gdLst>
                  <a:gd name="T0" fmla="*/ 871 w 871"/>
                  <a:gd name="T1" fmla="*/ 0 h 136"/>
                  <a:gd name="T2" fmla="*/ 0 w 871"/>
                  <a:gd name="T3" fmla="*/ 136 h 136"/>
                  <a:gd name="T4" fmla="*/ 0 w 871"/>
                  <a:gd name="T5" fmla="*/ 0 h 136"/>
                  <a:gd name="T6" fmla="*/ 871 w 871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1" h="136">
                    <a:moveTo>
                      <a:pt x="871" y="0"/>
                    </a:moveTo>
                    <a:cubicBezTo>
                      <a:pt x="319" y="0"/>
                      <a:pt x="341" y="136"/>
                      <a:pt x="0" y="13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" name="Freeform 330"/>
              <p:cNvSpPr>
                <a:spLocks/>
              </p:cNvSpPr>
              <p:nvPr/>
            </p:nvSpPr>
            <p:spPr bwMode="auto">
              <a:xfrm>
                <a:off x="5283200" y="6074093"/>
                <a:ext cx="4192588" cy="517525"/>
              </a:xfrm>
              <a:custGeom>
                <a:avLst/>
                <a:gdLst>
                  <a:gd name="T0" fmla="*/ 875 w 1750"/>
                  <a:gd name="T1" fmla="*/ 216 h 216"/>
                  <a:gd name="T2" fmla="*/ 0 w 1750"/>
                  <a:gd name="T3" fmla="*/ 0 h 216"/>
                  <a:gd name="T4" fmla="*/ 875 w 1750"/>
                  <a:gd name="T5" fmla="*/ 0 h 216"/>
                  <a:gd name="T6" fmla="*/ 1750 w 1750"/>
                  <a:gd name="T7" fmla="*/ 0 h 216"/>
                  <a:gd name="T8" fmla="*/ 875 w 1750"/>
                  <a:gd name="T9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0" h="216">
                    <a:moveTo>
                      <a:pt x="875" y="216"/>
                    </a:moveTo>
                    <a:cubicBezTo>
                      <a:pt x="532" y="216"/>
                      <a:pt x="554" y="0"/>
                      <a:pt x="0" y="0"/>
                    </a:cubicBezTo>
                    <a:cubicBezTo>
                      <a:pt x="875" y="0"/>
                      <a:pt x="875" y="0"/>
                      <a:pt x="875" y="0"/>
                    </a:cubicBezTo>
                    <a:cubicBezTo>
                      <a:pt x="1750" y="0"/>
                      <a:pt x="1750" y="0"/>
                      <a:pt x="1750" y="0"/>
                    </a:cubicBezTo>
                    <a:cubicBezTo>
                      <a:pt x="1196" y="0"/>
                      <a:pt x="1218" y="216"/>
                      <a:pt x="875" y="21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331"/>
              <p:cNvSpPr>
                <a:spLocks/>
              </p:cNvSpPr>
              <p:nvPr/>
            </p:nvSpPr>
            <p:spPr bwMode="auto">
              <a:xfrm>
                <a:off x="7380288" y="6074093"/>
                <a:ext cx="2095500" cy="517525"/>
              </a:xfrm>
              <a:custGeom>
                <a:avLst/>
                <a:gdLst>
                  <a:gd name="T0" fmla="*/ 875 w 875"/>
                  <a:gd name="T1" fmla="*/ 0 h 216"/>
                  <a:gd name="T2" fmla="*/ 0 w 875"/>
                  <a:gd name="T3" fmla="*/ 216 h 216"/>
                  <a:gd name="T4" fmla="*/ 0 w 875"/>
                  <a:gd name="T5" fmla="*/ 0 h 216"/>
                  <a:gd name="T6" fmla="*/ 875 w 875"/>
                  <a:gd name="T7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5" h="216">
                    <a:moveTo>
                      <a:pt x="875" y="0"/>
                    </a:moveTo>
                    <a:cubicBezTo>
                      <a:pt x="321" y="0"/>
                      <a:pt x="343" y="216"/>
                      <a:pt x="0" y="21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332"/>
              <p:cNvSpPr>
                <a:spLocks/>
              </p:cNvSpPr>
              <p:nvPr/>
            </p:nvSpPr>
            <p:spPr bwMode="auto">
              <a:xfrm>
                <a:off x="2590800" y="5797868"/>
                <a:ext cx="7008813" cy="439738"/>
              </a:xfrm>
              <a:custGeom>
                <a:avLst/>
                <a:gdLst>
                  <a:gd name="T0" fmla="*/ 2868 w 2926"/>
                  <a:gd name="T1" fmla="*/ 0 h 183"/>
                  <a:gd name="T2" fmla="*/ 58 w 2926"/>
                  <a:gd name="T3" fmla="*/ 0 h 183"/>
                  <a:gd name="T4" fmla="*/ 0 w 2926"/>
                  <a:gd name="T5" fmla="*/ 57 h 183"/>
                  <a:gd name="T6" fmla="*/ 58 w 2926"/>
                  <a:gd name="T7" fmla="*/ 115 h 183"/>
                  <a:gd name="T8" fmla="*/ 419 w 2926"/>
                  <a:gd name="T9" fmla="*/ 115 h 183"/>
                  <a:gd name="T10" fmla="*/ 909 w 2926"/>
                  <a:gd name="T11" fmla="*/ 163 h 183"/>
                  <a:gd name="T12" fmla="*/ 1392 w 2926"/>
                  <a:gd name="T13" fmla="*/ 115 h 183"/>
                  <a:gd name="T14" fmla="*/ 1999 w 2926"/>
                  <a:gd name="T15" fmla="*/ 183 h 183"/>
                  <a:gd name="T16" fmla="*/ 2620 w 2926"/>
                  <a:gd name="T17" fmla="*/ 115 h 183"/>
                  <a:gd name="T18" fmla="*/ 2868 w 2926"/>
                  <a:gd name="T19" fmla="*/ 115 h 183"/>
                  <a:gd name="T20" fmla="*/ 2926 w 2926"/>
                  <a:gd name="T21" fmla="*/ 57 h 183"/>
                  <a:gd name="T22" fmla="*/ 2868 w 2926"/>
                  <a:gd name="T23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26" h="183">
                    <a:moveTo>
                      <a:pt x="286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26" y="0"/>
                      <a:pt x="0" y="26"/>
                      <a:pt x="0" y="57"/>
                    </a:cubicBezTo>
                    <a:cubicBezTo>
                      <a:pt x="0" y="89"/>
                      <a:pt x="26" y="115"/>
                      <a:pt x="58" y="115"/>
                    </a:cubicBezTo>
                    <a:cubicBezTo>
                      <a:pt x="419" y="115"/>
                      <a:pt x="419" y="115"/>
                      <a:pt x="419" y="115"/>
                    </a:cubicBezTo>
                    <a:cubicBezTo>
                      <a:pt x="729" y="115"/>
                      <a:pt x="717" y="163"/>
                      <a:pt x="909" y="163"/>
                    </a:cubicBezTo>
                    <a:cubicBezTo>
                      <a:pt x="1100" y="163"/>
                      <a:pt x="1089" y="116"/>
                      <a:pt x="1392" y="115"/>
                    </a:cubicBezTo>
                    <a:cubicBezTo>
                      <a:pt x="1771" y="117"/>
                      <a:pt x="1759" y="183"/>
                      <a:pt x="1999" y="183"/>
                    </a:cubicBezTo>
                    <a:cubicBezTo>
                      <a:pt x="2242" y="183"/>
                      <a:pt x="2226" y="115"/>
                      <a:pt x="2620" y="115"/>
                    </a:cubicBezTo>
                    <a:cubicBezTo>
                      <a:pt x="2868" y="115"/>
                      <a:pt x="2868" y="115"/>
                      <a:pt x="2868" y="115"/>
                    </a:cubicBezTo>
                    <a:cubicBezTo>
                      <a:pt x="2900" y="115"/>
                      <a:pt x="2926" y="89"/>
                      <a:pt x="2926" y="57"/>
                    </a:cubicBezTo>
                    <a:cubicBezTo>
                      <a:pt x="2926" y="26"/>
                      <a:pt x="2900" y="0"/>
                      <a:pt x="2868" y="0"/>
                    </a:cubicBezTo>
                    <a:close/>
                  </a:path>
                </a:pathLst>
              </a:custGeom>
              <a:solidFill>
                <a:srgbClr val="36A4A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" name="Freeform 333"/>
              <p:cNvSpPr>
                <a:spLocks/>
              </p:cNvSpPr>
              <p:nvPr/>
            </p:nvSpPr>
            <p:spPr bwMode="auto">
              <a:xfrm>
                <a:off x="3033713" y="5734368"/>
                <a:ext cx="6122988" cy="265113"/>
              </a:xfrm>
              <a:custGeom>
                <a:avLst/>
                <a:gdLst>
                  <a:gd name="T0" fmla="*/ 2535 w 2556"/>
                  <a:gd name="T1" fmla="*/ 0 h 111"/>
                  <a:gd name="T2" fmla="*/ 21 w 2556"/>
                  <a:gd name="T3" fmla="*/ 0 h 111"/>
                  <a:gd name="T4" fmla="*/ 0 w 2556"/>
                  <a:gd name="T5" fmla="*/ 21 h 111"/>
                  <a:gd name="T6" fmla="*/ 21 w 2556"/>
                  <a:gd name="T7" fmla="*/ 43 h 111"/>
                  <a:gd name="T8" fmla="*/ 234 w 2556"/>
                  <a:gd name="T9" fmla="*/ 43 h 111"/>
                  <a:gd name="T10" fmla="*/ 724 w 2556"/>
                  <a:gd name="T11" fmla="*/ 91 h 111"/>
                  <a:gd name="T12" fmla="*/ 1207 w 2556"/>
                  <a:gd name="T13" fmla="*/ 43 h 111"/>
                  <a:gd name="T14" fmla="*/ 1814 w 2556"/>
                  <a:gd name="T15" fmla="*/ 111 h 111"/>
                  <a:gd name="T16" fmla="*/ 2435 w 2556"/>
                  <a:gd name="T17" fmla="*/ 43 h 111"/>
                  <a:gd name="T18" fmla="*/ 2535 w 2556"/>
                  <a:gd name="T19" fmla="*/ 43 h 111"/>
                  <a:gd name="T20" fmla="*/ 2556 w 2556"/>
                  <a:gd name="T21" fmla="*/ 21 h 111"/>
                  <a:gd name="T22" fmla="*/ 2535 w 2556"/>
                  <a:gd name="T2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56" h="111">
                    <a:moveTo>
                      <a:pt x="2535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3"/>
                      <a:pt x="9" y="43"/>
                      <a:pt x="21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544" y="43"/>
                      <a:pt x="532" y="91"/>
                      <a:pt x="724" y="91"/>
                    </a:cubicBezTo>
                    <a:cubicBezTo>
                      <a:pt x="915" y="91"/>
                      <a:pt x="904" y="44"/>
                      <a:pt x="1207" y="43"/>
                    </a:cubicBezTo>
                    <a:cubicBezTo>
                      <a:pt x="1586" y="45"/>
                      <a:pt x="1574" y="111"/>
                      <a:pt x="1814" y="111"/>
                    </a:cubicBezTo>
                    <a:cubicBezTo>
                      <a:pt x="2057" y="111"/>
                      <a:pt x="2041" y="43"/>
                      <a:pt x="2435" y="43"/>
                    </a:cubicBezTo>
                    <a:cubicBezTo>
                      <a:pt x="2535" y="43"/>
                      <a:pt x="2535" y="43"/>
                      <a:pt x="2535" y="43"/>
                    </a:cubicBezTo>
                    <a:cubicBezTo>
                      <a:pt x="2547" y="43"/>
                      <a:pt x="2556" y="33"/>
                      <a:pt x="2556" y="21"/>
                    </a:cubicBezTo>
                    <a:cubicBezTo>
                      <a:pt x="2556" y="9"/>
                      <a:pt x="2547" y="0"/>
                      <a:pt x="2535" y="0"/>
                    </a:cubicBezTo>
                    <a:close/>
                  </a:path>
                </a:pathLst>
              </a:custGeom>
              <a:solidFill>
                <a:srgbClr val="FFF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" name="矩形 3"/>
              <p:cNvSpPr/>
              <p:nvPr/>
            </p:nvSpPr>
            <p:spPr>
              <a:xfrm>
                <a:off x="4138614" y="3307081"/>
                <a:ext cx="523874" cy="93345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5" name="组合 344"/>
            <p:cNvGrpSpPr/>
            <p:nvPr/>
          </p:nvGrpSpPr>
          <p:grpSpPr>
            <a:xfrm>
              <a:off x="3132193" y="2945827"/>
              <a:ext cx="1714500" cy="1711960"/>
              <a:chOff x="4283076" y="2977358"/>
              <a:chExt cx="1714500" cy="1711960"/>
            </a:xfrm>
          </p:grpSpPr>
          <p:grpSp>
            <p:nvGrpSpPr>
              <p:cNvPr id="343" name="组合 342"/>
              <p:cNvGrpSpPr/>
              <p:nvPr/>
            </p:nvGrpSpPr>
            <p:grpSpPr>
              <a:xfrm>
                <a:off x="4283076" y="2977358"/>
                <a:ext cx="1714500" cy="1617186"/>
                <a:chOff x="4283076" y="2977358"/>
                <a:chExt cx="1714500" cy="1617186"/>
              </a:xfrm>
            </p:grpSpPr>
            <p:grpSp>
              <p:nvGrpSpPr>
                <p:cNvPr id="8" name="组合 7"/>
                <p:cNvGrpSpPr/>
                <p:nvPr/>
              </p:nvGrpSpPr>
              <p:grpSpPr>
                <a:xfrm>
                  <a:off x="4283076" y="3091181"/>
                  <a:ext cx="1714500" cy="1503363"/>
                  <a:chOff x="4283076" y="3091181"/>
                  <a:chExt cx="1714500" cy="1503363"/>
                </a:xfrm>
              </p:grpSpPr>
              <p:grpSp>
                <p:nvGrpSpPr>
                  <p:cNvPr id="6" name="组合 5"/>
                  <p:cNvGrpSpPr/>
                  <p:nvPr/>
                </p:nvGrpSpPr>
                <p:grpSpPr>
                  <a:xfrm>
                    <a:off x="4689475" y="3091181"/>
                    <a:ext cx="1308101" cy="1503363"/>
                    <a:chOff x="4689475" y="3091181"/>
                    <a:chExt cx="1308101" cy="1503363"/>
                  </a:xfrm>
                </p:grpSpPr>
                <p:sp>
                  <p:nvSpPr>
                    <p:cNvPr id="173" name="Freeform 40"/>
                    <p:cNvSpPr>
                      <a:spLocks/>
                    </p:cNvSpPr>
                    <p:nvPr/>
                  </p:nvSpPr>
                  <p:spPr bwMode="auto">
                    <a:xfrm>
                      <a:off x="4689475" y="3091181"/>
                      <a:ext cx="471488" cy="757238"/>
                    </a:xfrm>
                    <a:custGeom>
                      <a:avLst/>
                      <a:gdLst>
                        <a:gd name="T0" fmla="*/ 113 w 197"/>
                        <a:gd name="T1" fmla="*/ 149 h 316"/>
                        <a:gd name="T2" fmla="*/ 189 w 197"/>
                        <a:gd name="T3" fmla="*/ 311 h 316"/>
                        <a:gd name="T4" fmla="*/ 84 w 197"/>
                        <a:gd name="T5" fmla="*/ 166 h 316"/>
                        <a:gd name="T6" fmla="*/ 8 w 197"/>
                        <a:gd name="T7" fmla="*/ 4 h 316"/>
                        <a:gd name="T8" fmla="*/ 113 w 197"/>
                        <a:gd name="T9" fmla="*/ 149 h 31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7" h="316">
                          <a:moveTo>
                            <a:pt x="113" y="149"/>
                          </a:moveTo>
                          <a:cubicBezTo>
                            <a:pt x="163" y="234"/>
                            <a:pt x="197" y="307"/>
                            <a:pt x="189" y="311"/>
                          </a:cubicBezTo>
                          <a:cubicBezTo>
                            <a:pt x="181" y="316"/>
                            <a:pt x="134" y="251"/>
                            <a:pt x="84" y="166"/>
                          </a:cubicBezTo>
                          <a:cubicBezTo>
                            <a:pt x="34" y="81"/>
                            <a:pt x="0" y="9"/>
                            <a:pt x="8" y="4"/>
                          </a:cubicBezTo>
                          <a:cubicBezTo>
                            <a:pt x="16" y="0"/>
                            <a:pt x="63" y="64"/>
                            <a:pt x="113" y="149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74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4708525" y="3091181"/>
                      <a:ext cx="452438" cy="746125"/>
                    </a:xfrm>
                    <a:custGeom>
                      <a:avLst/>
                      <a:gdLst>
                        <a:gd name="T0" fmla="*/ 105 w 189"/>
                        <a:gd name="T1" fmla="*/ 149 h 311"/>
                        <a:gd name="T2" fmla="*/ 0 w 189"/>
                        <a:gd name="T3" fmla="*/ 4 h 311"/>
                        <a:gd name="T4" fmla="*/ 181 w 189"/>
                        <a:gd name="T5" fmla="*/ 311 h 311"/>
                        <a:gd name="T6" fmla="*/ 105 w 189"/>
                        <a:gd name="T7" fmla="*/ 149 h 3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9" h="311">
                          <a:moveTo>
                            <a:pt x="105" y="149"/>
                          </a:moveTo>
                          <a:cubicBezTo>
                            <a:pt x="55" y="64"/>
                            <a:pt x="8" y="0"/>
                            <a:pt x="0" y="4"/>
                          </a:cubicBezTo>
                          <a:cubicBezTo>
                            <a:pt x="181" y="311"/>
                            <a:pt x="181" y="311"/>
                            <a:pt x="181" y="311"/>
                          </a:cubicBezTo>
                          <a:cubicBezTo>
                            <a:pt x="189" y="307"/>
                            <a:pt x="155" y="234"/>
                            <a:pt x="105" y="149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75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57200" cy="766763"/>
                    </a:xfrm>
                    <a:custGeom>
                      <a:avLst/>
                      <a:gdLst>
                        <a:gd name="T0" fmla="*/ 81 w 191"/>
                        <a:gd name="T1" fmla="*/ 152 h 320"/>
                        <a:gd name="T2" fmla="*/ 183 w 191"/>
                        <a:gd name="T3" fmla="*/ 5 h 320"/>
                        <a:gd name="T4" fmla="*/ 110 w 191"/>
                        <a:gd name="T5" fmla="*/ 168 h 320"/>
                        <a:gd name="T6" fmla="*/ 8 w 191"/>
                        <a:gd name="T7" fmla="*/ 315 h 320"/>
                        <a:gd name="T8" fmla="*/ 81 w 191"/>
                        <a:gd name="T9" fmla="*/ 152 h 3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1" h="320">
                          <a:moveTo>
                            <a:pt x="81" y="152"/>
                          </a:moveTo>
                          <a:cubicBezTo>
                            <a:pt x="130" y="66"/>
                            <a:pt x="175" y="0"/>
                            <a:pt x="183" y="5"/>
                          </a:cubicBezTo>
                          <a:cubicBezTo>
                            <a:pt x="191" y="9"/>
                            <a:pt x="158" y="82"/>
                            <a:pt x="110" y="168"/>
                          </a:cubicBezTo>
                          <a:cubicBezTo>
                            <a:pt x="62" y="254"/>
                            <a:pt x="16" y="320"/>
                            <a:pt x="8" y="315"/>
                          </a:cubicBezTo>
                          <a:cubicBezTo>
                            <a:pt x="0" y="311"/>
                            <a:pt x="33" y="238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76" name="Freeform 43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38150" cy="755650"/>
                    </a:xfrm>
                    <a:custGeom>
                      <a:avLst/>
                      <a:gdLst>
                        <a:gd name="T0" fmla="*/ 81 w 183"/>
                        <a:gd name="T1" fmla="*/ 152 h 315"/>
                        <a:gd name="T2" fmla="*/ 8 w 183"/>
                        <a:gd name="T3" fmla="*/ 315 h 315"/>
                        <a:gd name="T4" fmla="*/ 183 w 183"/>
                        <a:gd name="T5" fmla="*/ 5 h 315"/>
                        <a:gd name="T6" fmla="*/ 81 w 183"/>
                        <a:gd name="T7" fmla="*/ 152 h 3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3" h="315">
                          <a:moveTo>
                            <a:pt x="81" y="152"/>
                          </a:moveTo>
                          <a:cubicBezTo>
                            <a:pt x="33" y="238"/>
                            <a:pt x="0" y="311"/>
                            <a:pt x="8" y="315"/>
                          </a:cubicBezTo>
                          <a:cubicBezTo>
                            <a:pt x="183" y="5"/>
                            <a:pt x="183" y="5"/>
                            <a:pt x="183" y="5"/>
                          </a:cubicBezTo>
                          <a:cubicBezTo>
                            <a:pt x="175" y="0"/>
                            <a:pt x="130" y="66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77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84138"/>
                    </a:xfrm>
                    <a:custGeom>
                      <a:avLst/>
                      <a:gdLst>
                        <a:gd name="T0" fmla="*/ 179 w 357"/>
                        <a:gd name="T1" fmla="*/ 1 h 35"/>
                        <a:gd name="T2" fmla="*/ 1 w 357"/>
                        <a:gd name="T3" fmla="*/ 20 h 35"/>
                        <a:gd name="T4" fmla="*/ 179 w 357"/>
                        <a:gd name="T5" fmla="*/ 34 h 35"/>
                        <a:gd name="T6" fmla="*/ 357 w 357"/>
                        <a:gd name="T7" fmla="*/ 16 h 35"/>
                        <a:gd name="T8" fmla="*/ 179 w 357"/>
                        <a:gd name="T9" fmla="*/ 1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57" h="35">
                          <a:moveTo>
                            <a:pt x="179" y="1"/>
                          </a:moveTo>
                          <a:cubicBezTo>
                            <a:pt x="80" y="2"/>
                            <a:pt x="0" y="10"/>
                            <a:pt x="1" y="20"/>
                          </a:cubicBezTo>
                          <a:cubicBezTo>
                            <a:pt x="1" y="29"/>
                            <a:pt x="81" y="35"/>
                            <a:pt x="179" y="34"/>
                          </a:cubicBezTo>
                          <a:cubicBezTo>
                            <a:pt x="277" y="33"/>
                            <a:pt x="357" y="25"/>
                            <a:pt x="357" y="16"/>
                          </a:cubicBezTo>
                          <a:cubicBezTo>
                            <a:pt x="357" y="7"/>
                            <a:pt x="277" y="0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78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47625"/>
                    </a:xfrm>
                    <a:custGeom>
                      <a:avLst/>
                      <a:gdLst>
                        <a:gd name="T0" fmla="*/ 179 w 357"/>
                        <a:gd name="T1" fmla="*/ 1 h 20"/>
                        <a:gd name="T2" fmla="*/ 357 w 357"/>
                        <a:gd name="T3" fmla="*/ 16 h 20"/>
                        <a:gd name="T4" fmla="*/ 1 w 357"/>
                        <a:gd name="T5" fmla="*/ 20 h 20"/>
                        <a:gd name="T6" fmla="*/ 179 w 357"/>
                        <a:gd name="T7" fmla="*/ 1 h 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57" h="20">
                          <a:moveTo>
                            <a:pt x="179" y="1"/>
                          </a:moveTo>
                          <a:cubicBezTo>
                            <a:pt x="277" y="0"/>
                            <a:pt x="357" y="7"/>
                            <a:pt x="357" y="16"/>
                          </a:cubicBezTo>
                          <a:cubicBezTo>
                            <a:pt x="1" y="20"/>
                            <a:pt x="1" y="20"/>
                            <a:pt x="1" y="20"/>
                          </a:cubicBezTo>
                          <a:cubicBezTo>
                            <a:pt x="0" y="10"/>
                            <a:pt x="80" y="2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2" name="组合 1"/>
                    <p:cNvGrpSpPr/>
                    <p:nvPr/>
                  </p:nvGrpSpPr>
                  <p:grpSpPr>
                    <a:xfrm>
                      <a:off x="5062538" y="3762694"/>
                      <a:ext cx="150813" cy="150813"/>
                      <a:chOff x="5062538" y="3762694"/>
                      <a:chExt cx="150813" cy="150813"/>
                    </a:xfrm>
                  </p:grpSpPr>
                  <p:sp>
                    <p:nvSpPr>
                      <p:cNvPr id="179" name="Oval 46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62538" y="3762694"/>
                        <a:ext cx="150813" cy="150813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80" name="Oval 4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97463" y="3796031"/>
                        <a:ext cx="82550" cy="84138"/>
                      </a:xfrm>
                      <a:prstGeom prst="ellipse">
                        <a:avLst/>
                      </a:prstGeom>
                      <a:solidFill>
                        <a:srgbClr val="336F7E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7" name="矩形 6"/>
                  <p:cNvSpPr/>
                  <p:nvPr/>
                </p:nvSpPr>
                <p:spPr>
                  <a:xfrm>
                    <a:off x="4283076" y="3321369"/>
                    <a:ext cx="360362" cy="1030287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342" name="矩形 341"/>
                <p:cNvSpPr/>
                <p:nvPr/>
              </p:nvSpPr>
              <p:spPr>
                <a:xfrm>
                  <a:off x="4835525" y="2977358"/>
                  <a:ext cx="609600" cy="5048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344" name="矩形 343"/>
              <p:cNvSpPr/>
              <p:nvPr/>
            </p:nvSpPr>
            <p:spPr>
              <a:xfrm>
                <a:off x="4840288" y="4638836"/>
                <a:ext cx="609600" cy="5048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2" name="组合 351"/>
            <p:cNvGrpSpPr/>
            <p:nvPr/>
          </p:nvGrpSpPr>
          <p:grpSpPr>
            <a:xfrm>
              <a:off x="4418067" y="3731163"/>
              <a:ext cx="943769" cy="955201"/>
              <a:chOff x="5568950" y="3762694"/>
              <a:chExt cx="943769" cy="955201"/>
            </a:xfrm>
          </p:grpSpPr>
          <p:grpSp>
            <p:nvGrpSpPr>
              <p:cNvPr id="348" name="组合 347"/>
              <p:cNvGrpSpPr/>
              <p:nvPr/>
            </p:nvGrpSpPr>
            <p:grpSpPr>
              <a:xfrm>
                <a:off x="5568950" y="3762694"/>
                <a:ext cx="835026" cy="841375"/>
                <a:chOff x="5568950" y="3762694"/>
                <a:chExt cx="835026" cy="841375"/>
              </a:xfrm>
            </p:grpSpPr>
            <p:sp>
              <p:nvSpPr>
                <p:cNvPr id="162" name="Freeform 29"/>
                <p:cNvSpPr>
                  <a:spLocks/>
                </p:cNvSpPr>
                <p:nvPr/>
              </p:nvSpPr>
              <p:spPr bwMode="auto">
                <a:xfrm>
                  <a:off x="6038850" y="3762694"/>
                  <a:ext cx="155575" cy="482600"/>
                </a:xfrm>
                <a:custGeom>
                  <a:avLst/>
                  <a:gdLst>
                    <a:gd name="T0" fmla="*/ 42 w 65"/>
                    <a:gd name="T1" fmla="*/ 103 h 201"/>
                    <a:gd name="T2" fmla="*/ 5 w 65"/>
                    <a:gd name="T3" fmla="*/ 200 h 201"/>
                    <a:gd name="T4" fmla="*/ 23 w 65"/>
                    <a:gd name="T5" fmla="*/ 98 h 201"/>
                    <a:gd name="T6" fmla="*/ 60 w 65"/>
                    <a:gd name="T7" fmla="*/ 1 h 201"/>
                    <a:gd name="T8" fmla="*/ 42 w 65"/>
                    <a:gd name="T9" fmla="*/ 10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201">
                      <a:moveTo>
                        <a:pt x="42" y="103"/>
                      </a:moveTo>
                      <a:cubicBezTo>
                        <a:pt x="26" y="158"/>
                        <a:pt x="10" y="201"/>
                        <a:pt x="5" y="200"/>
                      </a:cubicBezTo>
                      <a:cubicBezTo>
                        <a:pt x="0" y="198"/>
                        <a:pt x="8" y="153"/>
                        <a:pt x="23" y="98"/>
                      </a:cubicBezTo>
                      <a:cubicBezTo>
                        <a:pt x="38" y="43"/>
                        <a:pt x="55" y="0"/>
                        <a:pt x="60" y="1"/>
                      </a:cubicBezTo>
                      <a:cubicBezTo>
                        <a:pt x="65" y="3"/>
                        <a:pt x="57" y="48"/>
                        <a:pt x="42" y="103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3" name="Freeform 30"/>
                <p:cNvSpPr>
                  <a:spLocks/>
                </p:cNvSpPr>
                <p:nvPr/>
              </p:nvSpPr>
              <p:spPr bwMode="auto">
                <a:xfrm>
                  <a:off x="6049963" y="3765869"/>
                  <a:ext cx="144463" cy="479425"/>
                </a:xfrm>
                <a:custGeom>
                  <a:avLst/>
                  <a:gdLst>
                    <a:gd name="T0" fmla="*/ 37 w 60"/>
                    <a:gd name="T1" fmla="*/ 102 h 200"/>
                    <a:gd name="T2" fmla="*/ 55 w 60"/>
                    <a:gd name="T3" fmla="*/ 0 h 200"/>
                    <a:gd name="T4" fmla="*/ 0 w 60"/>
                    <a:gd name="T5" fmla="*/ 199 h 200"/>
                    <a:gd name="T6" fmla="*/ 37 w 60"/>
                    <a:gd name="T7" fmla="*/ 102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0" h="200">
                      <a:moveTo>
                        <a:pt x="37" y="102"/>
                      </a:moveTo>
                      <a:cubicBezTo>
                        <a:pt x="52" y="47"/>
                        <a:pt x="60" y="2"/>
                        <a:pt x="55" y="0"/>
                      </a:cubicBezTo>
                      <a:cubicBezTo>
                        <a:pt x="0" y="199"/>
                        <a:pt x="0" y="199"/>
                        <a:pt x="0" y="199"/>
                      </a:cubicBezTo>
                      <a:cubicBezTo>
                        <a:pt x="5" y="200"/>
                        <a:pt x="21" y="157"/>
                        <a:pt x="37" y="102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4" name="Freeform 31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4188" cy="147638"/>
                </a:xfrm>
                <a:custGeom>
                  <a:avLst/>
                  <a:gdLst>
                    <a:gd name="T0" fmla="*/ 98 w 202"/>
                    <a:gd name="T1" fmla="*/ 21 h 62"/>
                    <a:gd name="T2" fmla="*/ 201 w 202"/>
                    <a:gd name="T3" fmla="*/ 5 h 62"/>
                    <a:gd name="T4" fmla="*/ 103 w 202"/>
                    <a:gd name="T5" fmla="*/ 40 h 62"/>
                    <a:gd name="T6" fmla="*/ 1 w 202"/>
                    <a:gd name="T7" fmla="*/ 56 h 62"/>
                    <a:gd name="T8" fmla="*/ 98 w 202"/>
                    <a:gd name="T9" fmla="*/ 2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2" h="62">
                      <a:moveTo>
                        <a:pt x="98" y="21"/>
                      </a:moveTo>
                      <a:cubicBezTo>
                        <a:pt x="154" y="7"/>
                        <a:pt x="199" y="0"/>
                        <a:pt x="201" y="5"/>
                      </a:cubicBezTo>
                      <a:cubicBezTo>
                        <a:pt x="202" y="10"/>
                        <a:pt x="158" y="26"/>
                        <a:pt x="103" y="40"/>
                      </a:cubicBezTo>
                      <a:cubicBezTo>
                        <a:pt x="48" y="54"/>
                        <a:pt x="2" y="62"/>
                        <a:pt x="1" y="56"/>
                      </a:cubicBezTo>
                      <a:cubicBezTo>
                        <a:pt x="0" y="51"/>
                        <a:pt x="43" y="36"/>
                        <a:pt x="98" y="2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5" name="Freeform 32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1013" cy="133350"/>
                </a:xfrm>
                <a:custGeom>
                  <a:avLst/>
                  <a:gdLst>
                    <a:gd name="T0" fmla="*/ 98 w 201"/>
                    <a:gd name="T1" fmla="*/ 21 h 56"/>
                    <a:gd name="T2" fmla="*/ 1 w 201"/>
                    <a:gd name="T3" fmla="*/ 56 h 56"/>
                    <a:gd name="T4" fmla="*/ 201 w 201"/>
                    <a:gd name="T5" fmla="*/ 5 h 56"/>
                    <a:gd name="T6" fmla="*/ 98 w 201"/>
                    <a:gd name="T7" fmla="*/ 21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1" h="56">
                      <a:moveTo>
                        <a:pt x="98" y="21"/>
                      </a:moveTo>
                      <a:cubicBezTo>
                        <a:pt x="43" y="36"/>
                        <a:pt x="0" y="51"/>
                        <a:pt x="1" y="56"/>
                      </a:cubicBezTo>
                      <a:cubicBezTo>
                        <a:pt x="201" y="5"/>
                        <a:pt x="201" y="5"/>
                        <a:pt x="201" y="5"/>
                      </a:cubicBezTo>
                      <a:cubicBezTo>
                        <a:pt x="199" y="0"/>
                        <a:pt x="154" y="7"/>
                        <a:pt x="98" y="2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6" name="Freeform 33"/>
                <p:cNvSpPr>
                  <a:spLocks/>
                </p:cNvSpPr>
                <p:nvPr/>
              </p:nvSpPr>
              <p:spPr bwMode="auto">
                <a:xfrm>
                  <a:off x="6040438" y="4232594"/>
                  <a:ext cx="363538" cy="371475"/>
                </a:xfrm>
                <a:custGeom>
                  <a:avLst/>
                  <a:gdLst>
                    <a:gd name="T0" fmla="*/ 83 w 152"/>
                    <a:gd name="T1" fmla="*/ 71 h 155"/>
                    <a:gd name="T2" fmla="*/ 4 w 152"/>
                    <a:gd name="T3" fmla="*/ 4 h 155"/>
                    <a:gd name="T4" fmla="*/ 69 w 152"/>
                    <a:gd name="T5" fmla="*/ 84 h 155"/>
                    <a:gd name="T6" fmla="*/ 148 w 152"/>
                    <a:gd name="T7" fmla="*/ 151 h 155"/>
                    <a:gd name="T8" fmla="*/ 83 w 152"/>
                    <a:gd name="T9" fmla="*/ 7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2" h="155">
                      <a:moveTo>
                        <a:pt x="83" y="71"/>
                      </a:moveTo>
                      <a:cubicBezTo>
                        <a:pt x="43" y="30"/>
                        <a:pt x="8" y="0"/>
                        <a:pt x="4" y="4"/>
                      </a:cubicBezTo>
                      <a:cubicBezTo>
                        <a:pt x="0" y="8"/>
                        <a:pt x="29" y="44"/>
                        <a:pt x="69" y="84"/>
                      </a:cubicBezTo>
                      <a:cubicBezTo>
                        <a:pt x="109" y="125"/>
                        <a:pt x="144" y="155"/>
                        <a:pt x="148" y="151"/>
                      </a:cubicBezTo>
                      <a:cubicBezTo>
                        <a:pt x="152" y="147"/>
                        <a:pt x="123" y="111"/>
                        <a:pt x="83" y="7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7" name="Freeform 34"/>
                <p:cNvSpPr>
                  <a:spLocks/>
                </p:cNvSpPr>
                <p:nvPr/>
              </p:nvSpPr>
              <p:spPr bwMode="auto">
                <a:xfrm>
                  <a:off x="6049963" y="4232594"/>
                  <a:ext cx="354013" cy="361950"/>
                </a:xfrm>
                <a:custGeom>
                  <a:avLst/>
                  <a:gdLst>
                    <a:gd name="T0" fmla="*/ 79 w 148"/>
                    <a:gd name="T1" fmla="*/ 71 h 151"/>
                    <a:gd name="T2" fmla="*/ 144 w 148"/>
                    <a:gd name="T3" fmla="*/ 151 h 151"/>
                    <a:gd name="T4" fmla="*/ 0 w 148"/>
                    <a:gd name="T5" fmla="*/ 4 h 151"/>
                    <a:gd name="T6" fmla="*/ 79 w 148"/>
                    <a:gd name="T7" fmla="*/ 7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8" h="151">
                      <a:moveTo>
                        <a:pt x="79" y="71"/>
                      </a:moveTo>
                      <a:cubicBezTo>
                        <a:pt x="119" y="111"/>
                        <a:pt x="148" y="147"/>
                        <a:pt x="144" y="151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4" y="0"/>
                        <a:pt x="39" y="30"/>
                        <a:pt x="79" y="7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8" name="Oval 35"/>
                <p:cNvSpPr>
                  <a:spLocks noChangeArrowheads="1"/>
                </p:cNvSpPr>
                <p:nvPr/>
              </p:nvSpPr>
              <p:spPr bwMode="auto">
                <a:xfrm>
                  <a:off x="6007100" y="4199256"/>
                  <a:ext cx="85725" cy="8572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9" name="Oval 36"/>
                <p:cNvSpPr>
                  <a:spLocks noChangeArrowheads="1"/>
                </p:cNvSpPr>
                <p:nvPr/>
              </p:nvSpPr>
              <p:spPr bwMode="auto">
                <a:xfrm>
                  <a:off x="6026150" y="4218306"/>
                  <a:ext cx="47625" cy="47625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350" name="矩形 349"/>
              <p:cNvSpPr/>
              <p:nvPr/>
            </p:nvSpPr>
            <p:spPr>
              <a:xfrm>
                <a:off x="6419056" y="4103211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1" name="矩形 350"/>
              <p:cNvSpPr/>
              <p:nvPr/>
            </p:nvSpPr>
            <p:spPr>
              <a:xfrm rot="16200000">
                <a:off x="6025358" y="4404363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9" name="组合 358"/>
            <p:cNvGrpSpPr/>
            <p:nvPr/>
          </p:nvGrpSpPr>
          <p:grpSpPr>
            <a:xfrm>
              <a:off x="7856591" y="4472528"/>
              <a:ext cx="666751" cy="659130"/>
              <a:chOff x="9007474" y="4504059"/>
              <a:chExt cx="666751" cy="659130"/>
            </a:xfrm>
          </p:grpSpPr>
          <p:grpSp>
            <p:nvGrpSpPr>
              <p:cNvPr id="354" name="组合 353"/>
              <p:cNvGrpSpPr/>
              <p:nvPr/>
            </p:nvGrpSpPr>
            <p:grpSpPr>
              <a:xfrm>
                <a:off x="9174163" y="4551681"/>
                <a:ext cx="500062" cy="577850"/>
                <a:chOff x="9174163" y="4551681"/>
                <a:chExt cx="500062" cy="577850"/>
              </a:xfrm>
            </p:grpSpPr>
            <p:sp>
              <p:nvSpPr>
                <p:cNvPr id="191" name="Freeform 58"/>
                <p:cNvSpPr>
                  <a:spLocks/>
                </p:cNvSpPr>
                <p:nvPr/>
              </p:nvSpPr>
              <p:spPr bwMode="auto">
                <a:xfrm>
                  <a:off x="9174163" y="4551681"/>
                  <a:ext cx="179388" cy="292100"/>
                </a:xfrm>
                <a:custGeom>
                  <a:avLst/>
                  <a:gdLst>
                    <a:gd name="T0" fmla="*/ 43 w 75"/>
                    <a:gd name="T1" fmla="*/ 58 h 122"/>
                    <a:gd name="T2" fmla="*/ 72 w 75"/>
                    <a:gd name="T3" fmla="*/ 120 h 122"/>
                    <a:gd name="T4" fmla="*/ 32 w 75"/>
                    <a:gd name="T5" fmla="*/ 64 h 122"/>
                    <a:gd name="T6" fmla="*/ 3 w 75"/>
                    <a:gd name="T7" fmla="*/ 2 h 122"/>
                    <a:gd name="T8" fmla="*/ 43 w 75"/>
                    <a:gd name="T9" fmla="*/ 58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122">
                      <a:moveTo>
                        <a:pt x="43" y="58"/>
                      </a:moveTo>
                      <a:cubicBezTo>
                        <a:pt x="62" y="90"/>
                        <a:pt x="75" y="118"/>
                        <a:pt x="72" y="120"/>
                      </a:cubicBezTo>
                      <a:cubicBezTo>
                        <a:pt x="69" y="122"/>
                        <a:pt x="51" y="97"/>
                        <a:pt x="32" y="64"/>
                      </a:cubicBezTo>
                      <a:cubicBezTo>
                        <a:pt x="13" y="32"/>
                        <a:pt x="0" y="4"/>
                        <a:pt x="3" y="2"/>
                      </a:cubicBezTo>
                      <a:cubicBezTo>
                        <a:pt x="6" y="0"/>
                        <a:pt x="24" y="25"/>
                        <a:pt x="43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2" name="Freeform 59"/>
                <p:cNvSpPr>
                  <a:spLocks/>
                </p:cNvSpPr>
                <p:nvPr/>
              </p:nvSpPr>
              <p:spPr bwMode="auto">
                <a:xfrm>
                  <a:off x="9180513" y="4551681"/>
                  <a:ext cx="173038" cy="287338"/>
                </a:xfrm>
                <a:custGeom>
                  <a:avLst/>
                  <a:gdLst>
                    <a:gd name="T0" fmla="*/ 40 w 72"/>
                    <a:gd name="T1" fmla="*/ 58 h 120"/>
                    <a:gd name="T2" fmla="*/ 0 w 72"/>
                    <a:gd name="T3" fmla="*/ 2 h 120"/>
                    <a:gd name="T4" fmla="*/ 69 w 72"/>
                    <a:gd name="T5" fmla="*/ 120 h 120"/>
                    <a:gd name="T6" fmla="*/ 40 w 72"/>
                    <a:gd name="T7" fmla="*/ 58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20">
                      <a:moveTo>
                        <a:pt x="40" y="58"/>
                      </a:moveTo>
                      <a:cubicBezTo>
                        <a:pt x="21" y="25"/>
                        <a:pt x="3" y="0"/>
                        <a:pt x="0" y="2"/>
                      </a:cubicBezTo>
                      <a:cubicBezTo>
                        <a:pt x="69" y="120"/>
                        <a:pt x="69" y="120"/>
                        <a:pt x="69" y="120"/>
                      </a:cubicBezTo>
                      <a:cubicBezTo>
                        <a:pt x="72" y="118"/>
                        <a:pt x="59" y="90"/>
                        <a:pt x="40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3" name="Freeform 60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74625" cy="295275"/>
                </a:xfrm>
                <a:custGeom>
                  <a:avLst/>
                  <a:gdLst>
                    <a:gd name="T0" fmla="*/ 31 w 73"/>
                    <a:gd name="T1" fmla="*/ 58 h 123"/>
                    <a:gd name="T2" fmla="*/ 70 w 73"/>
                    <a:gd name="T3" fmla="*/ 2 h 123"/>
                    <a:gd name="T4" fmla="*/ 42 w 73"/>
                    <a:gd name="T5" fmla="*/ 65 h 123"/>
                    <a:gd name="T6" fmla="*/ 3 w 73"/>
                    <a:gd name="T7" fmla="*/ 121 h 123"/>
                    <a:gd name="T8" fmla="*/ 31 w 73"/>
                    <a:gd name="T9" fmla="*/ 58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" h="123">
                      <a:moveTo>
                        <a:pt x="31" y="58"/>
                      </a:moveTo>
                      <a:cubicBezTo>
                        <a:pt x="50" y="26"/>
                        <a:pt x="67" y="0"/>
                        <a:pt x="70" y="2"/>
                      </a:cubicBezTo>
                      <a:cubicBezTo>
                        <a:pt x="73" y="4"/>
                        <a:pt x="61" y="32"/>
                        <a:pt x="42" y="65"/>
                      </a:cubicBezTo>
                      <a:cubicBezTo>
                        <a:pt x="24" y="98"/>
                        <a:pt x="6" y="123"/>
                        <a:pt x="3" y="121"/>
                      </a:cubicBezTo>
                      <a:cubicBezTo>
                        <a:pt x="0" y="119"/>
                        <a:pt x="13" y="91"/>
                        <a:pt x="31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4" name="Freeform 61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68275" cy="290513"/>
                </a:xfrm>
                <a:custGeom>
                  <a:avLst/>
                  <a:gdLst>
                    <a:gd name="T0" fmla="*/ 31 w 70"/>
                    <a:gd name="T1" fmla="*/ 58 h 121"/>
                    <a:gd name="T2" fmla="*/ 3 w 70"/>
                    <a:gd name="T3" fmla="*/ 121 h 121"/>
                    <a:gd name="T4" fmla="*/ 70 w 70"/>
                    <a:gd name="T5" fmla="*/ 2 h 121"/>
                    <a:gd name="T6" fmla="*/ 31 w 70"/>
                    <a:gd name="T7" fmla="*/ 58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0" h="121">
                      <a:moveTo>
                        <a:pt x="31" y="58"/>
                      </a:moveTo>
                      <a:cubicBezTo>
                        <a:pt x="13" y="91"/>
                        <a:pt x="0" y="119"/>
                        <a:pt x="3" y="121"/>
                      </a:cubicBezTo>
                      <a:cubicBezTo>
                        <a:pt x="70" y="2"/>
                        <a:pt x="70" y="2"/>
                        <a:pt x="70" y="2"/>
                      </a:cubicBezTo>
                      <a:cubicBezTo>
                        <a:pt x="67" y="0"/>
                        <a:pt x="50" y="26"/>
                        <a:pt x="31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5" name="Freeform 62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33338"/>
                </a:xfrm>
                <a:custGeom>
                  <a:avLst/>
                  <a:gdLst>
                    <a:gd name="T0" fmla="*/ 69 w 137"/>
                    <a:gd name="T1" fmla="*/ 1 h 14"/>
                    <a:gd name="T2" fmla="*/ 0 w 137"/>
                    <a:gd name="T3" fmla="*/ 8 h 14"/>
                    <a:gd name="T4" fmla="*/ 69 w 137"/>
                    <a:gd name="T5" fmla="*/ 14 h 14"/>
                    <a:gd name="T6" fmla="*/ 137 w 137"/>
                    <a:gd name="T7" fmla="*/ 7 h 14"/>
                    <a:gd name="T8" fmla="*/ 69 w 137"/>
                    <a:gd name="T9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14">
                      <a:moveTo>
                        <a:pt x="69" y="1"/>
                      </a:moveTo>
                      <a:cubicBezTo>
                        <a:pt x="31" y="1"/>
                        <a:pt x="0" y="4"/>
                        <a:pt x="0" y="8"/>
                      </a:cubicBezTo>
                      <a:cubicBezTo>
                        <a:pt x="0" y="11"/>
                        <a:pt x="31" y="14"/>
                        <a:pt x="69" y="14"/>
                      </a:cubicBezTo>
                      <a:cubicBezTo>
                        <a:pt x="107" y="13"/>
                        <a:pt x="137" y="10"/>
                        <a:pt x="137" y="7"/>
                      </a:cubicBezTo>
                      <a:cubicBezTo>
                        <a:pt x="137" y="3"/>
                        <a:pt x="106" y="0"/>
                        <a:pt x="69" y="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6" name="Freeform 63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19050"/>
                </a:xfrm>
                <a:custGeom>
                  <a:avLst/>
                  <a:gdLst>
                    <a:gd name="T0" fmla="*/ 69 w 137"/>
                    <a:gd name="T1" fmla="*/ 1 h 8"/>
                    <a:gd name="T2" fmla="*/ 137 w 137"/>
                    <a:gd name="T3" fmla="*/ 7 h 8"/>
                    <a:gd name="T4" fmla="*/ 0 w 137"/>
                    <a:gd name="T5" fmla="*/ 8 h 8"/>
                    <a:gd name="T6" fmla="*/ 69 w 137"/>
                    <a:gd name="T7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7" h="8">
                      <a:moveTo>
                        <a:pt x="69" y="1"/>
                      </a:moveTo>
                      <a:cubicBezTo>
                        <a:pt x="106" y="0"/>
                        <a:pt x="137" y="3"/>
                        <a:pt x="13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4"/>
                        <a:pt x="31" y="1"/>
                        <a:pt x="69" y="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7" name="Oval 64"/>
                <p:cNvSpPr>
                  <a:spLocks noChangeArrowheads="1"/>
                </p:cNvSpPr>
                <p:nvPr/>
              </p:nvSpPr>
              <p:spPr bwMode="auto">
                <a:xfrm>
                  <a:off x="9317038" y="4810444"/>
                  <a:ext cx="58738" cy="5715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8" name="Oval 65"/>
                <p:cNvSpPr>
                  <a:spLocks noChangeArrowheads="1"/>
                </p:cNvSpPr>
                <p:nvPr/>
              </p:nvSpPr>
              <p:spPr bwMode="auto">
                <a:xfrm>
                  <a:off x="9329738" y="4823144"/>
                  <a:ext cx="31750" cy="33338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355" name="矩形 354"/>
              <p:cNvSpPr/>
              <p:nvPr/>
            </p:nvSpPr>
            <p:spPr>
              <a:xfrm>
                <a:off x="9007474" y="4624231"/>
                <a:ext cx="104776" cy="4849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7" name="矩形 356"/>
              <p:cNvSpPr/>
              <p:nvPr/>
            </p:nvSpPr>
            <p:spPr>
              <a:xfrm>
                <a:off x="9280526" y="4504059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8" name="矩形 357"/>
              <p:cNvSpPr/>
              <p:nvPr/>
            </p:nvSpPr>
            <p:spPr>
              <a:xfrm>
                <a:off x="9292431" y="5111122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70" name="组合 669"/>
            <p:cNvGrpSpPr/>
            <p:nvPr/>
          </p:nvGrpSpPr>
          <p:grpSpPr>
            <a:xfrm>
              <a:off x="3994205" y="2800887"/>
              <a:ext cx="611188" cy="369888"/>
              <a:chOff x="5145088" y="2832418"/>
              <a:chExt cx="611188" cy="369888"/>
            </a:xfrm>
          </p:grpSpPr>
          <p:sp>
            <p:nvSpPr>
              <p:cNvPr id="668" name="Freeform 280"/>
              <p:cNvSpPr>
                <a:spLocks/>
              </p:cNvSpPr>
              <p:nvPr/>
            </p:nvSpPr>
            <p:spPr bwMode="auto">
              <a:xfrm>
                <a:off x="5145088" y="2832418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1 h 154"/>
                  <a:gd name="T4" fmla="*/ 204 w 255"/>
                  <a:gd name="T5" fmla="*/ 46 h 154"/>
                  <a:gd name="T6" fmla="*/ 145 w 255"/>
                  <a:gd name="T7" fmla="*/ 0 h 154"/>
                  <a:gd name="T8" fmla="*/ 91 w 255"/>
                  <a:gd name="T9" fmla="*/ 30 h 154"/>
                  <a:gd name="T10" fmla="*/ 53 w 255"/>
                  <a:gd name="T11" fmla="*/ 36 h 154"/>
                  <a:gd name="T12" fmla="*/ 34 w 255"/>
                  <a:gd name="T13" fmla="*/ 71 h 154"/>
                  <a:gd name="T14" fmla="*/ 0 w 255"/>
                  <a:gd name="T15" fmla="*/ 112 h 154"/>
                  <a:gd name="T16" fmla="*/ 31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1"/>
                    </a:cubicBezTo>
                    <a:cubicBezTo>
                      <a:pt x="255" y="48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0"/>
                    </a:cubicBezTo>
                    <a:cubicBezTo>
                      <a:pt x="104" y="0"/>
                      <a:pt x="91" y="30"/>
                      <a:pt x="91" y="30"/>
                    </a:cubicBezTo>
                    <a:cubicBezTo>
                      <a:pt x="91" y="30"/>
                      <a:pt x="70" y="22"/>
                      <a:pt x="53" y="36"/>
                    </a:cubicBezTo>
                    <a:cubicBezTo>
                      <a:pt x="30" y="54"/>
                      <a:pt x="34" y="71"/>
                      <a:pt x="34" y="71"/>
                    </a:cubicBezTo>
                    <a:cubicBezTo>
                      <a:pt x="34" y="71"/>
                      <a:pt x="1" y="77"/>
                      <a:pt x="0" y="112"/>
                    </a:cubicBezTo>
                    <a:cubicBezTo>
                      <a:pt x="0" y="148"/>
                      <a:pt x="31" y="152"/>
                      <a:pt x="31" y="152"/>
                    </a:cubicBezTo>
                    <a:cubicBezTo>
                      <a:pt x="31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9" name="Freeform 281"/>
              <p:cNvSpPr>
                <a:spLocks/>
              </p:cNvSpPr>
              <p:nvPr/>
            </p:nvSpPr>
            <p:spPr bwMode="auto">
              <a:xfrm>
                <a:off x="5448300" y="2832418"/>
                <a:ext cx="307975" cy="369888"/>
              </a:xfrm>
              <a:custGeom>
                <a:avLst/>
                <a:gdLst>
                  <a:gd name="T0" fmla="*/ 77 w 128"/>
                  <a:gd name="T1" fmla="*/ 46 h 154"/>
                  <a:gd name="T2" fmla="*/ 18 w 128"/>
                  <a:gd name="T3" fmla="*/ 0 h 154"/>
                  <a:gd name="T4" fmla="*/ 0 w 128"/>
                  <a:gd name="T5" fmla="*/ 2 h 154"/>
                  <a:gd name="T6" fmla="*/ 0 w 128"/>
                  <a:gd name="T7" fmla="*/ 153 h 154"/>
                  <a:gd name="T8" fmla="*/ 77 w 128"/>
                  <a:gd name="T9" fmla="*/ 154 h 154"/>
                  <a:gd name="T10" fmla="*/ 127 w 128"/>
                  <a:gd name="T11" fmla="*/ 101 h 154"/>
                  <a:gd name="T12" fmla="*/ 77 w 128"/>
                  <a:gd name="T13" fmla="*/ 4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4">
                    <a:moveTo>
                      <a:pt x="77" y="46"/>
                    </a:moveTo>
                    <a:cubicBezTo>
                      <a:pt x="77" y="46"/>
                      <a:pt x="59" y="1"/>
                      <a:pt x="18" y="0"/>
                    </a:cubicBezTo>
                    <a:cubicBezTo>
                      <a:pt x="11" y="0"/>
                      <a:pt x="5" y="1"/>
                      <a:pt x="0" y="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7" y="153"/>
                      <a:pt x="71" y="154"/>
                      <a:pt x="77" y="154"/>
                    </a:cubicBezTo>
                    <a:cubicBezTo>
                      <a:pt x="90" y="154"/>
                      <a:pt x="126" y="150"/>
                      <a:pt x="127" y="101"/>
                    </a:cubicBezTo>
                    <a:cubicBezTo>
                      <a:pt x="128" y="48"/>
                      <a:pt x="77" y="46"/>
                      <a:pt x="77" y="4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73" name="组合 672"/>
            <p:cNvGrpSpPr/>
            <p:nvPr/>
          </p:nvGrpSpPr>
          <p:grpSpPr>
            <a:xfrm>
              <a:off x="1500242" y="3623212"/>
              <a:ext cx="508000" cy="309563"/>
              <a:chOff x="2651125" y="3654743"/>
              <a:chExt cx="508000" cy="309563"/>
            </a:xfrm>
          </p:grpSpPr>
          <p:sp>
            <p:nvSpPr>
              <p:cNvPr id="671" name="Freeform 282"/>
              <p:cNvSpPr>
                <a:spLocks/>
              </p:cNvSpPr>
              <p:nvPr/>
            </p:nvSpPr>
            <p:spPr bwMode="auto">
              <a:xfrm>
                <a:off x="2651125" y="3654743"/>
                <a:ext cx="508000" cy="309563"/>
              </a:xfrm>
              <a:custGeom>
                <a:avLst/>
                <a:gdLst>
                  <a:gd name="T0" fmla="*/ 169 w 212"/>
                  <a:gd name="T1" fmla="*/ 128 h 129"/>
                  <a:gd name="T2" fmla="*/ 212 w 212"/>
                  <a:gd name="T3" fmla="*/ 85 h 129"/>
                  <a:gd name="T4" fmla="*/ 170 w 212"/>
                  <a:gd name="T5" fmla="*/ 38 h 129"/>
                  <a:gd name="T6" fmla="*/ 121 w 212"/>
                  <a:gd name="T7" fmla="*/ 1 h 129"/>
                  <a:gd name="T8" fmla="*/ 76 w 212"/>
                  <a:gd name="T9" fmla="*/ 26 h 129"/>
                  <a:gd name="T10" fmla="*/ 44 w 212"/>
                  <a:gd name="T11" fmla="*/ 30 h 129"/>
                  <a:gd name="T12" fmla="*/ 29 w 212"/>
                  <a:gd name="T13" fmla="*/ 60 h 129"/>
                  <a:gd name="T14" fmla="*/ 0 w 212"/>
                  <a:gd name="T15" fmla="*/ 94 h 129"/>
                  <a:gd name="T16" fmla="*/ 26 w 212"/>
                  <a:gd name="T17" fmla="*/ 127 h 129"/>
                  <a:gd name="T18" fmla="*/ 169 w 212"/>
                  <a:gd name="T19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2" h="129">
                    <a:moveTo>
                      <a:pt x="169" y="128"/>
                    </a:moveTo>
                    <a:cubicBezTo>
                      <a:pt x="180" y="129"/>
                      <a:pt x="211" y="125"/>
                      <a:pt x="212" y="85"/>
                    </a:cubicBezTo>
                    <a:cubicBezTo>
                      <a:pt x="212" y="41"/>
                      <a:pt x="170" y="38"/>
                      <a:pt x="170" y="38"/>
                    </a:cubicBezTo>
                    <a:cubicBezTo>
                      <a:pt x="170" y="38"/>
                      <a:pt x="155" y="1"/>
                      <a:pt x="121" y="1"/>
                    </a:cubicBezTo>
                    <a:cubicBezTo>
                      <a:pt x="86" y="0"/>
                      <a:pt x="76" y="26"/>
                      <a:pt x="76" y="26"/>
                    </a:cubicBezTo>
                    <a:cubicBezTo>
                      <a:pt x="76" y="26"/>
                      <a:pt x="59" y="19"/>
                      <a:pt x="44" y="30"/>
                    </a:cubicBezTo>
                    <a:cubicBezTo>
                      <a:pt x="25" y="45"/>
                      <a:pt x="29" y="60"/>
                      <a:pt x="29" y="60"/>
                    </a:cubicBezTo>
                    <a:cubicBezTo>
                      <a:pt x="29" y="60"/>
                      <a:pt x="1" y="64"/>
                      <a:pt x="0" y="94"/>
                    </a:cubicBezTo>
                    <a:cubicBezTo>
                      <a:pt x="0" y="123"/>
                      <a:pt x="26" y="127"/>
                      <a:pt x="26" y="127"/>
                    </a:cubicBezTo>
                    <a:cubicBezTo>
                      <a:pt x="26" y="127"/>
                      <a:pt x="159" y="128"/>
                      <a:pt x="169" y="128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2" name="Freeform 283"/>
              <p:cNvSpPr>
                <a:spLocks/>
              </p:cNvSpPr>
              <p:nvPr/>
            </p:nvSpPr>
            <p:spPr bwMode="auto">
              <a:xfrm>
                <a:off x="2905125" y="3657918"/>
                <a:ext cx="254000" cy="306388"/>
              </a:xfrm>
              <a:custGeom>
                <a:avLst/>
                <a:gdLst>
                  <a:gd name="T0" fmla="*/ 64 w 106"/>
                  <a:gd name="T1" fmla="*/ 37 h 128"/>
                  <a:gd name="T2" fmla="*/ 15 w 106"/>
                  <a:gd name="T3" fmla="*/ 0 h 128"/>
                  <a:gd name="T4" fmla="*/ 0 w 106"/>
                  <a:gd name="T5" fmla="*/ 1 h 128"/>
                  <a:gd name="T6" fmla="*/ 0 w 106"/>
                  <a:gd name="T7" fmla="*/ 127 h 128"/>
                  <a:gd name="T8" fmla="*/ 63 w 106"/>
                  <a:gd name="T9" fmla="*/ 127 h 128"/>
                  <a:gd name="T10" fmla="*/ 106 w 106"/>
                  <a:gd name="T11" fmla="*/ 84 h 128"/>
                  <a:gd name="T12" fmla="*/ 64 w 106"/>
                  <a:gd name="T13" fmla="*/ 3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28">
                    <a:moveTo>
                      <a:pt x="64" y="37"/>
                    </a:moveTo>
                    <a:cubicBezTo>
                      <a:pt x="64" y="37"/>
                      <a:pt x="49" y="0"/>
                      <a:pt x="15" y="0"/>
                    </a:cubicBezTo>
                    <a:cubicBezTo>
                      <a:pt x="9" y="0"/>
                      <a:pt x="4" y="0"/>
                      <a:pt x="0" y="1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30" y="127"/>
                      <a:pt x="59" y="127"/>
                      <a:pt x="63" y="127"/>
                    </a:cubicBezTo>
                    <a:cubicBezTo>
                      <a:pt x="74" y="128"/>
                      <a:pt x="105" y="124"/>
                      <a:pt x="106" y="84"/>
                    </a:cubicBezTo>
                    <a:cubicBezTo>
                      <a:pt x="106" y="40"/>
                      <a:pt x="64" y="37"/>
                      <a:pt x="64" y="37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958" name="组合 957"/>
            <p:cNvGrpSpPr/>
            <p:nvPr/>
          </p:nvGrpSpPr>
          <p:grpSpPr>
            <a:xfrm>
              <a:off x="7629580" y="3753387"/>
              <a:ext cx="534988" cy="288926"/>
              <a:chOff x="8780463" y="3784918"/>
              <a:chExt cx="534988" cy="288926"/>
            </a:xfrm>
          </p:grpSpPr>
          <p:sp>
            <p:nvSpPr>
              <p:cNvPr id="956" name="Freeform 286"/>
              <p:cNvSpPr>
                <a:spLocks/>
              </p:cNvSpPr>
              <p:nvPr/>
            </p:nvSpPr>
            <p:spPr bwMode="auto">
              <a:xfrm>
                <a:off x="8780463" y="3784918"/>
                <a:ext cx="534988" cy="288925"/>
              </a:xfrm>
              <a:custGeom>
                <a:avLst/>
                <a:gdLst>
                  <a:gd name="T0" fmla="*/ 20 w 223"/>
                  <a:gd name="T1" fmla="*/ 121 h 121"/>
                  <a:gd name="T2" fmla="*/ 192 w 223"/>
                  <a:gd name="T3" fmla="*/ 121 h 121"/>
                  <a:gd name="T4" fmla="*/ 223 w 223"/>
                  <a:gd name="T5" fmla="*/ 95 h 121"/>
                  <a:gd name="T6" fmla="*/ 193 w 223"/>
                  <a:gd name="T7" fmla="*/ 57 h 121"/>
                  <a:gd name="T8" fmla="*/ 177 w 223"/>
                  <a:gd name="T9" fmla="*/ 32 h 121"/>
                  <a:gd name="T10" fmla="*/ 139 w 223"/>
                  <a:gd name="T11" fmla="*/ 29 h 121"/>
                  <a:gd name="T12" fmla="*/ 102 w 223"/>
                  <a:gd name="T13" fmla="*/ 0 h 121"/>
                  <a:gd name="T14" fmla="*/ 66 w 223"/>
                  <a:gd name="T15" fmla="*/ 30 h 121"/>
                  <a:gd name="T16" fmla="*/ 31 w 223"/>
                  <a:gd name="T17" fmla="*/ 40 h 121"/>
                  <a:gd name="T18" fmla="*/ 23 w 223"/>
                  <a:gd name="T19" fmla="*/ 71 h 121"/>
                  <a:gd name="T20" fmla="*/ 0 w 223"/>
                  <a:gd name="T21" fmla="*/ 101 h 121"/>
                  <a:gd name="T22" fmla="*/ 20 w 223"/>
                  <a:gd name="T2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3" h="121">
                    <a:moveTo>
                      <a:pt x="20" y="121"/>
                    </a:moveTo>
                    <a:cubicBezTo>
                      <a:pt x="41" y="121"/>
                      <a:pt x="117" y="121"/>
                      <a:pt x="192" y="121"/>
                    </a:cubicBezTo>
                    <a:cubicBezTo>
                      <a:pt x="206" y="121"/>
                      <a:pt x="223" y="109"/>
                      <a:pt x="223" y="95"/>
                    </a:cubicBezTo>
                    <a:cubicBezTo>
                      <a:pt x="223" y="62"/>
                      <a:pt x="193" y="57"/>
                      <a:pt x="193" y="57"/>
                    </a:cubicBezTo>
                    <a:cubicBezTo>
                      <a:pt x="193" y="57"/>
                      <a:pt x="195" y="41"/>
                      <a:pt x="177" y="32"/>
                    </a:cubicBezTo>
                    <a:cubicBezTo>
                      <a:pt x="159" y="23"/>
                      <a:pt x="139" y="29"/>
                      <a:pt x="139" y="29"/>
                    </a:cubicBezTo>
                    <a:cubicBezTo>
                      <a:pt x="139" y="29"/>
                      <a:pt x="136" y="0"/>
                      <a:pt x="102" y="0"/>
                    </a:cubicBezTo>
                    <a:cubicBezTo>
                      <a:pt x="67" y="0"/>
                      <a:pt x="66" y="30"/>
                      <a:pt x="66" y="30"/>
                    </a:cubicBezTo>
                    <a:cubicBezTo>
                      <a:pt x="66" y="30"/>
                      <a:pt x="48" y="24"/>
                      <a:pt x="31" y="40"/>
                    </a:cubicBezTo>
                    <a:cubicBezTo>
                      <a:pt x="14" y="57"/>
                      <a:pt x="23" y="71"/>
                      <a:pt x="23" y="71"/>
                    </a:cubicBezTo>
                    <a:cubicBezTo>
                      <a:pt x="23" y="71"/>
                      <a:pt x="0" y="79"/>
                      <a:pt x="0" y="101"/>
                    </a:cubicBezTo>
                    <a:cubicBezTo>
                      <a:pt x="0" y="109"/>
                      <a:pt x="8" y="121"/>
                      <a:pt x="20" y="121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7" name="Freeform 287"/>
              <p:cNvSpPr>
                <a:spLocks/>
              </p:cNvSpPr>
              <p:nvPr/>
            </p:nvSpPr>
            <p:spPr bwMode="auto">
              <a:xfrm>
                <a:off x="9048750" y="3786506"/>
                <a:ext cx="266700" cy="287338"/>
              </a:xfrm>
              <a:custGeom>
                <a:avLst/>
                <a:gdLst>
                  <a:gd name="T0" fmla="*/ 81 w 111"/>
                  <a:gd name="T1" fmla="*/ 56 h 120"/>
                  <a:gd name="T2" fmla="*/ 65 w 111"/>
                  <a:gd name="T3" fmla="*/ 31 h 120"/>
                  <a:gd name="T4" fmla="*/ 27 w 111"/>
                  <a:gd name="T5" fmla="*/ 28 h 120"/>
                  <a:gd name="T6" fmla="*/ 0 w 111"/>
                  <a:gd name="T7" fmla="*/ 0 h 120"/>
                  <a:gd name="T8" fmla="*/ 0 w 111"/>
                  <a:gd name="T9" fmla="*/ 120 h 120"/>
                  <a:gd name="T10" fmla="*/ 80 w 111"/>
                  <a:gd name="T11" fmla="*/ 120 h 120"/>
                  <a:gd name="T12" fmla="*/ 111 w 111"/>
                  <a:gd name="T13" fmla="*/ 94 h 120"/>
                  <a:gd name="T14" fmla="*/ 81 w 111"/>
                  <a:gd name="T15" fmla="*/ 56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20">
                    <a:moveTo>
                      <a:pt x="81" y="56"/>
                    </a:moveTo>
                    <a:cubicBezTo>
                      <a:pt x="81" y="56"/>
                      <a:pt x="83" y="40"/>
                      <a:pt x="65" y="31"/>
                    </a:cubicBezTo>
                    <a:cubicBezTo>
                      <a:pt x="47" y="22"/>
                      <a:pt x="27" y="28"/>
                      <a:pt x="27" y="28"/>
                    </a:cubicBezTo>
                    <a:cubicBezTo>
                      <a:pt x="27" y="28"/>
                      <a:pt x="25" y="5"/>
                      <a:pt x="0" y="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5" y="120"/>
                      <a:pt x="52" y="120"/>
                      <a:pt x="80" y="120"/>
                    </a:cubicBezTo>
                    <a:cubicBezTo>
                      <a:pt x="94" y="120"/>
                      <a:pt x="111" y="108"/>
                      <a:pt x="111" y="94"/>
                    </a:cubicBezTo>
                    <a:cubicBezTo>
                      <a:pt x="111" y="61"/>
                      <a:pt x="81" y="56"/>
                      <a:pt x="81" y="5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985" name="组合 984"/>
            <p:cNvGrpSpPr/>
            <p:nvPr/>
          </p:nvGrpSpPr>
          <p:grpSpPr>
            <a:xfrm>
              <a:off x="6350848" y="5169756"/>
              <a:ext cx="331788" cy="265113"/>
              <a:chOff x="7501731" y="5201287"/>
              <a:chExt cx="331788" cy="265113"/>
            </a:xfrm>
          </p:grpSpPr>
          <p:sp>
            <p:nvSpPr>
              <p:cNvPr id="962" name="Freeform 234"/>
              <p:cNvSpPr>
                <a:spLocks/>
              </p:cNvSpPr>
              <p:nvPr/>
            </p:nvSpPr>
            <p:spPr bwMode="auto">
              <a:xfrm>
                <a:off x="7592219" y="5344162"/>
                <a:ext cx="19050" cy="122238"/>
              </a:xfrm>
              <a:custGeom>
                <a:avLst/>
                <a:gdLst>
                  <a:gd name="T0" fmla="*/ 12 w 12"/>
                  <a:gd name="T1" fmla="*/ 77 h 77"/>
                  <a:gd name="T2" fmla="*/ 1 w 12"/>
                  <a:gd name="T3" fmla="*/ 77 h 77"/>
                  <a:gd name="T4" fmla="*/ 0 w 12"/>
                  <a:gd name="T5" fmla="*/ 0 h 77"/>
                  <a:gd name="T6" fmla="*/ 10 w 12"/>
                  <a:gd name="T7" fmla="*/ 0 h 77"/>
                  <a:gd name="T8" fmla="*/ 12 w 12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7">
                    <a:moveTo>
                      <a:pt x="12" y="77"/>
                    </a:moveTo>
                    <a:lnTo>
                      <a:pt x="1" y="77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77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9" name="Freeform 241"/>
              <p:cNvSpPr>
                <a:spLocks/>
              </p:cNvSpPr>
              <p:nvPr/>
            </p:nvSpPr>
            <p:spPr bwMode="auto">
              <a:xfrm>
                <a:off x="7580313" y="5261293"/>
                <a:ext cx="211138" cy="125413"/>
              </a:xfrm>
              <a:custGeom>
                <a:avLst/>
                <a:gdLst>
                  <a:gd name="T0" fmla="*/ 88 w 88"/>
                  <a:gd name="T1" fmla="*/ 32 h 52"/>
                  <a:gd name="T2" fmla="*/ 75 w 88"/>
                  <a:gd name="T3" fmla="*/ 43 h 52"/>
                  <a:gd name="T4" fmla="*/ 14 w 88"/>
                  <a:gd name="T5" fmla="*/ 52 h 52"/>
                  <a:gd name="T6" fmla="*/ 1 w 88"/>
                  <a:gd name="T7" fmla="*/ 41 h 52"/>
                  <a:gd name="T8" fmla="*/ 0 w 88"/>
                  <a:gd name="T9" fmla="*/ 12 h 52"/>
                  <a:gd name="T10" fmla="*/ 13 w 88"/>
                  <a:gd name="T11" fmla="*/ 1 h 52"/>
                  <a:gd name="T12" fmla="*/ 74 w 88"/>
                  <a:gd name="T13" fmla="*/ 0 h 52"/>
                  <a:gd name="T14" fmla="*/ 87 w 88"/>
                  <a:gd name="T15" fmla="*/ 11 h 52"/>
                  <a:gd name="T16" fmla="*/ 88 w 88"/>
                  <a:gd name="T17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52">
                    <a:moveTo>
                      <a:pt x="88" y="32"/>
                    </a:moveTo>
                    <a:cubicBezTo>
                      <a:pt x="88" y="38"/>
                      <a:pt x="82" y="43"/>
                      <a:pt x="75" y="4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7" y="52"/>
                      <a:pt x="1" y="47"/>
                      <a:pt x="1" y="4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6"/>
                      <a:pt x="6" y="1"/>
                      <a:pt x="13" y="1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81" y="0"/>
                      <a:pt x="87" y="5"/>
                      <a:pt x="87" y="11"/>
                    </a:cubicBezTo>
                    <a:lnTo>
                      <a:pt x="88" y="32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0" name="Freeform 232"/>
              <p:cNvSpPr>
                <a:spLocks/>
              </p:cNvSpPr>
              <p:nvPr/>
            </p:nvSpPr>
            <p:spPr bwMode="auto">
              <a:xfrm>
                <a:off x="7554119" y="5201287"/>
                <a:ext cx="117475" cy="171450"/>
              </a:xfrm>
              <a:custGeom>
                <a:avLst/>
                <a:gdLst>
                  <a:gd name="T0" fmla="*/ 0 w 49"/>
                  <a:gd name="T1" fmla="*/ 25 h 71"/>
                  <a:gd name="T2" fmla="*/ 0 w 49"/>
                  <a:gd name="T3" fmla="*/ 1 h 71"/>
                  <a:gd name="T4" fmla="*/ 48 w 49"/>
                  <a:gd name="T5" fmla="*/ 36 h 71"/>
                  <a:gd name="T6" fmla="*/ 0 w 49"/>
                  <a:gd name="T7" fmla="*/ 2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71">
                    <a:moveTo>
                      <a:pt x="0" y="2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8" y="0"/>
                      <a:pt x="48" y="36"/>
                    </a:cubicBezTo>
                    <a:cubicBezTo>
                      <a:pt x="49" y="71"/>
                      <a:pt x="1" y="40"/>
                      <a:pt x="0" y="25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1" name="Freeform 247"/>
              <p:cNvSpPr>
                <a:spLocks/>
              </p:cNvSpPr>
              <p:nvPr/>
            </p:nvSpPr>
            <p:spPr bwMode="auto">
              <a:xfrm>
                <a:off x="7582694" y="5247325"/>
                <a:ext cx="52388" cy="139700"/>
              </a:xfrm>
              <a:custGeom>
                <a:avLst/>
                <a:gdLst>
                  <a:gd name="T0" fmla="*/ 0 w 22"/>
                  <a:gd name="T1" fmla="*/ 0 h 58"/>
                  <a:gd name="T2" fmla="*/ 6 w 22"/>
                  <a:gd name="T3" fmla="*/ 0 h 58"/>
                  <a:gd name="T4" fmla="*/ 22 w 22"/>
                  <a:gd name="T5" fmla="*/ 15 h 58"/>
                  <a:gd name="T6" fmla="*/ 17 w 22"/>
                  <a:gd name="T7" fmla="*/ 42 h 58"/>
                  <a:gd name="T8" fmla="*/ 2 w 22"/>
                  <a:gd name="T9" fmla="*/ 58 h 58"/>
                  <a:gd name="T10" fmla="*/ 0 w 22"/>
                  <a:gd name="T11" fmla="*/ 58 h 58"/>
                  <a:gd name="T12" fmla="*/ 0 w 22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5" y="0"/>
                      <a:pt x="22" y="7"/>
                      <a:pt x="22" y="15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5" y="52"/>
                      <a:pt x="10" y="58"/>
                      <a:pt x="2" y="58"/>
                    </a:cubicBezTo>
                    <a:cubicBezTo>
                      <a:pt x="0" y="58"/>
                      <a:pt x="0" y="58"/>
                      <a:pt x="0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3" name="Freeform 251"/>
              <p:cNvSpPr>
                <a:spLocks/>
              </p:cNvSpPr>
              <p:nvPr/>
            </p:nvSpPr>
            <p:spPr bwMode="auto">
              <a:xfrm>
                <a:off x="7583488" y="5343843"/>
                <a:ext cx="38100" cy="42863"/>
              </a:xfrm>
              <a:custGeom>
                <a:avLst/>
                <a:gdLst>
                  <a:gd name="T0" fmla="*/ 1 w 16"/>
                  <a:gd name="T1" fmla="*/ 1 h 18"/>
                  <a:gd name="T2" fmla="*/ 0 w 16"/>
                  <a:gd name="T3" fmla="*/ 1 h 18"/>
                  <a:gd name="T4" fmla="*/ 0 w 16"/>
                  <a:gd name="T5" fmla="*/ 18 h 18"/>
                  <a:gd name="T6" fmla="*/ 2 w 16"/>
                  <a:gd name="T7" fmla="*/ 18 h 18"/>
                  <a:gd name="T8" fmla="*/ 16 w 16"/>
                  <a:gd name="T9" fmla="*/ 5 h 18"/>
                  <a:gd name="T10" fmla="*/ 1 w 16"/>
                  <a:gd name="T1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9" y="18"/>
                      <a:pt x="14" y="13"/>
                      <a:pt x="16" y="5"/>
                    </a:cubicBezTo>
                    <a:cubicBezTo>
                      <a:pt x="13" y="2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9" name="Freeform 231"/>
              <p:cNvSpPr>
                <a:spLocks/>
              </p:cNvSpPr>
              <p:nvPr/>
            </p:nvSpPr>
            <p:spPr bwMode="auto">
              <a:xfrm>
                <a:off x="7747794" y="5271137"/>
                <a:ext cx="85725" cy="96838"/>
              </a:xfrm>
              <a:custGeom>
                <a:avLst/>
                <a:gdLst>
                  <a:gd name="T0" fmla="*/ 10 w 36"/>
                  <a:gd name="T1" fmla="*/ 3 h 40"/>
                  <a:gd name="T2" fmla="*/ 21 w 36"/>
                  <a:gd name="T3" fmla="*/ 0 h 40"/>
                  <a:gd name="T4" fmla="*/ 36 w 36"/>
                  <a:gd name="T5" fmla="*/ 21 h 40"/>
                  <a:gd name="T6" fmla="*/ 36 w 36"/>
                  <a:gd name="T7" fmla="*/ 40 h 40"/>
                  <a:gd name="T8" fmla="*/ 22 w 36"/>
                  <a:gd name="T9" fmla="*/ 40 h 40"/>
                  <a:gd name="T10" fmla="*/ 24 w 36"/>
                  <a:gd name="T11" fmla="*/ 19 h 40"/>
                  <a:gd name="T12" fmla="*/ 11 w 36"/>
                  <a:gd name="T13" fmla="*/ 7 h 40"/>
                  <a:gd name="T14" fmla="*/ 10 w 36"/>
                  <a:gd name="T15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10" y="3"/>
                    </a:moveTo>
                    <a:cubicBezTo>
                      <a:pt x="10" y="3"/>
                      <a:pt x="15" y="0"/>
                      <a:pt x="21" y="0"/>
                    </a:cubicBezTo>
                    <a:cubicBezTo>
                      <a:pt x="26" y="0"/>
                      <a:pt x="35" y="6"/>
                      <a:pt x="36" y="21"/>
                    </a:cubicBezTo>
                    <a:cubicBezTo>
                      <a:pt x="36" y="35"/>
                      <a:pt x="36" y="40"/>
                      <a:pt x="36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4" y="28"/>
                      <a:pt x="24" y="19"/>
                    </a:cubicBezTo>
                    <a:cubicBezTo>
                      <a:pt x="24" y="9"/>
                      <a:pt x="21" y="3"/>
                      <a:pt x="11" y="7"/>
                    </a:cubicBezTo>
                    <a:cubicBezTo>
                      <a:pt x="0" y="11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1" name="Freeform 233"/>
              <p:cNvSpPr>
                <a:spLocks/>
              </p:cNvSpPr>
              <p:nvPr/>
            </p:nvSpPr>
            <p:spPr bwMode="auto">
              <a:xfrm>
                <a:off x="7638256" y="5363212"/>
                <a:ext cx="15875" cy="100013"/>
              </a:xfrm>
              <a:custGeom>
                <a:avLst/>
                <a:gdLst>
                  <a:gd name="T0" fmla="*/ 10 w 10"/>
                  <a:gd name="T1" fmla="*/ 63 h 63"/>
                  <a:gd name="T2" fmla="*/ 0 w 10"/>
                  <a:gd name="T3" fmla="*/ 63 h 63"/>
                  <a:gd name="T4" fmla="*/ 0 w 10"/>
                  <a:gd name="T5" fmla="*/ 0 h 63"/>
                  <a:gd name="T6" fmla="*/ 9 w 10"/>
                  <a:gd name="T7" fmla="*/ 0 h 63"/>
                  <a:gd name="T8" fmla="*/ 10 w 10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lnTo>
                      <a:pt x="0" y="63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3" name="Rectangle 235"/>
              <p:cNvSpPr>
                <a:spLocks noChangeArrowheads="1"/>
              </p:cNvSpPr>
              <p:nvPr/>
            </p:nvSpPr>
            <p:spPr bwMode="auto">
              <a:xfrm>
                <a:off x="7593806" y="5455287"/>
                <a:ext cx="17463" cy="1111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4" name="Rectangle 236"/>
              <p:cNvSpPr>
                <a:spLocks noChangeArrowheads="1"/>
              </p:cNvSpPr>
              <p:nvPr/>
            </p:nvSpPr>
            <p:spPr bwMode="auto">
              <a:xfrm>
                <a:off x="7638256" y="5455287"/>
                <a:ext cx="1587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5" name="Freeform 237"/>
              <p:cNvSpPr>
                <a:spLocks/>
              </p:cNvSpPr>
              <p:nvPr/>
            </p:nvSpPr>
            <p:spPr bwMode="auto">
              <a:xfrm>
                <a:off x="7766844" y="5350512"/>
                <a:ext cx="17463" cy="112713"/>
              </a:xfrm>
              <a:custGeom>
                <a:avLst/>
                <a:gdLst>
                  <a:gd name="T0" fmla="*/ 11 w 11"/>
                  <a:gd name="T1" fmla="*/ 70 h 71"/>
                  <a:gd name="T2" fmla="*/ 2 w 11"/>
                  <a:gd name="T3" fmla="*/ 71 h 71"/>
                  <a:gd name="T4" fmla="*/ 0 w 11"/>
                  <a:gd name="T5" fmla="*/ 0 h 71"/>
                  <a:gd name="T6" fmla="*/ 11 w 11"/>
                  <a:gd name="T7" fmla="*/ 0 h 71"/>
                  <a:gd name="T8" fmla="*/ 11 w 11"/>
                  <a:gd name="T9" fmla="*/ 7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0"/>
                    </a:moveTo>
                    <a:lnTo>
                      <a:pt x="2" y="7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7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6" name="Freeform 238"/>
              <p:cNvSpPr>
                <a:spLocks/>
              </p:cNvSpPr>
              <p:nvPr/>
            </p:nvSpPr>
            <p:spPr bwMode="auto">
              <a:xfrm>
                <a:off x="7770019" y="5453700"/>
                <a:ext cx="14288" cy="9525"/>
              </a:xfrm>
              <a:custGeom>
                <a:avLst/>
                <a:gdLst>
                  <a:gd name="T0" fmla="*/ 0 w 9"/>
                  <a:gd name="T1" fmla="*/ 0 h 6"/>
                  <a:gd name="T2" fmla="*/ 0 w 9"/>
                  <a:gd name="T3" fmla="*/ 6 h 6"/>
                  <a:gd name="T4" fmla="*/ 9 w 9"/>
                  <a:gd name="T5" fmla="*/ 5 h 6"/>
                  <a:gd name="T6" fmla="*/ 9 w 9"/>
                  <a:gd name="T7" fmla="*/ 0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0" y="6"/>
                    </a:lnTo>
                    <a:lnTo>
                      <a:pt x="9" y="5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7" name="Freeform 239"/>
              <p:cNvSpPr>
                <a:spLocks/>
              </p:cNvSpPr>
              <p:nvPr/>
            </p:nvSpPr>
            <p:spPr bwMode="auto">
              <a:xfrm>
                <a:off x="7730331" y="5350512"/>
                <a:ext cx="17463" cy="112713"/>
              </a:xfrm>
              <a:custGeom>
                <a:avLst/>
                <a:gdLst>
                  <a:gd name="T0" fmla="*/ 11 w 11"/>
                  <a:gd name="T1" fmla="*/ 71 h 71"/>
                  <a:gd name="T2" fmla="*/ 0 w 11"/>
                  <a:gd name="T3" fmla="*/ 71 h 71"/>
                  <a:gd name="T4" fmla="*/ 0 w 11"/>
                  <a:gd name="T5" fmla="*/ 0 h 71"/>
                  <a:gd name="T6" fmla="*/ 10 w 11"/>
                  <a:gd name="T7" fmla="*/ 0 h 71"/>
                  <a:gd name="T8" fmla="*/ 11 w 11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1"/>
                    </a:moveTo>
                    <a:lnTo>
                      <a:pt x="0" y="7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1" y="7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8" name="Rectangle 240"/>
              <p:cNvSpPr>
                <a:spLocks noChangeArrowheads="1"/>
              </p:cNvSpPr>
              <p:nvPr/>
            </p:nvSpPr>
            <p:spPr bwMode="auto">
              <a:xfrm>
                <a:off x="7730331" y="5453700"/>
                <a:ext cx="17463" cy="9525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9" name="Freeform 242"/>
              <p:cNvSpPr>
                <a:spLocks/>
              </p:cNvSpPr>
              <p:nvPr/>
            </p:nvSpPr>
            <p:spPr bwMode="auto">
              <a:xfrm>
                <a:off x="7501731" y="5240975"/>
                <a:ext cx="58738" cy="47625"/>
              </a:xfrm>
              <a:custGeom>
                <a:avLst/>
                <a:gdLst>
                  <a:gd name="T0" fmla="*/ 25 w 25"/>
                  <a:gd name="T1" fmla="*/ 17 h 20"/>
                  <a:gd name="T2" fmla="*/ 13 w 25"/>
                  <a:gd name="T3" fmla="*/ 3 h 20"/>
                  <a:gd name="T4" fmla="*/ 0 w 25"/>
                  <a:gd name="T5" fmla="*/ 2 h 20"/>
                  <a:gd name="T6" fmla="*/ 11 w 25"/>
                  <a:gd name="T7" fmla="*/ 17 h 20"/>
                  <a:gd name="T8" fmla="*/ 25 w 25"/>
                  <a:gd name="T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5" y="17"/>
                    </a:moveTo>
                    <a:cubicBezTo>
                      <a:pt x="23" y="12"/>
                      <a:pt x="18" y="6"/>
                      <a:pt x="13" y="3"/>
                    </a:cubicBezTo>
                    <a:cubicBezTo>
                      <a:pt x="8" y="0"/>
                      <a:pt x="3" y="0"/>
                      <a:pt x="0" y="2"/>
                    </a:cubicBezTo>
                    <a:cubicBezTo>
                      <a:pt x="2" y="8"/>
                      <a:pt x="6" y="13"/>
                      <a:pt x="11" y="17"/>
                    </a:cubicBezTo>
                    <a:cubicBezTo>
                      <a:pt x="17" y="20"/>
                      <a:pt x="22" y="20"/>
                      <a:pt x="25" y="17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0" name="Freeform 246"/>
              <p:cNvSpPr>
                <a:spLocks/>
              </p:cNvSpPr>
              <p:nvPr/>
            </p:nvSpPr>
            <p:spPr bwMode="auto">
              <a:xfrm>
                <a:off x="7527131" y="5247325"/>
                <a:ext cx="55563" cy="139700"/>
              </a:xfrm>
              <a:custGeom>
                <a:avLst/>
                <a:gdLst>
                  <a:gd name="T0" fmla="*/ 23 w 23"/>
                  <a:gd name="T1" fmla="*/ 0 h 58"/>
                  <a:gd name="T2" fmla="*/ 16 w 23"/>
                  <a:gd name="T3" fmla="*/ 1 h 58"/>
                  <a:gd name="T4" fmla="*/ 1 w 23"/>
                  <a:gd name="T5" fmla="*/ 16 h 58"/>
                  <a:gd name="T6" fmla="*/ 6 w 23"/>
                  <a:gd name="T7" fmla="*/ 43 h 58"/>
                  <a:gd name="T8" fmla="*/ 22 w 23"/>
                  <a:gd name="T9" fmla="*/ 58 h 58"/>
                  <a:gd name="T10" fmla="*/ 23 w 23"/>
                  <a:gd name="T11" fmla="*/ 58 h 58"/>
                  <a:gd name="T12" fmla="*/ 23 w 23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8">
                    <a:moveTo>
                      <a:pt x="23" y="0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7" y="1"/>
                      <a:pt x="0" y="8"/>
                      <a:pt x="1" y="16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53"/>
                      <a:pt x="14" y="58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2" name="Freeform 248"/>
              <p:cNvSpPr>
                <a:spLocks/>
              </p:cNvSpPr>
              <p:nvPr/>
            </p:nvSpPr>
            <p:spPr bwMode="auto">
              <a:xfrm>
                <a:off x="7555706" y="5283837"/>
                <a:ext cx="14288" cy="14288"/>
              </a:xfrm>
              <a:custGeom>
                <a:avLst/>
                <a:gdLst>
                  <a:gd name="T0" fmla="*/ 6 w 6"/>
                  <a:gd name="T1" fmla="*/ 3 h 6"/>
                  <a:gd name="T2" fmla="*/ 3 w 6"/>
                  <a:gd name="T3" fmla="*/ 6 h 6"/>
                  <a:gd name="T4" fmla="*/ 0 w 6"/>
                  <a:gd name="T5" fmla="*/ 3 h 6"/>
                  <a:gd name="T6" fmla="*/ 3 w 6"/>
                  <a:gd name="T7" fmla="*/ 0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3" name="Freeform 249"/>
              <p:cNvSpPr>
                <a:spLocks/>
              </p:cNvSpPr>
              <p:nvPr/>
            </p:nvSpPr>
            <p:spPr bwMode="auto">
              <a:xfrm>
                <a:off x="7592219" y="5283837"/>
                <a:ext cx="15875" cy="14288"/>
              </a:xfrm>
              <a:custGeom>
                <a:avLst/>
                <a:gdLst>
                  <a:gd name="T0" fmla="*/ 7 w 7"/>
                  <a:gd name="T1" fmla="*/ 3 h 6"/>
                  <a:gd name="T2" fmla="*/ 3 w 7"/>
                  <a:gd name="T3" fmla="*/ 6 h 6"/>
                  <a:gd name="T4" fmla="*/ 0 w 7"/>
                  <a:gd name="T5" fmla="*/ 3 h 6"/>
                  <a:gd name="T6" fmla="*/ 3 w 7"/>
                  <a:gd name="T7" fmla="*/ 0 h 6"/>
                  <a:gd name="T8" fmla="*/ 7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4" name="Freeform 250"/>
              <p:cNvSpPr>
                <a:spLocks/>
              </p:cNvSpPr>
              <p:nvPr/>
            </p:nvSpPr>
            <p:spPr bwMode="auto">
              <a:xfrm>
                <a:off x="7544594" y="5345750"/>
                <a:ext cx="38100" cy="41275"/>
              </a:xfrm>
              <a:custGeom>
                <a:avLst/>
                <a:gdLst>
                  <a:gd name="T0" fmla="*/ 0 w 16"/>
                  <a:gd name="T1" fmla="*/ 5 h 17"/>
                  <a:gd name="T2" fmla="*/ 15 w 16"/>
                  <a:gd name="T3" fmla="*/ 17 h 17"/>
                  <a:gd name="T4" fmla="*/ 16 w 16"/>
                  <a:gd name="T5" fmla="*/ 17 h 17"/>
                  <a:gd name="T6" fmla="*/ 16 w 16"/>
                  <a:gd name="T7" fmla="*/ 0 h 17"/>
                  <a:gd name="T8" fmla="*/ 0 w 16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5"/>
                    </a:moveTo>
                    <a:cubicBezTo>
                      <a:pt x="3" y="13"/>
                      <a:pt x="8" y="17"/>
                      <a:pt x="15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0"/>
                      <a:pt x="3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5" name="Oval 252"/>
              <p:cNvSpPr>
                <a:spLocks noChangeArrowheads="1"/>
              </p:cNvSpPr>
              <p:nvPr/>
            </p:nvSpPr>
            <p:spPr bwMode="auto">
              <a:xfrm>
                <a:off x="7563644" y="5360037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6" name="Freeform 253"/>
              <p:cNvSpPr>
                <a:spLocks/>
              </p:cNvSpPr>
              <p:nvPr/>
            </p:nvSpPr>
            <p:spPr bwMode="auto">
              <a:xfrm>
                <a:off x="7592219" y="5360037"/>
                <a:ext cx="11113" cy="12700"/>
              </a:xfrm>
              <a:custGeom>
                <a:avLst/>
                <a:gdLst>
                  <a:gd name="T0" fmla="*/ 5 w 5"/>
                  <a:gd name="T1" fmla="*/ 2 h 5"/>
                  <a:gd name="T2" fmla="*/ 2 w 5"/>
                  <a:gd name="T3" fmla="*/ 5 h 5"/>
                  <a:gd name="T4" fmla="*/ 0 w 5"/>
                  <a:gd name="T5" fmla="*/ 2 h 5"/>
                  <a:gd name="T6" fmla="*/ 2 w 5"/>
                  <a:gd name="T7" fmla="*/ 0 h 5"/>
                  <a:gd name="T8" fmla="*/ 5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3"/>
                      <a:pt x="4" y="4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0" name="Freeform 243"/>
              <p:cNvSpPr>
                <a:spLocks/>
              </p:cNvSpPr>
              <p:nvPr/>
            </p:nvSpPr>
            <p:spPr bwMode="auto">
              <a:xfrm>
                <a:off x="7502525" y="5240656"/>
                <a:ext cx="58738" cy="39688"/>
              </a:xfrm>
              <a:custGeom>
                <a:avLst/>
                <a:gdLst>
                  <a:gd name="T0" fmla="*/ 13 w 25"/>
                  <a:gd name="T1" fmla="*/ 3 h 17"/>
                  <a:gd name="T2" fmla="*/ 25 w 25"/>
                  <a:gd name="T3" fmla="*/ 17 h 17"/>
                  <a:gd name="T4" fmla="*/ 0 w 25"/>
                  <a:gd name="T5" fmla="*/ 2 h 17"/>
                  <a:gd name="T6" fmla="*/ 13 w 25"/>
                  <a:gd name="T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13" y="3"/>
                    </a:moveTo>
                    <a:cubicBezTo>
                      <a:pt x="18" y="6"/>
                      <a:pt x="23" y="12"/>
                      <a:pt x="25" y="1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1" name="Freeform 244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7625"/>
              </a:xfrm>
              <a:custGeom>
                <a:avLst/>
                <a:gdLst>
                  <a:gd name="T0" fmla="*/ 0 w 25"/>
                  <a:gd name="T1" fmla="*/ 18 h 20"/>
                  <a:gd name="T2" fmla="*/ 12 w 25"/>
                  <a:gd name="T3" fmla="*/ 4 h 20"/>
                  <a:gd name="T4" fmla="*/ 25 w 25"/>
                  <a:gd name="T5" fmla="*/ 2 h 20"/>
                  <a:gd name="T6" fmla="*/ 14 w 25"/>
                  <a:gd name="T7" fmla="*/ 17 h 20"/>
                  <a:gd name="T8" fmla="*/ 0 w 25"/>
                  <a:gd name="T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0" y="18"/>
                    </a:moveTo>
                    <a:cubicBezTo>
                      <a:pt x="3" y="12"/>
                      <a:pt x="7" y="7"/>
                      <a:pt x="12" y="4"/>
                    </a:cubicBezTo>
                    <a:cubicBezTo>
                      <a:pt x="17" y="0"/>
                      <a:pt x="22" y="0"/>
                      <a:pt x="25" y="2"/>
                    </a:cubicBezTo>
                    <a:cubicBezTo>
                      <a:pt x="23" y="8"/>
                      <a:pt x="19" y="14"/>
                      <a:pt x="14" y="17"/>
                    </a:cubicBezTo>
                    <a:cubicBezTo>
                      <a:pt x="9" y="20"/>
                      <a:pt x="4" y="20"/>
                      <a:pt x="0" y="18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2" name="Freeform 245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2863"/>
              </a:xfrm>
              <a:custGeom>
                <a:avLst/>
                <a:gdLst>
                  <a:gd name="T0" fmla="*/ 12 w 25"/>
                  <a:gd name="T1" fmla="*/ 4 h 18"/>
                  <a:gd name="T2" fmla="*/ 0 w 25"/>
                  <a:gd name="T3" fmla="*/ 18 h 18"/>
                  <a:gd name="T4" fmla="*/ 25 w 25"/>
                  <a:gd name="T5" fmla="*/ 2 h 18"/>
                  <a:gd name="T6" fmla="*/ 12 w 25"/>
                  <a:gd name="T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8">
                    <a:moveTo>
                      <a:pt x="12" y="4"/>
                    </a:moveTo>
                    <a:cubicBezTo>
                      <a:pt x="7" y="7"/>
                      <a:pt x="3" y="12"/>
                      <a:pt x="0" y="18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2" y="0"/>
                      <a:pt x="17" y="0"/>
                      <a:pt x="12" y="4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1</a:t>
            </a:r>
            <a:r>
              <a:rPr lang="zh-CN" altLang="en-US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月</a:t>
            </a:r>
            <a:endParaRPr kumimoji="0" lang="zh-CN" altLang="en-US" sz="4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光综艺_CNKI" panose="02000500000000000000" pitchFamily="2" charset="-122"/>
              <a:ea typeface="华光综艺_CNKI" panose="02000500000000000000" pitchFamily="2" charset="-122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63925" y="186667"/>
            <a:ext cx="10012808" cy="14826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3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新年伊始，企业为迎接市场需求的高峰，决定扩大产能</a:t>
            </a:r>
            <a:r>
              <a:rPr lang="en-US" altLang="zh-CN" sz="3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</a:t>
            </a:r>
            <a:r>
              <a:rPr lang="zh-CN" altLang="en-US" sz="3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你们决定购买哪个设备？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542162" y="2034132"/>
            <a:ext cx="11327825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lnSpc>
                <a:spcPct val="150000"/>
              </a:lnSpc>
              <a:buFont typeface="+mj-lt"/>
              <a:buAutoNum type="alphaUcPeriod"/>
            </a:pP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不购买新设备：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保持现状，省钱省事，也许是个安全的选择？</a:t>
            </a:r>
            <a:endParaRPr lang="en-US" altLang="zh-CN" sz="2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>
              <a:lnSpc>
                <a:spcPct val="150000"/>
              </a:lnSpc>
              <a:buFont typeface="+mj-lt"/>
              <a:buAutoNum type="alphaUcPeriod"/>
            </a:pP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高产能高能效设备：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最新节能科技，产能翻倍，能效惊人，环保与效益两不误！</a:t>
            </a:r>
            <a:endParaRPr lang="en-US" altLang="zh-CN" sz="2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>
              <a:lnSpc>
                <a:spcPct val="150000"/>
              </a:lnSpc>
              <a:buFont typeface="+mj-lt"/>
              <a:buAutoNum type="alphaUcPeriod"/>
            </a:pP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设备升级改造：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升级现有设备，花小钱提升产能，既节省成本，又提高效率！</a:t>
            </a:r>
            <a:endParaRPr lang="en-US" altLang="zh-CN" sz="2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>
              <a:lnSpc>
                <a:spcPct val="150000"/>
              </a:lnSpc>
              <a:buFont typeface="+mj-lt"/>
              <a:buAutoNum type="alphaUcPeriod"/>
            </a:pP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超高产能低能效设备：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购入</a:t>
            </a:r>
            <a:r>
              <a:rPr lang="en-US" altLang="zh-CN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超高产能的猛兽设备</a:t>
            </a:r>
            <a:r>
              <a:rPr lang="en-US" altLang="zh-CN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，产量翻</a:t>
            </a:r>
            <a:r>
              <a:rPr lang="en-US" altLang="zh-CN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倍，但环保压力倍增，敢挑战吗？</a:t>
            </a:r>
          </a:p>
        </p:txBody>
      </p:sp>
    </p:spTree>
    <p:extLst>
      <p:ext uri="{BB962C8B-B14F-4D97-AF65-F5344CB8AC3E}">
        <p14:creationId xmlns:p14="http://schemas.microsoft.com/office/powerpoint/2010/main" val="408410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533758" y="1741549"/>
            <a:ext cx="3566567" cy="54285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7767692" y="4820071"/>
            <a:ext cx="4424308" cy="2043601"/>
            <a:chOff x="757292" y="2691350"/>
            <a:chExt cx="8375650" cy="3868737"/>
          </a:xfrm>
        </p:grpSpPr>
        <p:grpSp>
          <p:nvGrpSpPr>
            <p:cNvPr id="660" name="组合 659"/>
            <p:cNvGrpSpPr/>
            <p:nvPr/>
          </p:nvGrpSpPr>
          <p:grpSpPr>
            <a:xfrm>
              <a:off x="5068942" y="2691350"/>
              <a:ext cx="793751" cy="2611437"/>
              <a:chOff x="6219825" y="2722881"/>
              <a:chExt cx="793751" cy="2454275"/>
            </a:xfrm>
          </p:grpSpPr>
          <p:sp>
            <p:nvSpPr>
              <p:cNvPr id="655" name="Freeform 5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close/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close/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close/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close/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6" name="Freeform 7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close/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7" name="Freeform 11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8" name="Freeform 13"/>
              <p:cNvSpPr>
                <a:spLocks/>
              </p:cNvSpPr>
              <p:nvPr/>
            </p:nvSpPr>
            <p:spPr bwMode="auto">
              <a:xfrm>
                <a:off x="6219825" y="2722881"/>
                <a:ext cx="793750" cy="479425"/>
              </a:xfrm>
              <a:custGeom>
                <a:avLst/>
                <a:gdLst>
                  <a:gd name="T0" fmla="*/ 265 w 331"/>
                  <a:gd name="T1" fmla="*/ 200 h 200"/>
                  <a:gd name="T2" fmla="*/ 330 w 331"/>
                  <a:gd name="T3" fmla="*/ 132 h 200"/>
                  <a:gd name="T4" fmla="*/ 265 w 331"/>
                  <a:gd name="T5" fmla="*/ 59 h 200"/>
                  <a:gd name="T6" fmla="*/ 188 w 331"/>
                  <a:gd name="T7" fmla="*/ 1 h 200"/>
                  <a:gd name="T8" fmla="*/ 119 w 331"/>
                  <a:gd name="T9" fmla="*/ 40 h 200"/>
                  <a:gd name="T10" fmla="*/ 69 w 331"/>
                  <a:gd name="T11" fmla="*/ 47 h 200"/>
                  <a:gd name="T12" fmla="*/ 45 w 331"/>
                  <a:gd name="T13" fmla="*/ 93 h 200"/>
                  <a:gd name="T14" fmla="*/ 1 w 331"/>
                  <a:gd name="T15" fmla="*/ 146 h 200"/>
                  <a:gd name="T16" fmla="*/ 41 w 331"/>
                  <a:gd name="T17" fmla="*/ 197 h 200"/>
                  <a:gd name="T18" fmla="*/ 265 w 331"/>
                  <a:gd name="T19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1" h="200">
                    <a:moveTo>
                      <a:pt x="265" y="200"/>
                    </a:moveTo>
                    <a:cubicBezTo>
                      <a:pt x="282" y="200"/>
                      <a:pt x="329" y="195"/>
                      <a:pt x="330" y="132"/>
                    </a:cubicBezTo>
                    <a:cubicBezTo>
                      <a:pt x="331" y="63"/>
                      <a:pt x="265" y="59"/>
                      <a:pt x="265" y="59"/>
                    </a:cubicBezTo>
                    <a:cubicBezTo>
                      <a:pt x="265" y="59"/>
                      <a:pt x="242" y="1"/>
                      <a:pt x="188" y="1"/>
                    </a:cubicBezTo>
                    <a:cubicBezTo>
                      <a:pt x="135" y="0"/>
                      <a:pt x="119" y="40"/>
                      <a:pt x="119" y="40"/>
                    </a:cubicBezTo>
                    <a:cubicBezTo>
                      <a:pt x="119" y="40"/>
                      <a:pt x="92" y="29"/>
                      <a:pt x="69" y="47"/>
                    </a:cubicBezTo>
                    <a:cubicBezTo>
                      <a:pt x="39" y="70"/>
                      <a:pt x="45" y="93"/>
                      <a:pt x="45" y="93"/>
                    </a:cubicBezTo>
                    <a:cubicBezTo>
                      <a:pt x="45" y="93"/>
                      <a:pt x="2" y="100"/>
                      <a:pt x="1" y="146"/>
                    </a:cubicBezTo>
                    <a:cubicBezTo>
                      <a:pt x="0" y="192"/>
                      <a:pt x="41" y="197"/>
                      <a:pt x="41" y="197"/>
                    </a:cubicBezTo>
                    <a:cubicBezTo>
                      <a:pt x="41" y="197"/>
                      <a:pt x="247" y="200"/>
                      <a:pt x="265" y="200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9" name="Freeform 14"/>
              <p:cNvSpPr>
                <a:spLocks/>
              </p:cNvSpPr>
              <p:nvPr/>
            </p:nvSpPr>
            <p:spPr bwMode="auto">
              <a:xfrm>
                <a:off x="6618288" y="2724469"/>
                <a:ext cx="395288" cy="477838"/>
              </a:xfrm>
              <a:custGeom>
                <a:avLst/>
                <a:gdLst>
                  <a:gd name="T0" fmla="*/ 99 w 165"/>
                  <a:gd name="T1" fmla="*/ 58 h 199"/>
                  <a:gd name="T2" fmla="*/ 22 w 165"/>
                  <a:gd name="T3" fmla="*/ 0 h 199"/>
                  <a:gd name="T4" fmla="*/ 0 w 165"/>
                  <a:gd name="T5" fmla="*/ 2 h 199"/>
                  <a:gd name="T6" fmla="*/ 0 w 165"/>
                  <a:gd name="T7" fmla="*/ 198 h 199"/>
                  <a:gd name="T8" fmla="*/ 99 w 165"/>
                  <a:gd name="T9" fmla="*/ 199 h 199"/>
                  <a:gd name="T10" fmla="*/ 164 w 165"/>
                  <a:gd name="T11" fmla="*/ 131 h 199"/>
                  <a:gd name="T12" fmla="*/ 99 w 165"/>
                  <a:gd name="T13" fmla="*/ 5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5" h="199">
                    <a:moveTo>
                      <a:pt x="99" y="58"/>
                    </a:moveTo>
                    <a:cubicBezTo>
                      <a:pt x="99" y="58"/>
                      <a:pt x="76" y="0"/>
                      <a:pt x="22" y="0"/>
                    </a:cubicBezTo>
                    <a:cubicBezTo>
                      <a:pt x="14" y="0"/>
                      <a:pt x="6" y="1"/>
                      <a:pt x="0" y="2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47" y="198"/>
                      <a:pt x="91" y="199"/>
                      <a:pt x="99" y="199"/>
                    </a:cubicBezTo>
                    <a:cubicBezTo>
                      <a:pt x="116" y="199"/>
                      <a:pt x="163" y="194"/>
                      <a:pt x="164" y="131"/>
                    </a:cubicBezTo>
                    <a:cubicBezTo>
                      <a:pt x="165" y="62"/>
                      <a:pt x="99" y="58"/>
                      <a:pt x="99" y="58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67" name="组合 666"/>
            <p:cNvGrpSpPr/>
            <p:nvPr/>
          </p:nvGrpSpPr>
          <p:grpSpPr>
            <a:xfrm>
              <a:off x="6230992" y="3275550"/>
              <a:ext cx="611188" cy="1949450"/>
              <a:chOff x="7381875" y="3307081"/>
              <a:chExt cx="611188" cy="1949450"/>
            </a:xfrm>
          </p:grpSpPr>
          <p:sp>
            <p:nvSpPr>
              <p:cNvPr id="661" name="Freeform 15"/>
              <p:cNvSpPr>
                <a:spLocks noEditPoints="1"/>
              </p:cNvSpPr>
              <p:nvPr/>
            </p:nvSpPr>
            <p:spPr bwMode="auto">
              <a:xfrm>
                <a:off x="7489825" y="3653156"/>
                <a:ext cx="382588" cy="1603375"/>
              </a:xfrm>
              <a:custGeom>
                <a:avLst/>
                <a:gdLst>
                  <a:gd name="T0" fmla="*/ 26 w 160"/>
                  <a:gd name="T1" fmla="*/ 0 h 669"/>
                  <a:gd name="T2" fmla="*/ 0 w 160"/>
                  <a:gd name="T3" fmla="*/ 0 h 669"/>
                  <a:gd name="T4" fmla="*/ 0 w 160"/>
                  <a:gd name="T5" fmla="*/ 638 h 669"/>
                  <a:gd name="T6" fmla="*/ 26 w 160"/>
                  <a:gd name="T7" fmla="*/ 666 h 669"/>
                  <a:gd name="T8" fmla="*/ 26 w 160"/>
                  <a:gd name="T9" fmla="*/ 0 h 669"/>
                  <a:gd name="T10" fmla="*/ 160 w 160"/>
                  <a:gd name="T11" fmla="*/ 0 h 669"/>
                  <a:gd name="T12" fmla="*/ 140 w 160"/>
                  <a:gd name="T13" fmla="*/ 0 h 669"/>
                  <a:gd name="T14" fmla="*/ 140 w 160"/>
                  <a:gd name="T15" fmla="*/ 668 h 669"/>
                  <a:gd name="T16" fmla="*/ 118 w 160"/>
                  <a:gd name="T17" fmla="*/ 668 h 669"/>
                  <a:gd name="T18" fmla="*/ 118 w 160"/>
                  <a:gd name="T19" fmla="*/ 0 h 669"/>
                  <a:gd name="T20" fmla="*/ 102 w 160"/>
                  <a:gd name="T21" fmla="*/ 0 h 669"/>
                  <a:gd name="T22" fmla="*/ 102 w 160"/>
                  <a:gd name="T23" fmla="*/ 668 h 669"/>
                  <a:gd name="T24" fmla="*/ 80 w 160"/>
                  <a:gd name="T25" fmla="*/ 668 h 669"/>
                  <a:gd name="T26" fmla="*/ 80 w 160"/>
                  <a:gd name="T27" fmla="*/ 0 h 669"/>
                  <a:gd name="T28" fmla="*/ 55 w 160"/>
                  <a:gd name="T29" fmla="*/ 0 h 669"/>
                  <a:gd name="T30" fmla="*/ 55 w 160"/>
                  <a:gd name="T31" fmla="*/ 669 h 669"/>
                  <a:gd name="T32" fmla="*/ 26 w 160"/>
                  <a:gd name="T33" fmla="*/ 669 h 669"/>
                  <a:gd name="T34" fmla="*/ 26 w 160"/>
                  <a:gd name="T35" fmla="*/ 669 h 669"/>
                  <a:gd name="T36" fmla="*/ 160 w 160"/>
                  <a:gd name="T37" fmla="*/ 669 h 669"/>
                  <a:gd name="T38" fmla="*/ 160 w 160"/>
                  <a:gd name="T39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669">
                    <a:moveTo>
                      <a:pt x="2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38"/>
                      <a:pt x="0" y="638"/>
                      <a:pt x="0" y="638"/>
                    </a:cubicBezTo>
                    <a:cubicBezTo>
                      <a:pt x="14" y="642"/>
                      <a:pt x="24" y="653"/>
                      <a:pt x="26" y="666"/>
                    </a:cubicBezTo>
                    <a:cubicBezTo>
                      <a:pt x="26" y="0"/>
                      <a:pt x="26" y="0"/>
                      <a:pt x="26" y="0"/>
                    </a:cubicBezTo>
                    <a:moveTo>
                      <a:pt x="16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668"/>
                      <a:pt x="140" y="668"/>
                      <a:pt x="140" y="668"/>
                    </a:cubicBezTo>
                    <a:cubicBezTo>
                      <a:pt x="118" y="668"/>
                      <a:pt x="118" y="668"/>
                      <a:pt x="118" y="66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02" y="668"/>
                      <a:pt x="102" y="668"/>
                      <a:pt x="102" y="668"/>
                    </a:cubicBezTo>
                    <a:cubicBezTo>
                      <a:pt x="80" y="668"/>
                      <a:pt x="80" y="668"/>
                      <a:pt x="80" y="668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669"/>
                      <a:pt x="55" y="669"/>
                      <a:pt x="55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160" y="669"/>
                      <a:pt x="160" y="669"/>
                      <a:pt x="160" y="669"/>
                    </a:cubicBezTo>
                    <a:cubicBezTo>
                      <a:pt x="160" y="0"/>
                      <a:pt x="160" y="0"/>
                      <a:pt x="160" y="0"/>
                    </a:cubicBezTo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2" name="Freeform 16"/>
              <p:cNvSpPr>
                <a:spLocks/>
              </p:cNvSpPr>
              <p:nvPr/>
            </p:nvSpPr>
            <p:spPr bwMode="auto">
              <a:xfrm>
                <a:off x="7551738" y="3653156"/>
                <a:ext cx="69850" cy="1603375"/>
              </a:xfrm>
              <a:custGeom>
                <a:avLst/>
                <a:gdLst>
                  <a:gd name="T0" fmla="*/ 29 w 29"/>
                  <a:gd name="T1" fmla="*/ 0 h 669"/>
                  <a:gd name="T2" fmla="*/ 0 w 29"/>
                  <a:gd name="T3" fmla="*/ 0 h 669"/>
                  <a:gd name="T4" fmla="*/ 0 w 29"/>
                  <a:gd name="T5" fmla="*/ 666 h 669"/>
                  <a:gd name="T6" fmla="*/ 0 w 29"/>
                  <a:gd name="T7" fmla="*/ 669 h 669"/>
                  <a:gd name="T8" fmla="*/ 0 w 29"/>
                  <a:gd name="T9" fmla="*/ 669 h 669"/>
                  <a:gd name="T10" fmla="*/ 0 w 29"/>
                  <a:gd name="T11" fmla="*/ 669 h 669"/>
                  <a:gd name="T12" fmla="*/ 0 w 29"/>
                  <a:gd name="T13" fmla="*/ 669 h 669"/>
                  <a:gd name="T14" fmla="*/ 29 w 29"/>
                  <a:gd name="T15" fmla="*/ 669 h 669"/>
                  <a:gd name="T16" fmla="*/ 29 w 29"/>
                  <a:gd name="T17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669">
                    <a:moveTo>
                      <a:pt x="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66"/>
                      <a:pt x="0" y="666"/>
                      <a:pt x="0" y="666"/>
                    </a:cubicBezTo>
                    <a:cubicBezTo>
                      <a:pt x="0" y="667"/>
                      <a:pt x="0" y="668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29" y="669"/>
                      <a:pt x="29" y="669"/>
                      <a:pt x="29" y="669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3" name="Rectangle 19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4" name="Rectangle 23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5" name="Freeform 25"/>
              <p:cNvSpPr>
                <a:spLocks/>
              </p:cNvSpPr>
              <p:nvPr/>
            </p:nvSpPr>
            <p:spPr bwMode="auto">
              <a:xfrm>
                <a:off x="7381875" y="3307081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2 h 154"/>
                  <a:gd name="T4" fmla="*/ 204 w 255"/>
                  <a:gd name="T5" fmla="*/ 46 h 154"/>
                  <a:gd name="T6" fmla="*/ 145 w 255"/>
                  <a:gd name="T7" fmla="*/ 1 h 154"/>
                  <a:gd name="T8" fmla="*/ 92 w 255"/>
                  <a:gd name="T9" fmla="*/ 31 h 154"/>
                  <a:gd name="T10" fmla="*/ 53 w 255"/>
                  <a:gd name="T11" fmla="*/ 36 h 154"/>
                  <a:gd name="T12" fmla="*/ 35 w 255"/>
                  <a:gd name="T13" fmla="*/ 71 h 154"/>
                  <a:gd name="T14" fmla="*/ 1 w 255"/>
                  <a:gd name="T15" fmla="*/ 113 h 154"/>
                  <a:gd name="T16" fmla="*/ 32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2"/>
                    </a:cubicBezTo>
                    <a:cubicBezTo>
                      <a:pt x="255" y="49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1"/>
                    </a:cubicBezTo>
                    <a:cubicBezTo>
                      <a:pt x="104" y="0"/>
                      <a:pt x="92" y="31"/>
                      <a:pt x="92" y="31"/>
                    </a:cubicBezTo>
                    <a:cubicBezTo>
                      <a:pt x="92" y="31"/>
                      <a:pt x="71" y="23"/>
                      <a:pt x="53" y="36"/>
                    </a:cubicBezTo>
                    <a:cubicBezTo>
                      <a:pt x="30" y="54"/>
                      <a:pt x="35" y="71"/>
                      <a:pt x="35" y="71"/>
                    </a:cubicBezTo>
                    <a:cubicBezTo>
                      <a:pt x="35" y="71"/>
                      <a:pt x="1" y="77"/>
                      <a:pt x="1" y="113"/>
                    </a:cubicBezTo>
                    <a:cubicBezTo>
                      <a:pt x="0" y="148"/>
                      <a:pt x="32" y="152"/>
                      <a:pt x="32" y="152"/>
                    </a:cubicBezTo>
                    <a:cubicBezTo>
                      <a:pt x="32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6" name="Freeform 26"/>
              <p:cNvSpPr>
                <a:spLocks/>
              </p:cNvSpPr>
              <p:nvPr/>
            </p:nvSpPr>
            <p:spPr bwMode="auto">
              <a:xfrm>
                <a:off x="7686675" y="3310256"/>
                <a:ext cx="306388" cy="366713"/>
              </a:xfrm>
              <a:custGeom>
                <a:avLst/>
                <a:gdLst>
                  <a:gd name="T0" fmla="*/ 77 w 128"/>
                  <a:gd name="T1" fmla="*/ 45 h 153"/>
                  <a:gd name="T2" fmla="*/ 18 w 128"/>
                  <a:gd name="T3" fmla="*/ 0 h 153"/>
                  <a:gd name="T4" fmla="*/ 0 w 128"/>
                  <a:gd name="T5" fmla="*/ 2 h 153"/>
                  <a:gd name="T6" fmla="*/ 0 w 128"/>
                  <a:gd name="T7" fmla="*/ 152 h 153"/>
                  <a:gd name="T8" fmla="*/ 77 w 128"/>
                  <a:gd name="T9" fmla="*/ 153 h 153"/>
                  <a:gd name="T10" fmla="*/ 127 w 128"/>
                  <a:gd name="T11" fmla="*/ 101 h 153"/>
                  <a:gd name="T12" fmla="*/ 77 w 128"/>
                  <a:gd name="T13" fmla="*/ 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3">
                    <a:moveTo>
                      <a:pt x="77" y="45"/>
                    </a:moveTo>
                    <a:cubicBezTo>
                      <a:pt x="77" y="45"/>
                      <a:pt x="59" y="0"/>
                      <a:pt x="18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37" y="152"/>
                      <a:pt x="71" y="153"/>
                      <a:pt x="77" y="153"/>
                    </a:cubicBezTo>
                    <a:cubicBezTo>
                      <a:pt x="90" y="153"/>
                      <a:pt x="126" y="149"/>
                      <a:pt x="127" y="101"/>
                    </a:cubicBezTo>
                    <a:cubicBezTo>
                      <a:pt x="128" y="48"/>
                      <a:pt x="77" y="45"/>
                      <a:pt x="77" y="45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7" name="组合 346"/>
            <p:cNvGrpSpPr/>
            <p:nvPr/>
          </p:nvGrpSpPr>
          <p:grpSpPr>
            <a:xfrm>
              <a:off x="4851455" y="4209000"/>
              <a:ext cx="95250" cy="939800"/>
              <a:chOff x="6002338" y="4240531"/>
              <a:chExt cx="95250" cy="939800"/>
            </a:xfrm>
          </p:grpSpPr>
          <p:sp>
            <p:nvSpPr>
              <p:cNvPr id="160" name="Freeform 27"/>
              <p:cNvSpPr>
                <a:spLocks/>
              </p:cNvSpPr>
              <p:nvPr/>
            </p:nvSpPr>
            <p:spPr bwMode="auto">
              <a:xfrm>
                <a:off x="6002338" y="4240531"/>
                <a:ext cx="95250" cy="939800"/>
              </a:xfrm>
              <a:custGeom>
                <a:avLst/>
                <a:gdLst>
                  <a:gd name="T0" fmla="*/ 12 w 60"/>
                  <a:gd name="T1" fmla="*/ 0 h 592"/>
                  <a:gd name="T2" fmla="*/ 0 w 60"/>
                  <a:gd name="T3" fmla="*/ 592 h 592"/>
                  <a:gd name="T4" fmla="*/ 60 w 60"/>
                  <a:gd name="T5" fmla="*/ 592 h 592"/>
                  <a:gd name="T6" fmla="*/ 48 w 60"/>
                  <a:gd name="T7" fmla="*/ 0 h 592"/>
                  <a:gd name="T8" fmla="*/ 12 w 6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92">
                    <a:moveTo>
                      <a:pt x="12" y="0"/>
                    </a:moveTo>
                    <a:lnTo>
                      <a:pt x="0" y="592"/>
                    </a:lnTo>
                    <a:lnTo>
                      <a:pt x="60" y="592"/>
                    </a:lnTo>
                    <a:lnTo>
                      <a:pt x="48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1" name="Freeform 28"/>
              <p:cNvSpPr>
                <a:spLocks/>
              </p:cNvSpPr>
              <p:nvPr/>
            </p:nvSpPr>
            <p:spPr bwMode="auto">
              <a:xfrm>
                <a:off x="6049963" y="4240531"/>
                <a:ext cx="47625" cy="939800"/>
              </a:xfrm>
              <a:custGeom>
                <a:avLst/>
                <a:gdLst>
                  <a:gd name="T0" fmla="*/ 0 w 30"/>
                  <a:gd name="T1" fmla="*/ 0 h 592"/>
                  <a:gd name="T2" fmla="*/ 0 w 30"/>
                  <a:gd name="T3" fmla="*/ 592 h 592"/>
                  <a:gd name="T4" fmla="*/ 30 w 30"/>
                  <a:gd name="T5" fmla="*/ 592 h 592"/>
                  <a:gd name="T6" fmla="*/ 18 w 30"/>
                  <a:gd name="T7" fmla="*/ 0 h 592"/>
                  <a:gd name="T8" fmla="*/ 0 w 3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592">
                    <a:moveTo>
                      <a:pt x="0" y="0"/>
                    </a:moveTo>
                    <a:lnTo>
                      <a:pt x="0" y="592"/>
                    </a:lnTo>
                    <a:lnTo>
                      <a:pt x="30" y="592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71" name="Freeform 38"/>
            <p:cNvSpPr>
              <a:spLocks/>
            </p:cNvSpPr>
            <p:nvPr/>
          </p:nvSpPr>
          <p:spPr bwMode="auto">
            <a:xfrm>
              <a:off x="3902130" y="3801013"/>
              <a:ext cx="171450" cy="1630363"/>
            </a:xfrm>
            <a:custGeom>
              <a:avLst/>
              <a:gdLst>
                <a:gd name="T0" fmla="*/ 23 w 108"/>
                <a:gd name="T1" fmla="*/ 0 h 1027"/>
                <a:gd name="T2" fmla="*/ 0 w 108"/>
                <a:gd name="T3" fmla="*/ 1027 h 1027"/>
                <a:gd name="T4" fmla="*/ 108 w 108"/>
                <a:gd name="T5" fmla="*/ 1027 h 1027"/>
                <a:gd name="T6" fmla="*/ 85 w 108"/>
                <a:gd name="T7" fmla="*/ 0 h 1027"/>
                <a:gd name="T8" fmla="*/ 23 w 108"/>
                <a:gd name="T9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27">
                  <a:moveTo>
                    <a:pt x="23" y="0"/>
                  </a:moveTo>
                  <a:lnTo>
                    <a:pt x="0" y="1027"/>
                  </a:lnTo>
                  <a:lnTo>
                    <a:pt x="108" y="1027"/>
                  </a:lnTo>
                  <a:lnTo>
                    <a:pt x="85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46" name="组合 345"/>
            <p:cNvGrpSpPr/>
            <p:nvPr/>
          </p:nvGrpSpPr>
          <p:grpSpPr>
            <a:xfrm>
              <a:off x="3902130" y="3801013"/>
              <a:ext cx="171450" cy="1630363"/>
              <a:chOff x="5053013" y="3832544"/>
              <a:chExt cx="171450" cy="1630363"/>
            </a:xfrm>
          </p:grpSpPr>
          <p:sp>
            <p:nvSpPr>
              <p:cNvPr id="170" name="Freeform 37"/>
              <p:cNvSpPr>
                <a:spLocks/>
              </p:cNvSpPr>
              <p:nvPr/>
            </p:nvSpPr>
            <p:spPr bwMode="auto">
              <a:xfrm>
                <a:off x="5053013" y="3832544"/>
                <a:ext cx="171450" cy="1630363"/>
              </a:xfrm>
              <a:custGeom>
                <a:avLst/>
                <a:gdLst>
                  <a:gd name="T0" fmla="*/ 23 w 108"/>
                  <a:gd name="T1" fmla="*/ 0 h 1027"/>
                  <a:gd name="T2" fmla="*/ 0 w 108"/>
                  <a:gd name="T3" fmla="*/ 1027 h 1027"/>
                  <a:gd name="T4" fmla="*/ 108 w 108"/>
                  <a:gd name="T5" fmla="*/ 1027 h 1027"/>
                  <a:gd name="T6" fmla="*/ 85 w 108"/>
                  <a:gd name="T7" fmla="*/ 0 h 1027"/>
                  <a:gd name="T8" fmla="*/ 23 w 108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1027">
                    <a:moveTo>
                      <a:pt x="23" y="0"/>
                    </a:moveTo>
                    <a:lnTo>
                      <a:pt x="0" y="1027"/>
                    </a:lnTo>
                    <a:lnTo>
                      <a:pt x="108" y="1027"/>
                    </a:lnTo>
                    <a:lnTo>
                      <a:pt x="85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2" name="Freeform 39"/>
              <p:cNvSpPr>
                <a:spLocks/>
              </p:cNvSpPr>
              <p:nvPr/>
            </p:nvSpPr>
            <p:spPr bwMode="auto">
              <a:xfrm>
                <a:off x="5140325" y="3832544"/>
                <a:ext cx="84138" cy="1630363"/>
              </a:xfrm>
              <a:custGeom>
                <a:avLst/>
                <a:gdLst>
                  <a:gd name="T0" fmla="*/ 0 w 53"/>
                  <a:gd name="T1" fmla="*/ 0 h 1027"/>
                  <a:gd name="T2" fmla="*/ 0 w 53"/>
                  <a:gd name="T3" fmla="*/ 1027 h 1027"/>
                  <a:gd name="T4" fmla="*/ 53 w 53"/>
                  <a:gd name="T5" fmla="*/ 1027 h 1027"/>
                  <a:gd name="T6" fmla="*/ 30 w 53"/>
                  <a:gd name="T7" fmla="*/ 0 h 1027"/>
                  <a:gd name="T8" fmla="*/ 0 w 53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027">
                    <a:moveTo>
                      <a:pt x="0" y="0"/>
                    </a:moveTo>
                    <a:lnTo>
                      <a:pt x="0" y="1027"/>
                    </a:lnTo>
                    <a:lnTo>
                      <a:pt x="53" y="1027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3" name="组合 352"/>
            <p:cNvGrpSpPr/>
            <p:nvPr/>
          </p:nvGrpSpPr>
          <p:grpSpPr>
            <a:xfrm>
              <a:off x="8161392" y="4805900"/>
              <a:ext cx="65088" cy="625475"/>
              <a:chOff x="9312275" y="4837431"/>
              <a:chExt cx="65088" cy="625475"/>
            </a:xfrm>
          </p:grpSpPr>
          <p:sp>
            <p:nvSpPr>
              <p:cNvPr id="189" name="Freeform 56"/>
              <p:cNvSpPr>
                <a:spLocks/>
              </p:cNvSpPr>
              <p:nvPr/>
            </p:nvSpPr>
            <p:spPr bwMode="auto">
              <a:xfrm>
                <a:off x="9312275" y="4837431"/>
                <a:ext cx="65088" cy="625475"/>
              </a:xfrm>
              <a:custGeom>
                <a:avLst/>
                <a:gdLst>
                  <a:gd name="T0" fmla="*/ 9 w 41"/>
                  <a:gd name="T1" fmla="*/ 0 h 394"/>
                  <a:gd name="T2" fmla="*/ 0 w 41"/>
                  <a:gd name="T3" fmla="*/ 394 h 394"/>
                  <a:gd name="T4" fmla="*/ 41 w 41"/>
                  <a:gd name="T5" fmla="*/ 394 h 394"/>
                  <a:gd name="T6" fmla="*/ 32 w 41"/>
                  <a:gd name="T7" fmla="*/ 0 h 394"/>
                  <a:gd name="T8" fmla="*/ 9 w 41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94">
                    <a:moveTo>
                      <a:pt x="9" y="0"/>
                    </a:moveTo>
                    <a:lnTo>
                      <a:pt x="0" y="394"/>
                    </a:lnTo>
                    <a:lnTo>
                      <a:pt x="41" y="394"/>
                    </a:lnTo>
                    <a:lnTo>
                      <a:pt x="32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0" name="Freeform 57"/>
              <p:cNvSpPr>
                <a:spLocks/>
              </p:cNvSpPr>
              <p:nvPr/>
            </p:nvSpPr>
            <p:spPr bwMode="auto">
              <a:xfrm>
                <a:off x="9347200" y="4837431"/>
                <a:ext cx="30163" cy="625475"/>
              </a:xfrm>
              <a:custGeom>
                <a:avLst/>
                <a:gdLst>
                  <a:gd name="T0" fmla="*/ 0 w 19"/>
                  <a:gd name="T1" fmla="*/ 0 h 394"/>
                  <a:gd name="T2" fmla="*/ 0 w 19"/>
                  <a:gd name="T3" fmla="*/ 394 h 394"/>
                  <a:gd name="T4" fmla="*/ 19 w 19"/>
                  <a:gd name="T5" fmla="*/ 394 h 394"/>
                  <a:gd name="T6" fmla="*/ 10 w 19"/>
                  <a:gd name="T7" fmla="*/ 0 h 394"/>
                  <a:gd name="T8" fmla="*/ 0 w 19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94">
                    <a:moveTo>
                      <a:pt x="0" y="0"/>
                    </a:moveTo>
                    <a:lnTo>
                      <a:pt x="0" y="394"/>
                    </a:lnTo>
                    <a:lnTo>
                      <a:pt x="19" y="394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60" name="组合 359"/>
            <p:cNvGrpSpPr/>
            <p:nvPr/>
          </p:nvGrpSpPr>
          <p:grpSpPr>
            <a:xfrm>
              <a:off x="757292" y="3134263"/>
              <a:ext cx="8375650" cy="3425824"/>
              <a:chOff x="1908175" y="3165794"/>
              <a:chExt cx="8375650" cy="3425824"/>
            </a:xfrm>
          </p:grpSpPr>
          <p:sp>
            <p:nvSpPr>
              <p:cNvPr id="139" name="Freeform 6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1" name="Freeform 8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2" name="Rectangle 9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3" name="Rectangle 10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5" name="Freeform 12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0" name="Rectangle 17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1" name="Rectangle 18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3" name="Rectangle 20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4" name="Rectangle 21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5" name="Rectangle 22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7" name="Rectangle 24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1" name="Freeform 48"/>
              <p:cNvSpPr>
                <a:spLocks/>
              </p:cNvSpPr>
              <p:nvPr/>
            </p:nvSpPr>
            <p:spPr bwMode="auto">
              <a:xfrm>
                <a:off x="7391400" y="4259581"/>
                <a:ext cx="2071688" cy="1176338"/>
              </a:xfrm>
              <a:custGeom>
                <a:avLst/>
                <a:gdLst>
                  <a:gd name="T0" fmla="*/ 1305 w 1305"/>
                  <a:gd name="T1" fmla="*/ 741 h 741"/>
                  <a:gd name="T2" fmla="*/ 654 w 1305"/>
                  <a:gd name="T3" fmla="*/ 0 h 741"/>
                  <a:gd name="T4" fmla="*/ 0 w 1305"/>
                  <a:gd name="T5" fmla="*/ 741 h 741"/>
                  <a:gd name="T6" fmla="*/ 1305 w 1305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741">
                    <a:moveTo>
                      <a:pt x="1305" y="741"/>
                    </a:moveTo>
                    <a:lnTo>
                      <a:pt x="654" y="0"/>
                    </a:lnTo>
                    <a:lnTo>
                      <a:pt x="0" y="741"/>
                    </a:lnTo>
                    <a:lnTo>
                      <a:pt x="1305" y="741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2" name="Freeform 49"/>
              <p:cNvSpPr>
                <a:spLocks/>
              </p:cNvSpPr>
              <p:nvPr/>
            </p:nvSpPr>
            <p:spPr bwMode="auto">
              <a:xfrm>
                <a:off x="7391400" y="4259581"/>
                <a:ext cx="1038225" cy="1176338"/>
              </a:xfrm>
              <a:custGeom>
                <a:avLst/>
                <a:gdLst>
                  <a:gd name="T0" fmla="*/ 0 w 654"/>
                  <a:gd name="T1" fmla="*/ 741 h 741"/>
                  <a:gd name="T2" fmla="*/ 654 w 654"/>
                  <a:gd name="T3" fmla="*/ 0 h 741"/>
                  <a:gd name="T4" fmla="*/ 654 w 654"/>
                  <a:gd name="T5" fmla="*/ 741 h 741"/>
                  <a:gd name="T6" fmla="*/ 0 w 654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4" h="741">
                    <a:moveTo>
                      <a:pt x="0" y="741"/>
                    </a:moveTo>
                    <a:lnTo>
                      <a:pt x="654" y="0"/>
                    </a:lnTo>
                    <a:lnTo>
                      <a:pt x="654" y="741"/>
                    </a:lnTo>
                    <a:lnTo>
                      <a:pt x="0" y="741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3" name="Freeform 50"/>
              <p:cNvSpPr>
                <a:spLocks/>
              </p:cNvSpPr>
              <p:nvPr/>
            </p:nvSpPr>
            <p:spPr bwMode="auto">
              <a:xfrm>
                <a:off x="8170863" y="4259581"/>
                <a:ext cx="503238" cy="315913"/>
              </a:xfrm>
              <a:custGeom>
                <a:avLst/>
                <a:gdLst>
                  <a:gd name="T0" fmla="*/ 93 w 210"/>
                  <a:gd name="T1" fmla="*/ 106 h 132"/>
                  <a:gd name="T2" fmla="*/ 53 w 210"/>
                  <a:gd name="T3" fmla="*/ 124 h 132"/>
                  <a:gd name="T4" fmla="*/ 28 w 210"/>
                  <a:gd name="T5" fmla="*/ 112 h 132"/>
                  <a:gd name="T6" fmla="*/ 0 w 210"/>
                  <a:gd name="T7" fmla="*/ 123 h 132"/>
                  <a:gd name="T8" fmla="*/ 108 w 210"/>
                  <a:gd name="T9" fmla="*/ 0 h 132"/>
                  <a:gd name="T10" fmla="*/ 210 w 210"/>
                  <a:gd name="T11" fmla="*/ 117 h 132"/>
                  <a:gd name="T12" fmla="*/ 187 w 210"/>
                  <a:gd name="T13" fmla="*/ 122 h 132"/>
                  <a:gd name="T14" fmla="*/ 125 w 210"/>
                  <a:gd name="T15" fmla="*/ 122 h 132"/>
                  <a:gd name="T16" fmla="*/ 93 w 210"/>
                  <a:gd name="T17" fmla="*/ 10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0" h="132">
                    <a:moveTo>
                      <a:pt x="93" y="106"/>
                    </a:moveTo>
                    <a:cubicBezTo>
                      <a:pt x="84" y="114"/>
                      <a:pt x="63" y="130"/>
                      <a:pt x="53" y="124"/>
                    </a:cubicBez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2" y="118"/>
                      <a:pt x="194" y="119"/>
                      <a:pt x="187" y="122"/>
                    </a:cubicBezTo>
                    <a:cubicBezTo>
                      <a:pt x="163" y="132"/>
                      <a:pt x="142" y="128"/>
                      <a:pt x="125" y="122"/>
                    </a:cubicBezTo>
                    <a:cubicBezTo>
                      <a:pt x="108" y="117"/>
                      <a:pt x="101" y="97"/>
                      <a:pt x="93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4" name="Freeform 51"/>
              <p:cNvSpPr>
                <a:spLocks/>
              </p:cNvSpPr>
              <p:nvPr/>
            </p:nvSpPr>
            <p:spPr bwMode="auto">
              <a:xfrm>
                <a:off x="8170863" y="4259581"/>
                <a:ext cx="258763" cy="311150"/>
              </a:xfrm>
              <a:custGeom>
                <a:avLst/>
                <a:gdLst>
                  <a:gd name="T0" fmla="*/ 53 w 108"/>
                  <a:gd name="T1" fmla="*/ 124 h 130"/>
                  <a:gd name="T2" fmla="*/ 28 w 108"/>
                  <a:gd name="T3" fmla="*/ 112 h 130"/>
                  <a:gd name="T4" fmla="*/ 0 w 108"/>
                  <a:gd name="T5" fmla="*/ 123 h 130"/>
                  <a:gd name="T6" fmla="*/ 108 w 108"/>
                  <a:gd name="T7" fmla="*/ 0 h 130"/>
                  <a:gd name="T8" fmla="*/ 108 w 108"/>
                  <a:gd name="T9" fmla="*/ 111 h 130"/>
                  <a:gd name="T10" fmla="*/ 93 w 108"/>
                  <a:gd name="T11" fmla="*/ 106 h 130"/>
                  <a:gd name="T12" fmla="*/ 53 w 108"/>
                  <a:gd name="T13" fmla="*/ 1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30">
                    <a:moveTo>
                      <a:pt x="53" y="124"/>
                    </a:move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11"/>
                      <a:pt x="108" y="111"/>
                      <a:pt x="108" y="111"/>
                    </a:cubicBezTo>
                    <a:cubicBezTo>
                      <a:pt x="102" y="105"/>
                      <a:pt x="98" y="100"/>
                      <a:pt x="93" y="106"/>
                    </a:cubicBezTo>
                    <a:cubicBezTo>
                      <a:pt x="84" y="114"/>
                      <a:pt x="63" y="130"/>
                      <a:pt x="53" y="124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5" name="Freeform 52"/>
              <p:cNvSpPr>
                <a:spLocks/>
              </p:cNvSpPr>
              <p:nvPr/>
            </p:nvSpPr>
            <p:spPr bwMode="auto">
              <a:xfrm>
                <a:off x="5916613" y="4937444"/>
                <a:ext cx="38100" cy="111125"/>
              </a:xfrm>
              <a:custGeom>
                <a:avLst/>
                <a:gdLst>
                  <a:gd name="T0" fmla="*/ 4 w 24"/>
                  <a:gd name="T1" fmla="*/ 0 h 70"/>
                  <a:gd name="T2" fmla="*/ 0 w 24"/>
                  <a:gd name="T3" fmla="*/ 70 h 70"/>
                  <a:gd name="T4" fmla="*/ 24 w 24"/>
                  <a:gd name="T5" fmla="*/ 70 h 70"/>
                  <a:gd name="T6" fmla="*/ 19 w 24"/>
                  <a:gd name="T7" fmla="*/ 0 h 70"/>
                  <a:gd name="T8" fmla="*/ 4 w 24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70">
                    <a:moveTo>
                      <a:pt x="4" y="0"/>
                    </a:moveTo>
                    <a:lnTo>
                      <a:pt x="0" y="70"/>
                    </a:lnTo>
                    <a:lnTo>
                      <a:pt x="24" y="70"/>
                    </a:lnTo>
                    <a:lnTo>
                      <a:pt x="19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6" name="Freeform 53"/>
              <p:cNvSpPr>
                <a:spLocks/>
              </p:cNvSpPr>
              <p:nvPr/>
            </p:nvSpPr>
            <p:spPr bwMode="auto">
              <a:xfrm>
                <a:off x="5935663" y="4937444"/>
                <a:ext cx="19050" cy="111125"/>
              </a:xfrm>
              <a:custGeom>
                <a:avLst/>
                <a:gdLst>
                  <a:gd name="T0" fmla="*/ 0 w 12"/>
                  <a:gd name="T1" fmla="*/ 0 h 70"/>
                  <a:gd name="T2" fmla="*/ 0 w 12"/>
                  <a:gd name="T3" fmla="*/ 70 h 70"/>
                  <a:gd name="T4" fmla="*/ 12 w 12"/>
                  <a:gd name="T5" fmla="*/ 70 h 70"/>
                  <a:gd name="T6" fmla="*/ 7 w 12"/>
                  <a:gd name="T7" fmla="*/ 0 h 70"/>
                  <a:gd name="T8" fmla="*/ 0 w 12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lnTo>
                      <a:pt x="0" y="70"/>
                    </a:lnTo>
                    <a:lnTo>
                      <a:pt x="12" y="7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7" name="Freeform 54"/>
              <p:cNvSpPr>
                <a:spLocks/>
              </p:cNvSpPr>
              <p:nvPr/>
            </p:nvSpPr>
            <p:spPr bwMode="auto">
              <a:xfrm>
                <a:off x="5824538" y="4499294"/>
                <a:ext cx="220663" cy="474663"/>
              </a:xfrm>
              <a:custGeom>
                <a:avLst/>
                <a:gdLst>
                  <a:gd name="T0" fmla="*/ 0 w 139"/>
                  <a:gd name="T1" fmla="*/ 299 h 299"/>
                  <a:gd name="T2" fmla="*/ 70 w 139"/>
                  <a:gd name="T3" fmla="*/ 0 h 299"/>
                  <a:gd name="T4" fmla="*/ 139 w 139"/>
                  <a:gd name="T5" fmla="*/ 299 h 299"/>
                  <a:gd name="T6" fmla="*/ 0 w 13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299">
                    <a:moveTo>
                      <a:pt x="0" y="299"/>
                    </a:moveTo>
                    <a:lnTo>
                      <a:pt x="70" y="0"/>
                    </a:lnTo>
                    <a:lnTo>
                      <a:pt x="139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8" name="Freeform 55"/>
              <p:cNvSpPr>
                <a:spLocks/>
              </p:cNvSpPr>
              <p:nvPr/>
            </p:nvSpPr>
            <p:spPr bwMode="auto">
              <a:xfrm>
                <a:off x="5935663" y="4499294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9" name="Freeform 66"/>
              <p:cNvSpPr>
                <a:spLocks/>
              </p:cNvSpPr>
              <p:nvPr/>
            </p:nvSpPr>
            <p:spPr bwMode="auto">
              <a:xfrm>
                <a:off x="5305425" y="4818381"/>
                <a:ext cx="109538" cy="193675"/>
              </a:xfrm>
              <a:custGeom>
                <a:avLst/>
                <a:gdLst>
                  <a:gd name="T0" fmla="*/ 46 w 46"/>
                  <a:gd name="T1" fmla="*/ 58 h 81"/>
                  <a:gd name="T2" fmla="*/ 23 w 46"/>
                  <a:gd name="T3" fmla="*/ 81 h 81"/>
                  <a:gd name="T4" fmla="*/ 0 w 46"/>
                  <a:gd name="T5" fmla="*/ 58 h 81"/>
                  <a:gd name="T6" fmla="*/ 23 w 46"/>
                  <a:gd name="T7" fmla="*/ 0 h 81"/>
                  <a:gd name="T8" fmla="*/ 46 w 46"/>
                  <a:gd name="T9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81">
                    <a:moveTo>
                      <a:pt x="46" y="58"/>
                    </a:moveTo>
                    <a:cubicBezTo>
                      <a:pt x="46" y="71"/>
                      <a:pt x="35" y="81"/>
                      <a:pt x="23" y="81"/>
                    </a:cubicBezTo>
                    <a:cubicBezTo>
                      <a:pt x="10" y="81"/>
                      <a:pt x="0" y="71"/>
                      <a:pt x="0" y="58"/>
                    </a:cubicBezTo>
                    <a:cubicBezTo>
                      <a:pt x="0" y="41"/>
                      <a:pt x="10" y="0"/>
                      <a:pt x="23" y="0"/>
                    </a:cubicBezTo>
                    <a:cubicBezTo>
                      <a:pt x="35" y="0"/>
                      <a:pt x="46" y="46"/>
                      <a:pt x="46" y="58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0" name="Freeform 67"/>
              <p:cNvSpPr>
                <a:spLocks/>
              </p:cNvSpPr>
              <p:nvPr/>
            </p:nvSpPr>
            <p:spPr bwMode="auto">
              <a:xfrm>
                <a:off x="5360988" y="4818381"/>
                <a:ext cx="53975" cy="193675"/>
              </a:xfrm>
              <a:custGeom>
                <a:avLst/>
                <a:gdLst>
                  <a:gd name="T0" fmla="*/ 23 w 23"/>
                  <a:gd name="T1" fmla="*/ 58 h 81"/>
                  <a:gd name="T2" fmla="*/ 0 w 23"/>
                  <a:gd name="T3" fmla="*/ 0 h 81"/>
                  <a:gd name="T4" fmla="*/ 0 w 23"/>
                  <a:gd name="T5" fmla="*/ 81 h 81"/>
                  <a:gd name="T6" fmla="*/ 23 w 23"/>
                  <a:gd name="T7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1">
                    <a:moveTo>
                      <a:pt x="23" y="58"/>
                    </a:moveTo>
                    <a:cubicBezTo>
                      <a:pt x="23" y="42"/>
                      <a:pt x="12" y="0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2" y="81"/>
                      <a:pt x="23" y="71"/>
                      <a:pt x="23" y="58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1" name="Freeform 68"/>
              <p:cNvSpPr>
                <a:spLocks/>
              </p:cNvSpPr>
              <p:nvPr/>
            </p:nvSpPr>
            <p:spPr bwMode="auto">
              <a:xfrm>
                <a:off x="5349875" y="4959669"/>
                <a:ext cx="17463" cy="88900"/>
              </a:xfrm>
              <a:custGeom>
                <a:avLst/>
                <a:gdLst>
                  <a:gd name="T0" fmla="*/ 4 w 11"/>
                  <a:gd name="T1" fmla="*/ 0 h 56"/>
                  <a:gd name="T2" fmla="*/ 0 w 11"/>
                  <a:gd name="T3" fmla="*/ 56 h 56"/>
                  <a:gd name="T4" fmla="*/ 11 w 11"/>
                  <a:gd name="T5" fmla="*/ 56 h 56"/>
                  <a:gd name="T6" fmla="*/ 8 w 11"/>
                  <a:gd name="T7" fmla="*/ 0 h 56"/>
                  <a:gd name="T8" fmla="*/ 4 w 11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6">
                    <a:moveTo>
                      <a:pt x="4" y="0"/>
                    </a:moveTo>
                    <a:lnTo>
                      <a:pt x="0" y="56"/>
                    </a:lnTo>
                    <a:lnTo>
                      <a:pt x="11" y="56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2" name="Freeform 69"/>
              <p:cNvSpPr>
                <a:spLocks/>
              </p:cNvSpPr>
              <p:nvPr/>
            </p:nvSpPr>
            <p:spPr bwMode="auto">
              <a:xfrm>
                <a:off x="5360988" y="4959669"/>
                <a:ext cx="6350" cy="88900"/>
              </a:xfrm>
              <a:custGeom>
                <a:avLst/>
                <a:gdLst>
                  <a:gd name="T0" fmla="*/ 0 w 4"/>
                  <a:gd name="T1" fmla="*/ 0 h 56"/>
                  <a:gd name="T2" fmla="*/ 0 w 4"/>
                  <a:gd name="T3" fmla="*/ 56 h 56"/>
                  <a:gd name="T4" fmla="*/ 4 w 4"/>
                  <a:gd name="T5" fmla="*/ 56 h 56"/>
                  <a:gd name="T6" fmla="*/ 1 w 4"/>
                  <a:gd name="T7" fmla="*/ 0 h 56"/>
                  <a:gd name="T8" fmla="*/ 0 w 4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6">
                    <a:moveTo>
                      <a:pt x="0" y="0"/>
                    </a:moveTo>
                    <a:lnTo>
                      <a:pt x="0" y="56"/>
                    </a:lnTo>
                    <a:lnTo>
                      <a:pt x="4" y="5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3" name="Oval 70"/>
              <p:cNvSpPr>
                <a:spLocks noChangeArrowheads="1"/>
              </p:cNvSpPr>
              <p:nvPr/>
            </p:nvSpPr>
            <p:spPr bwMode="auto">
              <a:xfrm>
                <a:off x="5410200" y="4712019"/>
                <a:ext cx="182563" cy="244475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4" name="Freeform 71"/>
              <p:cNvSpPr>
                <a:spLocks/>
              </p:cNvSpPr>
              <p:nvPr/>
            </p:nvSpPr>
            <p:spPr bwMode="auto">
              <a:xfrm>
                <a:off x="5502275" y="4712019"/>
                <a:ext cx="90488" cy="244475"/>
              </a:xfrm>
              <a:custGeom>
                <a:avLst/>
                <a:gdLst>
                  <a:gd name="T0" fmla="*/ 38 w 38"/>
                  <a:gd name="T1" fmla="*/ 51 h 102"/>
                  <a:gd name="T2" fmla="*/ 0 w 38"/>
                  <a:gd name="T3" fmla="*/ 0 h 102"/>
                  <a:gd name="T4" fmla="*/ 0 w 38"/>
                  <a:gd name="T5" fmla="*/ 102 h 102"/>
                  <a:gd name="T6" fmla="*/ 38 w 38"/>
                  <a:gd name="T7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102">
                    <a:moveTo>
                      <a:pt x="38" y="51"/>
                    </a:moveTo>
                    <a:cubicBezTo>
                      <a:pt x="38" y="23"/>
                      <a:pt x="21" y="0"/>
                      <a:pt x="0" y="0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21" y="102"/>
                      <a:pt x="38" y="79"/>
                      <a:pt x="38" y="51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" name="Freeform 72"/>
              <p:cNvSpPr>
                <a:spLocks/>
              </p:cNvSpPr>
              <p:nvPr/>
            </p:nvSpPr>
            <p:spPr bwMode="auto">
              <a:xfrm>
                <a:off x="5489575" y="4866006"/>
                <a:ext cx="26988" cy="146050"/>
              </a:xfrm>
              <a:custGeom>
                <a:avLst/>
                <a:gdLst>
                  <a:gd name="T0" fmla="*/ 3 w 17"/>
                  <a:gd name="T1" fmla="*/ 0 h 92"/>
                  <a:gd name="T2" fmla="*/ 0 w 17"/>
                  <a:gd name="T3" fmla="*/ 92 h 92"/>
                  <a:gd name="T4" fmla="*/ 17 w 17"/>
                  <a:gd name="T5" fmla="*/ 92 h 92"/>
                  <a:gd name="T6" fmla="*/ 12 w 17"/>
                  <a:gd name="T7" fmla="*/ 0 h 92"/>
                  <a:gd name="T8" fmla="*/ 3 w 17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2">
                    <a:moveTo>
                      <a:pt x="3" y="0"/>
                    </a:moveTo>
                    <a:lnTo>
                      <a:pt x="0" y="92"/>
                    </a:lnTo>
                    <a:lnTo>
                      <a:pt x="17" y="92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6" name="Freeform 73"/>
              <p:cNvSpPr>
                <a:spLocks/>
              </p:cNvSpPr>
              <p:nvPr/>
            </p:nvSpPr>
            <p:spPr bwMode="auto">
              <a:xfrm>
                <a:off x="5502275" y="4866006"/>
                <a:ext cx="14288" cy="146050"/>
              </a:xfrm>
              <a:custGeom>
                <a:avLst/>
                <a:gdLst>
                  <a:gd name="T0" fmla="*/ 0 w 9"/>
                  <a:gd name="T1" fmla="*/ 0 h 92"/>
                  <a:gd name="T2" fmla="*/ 0 w 9"/>
                  <a:gd name="T3" fmla="*/ 92 h 92"/>
                  <a:gd name="T4" fmla="*/ 9 w 9"/>
                  <a:gd name="T5" fmla="*/ 92 h 92"/>
                  <a:gd name="T6" fmla="*/ 4 w 9"/>
                  <a:gd name="T7" fmla="*/ 0 h 92"/>
                  <a:gd name="T8" fmla="*/ 0 w 9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2">
                    <a:moveTo>
                      <a:pt x="0" y="0"/>
                    </a:moveTo>
                    <a:lnTo>
                      <a:pt x="0" y="92"/>
                    </a:lnTo>
                    <a:lnTo>
                      <a:pt x="9" y="9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7" name="Freeform 74"/>
              <p:cNvSpPr>
                <a:spLocks/>
              </p:cNvSpPr>
              <p:nvPr/>
            </p:nvSpPr>
            <p:spPr bwMode="auto">
              <a:xfrm>
                <a:off x="6170613" y="5177156"/>
                <a:ext cx="1381125" cy="155575"/>
              </a:xfrm>
              <a:custGeom>
                <a:avLst/>
                <a:gdLst>
                  <a:gd name="T0" fmla="*/ 577 w 577"/>
                  <a:gd name="T1" fmla="*/ 33 h 65"/>
                  <a:gd name="T2" fmla="*/ 540 w 577"/>
                  <a:gd name="T3" fmla="*/ 65 h 65"/>
                  <a:gd name="T4" fmla="*/ 37 w 577"/>
                  <a:gd name="T5" fmla="*/ 65 h 65"/>
                  <a:gd name="T6" fmla="*/ 0 w 577"/>
                  <a:gd name="T7" fmla="*/ 33 h 65"/>
                  <a:gd name="T8" fmla="*/ 37 w 577"/>
                  <a:gd name="T9" fmla="*/ 0 h 65"/>
                  <a:gd name="T10" fmla="*/ 540 w 577"/>
                  <a:gd name="T11" fmla="*/ 0 h 65"/>
                  <a:gd name="T12" fmla="*/ 577 w 577"/>
                  <a:gd name="T13" fmla="*/ 3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7" h="65">
                    <a:moveTo>
                      <a:pt x="577" y="33"/>
                    </a:moveTo>
                    <a:cubicBezTo>
                      <a:pt x="577" y="51"/>
                      <a:pt x="560" y="65"/>
                      <a:pt x="540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16" y="65"/>
                      <a:pt x="0" y="51"/>
                      <a:pt x="0" y="33"/>
                    </a:cubicBezTo>
                    <a:cubicBezTo>
                      <a:pt x="0" y="15"/>
                      <a:pt x="16" y="0"/>
                      <a:pt x="37" y="0"/>
                    </a:cubicBezTo>
                    <a:cubicBezTo>
                      <a:pt x="540" y="0"/>
                      <a:pt x="540" y="0"/>
                      <a:pt x="540" y="0"/>
                    </a:cubicBezTo>
                    <a:cubicBezTo>
                      <a:pt x="560" y="0"/>
                      <a:pt x="577" y="15"/>
                      <a:pt x="577" y="33"/>
                    </a:cubicBezTo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8" name="Freeform 75"/>
              <p:cNvSpPr>
                <a:spLocks/>
              </p:cNvSpPr>
              <p:nvPr/>
            </p:nvSpPr>
            <p:spPr bwMode="auto">
              <a:xfrm>
                <a:off x="6859588" y="5177156"/>
                <a:ext cx="692150" cy="155575"/>
              </a:xfrm>
              <a:custGeom>
                <a:avLst/>
                <a:gdLst>
                  <a:gd name="T0" fmla="*/ 252 w 289"/>
                  <a:gd name="T1" fmla="*/ 0 h 65"/>
                  <a:gd name="T2" fmla="*/ 0 w 289"/>
                  <a:gd name="T3" fmla="*/ 0 h 65"/>
                  <a:gd name="T4" fmla="*/ 0 w 289"/>
                  <a:gd name="T5" fmla="*/ 65 h 65"/>
                  <a:gd name="T6" fmla="*/ 252 w 289"/>
                  <a:gd name="T7" fmla="*/ 65 h 65"/>
                  <a:gd name="T8" fmla="*/ 289 w 289"/>
                  <a:gd name="T9" fmla="*/ 33 h 65"/>
                  <a:gd name="T10" fmla="*/ 252 w 289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9" h="65">
                    <a:moveTo>
                      <a:pt x="25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72" y="65"/>
                      <a:pt x="289" y="51"/>
                      <a:pt x="289" y="33"/>
                    </a:cubicBezTo>
                    <a:cubicBezTo>
                      <a:pt x="289" y="15"/>
                      <a:pt x="272" y="0"/>
                      <a:pt x="252" y="0"/>
                    </a:cubicBezTo>
                  </a:path>
                </a:pathLst>
              </a:custGeom>
              <a:solidFill>
                <a:srgbClr val="A9C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9" name="Rectangle 76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0" name="Rectangle 77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1" name="Freeform 78"/>
              <p:cNvSpPr>
                <a:spLocks/>
              </p:cNvSpPr>
              <p:nvPr/>
            </p:nvSpPr>
            <p:spPr bwMode="auto">
              <a:xfrm>
                <a:off x="6540500" y="4696144"/>
                <a:ext cx="728663" cy="123825"/>
              </a:xfrm>
              <a:custGeom>
                <a:avLst/>
                <a:gdLst>
                  <a:gd name="T0" fmla="*/ 0 w 459"/>
                  <a:gd name="T1" fmla="*/ 50 h 78"/>
                  <a:gd name="T2" fmla="*/ 0 w 459"/>
                  <a:gd name="T3" fmla="*/ 78 h 78"/>
                  <a:gd name="T4" fmla="*/ 459 w 459"/>
                  <a:gd name="T5" fmla="*/ 78 h 78"/>
                  <a:gd name="T6" fmla="*/ 459 w 459"/>
                  <a:gd name="T7" fmla="*/ 0 h 78"/>
                  <a:gd name="T8" fmla="*/ 0 w 459"/>
                  <a:gd name="T9" fmla="*/ 5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9" h="78">
                    <a:moveTo>
                      <a:pt x="0" y="50"/>
                    </a:moveTo>
                    <a:lnTo>
                      <a:pt x="0" y="78"/>
                    </a:lnTo>
                    <a:lnTo>
                      <a:pt x="459" y="78"/>
                    </a:lnTo>
                    <a:lnTo>
                      <a:pt x="459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2" name="Rectangle 79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3" name="Rectangle 80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4" name="Rectangle 81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" name="Rectangle 82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6" name="Rectangle 83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7" name="Rectangle 84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8" name="Rectangle 85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9" name="Rectangle 86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0" name="Rectangle 87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347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1" name="Rectangle 88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2" name="Rectangle 89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3" name="Rectangle 90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4" name="Rectangle 91"/>
              <p:cNvSpPr>
                <a:spLocks noChangeArrowheads="1"/>
              </p:cNvSpPr>
              <p:nvPr/>
            </p:nvSpPr>
            <p:spPr bwMode="auto">
              <a:xfrm>
                <a:off x="6619875" y="4880294"/>
                <a:ext cx="122238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5" name="Freeform 92"/>
              <p:cNvSpPr>
                <a:spLocks/>
              </p:cNvSpPr>
              <p:nvPr/>
            </p:nvSpPr>
            <p:spPr bwMode="auto">
              <a:xfrm>
                <a:off x="6619875" y="4748531"/>
                <a:ext cx="649288" cy="71438"/>
              </a:xfrm>
              <a:custGeom>
                <a:avLst/>
                <a:gdLst>
                  <a:gd name="T0" fmla="*/ 409 w 409"/>
                  <a:gd name="T1" fmla="*/ 45 h 45"/>
                  <a:gd name="T2" fmla="*/ 409 w 409"/>
                  <a:gd name="T3" fmla="*/ 0 h 45"/>
                  <a:gd name="T4" fmla="*/ 0 w 409"/>
                  <a:gd name="T5" fmla="*/ 45 h 45"/>
                  <a:gd name="T6" fmla="*/ 409 w 409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9" h="45">
                    <a:moveTo>
                      <a:pt x="409" y="45"/>
                    </a:moveTo>
                    <a:lnTo>
                      <a:pt x="409" y="0"/>
                    </a:lnTo>
                    <a:lnTo>
                      <a:pt x="0" y="45"/>
                    </a:lnTo>
                    <a:lnTo>
                      <a:pt x="409" y="45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6" name="Freeform 93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close/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7" name="Freeform 94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8" name="Rectangle 95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2C62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9" name="Rectangle 96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0" name="Freeform 97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1" name="Freeform 98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2" name="Freeform 99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close/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3" name="Freeform 100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4" name="Freeform 101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5" name="Freeform 102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6" name="Rectangle 103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7" name="Rectangle 104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8" name="Freeform 105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9" name="Freeform 106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0" name="Freeform 107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1" name="Freeform 108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2" name="Freeform 109"/>
              <p:cNvSpPr>
                <a:spLocks/>
              </p:cNvSpPr>
              <p:nvPr/>
            </p:nvSpPr>
            <p:spPr bwMode="auto">
              <a:xfrm>
                <a:off x="4238625" y="4550094"/>
                <a:ext cx="431800" cy="269875"/>
              </a:xfrm>
              <a:custGeom>
                <a:avLst/>
                <a:gdLst>
                  <a:gd name="T0" fmla="*/ 133 w 180"/>
                  <a:gd name="T1" fmla="*/ 94 h 113"/>
                  <a:gd name="T2" fmla="*/ 64 w 180"/>
                  <a:gd name="T3" fmla="*/ 101 h 113"/>
                  <a:gd name="T4" fmla="*/ 21 w 180"/>
                  <a:gd name="T5" fmla="*/ 95 h 113"/>
                  <a:gd name="T6" fmla="*/ 0 w 180"/>
                  <a:gd name="T7" fmla="*/ 95 h 113"/>
                  <a:gd name="T8" fmla="*/ 92 w 180"/>
                  <a:gd name="T9" fmla="*/ 0 h 113"/>
                  <a:gd name="T10" fmla="*/ 180 w 180"/>
                  <a:gd name="T11" fmla="*/ 92 h 113"/>
                  <a:gd name="T12" fmla="*/ 159 w 180"/>
                  <a:gd name="T13" fmla="*/ 95 h 113"/>
                  <a:gd name="T14" fmla="*/ 133 w 180"/>
                  <a:gd name="T15" fmla="*/ 9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0" h="113">
                    <a:moveTo>
                      <a:pt x="133" y="94"/>
                    </a:moveTo>
                    <a:cubicBezTo>
                      <a:pt x="128" y="98"/>
                      <a:pt x="88" y="113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4" y="95"/>
                      <a:pt x="166" y="98"/>
                      <a:pt x="159" y="95"/>
                    </a:cubicBezTo>
                    <a:cubicBezTo>
                      <a:pt x="150" y="91"/>
                      <a:pt x="137" y="90"/>
                      <a:pt x="133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3" name="Freeform 110"/>
              <p:cNvSpPr>
                <a:spLocks/>
              </p:cNvSpPr>
              <p:nvPr/>
            </p:nvSpPr>
            <p:spPr bwMode="auto">
              <a:xfrm>
                <a:off x="4238625" y="4550094"/>
                <a:ext cx="220663" cy="254000"/>
              </a:xfrm>
              <a:custGeom>
                <a:avLst/>
                <a:gdLst>
                  <a:gd name="T0" fmla="*/ 21 w 92"/>
                  <a:gd name="T1" fmla="*/ 95 h 106"/>
                  <a:gd name="T2" fmla="*/ 0 w 92"/>
                  <a:gd name="T3" fmla="*/ 95 h 106"/>
                  <a:gd name="T4" fmla="*/ 92 w 92"/>
                  <a:gd name="T5" fmla="*/ 0 h 106"/>
                  <a:gd name="T6" fmla="*/ 92 w 92"/>
                  <a:gd name="T7" fmla="*/ 105 h 106"/>
                  <a:gd name="T8" fmla="*/ 64 w 92"/>
                  <a:gd name="T9" fmla="*/ 101 h 106"/>
                  <a:gd name="T10" fmla="*/ 21 w 92"/>
                  <a:gd name="T11" fmla="*/ 9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6">
                    <a:moveTo>
                      <a:pt x="21" y="95"/>
                    </a:move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105"/>
                      <a:pt x="92" y="105"/>
                      <a:pt x="92" y="105"/>
                    </a:cubicBezTo>
                    <a:cubicBezTo>
                      <a:pt x="82" y="106"/>
                      <a:pt x="72" y="105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4" name="Freeform 111"/>
              <p:cNvSpPr>
                <a:spLocks/>
              </p:cNvSpPr>
              <p:nvPr/>
            </p:nvSpPr>
            <p:spPr bwMode="auto">
              <a:xfrm>
                <a:off x="7437438" y="5043806"/>
                <a:ext cx="50800" cy="133350"/>
              </a:xfrm>
              <a:custGeom>
                <a:avLst/>
                <a:gdLst>
                  <a:gd name="T0" fmla="*/ 7 w 32"/>
                  <a:gd name="T1" fmla="*/ 0 h 84"/>
                  <a:gd name="T2" fmla="*/ 0 w 32"/>
                  <a:gd name="T3" fmla="*/ 84 h 84"/>
                  <a:gd name="T4" fmla="*/ 32 w 32"/>
                  <a:gd name="T5" fmla="*/ 84 h 84"/>
                  <a:gd name="T6" fmla="*/ 24 w 32"/>
                  <a:gd name="T7" fmla="*/ 0 h 84"/>
                  <a:gd name="T8" fmla="*/ 7 w 32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84">
                    <a:moveTo>
                      <a:pt x="7" y="0"/>
                    </a:moveTo>
                    <a:lnTo>
                      <a:pt x="0" y="84"/>
                    </a:lnTo>
                    <a:lnTo>
                      <a:pt x="32" y="84"/>
                    </a:lnTo>
                    <a:lnTo>
                      <a:pt x="2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5" name="Freeform 112"/>
              <p:cNvSpPr>
                <a:spLocks/>
              </p:cNvSpPr>
              <p:nvPr/>
            </p:nvSpPr>
            <p:spPr bwMode="auto">
              <a:xfrm>
                <a:off x="7461250" y="5043806"/>
                <a:ext cx="26988" cy="133350"/>
              </a:xfrm>
              <a:custGeom>
                <a:avLst/>
                <a:gdLst>
                  <a:gd name="T0" fmla="*/ 0 w 17"/>
                  <a:gd name="T1" fmla="*/ 0 h 84"/>
                  <a:gd name="T2" fmla="*/ 0 w 17"/>
                  <a:gd name="T3" fmla="*/ 84 h 84"/>
                  <a:gd name="T4" fmla="*/ 17 w 17"/>
                  <a:gd name="T5" fmla="*/ 84 h 84"/>
                  <a:gd name="T6" fmla="*/ 9 w 17"/>
                  <a:gd name="T7" fmla="*/ 0 h 84"/>
                  <a:gd name="T8" fmla="*/ 0 w 17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84">
                    <a:moveTo>
                      <a:pt x="0" y="0"/>
                    </a:moveTo>
                    <a:lnTo>
                      <a:pt x="0" y="84"/>
                    </a:lnTo>
                    <a:lnTo>
                      <a:pt x="17" y="84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" name="Freeform 113"/>
              <p:cNvSpPr>
                <a:spLocks/>
              </p:cNvSpPr>
              <p:nvPr/>
            </p:nvSpPr>
            <p:spPr bwMode="auto">
              <a:xfrm>
                <a:off x="7324725" y="4499294"/>
                <a:ext cx="273050" cy="587375"/>
              </a:xfrm>
              <a:custGeom>
                <a:avLst/>
                <a:gdLst>
                  <a:gd name="T0" fmla="*/ 0 w 172"/>
                  <a:gd name="T1" fmla="*/ 370 h 370"/>
                  <a:gd name="T2" fmla="*/ 86 w 172"/>
                  <a:gd name="T3" fmla="*/ 0 h 370"/>
                  <a:gd name="T4" fmla="*/ 172 w 172"/>
                  <a:gd name="T5" fmla="*/ 370 h 370"/>
                  <a:gd name="T6" fmla="*/ 0 w 172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2" h="370">
                    <a:moveTo>
                      <a:pt x="0" y="370"/>
                    </a:moveTo>
                    <a:lnTo>
                      <a:pt x="86" y="0"/>
                    </a:lnTo>
                    <a:lnTo>
                      <a:pt x="172" y="370"/>
                    </a:lnTo>
                    <a:lnTo>
                      <a:pt x="0" y="37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7" name="Freeform 114"/>
              <p:cNvSpPr>
                <a:spLocks/>
              </p:cNvSpPr>
              <p:nvPr/>
            </p:nvSpPr>
            <p:spPr bwMode="auto">
              <a:xfrm>
                <a:off x="7461250" y="4499294"/>
                <a:ext cx="136525" cy="587375"/>
              </a:xfrm>
              <a:custGeom>
                <a:avLst/>
                <a:gdLst>
                  <a:gd name="T0" fmla="*/ 86 w 86"/>
                  <a:gd name="T1" fmla="*/ 370 h 370"/>
                  <a:gd name="T2" fmla="*/ 0 w 86"/>
                  <a:gd name="T3" fmla="*/ 0 h 370"/>
                  <a:gd name="T4" fmla="*/ 0 w 86"/>
                  <a:gd name="T5" fmla="*/ 370 h 370"/>
                  <a:gd name="T6" fmla="*/ 86 w 86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370">
                    <a:moveTo>
                      <a:pt x="86" y="370"/>
                    </a:moveTo>
                    <a:lnTo>
                      <a:pt x="0" y="0"/>
                    </a:lnTo>
                    <a:lnTo>
                      <a:pt x="0" y="370"/>
                    </a:lnTo>
                    <a:lnTo>
                      <a:pt x="86" y="37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8" name="Freeform 115"/>
              <p:cNvSpPr>
                <a:spLocks/>
              </p:cNvSpPr>
              <p:nvPr/>
            </p:nvSpPr>
            <p:spPr bwMode="auto">
              <a:xfrm>
                <a:off x="7585075" y="5069206"/>
                <a:ext cx="41275" cy="107950"/>
              </a:xfrm>
              <a:custGeom>
                <a:avLst/>
                <a:gdLst>
                  <a:gd name="T0" fmla="*/ 6 w 26"/>
                  <a:gd name="T1" fmla="*/ 0 h 68"/>
                  <a:gd name="T2" fmla="*/ 0 w 26"/>
                  <a:gd name="T3" fmla="*/ 68 h 68"/>
                  <a:gd name="T4" fmla="*/ 26 w 26"/>
                  <a:gd name="T5" fmla="*/ 68 h 68"/>
                  <a:gd name="T6" fmla="*/ 20 w 26"/>
                  <a:gd name="T7" fmla="*/ 0 h 68"/>
                  <a:gd name="T8" fmla="*/ 6 w 26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8">
                    <a:moveTo>
                      <a:pt x="6" y="0"/>
                    </a:moveTo>
                    <a:lnTo>
                      <a:pt x="0" y="68"/>
                    </a:lnTo>
                    <a:lnTo>
                      <a:pt x="26" y="68"/>
                    </a:lnTo>
                    <a:lnTo>
                      <a:pt x="2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9" name="Freeform 116"/>
              <p:cNvSpPr>
                <a:spLocks/>
              </p:cNvSpPr>
              <p:nvPr/>
            </p:nvSpPr>
            <p:spPr bwMode="auto">
              <a:xfrm>
                <a:off x="7607300" y="5069206"/>
                <a:ext cx="19050" cy="107950"/>
              </a:xfrm>
              <a:custGeom>
                <a:avLst/>
                <a:gdLst>
                  <a:gd name="T0" fmla="*/ 0 w 12"/>
                  <a:gd name="T1" fmla="*/ 0 h 68"/>
                  <a:gd name="T2" fmla="*/ 0 w 12"/>
                  <a:gd name="T3" fmla="*/ 68 h 68"/>
                  <a:gd name="T4" fmla="*/ 12 w 12"/>
                  <a:gd name="T5" fmla="*/ 68 h 68"/>
                  <a:gd name="T6" fmla="*/ 6 w 12"/>
                  <a:gd name="T7" fmla="*/ 0 h 68"/>
                  <a:gd name="T8" fmla="*/ 0 w 12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8">
                    <a:moveTo>
                      <a:pt x="0" y="0"/>
                    </a:moveTo>
                    <a:lnTo>
                      <a:pt x="0" y="68"/>
                    </a:lnTo>
                    <a:lnTo>
                      <a:pt x="12" y="6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0" name="Freeform 117"/>
              <p:cNvSpPr>
                <a:spLocks/>
              </p:cNvSpPr>
              <p:nvPr/>
            </p:nvSpPr>
            <p:spPr bwMode="auto">
              <a:xfrm>
                <a:off x="7494588" y="4627881"/>
                <a:ext cx="222250" cy="474663"/>
              </a:xfrm>
              <a:custGeom>
                <a:avLst/>
                <a:gdLst>
                  <a:gd name="T0" fmla="*/ 0 w 140"/>
                  <a:gd name="T1" fmla="*/ 299 h 299"/>
                  <a:gd name="T2" fmla="*/ 71 w 140"/>
                  <a:gd name="T3" fmla="*/ 0 h 299"/>
                  <a:gd name="T4" fmla="*/ 140 w 140"/>
                  <a:gd name="T5" fmla="*/ 299 h 299"/>
                  <a:gd name="T6" fmla="*/ 0 w 140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0" h="299">
                    <a:moveTo>
                      <a:pt x="0" y="299"/>
                    </a:moveTo>
                    <a:lnTo>
                      <a:pt x="71" y="0"/>
                    </a:lnTo>
                    <a:lnTo>
                      <a:pt x="140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1" name="Freeform 118"/>
              <p:cNvSpPr>
                <a:spLocks/>
              </p:cNvSpPr>
              <p:nvPr/>
            </p:nvSpPr>
            <p:spPr bwMode="auto">
              <a:xfrm>
                <a:off x="7607300" y="4627881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2" name="Freeform 119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3" name="Freeform 120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4" name="Freeform 121"/>
              <p:cNvSpPr>
                <a:spLocks/>
              </p:cNvSpPr>
              <p:nvPr/>
            </p:nvSpPr>
            <p:spPr bwMode="auto">
              <a:xfrm>
                <a:off x="2387600" y="4078606"/>
                <a:ext cx="1035050" cy="1384300"/>
              </a:xfrm>
              <a:custGeom>
                <a:avLst/>
                <a:gdLst>
                  <a:gd name="T0" fmla="*/ 0 w 652"/>
                  <a:gd name="T1" fmla="*/ 872 h 872"/>
                  <a:gd name="T2" fmla="*/ 652 w 652"/>
                  <a:gd name="T3" fmla="*/ 0 h 872"/>
                  <a:gd name="T4" fmla="*/ 652 w 652"/>
                  <a:gd name="T5" fmla="*/ 872 h 872"/>
                  <a:gd name="T6" fmla="*/ 0 w 652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2" h="872">
                    <a:moveTo>
                      <a:pt x="0" y="872"/>
                    </a:moveTo>
                    <a:lnTo>
                      <a:pt x="652" y="0"/>
                    </a:lnTo>
                    <a:lnTo>
                      <a:pt x="652" y="872"/>
                    </a:lnTo>
                    <a:lnTo>
                      <a:pt x="0" y="872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5" name="Freeform 122"/>
              <p:cNvSpPr>
                <a:spLocks/>
              </p:cNvSpPr>
              <p:nvPr/>
            </p:nvSpPr>
            <p:spPr bwMode="auto">
              <a:xfrm>
                <a:off x="3163888" y="4078606"/>
                <a:ext cx="504825" cy="373063"/>
              </a:xfrm>
              <a:custGeom>
                <a:avLst/>
                <a:gdLst>
                  <a:gd name="T0" fmla="*/ 93 w 211"/>
                  <a:gd name="T1" fmla="*/ 124 h 155"/>
                  <a:gd name="T2" fmla="*/ 54 w 211"/>
                  <a:gd name="T3" fmla="*/ 146 h 155"/>
                  <a:gd name="T4" fmla="*/ 29 w 211"/>
                  <a:gd name="T5" fmla="*/ 131 h 155"/>
                  <a:gd name="T6" fmla="*/ 0 w 211"/>
                  <a:gd name="T7" fmla="*/ 144 h 155"/>
                  <a:gd name="T8" fmla="*/ 108 w 211"/>
                  <a:gd name="T9" fmla="*/ 0 h 155"/>
                  <a:gd name="T10" fmla="*/ 211 w 211"/>
                  <a:gd name="T11" fmla="*/ 137 h 155"/>
                  <a:gd name="T12" fmla="*/ 187 w 211"/>
                  <a:gd name="T13" fmla="*/ 144 h 155"/>
                  <a:gd name="T14" fmla="*/ 125 w 211"/>
                  <a:gd name="T15" fmla="*/ 144 h 155"/>
                  <a:gd name="T16" fmla="*/ 93 w 211"/>
                  <a:gd name="T17" fmla="*/ 1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155">
                    <a:moveTo>
                      <a:pt x="93" y="124"/>
                    </a:moveTo>
                    <a:cubicBezTo>
                      <a:pt x="84" y="134"/>
                      <a:pt x="63" y="153"/>
                      <a:pt x="54" y="146"/>
                    </a:cubicBez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1" y="137"/>
                      <a:pt x="211" y="137"/>
                      <a:pt x="211" y="137"/>
                    </a:cubicBezTo>
                    <a:cubicBezTo>
                      <a:pt x="202" y="138"/>
                      <a:pt x="194" y="140"/>
                      <a:pt x="187" y="144"/>
                    </a:cubicBezTo>
                    <a:cubicBezTo>
                      <a:pt x="164" y="155"/>
                      <a:pt x="142" y="150"/>
                      <a:pt x="125" y="144"/>
                    </a:cubicBezTo>
                    <a:cubicBezTo>
                      <a:pt x="108" y="137"/>
                      <a:pt x="102" y="113"/>
                      <a:pt x="93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" name="Freeform 123"/>
              <p:cNvSpPr>
                <a:spLocks/>
              </p:cNvSpPr>
              <p:nvPr/>
            </p:nvSpPr>
            <p:spPr bwMode="auto">
              <a:xfrm>
                <a:off x="3163888" y="4078606"/>
                <a:ext cx="258763" cy="368300"/>
              </a:xfrm>
              <a:custGeom>
                <a:avLst/>
                <a:gdLst>
                  <a:gd name="T0" fmla="*/ 54 w 108"/>
                  <a:gd name="T1" fmla="*/ 146 h 153"/>
                  <a:gd name="T2" fmla="*/ 29 w 108"/>
                  <a:gd name="T3" fmla="*/ 131 h 153"/>
                  <a:gd name="T4" fmla="*/ 0 w 108"/>
                  <a:gd name="T5" fmla="*/ 144 h 153"/>
                  <a:gd name="T6" fmla="*/ 108 w 108"/>
                  <a:gd name="T7" fmla="*/ 0 h 153"/>
                  <a:gd name="T8" fmla="*/ 108 w 108"/>
                  <a:gd name="T9" fmla="*/ 130 h 153"/>
                  <a:gd name="T10" fmla="*/ 93 w 108"/>
                  <a:gd name="T11" fmla="*/ 124 h 153"/>
                  <a:gd name="T12" fmla="*/ 54 w 108"/>
                  <a:gd name="T13" fmla="*/ 14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53">
                    <a:moveTo>
                      <a:pt x="54" y="146"/>
                    </a:move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30"/>
                      <a:pt x="108" y="130"/>
                      <a:pt x="108" y="130"/>
                    </a:cubicBezTo>
                    <a:cubicBezTo>
                      <a:pt x="102" y="123"/>
                      <a:pt x="98" y="118"/>
                      <a:pt x="93" y="124"/>
                    </a:cubicBezTo>
                    <a:cubicBezTo>
                      <a:pt x="84" y="134"/>
                      <a:pt x="63" y="153"/>
                      <a:pt x="54" y="146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7" name="Freeform 124"/>
              <p:cNvSpPr>
                <a:spLocks/>
              </p:cNvSpPr>
              <p:nvPr/>
            </p:nvSpPr>
            <p:spPr bwMode="auto">
              <a:xfrm>
                <a:off x="3235325" y="5177156"/>
                <a:ext cx="38100" cy="106363"/>
              </a:xfrm>
              <a:custGeom>
                <a:avLst/>
                <a:gdLst>
                  <a:gd name="T0" fmla="*/ 5 w 24"/>
                  <a:gd name="T1" fmla="*/ 0 h 67"/>
                  <a:gd name="T2" fmla="*/ 0 w 24"/>
                  <a:gd name="T3" fmla="*/ 67 h 67"/>
                  <a:gd name="T4" fmla="*/ 24 w 24"/>
                  <a:gd name="T5" fmla="*/ 67 h 67"/>
                  <a:gd name="T6" fmla="*/ 18 w 24"/>
                  <a:gd name="T7" fmla="*/ 0 h 67"/>
                  <a:gd name="T8" fmla="*/ 5 w 24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67">
                    <a:moveTo>
                      <a:pt x="5" y="0"/>
                    </a:moveTo>
                    <a:lnTo>
                      <a:pt x="0" y="67"/>
                    </a:lnTo>
                    <a:lnTo>
                      <a:pt x="24" y="67"/>
                    </a:lnTo>
                    <a:lnTo>
                      <a:pt x="1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8" name="Freeform 125"/>
              <p:cNvSpPr>
                <a:spLocks/>
              </p:cNvSpPr>
              <p:nvPr/>
            </p:nvSpPr>
            <p:spPr bwMode="auto">
              <a:xfrm>
                <a:off x="3254375" y="5177156"/>
                <a:ext cx="19050" cy="106363"/>
              </a:xfrm>
              <a:custGeom>
                <a:avLst/>
                <a:gdLst>
                  <a:gd name="T0" fmla="*/ 0 w 12"/>
                  <a:gd name="T1" fmla="*/ 0 h 67"/>
                  <a:gd name="T2" fmla="*/ 0 w 12"/>
                  <a:gd name="T3" fmla="*/ 67 h 67"/>
                  <a:gd name="T4" fmla="*/ 12 w 12"/>
                  <a:gd name="T5" fmla="*/ 67 h 67"/>
                  <a:gd name="T6" fmla="*/ 6 w 12"/>
                  <a:gd name="T7" fmla="*/ 0 h 67"/>
                  <a:gd name="T8" fmla="*/ 0 w 12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7">
                    <a:moveTo>
                      <a:pt x="0" y="0"/>
                    </a:moveTo>
                    <a:lnTo>
                      <a:pt x="0" y="67"/>
                    </a:lnTo>
                    <a:lnTo>
                      <a:pt x="12" y="67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9" name="Freeform 126"/>
              <p:cNvSpPr>
                <a:spLocks/>
              </p:cNvSpPr>
              <p:nvPr/>
            </p:nvSpPr>
            <p:spPr bwMode="auto">
              <a:xfrm>
                <a:off x="3149600" y="4754881"/>
                <a:ext cx="209550" cy="455613"/>
              </a:xfrm>
              <a:custGeom>
                <a:avLst/>
                <a:gdLst>
                  <a:gd name="T0" fmla="*/ 0 w 132"/>
                  <a:gd name="T1" fmla="*/ 287 h 287"/>
                  <a:gd name="T2" fmla="*/ 66 w 132"/>
                  <a:gd name="T3" fmla="*/ 0 h 287"/>
                  <a:gd name="T4" fmla="*/ 132 w 132"/>
                  <a:gd name="T5" fmla="*/ 287 h 287"/>
                  <a:gd name="T6" fmla="*/ 0 w 132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287">
                    <a:moveTo>
                      <a:pt x="0" y="287"/>
                    </a:moveTo>
                    <a:lnTo>
                      <a:pt x="66" y="0"/>
                    </a:lnTo>
                    <a:lnTo>
                      <a:pt x="132" y="287"/>
                    </a:lnTo>
                    <a:lnTo>
                      <a:pt x="0" y="287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0" name="Freeform 127"/>
              <p:cNvSpPr>
                <a:spLocks/>
              </p:cNvSpPr>
              <p:nvPr/>
            </p:nvSpPr>
            <p:spPr bwMode="auto">
              <a:xfrm>
                <a:off x="3254375" y="4754881"/>
                <a:ext cx="104775" cy="455613"/>
              </a:xfrm>
              <a:custGeom>
                <a:avLst/>
                <a:gdLst>
                  <a:gd name="T0" fmla="*/ 66 w 66"/>
                  <a:gd name="T1" fmla="*/ 287 h 287"/>
                  <a:gd name="T2" fmla="*/ 0 w 66"/>
                  <a:gd name="T3" fmla="*/ 0 h 287"/>
                  <a:gd name="T4" fmla="*/ 0 w 66"/>
                  <a:gd name="T5" fmla="*/ 287 h 287"/>
                  <a:gd name="T6" fmla="*/ 66 w 66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287">
                    <a:moveTo>
                      <a:pt x="66" y="287"/>
                    </a:moveTo>
                    <a:lnTo>
                      <a:pt x="0" y="0"/>
                    </a:lnTo>
                    <a:lnTo>
                      <a:pt x="0" y="287"/>
                    </a:lnTo>
                    <a:lnTo>
                      <a:pt x="66" y="287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1" name="Freeform 128"/>
              <p:cNvSpPr>
                <a:spLocks/>
              </p:cNvSpPr>
              <p:nvPr/>
            </p:nvSpPr>
            <p:spPr bwMode="auto">
              <a:xfrm>
                <a:off x="2954338" y="4956494"/>
                <a:ext cx="196850" cy="347663"/>
              </a:xfrm>
              <a:custGeom>
                <a:avLst/>
                <a:gdLst>
                  <a:gd name="T0" fmla="*/ 82 w 82"/>
                  <a:gd name="T1" fmla="*/ 104 h 145"/>
                  <a:gd name="T2" fmla="*/ 41 w 82"/>
                  <a:gd name="T3" fmla="*/ 145 h 145"/>
                  <a:gd name="T4" fmla="*/ 0 w 82"/>
                  <a:gd name="T5" fmla="*/ 104 h 145"/>
                  <a:gd name="T6" fmla="*/ 41 w 82"/>
                  <a:gd name="T7" fmla="*/ 0 h 145"/>
                  <a:gd name="T8" fmla="*/ 82 w 82"/>
                  <a:gd name="T9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45">
                    <a:moveTo>
                      <a:pt x="82" y="104"/>
                    </a:moveTo>
                    <a:cubicBezTo>
                      <a:pt x="82" y="126"/>
                      <a:pt x="64" y="145"/>
                      <a:pt x="41" y="145"/>
                    </a:cubicBezTo>
                    <a:cubicBezTo>
                      <a:pt x="19" y="145"/>
                      <a:pt x="0" y="126"/>
                      <a:pt x="0" y="104"/>
                    </a:cubicBezTo>
                    <a:cubicBezTo>
                      <a:pt x="0" y="72"/>
                      <a:pt x="19" y="0"/>
                      <a:pt x="41" y="0"/>
                    </a:cubicBezTo>
                    <a:cubicBezTo>
                      <a:pt x="64" y="0"/>
                      <a:pt x="82" y="81"/>
                      <a:pt x="82" y="104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2" name="Freeform 129"/>
              <p:cNvSpPr>
                <a:spLocks/>
              </p:cNvSpPr>
              <p:nvPr/>
            </p:nvSpPr>
            <p:spPr bwMode="auto">
              <a:xfrm>
                <a:off x="3052763" y="4956494"/>
                <a:ext cx="98425" cy="347663"/>
              </a:xfrm>
              <a:custGeom>
                <a:avLst/>
                <a:gdLst>
                  <a:gd name="T0" fmla="*/ 41 w 41"/>
                  <a:gd name="T1" fmla="*/ 104 h 145"/>
                  <a:gd name="T2" fmla="*/ 0 w 41"/>
                  <a:gd name="T3" fmla="*/ 0 h 145"/>
                  <a:gd name="T4" fmla="*/ 0 w 41"/>
                  <a:gd name="T5" fmla="*/ 145 h 145"/>
                  <a:gd name="T6" fmla="*/ 41 w 41"/>
                  <a:gd name="T7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145">
                    <a:moveTo>
                      <a:pt x="41" y="104"/>
                    </a:moveTo>
                    <a:cubicBezTo>
                      <a:pt x="41" y="75"/>
                      <a:pt x="23" y="0"/>
                      <a:pt x="0" y="0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23" y="145"/>
                      <a:pt x="41" y="126"/>
                      <a:pt x="41" y="104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3" name="Freeform 130"/>
              <p:cNvSpPr>
                <a:spLocks/>
              </p:cNvSpPr>
              <p:nvPr/>
            </p:nvSpPr>
            <p:spPr bwMode="auto">
              <a:xfrm>
                <a:off x="3038475" y="5205731"/>
                <a:ext cx="28575" cy="158750"/>
              </a:xfrm>
              <a:custGeom>
                <a:avLst/>
                <a:gdLst>
                  <a:gd name="T0" fmla="*/ 5 w 18"/>
                  <a:gd name="T1" fmla="*/ 0 h 100"/>
                  <a:gd name="T2" fmla="*/ 0 w 18"/>
                  <a:gd name="T3" fmla="*/ 100 h 100"/>
                  <a:gd name="T4" fmla="*/ 18 w 18"/>
                  <a:gd name="T5" fmla="*/ 100 h 100"/>
                  <a:gd name="T6" fmla="*/ 14 w 18"/>
                  <a:gd name="T7" fmla="*/ 0 h 100"/>
                  <a:gd name="T8" fmla="*/ 5 w 18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0">
                    <a:moveTo>
                      <a:pt x="5" y="0"/>
                    </a:moveTo>
                    <a:lnTo>
                      <a:pt x="0" y="100"/>
                    </a:lnTo>
                    <a:lnTo>
                      <a:pt x="18" y="100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4" name="Freeform 131"/>
              <p:cNvSpPr>
                <a:spLocks/>
              </p:cNvSpPr>
              <p:nvPr/>
            </p:nvSpPr>
            <p:spPr bwMode="auto">
              <a:xfrm>
                <a:off x="3052763" y="5205731"/>
                <a:ext cx="14288" cy="158750"/>
              </a:xfrm>
              <a:custGeom>
                <a:avLst/>
                <a:gdLst>
                  <a:gd name="T0" fmla="*/ 0 w 9"/>
                  <a:gd name="T1" fmla="*/ 0 h 100"/>
                  <a:gd name="T2" fmla="*/ 0 w 9"/>
                  <a:gd name="T3" fmla="*/ 100 h 100"/>
                  <a:gd name="T4" fmla="*/ 9 w 9"/>
                  <a:gd name="T5" fmla="*/ 100 h 100"/>
                  <a:gd name="T6" fmla="*/ 5 w 9"/>
                  <a:gd name="T7" fmla="*/ 0 h 100"/>
                  <a:gd name="T8" fmla="*/ 0 w 9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0">
                    <a:moveTo>
                      <a:pt x="0" y="0"/>
                    </a:moveTo>
                    <a:lnTo>
                      <a:pt x="0" y="100"/>
                    </a:lnTo>
                    <a:lnTo>
                      <a:pt x="9" y="10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5" name="Freeform 132"/>
              <p:cNvSpPr>
                <a:spLocks/>
              </p:cNvSpPr>
              <p:nvPr/>
            </p:nvSpPr>
            <p:spPr bwMode="auto">
              <a:xfrm>
                <a:off x="3140075" y="4988244"/>
                <a:ext cx="2995613" cy="477838"/>
              </a:xfrm>
              <a:custGeom>
                <a:avLst/>
                <a:gdLst>
                  <a:gd name="T0" fmla="*/ 625 w 1251"/>
                  <a:gd name="T1" fmla="*/ 0 h 199"/>
                  <a:gd name="T2" fmla="*/ 1251 w 1251"/>
                  <a:gd name="T3" fmla="*/ 199 h 199"/>
                  <a:gd name="T4" fmla="*/ 625 w 1251"/>
                  <a:gd name="T5" fmla="*/ 199 h 199"/>
                  <a:gd name="T6" fmla="*/ 0 w 1251"/>
                  <a:gd name="T7" fmla="*/ 199 h 199"/>
                  <a:gd name="T8" fmla="*/ 625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5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6" y="199"/>
                      <a:pt x="380" y="0"/>
                      <a:pt x="625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" name="Freeform 133"/>
              <p:cNvSpPr>
                <a:spLocks/>
              </p:cNvSpPr>
              <p:nvPr/>
            </p:nvSpPr>
            <p:spPr bwMode="auto">
              <a:xfrm>
                <a:off x="3140075" y="4988244"/>
                <a:ext cx="1497013" cy="477838"/>
              </a:xfrm>
              <a:custGeom>
                <a:avLst/>
                <a:gdLst>
                  <a:gd name="T0" fmla="*/ 0 w 625"/>
                  <a:gd name="T1" fmla="*/ 199 h 199"/>
                  <a:gd name="T2" fmla="*/ 625 w 625"/>
                  <a:gd name="T3" fmla="*/ 0 h 199"/>
                  <a:gd name="T4" fmla="*/ 625 w 625"/>
                  <a:gd name="T5" fmla="*/ 199 h 199"/>
                  <a:gd name="T6" fmla="*/ 0 w 625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199">
                    <a:moveTo>
                      <a:pt x="0" y="199"/>
                    </a:moveTo>
                    <a:cubicBezTo>
                      <a:pt x="396" y="199"/>
                      <a:pt x="380" y="0"/>
                      <a:pt x="625" y="0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" name="Freeform 134"/>
              <p:cNvSpPr>
                <a:spLocks/>
              </p:cNvSpPr>
              <p:nvPr/>
            </p:nvSpPr>
            <p:spPr bwMode="auto">
              <a:xfrm>
                <a:off x="7489825" y="5162869"/>
                <a:ext cx="2481263" cy="303213"/>
              </a:xfrm>
              <a:custGeom>
                <a:avLst/>
                <a:gdLst>
                  <a:gd name="T0" fmla="*/ 518 w 1036"/>
                  <a:gd name="T1" fmla="*/ 0 h 126"/>
                  <a:gd name="T2" fmla="*/ 1036 w 1036"/>
                  <a:gd name="T3" fmla="*/ 126 h 126"/>
                  <a:gd name="T4" fmla="*/ 518 w 1036"/>
                  <a:gd name="T5" fmla="*/ 126 h 126"/>
                  <a:gd name="T6" fmla="*/ 0 w 1036"/>
                  <a:gd name="T7" fmla="*/ 126 h 126"/>
                  <a:gd name="T8" fmla="*/ 518 w 1036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6" h="126">
                    <a:moveTo>
                      <a:pt x="518" y="0"/>
                    </a:moveTo>
                    <a:cubicBezTo>
                      <a:pt x="721" y="0"/>
                      <a:pt x="708" y="126"/>
                      <a:pt x="1036" y="126"/>
                    </a:cubicBezTo>
                    <a:cubicBezTo>
                      <a:pt x="518" y="126"/>
                      <a:pt x="518" y="126"/>
                      <a:pt x="518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29" y="126"/>
                      <a:pt x="315" y="0"/>
                      <a:pt x="518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" name="Freeform 135"/>
              <p:cNvSpPr>
                <a:spLocks/>
              </p:cNvSpPr>
              <p:nvPr/>
            </p:nvSpPr>
            <p:spPr bwMode="auto">
              <a:xfrm>
                <a:off x="7489825" y="5162869"/>
                <a:ext cx="1241425" cy="303213"/>
              </a:xfrm>
              <a:custGeom>
                <a:avLst/>
                <a:gdLst>
                  <a:gd name="T0" fmla="*/ 0 w 518"/>
                  <a:gd name="T1" fmla="*/ 126 h 126"/>
                  <a:gd name="T2" fmla="*/ 518 w 518"/>
                  <a:gd name="T3" fmla="*/ 0 h 126"/>
                  <a:gd name="T4" fmla="*/ 518 w 518"/>
                  <a:gd name="T5" fmla="*/ 126 h 126"/>
                  <a:gd name="T6" fmla="*/ 0 w 518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8" h="126">
                    <a:moveTo>
                      <a:pt x="0" y="126"/>
                    </a:moveTo>
                    <a:cubicBezTo>
                      <a:pt x="329" y="126"/>
                      <a:pt x="315" y="0"/>
                      <a:pt x="518" y="0"/>
                    </a:cubicBezTo>
                    <a:cubicBezTo>
                      <a:pt x="518" y="126"/>
                      <a:pt x="518" y="126"/>
                      <a:pt x="518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9" name="Oval 136"/>
              <p:cNvSpPr>
                <a:spLocks noChangeArrowheads="1"/>
              </p:cNvSpPr>
              <p:nvPr/>
            </p:nvSpPr>
            <p:spPr bwMode="auto">
              <a:xfrm>
                <a:off x="8670925" y="4993006"/>
                <a:ext cx="285750" cy="3810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0" name="Freeform 137"/>
              <p:cNvSpPr>
                <a:spLocks/>
              </p:cNvSpPr>
              <p:nvPr/>
            </p:nvSpPr>
            <p:spPr bwMode="auto">
              <a:xfrm>
                <a:off x="8812213" y="4993006"/>
                <a:ext cx="144463" cy="381000"/>
              </a:xfrm>
              <a:custGeom>
                <a:avLst/>
                <a:gdLst>
                  <a:gd name="T0" fmla="*/ 60 w 60"/>
                  <a:gd name="T1" fmla="*/ 79 h 159"/>
                  <a:gd name="T2" fmla="*/ 0 w 60"/>
                  <a:gd name="T3" fmla="*/ 0 h 159"/>
                  <a:gd name="T4" fmla="*/ 0 w 60"/>
                  <a:gd name="T5" fmla="*/ 159 h 159"/>
                  <a:gd name="T6" fmla="*/ 60 w 60"/>
                  <a:gd name="T7" fmla="*/ 7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159">
                    <a:moveTo>
                      <a:pt x="60" y="79"/>
                    </a:moveTo>
                    <a:cubicBezTo>
                      <a:pt x="60" y="36"/>
                      <a:pt x="33" y="0"/>
                      <a:pt x="0" y="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33" y="159"/>
                      <a:pt x="60" y="123"/>
                      <a:pt x="60" y="79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1" name="Freeform 138"/>
              <p:cNvSpPr>
                <a:spLocks/>
              </p:cNvSpPr>
              <p:nvPr/>
            </p:nvSpPr>
            <p:spPr bwMode="auto">
              <a:xfrm>
                <a:off x="8793163" y="5231131"/>
                <a:ext cx="41275" cy="231775"/>
              </a:xfrm>
              <a:custGeom>
                <a:avLst/>
                <a:gdLst>
                  <a:gd name="T0" fmla="*/ 4 w 26"/>
                  <a:gd name="T1" fmla="*/ 0 h 146"/>
                  <a:gd name="T2" fmla="*/ 0 w 26"/>
                  <a:gd name="T3" fmla="*/ 146 h 146"/>
                  <a:gd name="T4" fmla="*/ 26 w 26"/>
                  <a:gd name="T5" fmla="*/ 146 h 146"/>
                  <a:gd name="T6" fmla="*/ 20 w 26"/>
                  <a:gd name="T7" fmla="*/ 0 h 146"/>
                  <a:gd name="T8" fmla="*/ 4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4" y="0"/>
                    </a:moveTo>
                    <a:lnTo>
                      <a:pt x="0" y="146"/>
                    </a:lnTo>
                    <a:lnTo>
                      <a:pt x="26" y="146"/>
                    </a:lnTo>
                    <a:lnTo>
                      <a:pt x="2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2" name="Freeform 139"/>
              <p:cNvSpPr>
                <a:spLocks/>
              </p:cNvSpPr>
              <p:nvPr/>
            </p:nvSpPr>
            <p:spPr bwMode="auto">
              <a:xfrm>
                <a:off x="8812213" y="5231131"/>
                <a:ext cx="22225" cy="231775"/>
              </a:xfrm>
              <a:custGeom>
                <a:avLst/>
                <a:gdLst>
                  <a:gd name="T0" fmla="*/ 0 w 14"/>
                  <a:gd name="T1" fmla="*/ 0 h 146"/>
                  <a:gd name="T2" fmla="*/ 0 w 14"/>
                  <a:gd name="T3" fmla="*/ 146 h 146"/>
                  <a:gd name="T4" fmla="*/ 14 w 14"/>
                  <a:gd name="T5" fmla="*/ 146 h 146"/>
                  <a:gd name="T6" fmla="*/ 8 w 14"/>
                  <a:gd name="T7" fmla="*/ 0 h 146"/>
                  <a:gd name="T8" fmla="*/ 0 w 14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6">
                    <a:moveTo>
                      <a:pt x="0" y="0"/>
                    </a:moveTo>
                    <a:lnTo>
                      <a:pt x="0" y="146"/>
                    </a:lnTo>
                    <a:lnTo>
                      <a:pt x="14" y="146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3" name="Freeform 140"/>
              <p:cNvSpPr>
                <a:spLocks/>
              </p:cNvSpPr>
              <p:nvPr/>
            </p:nvSpPr>
            <p:spPr bwMode="auto">
              <a:xfrm>
                <a:off x="8074025" y="4843781"/>
                <a:ext cx="228600" cy="401638"/>
              </a:xfrm>
              <a:custGeom>
                <a:avLst/>
                <a:gdLst>
                  <a:gd name="T0" fmla="*/ 95 w 95"/>
                  <a:gd name="T1" fmla="*/ 120 h 167"/>
                  <a:gd name="T2" fmla="*/ 48 w 95"/>
                  <a:gd name="T3" fmla="*/ 167 h 167"/>
                  <a:gd name="T4" fmla="*/ 0 w 95"/>
                  <a:gd name="T5" fmla="*/ 120 h 167"/>
                  <a:gd name="T6" fmla="*/ 48 w 95"/>
                  <a:gd name="T7" fmla="*/ 0 h 167"/>
                  <a:gd name="T8" fmla="*/ 95 w 95"/>
                  <a:gd name="T9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67">
                    <a:moveTo>
                      <a:pt x="95" y="120"/>
                    </a:moveTo>
                    <a:cubicBezTo>
                      <a:pt x="95" y="146"/>
                      <a:pt x="74" y="167"/>
                      <a:pt x="48" y="167"/>
                    </a:cubicBezTo>
                    <a:cubicBezTo>
                      <a:pt x="21" y="167"/>
                      <a:pt x="0" y="146"/>
                      <a:pt x="0" y="120"/>
                    </a:cubicBezTo>
                    <a:cubicBezTo>
                      <a:pt x="0" y="84"/>
                      <a:pt x="21" y="0"/>
                      <a:pt x="48" y="0"/>
                    </a:cubicBezTo>
                    <a:cubicBezTo>
                      <a:pt x="74" y="0"/>
                      <a:pt x="95" y="94"/>
                      <a:pt x="95" y="120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4" name="Freeform 141"/>
              <p:cNvSpPr>
                <a:spLocks/>
              </p:cNvSpPr>
              <p:nvPr/>
            </p:nvSpPr>
            <p:spPr bwMode="auto">
              <a:xfrm>
                <a:off x="8189913" y="4843781"/>
                <a:ext cx="112713" cy="401638"/>
              </a:xfrm>
              <a:custGeom>
                <a:avLst/>
                <a:gdLst>
                  <a:gd name="T0" fmla="*/ 47 w 47"/>
                  <a:gd name="T1" fmla="*/ 120 h 167"/>
                  <a:gd name="T2" fmla="*/ 0 w 47"/>
                  <a:gd name="T3" fmla="*/ 0 h 167"/>
                  <a:gd name="T4" fmla="*/ 0 w 47"/>
                  <a:gd name="T5" fmla="*/ 167 h 167"/>
                  <a:gd name="T6" fmla="*/ 47 w 47"/>
                  <a:gd name="T7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67">
                    <a:moveTo>
                      <a:pt x="47" y="120"/>
                    </a:moveTo>
                    <a:cubicBezTo>
                      <a:pt x="47" y="86"/>
                      <a:pt x="26" y="0"/>
                      <a:pt x="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26" y="167"/>
                      <a:pt x="47" y="146"/>
                      <a:pt x="47" y="12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5" name="Freeform 142"/>
              <p:cNvSpPr>
                <a:spLocks/>
              </p:cNvSpPr>
              <p:nvPr/>
            </p:nvSpPr>
            <p:spPr bwMode="auto">
              <a:xfrm>
                <a:off x="8172450" y="5132706"/>
                <a:ext cx="31750" cy="180975"/>
              </a:xfrm>
              <a:custGeom>
                <a:avLst/>
                <a:gdLst>
                  <a:gd name="T0" fmla="*/ 5 w 20"/>
                  <a:gd name="T1" fmla="*/ 0 h 114"/>
                  <a:gd name="T2" fmla="*/ 0 w 20"/>
                  <a:gd name="T3" fmla="*/ 114 h 114"/>
                  <a:gd name="T4" fmla="*/ 20 w 20"/>
                  <a:gd name="T5" fmla="*/ 114 h 114"/>
                  <a:gd name="T6" fmla="*/ 15 w 20"/>
                  <a:gd name="T7" fmla="*/ 0 h 114"/>
                  <a:gd name="T8" fmla="*/ 5 w 20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14">
                    <a:moveTo>
                      <a:pt x="5" y="0"/>
                    </a:moveTo>
                    <a:lnTo>
                      <a:pt x="0" y="114"/>
                    </a:lnTo>
                    <a:lnTo>
                      <a:pt x="20" y="114"/>
                    </a:lnTo>
                    <a:lnTo>
                      <a:pt x="1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6" name="Freeform 143"/>
              <p:cNvSpPr>
                <a:spLocks/>
              </p:cNvSpPr>
              <p:nvPr/>
            </p:nvSpPr>
            <p:spPr bwMode="auto">
              <a:xfrm>
                <a:off x="8189913" y="5132706"/>
                <a:ext cx="14288" cy="180975"/>
              </a:xfrm>
              <a:custGeom>
                <a:avLst/>
                <a:gdLst>
                  <a:gd name="T0" fmla="*/ 0 w 9"/>
                  <a:gd name="T1" fmla="*/ 0 h 114"/>
                  <a:gd name="T2" fmla="*/ 0 w 9"/>
                  <a:gd name="T3" fmla="*/ 114 h 114"/>
                  <a:gd name="T4" fmla="*/ 9 w 9"/>
                  <a:gd name="T5" fmla="*/ 114 h 114"/>
                  <a:gd name="T6" fmla="*/ 4 w 9"/>
                  <a:gd name="T7" fmla="*/ 0 h 114"/>
                  <a:gd name="T8" fmla="*/ 0 w 9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4">
                    <a:moveTo>
                      <a:pt x="0" y="0"/>
                    </a:moveTo>
                    <a:lnTo>
                      <a:pt x="0" y="114"/>
                    </a:lnTo>
                    <a:lnTo>
                      <a:pt x="9" y="11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7" name="Freeform 144"/>
              <p:cNvSpPr>
                <a:spLocks/>
              </p:cNvSpPr>
              <p:nvPr/>
            </p:nvSpPr>
            <p:spPr bwMode="auto">
              <a:xfrm>
                <a:off x="8355013" y="5273994"/>
                <a:ext cx="30163" cy="88900"/>
              </a:xfrm>
              <a:custGeom>
                <a:avLst/>
                <a:gdLst>
                  <a:gd name="T0" fmla="*/ 3 w 19"/>
                  <a:gd name="T1" fmla="*/ 0 h 56"/>
                  <a:gd name="T2" fmla="*/ 0 w 19"/>
                  <a:gd name="T3" fmla="*/ 56 h 56"/>
                  <a:gd name="T4" fmla="*/ 19 w 19"/>
                  <a:gd name="T5" fmla="*/ 56 h 56"/>
                  <a:gd name="T6" fmla="*/ 15 w 19"/>
                  <a:gd name="T7" fmla="*/ 0 h 56"/>
                  <a:gd name="T8" fmla="*/ 3 w 19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6">
                    <a:moveTo>
                      <a:pt x="3" y="0"/>
                    </a:moveTo>
                    <a:lnTo>
                      <a:pt x="0" y="56"/>
                    </a:lnTo>
                    <a:lnTo>
                      <a:pt x="19" y="56"/>
                    </a:lnTo>
                    <a:lnTo>
                      <a:pt x="1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8" name="Freeform 145"/>
              <p:cNvSpPr>
                <a:spLocks/>
              </p:cNvSpPr>
              <p:nvPr/>
            </p:nvSpPr>
            <p:spPr bwMode="auto">
              <a:xfrm>
                <a:off x="8369300" y="5273994"/>
                <a:ext cx="15875" cy="88900"/>
              </a:xfrm>
              <a:custGeom>
                <a:avLst/>
                <a:gdLst>
                  <a:gd name="T0" fmla="*/ 0 w 10"/>
                  <a:gd name="T1" fmla="*/ 0 h 56"/>
                  <a:gd name="T2" fmla="*/ 0 w 10"/>
                  <a:gd name="T3" fmla="*/ 56 h 56"/>
                  <a:gd name="T4" fmla="*/ 10 w 10"/>
                  <a:gd name="T5" fmla="*/ 56 h 56"/>
                  <a:gd name="T6" fmla="*/ 6 w 10"/>
                  <a:gd name="T7" fmla="*/ 0 h 56"/>
                  <a:gd name="T8" fmla="*/ 0 w 1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6">
                    <a:moveTo>
                      <a:pt x="0" y="0"/>
                    </a:moveTo>
                    <a:lnTo>
                      <a:pt x="0" y="56"/>
                    </a:lnTo>
                    <a:lnTo>
                      <a:pt x="10" y="56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9" name="Freeform 146"/>
              <p:cNvSpPr>
                <a:spLocks/>
              </p:cNvSpPr>
              <p:nvPr/>
            </p:nvSpPr>
            <p:spPr bwMode="auto">
              <a:xfrm>
                <a:off x="8280400" y="4921569"/>
                <a:ext cx="177800" cy="381000"/>
              </a:xfrm>
              <a:custGeom>
                <a:avLst/>
                <a:gdLst>
                  <a:gd name="T0" fmla="*/ 0 w 112"/>
                  <a:gd name="T1" fmla="*/ 240 h 240"/>
                  <a:gd name="T2" fmla="*/ 56 w 112"/>
                  <a:gd name="T3" fmla="*/ 0 h 240"/>
                  <a:gd name="T4" fmla="*/ 112 w 112"/>
                  <a:gd name="T5" fmla="*/ 240 h 240"/>
                  <a:gd name="T6" fmla="*/ 0 w 112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0">
                    <a:moveTo>
                      <a:pt x="0" y="240"/>
                    </a:moveTo>
                    <a:lnTo>
                      <a:pt x="56" y="0"/>
                    </a:lnTo>
                    <a:lnTo>
                      <a:pt x="112" y="240"/>
                    </a:lnTo>
                    <a:lnTo>
                      <a:pt x="0" y="24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0" name="Freeform 147"/>
              <p:cNvSpPr>
                <a:spLocks/>
              </p:cNvSpPr>
              <p:nvPr/>
            </p:nvSpPr>
            <p:spPr bwMode="auto">
              <a:xfrm>
                <a:off x="8369300" y="4921569"/>
                <a:ext cx="88900" cy="381000"/>
              </a:xfrm>
              <a:custGeom>
                <a:avLst/>
                <a:gdLst>
                  <a:gd name="T0" fmla="*/ 56 w 56"/>
                  <a:gd name="T1" fmla="*/ 240 h 240"/>
                  <a:gd name="T2" fmla="*/ 0 w 56"/>
                  <a:gd name="T3" fmla="*/ 0 h 240"/>
                  <a:gd name="T4" fmla="*/ 0 w 56"/>
                  <a:gd name="T5" fmla="*/ 240 h 240"/>
                  <a:gd name="T6" fmla="*/ 56 w 56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0">
                    <a:moveTo>
                      <a:pt x="56" y="240"/>
                    </a:moveTo>
                    <a:lnTo>
                      <a:pt x="0" y="0"/>
                    </a:lnTo>
                    <a:lnTo>
                      <a:pt x="0" y="240"/>
                    </a:lnTo>
                    <a:lnTo>
                      <a:pt x="56" y="24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1" name="Freeform 148"/>
              <p:cNvSpPr>
                <a:spLocks/>
              </p:cNvSpPr>
              <p:nvPr/>
            </p:nvSpPr>
            <p:spPr bwMode="auto">
              <a:xfrm>
                <a:off x="4152900" y="4988244"/>
                <a:ext cx="2997200" cy="477838"/>
              </a:xfrm>
              <a:custGeom>
                <a:avLst/>
                <a:gdLst>
                  <a:gd name="T0" fmla="*/ 626 w 1251"/>
                  <a:gd name="T1" fmla="*/ 0 h 199"/>
                  <a:gd name="T2" fmla="*/ 1251 w 1251"/>
                  <a:gd name="T3" fmla="*/ 199 h 199"/>
                  <a:gd name="T4" fmla="*/ 626 w 1251"/>
                  <a:gd name="T5" fmla="*/ 199 h 199"/>
                  <a:gd name="T6" fmla="*/ 0 w 1251"/>
                  <a:gd name="T7" fmla="*/ 199 h 199"/>
                  <a:gd name="T8" fmla="*/ 626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6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7" y="199"/>
                      <a:pt x="380" y="0"/>
                      <a:pt x="626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2" name="Freeform 149"/>
              <p:cNvSpPr>
                <a:spLocks/>
              </p:cNvSpPr>
              <p:nvPr/>
            </p:nvSpPr>
            <p:spPr bwMode="auto">
              <a:xfrm>
                <a:off x="4152900" y="4988244"/>
                <a:ext cx="1500188" cy="477838"/>
              </a:xfrm>
              <a:custGeom>
                <a:avLst/>
                <a:gdLst>
                  <a:gd name="T0" fmla="*/ 0 w 626"/>
                  <a:gd name="T1" fmla="*/ 199 h 199"/>
                  <a:gd name="T2" fmla="*/ 626 w 626"/>
                  <a:gd name="T3" fmla="*/ 0 h 199"/>
                  <a:gd name="T4" fmla="*/ 626 w 626"/>
                  <a:gd name="T5" fmla="*/ 199 h 199"/>
                  <a:gd name="T6" fmla="*/ 0 w 626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6" h="199">
                    <a:moveTo>
                      <a:pt x="0" y="199"/>
                    </a:moveTo>
                    <a:cubicBezTo>
                      <a:pt x="397" y="199"/>
                      <a:pt x="380" y="0"/>
                      <a:pt x="626" y="0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3" name="Freeform 150"/>
              <p:cNvSpPr>
                <a:spLocks/>
              </p:cNvSpPr>
              <p:nvPr/>
            </p:nvSpPr>
            <p:spPr bwMode="auto">
              <a:xfrm>
                <a:off x="5321300" y="5162869"/>
                <a:ext cx="4140200" cy="303213"/>
              </a:xfrm>
              <a:custGeom>
                <a:avLst/>
                <a:gdLst>
                  <a:gd name="T0" fmla="*/ 864 w 1728"/>
                  <a:gd name="T1" fmla="*/ 0 h 126"/>
                  <a:gd name="T2" fmla="*/ 1728 w 1728"/>
                  <a:gd name="T3" fmla="*/ 126 h 126"/>
                  <a:gd name="T4" fmla="*/ 864 w 1728"/>
                  <a:gd name="T5" fmla="*/ 126 h 126"/>
                  <a:gd name="T6" fmla="*/ 0 w 1728"/>
                  <a:gd name="T7" fmla="*/ 126 h 126"/>
                  <a:gd name="T8" fmla="*/ 864 w 1728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8" h="126">
                    <a:moveTo>
                      <a:pt x="864" y="0"/>
                    </a:moveTo>
                    <a:cubicBezTo>
                      <a:pt x="1203" y="0"/>
                      <a:pt x="1180" y="126"/>
                      <a:pt x="1728" y="126"/>
                    </a:cubicBezTo>
                    <a:cubicBezTo>
                      <a:pt x="864" y="126"/>
                      <a:pt x="864" y="126"/>
                      <a:pt x="8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548" y="126"/>
                      <a:pt x="525" y="0"/>
                      <a:pt x="864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4" name="Freeform 151"/>
              <p:cNvSpPr>
                <a:spLocks/>
              </p:cNvSpPr>
              <p:nvPr/>
            </p:nvSpPr>
            <p:spPr bwMode="auto">
              <a:xfrm>
                <a:off x="5321300" y="5162869"/>
                <a:ext cx="2070100" cy="303213"/>
              </a:xfrm>
              <a:custGeom>
                <a:avLst/>
                <a:gdLst>
                  <a:gd name="T0" fmla="*/ 0 w 864"/>
                  <a:gd name="T1" fmla="*/ 126 h 126"/>
                  <a:gd name="T2" fmla="*/ 864 w 864"/>
                  <a:gd name="T3" fmla="*/ 0 h 126"/>
                  <a:gd name="T4" fmla="*/ 864 w 864"/>
                  <a:gd name="T5" fmla="*/ 126 h 126"/>
                  <a:gd name="T6" fmla="*/ 0 w 8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4" h="126">
                    <a:moveTo>
                      <a:pt x="0" y="126"/>
                    </a:moveTo>
                    <a:cubicBezTo>
                      <a:pt x="548" y="126"/>
                      <a:pt x="525" y="0"/>
                      <a:pt x="864" y="0"/>
                    </a:cubicBezTo>
                    <a:cubicBezTo>
                      <a:pt x="864" y="126"/>
                      <a:pt x="864" y="126"/>
                      <a:pt x="8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5" name="Freeform 152"/>
              <p:cNvSpPr>
                <a:spLocks/>
              </p:cNvSpPr>
              <p:nvPr/>
            </p:nvSpPr>
            <p:spPr bwMode="auto">
              <a:xfrm>
                <a:off x="2349500" y="5162869"/>
                <a:ext cx="2703513" cy="303213"/>
              </a:xfrm>
              <a:custGeom>
                <a:avLst/>
                <a:gdLst>
                  <a:gd name="T0" fmla="*/ 564 w 1129"/>
                  <a:gd name="T1" fmla="*/ 0 h 126"/>
                  <a:gd name="T2" fmla="*/ 1129 w 1129"/>
                  <a:gd name="T3" fmla="*/ 126 h 126"/>
                  <a:gd name="T4" fmla="*/ 564 w 1129"/>
                  <a:gd name="T5" fmla="*/ 126 h 126"/>
                  <a:gd name="T6" fmla="*/ 0 w 1129"/>
                  <a:gd name="T7" fmla="*/ 126 h 126"/>
                  <a:gd name="T8" fmla="*/ 564 w 1129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9" h="126">
                    <a:moveTo>
                      <a:pt x="564" y="0"/>
                    </a:moveTo>
                    <a:cubicBezTo>
                      <a:pt x="786" y="0"/>
                      <a:pt x="771" y="126"/>
                      <a:pt x="1129" y="126"/>
                    </a:cubicBezTo>
                    <a:cubicBezTo>
                      <a:pt x="564" y="126"/>
                      <a:pt x="564" y="126"/>
                      <a:pt x="5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58" y="126"/>
                      <a:pt x="343" y="0"/>
                      <a:pt x="564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6" name="Freeform 153"/>
              <p:cNvSpPr>
                <a:spLocks/>
              </p:cNvSpPr>
              <p:nvPr/>
            </p:nvSpPr>
            <p:spPr bwMode="auto">
              <a:xfrm>
                <a:off x="2349500" y="5162869"/>
                <a:ext cx="1350963" cy="303213"/>
              </a:xfrm>
              <a:custGeom>
                <a:avLst/>
                <a:gdLst>
                  <a:gd name="T0" fmla="*/ 0 w 564"/>
                  <a:gd name="T1" fmla="*/ 126 h 126"/>
                  <a:gd name="T2" fmla="*/ 564 w 564"/>
                  <a:gd name="T3" fmla="*/ 0 h 126"/>
                  <a:gd name="T4" fmla="*/ 564 w 564"/>
                  <a:gd name="T5" fmla="*/ 126 h 126"/>
                  <a:gd name="T6" fmla="*/ 0 w 5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4" h="126">
                    <a:moveTo>
                      <a:pt x="0" y="126"/>
                    </a:moveTo>
                    <a:cubicBezTo>
                      <a:pt x="358" y="126"/>
                      <a:pt x="343" y="0"/>
                      <a:pt x="564" y="0"/>
                    </a:cubicBezTo>
                    <a:cubicBezTo>
                      <a:pt x="564" y="126"/>
                      <a:pt x="564" y="126"/>
                      <a:pt x="5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" name="Oval 154"/>
              <p:cNvSpPr>
                <a:spLocks noChangeArrowheads="1"/>
              </p:cNvSpPr>
              <p:nvPr/>
            </p:nvSpPr>
            <p:spPr bwMode="auto">
              <a:xfrm>
                <a:off x="2454275" y="4931094"/>
                <a:ext cx="323850" cy="4318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" name="Freeform 155"/>
              <p:cNvSpPr>
                <a:spLocks/>
              </p:cNvSpPr>
              <p:nvPr/>
            </p:nvSpPr>
            <p:spPr bwMode="auto">
              <a:xfrm>
                <a:off x="2617788" y="4931094"/>
                <a:ext cx="160338" cy="431800"/>
              </a:xfrm>
              <a:custGeom>
                <a:avLst/>
                <a:gdLst>
                  <a:gd name="T0" fmla="*/ 67 w 67"/>
                  <a:gd name="T1" fmla="*/ 90 h 180"/>
                  <a:gd name="T2" fmla="*/ 0 w 67"/>
                  <a:gd name="T3" fmla="*/ 0 h 180"/>
                  <a:gd name="T4" fmla="*/ 0 w 67"/>
                  <a:gd name="T5" fmla="*/ 180 h 180"/>
                  <a:gd name="T6" fmla="*/ 67 w 67"/>
                  <a:gd name="T7" fmla="*/ 9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80">
                    <a:moveTo>
                      <a:pt x="67" y="90"/>
                    </a:moveTo>
                    <a:cubicBezTo>
                      <a:pt x="67" y="40"/>
                      <a:pt x="37" y="0"/>
                      <a:pt x="0" y="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37" y="180"/>
                      <a:pt x="67" y="139"/>
                      <a:pt x="67" y="9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" name="Freeform 156"/>
              <p:cNvSpPr>
                <a:spLocks/>
              </p:cNvSpPr>
              <p:nvPr/>
            </p:nvSpPr>
            <p:spPr bwMode="auto">
              <a:xfrm>
                <a:off x="2593975" y="5199381"/>
                <a:ext cx="44450" cy="263525"/>
              </a:xfrm>
              <a:custGeom>
                <a:avLst/>
                <a:gdLst>
                  <a:gd name="T0" fmla="*/ 6 w 28"/>
                  <a:gd name="T1" fmla="*/ 0 h 166"/>
                  <a:gd name="T2" fmla="*/ 0 w 28"/>
                  <a:gd name="T3" fmla="*/ 166 h 166"/>
                  <a:gd name="T4" fmla="*/ 28 w 28"/>
                  <a:gd name="T5" fmla="*/ 166 h 166"/>
                  <a:gd name="T6" fmla="*/ 22 w 28"/>
                  <a:gd name="T7" fmla="*/ 0 h 166"/>
                  <a:gd name="T8" fmla="*/ 6 w 28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66">
                    <a:moveTo>
                      <a:pt x="6" y="0"/>
                    </a:moveTo>
                    <a:lnTo>
                      <a:pt x="0" y="166"/>
                    </a:lnTo>
                    <a:lnTo>
                      <a:pt x="28" y="166"/>
                    </a:lnTo>
                    <a:lnTo>
                      <a:pt x="2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0" name="Freeform 157"/>
              <p:cNvSpPr>
                <a:spLocks/>
              </p:cNvSpPr>
              <p:nvPr/>
            </p:nvSpPr>
            <p:spPr bwMode="auto">
              <a:xfrm>
                <a:off x="2617788" y="5199381"/>
                <a:ext cx="20638" cy="263525"/>
              </a:xfrm>
              <a:custGeom>
                <a:avLst/>
                <a:gdLst>
                  <a:gd name="T0" fmla="*/ 0 w 13"/>
                  <a:gd name="T1" fmla="*/ 0 h 166"/>
                  <a:gd name="T2" fmla="*/ 0 w 13"/>
                  <a:gd name="T3" fmla="*/ 166 h 166"/>
                  <a:gd name="T4" fmla="*/ 13 w 13"/>
                  <a:gd name="T5" fmla="*/ 166 h 166"/>
                  <a:gd name="T6" fmla="*/ 7 w 13"/>
                  <a:gd name="T7" fmla="*/ 0 h 166"/>
                  <a:gd name="T8" fmla="*/ 0 w 13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66">
                    <a:moveTo>
                      <a:pt x="0" y="0"/>
                    </a:moveTo>
                    <a:lnTo>
                      <a:pt x="0" y="166"/>
                    </a:lnTo>
                    <a:lnTo>
                      <a:pt x="13" y="166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1" name="Freeform 158"/>
              <p:cNvSpPr>
                <a:spLocks/>
              </p:cNvSpPr>
              <p:nvPr/>
            </p:nvSpPr>
            <p:spPr bwMode="auto">
              <a:xfrm>
                <a:off x="3554413" y="5143819"/>
                <a:ext cx="9525" cy="31750"/>
              </a:xfrm>
              <a:custGeom>
                <a:avLst/>
                <a:gdLst>
                  <a:gd name="T0" fmla="*/ 6 w 6"/>
                  <a:gd name="T1" fmla="*/ 20 h 20"/>
                  <a:gd name="T2" fmla="*/ 0 w 6"/>
                  <a:gd name="T3" fmla="*/ 20 h 20"/>
                  <a:gd name="T4" fmla="*/ 0 w 6"/>
                  <a:gd name="T5" fmla="*/ 0 h 20"/>
                  <a:gd name="T6" fmla="*/ 4 w 6"/>
                  <a:gd name="T7" fmla="*/ 0 h 20"/>
                  <a:gd name="T8" fmla="*/ 6 w 6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6" y="2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2" name="Freeform 159"/>
              <p:cNvSpPr>
                <a:spLocks/>
              </p:cNvSpPr>
              <p:nvPr/>
            </p:nvSpPr>
            <p:spPr bwMode="auto">
              <a:xfrm>
                <a:off x="3554413" y="5167631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3" name="Freeform 160"/>
              <p:cNvSpPr>
                <a:spLocks/>
              </p:cNvSpPr>
              <p:nvPr/>
            </p:nvSpPr>
            <p:spPr bwMode="auto">
              <a:xfrm>
                <a:off x="3525838" y="5139056"/>
                <a:ext cx="11113" cy="38100"/>
              </a:xfrm>
              <a:custGeom>
                <a:avLst/>
                <a:gdLst>
                  <a:gd name="T0" fmla="*/ 7 w 7"/>
                  <a:gd name="T1" fmla="*/ 23 h 24"/>
                  <a:gd name="T2" fmla="*/ 1 w 7"/>
                  <a:gd name="T3" fmla="*/ 24 h 24"/>
                  <a:gd name="T4" fmla="*/ 0 w 7"/>
                  <a:gd name="T5" fmla="*/ 2 h 24"/>
                  <a:gd name="T6" fmla="*/ 6 w 7"/>
                  <a:gd name="T7" fmla="*/ 0 h 24"/>
                  <a:gd name="T8" fmla="*/ 7 w 7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4">
                    <a:moveTo>
                      <a:pt x="7" y="23"/>
                    </a:moveTo>
                    <a:lnTo>
                      <a:pt x="1" y="24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4" name="Freeform 161"/>
              <p:cNvSpPr>
                <a:spLocks/>
              </p:cNvSpPr>
              <p:nvPr/>
            </p:nvSpPr>
            <p:spPr bwMode="auto">
              <a:xfrm>
                <a:off x="3527425" y="5170806"/>
                <a:ext cx="9525" cy="6350"/>
              </a:xfrm>
              <a:custGeom>
                <a:avLst/>
                <a:gdLst>
                  <a:gd name="T0" fmla="*/ 0 w 6"/>
                  <a:gd name="T1" fmla="*/ 1 h 4"/>
                  <a:gd name="T2" fmla="*/ 0 w 6"/>
                  <a:gd name="T3" fmla="*/ 4 h 4"/>
                  <a:gd name="T4" fmla="*/ 6 w 6"/>
                  <a:gd name="T5" fmla="*/ 3 h 4"/>
                  <a:gd name="T6" fmla="*/ 6 w 6"/>
                  <a:gd name="T7" fmla="*/ 0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0" y="4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5" name="Freeform 162"/>
              <p:cNvSpPr>
                <a:spLocks/>
              </p:cNvSpPr>
              <p:nvPr/>
            </p:nvSpPr>
            <p:spPr bwMode="auto">
              <a:xfrm>
                <a:off x="3635375" y="5102544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2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6" name="Rectangle 163"/>
              <p:cNvSpPr>
                <a:spLocks noChangeArrowheads="1"/>
              </p:cNvSpPr>
              <p:nvPr/>
            </p:nvSpPr>
            <p:spPr bwMode="auto">
              <a:xfrm>
                <a:off x="3640138" y="5162869"/>
                <a:ext cx="9525" cy="476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7" name="Freeform 164"/>
              <p:cNvSpPr>
                <a:spLocks/>
              </p:cNvSpPr>
              <p:nvPr/>
            </p:nvSpPr>
            <p:spPr bwMode="auto">
              <a:xfrm>
                <a:off x="3611563" y="5105719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0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8" name="Freeform 165"/>
              <p:cNvSpPr>
                <a:spLocks/>
              </p:cNvSpPr>
              <p:nvPr/>
            </p:nvSpPr>
            <p:spPr bwMode="auto">
              <a:xfrm>
                <a:off x="3616325" y="5162869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9" name="Freeform 166"/>
              <p:cNvSpPr>
                <a:spLocks/>
              </p:cNvSpPr>
              <p:nvPr/>
            </p:nvSpPr>
            <p:spPr bwMode="auto">
              <a:xfrm>
                <a:off x="3494088" y="4985069"/>
                <a:ext cx="179388" cy="166688"/>
              </a:xfrm>
              <a:custGeom>
                <a:avLst/>
                <a:gdLst>
                  <a:gd name="T0" fmla="*/ 75 w 75"/>
                  <a:gd name="T1" fmla="*/ 35 h 69"/>
                  <a:gd name="T2" fmla="*/ 70 w 75"/>
                  <a:gd name="T3" fmla="*/ 28 h 69"/>
                  <a:gd name="T4" fmla="*/ 72 w 75"/>
                  <a:gd name="T5" fmla="*/ 21 h 69"/>
                  <a:gd name="T6" fmla="*/ 59 w 75"/>
                  <a:gd name="T7" fmla="*/ 10 h 69"/>
                  <a:gd name="T8" fmla="*/ 55 w 75"/>
                  <a:gd name="T9" fmla="*/ 11 h 69"/>
                  <a:gd name="T10" fmla="*/ 40 w 75"/>
                  <a:gd name="T11" fmla="*/ 1 h 69"/>
                  <a:gd name="T12" fmla="*/ 31 w 75"/>
                  <a:gd name="T13" fmla="*/ 4 h 69"/>
                  <a:gd name="T14" fmla="*/ 21 w 75"/>
                  <a:gd name="T15" fmla="*/ 2 h 69"/>
                  <a:gd name="T16" fmla="*/ 1 w 75"/>
                  <a:gd name="T17" fmla="*/ 26 h 69"/>
                  <a:gd name="T18" fmla="*/ 18 w 75"/>
                  <a:gd name="T19" fmla="*/ 46 h 69"/>
                  <a:gd name="T20" fmla="*/ 18 w 75"/>
                  <a:gd name="T21" fmla="*/ 46 h 69"/>
                  <a:gd name="T22" fmla="*/ 10 w 75"/>
                  <a:gd name="T23" fmla="*/ 58 h 69"/>
                  <a:gd name="T24" fmla="*/ 22 w 75"/>
                  <a:gd name="T25" fmla="*/ 69 h 69"/>
                  <a:gd name="T26" fmla="*/ 30 w 75"/>
                  <a:gd name="T27" fmla="*/ 65 h 69"/>
                  <a:gd name="T28" fmla="*/ 39 w 75"/>
                  <a:gd name="T29" fmla="*/ 69 h 69"/>
                  <a:gd name="T30" fmla="*/ 47 w 75"/>
                  <a:gd name="T31" fmla="*/ 61 h 69"/>
                  <a:gd name="T32" fmla="*/ 55 w 75"/>
                  <a:gd name="T33" fmla="*/ 62 h 69"/>
                  <a:gd name="T34" fmla="*/ 69 w 75"/>
                  <a:gd name="T35" fmla="*/ 46 h 69"/>
                  <a:gd name="T36" fmla="*/ 69 w 75"/>
                  <a:gd name="T37" fmla="*/ 44 h 69"/>
                  <a:gd name="T38" fmla="*/ 75 w 75"/>
                  <a:gd name="T39" fmla="*/ 3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69">
                    <a:moveTo>
                      <a:pt x="75" y="35"/>
                    </a:moveTo>
                    <a:cubicBezTo>
                      <a:pt x="75" y="32"/>
                      <a:pt x="73" y="30"/>
                      <a:pt x="70" y="28"/>
                    </a:cubicBezTo>
                    <a:cubicBezTo>
                      <a:pt x="71" y="26"/>
                      <a:pt x="72" y="24"/>
                      <a:pt x="72" y="21"/>
                    </a:cubicBezTo>
                    <a:cubicBezTo>
                      <a:pt x="71" y="14"/>
                      <a:pt x="66" y="9"/>
                      <a:pt x="59" y="10"/>
                    </a:cubicBezTo>
                    <a:cubicBezTo>
                      <a:pt x="58" y="10"/>
                      <a:pt x="56" y="10"/>
                      <a:pt x="55" y="11"/>
                    </a:cubicBezTo>
                    <a:cubicBezTo>
                      <a:pt x="53" y="5"/>
                      <a:pt x="47" y="0"/>
                      <a:pt x="40" y="1"/>
                    </a:cubicBezTo>
                    <a:cubicBezTo>
                      <a:pt x="37" y="1"/>
                      <a:pt x="34" y="2"/>
                      <a:pt x="31" y="4"/>
                    </a:cubicBezTo>
                    <a:cubicBezTo>
                      <a:pt x="28" y="3"/>
                      <a:pt x="25" y="2"/>
                      <a:pt x="21" y="2"/>
                    </a:cubicBezTo>
                    <a:cubicBezTo>
                      <a:pt x="9" y="3"/>
                      <a:pt x="0" y="14"/>
                      <a:pt x="1" y="26"/>
                    </a:cubicBezTo>
                    <a:cubicBezTo>
                      <a:pt x="1" y="36"/>
                      <a:pt x="9" y="44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3" y="48"/>
                      <a:pt x="9" y="53"/>
                      <a:pt x="10" y="58"/>
                    </a:cubicBezTo>
                    <a:cubicBezTo>
                      <a:pt x="10" y="65"/>
                      <a:pt x="16" y="69"/>
                      <a:pt x="22" y="69"/>
                    </a:cubicBezTo>
                    <a:cubicBezTo>
                      <a:pt x="26" y="69"/>
                      <a:pt x="28" y="67"/>
                      <a:pt x="30" y="65"/>
                    </a:cubicBezTo>
                    <a:cubicBezTo>
                      <a:pt x="32" y="68"/>
                      <a:pt x="35" y="69"/>
                      <a:pt x="39" y="69"/>
                    </a:cubicBezTo>
                    <a:cubicBezTo>
                      <a:pt x="43" y="69"/>
                      <a:pt x="47" y="65"/>
                      <a:pt x="47" y="61"/>
                    </a:cubicBezTo>
                    <a:cubicBezTo>
                      <a:pt x="50" y="62"/>
                      <a:pt x="52" y="63"/>
                      <a:pt x="55" y="62"/>
                    </a:cubicBezTo>
                    <a:cubicBezTo>
                      <a:pt x="64" y="62"/>
                      <a:pt x="70" y="55"/>
                      <a:pt x="69" y="46"/>
                    </a:cubicBezTo>
                    <a:cubicBezTo>
                      <a:pt x="69" y="45"/>
                      <a:pt x="69" y="45"/>
                      <a:pt x="69" y="44"/>
                    </a:cubicBezTo>
                    <a:cubicBezTo>
                      <a:pt x="72" y="43"/>
                      <a:pt x="75" y="39"/>
                      <a:pt x="75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0" name="Freeform 167"/>
              <p:cNvSpPr>
                <a:spLocks/>
              </p:cNvSpPr>
              <p:nvPr/>
            </p:nvSpPr>
            <p:spPr bwMode="auto">
              <a:xfrm>
                <a:off x="3452813" y="5045394"/>
                <a:ext cx="55563" cy="46038"/>
              </a:xfrm>
              <a:custGeom>
                <a:avLst/>
                <a:gdLst>
                  <a:gd name="T0" fmla="*/ 23 w 23"/>
                  <a:gd name="T1" fmla="*/ 2 h 19"/>
                  <a:gd name="T2" fmla="*/ 13 w 23"/>
                  <a:gd name="T3" fmla="*/ 15 h 19"/>
                  <a:gd name="T4" fmla="*/ 0 w 23"/>
                  <a:gd name="T5" fmla="*/ 17 h 19"/>
                  <a:gd name="T6" fmla="*/ 10 w 23"/>
                  <a:gd name="T7" fmla="*/ 3 h 19"/>
                  <a:gd name="T8" fmla="*/ 23 w 23"/>
                  <a:gd name="T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3" y="2"/>
                    </a:moveTo>
                    <a:cubicBezTo>
                      <a:pt x="21" y="7"/>
                      <a:pt x="17" y="12"/>
                      <a:pt x="13" y="15"/>
                    </a:cubicBezTo>
                    <a:cubicBezTo>
                      <a:pt x="8" y="19"/>
                      <a:pt x="4" y="19"/>
                      <a:pt x="0" y="17"/>
                    </a:cubicBezTo>
                    <a:cubicBezTo>
                      <a:pt x="2" y="12"/>
                      <a:pt x="6" y="7"/>
                      <a:pt x="10" y="3"/>
                    </a:cubicBezTo>
                    <a:cubicBezTo>
                      <a:pt x="15" y="0"/>
                      <a:pt x="19" y="0"/>
                      <a:pt x="23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1" name="Freeform 168"/>
              <p:cNvSpPr>
                <a:spLocks/>
              </p:cNvSpPr>
              <p:nvPr/>
            </p:nvSpPr>
            <p:spPr bwMode="auto">
              <a:xfrm>
                <a:off x="3452813" y="5050156"/>
                <a:ext cx="55563" cy="41275"/>
              </a:xfrm>
              <a:custGeom>
                <a:avLst/>
                <a:gdLst>
                  <a:gd name="T0" fmla="*/ 13 w 23"/>
                  <a:gd name="T1" fmla="*/ 13 h 17"/>
                  <a:gd name="T2" fmla="*/ 23 w 23"/>
                  <a:gd name="T3" fmla="*/ 0 h 17"/>
                  <a:gd name="T4" fmla="*/ 0 w 23"/>
                  <a:gd name="T5" fmla="*/ 15 h 17"/>
                  <a:gd name="T6" fmla="*/ 13 w 23"/>
                  <a:gd name="T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3" y="13"/>
                    </a:moveTo>
                    <a:cubicBezTo>
                      <a:pt x="17" y="10"/>
                      <a:pt x="21" y="5"/>
                      <a:pt x="23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7"/>
                      <a:pt x="8" y="17"/>
                      <a:pt x="13" y="1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2" name="Freeform 169"/>
              <p:cNvSpPr>
                <a:spLocks/>
              </p:cNvSpPr>
              <p:nvPr/>
            </p:nvSpPr>
            <p:spPr bwMode="auto">
              <a:xfrm>
                <a:off x="3546475" y="5040631"/>
                <a:ext cx="57150" cy="41275"/>
              </a:xfrm>
              <a:custGeom>
                <a:avLst/>
                <a:gdLst>
                  <a:gd name="T0" fmla="*/ 0 w 24"/>
                  <a:gd name="T1" fmla="*/ 2 h 17"/>
                  <a:gd name="T2" fmla="*/ 11 w 24"/>
                  <a:gd name="T3" fmla="*/ 15 h 17"/>
                  <a:gd name="T4" fmla="*/ 24 w 24"/>
                  <a:gd name="T5" fmla="*/ 15 h 17"/>
                  <a:gd name="T6" fmla="*/ 12 w 24"/>
                  <a:gd name="T7" fmla="*/ 2 h 17"/>
                  <a:gd name="T8" fmla="*/ 0 w 24"/>
                  <a:gd name="T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0" y="2"/>
                    </a:moveTo>
                    <a:cubicBezTo>
                      <a:pt x="2" y="7"/>
                      <a:pt x="6" y="12"/>
                      <a:pt x="11" y="15"/>
                    </a:cubicBezTo>
                    <a:cubicBezTo>
                      <a:pt x="16" y="17"/>
                      <a:pt x="21" y="17"/>
                      <a:pt x="24" y="15"/>
                    </a:cubicBezTo>
                    <a:cubicBezTo>
                      <a:pt x="21" y="9"/>
                      <a:pt x="17" y="5"/>
                      <a:pt x="12" y="2"/>
                    </a:cubicBezTo>
                    <a:cubicBezTo>
                      <a:pt x="7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3" name="Freeform 170"/>
              <p:cNvSpPr>
                <a:spLocks/>
              </p:cNvSpPr>
              <p:nvPr/>
            </p:nvSpPr>
            <p:spPr bwMode="auto">
              <a:xfrm>
                <a:off x="3546475" y="5045394"/>
                <a:ext cx="57150" cy="36513"/>
              </a:xfrm>
              <a:custGeom>
                <a:avLst/>
                <a:gdLst>
                  <a:gd name="T0" fmla="*/ 11 w 24"/>
                  <a:gd name="T1" fmla="*/ 13 h 15"/>
                  <a:gd name="T2" fmla="*/ 0 w 24"/>
                  <a:gd name="T3" fmla="*/ 0 h 15"/>
                  <a:gd name="T4" fmla="*/ 24 w 24"/>
                  <a:gd name="T5" fmla="*/ 13 h 15"/>
                  <a:gd name="T6" fmla="*/ 11 w 24"/>
                  <a:gd name="T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11" y="13"/>
                    </a:moveTo>
                    <a:cubicBezTo>
                      <a:pt x="6" y="10"/>
                      <a:pt x="2" y="5"/>
                      <a:pt x="0" y="0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5"/>
                      <a:pt x="16" y="15"/>
                      <a:pt x="11" y="13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4" name="Freeform 171"/>
              <p:cNvSpPr>
                <a:spLocks/>
              </p:cNvSpPr>
              <p:nvPr/>
            </p:nvSpPr>
            <p:spPr bwMode="auto">
              <a:xfrm>
                <a:off x="3479800" y="5021581"/>
                <a:ext cx="98425" cy="112713"/>
              </a:xfrm>
              <a:custGeom>
                <a:avLst/>
                <a:gdLst>
                  <a:gd name="T0" fmla="*/ 40 w 41"/>
                  <a:gd name="T1" fmla="*/ 22 h 47"/>
                  <a:gd name="T2" fmla="*/ 22 w 41"/>
                  <a:gd name="T3" fmla="*/ 46 h 47"/>
                  <a:gd name="T4" fmla="*/ 1 w 41"/>
                  <a:gd name="T5" fmla="*/ 25 h 47"/>
                  <a:gd name="T6" fmla="*/ 19 w 41"/>
                  <a:gd name="T7" fmla="*/ 0 h 47"/>
                  <a:gd name="T8" fmla="*/ 40 w 41"/>
                  <a:gd name="T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40" y="22"/>
                    </a:moveTo>
                    <a:cubicBezTo>
                      <a:pt x="41" y="35"/>
                      <a:pt x="33" y="46"/>
                      <a:pt x="22" y="46"/>
                    </a:cubicBezTo>
                    <a:cubicBezTo>
                      <a:pt x="11" y="47"/>
                      <a:pt x="2" y="38"/>
                      <a:pt x="1" y="25"/>
                    </a:cubicBezTo>
                    <a:cubicBezTo>
                      <a:pt x="0" y="12"/>
                      <a:pt x="8" y="1"/>
                      <a:pt x="19" y="0"/>
                    </a:cubicBezTo>
                    <a:cubicBezTo>
                      <a:pt x="30" y="0"/>
                      <a:pt x="39" y="9"/>
                      <a:pt x="40" y="2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5" name="Freeform 172"/>
              <p:cNvSpPr>
                <a:spLocks/>
              </p:cNvSpPr>
              <p:nvPr/>
            </p:nvSpPr>
            <p:spPr bwMode="auto">
              <a:xfrm>
                <a:off x="3525838" y="5021581"/>
                <a:ext cx="52388" cy="111125"/>
              </a:xfrm>
              <a:custGeom>
                <a:avLst/>
                <a:gdLst>
                  <a:gd name="T0" fmla="*/ 21 w 22"/>
                  <a:gd name="T1" fmla="*/ 22 h 46"/>
                  <a:gd name="T2" fmla="*/ 0 w 22"/>
                  <a:gd name="T3" fmla="*/ 0 h 46"/>
                  <a:gd name="T4" fmla="*/ 3 w 22"/>
                  <a:gd name="T5" fmla="*/ 46 h 46"/>
                  <a:gd name="T6" fmla="*/ 21 w 22"/>
                  <a:gd name="T7" fmla="*/ 2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1" y="22"/>
                    </a:moveTo>
                    <a:cubicBezTo>
                      <a:pt x="20" y="9"/>
                      <a:pt x="11" y="0"/>
                      <a:pt x="0" y="0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4" y="46"/>
                      <a:pt x="22" y="35"/>
                      <a:pt x="21" y="2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6" name="Freeform 173"/>
              <p:cNvSpPr>
                <a:spLocks/>
              </p:cNvSpPr>
              <p:nvPr/>
            </p:nvSpPr>
            <p:spPr bwMode="auto">
              <a:xfrm>
                <a:off x="3511550" y="5083494"/>
                <a:ext cx="11113" cy="12700"/>
              </a:xfrm>
              <a:custGeom>
                <a:avLst/>
                <a:gdLst>
                  <a:gd name="T0" fmla="*/ 5 w 5"/>
                  <a:gd name="T1" fmla="*/ 3 h 5"/>
                  <a:gd name="T2" fmla="*/ 2 w 5"/>
                  <a:gd name="T3" fmla="*/ 5 h 5"/>
                  <a:gd name="T4" fmla="*/ 0 w 5"/>
                  <a:gd name="T5" fmla="*/ 3 h 5"/>
                  <a:gd name="T6" fmla="*/ 2 w 5"/>
                  <a:gd name="T7" fmla="*/ 0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" name="Freeform 174"/>
              <p:cNvSpPr>
                <a:spLocks/>
              </p:cNvSpPr>
              <p:nvPr/>
            </p:nvSpPr>
            <p:spPr bwMode="auto">
              <a:xfrm>
                <a:off x="3536950" y="5081906"/>
                <a:ext cx="12700" cy="11113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5 h 5"/>
                  <a:gd name="T4" fmla="*/ 0 w 5"/>
                  <a:gd name="T5" fmla="*/ 3 h 5"/>
                  <a:gd name="T6" fmla="*/ 2 w 5"/>
                  <a:gd name="T7" fmla="*/ 1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8" name="Freeform 175"/>
              <p:cNvSpPr>
                <a:spLocks/>
              </p:cNvSpPr>
              <p:nvPr/>
            </p:nvSpPr>
            <p:spPr bwMode="auto">
              <a:xfrm>
                <a:off x="3822700" y="5146994"/>
                <a:ext cx="9525" cy="23813"/>
              </a:xfrm>
              <a:custGeom>
                <a:avLst/>
                <a:gdLst>
                  <a:gd name="T0" fmla="*/ 4 w 6"/>
                  <a:gd name="T1" fmla="*/ 15 h 15"/>
                  <a:gd name="T2" fmla="*/ 0 w 6"/>
                  <a:gd name="T3" fmla="*/ 15 h 15"/>
                  <a:gd name="T4" fmla="*/ 1 w 6"/>
                  <a:gd name="T5" fmla="*/ 0 h 15"/>
                  <a:gd name="T6" fmla="*/ 6 w 6"/>
                  <a:gd name="T7" fmla="*/ 1 h 15"/>
                  <a:gd name="T8" fmla="*/ 4 w 6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4" y="15"/>
                    </a:moveTo>
                    <a:lnTo>
                      <a:pt x="0" y="15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9" name="Freeform 176"/>
              <p:cNvSpPr>
                <a:spLocks/>
              </p:cNvSpPr>
              <p:nvPr/>
            </p:nvSpPr>
            <p:spPr bwMode="auto">
              <a:xfrm>
                <a:off x="3822700" y="5166044"/>
                <a:ext cx="6350" cy="476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0" name="Freeform 177"/>
              <p:cNvSpPr>
                <a:spLocks/>
              </p:cNvSpPr>
              <p:nvPr/>
            </p:nvSpPr>
            <p:spPr bwMode="auto">
              <a:xfrm>
                <a:off x="3800475" y="5139056"/>
                <a:ext cx="12700" cy="28575"/>
              </a:xfrm>
              <a:custGeom>
                <a:avLst/>
                <a:gdLst>
                  <a:gd name="T0" fmla="*/ 5 w 8"/>
                  <a:gd name="T1" fmla="*/ 18 h 18"/>
                  <a:gd name="T2" fmla="*/ 0 w 8"/>
                  <a:gd name="T3" fmla="*/ 18 h 18"/>
                  <a:gd name="T4" fmla="*/ 3 w 8"/>
                  <a:gd name="T5" fmla="*/ 0 h 18"/>
                  <a:gd name="T6" fmla="*/ 8 w 8"/>
                  <a:gd name="T7" fmla="*/ 2 h 18"/>
                  <a:gd name="T8" fmla="*/ 5 w 8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5" y="18"/>
                    </a:moveTo>
                    <a:lnTo>
                      <a:pt x="0" y="18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1" name="Freeform 178"/>
              <p:cNvSpPr>
                <a:spLocks/>
              </p:cNvSpPr>
              <p:nvPr/>
            </p:nvSpPr>
            <p:spPr bwMode="auto">
              <a:xfrm>
                <a:off x="3800475" y="51628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2" name="Freeform 179"/>
              <p:cNvSpPr>
                <a:spLocks/>
              </p:cNvSpPr>
              <p:nvPr/>
            </p:nvSpPr>
            <p:spPr bwMode="auto">
              <a:xfrm>
                <a:off x="3886200" y="5129531"/>
                <a:ext cx="12700" cy="50800"/>
              </a:xfrm>
              <a:custGeom>
                <a:avLst/>
                <a:gdLst>
                  <a:gd name="T0" fmla="*/ 5 w 8"/>
                  <a:gd name="T1" fmla="*/ 32 h 32"/>
                  <a:gd name="T2" fmla="*/ 0 w 8"/>
                  <a:gd name="T3" fmla="*/ 30 h 32"/>
                  <a:gd name="T4" fmla="*/ 3 w 8"/>
                  <a:gd name="T5" fmla="*/ 0 h 32"/>
                  <a:gd name="T6" fmla="*/ 8 w 8"/>
                  <a:gd name="T7" fmla="*/ 0 h 32"/>
                  <a:gd name="T8" fmla="*/ 5 w 8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5" y="32"/>
                    </a:moveTo>
                    <a:lnTo>
                      <a:pt x="0" y="30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3" name="Freeform 180"/>
              <p:cNvSpPr>
                <a:spLocks/>
              </p:cNvSpPr>
              <p:nvPr/>
            </p:nvSpPr>
            <p:spPr bwMode="auto">
              <a:xfrm>
                <a:off x="3886200" y="51755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5 w 5"/>
                  <a:gd name="T5" fmla="*/ 3 h 3"/>
                  <a:gd name="T6" fmla="*/ 5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4" name="Freeform 181"/>
              <p:cNvSpPr>
                <a:spLocks/>
              </p:cNvSpPr>
              <p:nvPr/>
            </p:nvSpPr>
            <p:spPr bwMode="auto">
              <a:xfrm>
                <a:off x="3867150" y="5127944"/>
                <a:ext cx="14288" cy="49213"/>
              </a:xfrm>
              <a:custGeom>
                <a:avLst/>
                <a:gdLst>
                  <a:gd name="T0" fmla="*/ 6 w 9"/>
                  <a:gd name="T1" fmla="*/ 31 h 31"/>
                  <a:gd name="T2" fmla="*/ 0 w 9"/>
                  <a:gd name="T3" fmla="*/ 30 h 31"/>
                  <a:gd name="T4" fmla="*/ 5 w 9"/>
                  <a:gd name="T5" fmla="*/ 0 h 31"/>
                  <a:gd name="T6" fmla="*/ 9 w 9"/>
                  <a:gd name="T7" fmla="*/ 1 h 31"/>
                  <a:gd name="T8" fmla="*/ 6 w 9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1">
                    <a:moveTo>
                      <a:pt x="6" y="31"/>
                    </a:moveTo>
                    <a:lnTo>
                      <a:pt x="0" y="3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6" y="3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5" name="Freeform 182"/>
              <p:cNvSpPr>
                <a:spLocks/>
              </p:cNvSpPr>
              <p:nvPr/>
            </p:nvSpPr>
            <p:spPr bwMode="auto">
              <a:xfrm>
                <a:off x="3867150" y="5172394"/>
                <a:ext cx="9525" cy="476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2 h 3"/>
                  <a:gd name="T4" fmla="*/ 6 w 6"/>
                  <a:gd name="T5" fmla="*/ 3 h 3"/>
                  <a:gd name="T6" fmla="*/ 6 w 6"/>
                  <a:gd name="T7" fmla="*/ 0 h 3"/>
                  <a:gd name="T8" fmla="*/ 2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2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6" name="Freeform 183"/>
              <p:cNvSpPr>
                <a:spLocks/>
              </p:cNvSpPr>
              <p:nvPr/>
            </p:nvSpPr>
            <p:spPr bwMode="auto">
              <a:xfrm>
                <a:off x="3794125" y="5026344"/>
                <a:ext cx="133350" cy="131763"/>
              </a:xfrm>
              <a:custGeom>
                <a:avLst/>
                <a:gdLst>
                  <a:gd name="T0" fmla="*/ 56 w 56"/>
                  <a:gd name="T1" fmla="*/ 34 h 55"/>
                  <a:gd name="T2" fmla="*/ 53 w 56"/>
                  <a:gd name="T3" fmla="*/ 29 h 55"/>
                  <a:gd name="T4" fmla="*/ 56 w 56"/>
                  <a:gd name="T5" fmla="*/ 23 h 55"/>
                  <a:gd name="T6" fmla="*/ 48 w 56"/>
                  <a:gd name="T7" fmla="*/ 13 h 55"/>
                  <a:gd name="T8" fmla="*/ 45 w 56"/>
                  <a:gd name="T9" fmla="*/ 13 h 55"/>
                  <a:gd name="T10" fmla="*/ 34 w 56"/>
                  <a:gd name="T11" fmla="*/ 3 h 55"/>
                  <a:gd name="T12" fmla="*/ 28 w 56"/>
                  <a:gd name="T13" fmla="*/ 4 h 55"/>
                  <a:gd name="T14" fmla="*/ 20 w 56"/>
                  <a:gd name="T15" fmla="*/ 1 h 55"/>
                  <a:gd name="T16" fmla="*/ 1 w 56"/>
                  <a:gd name="T17" fmla="*/ 16 h 55"/>
                  <a:gd name="T18" fmla="*/ 11 w 56"/>
                  <a:gd name="T19" fmla="*/ 34 h 55"/>
                  <a:gd name="T20" fmla="*/ 11 w 56"/>
                  <a:gd name="T21" fmla="*/ 34 h 55"/>
                  <a:gd name="T22" fmla="*/ 3 w 56"/>
                  <a:gd name="T23" fmla="*/ 42 h 55"/>
                  <a:gd name="T24" fmla="*/ 11 w 56"/>
                  <a:gd name="T25" fmla="*/ 52 h 55"/>
                  <a:gd name="T26" fmla="*/ 17 w 56"/>
                  <a:gd name="T27" fmla="*/ 50 h 55"/>
                  <a:gd name="T28" fmla="*/ 23 w 56"/>
                  <a:gd name="T29" fmla="*/ 55 h 55"/>
                  <a:gd name="T30" fmla="*/ 31 w 56"/>
                  <a:gd name="T31" fmla="*/ 49 h 55"/>
                  <a:gd name="T32" fmla="*/ 37 w 56"/>
                  <a:gd name="T33" fmla="*/ 52 h 55"/>
                  <a:gd name="T34" fmla="*/ 50 w 56"/>
                  <a:gd name="T35" fmla="*/ 42 h 55"/>
                  <a:gd name="T36" fmla="*/ 50 w 56"/>
                  <a:gd name="T37" fmla="*/ 40 h 55"/>
                  <a:gd name="T38" fmla="*/ 56 w 56"/>
                  <a:gd name="T39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6" h="55">
                    <a:moveTo>
                      <a:pt x="56" y="34"/>
                    </a:moveTo>
                    <a:cubicBezTo>
                      <a:pt x="56" y="32"/>
                      <a:pt x="55" y="30"/>
                      <a:pt x="53" y="29"/>
                    </a:cubicBezTo>
                    <a:cubicBezTo>
                      <a:pt x="55" y="27"/>
                      <a:pt x="56" y="25"/>
                      <a:pt x="56" y="23"/>
                    </a:cubicBezTo>
                    <a:cubicBezTo>
                      <a:pt x="56" y="18"/>
                      <a:pt x="53" y="13"/>
                      <a:pt x="48" y="13"/>
                    </a:cubicBezTo>
                    <a:cubicBezTo>
                      <a:pt x="47" y="13"/>
                      <a:pt x="46" y="13"/>
                      <a:pt x="45" y="13"/>
                    </a:cubicBezTo>
                    <a:cubicBezTo>
                      <a:pt x="44" y="8"/>
                      <a:pt x="40" y="4"/>
                      <a:pt x="34" y="3"/>
                    </a:cubicBezTo>
                    <a:cubicBezTo>
                      <a:pt x="32" y="3"/>
                      <a:pt x="30" y="3"/>
                      <a:pt x="28" y="4"/>
                    </a:cubicBezTo>
                    <a:cubicBezTo>
                      <a:pt x="25" y="3"/>
                      <a:pt x="23" y="2"/>
                      <a:pt x="20" y="1"/>
                    </a:cubicBezTo>
                    <a:cubicBezTo>
                      <a:pt x="11" y="0"/>
                      <a:pt x="2" y="7"/>
                      <a:pt x="1" y="16"/>
                    </a:cubicBezTo>
                    <a:cubicBezTo>
                      <a:pt x="0" y="24"/>
                      <a:pt x="4" y="31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7" y="34"/>
                      <a:pt x="4" y="38"/>
                      <a:pt x="3" y="42"/>
                    </a:cubicBezTo>
                    <a:cubicBezTo>
                      <a:pt x="2" y="47"/>
                      <a:pt x="6" y="51"/>
                      <a:pt x="11" y="52"/>
                    </a:cubicBezTo>
                    <a:cubicBezTo>
                      <a:pt x="13" y="52"/>
                      <a:pt x="16" y="52"/>
                      <a:pt x="17" y="50"/>
                    </a:cubicBezTo>
                    <a:cubicBezTo>
                      <a:pt x="18" y="52"/>
                      <a:pt x="20" y="54"/>
                      <a:pt x="23" y="55"/>
                    </a:cubicBezTo>
                    <a:cubicBezTo>
                      <a:pt x="27" y="55"/>
                      <a:pt x="30" y="53"/>
                      <a:pt x="31" y="49"/>
                    </a:cubicBezTo>
                    <a:cubicBezTo>
                      <a:pt x="33" y="51"/>
                      <a:pt x="35" y="52"/>
                      <a:pt x="37" y="52"/>
                    </a:cubicBezTo>
                    <a:cubicBezTo>
                      <a:pt x="43" y="53"/>
                      <a:pt x="49" y="48"/>
                      <a:pt x="50" y="42"/>
                    </a:cubicBezTo>
                    <a:cubicBezTo>
                      <a:pt x="50" y="41"/>
                      <a:pt x="50" y="41"/>
                      <a:pt x="50" y="40"/>
                    </a:cubicBezTo>
                    <a:cubicBezTo>
                      <a:pt x="53" y="40"/>
                      <a:pt x="55" y="38"/>
                      <a:pt x="56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7" name="Freeform 184"/>
              <p:cNvSpPr>
                <a:spLocks/>
              </p:cNvSpPr>
              <p:nvPr/>
            </p:nvSpPr>
            <p:spPr bwMode="auto">
              <a:xfrm>
                <a:off x="3759200" y="5062856"/>
                <a:ext cx="46038" cy="30163"/>
              </a:xfrm>
              <a:custGeom>
                <a:avLst/>
                <a:gdLst>
                  <a:gd name="T0" fmla="*/ 19 w 19"/>
                  <a:gd name="T1" fmla="*/ 2 h 13"/>
                  <a:gd name="T2" fmla="*/ 9 w 19"/>
                  <a:gd name="T3" fmla="*/ 11 h 13"/>
                  <a:gd name="T4" fmla="*/ 0 w 19"/>
                  <a:gd name="T5" fmla="*/ 11 h 13"/>
                  <a:gd name="T6" fmla="*/ 9 w 19"/>
                  <a:gd name="T7" fmla="*/ 2 h 13"/>
                  <a:gd name="T8" fmla="*/ 19 w 19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3">
                    <a:moveTo>
                      <a:pt x="19" y="2"/>
                    </a:moveTo>
                    <a:cubicBezTo>
                      <a:pt x="17" y="6"/>
                      <a:pt x="13" y="10"/>
                      <a:pt x="9" y="11"/>
                    </a:cubicBezTo>
                    <a:cubicBezTo>
                      <a:pt x="5" y="13"/>
                      <a:pt x="2" y="13"/>
                      <a:pt x="0" y="11"/>
                    </a:cubicBezTo>
                    <a:cubicBezTo>
                      <a:pt x="2" y="7"/>
                      <a:pt x="5" y="3"/>
                      <a:pt x="9" y="2"/>
                    </a:cubicBezTo>
                    <a:cubicBezTo>
                      <a:pt x="13" y="0"/>
                      <a:pt x="16" y="0"/>
                      <a:pt x="19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8" name="Freeform 185"/>
              <p:cNvSpPr>
                <a:spLocks/>
              </p:cNvSpPr>
              <p:nvPr/>
            </p:nvSpPr>
            <p:spPr bwMode="auto">
              <a:xfrm>
                <a:off x="3759200" y="5067619"/>
                <a:ext cx="46038" cy="25400"/>
              </a:xfrm>
              <a:custGeom>
                <a:avLst/>
                <a:gdLst>
                  <a:gd name="T0" fmla="*/ 9 w 19"/>
                  <a:gd name="T1" fmla="*/ 9 h 11"/>
                  <a:gd name="T2" fmla="*/ 19 w 19"/>
                  <a:gd name="T3" fmla="*/ 0 h 11"/>
                  <a:gd name="T4" fmla="*/ 0 w 19"/>
                  <a:gd name="T5" fmla="*/ 9 h 11"/>
                  <a:gd name="T6" fmla="*/ 9 w 1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9" y="9"/>
                    </a:moveTo>
                    <a:cubicBezTo>
                      <a:pt x="13" y="8"/>
                      <a:pt x="17" y="4"/>
                      <a:pt x="19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5" y="11"/>
                      <a:pt x="9" y="9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" name="Freeform 186"/>
              <p:cNvSpPr>
                <a:spLocks/>
              </p:cNvSpPr>
              <p:nvPr/>
            </p:nvSpPr>
            <p:spPr bwMode="auto">
              <a:xfrm>
                <a:off x="3833813" y="5067619"/>
                <a:ext cx="38100" cy="38100"/>
              </a:xfrm>
              <a:custGeom>
                <a:avLst/>
                <a:gdLst>
                  <a:gd name="T0" fmla="*/ 0 w 16"/>
                  <a:gd name="T1" fmla="*/ 2 h 16"/>
                  <a:gd name="T2" fmla="*/ 7 w 16"/>
                  <a:gd name="T3" fmla="*/ 13 h 16"/>
                  <a:gd name="T4" fmla="*/ 16 w 16"/>
                  <a:gd name="T5" fmla="*/ 15 h 16"/>
                  <a:gd name="T6" fmla="*/ 10 w 16"/>
                  <a:gd name="T7" fmla="*/ 4 h 16"/>
                  <a:gd name="T8" fmla="*/ 0 w 16"/>
                  <a:gd name="T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0" y="2"/>
                    </a:moveTo>
                    <a:cubicBezTo>
                      <a:pt x="1" y="6"/>
                      <a:pt x="4" y="10"/>
                      <a:pt x="7" y="13"/>
                    </a:cubicBezTo>
                    <a:cubicBezTo>
                      <a:pt x="10" y="16"/>
                      <a:pt x="14" y="16"/>
                      <a:pt x="16" y="15"/>
                    </a:cubicBezTo>
                    <a:cubicBezTo>
                      <a:pt x="15" y="11"/>
                      <a:pt x="13" y="6"/>
                      <a:pt x="10" y="4"/>
                    </a:cubicBezTo>
                    <a:cubicBezTo>
                      <a:pt x="6" y="1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" name="Freeform 187"/>
              <p:cNvSpPr>
                <a:spLocks/>
              </p:cNvSpPr>
              <p:nvPr/>
            </p:nvSpPr>
            <p:spPr bwMode="auto">
              <a:xfrm>
                <a:off x="3833813" y="5072381"/>
                <a:ext cx="38100" cy="33338"/>
              </a:xfrm>
              <a:custGeom>
                <a:avLst/>
                <a:gdLst>
                  <a:gd name="T0" fmla="*/ 7 w 16"/>
                  <a:gd name="T1" fmla="*/ 11 h 14"/>
                  <a:gd name="T2" fmla="*/ 0 w 16"/>
                  <a:gd name="T3" fmla="*/ 0 h 14"/>
                  <a:gd name="T4" fmla="*/ 16 w 16"/>
                  <a:gd name="T5" fmla="*/ 13 h 14"/>
                  <a:gd name="T6" fmla="*/ 7 w 16"/>
                  <a:gd name="T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7" y="11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4"/>
                      <a:pt x="10" y="14"/>
                      <a:pt x="7" y="11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" name="Freeform 188"/>
              <p:cNvSpPr>
                <a:spLocks/>
              </p:cNvSpPr>
              <p:nvPr/>
            </p:nvSpPr>
            <p:spPr bwMode="auto">
              <a:xfrm>
                <a:off x="3776663" y="5048569"/>
                <a:ext cx="79375" cy="88900"/>
              </a:xfrm>
              <a:custGeom>
                <a:avLst/>
                <a:gdLst>
                  <a:gd name="T0" fmla="*/ 32 w 33"/>
                  <a:gd name="T1" fmla="*/ 21 h 37"/>
                  <a:gd name="T2" fmla="*/ 14 w 33"/>
                  <a:gd name="T3" fmla="*/ 36 h 37"/>
                  <a:gd name="T4" fmla="*/ 2 w 33"/>
                  <a:gd name="T5" fmla="*/ 17 h 37"/>
                  <a:gd name="T6" fmla="*/ 19 w 33"/>
                  <a:gd name="T7" fmla="*/ 1 h 37"/>
                  <a:gd name="T8" fmla="*/ 32 w 33"/>
                  <a:gd name="T9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32" y="21"/>
                    </a:moveTo>
                    <a:cubicBezTo>
                      <a:pt x="30" y="30"/>
                      <a:pt x="23" y="37"/>
                      <a:pt x="14" y="36"/>
                    </a:cubicBezTo>
                    <a:cubicBezTo>
                      <a:pt x="6" y="35"/>
                      <a:pt x="0" y="26"/>
                      <a:pt x="2" y="17"/>
                    </a:cubicBezTo>
                    <a:cubicBezTo>
                      <a:pt x="3" y="7"/>
                      <a:pt x="11" y="0"/>
                      <a:pt x="19" y="1"/>
                    </a:cubicBezTo>
                    <a:cubicBezTo>
                      <a:pt x="27" y="2"/>
                      <a:pt x="33" y="11"/>
                      <a:pt x="32" y="2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2" name="Freeform 189"/>
              <p:cNvSpPr>
                <a:spLocks/>
              </p:cNvSpPr>
              <p:nvPr/>
            </p:nvSpPr>
            <p:spPr bwMode="auto">
              <a:xfrm>
                <a:off x="3810000" y="5050156"/>
                <a:ext cx="46038" cy="87313"/>
              </a:xfrm>
              <a:custGeom>
                <a:avLst/>
                <a:gdLst>
                  <a:gd name="T0" fmla="*/ 18 w 19"/>
                  <a:gd name="T1" fmla="*/ 20 h 36"/>
                  <a:gd name="T2" fmla="*/ 5 w 19"/>
                  <a:gd name="T3" fmla="*/ 0 h 36"/>
                  <a:gd name="T4" fmla="*/ 0 w 19"/>
                  <a:gd name="T5" fmla="*/ 35 h 36"/>
                  <a:gd name="T6" fmla="*/ 18 w 19"/>
                  <a:gd name="T7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8" y="20"/>
                    </a:moveTo>
                    <a:cubicBezTo>
                      <a:pt x="19" y="10"/>
                      <a:pt x="13" y="1"/>
                      <a:pt x="5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9" y="36"/>
                      <a:pt x="16" y="29"/>
                      <a:pt x="18" y="2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3" name="Oval 190"/>
              <p:cNvSpPr>
                <a:spLocks noChangeArrowheads="1"/>
              </p:cNvSpPr>
              <p:nvPr/>
            </p:nvSpPr>
            <p:spPr bwMode="auto">
              <a:xfrm>
                <a:off x="3800475" y="5096194"/>
                <a:ext cx="9525" cy="9525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4" name="Freeform 191"/>
              <p:cNvSpPr>
                <a:spLocks/>
              </p:cNvSpPr>
              <p:nvPr/>
            </p:nvSpPr>
            <p:spPr bwMode="auto">
              <a:xfrm>
                <a:off x="3822700" y="5097781"/>
                <a:ext cx="6350" cy="9525"/>
              </a:xfrm>
              <a:custGeom>
                <a:avLst/>
                <a:gdLst>
                  <a:gd name="T0" fmla="*/ 3 w 3"/>
                  <a:gd name="T1" fmla="*/ 2 h 4"/>
                  <a:gd name="T2" fmla="*/ 1 w 3"/>
                  <a:gd name="T3" fmla="*/ 4 h 4"/>
                  <a:gd name="T4" fmla="*/ 0 w 3"/>
                  <a:gd name="T5" fmla="*/ 2 h 4"/>
                  <a:gd name="T6" fmla="*/ 2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5" name="Rectangle 192"/>
              <p:cNvSpPr>
                <a:spLocks noChangeArrowheads="1"/>
              </p:cNvSpPr>
              <p:nvPr/>
            </p:nvSpPr>
            <p:spPr bwMode="auto">
              <a:xfrm>
                <a:off x="7146925" y="5431156"/>
                <a:ext cx="9525" cy="31750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6" name="Rectangle 193"/>
              <p:cNvSpPr>
                <a:spLocks noChangeArrowheads="1"/>
              </p:cNvSpPr>
              <p:nvPr/>
            </p:nvSpPr>
            <p:spPr bwMode="auto">
              <a:xfrm>
                <a:off x="7146925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7" name="Rectangle 194"/>
              <p:cNvSpPr>
                <a:spLocks noChangeArrowheads="1"/>
              </p:cNvSpPr>
              <p:nvPr/>
            </p:nvSpPr>
            <p:spPr bwMode="auto">
              <a:xfrm>
                <a:off x="7173913" y="5426394"/>
                <a:ext cx="9525" cy="36513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8" name="Rectangle 195"/>
              <p:cNvSpPr>
                <a:spLocks noChangeArrowheads="1"/>
              </p:cNvSpPr>
              <p:nvPr/>
            </p:nvSpPr>
            <p:spPr bwMode="auto">
              <a:xfrm>
                <a:off x="71739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9" name="Rectangle 196"/>
              <p:cNvSpPr>
                <a:spLocks noChangeArrowheads="1"/>
              </p:cNvSpPr>
              <p:nvPr/>
            </p:nvSpPr>
            <p:spPr bwMode="auto">
              <a:xfrm>
                <a:off x="7062788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0" name="Rectangle 197"/>
              <p:cNvSpPr>
                <a:spLocks noChangeArrowheads="1"/>
              </p:cNvSpPr>
              <p:nvPr/>
            </p:nvSpPr>
            <p:spPr bwMode="auto">
              <a:xfrm>
                <a:off x="7062788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" name="Rectangle 198"/>
              <p:cNvSpPr>
                <a:spLocks noChangeArrowheads="1"/>
              </p:cNvSpPr>
              <p:nvPr/>
            </p:nvSpPr>
            <p:spPr bwMode="auto">
              <a:xfrm>
                <a:off x="7085013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2" name="Rectangle 199"/>
              <p:cNvSpPr>
                <a:spLocks noChangeArrowheads="1"/>
              </p:cNvSpPr>
              <p:nvPr/>
            </p:nvSpPr>
            <p:spPr bwMode="auto">
              <a:xfrm>
                <a:off x="70850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3" name="Freeform 200"/>
              <p:cNvSpPr>
                <a:spLocks/>
              </p:cNvSpPr>
              <p:nvPr/>
            </p:nvSpPr>
            <p:spPr bwMode="auto">
              <a:xfrm>
                <a:off x="7032625" y="5278756"/>
                <a:ext cx="174625" cy="161925"/>
              </a:xfrm>
              <a:custGeom>
                <a:avLst/>
                <a:gdLst>
                  <a:gd name="T0" fmla="*/ 0 w 73"/>
                  <a:gd name="T1" fmla="*/ 31 h 68"/>
                  <a:gd name="T2" fmla="*/ 4 w 73"/>
                  <a:gd name="T3" fmla="*/ 39 h 68"/>
                  <a:gd name="T4" fmla="*/ 1 w 73"/>
                  <a:gd name="T5" fmla="*/ 46 h 68"/>
                  <a:gd name="T6" fmla="*/ 13 w 73"/>
                  <a:gd name="T7" fmla="*/ 58 h 68"/>
                  <a:gd name="T8" fmla="*/ 17 w 73"/>
                  <a:gd name="T9" fmla="*/ 57 h 68"/>
                  <a:gd name="T10" fmla="*/ 32 w 73"/>
                  <a:gd name="T11" fmla="*/ 68 h 68"/>
                  <a:gd name="T12" fmla="*/ 41 w 73"/>
                  <a:gd name="T13" fmla="*/ 65 h 68"/>
                  <a:gd name="T14" fmla="*/ 51 w 73"/>
                  <a:gd name="T15" fmla="*/ 68 h 68"/>
                  <a:gd name="T16" fmla="*/ 73 w 73"/>
                  <a:gd name="T17" fmla="*/ 46 h 68"/>
                  <a:gd name="T18" fmla="*/ 57 w 73"/>
                  <a:gd name="T19" fmla="*/ 25 h 68"/>
                  <a:gd name="T20" fmla="*/ 57 w 73"/>
                  <a:gd name="T21" fmla="*/ 25 h 68"/>
                  <a:gd name="T22" fmla="*/ 66 w 73"/>
                  <a:gd name="T23" fmla="*/ 13 h 68"/>
                  <a:gd name="T24" fmla="*/ 54 w 73"/>
                  <a:gd name="T25" fmla="*/ 2 h 68"/>
                  <a:gd name="T26" fmla="*/ 46 w 73"/>
                  <a:gd name="T27" fmla="*/ 5 h 68"/>
                  <a:gd name="T28" fmla="*/ 38 w 73"/>
                  <a:gd name="T29" fmla="*/ 0 h 68"/>
                  <a:gd name="T30" fmla="*/ 29 w 73"/>
                  <a:gd name="T31" fmla="*/ 8 h 68"/>
                  <a:gd name="T32" fmla="*/ 21 w 73"/>
                  <a:gd name="T33" fmla="*/ 6 h 68"/>
                  <a:gd name="T34" fmla="*/ 6 w 73"/>
                  <a:gd name="T35" fmla="*/ 21 h 68"/>
                  <a:gd name="T36" fmla="*/ 7 w 73"/>
                  <a:gd name="T37" fmla="*/ 23 h 68"/>
                  <a:gd name="T38" fmla="*/ 0 w 73"/>
                  <a:gd name="T39" fmla="*/ 3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68">
                    <a:moveTo>
                      <a:pt x="0" y="31"/>
                    </a:moveTo>
                    <a:cubicBezTo>
                      <a:pt x="0" y="35"/>
                      <a:pt x="2" y="37"/>
                      <a:pt x="4" y="39"/>
                    </a:cubicBezTo>
                    <a:cubicBezTo>
                      <a:pt x="2" y="41"/>
                      <a:pt x="1" y="43"/>
                      <a:pt x="1" y="46"/>
                    </a:cubicBezTo>
                    <a:cubicBezTo>
                      <a:pt x="1" y="53"/>
                      <a:pt x="7" y="58"/>
                      <a:pt x="13" y="58"/>
                    </a:cubicBezTo>
                    <a:cubicBezTo>
                      <a:pt x="15" y="58"/>
                      <a:pt x="16" y="58"/>
                      <a:pt x="17" y="57"/>
                    </a:cubicBezTo>
                    <a:cubicBezTo>
                      <a:pt x="19" y="63"/>
                      <a:pt x="25" y="68"/>
                      <a:pt x="32" y="68"/>
                    </a:cubicBezTo>
                    <a:cubicBezTo>
                      <a:pt x="35" y="68"/>
                      <a:pt x="38" y="67"/>
                      <a:pt x="41" y="65"/>
                    </a:cubicBezTo>
                    <a:cubicBezTo>
                      <a:pt x="44" y="67"/>
                      <a:pt x="47" y="68"/>
                      <a:pt x="51" y="68"/>
                    </a:cubicBezTo>
                    <a:cubicBezTo>
                      <a:pt x="63" y="68"/>
                      <a:pt x="73" y="58"/>
                      <a:pt x="73" y="46"/>
                    </a:cubicBezTo>
                    <a:cubicBezTo>
                      <a:pt x="73" y="36"/>
                      <a:pt x="66" y="28"/>
                      <a:pt x="57" y="25"/>
                    </a:cubicBezTo>
                    <a:cubicBezTo>
                      <a:pt x="57" y="25"/>
                      <a:pt x="57" y="25"/>
                      <a:pt x="57" y="25"/>
                    </a:cubicBezTo>
                    <a:cubicBezTo>
                      <a:pt x="62" y="24"/>
                      <a:pt x="66" y="19"/>
                      <a:pt x="66" y="13"/>
                    </a:cubicBezTo>
                    <a:cubicBezTo>
                      <a:pt x="66" y="7"/>
                      <a:pt x="61" y="2"/>
                      <a:pt x="54" y="2"/>
                    </a:cubicBezTo>
                    <a:cubicBezTo>
                      <a:pt x="51" y="2"/>
                      <a:pt x="48" y="3"/>
                      <a:pt x="46" y="5"/>
                    </a:cubicBezTo>
                    <a:cubicBezTo>
                      <a:pt x="45" y="2"/>
                      <a:pt x="42" y="0"/>
                      <a:pt x="38" y="0"/>
                    </a:cubicBezTo>
                    <a:cubicBezTo>
                      <a:pt x="34" y="0"/>
                      <a:pt x="30" y="4"/>
                      <a:pt x="29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3" y="6"/>
                      <a:pt x="6" y="12"/>
                      <a:pt x="6" y="21"/>
                    </a:cubicBezTo>
                    <a:cubicBezTo>
                      <a:pt x="6" y="22"/>
                      <a:pt x="6" y="22"/>
                      <a:pt x="7" y="23"/>
                    </a:cubicBezTo>
                    <a:cubicBezTo>
                      <a:pt x="3" y="24"/>
                      <a:pt x="0" y="27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4" name="Freeform 201"/>
              <p:cNvSpPr>
                <a:spLocks/>
              </p:cNvSpPr>
              <p:nvPr/>
            </p:nvSpPr>
            <p:spPr bwMode="auto">
              <a:xfrm>
                <a:off x="7170738" y="5261294"/>
                <a:ext cx="41275" cy="60325"/>
              </a:xfrm>
              <a:custGeom>
                <a:avLst/>
                <a:gdLst>
                  <a:gd name="T0" fmla="*/ 16 w 17"/>
                  <a:gd name="T1" fmla="*/ 25 h 25"/>
                  <a:gd name="T2" fmla="*/ 14 w 17"/>
                  <a:gd name="T3" fmla="*/ 7 h 25"/>
                  <a:gd name="T4" fmla="*/ 0 w 17"/>
                  <a:gd name="T5" fmla="*/ 0 h 25"/>
                  <a:gd name="T6" fmla="*/ 11 w 17"/>
                  <a:gd name="T7" fmla="*/ 10 h 25"/>
                  <a:gd name="T8" fmla="*/ 11 w 17"/>
                  <a:gd name="T9" fmla="*/ 25 h 25"/>
                  <a:gd name="T10" fmla="*/ 16 w 17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5">
                    <a:moveTo>
                      <a:pt x="16" y="25"/>
                    </a:moveTo>
                    <a:cubicBezTo>
                      <a:pt x="16" y="25"/>
                      <a:pt x="17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2" y="17"/>
                      <a:pt x="11" y="25"/>
                      <a:pt x="11" y="25"/>
                    </a:cubicBez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5" name="Freeform 202"/>
              <p:cNvSpPr>
                <a:spLocks/>
              </p:cNvSpPr>
              <p:nvPr/>
            </p:nvSpPr>
            <p:spPr bwMode="auto">
              <a:xfrm>
                <a:off x="7142163" y="5261294"/>
                <a:ext cx="42863" cy="60325"/>
              </a:xfrm>
              <a:custGeom>
                <a:avLst/>
                <a:gdLst>
                  <a:gd name="T0" fmla="*/ 17 w 18"/>
                  <a:gd name="T1" fmla="*/ 25 h 25"/>
                  <a:gd name="T2" fmla="*/ 14 w 18"/>
                  <a:gd name="T3" fmla="*/ 7 h 25"/>
                  <a:gd name="T4" fmla="*/ 0 w 18"/>
                  <a:gd name="T5" fmla="*/ 0 h 25"/>
                  <a:gd name="T6" fmla="*/ 11 w 18"/>
                  <a:gd name="T7" fmla="*/ 10 h 25"/>
                  <a:gd name="T8" fmla="*/ 11 w 18"/>
                  <a:gd name="T9" fmla="*/ 25 h 25"/>
                  <a:gd name="T10" fmla="*/ 17 w 18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17" y="25"/>
                    </a:moveTo>
                    <a:cubicBezTo>
                      <a:pt x="17" y="25"/>
                      <a:pt x="18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3" y="17"/>
                      <a:pt x="11" y="25"/>
                      <a:pt x="11" y="25"/>
                    </a:cubicBezTo>
                    <a:lnTo>
                      <a:pt x="17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6" name="Freeform 203"/>
              <p:cNvSpPr>
                <a:spLocks/>
              </p:cNvSpPr>
              <p:nvPr/>
            </p:nvSpPr>
            <p:spPr bwMode="auto">
              <a:xfrm>
                <a:off x="7204075" y="5332731"/>
                <a:ext cx="41275" cy="34925"/>
              </a:xfrm>
              <a:custGeom>
                <a:avLst/>
                <a:gdLst>
                  <a:gd name="T0" fmla="*/ 0 w 17"/>
                  <a:gd name="T1" fmla="*/ 2 h 14"/>
                  <a:gd name="T2" fmla="*/ 8 w 17"/>
                  <a:gd name="T3" fmla="*/ 12 h 14"/>
                  <a:gd name="T4" fmla="*/ 17 w 17"/>
                  <a:gd name="T5" fmla="*/ 12 h 14"/>
                  <a:gd name="T6" fmla="*/ 9 w 17"/>
                  <a:gd name="T7" fmla="*/ 2 h 14"/>
                  <a:gd name="T8" fmla="*/ 0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0" y="2"/>
                    </a:moveTo>
                    <a:cubicBezTo>
                      <a:pt x="1" y="6"/>
                      <a:pt x="4" y="9"/>
                      <a:pt x="8" y="12"/>
                    </a:cubicBezTo>
                    <a:cubicBezTo>
                      <a:pt x="12" y="14"/>
                      <a:pt x="15" y="14"/>
                      <a:pt x="17" y="12"/>
                    </a:cubicBezTo>
                    <a:cubicBezTo>
                      <a:pt x="16" y="8"/>
                      <a:pt x="13" y="4"/>
                      <a:pt x="9" y="2"/>
                    </a:cubicBezTo>
                    <a:cubicBezTo>
                      <a:pt x="6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7" name="Freeform 204"/>
              <p:cNvSpPr>
                <a:spLocks/>
              </p:cNvSpPr>
              <p:nvPr/>
            </p:nvSpPr>
            <p:spPr bwMode="auto">
              <a:xfrm>
                <a:off x="7204075" y="5337494"/>
                <a:ext cx="41275" cy="30163"/>
              </a:xfrm>
              <a:custGeom>
                <a:avLst/>
                <a:gdLst>
                  <a:gd name="T0" fmla="*/ 8 w 17"/>
                  <a:gd name="T1" fmla="*/ 10 h 12"/>
                  <a:gd name="T2" fmla="*/ 0 w 17"/>
                  <a:gd name="T3" fmla="*/ 0 h 12"/>
                  <a:gd name="T4" fmla="*/ 17 w 17"/>
                  <a:gd name="T5" fmla="*/ 10 h 12"/>
                  <a:gd name="T6" fmla="*/ 8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8" y="10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2"/>
                      <a:pt x="12" y="12"/>
                      <a:pt x="8" y="1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" name="Freeform 206"/>
              <p:cNvSpPr>
                <a:spLocks/>
              </p:cNvSpPr>
              <p:nvPr/>
            </p:nvSpPr>
            <p:spPr bwMode="auto">
              <a:xfrm>
                <a:off x="7132638" y="5332731"/>
                <a:ext cx="41275" cy="34925"/>
              </a:xfrm>
              <a:custGeom>
                <a:avLst/>
                <a:gdLst>
                  <a:gd name="T0" fmla="*/ 17 w 17"/>
                  <a:gd name="T1" fmla="*/ 2 h 14"/>
                  <a:gd name="T2" fmla="*/ 9 w 17"/>
                  <a:gd name="T3" fmla="*/ 12 h 14"/>
                  <a:gd name="T4" fmla="*/ 0 w 17"/>
                  <a:gd name="T5" fmla="*/ 12 h 14"/>
                  <a:gd name="T6" fmla="*/ 8 w 17"/>
                  <a:gd name="T7" fmla="*/ 2 h 14"/>
                  <a:gd name="T8" fmla="*/ 17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17" y="2"/>
                    </a:moveTo>
                    <a:cubicBezTo>
                      <a:pt x="16" y="6"/>
                      <a:pt x="13" y="9"/>
                      <a:pt x="9" y="12"/>
                    </a:cubicBezTo>
                    <a:cubicBezTo>
                      <a:pt x="6" y="14"/>
                      <a:pt x="2" y="14"/>
                      <a:pt x="0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2" y="0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" name="Freeform 207"/>
              <p:cNvSpPr>
                <a:spLocks/>
              </p:cNvSpPr>
              <p:nvPr/>
            </p:nvSpPr>
            <p:spPr bwMode="auto">
              <a:xfrm>
                <a:off x="7132638" y="5337493"/>
                <a:ext cx="41275" cy="30163"/>
              </a:xfrm>
              <a:custGeom>
                <a:avLst/>
                <a:gdLst>
                  <a:gd name="T0" fmla="*/ 9 w 17"/>
                  <a:gd name="T1" fmla="*/ 10 h 12"/>
                  <a:gd name="T2" fmla="*/ 17 w 17"/>
                  <a:gd name="T3" fmla="*/ 0 h 12"/>
                  <a:gd name="T4" fmla="*/ 0 w 17"/>
                  <a:gd name="T5" fmla="*/ 10 h 12"/>
                  <a:gd name="T6" fmla="*/ 9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10"/>
                    </a:moveTo>
                    <a:cubicBezTo>
                      <a:pt x="13" y="7"/>
                      <a:pt x="16" y="4"/>
                      <a:pt x="17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6" y="12"/>
                      <a:pt x="9" y="10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" name="Freeform 208"/>
              <p:cNvSpPr>
                <a:spLocks/>
              </p:cNvSpPr>
              <p:nvPr/>
            </p:nvSpPr>
            <p:spPr bwMode="auto">
              <a:xfrm>
                <a:off x="7189788" y="5313681"/>
                <a:ext cx="39688" cy="103188"/>
              </a:xfrm>
              <a:custGeom>
                <a:avLst/>
                <a:gdLst>
                  <a:gd name="T0" fmla="*/ 0 w 16"/>
                  <a:gd name="T1" fmla="*/ 0 h 43"/>
                  <a:gd name="T2" fmla="*/ 5 w 16"/>
                  <a:gd name="T3" fmla="*/ 0 h 43"/>
                  <a:gd name="T4" fmla="*/ 16 w 16"/>
                  <a:gd name="T5" fmla="*/ 11 h 43"/>
                  <a:gd name="T6" fmla="*/ 12 w 16"/>
                  <a:gd name="T7" fmla="*/ 31 h 43"/>
                  <a:gd name="T8" fmla="*/ 1 w 16"/>
                  <a:gd name="T9" fmla="*/ 43 h 43"/>
                  <a:gd name="T10" fmla="*/ 0 w 16"/>
                  <a:gd name="T11" fmla="*/ 43 h 43"/>
                  <a:gd name="T12" fmla="*/ 0 w 16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1" y="0"/>
                      <a:pt x="16" y="5"/>
                      <a:pt x="16" y="1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1" y="39"/>
                      <a:pt x="7" y="43"/>
                      <a:pt x="1" y="43"/>
                    </a:cubicBezTo>
                    <a:cubicBezTo>
                      <a:pt x="0" y="43"/>
                      <a:pt x="0" y="43"/>
                      <a:pt x="0" y="4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" name="Freeform 209"/>
              <p:cNvSpPr>
                <a:spLocks/>
              </p:cNvSpPr>
              <p:nvPr/>
            </p:nvSpPr>
            <p:spPr bwMode="auto">
              <a:xfrm>
                <a:off x="7150100" y="5313681"/>
                <a:ext cx="39688" cy="103188"/>
              </a:xfrm>
              <a:custGeom>
                <a:avLst/>
                <a:gdLst>
                  <a:gd name="T0" fmla="*/ 17 w 17"/>
                  <a:gd name="T1" fmla="*/ 0 h 43"/>
                  <a:gd name="T2" fmla="*/ 11 w 17"/>
                  <a:gd name="T3" fmla="*/ 0 h 43"/>
                  <a:gd name="T4" fmla="*/ 0 w 17"/>
                  <a:gd name="T5" fmla="*/ 11 h 43"/>
                  <a:gd name="T6" fmla="*/ 4 w 17"/>
                  <a:gd name="T7" fmla="*/ 31 h 43"/>
                  <a:gd name="T8" fmla="*/ 16 w 17"/>
                  <a:gd name="T9" fmla="*/ 43 h 43"/>
                  <a:gd name="T10" fmla="*/ 17 w 17"/>
                  <a:gd name="T11" fmla="*/ 43 h 43"/>
                  <a:gd name="T12" fmla="*/ 17 w 17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3">
                    <a:moveTo>
                      <a:pt x="17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9"/>
                      <a:pt x="9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" name="Oval 210"/>
              <p:cNvSpPr>
                <a:spLocks noChangeArrowheads="1"/>
              </p:cNvSpPr>
              <p:nvPr/>
            </p:nvSpPr>
            <p:spPr bwMode="auto">
              <a:xfrm>
                <a:off x="7197725" y="5350193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" name="Oval 211"/>
              <p:cNvSpPr>
                <a:spLocks noChangeArrowheads="1"/>
              </p:cNvSpPr>
              <p:nvPr/>
            </p:nvSpPr>
            <p:spPr bwMode="auto">
              <a:xfrm>
                <a:off x="7170738" y="5350193"/>
                <a:ext cx="9525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" name="Freeform 212"/>
              <p:cNvSpPr>
                <a:spLocks/>
              </p:cNvSpPr>
              <p:nvPr/>
            </p:nvSpPr>
            <p:spPr bwMode="auto">
              <a:xfrm>
                <a:off x="8553450" y="5161281"/>
                <a:ext cx="9525" cy="15875"/>
              </a:xfrm>
              <a:custGeom>
                <a:avLst/>
                <a:gdLst>
                  <a:gd name="T0" fmla="*/ 3 w 6"/>
                  <a:gd name="T1" fmla="*/ 10 h 10"/>
                  <a:gd name="T2" fmla="*/ 6 w 6"/>
                  <a:gd name="T3" fmla="*/ 10 h 10"/>
                  <a:gd name="T4" fmla="*/ 5 w 6"/>
                  <a:gd name="T5" fmla="*/ 0 h 10"/>
                  <a:gd name="T6" fmla="*/ 0 w 6"/>
                  <a:gd name="T7" fmla="*/ 1 h 10"/>
                  <a:gd name="T8" fmla="*/ 3 w 6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10"/>
                    </a:moveTo>
                    <a:lnTo>
                      <a:pt x="6" y="10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" name="Rectangle 213"/>
              <p:cNvSpPr>
                <a:spLocks noChangeArrowheads="1"/>
              </p:cNvSpPr>
              <p:nvPr/>
            </p:nvSpPr>
            <p:spPr bwMode="auto">
              <a:xfrm>
                <a:off x="8558213" y="5175568"/>
                <a:ext cx="4763" cy="158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" name="Freeform 214"/>
              <p:cNvSpPr>
                <a:spLocks/>
              </p:cNvSpPr>
              <p:nvPr/>
            </p:nvSpPr>
            <p:spPr bwMode="auto">
              <a:xfrm>
                <a:off x="8567738" y="5153343"/>
                <a:ext cx="9525" cy="22225"/>
              </a:xfrm>
              <a:custGeom>
                <a:avLst/>
                <a:gdLst>
                  <a:gd name="T0" fmla="*/ 3 w 6"/>
                  <a:gd name="T1" fmla="*/ 14 h 14"/>
                  <a:gd name="T2" fmla="*/ 6 w 6"/>
                  <a:gd name="T3" fmla="*/ 14 h 14"/>
                  <a:gd name="T4" fmla="*/ 3 w 6"/>
                  <a:gd name="T5" fmla="*/ 0 h 14"/>
                  <a:gd name="T6" fmla="*/ 0 w 6"/>
                  <a:gd name="T7" fmla="*/ 2 h 14"/>
                  <a:gd name="T8" fmla="*/ 3 w 6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3" y="14"/>
                    </a:moveTo>
                    <a:lnTo>
                      <a:pt x="6" y="1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" name="Freeform 215"/>
              <p:cNvSpPr>
                <a:spLocks/>
              </p:cNvSpPr>
              <p:nvPr/>
            </p:nvSpPr>
            <p:spPr bwMode="auto">
              <a:xfrm>
                <a:off x="8572500" y="5170806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" name="Freeform 216"/>
              <p:cNvSpPr>
                <a:spLocks/>
              </p:cNvSpPr>
              <p:nvPr/>
            </p:nvSpPr>
            <p:spPr bwMode="auto">
              <a:xfrm>
                <a:off x="8502650" y="5151756"/>
                <a:ext cx="12700" cy="38100"/>
              </a:xfrm>
              <a:custGeom>
                <a:avLst/>
                <a:gdLst>
                  <a:gd name="T0" fmla="*/ 5 w 8"/>
                  <a:gd name="T1" fmla="*/ 24 h 24"/>
                  <a:gd name="T2" fmla="*/ 8 w 8"/>
                  <a:gd name="T3" fmla="*/ 22 h 24"/>
                  <a:gd name="T4" fmla="*/ 3 w 8"/>
                  <a:gd name="T5" fmla="*/ 0 h 24"/>
                  <a:gd name="T6" fmla="*/ 0 w 8"/>
                  <a:gd name="T7" fmla="*/ 1 h 24"/>
                  <a:gd name="T8" fmla="*/ 5 w 8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4">
                    <a:moveTo>
                      <a:pt x="5" y="24"/>
                    </a:moveTo>
                    <a:lnTo>
                      <a:pt x="8" y="22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" name="Freeform 217"/>
              <p:cNvSpPr>
                <a:spLocks/>
              </p:cNvSpPr>
              <p:nvPr/>
            </p:nvSpPr>
            <p:spPr bwMode="auto">
              <a:xfrm>
                <a:off x="8510588" y="5185093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" name="Freeform 218"/>
              <p:cNvSpPr>
                <a:spLocks/>
              </p:cNvSpPr>
              <p:nvPr/>
            </p:nvSpPr>
            <p:spPr bwMode="auto">
              <a:xfrm>
                <a:off x="8515350" y="5148581"/>
                <a:ext cx="14288" cy="36513"/>
              </a:xfrm>
              <a:custGeom>
                <a:avLst/>
                <a:gdLst>
                  <a:gd name="T0" fmla="*/ 6 w 9"/>
                  <a:gd name="T1" fmla="*/ 23 h 23"/>
                  <a:gd name="T2" fmla="*/ 9 w 9"/>
                  <a:gd name="T3" fmla="*/ 23 h 23"/>
                  <a:gd name="T4" fmla="*/ 4 w 9"/>
                  <a:gd name="T5" fmla="*/ 0 h 23"/>
                  <a:gd name="T6" fmla="*/ 0 w 9"/>
                  <a:gd name="T7" fmla="*/ 2 h 23"/>
                  <a:gd name="T8" fmla="*/ 6 w 9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6" y="23"/>
                    </a:moveTo>
                    <a:lnTo>
                      <a:pt x="9" y="2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" name="Freeform 219"/>
              <p:cNvSpPr>
                <a:spLocks/>
              </p:cNvSpPr>
              <p:nvPr/>
            </p:nvSpPr>
            <p:spPr bwMode="auto">
              <a:xfrm>
                <a:off x="8521700" y="5181918"/>
                <a:ext cx="7938" cy="3175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2 h 2"/>
                  <a:gd name="T4" fmla="*/ 2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" name="Freeform 220"/>
              <p:cNvSpPr>
                <a:spLocks/>
              </p:cNvSpPr>
              <p:nvPr/>
            </p:nvSpPr>
            <p:spPr bwMode="auto">
              <a:xfrm>
                <a:off x="8478838" y="5073968"/>
                <a:ext cx="106363" cy="98425"/>
              </a:xfrm>
              <a:custGeom>
                <a:avLst/>
                <a:gdLst>
                  <a:gd name="T0" fmla="*/ 1 w 44"/>
                  <a:gd name="T1" fmla="*/ 24 h 41"/>
                  <a:gd name="T2" fmla="*/ 4 w 44"/>
                  <a:gd name="T3" fmla="*/ 27 h 41"/>
                  <a:gd name="T4" fmla="*/ 3 w 44"/>
                  <a:gd name="T5" fmla="*/ 32 h 41"/>
                  <a:gd name="T6" fmla="*/ 11 w 44"/>
                  <a:gd name="T7" fmla="*/ 37 h 41"/>
                  <a:gd name="T8" fmla="*/ 13 w 44"/>
                  <a:gd name="T9" fmla="*/ 36 h 41"/>
                  <a:gd name="T10" fmla="*/ 23 w 44"/>
                  <a:gd name="T11" fmla="*/ 41 h 41"/>
                  <a:gd name="T12" fmla="*/ 27 w 44"/>
                  <a:gd name="T13" fmla="*/ 38 h 41"/>
                  <a:gd name="T14" fmla="*/ 33 w 44"/>
                  <a:gd name="T15" fmla="*/ 38 h 41"/>
                  <a:gd name="T16" fmla="*/ 43 w 44"/>
                  <a:gd name="T17" fmla="*/ 23 h 41"/>
                  <a:gd name="T18" fmla="*/ 32 w 44"/>
                  <a:gd name="T19" fmla="*/ 14 h 41"/>
                  <a:gd name="T20" fmla="*/ 32 w 44"/>
                  <a:gd name="T21" fmla="*/ 13 h 41"/>
                  <a:gd name="T22" fmla="*/ 35 w 44"/>
                  <a:gd name="T23" fmla="*/ 6 h 41"/>
                  <a:gd name="T24" fmla="*/ 28 w 44"/>
                  <a:gd name="T25" fmla="*/ 1 h 41"/>
                  <a:gd name="T26" fmla="*/ 23 w 44"/>
                  <a:gd name="T27" fmla="*/ 4 h 41"/>
                  <a:gd name="T28" fmla="*/ 18 w 44"/>
                  <a:gd name="T29" fmla="*/ 2 h 41"/>
                  <a:gd name="T30" fmla="*/ 14 w 44"/>
                  <a:gd name="T31" fmla="*/ 8 h 41"/>
                  <a:gd name="T32" fmla="*/ 9 w 44"/>
                  <a:gd name="T33" fmla="*/ 7 h 41"/>
                  <a:gd name="T34" fmla="*/ 3 w 44"/>
                  <a:gd name="T35" fmla="*/ 17 h 41"/>
                  <a:gd name="T36" fmla="*/ 3 w 44"/>
                  <a:gd name="T37" fmla="*/ 19 h 41"/>
                  <a:gd name="T38" fmla="*/ 1 w 44"/>
                  <a:gd name="T39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41">
                    <a:moveTo>
                      <a:pt x="1" y="24"/>
                    </a:moveTo>
                    <a:cubicBezTo>
                      <a:pt x="1" y="26"/>
                      <a:pt x="2" y="27"/>
                      <a:pt x="4" y="27"/>
                    </a:cubicBezTo>
                    <a:cubicBezTo>
                      <a:pt x="3" y="29"/>
                      <a:pt x="3" y="30"/>
                      <a:pt x="3" y="32"/>
                    </a:cubicBezTo>
                    <a:cubicBezTo>
                      <a:pt x="4" y="36"/>
                      <a:pt x="8" y="38"/>
                      <a:pt x="11" y="37"/>
                    </a:cubicBezTo>
                    <a:cubicBezTo>
                      <a:pt x="12" y="37"/>
                      <a:pt x="13" y="37"/>
                      <a:pt x="13" y="36"/>
                    </a:cubicBezTo>
                    <a:cubicBezTo>
                      <a:pt x="15" y="39"/>
                      <a:pt x="19" y="41"/>
                      <a:pt x="23" y="41"/>
                    </a:cubicBezTo>
                    <a:cubicBezTo>
                      <a:pt x="25" y="40"/>
                      <a:pt x="26" y="39"/>
                      <a:pt x="27" y="38"/>
                    </a:cubicBezTo>
                    <a:cubicBezTo>
                      <a:pt x="29" y="39"/>
                      <a:pt x="31" y="39"/>
                      <a:pt x="33" y="38"/>
                    </a:cubicBezTo>
                    <a:cubicBezTo>
                      <a:pt x="40" y="37"/>
                      <a:pt x="44" y="30"/>
                      <a:pt x="43" y="23"/>
                    </a:cubicBezTo>
                    <a:cubicBezTo>
                      <a:pt x="42" y="18"/>
                      <a:pt x="37" y="14"/>
                      <a:pt x="32" y="1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4" y="12"/>
                      <a:pt x="36" y="9"/>
                      <a:pt x="35" y="6"/>
                    </a:cubicBezTo>
                    <a:cubicBezTo>
                      <a:pt x="35" y="3"/>
                      <a:pt x="31" y="0"/>
                      <a:pt x="28" y="1"/>
                    </a:cubicBezTo>
                    <a:cubicBezTo>
                      <a:pt x="26" y="1"/>
                      <a:pt x="24" y="2"/>
                      <a:pt x="23" y="4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6" y="3"/>
                      <a:pt x="14" y="5"/>
                      <a:pt x="14" y="8"/>
                    </a:cubicBezTo>
                    <a:cubicBezTo>
                      <a:pt x="13" y="7"/>
                      <a:pt x="11" y="7"/>
                      <a:pt x="9" y="7"/>
                    </a:cubicBezTo>
                    <a:cubicBezTo>
                      <a:pt x="5" y="8"/>
                      <a:pt x="2" y="13"/>
                      <a:pt x="3" y="17"/>
                    </a:cubicBezTo>
                    <a:cubicBezTo>
                      <a:pt x="3" y="18"/>
                      <a:pt x="3" y="18"/>
                      <a:pt x="3" y="19"/>
                    </a:cubicBezTo>
                    <a:cubicBezTo>
                      <a:pt x="1" y="20"/>
                      <a:pt x="0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" name="Freeform 221"/>
              <p:cNvSpPr>
                <a:spLocks/>
              </p:cNvSpPr>
              <p:nvPr/>
            </p:nvSpPr>
            <p:spPr bwMode="auto">
              <a:xfrm>
                <a:off x="8547100" y="5059681"/>
                <a:ext cx="30163" cy="33338"/>
              </a:xfrm>
              <a:custGeom>
                <a:avLst/>
                <a:gdLst>
                  <a:gd name="T0" fmla="*/ 13 w 13"/>
                  <a:gd name="T1" fmla="*/ 14 h 14"/>
                  <a:gd name="T2" fmla="*/ 9 w 13"/>
                  <a:gd name="T3" fmla="*/ 4 h 14"/>
                  <a:gd name="T4" fmla="*/ 0 w 13"/>
                  <a:gd name="T5" fmla="*/ 1 h 14"/>
                  <a:gd name="T6" fmla="*/ 8 w 13"/>
                  <a:gd name="T7" fmla="*/ 6 h 14"/>
                  <a:gd name="T8" fmla="*/ 9 w 13"/>
                  <a:gd name="T9" fmla="*/ 14 h 14"/>
                  <a:gd name="T10" fmla="*/ 13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3" y="14"/>
                      <a:pt x="12" y="7"/>
                      <a:pt x="9" y="4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6" y="3"/>
                      <a:pt x="8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3" y="14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" name="Freeform 222"/>
              <p:cNvSpPr>
                <a:spLocks/>
              </p:cNvSpPr>
              <p:nvPr/>
            </p:nvSpPr>
            <p:spPr bwMode="auto">
              <a:xfrm>
                <a:off x="8531225" y="5064443"/>
                <a:ext cx="30163" cy="33338"/>
              </a:xfrm>
              <a:custGeom>
                <a:avLst/>
                <a:gdLst>
                  <a:gd name="T0" fmla="*/ 12 w 12"/>
                  <a:gd name="T1" fmla="*/ 13 h 14"/>
                  <a:gd name="T2" fmla="*/ 9 w 12"/>
                  <a:gd name="T3" fmla="*/ 3 h 14"/>
                  <a:gd name="T4" fmla="*/ 0 w 12"/>
                  <a:gd name="T5" fmla="*/ 1 h 14"/>
                  <a:gd name="T6" fmla="*/ 7 w 12"/>
                  <a:gd name="T7" fmla="*/ 6 h 14"/>
                  <a:gd name="T8" fmla="*/ 9 w 12"/>
                  <a:gd name="T9" fmla="*/ 14 h 14"/>
                  <a:gd name="T10" fmla="*/ 12 w 12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2" y="13"/>
                    </a:moveTo>
                    <a:cubicBezTo>
                      <a:pt x="12" y="13"/>
                      <a:pt x="11" y="6"/>
                      <a:pt x="9" y="3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5" y="2"/>
                      <a:pt x="7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" name="Freeform 223"/>
              <p:cNvSpPr>
                <a:spLocks/>
              </p:cNvSpPr>
              <p:nvPr/>
            </p:nvSpPr>
            <p:spPr bwMode="auto">
              <a:xfrm>
                <a:off x="8575675" y="5097781"/>
                <a:ext cx="25400" cy="17463"/>
              </a:xfrm>
              <a:custGeom>
                <a:avLst/>
                <a:gdLst>
                  <a:gd name="T0" fmla="*/ 0 w 11"/>
                  <a:gd name="T1" fmla="*/ 2 h 7"/>
                  <a:gd name="T2" fmla="*/ 6 w 11"/>
                  <a:gd name="T3" fmla="*/ 6 h 7"/>
                  <a:gd name="T4" fmla="*/ 11 w 11"/>
                  <a:gd name="T5" fmla="*/ 5 h 7"/>
                  <a:gd name="T6" fmla="*/ 5 w 11"/>
                  <a:gd name="T7" fmla="*/ 1 h 7"/>
                  <a:gd name="T8" fmla="*/ 0 w 11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4"/>
                      <a:pt x="3" y="5"/>
                      <a:pt x="6" y="6"/>
                    </a:cubicBezTo>
                    <a:cubicBezTo>
                      <a:pt x="8" y="7"/>
                      <a:pt x="10" y="7"/>
                      <a:pt x="11" y="5"/>
                    </a:cubicBezTo>
                    <a:cubicBezTo>
                      <a:pt x="10" y="3"/>
                      <a:pt x="8" y="2"/>
                      <a:pt x="5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" name="Freeform 224"/>
              <p:cNvSpPr>
                <a:spLocks/>
              </p:cNvSpPr>
              <p:nvPr/>
            </p:nvSpPr>
            <p:spPr bwMode="auto">
              <a:xfrm>
                <a:off x="8575675" y="5102543"/>
                <a:ext cx="25400" cy="12700"/>
              </a:xfrm>
              <a:custGeom>
                <a:avLst/>
                <a:gdLst>
                  <a:gd name="T0" fmla="*/ 6 w 11"/>
                  <a:gd name="T1" fmla="*/ 4 h 5"/>
                  <a:gd name="T2" fmla="*/ 0 w 11"/>
                  <a:gd name="T3" fmla="*/ 0 h 5"/>
                  <a:gd name="T4" fmla="*/ 11 w 11"/>
                  <a:gd name="T5" fmla="*/ 3 h 5"/>
                  <a:gd name="T6" fmla="*/ 6 w 11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6" y="4"/>
                    </a:moveTo>
                    <a:cubicBezTo>
                      <a:pt x="3" y="3"/>
                      <a:pt x="1" y="2"/>
                      <a:pt x="0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8" y="5"/>
                      <a:pt x="6" y="4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" name="Freeform 225"/>
              <p:cNvSpPr>
                <a:spLocks/>
              </p:cNvSpPr>
              <p:nvPr/>
            </p:nvSpPr>
            <p:spPr bwMode="auto">
              <a:xfrm>
                <a:off x="8535988" y="5102543"/>
                <a:ext cx="22225" cy="25400"/>
              </a:xfrm>
              <a:custGeom>
                <a:avLst/>
                <a:gdLst>
                  <a:gd name="T0" fmla="*/ 9 w 9"/>
                  <a:gd name="T1" fmla="*/ 1 h 10"/>
                  <a:gd name="T2" fmla="*/ 6 w 9"/>
                  <a:gd name="T3" fmla="*/ 8 h 10"/>
                  <a:gd name="T4" fmla="*/ 0 w 9"/>
                  <a:gd name="T5" fmla="*/ 9 h 10"/>
                  <a:gd name="T6" fmla="*/ 4 w 9"/>
                  <a:gd name="T7" fmla="*/ 3 h 10"/>
                  <a:gd name="T8" fmla="*/ 9 w 9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1"/>
                    </a:moveTo>
                    <a:cubicBezTo>
                      <a:pt x="9" y="3"/>
                      <a:pt x="7" y="6"/>
                      <a:pt x="6" y="8"/>
                    </a:cubicBezTo>
                    <a:cubicBezTo>
                      <a:pt x="4" y="9"/>
                      <a:pt x="2" y="10"/>
                      <a:pt x="0" y="9"/>
                    </a:cubicBezTo>
                    <a:cubicBezTo>
                      <a:pt x="1" y="7"/>
                      <a:pt x="2" y="4"/>
                      <a:pt x="4" y="3"/>
                    </a:cubicBezTo>
                    <a:cubicBezTo>
                      <a:pt x="6" y="1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" name="Freeform 226"/>
              <p:cNvSpPr>
                <a:spLocks/>
              </p:cNvSpPr>
              <p:nvPr/>
            </p:nvSpPr>
            <p:spPr bwMode="auto">
              <a:xfrm>
                <a:off x="8535988" y="5105718"/>
                <a:ext cx="22225" cy="22225"/>
              </a:xfrm>
              <a:custGeom>
                <a:avLst/>
                <a:gdLst>
                  <a:gd name="T0" fmla="*/ 6 w 9"/>
                  <a:gd name="T1" fmla="*/ 7 h 9"/>
                  <a:gd name="T2" fmla="*/ 9 w 9"/>
                  <a:gd name="T3" fmla="*/ 0 h 9"/>
                  <a:gd name="T4" fmla="*/ 0 w 9"/>
                  <a:gd name="T5" fmla="*/ 8 h 9"/>
                  <a:gd name="T6" fmla="*/ 6 w 9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7"/>
                    </a:moveTo>
                    <a:cubicBezTo>
                      <a:pt x="7" y="5"/>
                      <a:pt x="9" y="2"/>
                      <a:pt x="9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4" y="8"/>
                      <a:pt x="6" y="7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" name="Freeform 227"/>
              <p:cNvSpPr>
                <a:spLocks/>
              </p:cNvSpPr>
              <p:nvPr/>
            </p:nvSpPr>
            <p:spPr bwMode="auto">
              <a:xfrm>
                <a:off x="8562975" y="5086668"/>
                <a:ext cx="26988" cy="61913"/>
              </a:xfrm>
              <a:custGeom>
                <a:avLst/>
                <a:gdLst>
                  <a:gd name="T0" fmla="*/ 0 w 11"/>
                  <a:gd name="T1" fmla="*/ 2 h 26"/>
                  <a:gd name="T2" fmla="*/ 3 w 11"/>
                  <a:gd name="T3" fmla="*/ 1 h 26"/>
                  <a:gd name="T4" fmla="*/ 11 w 11"/>
                  <a:gd name="T5" fmla="*/ 6 h 26"/>
                  <a:gd name="T6" fmla="*/ 11 w 11"/>
                  <a:gd name="T7" fmla="*/ 18 h 26"/>
                  <a:gd name="T8" fmla="*/ 6 w 11"/>
                  <a:gd name="T9" fmla="*/ 26 h 26"/>
                  <a:gd name="T10" fmla="*/ 5 w 11"/>
                  <a:gd name="T11" fmla="*/ 26 h 26"/>
                  <a:gd name="T12" fmla="*/ 0 w 11"/>
                  <a:gd name="T1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6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0"/>
                      <a:pt x="10" y="3"/>
                      <a:pt x="11" y="6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22"/>
                      <a:pt x="10" y="25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" name="Freeform 228"/>
              <p:cNvSpPr>
                <a:spLocks/>
              </p:cNvSpPr>
              <p:nvPr/>
            </p:nvSpPr>
            <p:spPr bwMode="auto">
              <a:xfrm>
                <a:off x="8543925" y="5091431"/>
                <a:ext cx="31750" cy="60325"/>
              </a:xfrm>
              <a:custGeom>
                <a:avLst/>
                <a:gdLst>
                  <a:gd name="T0" fmla="*/ 8 w 13"/>
                  <a:gd name="T1" fmla="*/ 0 h 25"/>
                  <a:gd name="T2" fmla="*/ 5 w 13"/>
                  <a:gd name="T3" fmla="*/ 0 h 25"/>
                  <a:gd name="T4" fmla="*/ 0 w 13"/>
                  <a:gd name="T5" fmla="*/ 8 h 25"/>
                  <a:gd name="T6" fmla="*/ 5 w 13"/>
                  <a:gd name="T7" fmla="*/ 19 h 25"/>
                  <a:gd name="T8" fmla="*/ 13 w 13"/>
                  <a:gd name="T9" fmla="*/ 24 h 25"/>
                  <a:gd name="T10" fmla="*/ 13 w 13"/>
                  <a:gd name="T11" fmla="*/ 24 h 25"/>
                  <a:gd name="T12" fmla="*/ 8 w 1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0" y="5"/>
                      <a:pt x="0" y="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3"/>
                      <a:pt x="9" y="25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" name="Freeform 229"/>
              <p:cNvSpPr>
                <a:spLocks/>
              </p:cNvSpPr>
              <p:nvPr/>
            </p:nvSpPr>
            <p:spPr bwMode="auto">
              <a:xfrm>
                <a:off x="8572500" y="5107306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2 h 3"/>
                  <a:gd name="T6" fmla="*/ 1 w 3"/>
                  <a:gd name="T7" fmla="*/ 1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" name="Freeform 230"/>
              <p:cNvSpPr>
                <a:spLocks/>
              </p:cNvSpPr>
              <p:nvPr/>
            </p:nvSpPr>
            <p:spPr bwMode="auto">
              <a:xfrm>
                <a:off x="8558213" y="5112068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1 h 3"/>
                  <a:gd name="T6" fmla="*/ 1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8" name="Freeform 254"/>
              <p:cNvSpPr>
                <a:spLocks/>
              </p:cNvSpPr>
              <p:nvPr/>
            </p:nvSpPr>
            <p:spPr bwMode="auto">
              <a:xfrm>
                <a:off x="5892800" y="5299393"/>
                <a:ext cx="34925" cy="65088"/>
              </a:xfrm>
              <a:custGeom>
                <a:avLst/>
                <a:gdLst>
                  <a:gd name="T0" fmla="*/ 1 w 15"/>
                  <a:gd name="T1" fmla="*/ 16 h 27"/>
                  <a:gd name="T2" fmla="*/ 10 w 15"/>
                  <a:gd name="T3" fmla="*/ 0 h 27"/>
                  <a:gd name="T4" fmla="*/ 7 w 15"/>
                  <a:gd name="T5" fmla="*/ 19 h 27"/>
                  <a:gd name="T6" fmla="*/ 1 w 15"/>
                  <a:gd name="T7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1" y="16"/>
                    </a:moveTo>
                    <a:cubicBezTo>
                      <a:pt x="10" y="14"/>
                      <a:pt x="10" y="0"/>
                      <a:pt x="10" y="0"/>
                    </a:cubicBezTo>
                    <a:cubicBezTo>
                      <a:pt x="10" y="0"/>
                      <a:pt x="15" y="11"/>
                      <a:pt x="7" y="19"/>
                    </a:cubicBezTo>
                    <a:cubicBezTo>
                      <a:pt x="0" y="27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9" name="Freeform 255"/>
              <p:cNvSpPr>
                <a:spLocks/>
              </p:cNvSpPr>
              <p:nvPr/>
            </p:nvSpPr>
            <p:spPr bwMode="auto">
              <a:xfrm>
                <a:off x="5748338" y="5448618"/>
                <a:ext cx="28575" cy="14288"/>
              </a:xfrm>
              <a:custGeom>
                <a:avLst/>
                <a:gdLst>
                  <a:gd name="T0" fmla="*/ 0 w 12"/>
                  <a:gd name="T1" fmla="*/ 3 h 6"/>
                  <a:gd name="T2" fmla="*/ 2 w 12"/>
                  <a:gd name="T3" fmla="*/ 0 h 6"/>
                  <a:gd name="T4" fmla="*/ 10 w 12"/>
                  <a:gd name="T5" fmla="*/ 0 h 6"/>
                  <a:gd name="T6" fmla="*/ 12 w 12"/>
                  <a:gd name="T7" fmla="*/ 3 h 6"/>
                  <a:gd name="T8" fmla="*/ 10 w 12"/>
                  <a:gd name="T9" fmla="*/ 6 h 6"/>
                  <a:gd name="T10" fmla="*/ 2 w 12"/>
                  <a:gd name="T11" fmla="*/ 6 h 6"/>
                  <a:gd name="T12" fmla="*/ 0 w 12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2" y="2"/>
                      <a:pt x="12" y="3"/>
                    </a:cubicBezTo>
                    <a:cubicBezTo>
                      <a:pt x="12" y="5"/>
                      <a:pt x="11" y="6"/>
                      <a:pt x="1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" name="Rectangle 256"/>
              <p:cNvSpPr>
                <a:spLocks noChangeArrowheads="1"/>
              </p:cNvSpPr>
              <p:nvPr/>
            </p:nvSpPr>
            <p:spPr bwMode="auto">
              <a:xfrm>
                <a:off x="576103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1" name="Freeform 257"/>
              <p:cNvSpPr>
                <a:spLocks/>
              </p:cNvSpPr>
              <p:nvPr/>
            </p:nvSpPr>
            <p:spPr bwMode="auto">
              <a:xfrm>
                <a:off x="5781675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2" name="Rectangle 258"/>
              <p:cNvSpPr>
                <a:spLocks noChangeArrowheads="1"/>
              </p:cNvSpPr>
              <p:nvPr/>
            </p:nvSpPr>
            <p:spPr bwMode="auto">
              <a:xfrm>
                <a:off x="5794375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3" name="Freeform 259"/>
              <p:cNvSpPr>
                <a:spLocks/>
              </p:cNvSpPr>
              <p:nvPr/>
            </p:nvSpPr>
            <p:spPr bwMode="auto">
              <a:xfrm>
                <a:off x="584358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4" name="Rectangle 260"/>
              <p:cNvSpPr>
                <a:spLocks noChangeArrowheads="1"/>
              </p:cNvSpPr>
              <p:nvPr/>
            </p:nvSpPr>
            <p:spPr bwMode="auto">
              <a:xfrm>
                <a:off x="585628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" name="Freeform 261"/>
              <p:cNvSpPr>
                <a:spLocks/>
              </p:cNvSpPr>
              <p:nvPr/>
            </p:nvSpPr>
            <p:spPr bwMode="auto">
              <a:xfrm>
                <a:off x="587533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" name="Rectangle 262"/>
              <p:cNvSpPr>
                <a:spLocks noChangeArrowheads="1"/>
              </p:cNvSpPr>
              <p:nvPr/>
            </p:nvSpPr>
            <p:spPr bwMode="auto">
              <a:xfrm>
                <a:off x="5888038" y="5372418"/>
                <a:ext cx="14288" cy="85725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" name="Oval 263"/>
              <p:cNvSpPr>
                <a:spLocks noChangeArrowheads="1"/>
              </p:cNvSpPr>
              <p:nvPr/>
            </p:nvSpPr>
            <p:spPr bwMode="auto">
              <a:xfrm>
                <a:off x="5738813" y="5293043"/>
                <a:ext cx="168275" cy="150813"/>
              </a:xfrm>
              <a:prstGeom prst="ellipse">
                <a:avLst/>
              </a:pr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" name="Rectangle 264"/>
              <p:cNvSpPr>
                <a:spLocks noChangeArrowheads="1"/>
              </p:cNvSpPr>
              <p:nvPr/>
            </p:nvSpPr>
            <p:spPr bwMode="auto">
              <a:xfrm>
                <a:off x="5743575" y="5256531"/>
                <a:ext cx="12700" cy="52388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9" name="Freeform 265"/>
              <p:cNvSpPr>
                <a:spLocks/>
              </p:cNvSpPr>
              <p:nvPr/>
            </p:nvSpPr>
            <p:spPr bwMode="auto">
              <a:xfrm>
                <a:off x="5716588" y="5256531"/>
                <a:ext cx="36513" cy="14288"/>
              </a:xfrm>
              <a:custGeom>
                <a:avLst/>
                <a:gdLst>
                  <a:gd name="T0" fmla="*/ 0 w 15"/>
                  <a:gd name="T1" fmla="*/ 3 h 6"/>
                  <a:gd name="T2" fmla="*/ 3 w 15"/>
                  <a:gd name="T3" fmla="*/ 6 h 6"/>
                  <a:gd name="T4" fmla="*/ 13 w 15"/>
                  <a:gd name="T5" fmla="*/ 6 h 6"/>
                  <a:gd name="T6" fmla="*/ 15 w 15"/>
                  <a:gd name="T7" fmla="*/ 3 h 6"/>
                  <a:gd name="T8" fmla="*/ 13 w 15"/>
                  <a:gd name="T9" fmla="*/ 0 h 6"/>
                  <a:gd name="T10" fmla="*/ 3 w 15"/>
                  <a:gd name="T11" fmla="*/ 0 h 6"/>
                  <a:gd name="T12" fmla="*/ 0 w 15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0" y="3"/>
                    </a:moveTo>
                    <a:cubicBezTo>
                      <a:pt x="0" y="5"/>
                      <a:pt x="2" y="6"/>
                      <a:pt x="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3"/>
                    </a:cubicBezTo>
                    <a:cubicBezTo>
                      <a:pt x="15" y="2"/>
                      <a:pt x="14" y="0"/>
                      <a:pt x="1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0" name="Freeform 266"/>
              <p:cNvSpPr>
                <a:spLocks/>
              </p:cNvSpPr>
              <p:nvPr/>
            </p:nvSpPr>
            <p:spPr bwMode="auto">
              <a:xfrm>
                <a:off x="5724525" y="5283518"/>
                <a:ext cx="109538" cy="109538"/>
              </a:xfrm>
              <a:custGeom>
                <a:avLst/>
                <a:gdLst>
                  <a:gd name="T0" fmla="*/ 46 w 46"/>
                  <a:gd name="T1" fmla="*/ 31 h 46"/>
                  <a:gd name="T2" fmla="*/ 32 w 46"/>
                  <a:gd name="T3" fmla="*/ 46 h 46"/>
                  <a:gd name="T4" fmla="*/ 15 w 46"/>
                  <a:gd name="T5" fmla="*/ 46 h 46"/>
                  <a:gd name="T6" fmla="*/ 0 w 46"/>
                  <a:gd name="T7" fmla="*/ 31 h 46"/>
                  <a:gd name="T8" fmla="*/ 0 w 46"/>
                  <a:gd name="T9" fmla="*/ 15 h 46"/>
                  <a:gd name="T10" fmla="*/ 15 w 46"/>
                  <a:gd name="T11" fmla="*/ 0 h 46"/>
                  <a:gd name="T12" fmla="*/ 32 w 46"/>
                  <a:gd name="T13" fmla="*/ 0 h 46"/>
                  <a:gd name="T14" fmla="*/ 46 w 46"/>
                  <a:gd name="T15" fmla="*/ 15 h 46"/>
                  <a:gd name="T16" fmla="*/ 46 w 46"/>
                  <a:gd name="T17" fmla="*/ 3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46">
                    <a:moveTo>
                      <a:pt x="46" y="31"/>
                    </a:moveTo>
                    <a:cubicBezTo>
                      <a:pt x="46" y="39"/>
                      <a:pt x="40" y="46"/>
                      <a:pt x="32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7" y="46"/>
                      <a:pt x="0" y="39"/>
                      <a:pt x="0" y="3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40" y="0"/>
                      <a:pt x="46" y="7"/>
                      <a:pt x="46" y="15"/>
                    </a:cubicBezTo>
                    <a:lnTo>
                      <a:pt x="46" y="31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" name="Freeform 267"/>
              <p:cNvSpPr>
                <a:spLocks/>
              </p:cNvSpPr>
              <p:nvPr/>
            </p:nvSpPr>
            <p:spPr bwMode="auto">
              <a:xfrm>
                <a:off x="5780088" y="5283518"/>
                <a:ext cx="53975" cy="109538"/>
              </a:xfrm>
              <a:custGeom>
                <a:avLst/>
                <a:gdLst>
                  <a:gd name="T0" fmla="*/ 9 w 23"/>
                  <a:gd name="T1" fmla="*/ 0 h 46"/>
                  <a:gd name="T2" fmla="*/ 0 w 23"/>
                  <a:gd name="T3" fmla="*/ 0 h 46"/>
                  <a:gd name="T4" fmla="*/ 0 w 23"/>
                  <a:gd name="T5" fmla="*/ 46 h 46"/>
                  <a:gd name="T6" fmla="*/ 9 w 23"/>
                  <a:gd name="T7" fmla="*/ 46 h 46"/>
                  <a:gd name="T8" fmla="*/ 23 w 23"/>
                  <a:gd name="T9" fmla="*/ 31 h 46"/>
                  <a:gd name="T10" fmla="*/ 23 w 23"/>
                  <a:gd name="T11" fmla="*/ 15 h 46"/>
                  <a:gd name="T12" fmla="*/ 9 w 23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46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7" y="46"/>
                      <a:pt x="23" y="39"/>
                      <a:pt x="23" y="31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7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" name="Rectangle 268"/>
              <p:cNvSpPr>
                <a:spLocks noChangeArrowheads="1"/>
              </p:cNvSpPr>
              <p:nvPr/>
            </p:nvSpPr>
            <p:spPr bwMode="auto">
              <a:xfrm>
                <a:off x="5805488" y="5256531"/>
                <a:ext cx="12700" cy="523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3" name="Freeform 269"/>
              <p:cNvSpPr>
                <a:spLocks/>
              </p:cNvSpPr>
              <p:nvPr/>
            </p:nvSpPr>
            <p:spPr bwMode="auto">
              <a:xfrm>
                <a:off x="5805488" y="5256531"/>
                <a:ext cx="38100" cy="14288"/>
              </a:xfrm>
              <a:custGeom>
                <a:avLst/>
                <a:gdLst>
                  <a:gd name="T0" fmla="*/ 16 w 16"/>
                  <a:gd name="T1" fmla="*/ 3 h 6"/>
                  <a:gd name="T2" fmla="*/ 13 w 16"/>
                  <a:gd name="T3" fmla="*/ 6 h 6"/>
                  <a:gd name="T4" fmla="*/ 3 w 16"/>
                  <a:gd name="T5" fmla="*/ 6 h 6"/>
                  <a:gd name="T6" fmla="*/ 0 w 16"/>
                  <a:gd name="T7" fmla="*/ 3 h 6"/>
                  <a:gd name="T8" fmla="*/ 3 w 16"/>
                  <a:gd name="T9" fmla="*/ 0 h 6"/>
                  <a:gd name="T10" fmla="*/ 13 w 16"/>
                  <a:gd name="T11" fmla="*/ 0 h 6"/>
                  <a:gd name="T12" fmla="*/ 16 w 1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6" y="3"/>
                    </a:moveTo>
                    <a:cubicBezTo>
                      <a:pt x="16" y="5"/>
                      <a:pt x="14" y="6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6" y="2"/>
                      <a:pt x="16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4" name="Freeform 270"/>
              <p:cNvSpPr>
                <a:spLocks/>
              </p:cNvSpPr>
              <p:nvPr/>
            </p:nvSpPr>
            <p:spPr bwMode="auto">
              <a:xfrm>
                <a:off x="5724525" y="5327968"/>
                <a:ext cx="109538" cy="65088"/>
              </a:xfrm>
              <a:custGeom>
                <a:avLst/>
                <a:gdLst>
                  <a:gd name="T0" fmla="*/ 46 w 46"/>
                  <a:gd name="T1" fmla="*/ 11 h 27"/>
                  <a:gd name="T2" fmla="*/ 23 w 46"/>
                  <a:gd name="T3" fmla="*/ 0 h 27"/>
                  <a:gd name="T4" fmla="*/ 0 w 46"/>
                  <a:gd name="T5" fmla="*/ 11 h 27"/>
                  <a:gd name="T6" fmla="*/ 0 w 46"/>
                  <a:gd name="T7" fmla="*/ 12 h 27"/>
                  <a:gd name="T8" fmla="*/ 15 w 46"/>
                  <a:gd name="T9" fmla="*/ 27 h 27"/>
                  <a:gd name="T10" fmla="*/ 32 w 46"/>
                  <a:gd name="T11" fmla="*/ 27 h 27"/>
                  <a:gd name="T12" fmla="*/ 46 w 46"/>
                  <a:gd name="T13" fmla="*/ 12 h 27"/>
                  <a:gd name="T14" fmla="*/ 46 w 46"/>
                  <a:gd name="T1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27">
                    <a:moveTo>
                      <a:pt x="46" y="11"/>
                    </a:moveTo>
                    <a:cubicBezTo>
                      <a:pt x="42" y="5"/>
                      <a:pt x="34" y="0"/>
                      <a:pt x="23" y="0"/>
                    </a:cubicBezTo>
                    <a:cubicBezTo>
                      <a:pt x="13" y="0"/>
                      <a:pt x="5" y="5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7" y="27"/>
                      <a:pt x="15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40" y="27"/>
                      <a:pt x="46" y="20"/>
                      <a:pt x="46" y="12"/>
                    </a:cubicBezTo>
                    <a:lnTo>
                      <a:pt x="4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5" name="Freeform 271"/>
              <p:cNvSpPr>
                <a:spLocks/>
              </p:cNvSpPr>
              <p:nvPr/>
            </p:nvSpPr>
            <p:spPr bwMode="auto">
              <a:xfrm>
                <a:off x="5780088" y="5327968"/>
                <a:ext cx="53975" cy="65088"/>
              </a:xfrm>
              <a:custGeom>
                <a:avLst/>
                <a:gdLst>
                  <a:gd name="T0" fmla="*/ 0 w 23"/>
                  <a:gd name="T1" fmla="*/ 0 h 27"/>
                  <a:gd name="T2" fmla="*/ 0 w 23"/>
                  <a:gd name="T3" fmla="*/ 0 h 27"/>
                  <a:gd name="T4" fmla="*/ 0 w 23"/>
                  <a:gd name="T5" fmla="*/ 27 h 27"/>
                  <a:gd name="T6" fmla="*/ 9 w 23"/>
                  <a:gd name="T7" fmla="*/ 27 h 27"/>
                  <a:gd name="T8" fmla="*/ 23 w 23"/>
                  <a:gd name="T9" fmla="*/ 12 h 27"/>
                  <a:gd name="T10" fmla="*/ 23 w 23"/>
                  <a:gd name="T11" fmla="*/ 11 h 27"/>
                  <a:gd name="T12" fmla="*/ 0 w 2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7" y="27"/>
                      <a:pt x="23" y="20"/>
                      <a:pt x="23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5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6" name="Oval 272"/>
              <p:cNvSpPr>
                <a:spLocks noChangeArrowheads="1"/>
              </p:cNvSpPr>
              <p:nvPr/>
            </p:nvSpPr>
            <p:spPr bwMode="auto">
              <a:xfrm>
                <a:off x="5756275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" name="Oval 273"/>
              <p:cNvSpPr>
                <a:spLocks noChangeArrowheads="1"/>
              </p:cNvSpPr>
              <p:nvPr/>
            </p:nvSpPr>
            <p:spPr bwMode="auto">
              <a:xfrm>
                <a:off x="5791200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" name="Oval 274"/>
              <p:cNvSpPr>
                <a:spLocks noChangeArrowheads="1"/>
              </p:cNvSpPr>
              <p:nvPr/>
            </p:nvSpPr>
            <p:spPr bwMode="auto">
              <a:xfrm>
                <a:off x="5767388" y="5335906"/>
                <a:ext cx="23813" cy="17463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9" name="Freeform 275"/>
              <p:cNvSpPr>
                <a:spLocks/>
              </p:cNvSpPr>
              <p:nvPr/>
            </p:nvSpPr>
            <p:spPr bwMode="auto">
              <a:xfrm>
                <a:off x="5767388" y="5369243"/>
                <a:ext cx="26988" cy="9525"/>
              </a:xfrm>
              <a:custGeom>
                <a:avLst/>
                <a:gdLst>
                  <a:gd name="T0" fmla="*/ 5 w 11"/>
                  <a:gd name="T1" fmla="*/ 4 h 4"/>
                  <a:gd name="T2" fmla="*/ 0 w 11"/>
                  <a:gd name="T3" fmla="*/ 0 h 4"/>
                  <a:gd name="T4" fmla="*/ 1 w 11"/>
                  <a:gd name="T5" fmla="*/ 0 h 4"/>
                  <a:gd name="T6" fmla="*/ 5 w 11"/>
                  <a:gd name="T7" fmla="*/ 2 h 4"/>
                  <a:gd name="T8" fmla="*/ 10 w 11"/>
                  <a:gd name="T9" fmla="*/ 0 h 4"/>
                  <a:gd name="T10" fmla="*/ 11 w 11"/>
                  <a:gd name="T11" fmla="*/ 0 h 4"/>
                  <a:gd name="T12" fmla="*/ 5 w 1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5" y="4"/>
                    </a:moveTo>
                    <a:cubicBezTo>
                      <a:pt x="2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3" y="2"/>
                      <a:pt x="5" y="2"/>
                    </a:cubicBezTo>
                    <a:cubicBezTo>
                      <a:pt x="8" y="2"/>
                      <a:pt x="10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9" y="4"/>
                      <a:pt x="5" y="4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" name="Freeform 276"/>
              <p:cNvSpPr>
                <a:spLocks/>
              </p:cNvSpPr>
              <p:nvPr/>
            </p:nvSpPr>
            <p:spPr bwMode="auto">
              <a:xfrm>
                <a:off x="6337300" y="5088256"/>
                <a:ext cx="33338" cy="87313"/>
              </a:xfrm>
              <a:custGeom>
                <a:avLst/>
                <a:gdLst>
                  <a:gd name="T0" fmla="*/ 5 w 21"/>
                  <a:gd name="T1" fmla="*/ 0 h 55"/>
                  <a:gd name="T2" fmla="*/ 0 w 21"/>
                  <a:gd name="T3" fmla="*/ 55 h 55"/>
                  <a:gd name="T4" fmla="*/ 21 w 21"/>
                  <a:gd name="T5" fmla="*/ 55 h 55"/>
                  <a:gd name="T6" fmla="*/ 17 w 21"/>
                  <a:gd name="T7" fmla="*/ 0 h 55"/>
                  <a:gd name="T8" fmla="*/ 5 w 2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5">
                    <a:moveTo>
                      <a:pt x="5" y="0"/>
                    </a:moveTo>
                    <a:lnTo>
                      <a:pt x="0" y="55"/>
                    </a:lnTo>
                    <a:lnTo>
                      <a:pt x="21" y="55"/>
                    </a:lnTo>
                    <a:lnTo>
                      <a:pt x="1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1" name="Freeform 277"/>
              <p:cNvSpPr>
                <a:spLocks/>
              </p:cNvSpPr>
              <p:nvPr/>
            </p:nvSpPr>
            <p:spPr bwMode="auto">
              <a:xfrm>
                <a:off x="6354763" y="5088256"/>
                <a:ext cx="15875" cy="87313"/>
              </a:xfrm>
              <a:custGeom>
                <a:avLst/>
                <a:gdLst>
                  <a:gd name="T0" fmla="*/ 0 w 10"/>
                  <a:gd name="T1" fmla="*/ 0 h 55"/>
                  <a:gd name="T2" fmla="*/ 0 w 10"/>
                  <a:gd name="T3" fmla="*/ 55 h 55"/>
                  <a:gd name="T4" fmla="*/ 10 w 10"/>
                  <a:gd name="T5" fmla="*/ 55 h 55"/>
                  <a:gd name="T6" fmla="*/ 6 w 10"/>
                  <a:gd name="T7" fmla="*/ 0 h 55"/>
                  <a:gd name="T8" fmla="*/ 0 w 10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5">
                    <a:moveTo>
                      <a:pt x="0" y="0"/>
                    </a:moveTo>
                    <a:lnTo>
                      <a:pt x="0" y="55"/>
                    </a:lnTo>
                    <a:lnTo>
                      <a:pt x="10" y="55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" name="Freeform 278"/>
              <p:cNvSpPr>
                <a:spLocks/>
              </p:cNvSpPr>
              <p:nvPr/>
            </p:nvSpPr>
            <p:spPr bwMode="auto">
              <a:xfrm>
                <a:off x="6265863" y="4731068"/>
                <a:ext cx="177800" cy="384175"/>
              </a:xfrm>
              <a:custGeom>
                <a:avLst/>
                <a:gdLst>
                  <a:gd name="T0" fmla="*/ 0 w 112"/>
                  <a:gd name="T1" fmla="*/ 242 h 242"/>
                  <a:gd name="T2" fmla="*/ 56 w 112"/>
                  <a:gd name="T3" fmla="*/ 0 h 242"/>
                  <a:gd name="T4" fmla="*/ 112 w 112"/>
                  <a:gd name="T5" fmla="*/ 242 h 242"/>
                  <a:gd name="T6" fmla="*/ 0 w 112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2">
                    <a:moveTo>
                      <a:pt x="0" y="242"/>
                    </a:moveTo>
                    <a:lnTo>
                      <a:pt x="56" y="0"/>
                    </a:lnTo>
                    <a:lnTo>
                      <a:pt x="112" y="242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" name="Freeform 279"/>
              <p:cNvSpPr>
                <a:spLocks/>
              </p:cNvSpPr>
              <p:nvPr/>
            </p:nvSpPr>
            <p:spPr bwMode="auto">
              <a:xfrm>
                <a:off x="6354763" y="4731068"/>
                <a:ext cx="88900" cy="384175"/>
              </a:xfrm>
              <a:custGeom>
                <a:avLst/>
                <a:gdLst>
                  <a:gd name="T0" fmla="*/ 56 w 56"/>
                  <a:gd name="T1" fmla="*/ 242 h 242"/>
                  <a:gd name="T2" fmla="*/ 0 w 56"/>
                  <a:gd name="T3" fmla="*/ 0 h 242"/>
                  <a:gd name="T4" fmla="*/ 0 w 56"/>
                  <a:gd name="T5" fmla="*/ 242 h 242"/>
                  <a:gd name="T6" fmla="*/ 56 w 56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2">
                    <a:moveTo>
                      <a:pt x="56" y="242"/>
                    </a:moveTo>
                    <a:lnTo>
                      <a:pt x="0" y="0"/>
                    </a:lnTo>
                    <a:lnTo>
                      <a:pt x="0" y="242"/>
                    </a:lnTo>
                    <a:lnTo>
                      <a:pt x="56" y="242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" name="Freeform 284"/>
              <p:cNvSpPr>
                <a:spLocks/>
              </p:cNvSpPr>
              <p:nvPr/>
            </p:nvSpPr>
            <p:spPr bwMode="auto">
              <a:xfrm>
                <a:off x="3786188" y="3403918"/>
                <a:ext cx="588963" cy="320675"/>
              </a:xfrm>
              <a:custGeom>
                <a:avLst/>
                <a:gdLst>
                  <a:gd name="T0" fmla="*/ 22 w 246"/>
                  <a:gd name="T1" fmla="*/ 134 h 134"/>
                  <a:gd name="T2" fmla="*/ 211 w 246"/>
                  <a:gd name="T3" fmla="*/ 134 h 134"/>
                  <a:gd name="T4" fmla="*/ 246 w 246"/>
                  <a:gd name="T5" fmla="*/ 105 h 134"/>
                  <a:gd name="T6" fmla="*/ 212 w 246"/>
                  <a:gd name="T7" fmla="*/ 64 h 134"/>
                  <a:gd name="T8" fmla="*/ 195 w 246"/>
                  <a:gd name="T9" fmla="*/ 36 h 134"/>
                  <a:gd name="T10" fmla="*/ 153 w 246"/>
                  <a:gd name="T11" fmla="*/ 32 h 134"/>
                  <a:gd name="T12" fmla="*/ 112 w 246"/>
                  <a:gd name="T13" fmla="*/ 0 h 134"/>
                  <a:gd name="T14" fmla="*/ 72 w 246"/>
                  <a:gd name="T15" fmla="*/ 34 h 134"/>
                  <a:gd name="T16" fmla="*/ 34 w 246"/>
                  <a:gd name="T17" fmla="*/ 44 h 134"/>
                  <a:gd name="T18" fmla="*/ 25 w 246"/>
                  <a:gd name="T19" fmla="*/ 79 h 134"/>
                  <a:gd name="T20" fmla="*/ 0 w 246"/>
                  <a:gd name="T21" fmla="*/ 112 h 134"/>
                  <a:gd name="T22" fmla="*/ 22 w 246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6" h="134">
                    <a:moveTo>
                      <a:pt x="22" y="134"/>
                    </a:moveTo>
                    <a:cubicBezTo>
                      <a:pt x="45" y="134"/>
                      <a:pt x="128" y="134"/>
                      <a:pt x="211" y="134"/>
                    </a:cubicBezTo>
                    <a:cubicBezTo>
                      <a:pt x="227" y="134"/>
                      <a:pt x="246" y="121"/>
                      <a:pt x="246" y="105"/>
                    </a:cubicBezTo>
                    <a:cubicBezTo>
                      <a:pt x="246" y="69"/>
                      <a:pt x="212" y="64"/>
                      <a:pt x="212" y="64"/>
                    </a:cubicBezTo>
                    <a:cubicBezTo>
                      <a:pt x="212" y="64"/>
                      <a:pt x="215" y="45"/>
                      <a:pt x="195" y="36"/>
                    </a:cubicBezTo>
                    <a:cubicBezTo>
                      <a:pt x="175" y="26"/>
                      <a:pt x="153" y="32"/>
                      <a:pt x="153" y="32"/>
                    </a:cubicBezTo>
                    <a:cubicBezTo>
                      <a:pt x="153" y="32"/>
                      <a:pt x="150" y="0"/>
                      <a:pt x="112" y="0"/>
                    </a:cubicBezTo>
                    <a:cubicBezTo>
                      <a:pt x="74" y="0"/>
                      <a:pt x="72" y="34"/>
                      <a:pt x="72" y="34"/>
                    </a:cubicBezTo>
                    <a:cubicBezTo>
                      <a:pt x="72" y="34"/>
                      <a:pt x="53" y="26"/>
                      <a:pt x="34" y="44"/>
                    </a:cubicBezTo>
                    <a:cubicBezTo>
                      <a:pt x="15" y="63"/>
                      <a:pt x="25" y="79"/>
                      <a:pt x="25" y="79"/>
                    </a:cubicBezTo>
                    <a:cubicBezTo>
                      <a:pt x="25" y="79"/>
                      <a:pt x="0" y="87"/>
                      <a:pt x="0" y="112"/>
                    </a:cubicBezTo>
                    <a:cubicBezTo>
                      <a:pt x="0" y="120"/>
                      <a:pt x="8" y="134"/>
                      <a:pt x="22" y="13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" name="Freeform 285"/>
              <p:cNvSpPr>
                <a:spLocks/>
              </p:cNvSpPr>
              <p:nvPr/>
            </p:nvSpPr>
            <p:spPr bwMode="auto">
              <a:xfrm>
                <a:off x="4081463" y="3405506"/>
                <a:ext cx="293688" cy="319088"/>
              </a:xfrm>
              <a:custGeom>
                <a:avLst/>
                <a:gdLst>
                  <a:gd name="T0" fmla="*/ 89 w 123"/>
                  <a:gd name="T1" fmla="*/ 63 h 133"/>
                  <a:gd name="T2" fmla="*/ 72 w 123"/>
                  <a:gd name="T3" fmla="*/ 35 h 133"/>
                  <a:gd name="T4" fmla="*/ 30 w 123"/>
                  <a:gd name="T5" fmla="*/ 31 h 133"/>
                  <a:gd name="T6" fmla="*/ 0 w 123"/>
                  <a:gd name="T7" fmla="*/ 0 h 133"/>
                  <a:gd name="T8" fmla="*/ 0 w 123"/>
                  <a:gd name="T9" fmla="*/ 133 h 133"/>
                  <a:gd name="T10" fmla="*/ 88 w 123"/>
                  <a:gd name="T11" fmla="*/ 133 h 133"/>
                  <a:gd name="T12" fmla="*/ 123 w 123"/>
                  <a:gd name="T13" fmla="*/ 104 h 133"/>
                  <a:gd name="T14" fmla="*/ 89 w 123"/>
                  <a:gd name="T15" fmla="*/ 6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3" h="133">
                    <a:moveTo>
                      <a:pt x="89" y="63"/>
                    </a:moveTo>
                    <a:cubicBezTo>
                      <a:pt x="89" y="63"/>
                      <a:pt x="92" y="44"/>
                      <a:pt x="72" y="35"/>
                    </a:cubicBezTo>
                    <a:cubicBezTo>
                      <a:pt x="52" y="25"/>
                      <a:pt x="30" y="31"/>
                      <a:pt x="30" y="31"/>
                    </a:cubicBezTo>
                    <a:cubicBezTo>
                      <a:pt x="30" y="31"/>
                      <a:pt x="28" y="6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27" y="133"/>
                      <a:pt x="58" y="133"/>
                      <a:pt x="88" y="133"/>
                    </a:cubicBezTo>
                    <a:cubicBezTo>
                      <a:pt x="104" y="133"/>
                      <a:pt x="123" y="120"/>
                      <a:pt x="123" y="104"/>
                    </a:cubicBezTo>
                    <a:cubicBezTo>
                      <a:pt x="123" y="68"/>
                      <a:pt x="89" y="63"/>
                      <a:pt x="89" y="63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" name="Rectangle 288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" name="Rectangle 289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4" name="Freeform 290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" name="Freeform 291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" name="Rectangle 292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" name="Rectangle 293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" name="Rectangle 294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" name="Rectangle 295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0" name="Freeform 296"/>
              <p:cNvSpPr>
                <a:spLocks/>
              </p:cNvSpPr>
              <p:nvPr/>
            </p:nvSpPr>
            <p:spPr bwMode="auto">
              <a:xfrm>
                <a:off x="4292600" y="4888231"/>
                <a:ext cx="842963" cy="269875"/>
              </a:xfrm>
              <a:custGeom>
                <a:avLst/>
                <a:gdLst>
                  <a:gd name="T0" fmla="*/ 0 w 531"/>
                  <a:gd name="T1" fmla="*/ 0 h 170"/>
                  <a:gd name="T2" fmla="*/ 0 w 531"/>
                  <a:gd name="T3" fmla="*/ 170 h 170"/>
                  <a:gd name="T4" fmla="*/ 531 w 531"/>
                  <a:gd name="T5" fmla="*/ 170 h 170"/>
                  <a:gd name="T6" fmla="*/ 531 w 531"/>
                  <a:gd name="T7" fmla="*/ 117 h 170"/>
                  <a:gd name="T8" fmla="*/ 0 w 531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1" h="170">
                    <a:moveTo>
                      <a:pt x="0" y="0"/>
                    </a:moveTo>
                    <a:lnTo>
                      <a:pt x="0" y="170"/>
                    </a:lnTo>
                    <a:lnTo>
                      <a:pt x="531" y="170"/>
                    </a:lnTo>
                    <a:lnTo>
                      <a:pt x="531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1" name="Rectangle 297"/>
              <p:cNvSpPr>
                <a:spLocks noChangeArrowheads="1"/>
              </p:cNvSpPr>
              <p:nvPr/>
            </p:nvSpPr>
            <p:spPr bwMode="auto">
              <a:xfrm>
                <a:off x="4418013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" name="Rectangle 298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3" name="Rectangle 299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4" name="Rectangle 300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5" name="Rectangle 301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6" name="Freeform 302"/>
              <p:cNvSpPr>
                <a:spLocks/>
              </p:cNvSpPr>
              <p:nvPr/>
            </p:nvSpPr>
            <p:spPr bwMode="auto">
              <a:xfrm>
                <a:off x="3973513" y="5218431"/>
                <a:ext cx="363538" cy="85725"/>
              </a:xfrm>
              <a:custGeom>
                <a:avLst/>
                <a:gdLst>
                  <a:gd name="T0" fmla="*/ 41 w 229"/>
                  <a:gd name="T1" fmla="*/ 0 h 54"/>
                  <a:gd name="T2" fmla="*/ 0 w 229"/>
                  <a:gd name="T3" fmla="*/ 54 h 54"/>
                  <a:gd name="T4" fmla="*/ 105 w 229"/>
                  <a:gd name="T5" fmla="*/ 54 h 54"/>
                  <a:gd name="T6" fmla="*/ 220 w 229"/>
                  <a:gd name="T7" fmla="*/ 54 h 54"/>
                  <a:gd name="T8" fmla="*/ 229 w 229"/>
                  <a:gd name="T9" fmla="*/ 54 h 54"/>
                  <a:gd name="T10" fmla="*/ 229 w 229"/>
                  <a:gd name="T11" fmla="*/ 0 h 54"/>
                  <a:gd name="T12" fmla="*/ 41 w 229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9" h="54">
                    <a:moveTo>
                      <a:pt x="41" y="0"/>
                    </a:moveTo>
                    <a:lnTo>
                      <a:pt x="0" y="54"/>
                    </a:lnTo>
                    <a:lnTo>
                      <a:pt x="105" y="54"/>
                    </a:lnTo>
                    <a:lnTo>
                      <a:pt x="220" y="54"/>
                    </a:lnTo>
                    <a:lnTo>
                      <a:pt x="229" y="54"/>
                    </a:lnTo>
                    <a:lnTo>
                      <a:pt x="229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7" name="Rectangle 303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8" name="Rectangle 304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" name="Freeform 305"/>
              <p:cNvSpPr>
                <a:spLocks/>
              </p:cNvSpPr>
              <p:nvPr/>
            </p:nvSpPr>
            <p:spPr bwMode="auto">
              <a:xfrm>
                <a:off x="4292600" y="4975543"/>
                <a:ext cx="820738" cy="182563"/>
              </a:xfrm>
              <a:custGeom>
                <a:avLst/>
                <a:gdLst>
                  <a:gd name="T0" fmla="*/ 0 w 517"/>
                  <a:gd name="T1" fmla="*/ 0 h 115"/>
                  <a:gd name="T2" fmla="*/ 0 w 517"/>
                  <a:gd name="T3" fmla="*/ 115 h 115"/>
                  <a:gd name="T4" fmla="*/ 517 w 517"/>
                  <a:gd name="T5" fmla="*/ 115 h 115"/>
                  <a:gd name="T6" fmla="*/ 0 w 517"/>
                  <a:gd name="T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7" h="115">
                    <a:moveTo>
                      <a:pt x="0" y="0"/>
                    </a:moveTo>
                    <a:lnTo>
                      <a:pt x="0" y="115"/>
                    </a:lnTo>
                    <a:lnTo>
                      <a:pt x="517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" name="Rectangle 306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" name="Rectangle 307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2" name="Rectangle 308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3" name="Rectangle 309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4" name="Freeform 310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close/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5" name="Freeform 311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" name="Freeform 312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7" name="Freeform 313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8" name="Rectangle 314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9" name="Rectangle 315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0" name="Rectangle 316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1" name="Rectangle 317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2" name="Freeform 318"/>
              <p:cNvSpPr>
                <a:spLocks/>
              </p:cNvSpPr>
              <p:nvPr/>
            </p:nvSpPr>
            <p:spPr bwMode="auto">
              <a:xfrm>
                <a:off x="6788150" y="5396231"/>
                <a:ext cx="133350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3" name="Freeform 319"/>
              <p:cNvSpPr>
                <a:spLocks/>
              </p:cNvSpPr>
              <p:nvPr/>
            </p:nvSpPr>
            <p:spPr bwMode="auto">
              <a:xfrm>
                <a:off x="8007350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4" name="Freeform 320"/>
              <p:cNvSpPr>
                <a:spLocks/>
              </p:cNvSpPr>
              <p:nvPr/>
            </p:nvSpPr>
            <p:spPr bwMode="auto">
              <a:xfrm>
                <a:off x="8120063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5" name="Freeform 321"/>
              <p:cNvSpPr>
                <a:spLocks/>
              </p:cNvSpPr>
              <p:nvPr/>
            </p:nvSpPr>
            <p:spPr bwMode="auto">
              <a:xfrm>
                <a:off x="5208588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3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4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6" name="Freeform 322"/>
              <p:cNvSpPr>
                <a:spLocks/>
              </p:cNvSpPr>
              <p:nvPr/>
            </p:nvSpPr>
            <p:spPr bwMode="auto">
              <a:xfrm>
                <a:off x="5375275" y="5410518"/>
                <a:ext cx="101600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7" name="Freeform 323"/>
              <p:cNvSpPr>
                <a:spLocks/>
              </p:cNvSpPr>
              <p:nvPr/>
            </p:nvSpPr>
            <p:spPr bwMode="auto">
              <a:xfrm>
                <a:off x="3019425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8" name="Freeform 324"/>
              <p:cNvSpPr>
                <a:spLocks/>
              </p:cNvSpPr>
              <p:nvPr/>
            </p:nvSpPr>
            <p:spPr bwMode="auto">
              <a:xfrm>
                <a:off x="3848100" y="5415281"/>
                <a:ext cx="96838" cy="47625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20 h 20"/>
                  <a:gd name="T4" fmla="*/ 40 w 40"/>
                  <a:gd name="T5" fmla="*/ 20 h 20"/>
                  <a:gd name="T6" fmla="*/ 20 w 4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9" name="Freeform 325"/>
              <p:cNvSpPr>
                <a:spLocks/>
              </p:cNvSpPr>
              <p:nvPr/>
            </p:nvSpPr>
            <p:spPr bwMode="auto">
              <a:xfrm>
                <a:off x="8975725" y="5415281"/>
                <a:ext cx="92075" cy="47625"/>
              </a:xfrm>
              <a:custGeom>
                <a:avLst/>
                <a:gdLst>
                  <a:gd name="T0" fmla="*/ 20 w 39"/>
                  <a:gd name="T1" fmla="*/ 0 h 20"/>
                  <a:gd name="T2" fmla="*/ 0 w 39"/>
                  <a:gd name="T3" fmla="*/ 20 h 20"/>
                  <a:gd name="T4" fmla="*/ 39 w 39"/>
                  <a:gd name="T5" fmla="*/ 20 h 20"/>
                  <a:gd name="T6" fmla="*/ 20 w 39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0" name="Freeform 326"/>
              <p:cNvSpPr>
                <a:spLocks/>
              </p:cNvSpPr>
              <p:nvPr/>
            </p:nvSpPr>
            <p:spPr bwMode="auto">
              <a:xfrm>
                <a:off x="1908175" y="5462906"/>
                <a:ext cx="8375650" cy="341313"/>
              </a:xfrm>
              <a:custGeom>
                <a:avLst/>
                <a:gdLst>
                  <a:gd name="T0" fmla="*/ 3496 w 3496"/>
                  <a:gd name="T1" fmla="*/ 71 h 142"/>
                  <a:gd name="T2" fmla="*/ 3414 w 3496"/>
                  <a:gd name="T3" fmla="*/ 142 h 142"/>
                  <a:gd name="T4" fmla="*/ 82 w 3496"/>
                  <a:gd name="T5" fmla="*/ 142 h 142"/>
                  <a:gd name="T6" fmla="*/ 0 w 3496"/>
                  <a:gd name="T7" fmla="*/ 71 h 142"/>
                  <a:gd name="T8" fmla="*/ 82 w 3496"/>
                  <a:gd name="T9" fmla="*/ 0 h 142"/>
                  <a:gd name="T10" fmla="*/ 3414 w 3496"/>
                  <a:gd name="T11" fmla="*/ 0 h 142"/>
                  <a:gd name="T12" fmla="*/ 3496 w 3496"/>
                  <a:gd name="T13" fmla="*/ 7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96" h="142">
                    <a:moveTo>
                      <a:pt x="3496" y="71"/>
                    </a:moveTo>
                    <a:cubicBezTo>
                      <a:pt x="3496" y="110"/>
                      <a:pt x="3459" y="142"/>
                      <a:pt x="3414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37" y="142"/>
                      <a:pt x="0" y="110"/>
                      <a:pt x="0" y="71"/>
                    </a:cubicBezTo>
                    <a:cubicBezTo>
                      <a:pt x="0" y="32"/>
                      <a:pt x="37" y="0"/>
                      <a:pt x="82" y="0"/>
                    </a:cubicBezTo>
                    <a:cubicBezTo>
                      <a:pt x="3414" y="0"/>
                      <a:pt x="3414" y="0"/>
                      <a:pt x="3414" y="0"/>
                    </a:cubicBezTo>
                    <a:cubicBezTo>
                      <a:pt x="3459" y="0"/>
                      <a:pt x="3496" y="32"/>
                      <a:pt x="3496" y="71"/>
                    </a:cubicBezTo>
                    <a:close/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1" name="Freeform 327"/>
              <p:cNvSpPr>
                <a:spLocks/>
              </p:cNvSpPr>
              <p:nvPr/>
            </p:nvSpPr>
            <p:spPr bwMode="auto">
              <a:xfrm>
                <a:off x="1908175" y="5632768"/>
                <a:ext cx="8375650" cy="171450"/>
              </a:xfrm>
              <a:custGeom>
                <a:avLst/>
                <a:gdLst>
                  <a:gd name="T0" fmla="*/ 82 w 3496"/>
                  <a:gd name="T1" fmla="*/ 71 h 71"/>
                  <a:gd name="T2" fmla="*/ 3414 w 3496"/>
                  <a:gd name="T3" fmla="*/ 71 h 71"/>
                  <a:gd name="T4" fmla="*/ 3496 w 3496"/>
                  <a:gd name="T5" fmla="*/ 0 h 71"/>
                  <a:gd name="T6" fmla="*/ 0 w 3496"/>
                  <a:gd name="T7" fmla="*/ 0 h 71"/>
                  <a:gd name="T8" fmla="*/ 82 w 349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96" h="71">
                    <a:moveTo>
                      <a:pt x="82" y="71"/>
                    </a:moveTo>
                    <a:cubicBezTo>
                      <a:pt x="3414" y="71"/>
                      <a:pt x="3414" y="71"/>
                      <a:pt x="3414" y="71"/>
                    </a:cubicBezTo>
                    <a:cubicBezTo>
                      <a:pt x="3459" y="71"/>
                      <a:pt x="3496" y="39"/>
                      <a:pt x="349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9"/>
                      <a:pt x="37" y="71"/>
                      <a:pt x="82" y="71"/>
                    </a:cubicBez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2" name="Freeform 328"/>
              <p:cNvSpPr>
                <a:spLocks/>
              </p:cNvSpPr>
              <p:nvPr/>
            </p:nvSpPr>
            <p:spPr bwMode="auto">
              <a:xfrm>
                <a:off x="2684463" y="6074093"/>
                <a:ext cx="4170363" cy="327025"/>
              </a:xfrm>
              <a:custGeom>
                <a:avLst/>
                <a:gdLst>
                  <a:gd name="T0" fmla="*/ 870 w 1741"/>
                  <a:gd name="T1" fmla="*/ 136 h 136"/>
                  <a:gd name="T2" fmla="*/ 0 w 1741"/>
                  <a:gd name="T3" fmla="*/ 0 h 136"/>
                  <a:gd name="T4" fmla="*/ 870 w 1741"/>
                  <a:gd name="T5" fmla="*/ 0 h 136"/>
                  <a:gd name="T6" fmla="*/ 1741 w 1741"/>
                  <a:gd name="T7" fmla="*/ 0 h 136"/>
                  <a:gd name="T8" fmla="*/ 870 w 1741"/>
                  <a:gd name="T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41" h="136">
                    <a:moveTo>
                      <a:pt x="870" y="136"/>
                    </a:moveTo>
                    <a:cubicBezTo>
                      <a:pt x="529" y="136"/>
                      <a:pt x="551" y="0"/>
                      <a:pt x="0" y="0"/>
                    </a:cubicBezTo>
                    <a:cubicBezTo>
                      <a:pt x="870" y="0"/>
                      <a:pt x="870" y="0"/>
                      <a:pt x="870" y="0"/>
                    </a:cubicBezTo>
                    <a:cubicBezTo>
                      <a:pt x="1741" y="0"/>
                      <a:pt x="1741" y="0"/>
                      <a:pt x="1741" y="0"/>
                    </a:cubicBezTo>
                    <a:cubicBezTo>
                      <a:pt x="1189" y="0"/>
                      <a:pt x="1211" y="136"/>
                      <a:pt x="870" y="13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3" name="Freeform 329"/>
              <p:cNvSpPr>
                <a:spLocks/>
              </p:cNvSpPr>
              <p:nvPr/>
            </p:nvSpPr>
            <p:spPr bwMode="auto">
              <a:xfrm>
                <a:off x="4768850" y="6074093"/>
                <a:ext cx="2085975" cy="327025"/>
              </a:xfrm>
              <a:custGeom>
                <a:avLst/>
                <a:gdLst>
                  <a:gd name="T0" fmla="*/ 871 w 871"/>
                  <a:gd name="T1" fmla="*/ 0 h 136"/>
                  <a:gd name="T2" fmla="*/ 0 w 871"/>
                  <a:gd name="T3" fmla="*/ 136 h 136"/>
                  <a:gd name="T4" fmla="*/ 0 w 871"/>
                  <a:gd name="T5" fmla="*/ 0 h 136"/>
                  <a:gd name="T6" fmla="*/ 871 w 871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1" h="136">
                    <a:moveTo>
                      <a:pt x="871" y="0"/>
                    </a:moveTo>
                    <a:cubicBezTo>
                      <a:pt x="319" y="0"/>
                      <a:pt x="341" y="136"/>
                      <a:pt x="0" y="13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4" name="Freeform 330"/>
              <p:cNvSpPr>
                <a:spLocks/>
              </p:cNvSpPr>
              <p:nvPr/>
            </p:nvSpPr>
            <p:spPr bwMode="auto">
              <a:xfrm>
                <a:off x="5283200" y="6074093"/>
                <a:ext cx="4192588" cy="517525"/>
              </a:xfrm>
              <a:custGeom>
                <a:avLst/>
                <a:gdLst>
                  <a:gd name="T0" fmla="*/ 875 w 1750"/>
                  <a:gd name="T1" fmla="*/ 216 h 216"/>
                  <a:gd name="T2" fmla="*/ 0 w 1750"/>
                  <a:gd name="T3" fmla="*/ 0 h 216"/>
                  <a:gd name="T4" fmla="*/ 875 w 1750"/>
                  <a:gd name="T5" fmla="*/ 0 h 216"/>
                  <a:gd name="T6" fmla="*/ 1750 w 1750"/>
                  <a:gd name="T7" fmla="*/ 0 h 216"/>
                  <a:gd name="T8" fmla="*/ 875 w 1750"/>
                  <a:gd name="T9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0" h="216">
                    <a:moveTo>
                      <a:pt x="875" y="216"/>
                    </a:moveTo>
                    <a:cubicBezTo>
                      <a:pt x="532" y="216"/>
                      <a:pt x="554" y="0"/>
                      <a:pt x="0" y="0"/>
                    </a:cubicBezTo>
                    <a:cubicBezTo>
                      <a:pt x="875" y="0"/>
                      <a:pt x="875" y="0"/>
                      <a:pt x="875" y="0"/>
                    </a:cubicBezTo>
                    <a:cubicBezTo>
                      <a:pt x="1750" y="0"/>
                      <a:pt x="1750" y="0"/>
                      <a:pt x="1750" y="0"/>
                    </a:cubicBezTo>
                    <a:cubicBezTo>
                      <a:pt x="1196" y="0"/>
                      <a:pt x="1218" y="216"/>
                      <a:pt x="875" y="21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5" name="Freeform 331"/>
              <p:cNvSpPr>
                <a:spLocks/>
              </p:cNvSpPr>
              <p:nvPr/>
            </p:nvSpPr>
            <p:spPr bwMode="auto">
              <a:xfrm>
                <a:off x="7380288" y="6074093"/>
                <a:ext cx="2095500" cy="517525"/>
              </a:xfrm>
              <a:custGeom>
                <a:avLst/>
                <a:gdLst>
                  <a:gd name="T0" fmla="*/ 875 w 875"/>
                  <a:gd name="T1" fmla="*/ 0 h 216"/>
                  <a:gd name="T2" fmla="*/ 0 w 875"/>
                  <a:gd name="T3" fmla="*/ 216 h 216"/>
                  <a:gd name="T4" fmla="*/ 0 w 875"/>
                  <a:gd name="T5" fmla="*/ 0 h 216"/>
                  <a:gd name="T6" fmla="*/ 875 w 875"/>
                  <a:gd name="T7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5" h="216">
                    <a:moveTo>
                      <a:pt x="875" y="0"/>
                    </a:moveTo>
                    <a:cubicBezTo>
                      <a:pt x="321" y="0"/>
                      <a:pt x="343" y="216"/>
                      <a:pt x="0" y="21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6" name="Freeform 332"/>
              <p:cNvSpPr>
                <a:spLocks/>
              </p:cNvSpPr>
              <p:nvPr/>
            </p:nvSpPr>
            <p:spPr bwMode="auto">
              <a:xfrm>
                <a:off x="2590800" y="5797868"/>
                <a:ext cx="7008813" cy="439738"/>
              </a:xfrm>
              <a:custGeom>
                <a:avLst/>
                <a:gdLst>
                  <a:gd name="T0" fmla="*/ 2868 w 2926"/>
                  <a:gd name="T1" fmla="*/ 0 h 183"/>
                  <a:gd name="T2" fmla="*/ 58 w 2926"/>
                  <a:gd name="T3" fmla="*/ 0 h 183"/>
                  <a:gd name="T4" fmla="*/ 0 w 2926"/>
                  <a:gd name="T5" fmla="*/ 57 h 183"/>
                  <a:gd name="T6" fmla="*/ 58 w 2926"/>
                  <a:gd name="T7" fmla="*/ 115 h 183"/>
                  <a:gd name="T8" fmla="*/ 419 w 2926"/>
                  <a:gd name="T9" fmla="*/ 115 h 183"/>
                  <a:gd name="T10" fmla="*/ 909 w 2926"/>
                  <a:gd name="T11" fmla="*/ 163 h 183"/>
                  <a:gd name="T12" fmla="*/ 1392 w 2926"/>
                  <a:gd name="T13" fmla="*/ 115 h 183"/>
                  <a:gd name="T14" fmla="*/ 1999 w 2926"/>
                  <a:gd name="T15" fmla="*/ 183 h 183"/>
                  <a:gd name="T16" fmla="*/ 2620 w 2926"/>
                  <a:gd name="T17" fmla="*/ 115 h 183"/>
                  <a:gd name="T18" fmla="*/ 2868 w 2926"/>
                  <a:gd name="T19" fmla="*/ 115 h 183"/>
                  <a:gd name="T20" fmla="*/ 2926 w 2926"/>
                  <a:gd name="T21" fmla="*/ 57 h 183"/>
                  <a:gd name="T22" fmla="*/ 2868 w 2926"/>
                  <a:gd name="T23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26" h="183">
                    <a:moveTo>
                      <a:pt x="286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26" y="0"/>
                      <a:pt x="0" y="26"/>
                      <a:pt x="0" y="57"/>
                    </a:cubicBezTo>
                    <a:cubicBezTo>
                      <a:pt x="0" y="89"/>
                      <a:pt x="26" y="115"/>
                      <a:pt x="58" y="115"/>
                    </a:cubicBezTo>
                    <a:cubicBezTo>
                      <a:pt x="419" y="115"/>
                      <a:pt x="419" y="115"/>
                      <a:pt x="419" y="115"/>
                    </a:cubicBezTo>
                    <a:cubicBezTo>
                      <a:pt x="729" y="115"/>
                      <a:pt x="717" y="163"/>
                      <a:pt x="909" y="163"/>
                    </a:cubicBezTo>
                    <a:cubicBezTo>
                      <a:pt x="1100" y="163"/>
                      <a:pt x="1089" y="116"/>
                      <a:pt x="1392" y="115"/>
                    </a:cubicBezTo>
                    <a:cubicBezTo>
                      <a:pt x="1771" y="117"/>
                      <a:pt x="1759" y="183"/>
                      <a:pt x="1999" y="183"/>
                    </a:cubicBezTo>
                    <a:cubicBezTo>
                      <a:pt x="2242" y="183"/>
                      <a:pt x="2226" y="115"/>
                      <a:pt x="2620" y="115"/>
                    </a:cubicBezTo>
                    <a:cubicBezTo>
                      <a:pt x="2868" y="115"/>
                      <a:pt x="2868" y="115"/>
                      <a:pt x="2868" y="115"/>
                    </a:cubicBezTo>
                    <a:cubicBezTo>
                      <a:pt x="2900" y="115"/>
                      <a:pt x="2926" y="89"/>
                      <a:pt x="2926" y="57"/>
                    </a:cubicBezTo>
                    <a:cubicBezTo>
                      <a:pt x="2926" y="26"/>
                      <a:pt x="2900" y="0"/>
                      <a:pt x="2868" y="0"/>
                    </a:cubicBezTo>
                    <a:close/>
                  </a:path>
                </a:pathLst>
              </a:custGeom>
              <a:solidFill>
                <a:srgbClr val="36A4A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7" name="Freeform 333"/>
              <p:cNvSpPr>
                <a:spLocks/>
              </p:cNvSpPr>
              <p:nvPr/>
            </p:nvSpPr>
            <p:spPr bwMode="auto">
              <a:xfrm>
                <a:off x="3033713" y="5734368"/>
                <a:ext cx="6122988" cy="265113"/>
              </a:xfrm>
              <a:custGeom>
                <a:avLst/>
                <a:gdLst>
                  <a:gd name="T0" fmla="*/ 2535 w 2556"/>
                  <a:gd name="T1" fmla="*/ 0 h 111"/>
                  <a:gd name="T2" fmla="*/ 21 w 2556"/>
                  <a:gd name="T3" fmla="*/ 0 h 111"/>
                  <a:gd name="T4" fmla="*/ 0 w 2556"/>
                  <a:gd name="T5" fmla="*/ 21 h 111"/>
                  <a:gd name="T6" fmla="*/ 21 w 2556"/>
                  <a:gd name="T7" fmla="*/ 43 h 111"/>
                  <a:gd name="T8" fmla="*/ 234 w 2556"/>
                  <a:gd name="T9" fmla="*/ 43 h 111"/>
                  <a:gd name="T10" fmla="*/ 724 w 2556"/>
                  <a:gd name="T11" fmla="*/ 91 h 111"/>
                  <a:gd name="T12" fmla="*/ 1207 w 2556"/>
                  <a:gd name="T13" fmla="*/ 43 h 111"/>
                  <a:gd name="T14" fmla="*/ 1814 w 2556"/>
                  <a:gd name="T15" fmla="*/ 111 h 111"/>
                  <a:gd name="T16" fmla="*/ 2435 w 2556"/>
                  <a:gd name="T17" fmla="*/ 43 h 111"/>
                  <a:gd name="T18" fmla="*/ 2535 w 2556"/>
                  <a:gd name="T19" fmla="*/ 43 h 111"/>
                  <a:gd name="T20" fmla="*/ 2556 w 2556"/>
                  <a:gd name="T21" fmla="*/ 21 h 111"/>
                  <a:gd name="T22" fmla="*/ 2535 w 2556"/>
                  <a:gd name="T2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56" h="111">
                    <a:moveTo>
                      <a:pt x="2535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3"/>
                      <a:pt x="9" y="43"/>
                      <a:pt x="21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544" y="43"/>
                      <a:pt x="532" y="91"/>
                      <a:pt x="724" y="91"/>
                    </a:cubicBezTo>
                    <a:cubicBezTo>
                      <a:pt x="915" y="91"/>
                      <a:pt x="904" y="44"/>
                      <a:pt x="1207" y="43"/>
                    </a:cubicBezTo>
                    <a:cubicBezTo>
                      <a:pt x="1586" y="45"/>
                      <a:pt x="1574" y="111"/>
                      <a:pt x="1814" y="111"/>
                    </a:cubicBezTo>
                    <a:cubicBezTo>
                      <a:pt x="2057" y="111"/>
                      <a:pt x="2041" y="43"/>
                      <a:pt x="2435" y="43"/>
                    </a:cubicBezTo>
                    <a:cubicBezTo>
                      <a:pt x="2535" y="43"/>
                      <a:pt x="2535" y="43"/>
                      <a:pt x="2535" y="43"/>
                    </a:cubicBezTo>
                    <a:cubicBezTo>
                      <a:pt x="2547" y="43"/>
                      <a:pt x="2556" y="33"/>
                      <a:pt x="2556" y="21"/>
                    </a:cubicBezTo>
                    <a:cubicBezTo>
                      <a:pt x="2556" y="9"/>
                      <a:pt x="2547" y="0"/>
                      <a:pt x="2535" y="0"/>
                    </a:cubicBezTo>
                    <a:close/>
                  </a:path>
                </a:pathLst>
              </a:custGeom>
              <a:solidFill>
                <a:srgbClr val="FFF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" name="矩形 3"/>
              <p:cNvSpPr/>
              <p:nvPr/>
            </p:nvSpPr>
            <p:spPr>
              <a:xfrm>
                <a:off x="4138614" y="3307081"/>
                <a:ext cx="523874" cy="93345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5" name="组合 344"/>
            <p:cNvGrpSpPr/>
            <p:nvPr/>
          </p:nvGrpSpPr>
          <p:grpSpPr>
            <a:xfrm>
              <a:off x="3132193" y="2945827"/>
              <a:ext cx="1714500" cy="1711960"/>
              <a:chOff x="4283076" y="2977358"/>
              <a:chExt cx="1714500" cy="1711960"/>
            </a:xfrm>
          </p:grpSpPr>
          <p:grpSp>
            <p:nvGrpSpPr>
              <p:cNvPr id="343" name="组合 342"/>
              <p:cNvGrpSpPr/>
              <p:nvPr/>
            </p:nvGrpSpPr>
            <p:grpSpPr>
              <a:xfrm>
                <a:off x="4283076" y="2977358"/>
                <a:ext cx="1714500" cy="1617186"/>
                <a:chOff x="4283076" y="2977358"/>
                <a:chExt cx="1714500" cy="1617186"/>
              </a:xfrm>
            </p:grpSpPr>
            <p:grpSp>
              <p:nvGrpSpPr>
                <p:cNvPr id="8" name="组合 7"/>
                <p:cNvGrpSpPr/>
                <p:nvPr/>
              </p:nvGrpSpPr>
              <p:grpSpPr>
                <a:xfrm>
                  <a:off x="4283076" y="3091181"/>
                  <a:ext cx="1714500" cy="1503363"/>
                  <a:chOff x="4283076" y="3091181"/>
                  <a:chExt cx="1714500" cy="1503363"/>
                </a:xfrm>
              </p:grpSpPr>
              <p:grpSp>
                <p:nvGrpSpPr>
                  <p:cNvPr id="6" name="组合 5"/>
                  <p:cNvGrpSpPr/>
                  <p:nvPr/>
                </p:nvGrpSpPr>
                <p:grpSpPr>
                  <a:xfrm>
                    <a:off x="4689475" y="3091181"/>
                    <a:ext cx="1308101" cy="1503363"/>
                    <a:chOff x="4689475" y="3091181"/>
                    <a:chExt cx="1308101" cy="1503363"/>
                  </a:xfrm>
                </p:grpSpPr>
                <p:sp>
                  <p:nvSpPr>
                    <p:cNvPr id="173" name="Freeform 40"/>
                    <p:cNvSpPr>
                      <a:spLocks/>
                    </p:cNvSpPr>
                    <p:nvPr/>
                  </p:nvSpPr>
                  <p:spPr bwMode="auto">
                    <a:xfrm>
                      <a:off x="4689475" y="3091181"/>
                      <a:ext cx="471488" cy="757238"/>
                    </a:xfrm>
                    <a:custGeom>
                      <a:avLst/>
                      <a:gdLst>
                        <a:gd name="T0" fmla="*/ 113 w 197"/>
                        <a:gd name="T1" fmla="*/ 149 h 316"/>
                        <a:gd name="T2" fmla="*/ 189 w 197"/>
                        <a:gd name="T3" fmla="*/ 311 h 316"/>
                        <a:gd name="T4" fmla="*/ 84 w 197"/>
                        <a:gd name="T5" fmla="*/ 166 h 316"/>
                        <a:gd name="T6" fmla="*/ 8 w 197"/>
                        <a:gd name="T7" fmla="*/ 4 h 316"/>
                        <a:gd name="T8" fmla="*/ 113 w 197"/>
                        <a:gd name="T9" fmla="*/ 149 h 31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7" h="316">
                          <a:moveTo>
                            <a:pt x="113" y="149"/>
                          </a:moveTo>
                          <a:cubicBezTo>
                            <a:pt x="163" y="234"/>
                            <a:pt x="197" y="307"/>
                            <a:pt x="189" y="311"/>
                          </a:cubicBezTo>
                          <a:cubicBezTo>
                            <a:pt x="181" y="316"/>
                            <a:pt x="134" y="251"/>
                            <a:pt x="84" y="166"/>
                          </a:cubicBezTo>
                          <a:cubicBezTo>
                            <a:pt x="34" y="81"/>
                            <a:pt x="0" y="9"/>
                            <a:pt x="8" y="4"/>
                          </a:cubicBezTo>
                          <a:cubicBezTo>
                            <a:pt x="16" y="0"/>
                            <a:pt x="63" y="64"/>
                            <a:pt x="113" y="149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4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4708525" y="3091181"/>
                      <a:ext cx="452438" cy="746125"/>
                    </a:xfrm>
                    <a:custGeom>
                      <a:avLst/>
                      <a:gdLst>
                        <a:gd name="T0" fmla="*/ 105 w 189"/>
                        <a:gd name="T1" fmla="*/ 149 h 311"/>
                        <a:gd name="T2" fmla="*/ 0 w 189"/>
                        <a:gd name="T3" fmla="*/ 4 h 311"/>
                        <a:gd name="T4" fmla="*/ 181 w 189"/>
                        <a:gd name="T5" fmla="*/ 311 h 311"/>
                        <a:gd name="T6" fmla="*/ 105 w 189"/>
                        <a:gd name="T7" fmla="*/ 149 h 3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9" h="311">
                          <a:moveTo>
                            <a:pt x="105" y="149"/>
                          </a:moveTo>
                          <a:cubicBezTo>
                            <a:pt x="55" y="64"/>
                            <a:pt x="8" y="0"/>
                            <a:pt x="0" y="4"/>
                          </a:cubicBezTo>
                          <a:cubicBezTo>
                            <a:pt x="181" y="311"/>
                            <a:pt x="181" y="311"/>
                            <a:pt x="181" y="311"/>
                          </a:cubicBezTo>
                          <a:cubicBezTo>
                            <a:pt x="189" y="307"/>
                            <a:pt x="155" y="234"/>
                            <a:pt x="105" y="149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5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57200" cy="766763"/>
                    </a:xfrm>
                    <a:custGeom>
                      <a:avLst/>
                      <a:gdLst>
                        <a:gd name="T0" fmla="*/ 81 w 191"/>
                        <a:gd name="T1" fmla="*/ 152 h 320"/>
                        <a:gd name="T2" fmla="*/ 183 w 191"/>
                        <a:gd name="T3" fmla="*/ 5 h 320"/>
                        <a:gd name="T4" fmla="*/ 110 w 191"/>
                        <a:gd name="T5" fmla="*/ 168 h 320"/>
                        <a:gd name="T6" fmla="*/ 8 w 191"/>
                        <a:gd name="T7" fmla="*/ 315 h 320"/>
                        <a:gd name="T8" fmla="*/ 81 w 191"/>
                        <a:gd name="T9" fmla="*/ 152 h 3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1" h="320">
                          <a:moveTo>
                            <a:pt x="81" y="152"/>
                          </a:moveTo>
                          <a:cubicBezTo>
                            <a:pt x="130" y="66"/>
                            <a:pt x="175" y="0"/>
                            <a:pt x="183" y="5"/>
                          </a:cubicBezTo>
                          <a:cubicBezTo>
                            <a:pt x="191" y="9"/>
                            <a:pt x="158" y="82"/>
                            <a:pt x="110" y="168"/>
                          </a:cubicBezTo>
                          <a:cubicBezTo>
                            <a:pt x="62" y="254"/>
                            <a:pt x="16" y="320"/>
                            <a:pt x="8" y="315"/>
                          </a:cubicBezTo>
                          <a:cubicBezTo>
                            <a:pt x="0" y="311"/>
                            <a:pt x="33" y="238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6" name="Freeform 43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38150" cy="755650"/>
                    </a:xfrm>
                    <a:custGeom>
                      <a:avLst/>
                      <a:gdLst>
                        <a:gd name="T0" fmla="*/ 81 w 183"/>
                        <a:gd name="T1" fmla="*/ 152 h 315"/>
                        <a:gd name="T2" fmla="*/ 8 w 183"/>
                        <a:gd name="T3" fmla="*/ 315 h 315"/>
                        <a:gd name="T4" fmla="*/ 183 w 183"/>
                        <a:gd name="T5" fmla="*/ 5 h 315"/>
                        <a:gd name="T6" fmla="*/ 81 w 183"/>
                        <a:gd name="T7" fmla="*/ 152 h 3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3" h="315">
                          <a:moveTo>
                            <a:pt x="81" y="152"/>
                          </a:moveTo>
                          <a:cubicBezTo>
                            <a:pt x="33" y="238"/>
                            <a:pt x="0" y="311"/>
                            <a:pt x="8" y="315"/>
                          </a:cubicBezTo>
                          <a:cubicBezTo>
                            <a:pt x="183" y="5"/>
                            <a:pt x="183" y="5"/>
                            <a:pt x="183" y="5"/>
                          </a:cubicBezTo>
                          <a:cubicBezTo>
                            <a:pt x="175" y="0"/>
                            <a:pt x="130" y="66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7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84138"/>
                    </a:xfrm>
                    <a:custGeom>
                      <a:avLst/>
                      <a:gdLst>
                        <a:gd name="T0" fmla="*/ 179 w 357"/>
                        <a:gd name="T1" fmla="*/ 1 h 35"/>
                        <a:gd name="T2" fmla="*/ 1 w 357"/>
                        <a:gd name="T3" fmla="*/ 20 h 35"/>
                        <a:gd name="T4" fmla="*/ 179 w 357"/>
                        <a:gd name="T5" fmla="*/ 34 h 35"/>
                        <a:gd name="T6" fmla="*/ 357 w 357"/>
                        <a:gd name="T7" fmla="*/ 16 h 35"/>
                        <a:gd name="T8" fmla="*/ 179 w 357"/>
                        <a:gd name="T9" fmla="*/ 1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57" h="35">
                          <a:moveTo>
                            <a:pt x="179" y="1"/>
                          </a:moveTo>
                          <a:cubicBezTo>
                            <a:pt x="80" y="2"/>
                            <a:pt x="0" y="10"/>
                            <a:pt x="1" y="20"/>
                          </a:cubicBezTo>
                          <a:cubicBezTo>
                            <a:pt x="1" y="29"/>
                            <a:pt x="81" y="35"/>
                            <a:pt x="179" y="34"/>
                          </a:cubicBezTo>
                          <a:cubicBezTo>
                            <a:pt x="277" y="33"/>
                            <a:pt x="357" y="25"/>
                            <a:pt x="357" y="16"/>
                          </a:cubicBezTo>
                          <a:cubicBezTo>
                            <a:pt x="357" y="7"/>
                            <a:pt x="277" y="0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8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47625"/>
                    </a:xfrm>
                    <a:custGeom>
                      <a:avLst/>
                      <a:gdLst>
                        <a:gd name="T0" fmla="*/ 179 w 357"/>
                        <a:gd name="T1" fmla="*/ 1 h 20"/>
                        <a:gd name="T2" fmla="*/ 357 w 357"/>
                        <a:gd name="T3" fmla="*/ 16 h 20"/>
                        <a:gd name="T4" fmla="*/ 1 w 357"/>
                        <a:gd name="T5" fmla="*/ 20 h 20"/>
                        <a:gd name="T6" fmla="*/ 179 w 357"/>
                        <a:gd name="T7" fmla="*/ 1 h 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57" h="20">
                          <a:moveTo>
                            <a:pt x="179" y="1"/>
                          </a:moveTo>
                          <a:cubicBezTo>
                            <a:pt x="277" y="0"/>
                            <a:pt x="357" y="7"/>
                            <a:pt x="357" y="16"/>
                          </a:cubicBezTo>
                          <a:cubicBezTo>
                            <a:pt x="1" y="20"/>
                            <a:pt x="1" y="20"/>
                            <a:pt x="1" y="20"/>
                          </a:cubicBezTo>
                          <a:cubicBezTo>
                            <a:pt x="0" y="10"/>
                            <a:pt x="80" y="2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2" name="组合 1"/>
                    <p:cNvGrpSpPr/>
                    <p:nvPr/>
                  </p:nvGrpSpPr>
                  <p:grpSpPr>
                    <a:xfrm>
                      <a:off x="5062538" y="3762694"/>
                      <a:ext cx="150813" cy="150813"/>
                      <a:chOff x="5062538" y="3762694"/>
                      <a:chExt cx="150813" cy="150813"/>
                    </a:xfrm>
                  </p:grpSpPr>
                  <p:sp>
                    <p:nvSpPr>
                      <p:cNvPr id="179" name="Oval 46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62538" y="3762694"/>
                        <a:ext cx="150813" cy="150813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180" name="Oval 4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97463" y="3796031"/>
                        <a:ext cx="82550" cy="84138"/>
                      </a:xfrm>
                      <a:prstGeom prst="ellipse">
                        <a:avLst/>
                      </a:prstGeom>
                      <a:solidFill>
                        <a:srgbClr val="336F7E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7" name="矩形 6"/>
                  <p:cNvSpPr/>
                  <p:nvPr/>
                </p:nvSpPr>
                <p:spPr>
                  <a:xfrm>
                    <a:off x="4283076" y="3321369"/>
                    <a:ext cx="360362" cy="1030287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42" name="矩形 341"/>
                <p:cNvSpPr/>
                <p:nvPr/>
              </p:nvSpPr>
              <p:spPr>
                <a:xfrm>
                  <a:off x="4835525" y="2977358"/>
                  <a:ext cx="609600" cy="5048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4" name="矩形 343"/>
              <p:cNvSpPr/>
              <p:nvPr/>
            </p:nvSpPr>
            <p:spPr>
              <a:xfrm>
                <a:off x="4840288" y="4638836"/>
                <a:ext cx="609600" cy="5048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2" name="组合 351"/>
            <p:cNvGrpSpPr/>
            <p:nvPr/>
          </p:nvGrpSpPr>
          <p:grpSpPr>
            <a:xfrm>
              <a:off x="4418067" y="3731163"/>
              <a:ext cx="943769" cy="955201"/>
              <a:chOff x="5568950" y="3762694"/>
              <a:chExt cx="943769" cy="955201"/>
            </a:xfrm>
          </p:grpSpPr>
          <p:grpSp>
            <p:nvGrpSpPr>
              <p:cNvPr id="348" name="组合 347"/>
              <p:cNvGrpSpPr/>
              <p:nvPr/>
            </p:nvGrpSpPr>
            <p:grpSpPr>
              <a:xfrm>
                <a:off x="5568950" y="3762694"/>
                <a:ext cx="835026" cy="841375"/>
                <a:chOff x="5568950" y="3762694"/>
                <a:chExt cx="835026" cy="841375"/>
              </a:xfrm>
            </p:grpSpPr>
            <p:sp>
              <p:nvSpPr>
                <p:cNvPr id="162" name="Freeform 29"/>
                <p:cNvSpPr>
                  <a:spLocks/>
                </p:cNvSpPr>
                <p:nvPr/>
              </p:nvSpPr>
              <p:spPr bwMode="auto">
                <a:xfrm>
                  <a:off x="6038850" y="3762694"/>
                  <a:ext cx="155575" cy="482600"/>
                </a:xfrm>
                <a:custGeom>
                  <a:avLst/>
                  <a:gdLst>
                    <a:gd name="T0" fmla="*/ 42 w 65"/>
                    <a:gd name="T1" fmla="*/ 103 h 201"/>
                    <a:gd name="T2" fmla="*/ 5 w 65"/>
                    <a:gd name="T3" fmla="*/ 200 h 201"/>
                    <a:gd name="T4" fmla="*/ 23 w 65"/>
                    <a:gd name="T5" fmla="*/ 98 h 201"/>
                    <a:gd name="T6" fmla="*/ 60 w 65"/>
                    <a:gd name="T7" fmla="*/ 1 h 201"/>
                    <a:gd name="T8" fmla="*/ 42 w 65"/>
                    <a:gd name="T9" fmla="*/ 10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201">
                      <a:moveTo>
                        <a:pt x="42" y="103"/>
                      </a:moveTo>
                      <a:cubicBezTo>
                        <a:pt x="26" y="158"/>
                        <a:pt x="10" y="201"/>
                        <a:pt x="5" y="200"/>
                      </a:cubicBezTo>
                      <a:cubicBezTo>
                        <a:pt x="0" y="198"/>
                        <a:pt x="8" y="153"/>
                        <a:pt x="23" y="98"/>
                      </a:cubicBezTo>
                      <a:cubicBezTo>
                        <a:pt x="38" y="43"/>
                        <a:pt x="55" y="0"/>
                        <a:pt x="60" y="1"/>
                      </a:cubicBezTo>
                      <a:cubicBezTo>
                        <a:pt x="65" y="3"/>
                        <a:pt x="57" y="48"/>
                        <a:pt x="42" y="103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3" name="Freeform 30"/>
                <p:cNvSpPr>
                  <a:spLocks/>
                </p:cNvSpPr>
                <p:nvPr/>
              </p:nvSpPr>
              <p:spPr bwMode="auto">
                <a:xfrm>
                  <a:off x="6049963" y="3765869"/>
                  <a:ext cx="144463" cy="479425"/>
                </a:xfrm>
                <a:custGeom>
                  <a:avLst/>
                  <a:gdLst>
                    <a:gd name="T0" fmla="*/ 37 w 60"/>
                    <a:gd name="T1" fmla="*/ 102 h 200"/>
                    <a:gd name="T2" fmla="*/ 55 w 60"/>
                    <a:gd name="T3" fmla="*/ 0 h 200"/>
                    <a:gd name="T4" fmla="*/ 0 w 60"/>
                    <a:gd name="T5" fmla="*/ 199 h 200"/>
                    <a:gd name="T6" fmla="*/ 37 w 60"/>
                    <a:gd name="T7" fmla="*/ 102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0" h="200">
                      <a:moveTo>
                        <a:pt x="37" y="102"/>
                      </a:moveTo>
                      <a:cubicBezTo>
                        <a:pt x="52" y="47"/>
                        <a:pt x="60" y="2"/>
                        <a:pt x="55" y="0"/>
                      </a:cubicBezTo>
                      <a:cubicBezTo>
                        <a:pt x="0" y="199"/>
                        <a:pt x="0" y="199"/>
                        <a:pt x="0" y="199"/>
                      </a:cubicBezTo>
                      <a:cubicBezTo>
                        <a:pt x="5" y="200"/>
                        <a:pt x="21" y="157"/>
                        <a:pt x="37" y="102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4" name="Freeform 31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4188" cy="147638"/>
                </a:xfrm>
                <a:custGeom>
                  <a:avLst/>
                  <a:gdLst>
                    <a:gd name="T0" fmla="*/ 98 w 202"/>
                    <a:gd name="T1" fmla="*/ 21 h 62"/>
                    <a:gd name="T2" fmla="*/ 201 w 202"/>
                    <a:gd name="T3" fmla="*/ 5 h 62"/>
                    <a:gd name="T4" fmla="*/ 103 w 202"/>
                    <a:gd name="T5" fmla="*/ 40 h 62"/>
                    <a:gd name="T6" fmla="*/ 1 w 202"/>
                    <a:gd name="T7" fmla="*/ 56 h 62"/>
                    <a:gd name="T8" fmla="*/ 98 w 202"/>
                    <a:gd name="T9" fmla="*/ 2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2" h="62">
                      <a:moveTo>
                        <a:pt x="98" y="21"/>
                      </a:moveTo>
                      <a:cubicBezTo>
                        <a:pt x="154" y="7"/>
                        <a:pt x="199" y="0"/>
                        <a:pt x="201" y="5"/>
                      </a:cubicBezTo>
                      <a:cubicBezTo>
                        <a:pt x="202" y="10"/>
                        <a:pt x="158" y="26"/>
                        <a:pt x="103" y="40"/>
                      </a:cubicBezTo>
                      <a:cubicBezTo>
                        <a:pt x="48" y="54"/>
                        <a:pt x="2" y="62"/>
                        <a:pt x="1" y="56"/>
                      </a:cubicBezTo>
                      <a:cubicBezTo>
                        <a:pt x="0" y="51"/>
                        <a:pt x="43" y="36"/>
                        <a:pt x="98" y="2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5" name="Freeform 32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1013" cy="133350"/>
                </a:xfrm>
                <a:custGeom>
                  <a:avLst/>
                  <a:gdLst>
                    <a:gd name="T0" fmla="*/ 98 w 201"/>
                    <a:gd name="T1" fmla="*/ 21 h 56"/>
                    <a:gd name="T2" fmla="*/ 1 w 201"/>
                    <a:gd name="T3" fmla="*/ 56 h 56"/>
                    <a:gd name="T4" fmla="*/ 201 w 201"/>
                    <a:gd name="T5" fmla="*/ 5 h 56"/>
                    <a:gd name="T6" fmla="*/ 98 w 201"/>
                    <a:gd name="T7" fmla="*/ 21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1" h="56">
                      <a:moveTo>
                        <a:pt x="98" y="21"/>
                      </a:moveTo>
                      <a:cubicBezTo>
                        <a:pt x="43" y="36"/>
                        <a:pt x="0" y="51"/>
                        <a:pt x="1" y="56"/>
                      </a:cubicBezTo>
                      <a:cubicBezTo>
                        <a:pt x="201" y="5"/>
                        <a:pt x="201" y="5"/>
                        <a:pt x="201" y="5"/>
                      </a:cubicBezTo>
                      <a:cubicBezTo>
                        <a:pt x="199" y="0"/>
                        <a:pt x="154" y="7"/>
                        <a:pt x="98" y="2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6" name="Freeform 33"/>
                <p:cNvSpPr>
                  <a:spLocks/>
                </p:cNvSpPr>
                <p:nvPr/>
              </p:nvSpPr>
              <p:spPr bwMode="auto">
                <a:xfrm>
                  <a:off x="6040438" y="4232594"/>
                  <a:ext cx="363538" cy="371475"/>
                </a:xfrm>
                <a:custGeom>
                  <a:avLst/>
                  <a:gdLst>
                    <a:gd name="T0" fmla="*/ 83 w 152"/>
                    <a:gd name="T1" fmla="*/ 71 h 155"/>
                    <a:gd name="T2" fmla="*/ 4 w 152"/>
                    <a:gd name="T3" fmla="*/ 4 h 155"/>
                    <a:gd name="T4" fmla="*/ 69 w 152"/>
                    <a:gd name="T5" fmla="*/ 84 h 155"/>
                    <a:gd name="T6" fmla="*/ 148 w 152"/>
                    <a:gd name="T7" fmla="*/ 151 h 155"/>
                    <a:gd name="T8" fmla="*/ 83 w 152"/>
                    <a:gd name="T9" fmla="*/ 7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2" h="155">
                      <a:moveTo>
                        <a:pt x="83" y="71"/>
                      </a:moveTo>
                      <a:cubicBezTo>
                        <a:pt x="43" y="30"/>
                        <a:pt x="8" y="0"/>
                        <a:pt x="4" y="4"/>
                      </a:cubicBezTo>
                      <a:cubicBezTo>
                        <a:pt x="0" y="8"/>
                        <a:pt x="29" y="44"/>
                        <a:pt x="69" y="84"/>
                      </a:cubicBezTo>
                      <a:cubicBezTo>
                        <a:pt x="109" y="125"/>
                        <a:pt x="144" y="155"/>
                        <a:pt x="148" y="151"/>
                      </a:cubicBezTo>
                      <a:cubicBezTo>
                        <a:pt x="152" y="147"/>
                        <a:pt x="123" y="111"/>
                        <a:pt x="83" y="7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7" name="Freeform 34"/>
                <p:cNvSpPr>
                  <a:spLocks/>
                </p:cNvSpPr>
                <p:nvPr/>
              </p:nvSpPr>
              <p:spPr bwMode="auto">
                <a:xfrm>
                  <a:off x="6049963" y="4232594"/>
                  <a:ext cx="354013" cy="361950"/>
                </a:xfrm>
                <a:custGeom>
                  <a:avLst/>
                  <a:gdLst>
                    <a:gd name="T0" fmla="*/ 79 w 148"/>
                    <a:gd name="T1" fmla="*/ 71 h 151"/>
                    <a:gd name="T2" fmla="*/ 144 w 148"/>
                    <a:gd name="T3" fmla="*/ 151 h 151"/>
                    <a:gd name="T4" fmla="*/ 0 w 148"/>
                    <a:gd name="T5" fmla="*/ 4 h 151"/>
                    <a:gd name="T6" fmla="*/ 79 w 148"/>
                    <a:gd name="T7" fmla="*/ 7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8" h="151">
                      <a:moveTo>
                        <a:pt x="79" y="71"/>
                      </a:moveTo>
                      <a:cubicBezTo>
                        <a:pt x="119" y="111"/>
                        <a:pt x="148" y="147"/>
                        <a:pt x="144" y="151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4" y="0"/>
                        <a:pt x="39" y="30"/>
                        <a:pt x="79" y="7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8" name="Oval 35"/>
                <p:cNvSpPr>
                  <a:spLocks noChangeArrowheads="1"/>
                </p:cNvSpPr>
                <p:nvPr/>
              </p:nvSpPr>
              <p:spPr bwMode="auto">
                <a:xfrm>
                  <a:off x="6007100" y="4199256"/>
                  <a:ext cx="85725" cy="8572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9" name="Oval 36"/>
                <p:cNvSpPr>
                  <a:spLocks noChangeArrowheads="1"/>
                </p:cNvSpPr>
                <p:nvPr/>
              </p:nvSpPr>
              <p:spPr bwMode="auto">
                <a:xfrm>
                  <a:off x="6026150" y="4218306"/>
                  <a:ext cx="47625" cy="47625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0" name="矩形 349"/>
              <p:cNvSpPr/>
              <p:nvPr/>
            </p:nvSpPr>
            <p:spPr>
              <a:xfrm>
                <a:off x="6419056" y="4103211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1" name="矩形 350"/>
              <p:cNvSpPr/>
              <p:nvPr/>
            </p:nvSpPr>
            <p:spPr>
              <a:xfrm rot="16200000">
                <a:off x="6025358" y="4404363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9" name="组合 358"/>
            <p:cNvGrpSpPr/>
            <p:nvPr/>
          </p:nvGrpSpPr>
          <p:grpSpPr>
            <a:xfrm>
              <a:off x="7856591" y="4472528"/>
              <a:ext cx="666751" cy="659130"/>
              <a:chOff x="9007474" y="4504059"/>
              <a:chExt cx="666751" cy="659130"/>
            </a:xfrm>
          </p:grpSpPr>
          <p:grpSp>
            <p:nvGrpSpPr>
              <p:cNvPr id="354" name="组合 353"/>
              <p:cNvGrpSpPr/>
              <p:nvPr/>
            </p:nvGrpSpPr>
            <p:grpSpPr>
              <a:xfrm>
                <a:off x="9174163" y="4551681"/>
                <a:ext cx="500062" cy="577850"/>
                <a:chOff x="9174163" y="4551681"/>
                <a:chExt cx="500062" cy="577850"/>
              </a:xfrm>
            </p:grpSpPr>
            <p:sp>
              <p:nvSpPr>
                <p:cNvPr id="191" name="Freeform 58"/>
                <p:cNvSpPr>
                  <a:spLocks/>
                </p:cNvSpPr>
                <p:nvPr/>
              </p:nvSpPr>
              <p:spPr bwMode="auto">
                <a:xfrm>
                  <a:off x="9174163" y="4551681"/>
                  <a:ext cx="179388" cy="292100"/>
                </a:xfrm>
                <a:custGeom>
                  <a:avLst/>
                  <a:gdLst>
                    <a:gd name="T0" fmla="*/ 43 w 75"/>
                    <a:gd name="T1" fmla="*/ 58 h 122"/>
                    <a:gd name="T2" fmla="*/ 72 w 75"/>
                    <a:gd name="T3" fmla="*/ 120 h 122"/>
                    <a:gd name="T4" fmla="*/ 32 w 75"/>
                    <a:gd name="T5" fmla="*/ 64 h 122"/>
                    <a:gd name="T6" fmla="*/ 3 w 75"/>
                    <a:gd name="T7" fmla="*/ 2 h 122"/>
                    <a:gd name="T8" fmla="*/ 43 w 75"/>
                    <a:gd name="T9" fmla="*/ 58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122">
                      <a:moveTo>
                        <a:pt x="43" y="58"/>
                      </a:moveTo>
                      <a:cubicBezTo>
                        <a:pt x="62" y="90"/>
                        <a:pt x="75" y="118"/>
                        <a:pt x="72" y="120"/>
                      </a:cubicBezTo>
                      <a:cubicBezTo>
                        <a:pt x="69" y="122"/>
                        <a:pt x="51" y="97"/>
                        <a:pt x="32" y="64"/>
                      </a:cubicBezTo>
                      <a:cubicBezTo>
                        <a:pt x="13" y="32"/>
                        <a:pt x="0" y="4"/>
                        <a:pt x="3" y="2"/>
                      </a:cubicBezTo>
                      <a:cubicBezTo>
                        <a:pt x="6" y="0"/>
                        <a:pt x="24" y="25"/>
                        <a:pt x="43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2" name="Freeform 59"/>
                <p:cNvSpPr>
                  <a:spLocks/>
                </p:cNvSpPr>
                <p:nvPr/>
              </p:nvSpPr>
              <p:spPr bwMode="auto">
                <a:xfrm>
                  <a:off x="9180513" y="4551681"/>
                  <a:ext cx="173038" cy="287338"/>
                </a:xfrm>
                <a:custGeom>
                  <a:avLst/>
                  <a:gdLst>
                    <a:gd name="T0" fmla="*/ 40 w 72"/>
                    <a:gd name="T1" fmla="*/ 58 h 120"/>
                    <a:gd name="T2" fmla="*/ 0 w 72"/>
                    <a:gd name="T3" fmla="*/ 2 h 120"/>
                    <a:gd name="T4" fmla="*/ 69 w 72"/>
                    <a:gd name="T5" fmla="*/ 120 h 120"/>
                    <a:gd name="T6" fmla="*/ 40 w 72"/>
                    <a:gd name="T7" fmla="*/ 58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20">
                      <a:moveTo>
                        <a:pt x="40" y="58"/>
                      </a:moveTo>
                      <a:cubicBezTo>
                        <a:pt x="21" y="25"/>
                        <a:pt x="3" y="0"/>
                        <a:pt x="0" y="2"/>
                      </a:cubicBezTo>
                      <a:cubicBezTo>
                        <a:pt x="69" y="120"/>
                        <a:pt x="69" y="120"/>
                        <a:pt x="69" y="120"/>
                      </a:cubicBezTo>
                      <a:cubicBezTo>
                        <a:pt x="72" y="118"/>
                        <a:pt x="59" y="90"/>
                        <a:pt x="40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3" name="Freeform 60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74625" cy="295275"/>
                </a:xfrm>
                <a:custGeom>
                  <a:avLst/>
                  <a:gdLst>
                    <a:gd name="T0" fmla="*/ 31 w 73"/>
                    <a:gd name="T1" fmla="*/ 58 h 123"/>
                    <a:gd name="T2" fmla="*/ 70 w 73"/>
                    <a:gd name="T3" fmla="*/ 2 h 123"/>
                    <a:gd name="T4" fmla="*/ 42 w 73"/>
                    <a:gd name="T5" fmla="*/ 65 h 123"/>
                    <a:gd name="T6" fmla="*/ 3 w 73"/>
                    <a:gd name="T7" fmla="*/ 121 h 123"/>
                    <a:gd name="T8" fmla="*/ 31 w 73"/>
                    <a:gd name="T9" fmla="*/ 58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" h="123">
                      <a:moveTo>
                        <a:pt x="31" y="58"/>
                      </a:moveTo>
                      <a:cubicBezTo>
                        <a:pt x="50" y="26"/>
                        <a:pt x="67" y="0"/>
                        <a:pt x="70" y="2"/>
                      </a:cubicBezTo>
                      <a:cubicBezTo>
                        <a:pt x="73" y="4"/>
                        <a:pt x="61" y="32"/>
                        <a:pt x="42" y="65"/>
                      </a:cubicBezTo>
                      <a:cubicBezTo>
                        <a:pt x="24" y="98"/>
                        <a:pt x="6" y="123"/>
                        <a:pt x="3" y="121"/>
                      </a:cubicBezTo>
                      <a:cubicBezTo>
                        <a:pt x="0" y="119"/>
                        <a:pt x="13" y="91"/>
                        <a:pt x="31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4" name="Freeform 61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68275" cy="290513"/>
                </a:xfrm>
                <a:custGeom>
                  <a:avLst/>
                  <a:gdLst>
                    <a:gd name="T0" fmla="*/ 31 w 70"/>
                    <a:gd name="T1" fmla="*/ 58 h 121"/>
                    <a:gd name="T2" fmla="*/ 3 w 70"/>
                    <a:gd name="T3" fmla="*/ 121 h 121"/>
                    <a:gd name="T4" fmla="*/ 70 w 70"/>
                    <a:gd name="T5" fmla="*/ 2 h 121"/>
                    <a:gd name="T6" fmla="*/ 31 w 70"/>
                    <a:gd name="T7" fmla="*/ 58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0" h="121">
                      <a:moveTo>
                        <a:pt x="31" y="58"/>
                      </a:moveTo>
                      <a:cubicBezTo>
                        <a:pt x="13" y="91"/>
                        <a:pt x="0" y="119"/>
                        <a:pt x="3" y="121"/>
                      </a:cubicBezTo>
                      <a:cubicBezTo>
                        <a:pt x="70" y="2"/>
                        <a:pt x="70" y="2"/>
                        <a:pt x="70" y="2"/>
                      </a:cubicBezTo>
                      <a:cubicBezTo>
                        <a:pt x="67" y="0"/>
                        <a:pt x="50" y="26"/>
                        <a:pt x="31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5" name="Freeform 62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33338"/>
                </a:xfrm>
                <a:custGeom>
                  <a:avLst/>
                  <a:gdLst>
                    <a:gd name="T0" fmla="*/ 69 w 137"/>
                    <a:gd name="T1" fmla="*/ 1 h 14"/>
                    <a:gd name="T2" fmla="*/ 0 w 137"/>
                    <a:gd name="T3" fmla="*/ 8 h 14"/>
                    <a:gd name="T4" fmla="*/ 69 w 137"/>
                    <a:gd name="T5" fmla="*/ 14 h 14"/>
                    <a:gd name="T6" fmla="*/ 137 w 137"/>
                    <a:gd name="T7" fmla="*/ 7 h 14"/>
                    <a:gd name="T8" fmla="*/ 69 w 137"/>
                    <a:gd name="T9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14">
                      <a:moveTo>
                        <a:pt x="69" y="1"/>
                      </a:moveTo>
                      <a:cubicBezTo>
                        <a:pt x="31" y="1"/>
                        <a:pt x="0" y="4"/>
                        <a:pt x="0" y="8"/>
                      </a:cubicBezTo>
                      <a:cubicBezTo>
                        <a:pt x="0" y="11"/>
                        <a:pt x="31" y="14"/>
                        <a:pt x="69" y="14"/>
                      </a:cubicBezTo>
                      <a:cubicBezTo>
                        <a:pt x="107" y="13"/>
                        <a:pt x="137" y="10"/>
                        <a:pt x="137" y="7"/>
                      </a:cubicBezTo>
                      <a:cubicBezTo>
                        <a:pt x="137" y="3"/>
                        <a:pt x="106" y="0"/>
                        <a:pt x="69" y="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6" name="Freeform 63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19050"/>
                </a:xfrm>
                <a:custGeom>
                  <a:avLst/>
                  <a:gdLst>
                    <a:gd name="T0" fmla="*/ 69 w 137"/>
                    <a:gd name="T1" fmla="*/ 1 h 8"/>
                    <a:gd name="T2" fmla="*/ 137 w 137"/>
                    <a:gd name="T3" fmla="*/ 7 h 8"/>
                    <a:gd name="T4" fmla="*/ 0 w 137"/>
                    <a:gd name="T5" fmla="*/ 8 h 8"/>
                    <a:gd name="T6" fmla="*/ 69 w 137"/>
                    <a:gd name="T7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7" h="8">
                      <a:moveTo>
                        <a:pt x="69" y="1"/>
                      </a:moveTo>
                      <a:cubicBezTo>
                        <a:pt x="106" y="0"/>
                        <a:pt x="137" y="3"/>
                        <a:pt x="13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4"/>
                        <a:pt x="31" y="1"/>
                        <a:pt x="69" y="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7" name="Oval 64"/>
                <p:cNvSpPr>
                  <a:spLocks noChangeArrowheads="1"/>
                </p:cNvSpPr>
                <p:nvPr/>
              </p:nvSpPr>
              <p:spPr bwMode="auto">
                <a:xfrm>
                  <a:off x="9317038" y="4810444"/>
                  <a:ext cx="58738" cy="5715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8" name="Oval 65"/>
                <p:cNvSpPr>
                  <a:spLocks noChangeArrowheads="1"/>
                </p:cNvSpPr>
                <p:nvPr/>
              </p:nvSpPr>
              <p:spPr bwMode="auto">
                <a:xfrm>
                  <a:off x="9329738" y="4823144"/>
                  <a:ext cx="31750" cy="33338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5" name="矩形 354"/>
              <p:cNvSpPr/>
              <p:nvPr/>
            </p:nvSpPr>
            <p:spPr>
              <a:xfrm>
                <a:off x="9007474" y="4624231"/>
                <a:ext cx="104776" cy="4849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7" name="矩形 356"/>
              <p:cNvSpPr/>
              <p:nvPr/>
            </p:nvSpPr>
            <p:spPr>
              <a:xfrm>
                <a:off x="9280526" y="4504059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" name="矩形 357"/>
              <p:cNvSpPr/>
              <p:nvPr/>
            </p:nvSpPr>
            <p:spPr>
              <a:xfrm>
                <a:off x="9292431" y="5111122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0" name="组合 669"/>
            <p:cNvGrpSpPr/>
            <p:nvPr/>
          </p:nvGrpSpPr>
          <p:grpSpPr>
            <a:xfrm>
              <a:off x="3994205" y="2800887"/>
              <a:ext cx="611188" cy="369888"/>
              <a:chOff x="5145088" y="2832418"/>
              <a:chExt cx="611188" cy="369888"/>
            </a:xfrm>
          </p:grpSpPr>
          <p:sp>
            <p:nvSpPr>
              <p:cNvPr id="668" name="Freeform 280"/>
              <p:cNvSpPr>
                <a:spLocks/>
              </p:cNvSpPr>
              <p:nvPr/>
            </p:nvSpPr>
            <p:spPr bwMode="auto">
              <a:xfrm>
                <a:off x="5145088" y="2832418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1 h 154"/>
                  <a:gd name="T4" fmla="*/ 204 w 255"/>
                  <a:gd name="T5" fmla="*/ 46 h 154"/>
                  <a:gd name="T6" fmla="*/ 145 w 255"/>
                  <a:gd name="T7" fmla="*/ 0 h 154"/>
                  <a:gd name="T8" fmla="*/ 91 w 255"/>
                  <a:gd name="T9" fmla="*/ 30 h 154"/>
                  <a:gd name="T10" fmla="*/ 53 w 255"/>
                  <a:gd name="T11" fmla="*/ 36 h 154"/>
                  <a:gd name="T12" fmla="*/ 34 w 255"/>
                  <a:gd name="T13" fmla="*/ 71 h 154"/>
                  <a:gd name="T14" fmla="*/ 0 w 255"/>
                  <a:gd name="T15" fmla="*/ 112 h 154"/>
                  <a:gd name="T16" fmla="*/ 31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1"/>
                    </a:cubicBezTo>
                    <a:cubicBezTo>
                      <a:pt x="255" y="48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0"/>
                    </a:cubicBezTo>
                    <a:cubicBezTo>
                      <a:pt x="104" y="0"/>
                      <a:pt x="91" y="30"/>
                      <a:pt x="91" y="30"/>
                    </a:cubicBezTo>
                    <a:cubicBezTo>
                      <a:pt x="91" y="30"/>
                      <a:pt x="70" y="22"/>
                      <a:pt x="53" y="36"/>
                    </a:cubicBezTo>
                    <a:cubicBezTo>
                      <a:pt x="30" y="54"/>
                      <a:pt x="34" y="71"/>
                      <a:pt x="34" y="71"/>
                    </a:cubicBezTo>
                    <a:cubicBezTo>
                      <a:pt x="34" y="71"/>
                      <a:pt x="1" y="77"/>
                      <a:pt x="0" y="112"/>
                    </a:cubicBezTo>
                    <a:cubicBezTo>
                      <a:pt x="0" y="148"/>
                      <a:pt x="31" y="152"/>
                      <a:pt x="31" y="152"/>
                    </a:cubicBezTo>
                    <a:cubicBezTo>
                      <a:pt x="31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9" name="Freeform 281"/>
              <p:cNvSpPr>
                <a:spLocks/>
              </p:cNvSpPr>
              <p:nvPr/>
            </p:nvSpPr>
            <p:spPr bwMode="auto">
              <a:xfrm>
                <a:off x="5448300" y="2832418"/>
                <a:ext cx="307975" cy="369888"/>
              </a:xfrm>
              <a:custGeom>
                <a:avLst/>
                <a:gdLst>
                  <a:gd name="T0" fmla="*/ 77 w 128"/>
                  <a:gd name="T1" fmla="*/ 46 h 154"/>
                  <a:gd name="T2" fmla="*/ 18 w 128"/>
                  <a:gd name="T3" fmla="*/ 0 h 154"/>
                  <a:gd name="T4" fmla="*/ 0 w 128"/>
                  <a:gd name="T5" fmla="*/ 2 h 154"/>
                  <a:gd name="T6" fmla="*/ 0 w 128"/>
                  <a:gd name="T7" fmla="*/ 153 h 154"/>
                  <a:gd name="T8" fmla="*/ 77 w 128"/>
                  <a:gd name="T9" fmla="*/ 154 h 154"/>
                  <a:gd name="T10" fmla="*/ 127 w 128"/>
                  <a:gd name="T11" fmla="*/ 101 h 154"/>
                  <a:gd name="T12" fmla="*/ 77 w 128"/>
                  <a:gd name="T13" fmla="*/ 4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4">
                    <a:moveTo>
                      <a:pt x="77" y="46"/>
                    </a:moveTo>
                    <a:cubicBezTo>
                      <a:pt x="77" y="46"/>
                      <a:pt x="59" y="1"/>
                      <a:pt x="18" y="0"/>
                    </a:cubicBezTo>
                    <a:cubicBezTo>
                      <a:pt x="11" y="0"/>
                      <a:pt x="5" y="1"/>
                      <a:pt x="0" y="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7" y="153"/>
                      <a:pt x="71" y="154"/>
                      <a:pt x="77" y="154"/>
                    </a:cubicBezTo>
                    <a:cubicBezTo>
                      <a:pt x="90" y="154"/>
                      <a:pt x="126" y="150"/>
                      <a:pt x="127" y="101"/>
                    </a:cubicBezTo>
                    <a:cubicBezTo>
                      <a:pt x="128" y="48"/>
                      <a:pt x="77" y="46"/>
                      <a:pt x="77" y="4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3" name="组合 672"/>
            <p:cNvGrpSpPr/>
            <p:nvPr/>
          </p:nvGrpSpPr>
          <p:grpSpPr>
            <a:xfrm>
              <a:off x="1500242" y="3623212"/>
              <a:ext cx="508000" cy="309563"/>
              <a:chOff x="2651125" y="3654743"/>
              <a:chExt cx="508000" cy="309563"/>
            </a:xfrm>
          </p:grpSpPr>
          <p:sp>
            <p:nvSpPr>
              <p:cNvPr id="671" name="Freeform 282"/>
              <p:cNvSpPr>
                <a:spLocks/>
              </p:cNvSpPr>
              <p:nvPr/>
            </p:nvSpPr>
            <p:spPr bwMode="auto">
              <a:xfrm>
                <a:off x="2651125" y="3654743"/>
                <a:ext cx="508000" cy="309563"/>
              </a:xfrm>
              <a:custGeom>
                <a:avLst/>
                <a:gdLst>
                  <a:gd name="T0" fmla="*/ 169 w 212"/>
                  <a:gd name="T1" fmla="*/ 128 h 129"/>
                  <a:gd name="T2" fmla="*/ 212 w 212"/>
                  <a:gd name="T3" fmla="*/ 85 h 129"/>
                  <a:gd name="T4" fmla="*/ 170 w 212"/>
                  <a:gd name="T5" fmla="*/ 38 h 129"/>
                  <a:gd name="T6" fmla="*/ 121 w 212"/>
                  <a:gd name="T7" fmla="*/ 1 h 129"/>
                  <a:gd name="T8" fmla="*/ 76 w 212"/>
                  <a:gd name="T9" fmla="*/ 26 h 129"/>
                  <a:gd name="T10" fmla="*/ 44 w 212"/>
                  <a:gd name="T11" fmla="*/ 30 h 129"/>
                  <a:gd name="T12" fmla="*/ 29 w 212"/>
                  <a:gd name="T13" fmla="*/ 60 h 129"/>
                  <a:gd name="T14" fmla="*/ 0 w 212"/>
                  <a:gd name="T15" fmla="*/ 94 h 129"/>
                  <a:gd name="T16" fmla="*/ 26 w 212"/>
                  <a:gd name="T17" fmla="*/ 127 h 129"/>
                  <a:gd name="T18" fmla="*/ 169 w 212"/>
                  <a:gd name="T19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2" h="129">
                    <a:moveTo>
                      <a:pt x="169" y="128"/>
                    </a:moveTo>
                    <a:cubicBezTo>
                      <a:pt x="180" y="129"/>
                      <a:pt x="211" y="125"/>
                      <a:pt x="212" y="85"/>
                    </a:cubicBezTo>
                    <a:cubicBezTo>
                      <a:pt x="212" y="41"/>
                      <a:pt x="170" y="38"/>
                      <a:pt x="170" y="38"/>
                    </a:cubicBezTo>
                    <a:cubicBezTo>
                      <a:pt x="170" y="38"/>
                      <a:pt x="155" y="1"/>
                      <a:pt x="121" y="1"/>
                    </a:cubicBezTo>
                    <a:cubicBezTo>
                      <a:pt x="86" y="0"/>
                      <a:pt x="76" y="26"/>
                      <a:pt x="76" y="26"/>
                    </a:cubicBezTo>
                    <a:cubicBezTo>
                      <a:pt x="76" y="26"/>
                      <a:pt x="59" y="19"/>
                      <a:pt x="44" y="30"/>
                    </a:cubicBezTo>
                    <a:cubicBezTo>
                      <a:pt x="25" y="45"/>
                      <a:pt x="29" y="60"/>
                      <a:pt x="29" y="60"/>
                    </a:cubicBezTo>
                    <a:cubicBezTo>
                      <a:pt x="29" y="60"/>
                      <a:pt x="1" y="64"/>
                      <a:pt x="0" y="94"/>
                    </a:cubicBezTo>
                    <a:cubicBezTo>
                      <a:pt x="0" y="123"/>
                      <a:pt x="26" y="127"/>
                      <a:pt x="26" y="127"/>
                    </a:cubicBezTo>
                    <a:cubicBezTo>
                      <a:pt x="26" y="127"/>
                      <a:pt x="159" y="128"/>
                      <a:pt x="169" y="128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2" name="Freeform 283"/>
              <p:cNvSpPr>
                <a:spLocks/>
              </p:cNvSpPr>
              <p:nvPr/>
            </p:nvSpPr>
            <p:spPr bwMode="auto">
              <a:xfrm>
                <a:off x="2905125" y="3657918"/>
                <a:ext cx="254000" cy="306388"/>
              </a:xfrm>
              <a:custGeom>
                <a:avLst/>
                <a:gdLst>
                  <a:gd name="T0" fmla="*/ 64 w 106"/>
                  <a:gd name="T1" fmla="*/ 37 h 128"/>
                  <a:gd name="T2" fmla="*/ 15 w 106"/>
                  <a:gd name="T3" fmla="*/ 0 h 128"/>
                  <a:gd name="T4" fmla="*/ 0 w 106"/>
                  <a:gd name="T5" fmla="*/ 1 h 128"/>
                  <a:gd name="T6" fmla="*/ 0 w 106"/>
                  <a:gd name="T7" fmla="*/ 127 h 128"/>
                  <a:gd name="T8" fmla="*/ 63 w 106"/>
                  <a:gd name="T9" fmla="*/ 127 h 128"/>
                  <a:gd name="T10" fmla="*/ 106 w 106"/>
                  <a:gd name="T11" fmla="*/ 84 h 128"/>
                  <a:gd name="T12" fmla="*/ 64 w 106"/>
                  <a:gd name="T13" fmla="*/ 3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28">
                    <a:moveTo>
                      <a:pt x="64" y="37"/>
                    </a:moveTo>
                    <a:cubicBezTo>
                      <a:pt x="64" y="37"/>
                      <a:pt x="49" y="0"/>
                      <a:pt x="15" y="0"/>
                    </a:cubicBezTo>
                    <a:cubicBezTo>
                      <a:pt x="9" y="0"/>
                      <a:pt x="4" y="0"/>
                      <a:pt x="0" y="1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30" y="127"/>
                      <a:pt x="59" y="127"/>
                      <a:pt x="63" y="127"/>
                    </a:cubicBezTo>
                    <a:cubicBezTo>
                      <a:pt x="74" y="128"/>
                      <a:pt x="105" y="124"/>
                      <a:pt x="106" y="84"/>
                    </a:cubicBezTo>
                    <a:cubicBezTo>
                      <a:pt x="106" y="40"/>
                      <a:pt x="64" y="37"/>
                      <a:pt x="64" y="37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58" name="组合 957"/>
            <p:cNvGrpSpPr/>
            <p:nvPr/>
          </p:nvGrpSpPr>
          <p:grpSpPr>
            <a:xfrm>
              <a:off x="7629580" y="3753387"/>
              <a:ext cx="534988" cy="288926"/>
              <a:chOff x="8780463" y="3784918"/>
              <a:chExt cx="534988" cy="288926"/>
            </a:xfrm>
          </p:grpSpPr>
          <p:sp>
            <p:nvSpPr>
              <p:cNvPr id="956" name="Freeform 286"/>
              <p:cNvSpPr>
                <a:spLocks/>
              </p:cNvSpPr>
              <p:nvPr/>
            </p:nvSpPr>
            <p:spPr bwMode="auto">
              <a:xfrm>
                <a:off x="8780463" y="3784918"/>
                <a:ext cx="534988" cy="288925"/>
              </a:xfrm>
              <a:custGeom>
                <a:avLst/>
                <a:gdLst>
                  <a:gd name="T0" fmla="*/ 20 w 223"/>
                  <a:gd name="T1" fmla="*/ 121 h 121"/>
                  <a:gd name="T2" fmla="*/ 192 w 223"/>
                  <a:gd name="T3" fmla="*/ 121 h 121"/>
                  <a:gd name="T4" fmla="*/ 223 w 223"/>
                  <a:gd name="T5" fmla="*/ 95 h 121"/>
                  <a:gd name="T6" fmla="*/ 193 w 223"/>
                  <a:gd name="T7" fmla="*/ 57 h 121"/>
                  <a:gd name="T8" fmla="*/ 177 w 223"/>
                  <a:gd name="T9" fmla="*/ 32 h 121"/>
                  <a:gd name="T10" fmla="*/ 139 w 223"/>
                  <a:gd name="T11" fmla="*/ 29 h 121"/>
                  <a:gd name="T12" fmla="*/ 102 w 223"/>
                  <a:gd name="T13" fmla="*/ 0 h 121"/>
                  <a:gd name="T14" fmla="*/ 66 w 223"/>
                  <a:gd name="T15" fmla="*/ 30 h 121"/>
                  <a:gd name="T16" fmla="*/ 31 w 223"/>
                  <a:gd name="T17" fmla="*/ 40 h 121"/>
                  <a:gd name="T18" fmla="*/ 23 w 223"/>
                  <a:gd name="T19" fmla="*/ 71 h 121"/>
                  <a:gd name="T20" fmla="*/ 0 w 223"/>
                  <a:gd name="T21" fmla="*/ 101 h 121"/>
                  <a:gd name="T22" fmla="*/ 20 w 223"/>
                  <a:gd name="T2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3" h="121">
                    <a:moveTo>
                      <a:pt x="20" y="121"/>
                    </a:moveTo>
                    <a:cubicBezTo>
                      <a:pt x="41" y="121"/>
                      <a:pt x="117" y="121"/>
                      <a:pt x="192" y="121"/>
                    </a:cubicBezTo>
                    <a:cubicBezTo>
                      <a:pt x="206" y="121"/>
                      <a:pt x="223" y="109"/>
                      <a:pt x="223" y="95"/>
                    </a:cubicBezTo>
                    <a:cubicBezTo>
                      <a:pt x="223" y="62"/>
                      <a:pt x="193" y="57"/>
                      <a:pt x="193" y="57"/>
                    </a:cubicBezTo>
                    <a:cubicBezTo>
                      <a:pt x="193" y="57"/>
                      <a:pt x="195" y="41"/>
                      <a:pt x="177" y="32"/>
                    </a:cubicBezTo>
                    <a:cubicBezTo>
                      <a:pt x="159" y="23"/>
                      <a:pt x="139" y="29"/>
                      <a:pt x="139" y="29"/>
                    </a:cubicBezTo>
                    <a:cubicBezTo>
                      <a:pt x="139" y="29"/>
                      <a:pt x="136" y="0"/>
                      <a:pt x="102" y="0"/>
                    </a:cubicBezTo>
                    <a:cubicBezTo>
                      <a:pt x="67" y="0"/>
                      <a:pt x="66" y="30"/>
                      <a:pt x="66" y="30"/>
                    </a:cubicBezTo>
                    <a:cubicBezTo>
                      <a:pt x="66" y="30"/>
                      <a:pt x="48" y="24"/>
                      <a:pt x="31" y="40"/>
                    </a:cubicBezTo>
                    <a:cubicBezTo>
                      <a:pt x="14" y="57"/>
                      <a:pt x="23" y="71"/>
                      <a:pt x="23" y="71"/>
                    </a:cubicBezTo>
                    <a:cubicBezTo>
                      <a:pt x="23" y="71"/>
                      <a:pt x="0" y="79"/>
                      <a:pt x="0" y="101"/>
                    </a:cubicBezTo>
                    <a:cubicBezTo>
                      <a:pt x="0" y="109"/>
                      <a:pt x="8" y="121"/>
                      <a:pt x="20" y="121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7" name="Freeform 287"/>
              <p:cNvSpPr>
                <a:spLocks/>
              </p:cNvSpPr>
              <p:nvPr/>
            </p:nvSpPr>
            <p:spPr bwMode="auto">
              <a:xfrm>
                <a:off x="9048750" y="3786506"/>
                <a:ext cx="266700" cy="287338"/>
              </a:xfrm>
              <a:custGeom>
                <a:avLst/>
                <a:gdLst>
                  <a:gd name="T0" fmla="*/ 81 w 111"/>
                  <a:gd name="T1" fmla="*/ 56 h 120"/>
                  <a:gd name="T2" fmla="*/ 65 w 111"/>
                  <a:gd name="T3" fmla="*/ 31 h 120"/>
                  <a:gd name="T4" fmla="*/ 27 w 111"/>
                  <a:gd name="T5" fmla="*/ 28 h 120"/>
                  <a:gd name="T6" fmla="*/ 0 w 111"/>
                  <a:gd name="T7" fmla="*/ 0 h 120"/>
                  <a:gd name="T8" fmla="*/ 0 w 111"/>
                  <a:gd name="T9" fmla="*/ 120 h 120"/>
                  <a:gd name="T10" fmla="*/ 80 w 111"/>
                  <a:gd name="T11" fmla="*/ 120 h 120"/>
                  <a:gd name="T12" fmla="*/ 111 w 111"/>
                  <a:gd name="T13" fmla="*/ 94 h 120"/>
                  <a:gd name="T14" fmla="*/ 81 w 111"/>
                  <a:gd name="T15" fmla="*/ 56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20">
                    <a:moveTo>
                      <a:pt x="81" y="56"/>
                    </a:moveTo>
                    <a:cubicBezTo>
                      <a:pt x="81" y="56"/>
                      <a:pt x="83" y="40"/>
                      <a:pt x="65" y="31"/>
                    </a:cubicBezTo>
                    <a:cubicBezTo>
                      <a:pt x="47" y="22"/>
                      <a:pt x="27" y="28"/>
                      <a:pt x="27" y="28"/>
                    </a:cubicBezTo>
                    <a:cubicBezTo>
                      <a:pt x="27" y="28"/>
                      <a:pt x="25" y="5"/>
                      <a:pt x="0" y="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5" y="120"/>
                      <a:pt x="52" y="120"/>
                      <a:pt x="80" y="120"/>
                    </a:cubicBezTo>
                    <a:cubicBezTo>
                      <a:pt x="94" y="120"/>
                      <a:pt x="111" y="108"/>
                      <a:pt x="111" y="94"/>
                    </a:cubicBezTo>
                    <a:cubicBezTo>
                      <a:pt x="111" y="61"/>
                      <a:pt x="81" y="56"/>
                      <a:pt x="81" y="5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85" name="组合 984"/>
            <p:cNvGrpSpPr/>
            <p:nvPr/>
          </p:nvGrpSpPr>
          <p:grpSpPr>
            <a:xfrm>
              <a:off x="6350848" y="5169756"/>
              <a:ext cx="331788" cy="265113"/>
              <a:chOff x="7501731" y="5201287"/>
              <a:chExt cx="331788" cy="265113"/>
            </a:xfrm>
          </p:grpSpPr>
          <p:sp>
            <p:nvSpPr>
              <p:cNvPr id="962" name="Freeform 234"/>
              <p:cNvSpPr>
                <a:spLocks/>
              </p:cNvSpPr>
              <p:nvPr/>
            </p:nvSpPr>
            <p:spPr bwMode="auto">
              <a:xfrm>
                <a:off x="7592219" y="5344162"/>
                <a:ext cx="19050" cy="122238"/>
              </a:xfrm>
              <a:custGeom>
                <a:avLst/>
                <a:gdLst>
                  <a:gd name="T0" fmla="*/ 12 w 12"/>
                  <a:gd name="T1" fmla="*/ 77 h 77"/>
                  <a:gd name="T2" fmla="*/ 1 w 12"/>
                  <a:gd name="T3" fmla="*/ 77 h 77"/>
                  <a:gd name="T4" fmla="*/ 0 w 12"/>
                  <a:gd name="T5" fmla="*/ 0 h 77"/>
                  <a:gd name="T6" fmla="*/ 10 w 12"/>
                  <a:gd name="T7" fmla="*/ 0 h 77"/>
                  <a:gd name="T8" fmla="*/ 12 w 12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7">
                    <a:moveTo>
                      <a:pt x="12" y="77"/>
                    </a:moveTo>
                    <a:lnTo>
                      <a:pt x="1" y="77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77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9" name="Freeform 241"/>
              <p:cNvSpPr>
                <a:spLocks/>
              </p:cNvSpPr>
              <p:nvPr/>
            </p:nvSpPr>
            <p:spPr bwMode="auto">
              <a:xfrm>
                <a:off x="7580313" y="5261293"/>
                <a:ext cx="211138" cy="125413"/>
              </a:xfrm>
              <a:custGeom>
                <a:avLst/>
                <a:gdLst>
                  <a:gd name="T0" fmla="*/ 88 w 88"/>
                  <a:gd name="T1" fmla="*/ 32 h 52"/>
                  <a:gd name="T2" fmla="*/ 75 w 88"/>
                  <a:gd name="T3" fmla="*/ 43 h 52"/>
                  <a:gd name="T4" fmla="*/ 14 w 88"/>
                  <a:gd name="T5" fmla="*/ 52 h 52"/>
                  <a:gd name="T6" fmla="*/ 1 w 88"/>
                  <a:gd name="T7" fmla="*/ 41 h 52"/>
                  <a:gd name="T8" fmla="*/ 0 w 88"/>
                  <a:gd name="T9" fmla="*/ 12 h 52"/>
                  <a:gd name="T10" fmla="*/ 13 w 88"/>
                  <a:gd name="T11" fmla="*/ 1 h 52"/>
                  <a:gd name="T12" fmla="*/ 74 w 88"/>
                  <a:gd name="T13" fmla="*/ 0 h 52"/>
                  <a:gd name="T14" fmla="*/ 87 w 88"/>
                  <a:gd name="T15" fmla="*/ 11 h 52"/>
                  <a:gd name="T16" fmla="*/ 88 w 88"/>
                  <a:gd name="T17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52">
                    <a:moveTo>
                      <a:pt x="88" y="32"/>
                    </a:moveTo>
                    <a:cubicBezTo>
                      <a:pt x="88" y="38"/>
                      <a:pt x="82" y="43"/>
                      <a:pt x="75" y="4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7" y="52"/>
                      <a:pt x="1" y="47"/>
                      <a:pt x="1" y="4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6"/>
                      <a:pt x="6" y="1"/>
                      <a:pt x="13" y="1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81" y="0"/>
                      <a:pt x="87" y="5"/>
                      <a:pt x="87" y="11"/>
                    </a:cubicBezTo>
                    <a:lnTo>
                      <a:pt x="88" y="32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0" name="Freeform 232"/>
              <p:cNvSpPr>
                <a:spLocks/>
              </p:cNvSpPr>
              <p:nvPr/>
            </p:nvSpPr>
            <p:spPr bwMode="auto">
              <a:xfrm>
                <a:off x="7554119" y="5201287"/>
                <a:ext cx="117475" cy="171450"/>
              </a:xfrm>
              <a:custGeom>
                <a:avLst/>
                <a:gdLst>
                  <a:gd name="T0" fmla="*/ 0 w 49"/>
                  <a:gd name="T1" fmla="*/ 25 h 71"/>
                  <a:gd name="T2" fmla="*/ 0 w 49"/>
                  <a:gd name="T3" fmla="*/ 1 h 71"/>
                  <a:gd name="T4" fmla="*/ 48 w 49"/>
                  <a:gd name="T5" fmla="*/ 36 h 71"/>
                  <a:gd name="T6" fmla="*/ 0 w 49"/>
                  <a:gd name="T7" fmla="*/ 2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71">
                    <a:moveTo>
                      <a:pt x="0" y="2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8" y="0"/>
                      <a:pt x="48" y="36"/>
                    </a:cubicBezTo>
                    <a:cubicBezTo>
                      <a:pt x="49" y="71"/>
                      <a:pt x="1" y="40"/>
                      <a:pt x="0" y="25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1" name="Freeform 247"/>
              <p:cNvSpPr>
                <a:spLocks/>
              </p:cNvSpPr>
              <p:nvPr/>
            </p:nvSpPr>
            <p:spPr bwMode="auto">
              <a:xfrm>
                <a:off x="7582694" y="5247325"/>
                <a:ext cx="52388" cy="139700"/>
              </a:xfrm>
              <a:custGeom>
                <a:avLst/>
                <a:gdLst>
                  <a:gd name="T0" fmla="*/ 0 w 22"/>
                  <a:gd name="T1" fmla="*/ 0 h 58"/>
                  <a:gd name="T2" fmla="*/ 6 w 22"/>
                  <a:gd name="T3" fmla="*/ 0 h 58"/>
                  <a:gd name="T4" fmla="*/ 22 w 22"/>
                  <a:gd name="T5" fmla="*/ 15 h 58"/>
                  <a:gd name="T6" fmla="*/ 17 w 22"/>
                  <a:gd name="T7" fmla="*/ 42 h 58"/>
                  <a:gd name="T8" fmla="*/ 2 w 22"/>
                  <a:gd name="T9" fmla="*/ 58 h 58"/>
                  <a:gd name="T10" fmla="*/ 0 w 22"/>
                  <a:gd name="T11" fmla="*/ 58 h 58"/>
                  <a:gd name="T12" fmla="*/ 0 w 22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5" y="0"/>
                      <a:pt x="22" y="7"/>
                      <a:pt x="22" y="15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5" y="52"/>
                      <a:pt x="10" y="58"/>
                      <a:pt x="2" y="58"/>
                    </a:cubicBezTo>
                    <a:cubicBezTo>
                      <a:pt x="0" y="58"/>
                      <a:pt x="0" y="58"/>
                      <a:pt x="0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3" name="Freeform 251"/>
              <p:cNvSpPr>
                <a:spLocks/>
              </p:cNvSpPr>
              <p:nvPr/>
            </p:nvSpPr>
            <p:spPr bwMode="auto">
              <a:xfrm>
                <a:off x="7583488" y="5343843"/>
                <a:ext cx="38100" cy="42863"/>
              </a:xfrm>
              <a:custGeom>
                <a:avLst/>
                <a:gdLst>
                  <a:gd name="T0" fmla="*/ 1 w 16"/>
                  <a:gd name="T1" fmla="*/ 1 h 18"/>
                  <a:gd name="T2" fmla="*/ 0 w 16"/>
                  <a:gd name="T3" fmla="*/ 1 h 18"/>
                  <a:gd name="T4" fmla="*/ 0 w 16"/>
                  <a:gd name="T5" fmla="*/ 18 h 18"/>
                  <a:gd name="T6" fmla="*/ 2 w 16"/>
                  <a:gd name="T7" fmla="*/ 18 h 18"/>
                  <a:gd name="T8" fmla="*/ 16 w 16"/>
                  <a:gd name="T9" fmla="*/ 5 h 18"/>
                  <a:gd name="T10" fmla="*/ 1 w 16"/>
                  <a:gd name="T1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9" y="18"/>
                      <a:pt x="14" y="13"/>
                      <a:pt x="16" y="5"/>
                    </a:cubicBezTo>
                    <a:cubicBezTo>
                      <a:pt x="13" y="2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9" name="Freeform 231"/>
              <p:cNvSpPr>
                <a:spLocks/>
              </p:cNvSpPr>
              <p:nvPr/>
            </p:nvSpPr>
            <p:spPr bwMode="auto">
              <a:xfrm>
                <a:off x="7747794" y="5271137"/>
                <a:ext cx="85725" cy="96838"/>
              </a:xfrm>
              <a:custGeom>
                <a:avLst/>
                <a:gdLst>
                  <a:gd name="T0" fmla="*/ 10 w 36"/>
                  <a:gd name="T1" fmla="*/ 3 h 40"/>
                  <a:gd name="T2" fmla="*/ 21 w 36"/>
                  <a:gd name="T3" fmla="*/ 0 h 40"/>
                  <a:gd name="T4" fmla="*/ 36 w 36"/>
                  <a:gd name="T5" fmla="*/ 21 h 40"/>
                  <a:gd name="T6" fmla="*/ 36 w 36"/>
                  <a:gd name="T7" fmla="*/ 40 h 40"/>
                  <a:gd name="T8" fmla="*/ 22 w 36"/>
                  <a:gd name="T9" fmla="*/ 40 h 40"/>
                  <a:gd name="T10" fmla="*/ 24 w 36"/>
                  <a:gd name="T11" fmla="*/ 19 h 40"/>
                  <a:gd name="T12" fmla="*/ 11 w 36"/>
                  <a:gd name="T13" fmla="*/ 7 h 40"/>
                  <a:gd name="T14" fmla="*/ 10 w 36"/>
                  <a:gd name="T15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10" y="3"/>
                    </a:moveTo>
                    <a:cubicBezTo>
                      <a:pt x="10" y="3"/>
                      <a:pt x="15" y="0"/>
                      <a:pt x="21" y="0"/>
                    </a:cubicBezTo>
                    <a:cubicBezTo>
                      <a:pt x="26" y="0"/>
                      <a:pt x="35" y="6"/>
                      <a:pt x="36" y="21"/>
                    </a:cubicBezTo>
                    <a:cubicBezTo>
                      <a:pt x="36" y="35"/>
                      <a:pt x="36" y="40"/>
                      <a:pt x="36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4" y="28"/>
                      <a:pt x="24" y="19"/>
                    </a:cubicBezTo>
                    <a:cubicBezTo>
                      <a:pt x="24" y="9"/>
                      <a:pt x="21" y="3"/>
                      <a:pt x="11" y="7"/>
                    </a:cubicBezTo>
                    <a:cubicBezTo>
                      <a:pt x="0" y="11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1" name="Freeform 233"/>
              <p:cNvSpPr>
                <a:spLocks/>
              </p:cNvSpPr>
              <p:nvPr/>
            </p:nvSpPr>
            <p:spPr bwMode="auto">
              <a:xfrm>
                <a:off x="7638256" y="5363212"/>
                <a:ext cx="15875" cy="100013"/>
              </a:xfrm>
              <a:custGeom>
                <a:avLst/>
                <a:gdLst>
                  <a:gd name="T0" fmla="*/ 10 w 10"/>
                  <a:gd name="T1" fmla="*/ 63 h 63"/>
                  <a:gd name="T2" fmla="*/ 0 w 10"/>
                  <a:gd name="T3" fmla="*/ 63 h 63"/>
                  <a:gd name="T4" fmla="*/ 0 w 10"/>
                  <a:gd name="T5" fmla="*/ 0 h 63"/>
                  <a:gd name="T6" fmla="*/ 9 w 10"/>
                  <a:gd name="T7" fmla="*/ 0 h 63"/>
                  <a:gd name="T8" fmla="*/ 10 w 10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lnTo>
                      <a:pt x="0" y="63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3" name="Rectangle 235"/>
              <p:cNvSpPr>
                <a:spLocks noChangeArrowheads="1"/>
              </p:cNvSpPr>
              <p:nvPr/>
            </p:nvSpPr>
            <p:spPr bwMode="auto">
              <a:xfrm>
                <a:off x="7593806" y="5455287"/>
                <a:ext cx="17463" cy="1111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4" name="Rectangle 236"/>
              <p:cNvSpPr>
                <a:spLocks noChangeArrowheads="1"/>
              </p:cNvSpPr>
              <p:nvPr/>
            </p:nvSpPr>
            <p:spPr bwMode="auto">
              <a:xfrm>
                <a:off x="7638256" y="5455287"/>
                <a:ext cx="1587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5" name="Freeform 237"/>
              <p:cNvSpPr>
                <a:spLocks/>
              </p:cNvSpPr>
              <p:nvPr/>
            </p:nvSpPr>
            <p:spPr bwMode="auto">
              <a:xfrm>
                <a:off x="7766844" y="5350512"/>
                <a:ext cx="17463" cy="112713"/>
              </a:xfrm>
              <a:custGeom>
                <a:avLst/>
                <a:gdLst>
                  <a:gd name="T0" fmla="*/ 11 w 11"/>
                  <a:gd name="T1" fmla="*/ 70 h 71"/>
                  <a:gd name="T2" fmla="*/ 2 w 11"/>
                  <a:gd name="T3" fmla="*/ 71 h 71"/>
                  <a:gd name="T4" fmla="*/ 0 w 11"/>
                  <a:gd name="T5" fmla="*/ 0 h 71"/>
                  <a:gd name="T6" fmla="*/ 11 w 11"/>
                  <a:gd name="T7" fmla="*/ 0 h 71"/>
                  <a:gd name="T8" fmla="*/ 11 w 11"/>
                  <a:gd name="T9" fmla="*/ 7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0"/>
                    </a:moveTo>
                    <a:lnTo>
                      <a:pt x="2" y="7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7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6" name="Freeform 238"/>
              <p:cNvSpPr>
                <a:spLocks/>
              </p:cNvSpPr>
              <p:nvPr/>
            </p:nvSpPr>
            <p:spPr bwMode="auto">
              <a:xfrm>
                <a:off x="7770019" y="5453700"/>
                <a:ext cx="14288" cy="9525"/>
              </a:xfrm>
              <a:custGeom>
                <a:avLst/>
                <a:gdLst>
                  <a:gd name="T0" fmla="*/ 0 w 9"/>
                  <a:gd name="T1" fmla="*/ 0 h 6"/>
                  <a:gd name="T2" fmla="*/ 0 w 9"/>
                  <a:gd name="T3" fmla="*/ 6 h 6"/>
                  <a:gd name="T4" fmla="*/ 9 w 9"/>
                  <a:gd name="T5" fmla="*/ 5 h 6"/>
                  <a:gd name="T6" fmla="*/ 9 w 9"/>
                  <a:gd name="T7" fmla="*/ 0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0" y="6"/>
                    </a:lnTo>
                    <a:lnTo>
                      <a:pt x="9" y="5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7" name="Freeform 239"/>
              <p:cNvSpPr>
                <a:spLocks/>
              </p:cNvSpPr>
              <p:nvPr/>
            </p:nvSpPr>
            <p:spPr bwMode="auto">
              <a:xfrm>
                <a:off x="7730331" y="5350512"/>
                <a:ext cx="17463" cy="112713"/>
              </a:xfrm>
              <a:custGeom>
                <a:avLst/>
                <a:gdLst>
                  <a:gd name="T0" fmla="*/ 11 w 11"/>
                  <a:gd name="T1" fmla="*/ 71 h 71"/>
                  <a:gd name="T2" fmla="*/ 0 w 11"/>
                  <a:gd name="T3" fmla="*/ 71 h 71"/>
                  <a:gd name="T4" fmla="*/ 0 w 11"/>
                  <a:gd name="T5" fmla="*/ 0 h 71"/>
                  <a:gd name="T6" fmla="*/ 10 w 11"/>
                  <a:gd name="T7" fmla="*/ 0 h 71"/>
                  <a:gd name="T8" fmla="*/ 11 w 11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1"/>
                    </a:moveTo>
                    <a:lnTo>
                      <a:pt x="0" y="7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1" y="7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8" name="Rectangle 240"/>
              <p:cNvSpPr>
                <a:spLocks noChangeArrowheads="1"/>
              </p:cNvSpPr>
              <p:nvPr/>
            </p:nvSpPr>
            <p:spPr bwMode="auto">
              <a:xfrm>
                <a:off x="7730331" y="5453700"/>
                <a:ext cx="17463" cy="9525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9" name="Freeform 242"/>
              <p:cNvSpPr>
                <a:spLocks/>
              </p:cNvSpPr>
              <p:nvPr/>
            </p:nvSpPr>
            <p:spPr bwMode="auto">
              <a:xfrm>
                <a:off x="7501731" y="5240975"/>
                <a:ext cx="58738" cy="47625"/>
              </a:xfrm>
              <a:custGeom>
                <a:avLst/>
                <a:gdLst>
                  <a:gd name="T0" fmla="*/ 25 w 25"/>
                  <a:gd name="T1" fmla="*/ 17 h 20"/>
                  <a:gd name="T2" fmla="*/ 13 w 25"/>
                  <a:gd name="T3" fmla="*/ 3 h 20"/>
                  <a:gd name="T4" fmla="*/ 0 w 25"/>
                  <a:gd name="T5" fmla="*/ 2 h 20"/>
                  <a:gd name="T6" fmla="*/ 11 w 25"/>
                  <a:gd name="T7" fmla="*/ 17 h 20"/>
                  <a:gd name="T8" fmla="*/ 25 w 25"/>
                  <a:gd name="T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5" y="17"/>
                    </a:moveTo>
                    <a:cubicBezTo>
                      <a:pt x="23" y="12"/>
                      <a:pt x="18" y="6"/>
                      <a:pt x="13" y="3"/>
                    </a:cubicBezTo>
                    <a:cubicBezTo>
                      <a:pt x="8" y="0"/>
                      <a:pt x="3" y="0"/>
                      <a:pt x="0" y="2"/>
                    </a:cubicBezTo>
                    <a:cubicBezTo>
                      <a:pt x="2" y="8"/>
                      <a:pt x="6" y="13"/>
                      <a:pt x="11" y="17"/>
                    </a:cubicBezTo>
                    <a:cubicBezTo>
                      <a:pt x="17" y="20"/>
                      <a:pt x="22" y="20"/>
                      <a:pt x="25" y="17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0" name="Freeform 246"/>
              <p:cNvSpPr>
                <a:spLocks/>
              </p:cNvSpPr>
              <p:nvPr/>
            </p:nvSpPr>
            <p:spPr bwMode="auto">
              <a:xfrm>
                <a:off x="7527131" y="5247325"/>
                <a:ext cx="55563" cy="139700"/>
              </a:xfrm>
              <a:custGeom>
                <a:avLst/>
                <a:gdLst>
                  <a:gd name="T0" fmla="*/ 23 w 23"/>
                  <a:gd name="T1" fmla="*/ 0 h 58"/>
                  <a:gd name="T2" fmla="*/ 16 w 23"/>
                  <a:gd name="T3" fmla="*/ 1 h 58"/>
                  <a:gd name="T4" fmla="*/ 1 w 23"/>
                  <a:gd name="T5" fmla="*/ 16 h 58"/>
                  <a:gd name="T6" fmla="*/ 6 w 23"/>
                  <a:gd name="T7" fmla="*/ 43 h 58"/>
                  <a:gd name="T8" fmla="*/ 22 w 23"/>
                  <a:gd name="T9" fmla="*/ 58 h 58"/>
                  <a:gd name="T10" fmla="*/ 23 w 23"/>
                  <a:gd name="T11" fmla="*/ 58 h 58"/>
                  <a:gd name="T12" fmla="*/ 23 w 23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8">
                    <a:moveTo>
                      <a:pt x="23" y="0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7" y="1"/>
                      <a:pt x="0" y="8"/>
                      <a:pt x="1" y="16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53"/>
                      <a:pt x="14" y="58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2" name="Freeform 248"/>
              <p:cNvSpPr>
                <a:spLocks/>
              </p:cNvSpPr>
              <p:nvPr/>
            </p:nvSpPr>
            <p:spPr bwMode="auto">
              <a:xfrm>
                <a:off x="7555706" y="5283837"/>
                <a:ext cx="14288" cy="14288"/>
              </a:xfrm>
              <a:custGeom>
                <a:avLst/>
                <a:gdLst>
                  <a:gd name="T0" fmla="*/ 6 w 6"/>
                  <a:gd name="T1" fmla="*/ 3 h 6"/>
                  <a:gd name="T2" fmla="*/ 3 w 6"/>
                  <a:gd name="T3" fmla="*/ 6 h 6"/>
                  <a:gd name="T4" fmla="*/ 0 w 6"/>
                  <a:gd name="T5" fmla="*/ 3 h 6"/>
                  <a:gd name="T6" fmla="*/ 3 w 6"/>
                  <a:gd name="T7" fmla="*/ 0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3" name="Freeform 249"/>
              <p:cNvSpPr>
                <a:spLocks/>
              </p:cNvSpPr>
              <p:nvPr/>
            </p:nvSpPr>
            <p:spPr bwMode="auto">
              <a:xfrm>
                <a:off x="7592219" y="5283837"/>
                <a:ext cx="15875" cy="14288"/>
              </a:xfrm>
              <a:custGeom>
                <a:avLst/>
                <a:gdLst>
                  <a:gd name="T0" fmla="*/ 7 w 7"/>
                  <a:gd name="T1" fmla="*/ 3 h 6"/>
                  <a:gd name="T2" fmla="*/ 3 w 7"/>
                  <a:gd name="T3" fmla="*/ 6 h 6"/>
                  <a:gd name="T4" fmla="*/ 0 w 7"/>
                  <a:gd name="T5" fmla="*/ 3 h 6"/>
                  <a:gd name="T6" fmla="*/ 3 w 7"/>
                  <a:gd name="T7" fmla="*/ 0 h 6"/>
                  <a:gd name="T8" fmla="*/ 7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4" name="Freeform 250"/>
              <p:cNvSpPr>
                <a:spLocks/>
              </p:cNvSpPr>
              <p:nvPr/>
            </p:nvSpPr>
            <p:spPr bwMode="auto">
              <a:xfrm>
                <a:off x="7544594" y="5345750"/>
                <a:ext cx="38100" cy="41275"/>
              </a:xfrm>
              <a:custGeom>
                <a:avLst/>
                <a:gdLst>
                  <a:gd name="T0" fmla="*/ 0 w 16"/>
                  <a:gd name="T1" fmla="*/ 5 h 17"/>
                  <a:gd name="T2" fmla="*/ 15 w 16"/>
                  <a:gd name="T3" fmla="*/ 17 h 17"/>
                  <a:gd name="T4" fmla="*/ 16 w 16"/>
                  <a:gd name="T5" fmla="*/ 17 h 17"/>
                  <a:gd name="T6" fmla="*/ 16 w 16"/>
                  <a:gd name="T7" fmla="*/ 0 h 17"/>
                  <a:gd name="T8" fmla="*/ 0 w 16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5"/>
                    </a:moveTo>
                    <a:cubicBezTo>
                      <a:pt x="3" y="13"/>
                      <a:pt x="8" y="17"/>
                      <a:pt x="15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0"/>
                      <a:pt x="3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5" name="Oval 252"/>
              <p:cNvSpPr>
                <a:spLocks noChangeArrowheads="1"/>
              </p:cNvSpPr>
              <p:nvPr/>
            </p:nvSpPr>
            <p:spPr bwMode="auto">
              <a:xfrm>
                <a:off x="7563644" y="5360037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6" name="Freeform 253"/>
              <p:cNvSpPr>
                <a:spLocks/>
              </p:cNvSpPr>
              <p:nvPr/>
            </p:nvSpPr>
            <p:spPr bwMode="auto">
              <a:xfrm>
                <a:off x="7592219" y="5360037"/>
                <a:ext cx="11113" cy="12700"/>
              </a:xfrm>
              <a:custGeom>
                <a:avLst/>
                <a:gdLst>
                  <a:gd name="T0" fmla="*/ 5 w 5"/>
                  <a:gd name="T1" fmla="*/ 2 h 5"/>
                  <a:gd name="T2" fmla="*/ 2 w 5"/>
                  <a:gd name="T3" fmla="*/ 5 h 5"/>
                  <a:gd name="T4" fmla="*/ 0 w 5"/>
                  <a:gd name="T5" fmla="*/ 2 h 5"/>
                  <a:gd name="T6" fmla="*/ 2 w 5"/>
                  <a:gd name="T7" fmla="*/ 0 h 5"/>
                  <a:gd name="T8" fmla="*/ 5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3"/>
                      <a:pt x="4" y="4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0" name="Freeform 243"/>
              <p:cNvSpPr>
                <a:spLocks/>
              </p:cNvSpPr>
              <p:nvPr/>
            </p:nvSpPr>
            <p:spPr bwMode="auto">
              <a:xfrm>
                <a:off x="7502525" y="5240656"/>
                <a:ext cx="58738" cy="39688"/>
              </a:xfrm>
              <a:custGeom>
                <a:avLst/>
                <a:gdLst>
                  <a:gd name="T0" fmla="*/ 13 w 25"/>
                  <a:gd name="T1" fmla="*/ 3 h 17"/>
                  <a:gd name="T2" fmla="*/ 25 w 25"/>
                  <a:gd name="T3" fmla="*/ 17 h 17"/>
                  <a:gd name="T4" fmla="*/ 0 w 25"/>
                  <a:gd name="T5" fmla="*/ 2 h 17"/>
                  <a:gd name="T6" fmla="*/ 13 w 25"/>
                  <a:gd name="T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13" y="3"/>
                    </a:moveTo>
                    <a:cubicBezTo>
                      <a:pt x="18" y="6"/>
                      <a:pt x="23" y="12"/>
                      <a:pt x="25" y="1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1" name="Freeform 244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7625"/>
              </a:xfrm>
              <a:custGeom>
                <a:avLst/>
                <a:gdLst>
                  <a:gd name="T0" fmla="*/ 0 w 25"/>
                  <a:gd name="T1" fmla="*/ 18 h 20"/>
                  <a:gd name="T2" fmla="*/ 12 w 25"/>
                  <a:gd name="T3" fmla="*/ 4 h 20"/>
                  <a:gd name="T4" fmla="*/ 25 w 25"/>
                  <a:gd name="T5" fmla="*/ 2 h 20"/>
                  <a:gd name="T6" fmla="*/ 14 w 25"/>
                  <a:gd name="T7" fmla="*/ 17 h 20"/>
                  <a:gd name="T8" fmla="*/ 0 w 25"/>
                  <a:gd name="T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0" y="18"/>
                    </a:moveTo>
                    <a:cubicBezTo>
                      <a:pt x="3" y="12"/>
                      <a:pt x="7" y="7"/>
                      <a:pt x="12" y="4"/>
                    </a:cubicBezTo>
                    <a:cubicBezTo>
                      <a:pt x="17" y="0"/>
                      <a:pt x="22" y="0"/>
                      <a:pt x="25" y="2"/>
                    </a:cubicBezTo>
                    <a:cubicBezTo>
                      <a:pt x="23" y="8"/>
                      <a:pt x="19" y="14"/>
                      <a:pt x="14" y="17"/>
                    </a:cubicBezTo>
                    <a:cubicBezTo>
                      <a:pt x="9" y="20"/>
                      <a:pt x="4" y="20"/>
                      <a:pt x="0" y="18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2" name="Freeform 245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2863"/>
              </a:xfrm>
              <a:custGeom>
                <a:avLst/>
                <a:gdLst>
                  <a:gd name="T0" fmla="*/ 12 w 25"/>
                  <a:gd name="T1" fmla="*/ 4 h 18"/>
                  <a:gd name="T2" fmla="*/ 0 w 25"/>
                  <a:gd name="T3" fmla="*/ 18 h 18"/>
                  <a:gd name="T4" fmla="*/ 25 w 25"/>
                  <a:gd name="T5" fmla="*/ 2 h 18"/>
                  <a:gd name="T6" fmla="*/ 12 w 25"/>
                  <a:gd name="T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8">
                    <a:moveTo>
                      <a:pt x="12" y="4"/>
                    </a:moveTo>
                    <a:cubicBezTo>
                      <a:pt x="7" y="7"/>
                      <a:pt x="3" y="12"/>
                      <a:pt x="0" y="18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2" y="0"/>
                      <a:pt x="17" y="0"/>
                      <a:pt x="12" y="4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63925" y="186667"/>
            <a:ext cx="10012808" cy="14826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新年伊始，企业为迎接市场需求的高峰，决定扩大产能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,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你们决定购买哪个设备？</a:t>
            </a:r>
          </a:p>
        </p:txBody>
      </p:sp>
      <p:grpSp>
        <p:nvGrpSpPr>
          <p:cNvPr id="900" name="组合 899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2450203" y="1921767"/>
            <a:ext cx="4948286" cy="1016051"/>
            <a:chOff x="2450203" y="1921767"/>
            <a:chExt cx="4948286" cy="1016051"/>
          </a:xfrm>
        </p:grpSpPr>
        <p:sp>
          <p:nvSpPr>
            <p:cNvPr id="899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9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-0</a:t>
              </a:r>
            </a:p>
          </p:txBody>
        </p:sp>
        <p:pic>
          <p:nvPicPr>
            <p:cNvPr id="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zh-CN" altLang="en-US" sz="1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每月经济</a:t>
              </a:r>
              <a:r>
                <a:rPr lang="en-US" altLang="zh-CN" sz="1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+3</a:t>
              </a:r>
              <a:endPara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-15</a:t>
              </a:r>
            </a:p>
          </p:txBody>
        </p:sp>
      </p:grpSp>
      <p:grpSp>
        <p:nvGrpSpPr>
          <p:cNvPr id="901" name="组合 90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2450203" y="3122363"/>
            <a:ext cx="4948286" cy="1016051"/>
            <a:chOff x="2450203" y="1921767"/>
            <a:chExt cx="4948286" cy="1016051"/>
          </a:xfrm>
        </p:grpSpPr>
        <p:sp>
          <p:nvSpPr>
            <p:cNvPr id="902" name="矩形: 圆角 901">
              <a:extLst>
                <a:ext uri="{FF2B5EF4-FFF2-40B4-BE49-F238E27FC236}">
                  <a16:creationId xmlns:a16="http://schemas.microsoft.com/office/drawing/2014/main" id="{F096A603-017D-21B2-9597-52E9F9DE2322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0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04" name="文本框 90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-30</a:t>
              </a:r>
            </a:p>
          </p:txBody>
        </p:sp>
        <p:pic>
          <p:nvPicPr>
            <p:cNvPr id="90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B59245E-E8FA-3D4F-6D8B-767097872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0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7" name="文本框 906">
              <a:extLst>
                <a:ext uri="{FF2B5EF4-FFF2-40B4-BE49-F238E27FC236}">
                  <a16:creationId xmlns:a16="http://schemas.microsoft.com/office/drawing/2014/main" id="{CE0C599C-E8E2-B7C5-EFD8-7C4A0F0FB9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zh-CN" altLang="en-US" sz="1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每月经济</a:t>
              </a:r>
              <a:r>
                <a:rPr lang="en-US" altLang="zh-CN" sz="1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+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8" name="文本框 907">
              <a:extLst>
                <a:ext uri="{FF2B5EF4-FFF2-40B4-BE49-F238E27FC236}">
                  <a16:creationId xmlns:a16="http://schemas.microsoft.com/office/drawing/2014/main" id="{AE6DCB75-6FAA-4DAE-D662-870A9603C8E5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-10</a:t>
              </a:r>
            </a:p>
          </p:txBody>
        </p:sp>
      </p:grpSp>
      <p:grpSp>
        <p:nvGrpSpPr>
          <p:cNvPr id="909" name="组合 908">
            <a:extLst>
              <a:ext uri="{FF2B5EF4-FFF2-40B4-BE49-F238E27FC236}">
                <a16:creationId xmlns:a16="http://schemas.microsoft.com/office/drawing/2014/main" id="{4F84A1CB-6BCA-119E-F052-E4A50F167C60}"/>
              </a:ext>
            </a:extLst>
          </p:cNvPr>
          <p:cNvGrpSpPr/>
          <p:nvPr/>
        </p:nvGrpSpPr>
        <p:grpSpPr>
          <a:xfrm>
            <a:off x="2453908" y="4324676"/>
            <a:ext cx="4948286" cy="1016051"/>
            <a:chOff x="2450203" y="1921767"/>
            <a:chExt cx="4948286" cy="1016051"/>
          </a:xfrm>
        </p:grpSpPr>
        <p:sp>
          <p:nvSpPr>
            <p:cNvPr id="910" name="矩形: 圆角 909">
              <a:extLst>
                <a:ext uri="{FF2B5EF4-FFF2-40B4-BE49-F238E27FC236}">
                  <a16:creationId xmlns:a16="http://schemas.microsoft.com/office/drawing/2014/main" id="{B3B96055-1FF1-8643-5627-2C606F84579A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11" name="矩形: 圆角 910">
              <a:extLst>
                <a:ext uri="{FF2B5EF4-FFF2-40B4-BE49-F238E27FC236}">
                  <a16:creationId xmlns:a16="http://schemas.microsoft.com/office/drawing/2014/main" id="{02AB656B-1955-6E15-8468-05E6763C51BF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12" name="文本框 911">
              <a:extLst>
                <a:ext uri="{FF2B5EF4-FFF2-40B4-BE49-F238E27FC236}">
                  <a16:creationId xmlns:a16="http://schemas.microsoft.com/office/drawing/2014/main" id="{85959BDC-4CDF-6743-101E-9593FE9A1FC6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-20</a:t>
              </a:r>
            </a:p>
          </p:txBody>
        </p:sp>
        <p:pic>
          <p:nvPicPr>
            <p:cNvPr id="913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D396BD2F-3BF4-663C-1AD5-B776F6BCD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14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CD475263-0111-EADD-C4FD-810E800D2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15" name="文本框 914">
              <a:extLst>
                <a:ext uri="{FF2B5EF4-FFF2-40B4-BE49-F238E27FC236}">
                  <a16:creationId xmlns:a16="http://schemas.microsoft.com/office/drawing/2014/main" id="{26BA0084-2EC0-BE5D-905D-D438F7BC503C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zh-CN" altLang="en-US" sz="1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每月经济</a:t>
              </a:r>
              <a:r>
                <a:rPr lang="en-US" altLang="zh-CN" sz="1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+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6" name="文本框 915">
              <a:extLst>
                <a:ext uri="{FF2B5EF4-FFF2-40B4-BE49-F238E27FC236}">
                  <a16:creationId xmlns:a16="http://schemas.microsoft.com/office/drawing/2014/main" id="{56D43D3A-32ED-6EB6-2066-84895C37D15A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-15</a:t>
              </a:r>
            </a:p>
          </p:txBody>
        </p:sp>
      </p:grpSp>
      <p:grpSp>
        <p:nvGrpSpPr>
          <p:cNvPr id="917" name="组合 916">
            <a:extLst>
              <a:ext uri="{FF2B5EF4-FFF2-40B4-BE49-F238E27FC236}">
                <a16:creationId xmlns:a16="http://schemas.microsoft.com/office/drawing/2014/main" id="{1AE07B8B-2450-A092-162A-074E564A3121}"/>
              </a:ext>
            </a:extLst>
          </p:cNvPr>
          <p:cNvGrpSpPr/>
          <p:nvPr/>
        </p:nvGrpSpPr>
        <p:grpSpPr>
          <a:xfrm>
            <a:off x="2455061" y="5544649"/>
            <a:ext cx="4948286" cy="1099599"/>
            <a:chOff x="2450203" y="1921767"/>
            <a:chExt cx="4948286" cy="1099599"/>
          </a:xfrm>
        </p:grpSpPr>
        <p:sp>
          <p:nvSpPr>
            <p:cNvPr id="918" name="矩形: 圆角 917">
              <a:extLst>
                <a:ext uri="{FF2B5EF4-FFF2-40B4-BE49-F238E27FC236}">
                  <a16:creationId xmlns:a16="http://schemas.microsoft.com/office/drawing/2014/main" id="{325A4DCE-29F2-D648-13A9-15AE9321C22E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19" name="矩形: 圆角 918">
              <a:extLst>
                <a:ext uri="{FF2B5EF4-FFF2-40B4-BE49-F238E27FC236}">
                  <a16:creationId xmlns:a16="http://schemas.microsoft.com/office/drawing/2014/main" id="{E05333FA-D7B8-0095-AEA6-2974B5F142F8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20" name="文本框 919">
              <a:extLst>
                <a:ext uri="{FF2B5EF4-FFF2-40B4-BE49-F238E27FC236}">
                  <a16:creationId xmlns:a16="http://schemas.microsoft.com/office/drawing/2014/main" id="{4053EB25-8017-2EAB-E19B-337F91550079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-30</a:t>
              </a:r>
            </a:p>
          </p:txBody>
        </p:sp>
        <p:pic>
          <p:nvPicPr>
            <p:cNvPr id="921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EA9A8B64-C549-BD8F-9515-B518630D62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22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6AD03D6D-B9E4-2858-258B-A174BEBB31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3" name="文本框 922">
              <a:extLst>
                <a:ext uri="{FF2B5EF4-FFF2-40B4-BE49-F238E27FC236}">
                  <a16:creationId xmlns:a16="http://schemas.microsoft.com/office/drawing/2014/main" id="{D1C2D94A-9B23-6CA9-9352-FF2BB4F3DB84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zh-CN" altLang="en-US" sz="1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每月经济</a:t>
              </a:r>
              <a:r>
                <a:rPr lang="en-US" altLang="zh-CN" sz="1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+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4" name="文本框 923">
              <a:extLst>
                <a:ext uri="{FF2B5EF4-FFF2-40B4-BE49-F238E27FC236}">
                  <a16:creationId xmlns:a16="http://schemas.microsoft.com/office/drawing/2014/main" id="{7C15B5AB-052C-D2FB-55DF-DE6366D669DB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-25</a:t>
              </a:r>
            </a:p>
          </p:txBody>
        </p:sp>
      </p:grpSp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1</a:t>
            </a:r>
            <a:r>
              <a:rPr lang="zh-CN" altLang="en-US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月</a:t>
            </a:r>
            <a:endParaRPr kumimoji="0" lang="zh-CN" altLang="en-US" sz="4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光综艺_CNKI" panose="02000500000000000000" pitchFamily="2" charset="-122"/>
              <a:ea typeface="华光综艺_CNKI" panose="020005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586280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7767692" y="4831180"/>
            <a:ext cx="4424308" cy="2043601"/>
            <a:chOff x="757292" y="2691350"/>
            <a:chExt cx="8375650" cy="3868737"/>
          </a:xfrm>
        </p:grpSpPr>
        <p:grpSp>
          <p:nvGrpSpPr>
            <p:cNvPr id="660" name="组合 659"/>
            <p:cNvGrpSpPr/>
            <p:nvPr/>
          </p:nvGrpSpPr>
          <p:grpSpPr>
            <a:xfrm>
              <a:off x="5068942" y="2691350"/>
              <a:ext cx="793751" cy="2611437"/>
              <a:chOff x="6219825" y="2722881"/>
              <a:chExt cx="793751" cy="2454275"/>
            </a:xfrm>
          </p:grpSpPr>
          <p:sp>
            <p:nvSpPr>
              <p:cNvPr id="655" name="Freeform 5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close/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close/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close/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close/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6" name="Freeform 7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close/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7" name="Freeform 11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8" name="Freeform 13"/>
              <p:cNvSpPr>
                <a:spLocks/>
              </p:cNvSpPr>
              <p:nvPr/>
            </p:nvSpPr>
            <p:spPr bwMode="auto">
              <a:xfrm>
                <a:off x="6219825" y="2722881"/>
                <a:ext cx="793750" cy="479425"/>
              </a:xfrm>
              <a:custGeom>
                <a:avLst/>
                <a:gdLst>
                  <a:gd name="T0" fmla="*/ 265 w 331"/>
                  <a:gd name="T1" fmla="*/ 200 h 200"/>
                  <a:gd name="T2" fmla="*/ 330 w 331"/>
                  <a:gd name="T3" fmla="*/ 132 h 200"/>
                  <a:gd name="T4" fmla="*/ 265 w 331"/>
                  <a:gd name="T5" fmla="*/ 59 h 200"/>
                  <a:gd name="T6" fmla="*/ 188 w 331"/>
                  <a:gd name="T7" fmla="*/ 1 h 200"/>
                  <a:gd name="T8" fmla="*/ 119 w 331"/>
                  <a:gd name="T9" fmla="*/ 40 h 200"/>
                  <a:gd name="T10" fmla="*/ 69 w 331"/>
                  <a:gd name="T11" fmla="*/ 47 h 200"/>
                  <a:gd name="T12" fmla="*/ 45 w 331"/>
                  <a:gd name="T13" fmla="*/ 93 h 200"/>
                  <a:gd name="T14" fmla="*/ 1 w 331"/>
                  <a:gd name="T15" fmla="*/ 146 h 200"/>
                  <a:gd name="T16" fmla="*/ 41 w 331"/>
                  <a:gd name="T17" fmla="*/ 197 h 200"/>
                  <a:gd name="T18" fmla="*/ 265 w 331"/>
                  <a:gd name="T19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1" h="200">
                    <a:moveTo>
                      <a:pt x="265" y="200"/>
                    </a:moveTo>
                    <a:cubicBezTo>
                      <a:pt x="282" y="200"/>
                      <a:pt x="329" y="195"/>
                      <a:pt x="330" y="132"/>
                    </a:cubicBezTo>
                    <a:cubicBezTo>
                      <a:pt x="331" y="63"/>
                      <a:pt x="265" y="59"/>
                      <a:pt x="265" y="59"/>
                    </a:cubicBezTo>
                    <a:cubicBezTo>
                      <a:pt x="265" y="59"/>
                      <a:pt x="242" y="1"/>
                      <a:pt x="188" y="1"/>
                    </a:cubicBezTo>
                    <a:cubicBezTo>
                      <a:pt x="135" y="0"/>
                      <a:pt x="119" y="40"/>
                      <a:pt x="119" y="40"/>
                    </a:cubicBezTo>
                    <a:cubicBezTo>
                      <a:pt x="119" y="40"/>
                      <a:pt x="92" y="29"/>
                      <a:pt x="69" y="47"/>
                    </a:cubicBezTo>
                    <a:cubicBezTo>
                      <a:pt x="39" y="70"/>
                      <a:pt x="45" y="93"/>
                      <a:pt x="45" y="93"/>
                    </a:cubicBezTo>
                    <a:cubicBezTo>
                      <a:pt x="45" y="93"/>
                      <a:pt x="2" y="100"/>
                      <a:pt x="1" y="146"/>
                    </a:cubicBezTo>
                    <a:cubicBezTo>
                      <a:pt x="0" y="192"/>
                      <a:pt x="41" y="197"/>
                      <a:pt x="41" y="197"/>
                    </a:cubicBezTo>
                    <a:cubicBezTo>
                      <a:pt x="41" y="197"/>
                      <a:pt x="247" y="200"/>
                      <a:pt x="265" y="200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9" name="Freeform 14"/>
              <p:cNvSpPr>
                <a:spLocks/>
              </p:cNvSpPr>
              <p:nvPr/>
            </p:nvSpPr>
            <p:spPr bwMode="auto">
              <a:xfrm>
                <a:off x="6618288" y="2724469"/>
                <a:ext cx="395288" cy="477838"/>
              </a:xfrm>
              <a:custGeom>
                <a:avLst/>
                <a:gdLst>
                  <a:gd name="T0" fmla="*/ 99 w 165"/>
                  <a:gd name="T1" fmla="*/ 58 h 199"/>
                  <a:gd name="T2" fmla="*/ 22 w 165"/>
                  <a:gd name="T3" fmla="*/ 0 h 199"/>
                  <a:gd name="T4" fmla="*/ 0 w 165"/>
                  <a:gd name="T5" fmla="*/ 2 h 199"/>
                  <a:gd name="T6" fmla="*/ 0 w 165"/>
                  <a:gd name="T7" fmla="*/ 198 h 199"/>
                  <a:gd name="T8" fmla="*/ 99 w 165"/>
                  <a:gd name="T9" fmla="*/ 199 h 199"/>
                  <a:gd name="T10" fmla="*/ 164 w 165"/>
                  <a:gd name="T11" fmla="*/ 131 h 199"/>
                  <a:gd name="T12" fmla="*/ 99 w 165"/>
                  <a:gd name="T13" fmla="*/ 5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5" h="199">
                    <a:moveTo>
                      <a:pt x="99" y="58"/>
                    </a:moveTo>
                    <a:cubicBezTo>
                      <a:pt x="99" y="58"/>
                      <a:pt x="76" y="0"/>
                      <a:pt x="22" y="0"/>
                    </a:cubicBezTo>
                    <a:cubicBezTo>
                      <a:pt x="14" y="0"/>
                      <a:pt x="6" y="1"/>
                      <a:pt x="0" y="2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47" y="198"/>
                      <a:pt x="91" y="199"/>
                      <a:pt x="99" y="199"/>
                    </a:cubicBezTo>
                    <a:cubicBezTo>
                      <a:pt x="116" y="199"/>
                      <a:pt x="163" y="194"/>
                      <a:pt x="164" y="131"/>
                    </a:cubicBezTo>
                    <a:cubicBezTo>
                      <a:pt x="165" y="62"/>
                      <a:pt x="99" y="58"/>
                      <a:pt x="99" y="58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67" name="组合 666"/>
            <p:cNvGrpSpPr/>
            <p:nvPr/>
          </p:nvGrpSpPr>
          <p:grpSpPr>
            <a:xfrm>
              <a:off x="6230992" y="3275550"/>
              <a:ext cx="611188" cy="1949450"/>
              <a:chOff x="7381875" y="3307081"/>
              <a:chExt cx="611188" cy="1949450"/>
            </a:xfrm>
          </p:grpSpPr>
          <p:sp>
            <p:nvSpPr>
              <p:cNvPr id="661" name="Freeform 15"/>
              <p:cNvSpPr>
                <a:spLocks noEditPoints="1"/>
              </p:cNvSpPr>
              <p:nvPr/>
            </p:nvSpPr>
            <p:spPr bwMode="auto">
              <a:xfrm>
                <a:off x="7489825" y="3653156"/>
                <a:ext cx="382588" cy="1603375"/>
              </a:xfrm>
              <a:custGeom>
                <a:avLst/>
                <a:gdLst>
                  <a:gd name="T0" fmla="*/ 26 w 160"/>
                  <a:gd name="T1" fmla="*/ 0 h 669"/>
                  <a:gd name="T2" fmla="*/ 0 w 160"/>
                  <a:gd name="T3" fmla="*/ 0 h 669"/>
                  <a:gd name="T4" fmla="*/ 0 w 160"/>
                  <a:gd name="T5" fmla="*/ 638 h 669"/>
                  <a:gd name="T6" fmla="*/ 26 w 160"/>
                  <a:gd name="T7" fmla="*/ 666 h 669"/>
                  <a:gd name="T8" fmla="*/ 26 w 160"/>
                  <a:gd name="T9" fmla="*/ 0 h 669"/>
                  <a:gd name="T10" fmla="*/ 160 w 160"/>
                  <a:gd name="T11" fmla="*/ 0 h 669"/>
                  <a:gd name="T12" fmla="*/ 140 w 160"/>
                  <a:gd name="T13" fmla="*/ 0 h 669"/>
                  <a:gd name="T14" fmla="*/ 140 w 160"/>
                  <a:gd name="T15" fmla="*/ 668 h 669"/>
                  <a:gd name="T16" fmla="*/ 118 w 160"/>
                  <a:gd name="T17" fmla="*/ 668 h 669"/>
                  <a:gd name="T18" fmla="*/ 118 w 160"/>
                  <a:gd name="T19" fmla="*/ 0 h 669"/>
                  <a:gd name="T20" fmla="*/ 102 w 160"/>
                  <a:gd name="T21" fmla="*/ 0 h 669"/>
                  <a:gd name="T22" fmla="*/ 102 w 160"/>
                  <a:gd name="T23" fmla="*/ 668 h 669"/>
                  <a:gd name="T24" fmla="*/ 80 w 160"/>
                  <a:gd name="T25" fmla="*/ 668 h 669"/>
                  <a:gd name="T26" fmla="*/ 80 w 160"/>
                  <a:gd name="T27" fmla="*/ 0 h 669"/>
                  <a:gd name="T28" fmla="*/ 55 w 160"/>
                  <a:gd name="T29" fmla="*/ 0 h 669"/>
                  <a:gd name="T30" fmla="*/ 55 w 160"/>
                  <a:gd name="T31" fmla="*/ 669 h 669"/>
                  <a:gd name="T32" fmla="*/ 26 w 160"/>
                  <a:gd name="T33" fmla="*/ 669 h 669"/>
                  <a:gd name="T34" fmla="*/ 26 w 160"/>
                  <a:gd name="T35" fmla="*/ 669 h 669"/>
                  <a:gd name="T36" fmla="*/ 160 w 160"/>
                  <a:gd name="T37" fmla="*/ 669 h 669"/>
                  <a:gd name="T38" fmla="*/ 160 w 160"/>
                  <a:gd name="T39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669">
                    <a:moveTo>
                      <a:pt x="2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38"/>
                      <a:pt x="0" y="638"/>
                      <a:pt x="0" y="638"/>
                    </a:cubicBezTo>
                    <a:cubicBezTo>
                      <a:pt x="14" y="642"/>
                      <a:pt x="24" y="653"/>
                      <a:pt x="26" y="666"/>
                    </a:cubicBezTo>
                    <a:cubicBezTo>
                      <a:pt x="26" y="0"/>
                      <a:pt x="26" y="0"/>
                      <a:pt x="26" y="0"/>
                    </a:cubicBezTo>
                    <a:moveTo>
                      <a:pt x="16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668"/>
                      <a:pt x="140" y="668"/>
                      <a:pt x="140" y="668"/>
                    </a:cubicBezTo>
                    <a:cubicBezTo>
                      <a:pt x="118" y="668"/>
                      <a:pt x="118" y="668"/>
                      <a:pt x="118" y="66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02" y="668"/>
                      <a:pt x="102" y="668"/>
                      <a:pt x="102" y="668"/>
                    </a:cubicBezTo>
                    <a:cubicBezTo>
                      <a:pt x="80" y="668"/>
                      <a:pt x="80" y="668"/>
                      <a:pt x="80" y="668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669"/>
                      <a:pt x="55" y="669"/>
                      <a:pt x="55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160" y="669"/>
                      <a:pt x="160" y="669"/>
                      <a:pt x="160" y="669"/>
                    </a:cubicBezTo>
                    <a:cubicBezTo>
                      <a:pt x="160" y="0"/>
                      <a:pt x="160" y="0"/>
                      <a:pt x="160" y="0"/>
                    </a:cubicBezTo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2" name="Freeform 16"/>
              <p:cNvSpPr>
                <a:spLocks/>
              </p:cNvSpPr>
              <p:nvPr/>
            </p:nvSpPr>
            <p:spPr bwMode="auto">
              <a:xfrm>
                <a:off x="7551738" y="3653156"/>
                <a:ext cx="69850" cy="1603375"/>
              </a:xfrm>
              <a:custGeom>
                <a:avLst/>
                <a:gdLst>
                  <a:gd name="T0" fmla="*/ 29 w 29"/>
                  <a:gd name="T1" fmla="*/ 0 h 669"/>
                  <a:gd name="T2" fmla="*/ 0 w 29"/>
                  <a:gd name="T3" fmla="*/ 0 h 669"/>
                  <a:gd name="T4" fmla="*/ 0 w 29"/>
                  <a:gd name="T5" fmla="*/ 666 h 669"/>
                  <a:gd name="T6" fmla="*/ 0 w 29"/>
                  <a:gd name="T7" fmla="*/ 669 h 669"/>
                  <a:gd name="T8" fmla="*/ 0 w 29"/>
                  <a:gd name="T9" fmla="*/ 669 h 669"/>
                  <a:gd name="T10" fmla="*/ 0 w 29"/>
                  <a:gd name="T11" fmla="*/ 669 h 669"/>
                  <a:gd name="T12" fmla="*/ 0 w 29"/>
                  <a:gd name="T13" fmla="*/ 669 h 669"/>
                  <a:gd name="T14" fmla="*/ 29 w 29"/>
                  <a:gd name="T15" fmla="*/ 669 h 669"/>
                  <a:gd name="T16" fmla="*/ 29 w 29"/>
                  <a:gd name="T17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669">
                    <a:moveTo>
                      <a:pt x="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66"/>
                      <a:pt x="0" y="666"/>
                      <a:pt x="0" y="666"/>
                    </a:cubicBezTo>
                    <a:cubicBezTo>
                      <a:pt x="0" y="667"/>
                      <a:pt x="0" y="668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29" y="669"/>
                      <a:pt x="29" y="669"/>
                      <a:pt x="29" y="669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3" name="Rectangle 19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4" name="Rectangle 23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5" name="Freeform 25"/>
              <p:cNvSpPr>
                <a:spLocks/>
              </p:cNvSpPr>
              <p:nvPr/>
            </p:nvSpPr>
            <p:spPr bwMode="auto">
              <a:xfrm>
                <a:off x="7381875" y="3307081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2 h 154"/>
                  <a:gd name="T4" fmla="*/ 204 w 255"/>
                  <a:gd name="T5" fmla="*/ 46 h 154"/>
                  <a:gd name="T6" fmla="*/ 145 w 255"/>
                  <a:gd name="T7" fmla="*/ 1 h 154"/>
                  <a:gd name="T8" fmla="*/ 92 w 255"/>
                  <a:gd name="T9" fmla="*/ 31 h 154"/>
                  <a:gd name="T10" fmla="*/ 53 w 255"/>
                  <a:gd name="T11" fmla="*/ 36 h 154"/>
                  <a:gd name="T12" fmla="*/ 35 w 255"/>
                  <a:gd name="T13" fmla="*/ 71 h 154"/>
                  <a:gd name="T14" fmla="*/ 1 w 255"/>
                  <a:gd name="T15" fmla="*/ 113 h 154"/>
                  <a:gd name="T16" fmla="*/ 32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2"/>
                    </a:cubicBezTo>
                    <a:cubicBezTo>
                      <a:pt x="255" y="49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1"/>
                    </a:cubicBezTo>
                    <a:cubicBezTo>
                      <a:pt x="104" y="0"/>
                      <a:pt x="92" y="31"/>
                      <a:pt x="92" y="31"/>
                    </a:cubicBezTo>
                    <a:cubicBezTo>
                      <a:pt x="92" y="31"/>
                      <a:pt x="71" y="23"/>
                      <a:pt x="53" y="36"/>
                    </a:cubicBezTo>
                    <a:cubicBezTo>
                      <a:pt x="30" y="54"/>
                      <a:pt x="35" y="71"/>
                      <a:pt x="35" y="71"/>
                    </a:cubicBezTo>
                    <a:cubicBezTo>
                      <a:pt x="35" y="71"/>
                      <a:pt x="1" y="77"/>
                      <a:pt x="1" y="113"/>
                    </a:cubicBezTo>
                    <a:cubicBezTo>
                      <a:pt x="0" y="148"/>
                      <a:pt x="32" y="152"/>
                      <a:pt x="32" y="152"/>
                    </a:cubicBezTo>
                    <a:cubicBezTo>
                      <a:pt x="32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6" name="Freeform 26"/>
              <p:cNvSpPr>
                <a:spLocks/>
              </p:cNvSpPr>
              <p:nvPr/>
            </p:nvSpPr>
            <p:spPr bwMode="auto">
              <a:xfrm>
                <a:off x="7686675" y="3310256"/>
                <a:ext cx="306388" cy="366713"/>
              </a:xfrm>
              <a:custGeom>
                <a:avLst/>
                <a:gdLst>
                  <a:gd name="T0" fmla="*/ 77 w 128"/>
                  <a:gd name="T1" fmla="*/ 45 h 153"/>
                  <a:gd name="T2" fmla="*/ 18 w 128"/>
                  <a:gd name="T3" fmla="*/ 0 h 153"/>
                  <a:gd name="T4" fmla="*/ 0 w 128"/>
                  <a:gd name="T5" fmla="*/ 2 h 153"/>
                  <a:gd name="T6" fmla="*/ 0 w 128"/>
                  <a:gd name="T7" fmla="*/ 152 h 153"/>
                  <a:gd name="T8" fmla="*/ 77 w 128"/>
                  <a:gd name="T9" fmla="*/ 153 h 153"/>
                  <a:gd name="T10" fmla="*/ 127 w 128"/>
                  <a:gd name="T11" fmla="*/ 101 h 153"/>
                  <a:gd name="T12" fmla="*/ 77 w 128"/>
                  <a:gd name="T13" fmla="*/ 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3">
                    <a:moveTo>
                      <a:pt x="77" y="45"/>
                    </a:moveTo>
                    <a:cubicBezTo>
                      <a:pt x="77" y="45"/>
                      <a:pt x="59" y="0"/>
                      <a:pt x="18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37" y="152"/>
                      <a:pt x="71" y="153"/>
                      <a:pt x="77" y="153"/>
                    </a:cubicBezTo>
                    <a:cubicBezTo>
                      <a:pt x="90" y="153"/>
                      <a:pt x="126" y="149"/>
                      <a:pt x="127" y="101"/>
                    </a:cubicBezTo>
                    <a:cubicBezTo>
                      <a:pt x="128" y="48"/>
                      <a:pt x="77" y="45"/>
                      <a:pt x="77" y="45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7" name="组合 346"/>
            <p:cNvGrpSpPr/>
            <p:nvPr/>
          </p:nvGrpSpPr>
          <p:grpSpPr>
            <a:xfrm>
              <a:off x="4851455" y="4209000"/>
              <a:ext cx="95250" cy="939800"/>
              <a:chOff x="6002338" y="4240531"/>
              <a:chExt cx="95250" cy="939800"/>
            </a:xfrm>
          </p:grpSpPr>
          <p:sp>
            <p:nvSpPr>
              <p:cNvPr id="160" name="Freeform 27"/>
              <p:cNvSpPr>
                <a:spLocks/>
              </p:cNvSpPr>
              <p:nvPr/>
            </p:nvSpPr>
            <p:spPr bwMode="auto">
              <a:xfrm>
                <a:off x="6002338" y="4240531"/>
                <a:ext cx="95250" cy="939800"/>
              </a:xfrm>
              <a:custGeom>
                <a:avLst/>
                <a:gdLst>
                  <a:gd name="T0" fmla="*/ 12 w 60"/>
                  <a:gd name="T1" fmla="*/ 0 h 592"/>
                  <a:gd name="T2" fmla="*/ 0 w 60"/>
                  <a:gd name="T3" fmla="*/ 592 h 592"/>
                  <a:gd name="T4" fmla="*/ 60 w 60"/>
                  <a:gd name="T5" fmla="*/ 592 h 592"/>
                  <a:gd name="T6" fmla="*/ 48 w 60"/>
                  <a:gd name="T7" fmla="*/ 0 h 592"/>
                  <a:gd name="T8" fmla="*/ 12 w 6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92">
                    <a:moveTo>
                      <a:pt x="12" y="0"/>
                    </a:moveTo>
                    <a:lnTo>
                      <a:pt x="0" y="592"/>
                    </a:lnTo>
                    <a:lnTo>
                      <a:pt x="60" y="592"/>
                    </a:lnTo>
                    <a:lnTo>
                      <a:pt x="48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1" name="Freeform 28"/>
              <p:cNvSpPr>
                <a:spLocks/>
              </p:cNvSpPr>
              <p:nvPr/>
            </p:nvSpPr>
            <p:spPr bwMode="auto">
              <a:xfrm>
                <a:off x="6049963" y="4240531"/>
                <a:ext cx="47625" cy="939800"/>
              </a:xfrm>
              <a:custGeom>
                <a:avLst/>
                <a:gdLst>
                  <a:gd name="T0" fmla="*/ 0 w 30"/>
                  <a:gd name="T1" fmla="*/ 0 h 592"/>
                  <a:gd name="T2" fmla="*/ 0 w 30"/>
                  <a:gd name="T3" fmla="*/ 592 h 592"/>
                  <a:gd name="T4" fmla="*/ 30 w 30"/>
                  <a:gd name="T5" fmla="*/ 592 h 592"/>
                  <a:gd name="T6" fmla="*/ 18 w 30"/>
                  <a:gd name="T7" fmla="*/ 0 h 592"/>
                  <a:gd name="T8" fmla="*/ 0 w 3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592">
                    <a:moveTo>
                      <a:pt x="0" y="0"/>
                    </a:moveTo>
                    <a:lnTo>
                      <a:pt x="0" y="592"/>
                    </a:lnTo>
                    <a:lnTo>
                      <a:pt x="30" y="592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71" name="Freeform 38"/>
            <p:cNvSpPr>
              <a:spLocks/>
            </p:cNvSpPr>
            <p:nvPr/>
          </p:nvSpPr>
          <p:spPr bwMode="auto">
            <a:xfrm>
              <a:off x="3902130" y="3801013"/>
              <a:ext cx="171450" cy="1630363"/>
            </a:xfrm>
            <a:custGeom>
              <a:avLst/>
              <a:gdLst>
                <a:gd name="T0" fmla="*/ 23 w 108"/>
                <a:gd name="T1" fmla="*/ 0 h 1027"/>
                <a:gd name="T2" fmla="*/ 0 w 108"/>
                <a:gd name="T3" fmla="*/ 1027 h 1027"/>
                <a:gd name="T4" fmla="*/ 108 w 108"/>
                <a:gd name="T5" fmla="*/ 1027 h 1027"/>
                <a:gd name="T6" fmla="*/ 85 w 108"/>
                <a:gd name="T7" fmla="*/ 0 h 1027"/>
                <a:gd name="T8" fmla="*/ 23 w 108"/>
                <a:gd name="T9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27">
                  <a:moveTo>
                    <a:pt x="23" y="0"/>
                  </a:moveTo>
                  <a:lnTo>
                    <a:pt x="0" y="1027"/>
                  </a:lnTo>
                  <a:lnTo>
                    <a:pt x="108" y="1027"/>
                  </a:lnTo>
                  <a:lnTo>
                    <a:pt x="85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46" name="组合 345"/>
            <p:cNvGrpSpPr/>
            <p:nvPr/>
          </p:nvGrpSpPr>
          <p:grpSpPr>
            <a:xfrm>
              <a:off x="3902130" y="3801013"/>
              <a:ext cx="171450" cy="1630363"/>
              <a:chOff x="5053013" y="3832544"/>
              <a:chExt cx="171450" cy="1630363"/>
            </a:xfrm>
          </p:grpSpPr>
          <p:sp>
            <p:nvSpPr>
              <p:cNvPr id="170" name="Freeform 37"/>
              <p:cNvSpPr>
                <a:spLocks/>
              </p:cNvSpPr>
              <p:nvPr/>
            </p:nvSpPr>
            <p:spPr bwMode="auto">
              <a:xfrm>
                <a:off x="5053013" y="3832544"/>
                <a:ext cx="171450" cy="1630363"/>
              </a:xfrm>
              <a:custGeom>
                <a:avLst/>
                <a:gdLst>
                  <a:gd name="T0" fmla="*/ 23 w 108"/>
                  <a:gd name="T1" fmla="*/ 0 h 1027"/>
                  <a:gd name="T2" fmla="*/ 0 w 108"/>
                  <a:gd name="T3" fmla="*/ 1027 h 1027"/>
                  <a:gd name="T4" fmla="*/ 108 w 108"/>
                  <a:gd name="T5" fmla="*/ 1027 h 1027"/>
                  <a:gd name="T6" fmla="*/ 85 w 108"/>
                  <a:gd name="T7" fmla="*/ 0 h 1027"/>
                  <a:gd name="T8" fmla="*/ 23 w 108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1027">
                    <a:moveTo>
                      <a:pt x="23" y="0"/>
                    </a:moveTo>
                    <a:lnTo>
                      <a:pt x="0" y="1027"/>
                    </a:lnTo>
                    <a:lnTo>
                      <a:pt x="108" y="1027"/>
                    </a:lnTo>
                    <a:lnTo>
                      <a:pt x="85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2" name="Freeform 39"/>
              <p:cNvSpPr>
                <a:spLocks/>
              </p:cNvSpPr>
              <p:nvPr/>
            </p:nvSpPr>
            <p:spPr bwMode="auto">
              <a:xfrm>
                <a:off x="5140325" y="3832544"/>
                <a:ext cx="84138" cy="1630363"/>
              </a:xfrm>
              <a:custGeom>
                <a:avLst/>
                <a:gdLst>
                  <a:gd name="T0" fmla="*/ 0 w 53"/>
                  <a:gd name="T1" fmla="*/ 0 h 1027"/>
                  <a:gd name="T2" fmla="*/ 0 w 53"/>
                  <a:gd name="T3" fmla="*/ 1027 h 1027"/>
                  <a:gd name="T4" fmla="*/ 53 w 53"/>
                  <a:gd name="T5" fmla="*/ 1027 h 1027"/>
                  <a:gd name="T6" fmla="*/ 30 w 53"/>
                  <a:gd name="T7" fmla="*/ 0 h 1027"/>
                  <a:gd name="T8" fmla="*/ 0 w 53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027">
                    <a:moveTo>
                      <a:pt x="0" y="0"/>
                    </a:moveTo>
                    <a:lnTo>
                      <a:pt x="0" y="1027"/>
                    </a:lnTo>
                    <a:lnTo>
                      <a:pt x="53" y="1027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3" name="组合 352"/>
            <p:cNvGrpSpPr/>
            <p:nvPr/>
          </p:nvGrpSpPr>
          <p:grpSpPr>
            <a:xfrm>
              <a:off x="8161392" y="4805900"/>
              <a:ext cx="65088" cy="625475"/>
              <a:chOff x="9312275" y="4837431"/>
              <a:chExt cx="65088" cy="625475"/>
            </a:xfrm>
          </p:grpSpPr>
          <p:sp>
            <p:nvSpPr>
              <p:cNvPr id="189" name="Freeform 56"/>
              <p:cNvSpPr>
                <a:spLocks/>
              </p:cNvSpPr>
              <p:nvPr/>
            </p:nvSpPr>
            <p:spPr bwMode="auto">
              <a:xfrm>
                <a:off x="9312275" y="4837431"/>
                <a:ext cx="65088" cy="625475"/>
              </a:xfrm>
              <a:custGeom>
                <a:avLst/>
                <a:gdLst>
                  <a:gd name="T0" fmla="*/ 9 w 41"/>
                  <a:gd name="T1" fmla="*/ 0 h 394"/>
                  <a:gd name="T2" fmla="*/ 0 w 41"/>
                  <a:gd name="T3" fmla="*/ 394 h 394"/>
                  <a:gd name="T4" fmla="*/ 41 w 41"/>
                  <a:gd name="T5" fmla="*/ 394 h 394"/>
                  <a:gd name="T6" fmla="*/ 32 w 41"/>
                  <a:gd name="T7" fmla="*/ 0 h 394"/>
                  <a:gd name="T8" fmla="*/ 9 w 41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94">
                    <a:moveTo>
                      <a:pt x="9" y="0"/>
                    </a:moveTo>
                    <a:lnTo>
                      <a:pt x="0" y="394"/>
                    </a:lnTo>
                    <a:lnTo>
                      <a:pt x="41" y="394"/>
                    </a:lnTo>
                    <a:lnTo>
                      <a:pt x="32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0" name="Freeform 57"/>
              <p:cNvSpPr>
                <a:spLocks/>
              </p:cNvSpPr>
              <p:nvPr/>
            </p:nvSpPr>
            <p:spPr bwMode="auto">
              <a:xfrm>
                <a:off x="9347200" y="4837431"/>
                <a:ext cx="30163" cy="625475"/>
              </a:xfrm>
              <a:custGeom>
                <a:avLst/>
                <a:gdLst>
                  <a:gd name="T0" fmla="*/ 0 w 19"/>
                  <a:gd name="T1" fmla="*/ 0 h 394"/>
                  <a:gd name="T2" fmla="*/ 0 w 19"/>
                  <a:gd name="T3" fmla="*/ 394 h 394"/>
                  <a:gd name="T4" fmla="*/ 19 w 19"/>
                  <a:gd name="T5" fmla="*/ 394 h 394"/>
                  <a:gd name="T6" fmla="*/ 10 w 19"/>
                  <a:gd name="T7" fmla="*/ 0 h 394"/>
                  <a:gd name="T8" fmla="*/ 0 w 19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94">
                    <a:moveTo>
                      <a:pt x="0" y="0"/>
                    </a:moveTo>
                    <a:lnTo>
                      <a:pt x="0" y="394"/>
                    </a:lnTo>
                    <a:lnTo>
                      <a:pt x="19" y="394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60" name="组合 359"/>
            <p:cNvGrpSpPr/>
            <p:nvPr/>
          </p:nvGrpSpPr>
          <p:grpSpPr>
            <a:xfrm>
              <a:off x="757292" y="3134263"/>
              <a:ext cx="8375650" cy="3425824"/>
              <a:chOff x="1908175" y="3165794"/>
              <a:chExt cx="8375650" cy="3425824"/>
            </a:xfrm>
          </p:grpSpPr>
          <p:sp>
            <p:nvSpPr>
              <p:cNvPr id="139" name="Freeform 6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1" name="Freeform 8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2" name="Rectangle 9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3" name="Rectangle 10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5" name="Freeform 12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0" name="Rectangle 17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1" name="Rectangle 18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3" name="Rectangle 20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4" name="Rectangle 21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5" name="Rectangle 22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7" name="Rectangle 24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1" name="Freeform 48"/>
              <p:cNvSpPr>
                <a:spLocks/>
              </p:cNvSpPr>
              <p:nvPr/>
            </p:nvSpPr>
            <p:spPr bwMode="auto">
              <a:xfrm>
                <a:off x="7391400" y="4259581"/>
                <a:ext cx="2071688" cy="1176338"/>
              </a:xfrm>
              <a:custGeom>
                <a:avLst/>
                <a:gdLst>
                  <a:gd name="T0" fmla="*/ 1305 w 1305"/>
                  <a:gd name="T1" fmla="*/ 741 h 741"/>
                  <a:gd name="T2" fmla="*/ 654 w 1305"/>
                  <a:gd name="T3" fmla="*/ 0 h 741"/>
                  <a:gd name="T4" fmla="*/ 0 w 1305"/>
                  <a:gd name="T5" fmla="*/ 741 h 741"/>
                  <a:gd name="T6" fmla="*/ 1305 w 1305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741">
                    <a:moveTo>
                      <a:pt x="1305" y="741"/>
                    </a:moveTo>
                    <a:lnTo>
                      <a:pt x="654" y="0"/>
                    </a:lnTo>
                    <a:lnTo>
                      <a:pt x="0" y="741"/>
                    </a:lnTo>
                    <a:lnTo>
                      <a:pt x="1305" y="741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2" name="Freeform 49"/>
              <p:cNvSpPr>
                <a:spLocks/>
              </p:cNvSpPr>
              <p:nvPr/>
            </p:nvSpPr>
            <p:spPr bwMode="auto">
              <a:xfrm>
                <a:off x="7391400" y="4259581"/>
                <a:ext cx="1038225" cy="1176338"/>
              </a:xfrm>
              <a:custGeom>
                <a:avLst/>
                <a:gdLst>
                  <a:gd name="T0" fmla="*/ 0 w 654"/>
                  <a:gd name="T1" fmla="*/ 741 h 741"/>
                  <a:gd name="T2" fmla="*/ 654 w 654"/>
                  <a:gd name="T3" fmla="*/ 0 h 741"/>
                  <a:gd name="T4" fmla="*/ 654 w 654"/>
                  <a:gd name="T5" fmla="*/ 741 h 741"/>
                  <a:gd name="T6" fmla="*/ 0 w 654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4" h="741">
                    <a:moveTo>
                      <a:pt x="0" y="741"/>
                    </a:moveTo>
                    <a:lnTo>
                      <a:pt x="654" y="0"/>
                    </a:lnTo>
                    <a:lnTo>
                      <a:pt x="654" y="741"/>
                    </a:lnTo>
                    <a:lnTo>
                      <a:pt x="0" y="741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3" name="Freeform 50"/>
              <p:cNvSpPr>
                <a:spLocks/>
              </p:cNvSpPr>
              <p:nvPr/>
            </p:nvSpPr>
            <p:spPr bwMode="auto">
              <a:xfrm>
                <a:off x="8170863" y="4259581"/>
                <a:ext cx="503238" cy="315913"/>
              </a:xfrm>
              <a:custGeom>
                <a:avLst/>
                <a:gdLst>
                  <a:gd name="T0" fmla="*/ 93 w 210"/>
                  <a:gd name="T1" fmla="*/ 106 h 132"/>
                  <a:gd name="T2" fmla="*/ 53 w 210"/>
                  <a:gd name="T3" fmla="*/ 124 h 132"/>
                  <a:gd name="T4" fmla="*/ 28 w 210"/>
                  <a:gd name="T5" fmla="*/ 112 h 132"/>
                  <a:gd name="T6" fmla="*/ 0 w 210"/>
                  <a:gd name="T7" fmla="*/ 123 h 132"/>
                  <a:gd name="T8" fmla="*/ 108 w 210"/>
                  <a:gd name="T9" fmla="*/ 0 h 132"/>
                  <a:gd name="T10" fmla="*/ 210 w 210"/>
                  <a:gd name="T11" fmla="*/ 117 h 132"/>
                  <a:gd name="T12" fmla="*/ 187 w 210"/>
                  <a:gd name="T13" fmla="*/ 122 h 132"/>
                  <a:gd name="T14" fmla="*/ 125 w 210"/>
                  <a:gd name="T15" fmla="*/ 122 h 132"/>
                  <a:gd name="T16" fmla="*/ 93 w 210"/>
                  <a:gd name="T17" fmla="*/ 10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0" h="132">
                    <a:moveTo>
                      <a:pt x="93" y="106"/>
                    </a:moveTo>
                    <a:cubicBezTo>
                      <a:pt x="84" y="114"/>
                      <a:pt x="63" y="130"/>
                      <a:pt x="53" y="124"/>
                    </a:cubicBez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2" y="118"/>
                      <a:pt x="194" y="119"/>
                      <a:pt x="187" y="122"/>
                    </a:cubicBezTo>
                    <a:cubicBezTo>
                      <a:pt x="163" y="132"/>
                      <a:pt x="142" y="128"/>
                      <a:pt x="125" y="122"/>
                    </a:cubicBezTo>
                    <a:cubicBezTo>
                      <a:pt x="108" y="117"/>
                      <a:pt x="101" y="97"/>
                      <a:pt x="93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4" name="Freeform 51"/>
              <p:cNvSpPr>
                <a:spLocks/>
              </p:cNvSpPr>
              <p:nvPr/>
            </p:nvSpPr>
            <p:spPr bwMode="auto">
              <a:xfrm>
                <a:off x="8170863" y="4259581"/>
                <a:ext cx="258763" cy="311150"/>
              </a:xfrm>
              <a:custGeom>
                <a:avLst/>
                <a:gdLst>
                  <a:gd name="T0" fmla="*/ 53 w 108"/>
                  <a:gd name="T1" fmla="*/ 124 h 130"/>
                  <a:gd name="T2" fmla="*/ 28 w 108"/>
                  <a:gd name="T3" fmla="*/ 112 h 130"/>
                  <a:gd name="T4" fmla="*/ 0 w 108"/>
                  <a:gd name="T5" fmla="*/ 123 h 130"/>
                  <a:gd name="T6" fmla="*/ 108 w 108"/>
                  <a:gd name="T7" fmla="*/ 0 h 130"/>
                  <a:gd name="T8" fmla="*/ 108 w 108"/>
                  <a:gd name="T9" fmla="*/ 111 h 130"/>
                  <a:gd name="T10" fmla="*/ 93 w 108"/>
                  <a:gd name="T11" fmla="*/ 106 h 130"/>
                  <a:gd name="T12" fmla="*/ 53 w 108"/>
                  <a:gd name="T13" fmla="*/ 1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30">
                    <a:moveTo>
                      <a:pt x="53" y="124"/>
                    </a:move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11"/>
                      <a:pt x="108" y="111"/>
                      <a:pt x="108" y="111"/>
                    </a:cubicBezTo>
                    <a:cubicBezTo>
                      <a:pt x="102" y="105"/>
                      <a:pt x="98" y="100"/>
                      <a:pt x="93" y="106"/>
                    </a:cubicBezTo>
                    <a:cubicBezTo>
                      <a:pt x="84" y="114"/>
                      <a:pt x="63" y="130"/>
                      <a:pt x="53" y="124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5" name="Freeform 52"/>
              <p:cNvSpPr>
                <a:spLocks/>
              </p:cNvSpPr>
              <p:nvPr/>
            </p:nvSpPr>
            <p:spPr bwMode="auto">
              <a:xfrm>
                <a:off x="5916613" y="4937444"/>
                <a:ext cx="38100" cy="111125"/>
              </a:xfrm>
              <a:custGeom>
                <a:avLst/>
                <a:gdLst>
                  <a:gd name="T0" fmla="*/ 4 w 24"/>
                  <a:gd name="T1" fmla="*/ 0 h 70"/>
                  <a:gd name="T2" fmla="*/ 0 w 24"/>
                  <a:gd name="T3" fmla="*/ 70 h 70"/>
                  <a:gd name="T4" fmla="*/ 24 w 24"/>
                  <a:gd name="T5" fmla="*/ 70 h 70"/>
                  <a:gd name="T6" fmla="*/ 19 w 24"/>
                  <a:gd name="T7" fmla="*/ 0 h 70"/>
                  <a:gd name="T8" fmla="*/ 4 w 24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70">
                    <a:moveTo>
                      <a:pt x="4" y="0"/>
                    </a:moveTo>
                    <a:lnTo>
                      <a:pt x="0" y="70"/>
                    </a:lnTo>
                    <a:lnTo>
                      <a:pt x="24" y="70"/>
                    </a:lnTo>
                    <a:lnTo>
                      <a:pt x="19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6" name="Freeform 53"/>
              <p:cNvSpPr>
                <a:spLocks/>
              </p:cNvSpPr>
              <p:nvPr/>
            </p:nvSpPr>
            <p:spPr bwMode="auto">
              <a:xfrm>
                <a:off x="5935663" y="4937444"/>
                <a:ext cx="19050" cy="111125"/>
              </a:xfrm>
              <a:custGeom>
                <a:avLst/>
                <a:gdLst>
                  <a:gd name="T0" fmla="*/ 0 w 12"/>
                  <a:gd name="T1" fmla="*/ 0 h 70"/>
                  <a:gd name="T2" fmla="*/ 0 w 12"/>
                  <a:gd name="T3" fmla="*/ 70 h 70"/>
                  <a:gd name="T4" fmla="*/ 12 w 12"/>
                  <a:gd name="T5" fmla="*/ 70 h 70"/>
                  <a:gd name="T6" fmla="*/ 7 w 12"/>
                  <a:gd name="T7" fmla="*/ 0 h 70"/>
                  <a:gd name="T8" fmla="*/ 0 w 12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lnTo>
                      <a:pt x="0" y="70"/>
                    </a:lnTo>
                    <a:lnTo>
                      <a:pt x="12" y="7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7" name="Freeform 54"/>
              <p:cNvSpPr>
                <a:spLocks/>
              </p:cNvSpPr>
              <p:nvPr/>
            </p:nvSpPr>
            <p:spPr bwMode="auto">
              <a:xfrm>
                <a:off x="5824538" y="4499294"/>
                <a:ext cx="220663" cy="474663"/>
              </a:xfrm>
              <a:custGeom>
                <a:avLst/>
                <a:gdLst>
                  <a:gd name="T0" fmla="*/ 0 w 139"/>
                  <a:gd name="T1" fmla="*/ 299 h 299"/>
                  <a:gd name="T2" fmla="*/ 70 w 139"/>
                  <a:gd name="T3" fmla="*/ 0 h 299"/>
                  <a:gd name="T4" fmla="*/ 139 w 139"/>
                  <a:gd name="T5" fmla="*/ 299 h 299"/>
                  <a:gd name="T6" fmla="*/ 0 w 13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299">
                    <a:moveTo>
                      <a:pt x="0" y="299"/>
                    </a:moveTo>
                    <a:lnTo>
                      <a:pt x="70" y="0"/>
                    </a:lnTo>
                    <a:lnTo>
                      <a:pt x="139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8" name="Freeform 55"/>
              <p:cNvSpPr>
                <a:spLocks/>
              </p:cNvSpPr>
              <p:nvPr/>
            </p:nvSpPr>
            <p:spPr bwMode="auto">
              <a:xfrm>
                <a:off x="5935663" y="4499294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9" name="Freeform 66"/>
              <p:cNvSpPr>
                <a:spLocks/>
              </p:cNvSpPr>
              <p:nvPr/>
            </p:nvSpPr>
            <p:spPr bwMode="auto">
              <a:xfrm>
                <a:off x="5305425" y="4818381"/>
                <a:ext cx="109538" cy="193675"/>
              </a:xfrm>
              <a:custGeom>
                <a:avLst/>
                <a:gdLst>
                  <a:gd name="T0" fmla="*/ 46 w 46"/>
                  <a:gd name="T1" fmla="*/ 58 h 81"/>
                  <a:gd name="T2" fmla="*/ 23 w 46"/>
                  <a:gd name="T3" fmla="*/ 81 h 81"/>
                  <a:gd name="T4" fmla="*/ 0 w 46"/>
                  <a:gd name="T5" fmla="*/ 58 h 81"/>
                  <a:gd name="T6" fmla="*/ 23 w 46"/>
                  <a:gd name="T7" fmla="*/ 0 h 81"/>
                  <a:gd name="T8" fmla="*/ 46 w 46"/>
                  <a:gd name="T9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81">
                    <a:moveTo>
                      <a:pt x="46" y="58"/>
                    </a:moveTo>
                    <a:cubicBezTo>
                      <a:pt x="46" y="71"/>
                      <a:pt x="35" y="81"/>
                      <a:pt x="23" y="81"/>
                    </a:cubicBezTo>
                    <a:cubicBezTo>
                      <a:pt x="10" y="81"/>
                      <a:pt x="0" y="71"/>
                      <a:pt x="0" y="58"/>
                    </a:cubicBezTo>
                    <a:cubicBezTo>
                      <a:pt x="0" y="41"/>
                      <a:pt x="10" y="0"/>
                      <a:pt x="23" y="0"/>
                    </a:cubicBezTo>
                    <a:cubicBezTo>
                      <a:pt x="35" y="0"/>
                      <a:pt x="46" y="46"/>
                      <a:pt x="46" y="58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0" name="Freeform 67"/>
              <p:cNvSpPr>
                <a:spLocks/>
              </p:cNvSpPr>
              <p:nvPr/>
            </p:nvSpPr>
            <p:spPr bwMode="auto">
              <a:xfrm>
                <a:off x="5360988" y="4818381"/>
                <a:ext cx="53975" cy="193675"/>
              </a:xfrm>
              <a:custGeom>
                <a:avLst/>
                <a:gdLst>
                  <a:gd name="T0" fmla="*/ 23 w 23"/>
                  <a:gd name="T1" fmla="*/ 58 h 81"/>
                  <a:gd name="T2" fmla="*/ 0 w 23"/>
                  <a:gd name="T3" fmla="*/ 0 h 81"/>
                  <a:gd name="T4" fmla="*/ 0 w 23"/>
                  <a:gd name="T5" fmla="*/ 81 h 81"/>
                  <a:gd name="T6" fmla="*/ 23 w 23"/>
                  <a:gd name="T7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1">
                    <a:moveTo>
                      <a:pt x="23" y="58"/>
                    </a:moveTo>
                    <a:cubicBezTo>
                      <a:pt x="23" y="42"/>
                      <a:pt x="12" y="0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2" y="81"/>
                      <a:pt x="23" y="71"/>
                      <a:pt x="23" y="58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1" name="Freeform 68"/>
              <p:cNvSpPr>
                <a:spLocks/>
              </p:cNvSpPr>
              <p:nvPr/>
            </p:nvSpPr>
            <p:spPr bwMode="auto">
              <a:xfrm>
                <a:off x="5349875" y="4959669"/>
                <a:ext cx="17463" cy="88900"/>
              </a:xfrm>
              <a:custGeom>
                <a:avLst/>
                <a:gdLst>
                  <a:gd name="T0" fmla="*/ 4 w 11"/>
                  <a:gd name="T1" fmla="*/ 0 h 56"/>
                  <a:gd name="T2" fmla="*/ 0 w 11"/>
                  <a:gd name="T3" fmla="*/ 56 h 56"/>
                  <a:gd name="T4" fmla="*/ 11 w 11"/>
                  <a:gd name="T5" fmla="*/ 56 h 56"/>
                  <a:gd name="T6" fmla="*/ 8 w 11"/>
                  <a:gd name="T7" fmla="*/ 0 h 56"/>
                  <a:gd name="T8" fmla="*/ 4 w 11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6">
                    <a:moveTo>
                      <a:pt x="4" y="0"/>
                    </a:moveTo>
                    <a:lnTo>
                      <a:pt x="0" y="56"/>
                    </a:lnTo>
                    <a:lnTo>
                      <a:pt x="11" y="56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2" name="Freeform 69"/>
              <p:cNvSpPr>
                <a:spLocks/>
              </p:cNvSpPr>
              <p:nvPr/>
            </p:nvSpPr>
            <p:spPr bwMode="auto">
              <a:xfrm>
                <a:off x="5360988" y="4959669"/>
                <a:ext cx="6350" cy="88900"/>
              </a:xfrm>
              <a:custGeom>
                <a:avLst/>
                <a:gdLst>
                  <a:gd name="T0" fmla="*/ 0 w 4"/>
                  <a:gd name="T1" fmla="*/ 0 h 56"/>
                  <a:gd name="T2" fmla="*/ 0 w 4"/>
                  <a:gd name="T3" fmla="*/ 56 h 56"/>
                  <a:gd name="T4" fmla="*/ 4 w 4"/>
                  <a:gd name="T5" fmla="*/ 56 h 56"/>
                  <a:gd name="T6" fmla="*/ 1 w 4"/>
                  <a:gd name="T7" fmla="*/ 0 h 56"/>
                  <a:gd name="T8" fmla="*/ 0 w 4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6">
                    <a:moveTo>
                      <a:pt x="0" y="0"/>
                    </a:moveTo>
                    <a:lnTo>
                      <a:pt x="0" y="56"/>
                    </a:lnTo>
                    <a:lnTo>
                      <a:pt x="4" y="5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3" name="Oval 70"/>
              <p:cNvSpPr>
                <a:spLocks noChangeArrowheads="1"/>
              </p:cNvSpPr>
              <p:nvPr/>
            </p:nvSpPr>
            <p:spPr bwMode="auto">
              <a:xfrm>
                <a:off x="5410200" y="4712019"/>
                <a:ext cx="182563" cy="244475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4" name="Freeform 71"/>
              <p:cNvSpPr>
                <a:spLocks/>
              </p:cNvSpPr>
              <p:nvPr/>
            </p:nvSpPr>
            <p:spPr bwMode="auto">
              <a:xfrm>
                <a:off x="5502275" y="4712019"/>
                <a:ext cx="90488" cy="244475"/>
              </a:xfrm>
              <a:custGeom>
                <a:avLst/>
                <a:gdLst>
                  <a:gd name="T0" fmla="*/ 38 w 38"/>
                  <a:gd name="T1" fmla="*/ 51 h 102"/>
                  <a:gd name="T2" fmla="*/ 0 w 38"/>
                  <a:gd name="T3" fmla="*/ 0 h 102"/>
                  <a:gd name="T4" fmla="*/ 0 w 38"/>
                  <a:gd name="T5" fmla="*/ 102 h 102"/>
                  <a:gd name="T6" fmla="*/ 38 w 38"/>
                  <a:gd name="T7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102">
                    <a:moveTo>
                      <a:pt x="38" y="51"/>
                    </a:moveTo>
                    <a:cubicBezTo>
                      <a:pt x="38" y="23"/>
                      <a:pt x="21" y="0"/>
                      <a:pt x="0" y="0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21" y="102"/>
                      <a:pt x="38" y="79"/>
                      <a:pt x="38" y="51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" name="Freeform 72"/>
              <p:cNvSpPr>
                <a:spLocks/>
              </p:cNvSpPr>
              <p:nvPr/>
            </p:nvSpPr>
            <p:spPr bwMode="auto">
              <a:xfrm>
                <a:off x="5489575" y="4866006"/>
                <a:ext cx="26988" cy="146050"/>
              </a:xfrm>
              <a:custGeom>
                <a:avLst/>
                <a:gdLst>
                  <a:gd name="T0" fmla="*/ 3 w 17"/>
                  <a:gd name="T1" fmla="*/ 0 h 92"/>
                  <a:gd name="T2" fmla="*/ 0 w 17"/>
                  <a:gd name="T3" fmla="*/ 92 h 92"/>
                  <a:gd name="T4" fmla="*/ 17 w 17"/>
                  <a:gd name="T5" fmla="*/ 92 h 92"/>
                  <a:gd name="T6" fmla="*/ 12 w 17"/>
                  <a:gd name="T7" fmla="*/ 0 h 92"/>
                  <a:gd name="T8" fmla="*/ 3 w 17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2">
                    <a:moveTo>
                      <a:pt x="3" y="0"/>
                    </a:moveTo>
                    <a:lnTo>
                      <a:pt x="0" y="92"/>
                    </a:lnTo>
                    <a:lnTo>
                      <a:pt x="17" y="92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6" name="Freeform 73"/>
              <p:cNvSpPr>
                <a:spLocks/>
              </p:cNvSpPr>
              <p:nvPr/>
            </p:nvSpPr>
            <p:spPr bwMode="auto">
              <a:xfrm>
                <a:off x="5502275" y="4866006"/>
                <a:ext cx="14288" cy="146050"/>
              </a:xfrm>
              <a:custGeom>
                <a:avLst/>
                <a:gdLst>
                  <a:gd name="T0" fmla="*/ 0 w 9"/>
                  <a:gd name="T1" fmla="*/ 0 h 92"/>
                  <a:gd name="T2" fmla="*/ 0 w 9"/>
                  <a:gd name="T3" fmla="*/ 92 h 92"/>
                  <a:gd name="T4" fmla="*/ 9 w 9"/>
                  <a:gd name="T5" fmla="*/ 92 h 92"/>
                  <a:gd name="T6" fmla="*/ 4 w 9"/>
                  <a:gd name="T7" fmla="*/ 0 h 92"/>
                  <a:gd name="T8" fmla="*/ 0 w 9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2">
                    <a:moveTo>
                      <a:pt x="0" y="0"/>
                    </a:moveTo>
                    <a:lnTo>
                      <a:pt x="0" y="92"/>
                    </a:lnTo>
                    <a:lnTo>
                      <a:pt x="9" y="9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7" name="Freeform 74"/>
              <p:cNvSpPr>
                <a:spLocks/>
              </p:cNvSpPr>
              <p:nvPr/>
            </p:nvSpPr>
            <p:spPr bwMode="auto">
              <a:xfrm>
                <a:off x="6170613" y="5177156"/>
                <a:ext cx="1381125" cy="155575"/>
              </a:xfrm>
              <a:custGeom>
                <a:avLst/>
                <a:gdLst>
                  <a:gd name="T0" fmla="*/ 577 w 577"/>
                  <a:gd name="T1" fmla="*/ 33 h 65"/>
                  <a:gd name="T2" fmla="*/ 540 w 577"/>
                  <a:gd name="T3" fmla="*/ 65 h 65"/>
                  <a:gd name="T4" fmla="*/ 37 w 577"/>
                  <a:gd name="T5" fmla="*/ 65 h 65"/>
                  <a:gd name="T6" fmla="*/ 0 w 577"/>
                  <a:gd name="T7" fmla="*/ 33 h 65"/>
                  <a:gd name="T8" fmla="*/ 37 w 577"/>
                  <a:gd name="T9" fmla="*/ 0 h 65"/>
                  <a:gd name="T10" fmla="*/ 540 w 577"/>
                  <a:gd name="T11" fmla="*/ 0 h 65"/>
                  <a:gd name="T12" fmla="*/ 577 w 577"/>
                  <a:gd name="T13" fmla="*/ 3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7" h="65">
                    <a:moveTo>
                      <a:pt x="577" y="33"/>
                    </a:moveTo>
                    <a:cubicBezTo>
                      <a:pt x="577" y="51"/>
                      <a:pt x="560" y="65"/>
                      <a:pt x="540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16" y="65"/>
                      <a:pt x="0" y="51"/>
                      <a:pt x="0" y="33"/>
                    </a:cubicBezTo>
                    <a:cubicBezTo>
                      <a:pt x="0" y="15"/>
                      <a:pt x="16" y="0"/>
                      <a:pt x="37" y="0"/>
                    </a:cubicBezTo>
                    <a:cubicBezTo>
                      <a:pt x="540" y="0"/>
                      <a:pt x="540" y="0"/>
                      <a:pt x="540" y="0"/>
                    </a:cubicBezTo>
                    <a:cubicBezTo>
                      <a:pt x="560" y="0"/>
                      <a:pt x="577" y="15"/>
                      <a:pt x="577" y="33"/>
                    </a:cubicBezTo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8" name="Freeform 75"/>
              <p:cNvSpPr>
                <a:spLocks/>
              </p:cNvSpPr>
              <p:nvPr/>
            </p:nvSpPr>
            <p:spPr bwMode="auto">
              <a:xfrm>
                <a:off x="6859588" y="5177156"/>
                <a:ext cx="692150" cy="155575"/>
              </a:xfrm>
              <a:custGeom>
                <a:avLst/>
                <a:gdLst>
                  <a:gd name="T0" fmla="*/ 252 w 289"/>
                  <a:gd name="T1" fmla="*/ 0 h 65"/>
                  <a:gd name="T2" fmla="*/ 0 w 289"/>
                  <a:gd name="T3" fmla="*/ 0 h 65"/>
                  <a:gd name="T4" fmla="*/ 0 w 289"/>
                  <a:gd name="T5" fmla="*/ 65 h 65"/>
                  <a:gd name="T6" fmla="*/ 252 w 289"/>
                  <a:gd name="T7" fmla="*/ 65 h 65"/>
                  <a:gd name="T8" fmla="*/ 289 w 289"/>
                  <a:gd name="T9" fmla="*/ 33 h 65"/>
                  <a:gd name="T10" fmla="*/ 252 w 289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9" h="65">
                    <a:moveTo>
                      <a:pt x="25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72" y="65"/>
                      <a:pt x="289" y="51"/>
                      <a:pt x="289" y="33"/>
                    </a:cubicBezTo>
                    <a:cubicBezTo>
                      <a:pt x="289" y="15"/>
                      <a:pt x="272" y="0"/>
                      <a:pt x="252" y="0"/>
                    </a:cubicBezTo>
                  </a:path>
                </a:pathLst>
              </a:custGeom>
              <a:solidFill>
                <a:srgbClr val="A9C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9" name="Rectangle 76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0" name="Rectangle 77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1" name="Freeform 78"/>
              <p:cNvSpPr>
                <a:spLocks/>
              </p:cNvSpPr>
              <p:nvPr/>
            </p:nvSpPr>
            <p:spPr bwMode="auto">
              <a:xfrm>
                <a:off x="6540500" y="4696144"/>
                <a:ext cx="728663" cy="123825"/>
              </a:xfrm>
              <a:custGeom>
                <a:avLst/>
                <a:gdLst>
                  <a:gd name="T0" fmla="*/ 0 w 459"/>
                  <a:gd name="T1" fmla="*/ 50 h 78"/>
                  <a:gd name="T2" fmla="*/ 0 w 459"/>
                  <a:gd name="T3" fmla="*/ 78 h 78"/>
                  <a:gd name="T4" fmla="*/ 459 w 459"/>
                  <a:gd name="T5" fmla="*/ 78 h 78"/>
                  <a:gd name="T6" fmla="*/ 459 w 459"/>
                  <a:gd name="T7" fmla="*/ 0 h 78"/>
                  <a:gd name="T8" fmla="*/ 0 w 459"/>
                  <a:gd name="T9" fmla="*/ 5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9" h="78">
                    <a:moveTo>
                      <a:pt x="0" y="50"/>
                    </a:moveTo>
                    <a:lnTo>
                      <a:pt x="0" y="78"/>
                    </a:lnTo>
                    <a:lnTo>
                      <a:pt x="459" y="78"/>
                    </a:lnTo>
                    <a:lnTo>
                      <a:pt x="459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2" name="Rectangle 79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3" name="Rectangle 80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4" name="Rectangle 81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" name="Rectangle 82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6" name="Rectangle 83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7" name="Rectangle 84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8" name="Rectangle 85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9" name="Rectangle 86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0" name="Rectangle 87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347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1" name="Rectangle 88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2" name="Rectangle 89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3" name="Rectangle 90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4" name="Rectangle 91"/>
              <p:cNvSpPr>
                <a:spLocks noChangeArrowheads="1"/>
              </p:cNvSpPr>
              <p:nvPr/>
            </p:nvSpPr>
            <p:spPr bwMode="auto">
              <a:xfrm>
                <a:off x="6619875" y="4880294"/>
                <a:ext cx="122238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5" name="Freeform 92"/>
              <p:cNvSpPr>
                <a:spLocks/>
              </p:cNvSpPr>
              <p:nvPr/>
            </p:nvSpPr>
            <p:spPr bwMode="auto">
              <a:xfrm>
                <a:off x="6619875" y="4748531"/>
                <a:ext cx="649288" cy="71438"/>
              </a:xfrm>
              <a:custGeom>
                <a:avLst/>
                <a:gdLst>
                  <a:gd name="T0" fmla="*/ 409 w 409"/>
                  <a:gd name="T1" fmla="*/ 45 h 45"/>
                  <a:gd name="T2" fmla="*/ 409 w 409"/>
                  <a:gd name="T3" fmla="*/ 0 h 45"/>
                  <a:gd name="T4" fmla="*/ 0 w 409"/>
                  <a:gd name="T5" fmla="*/ 45 h 45"/>
                  <a:gd name="T6" fmla="*/ 409 w 409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9" h="45">
                    <a:moveTo>
                      <a:pt x="409" y="45"/>
                    </a:moveTo>
                    <a:lnTo>
                      <a:pt x="409" y="0"/>
                    </a:lnTo>
                    <a:lnTo>
                      <a:pt x="0" y="45"/>
                    </a:lnTo>
                    <a:lnTo>
                      <a:pt x="409" y="45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6" name="Freeform 93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close/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7" name="Freeform 94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8" name="Rectangle 95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2C62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9" name="Rectangle 96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0" name="Freeform 97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1" name="Freeform 98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2" name="Freeform 99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close/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3" name="Freeform 100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4" name="Freeform 101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5" name="Freeform 102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6" name="Rectangle 103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7" name="Rectangle 104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8" name="Freeform 105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9" name="Freeform 106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0" name="Freeform 107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1" name="Freeform 108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2" name="Freeform 109"/>
              <p:cNvSpPr>
                <a:spLocks/>
              </p:cNvSpPr>
              <p:nvPr/>
            </p:nvSpPr>
            <p:spPr bwMode="auto">
              <a:xfrm>
                <a:off x="4238625" y="4550094"/>
                <a:ext cx="431800" cy="269875"/>
              </a:xfrm>
              <a:custGeom>
                <a:avLst/>
                <a:gdLst>
                  <a:gd name="T0" fmla="*/ 133 w 180"/>
                  <a:gd name="T1" fmla="*/ 94 h 113"/>
                  <a:gd name="T2" fmla="*/ 64 w 180"/>
                  <a:gd name="T3" fmla="*/ 101 h 113"/>
                  <a:gd name="T4" fmla="*/ 21 w 180"/>
                  <a:gd name="T5" fmla="*/ 95 h 113"/>
                  <a:gd name="T6" fmla="*/ 0 w 180"/>
                  <a:gd name="T7" fmla="*/ 95 h 113"/>
                  <a:gd name="T8" fmla="*/ 92 w 180"/>
                  <a:gd name="T9" fmla="*/ 0 h 113"/>
                  <a:gd name="T10" fmla="*/ 180 w 180"/>
                  <a:gd name="T11" fmla="*/ 92 h 113"/>
                  <a:gd name="T12" fmla="*/ 159 w 180"/>
                  <a:gd name="T13" fmla="*/ 95 h 113"/>
                  <a:gd name="T14" fmla="*/ 133 w 180"/>
                  <a:gd name="T15" fmla="*/ 9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0" h="113">
                    <a:moveTo>
                      <a:pt x="133" y="94"/>
                    </a:moveTo>
                    <a:cubicBezTo>
                      <a:pt x="128" y="98"/>
                      <a:pt x="88" y="113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4" y="95"/>
                      <a:pt x="166" y="98"/>
                      <a:pt x="159" y="95"/>
                    </a:cubicBezTo>
                    <a:cubicBezTo>
                      <a:pt x="150" y="91"/>
                      <a:pt x="137" y="90"/>
                      <a:pt x="133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3" name="Freeform 110"/>
              <p:cNvSpPr>
                <a:spLocks/>
              </p:cNvSpPr>
              <p:nvPr/>
            </p:nvSpPr>
            <p:spPr bwMode="auto">
              <a:xfrm>
                <a:off x="4238625" y="4550094"/>
                <a:ext cx="220663" cy="254000"/>
              </a:xfrm>
              <a:custGeom>
                <a:avLst/>
                <a:gdLst>
                  <a:gd name="T0" fmla="*/ 21 w 92"/>
                  <a:gd name="T1" fmla="*/ 95 h 106"/>
                  <a:gd name="T2" fmla="*/ 0 w 92"/>
                  <a:gd name="T3" fmla="*/ 95 h 106"/>
                  <a:gd name="T4" fmla="*/ 92 w 92"/>
                  <a:gd name="T5" fmla="*/ 0 h 106"/>
                  <a:gd name="T6" fmla="*/ 92 w 92"/>
                  <a:gd name="T7" fmla="*/ 105 h 106"/>
                  <a:gd name="T8" fmla="*/ 64 w 92"/>
                  <a:gd name="T9" fmla="*/ 101 h 106"/>
                  <a:gd name="T10" fmla="*/ 21 w 92"/>
                  <a:gd name="T11" fmla="*/ 9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6">
                    <a:moveTo>
                      <a:pt x="21" y="95"/>
                    </a:move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105"/>
                      <a:pt x="92" y="105"/>
                      <a:pt x="92" y="105"/>
                    </a:cubicBezTo>
                    <a:cubicBezTo>
                      <a:pt x="82" y="106"/>
                      <a:pt x="72" y="105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4" name="Freeform 111"/>
              <p:cNvSpPr>
                <a:spLocks/>
              </p:cNvSpPr>
              <p:nvPr/>
            </p:nvSpPr>
            <p:spPr bwMode="auto">
              <a:xfrm>
                <a:off x="7437438" y="5043806"/>
                <a:ext cx="50800" cy="133350"/>
              </a:xfrm>
              <a:custGeom>
                <a:avLst/>
                <a:gdLst>
                  <a:gd name="T0" fmla="*/ 7 w 32"/>
                  <a:gd name="T1" fmla="*/ 0 h 84"/>
                  <a:gd name="T2" fmla="*/ 0 w 32"/>
                  <a:gd name="T3" fmla="*/ 84 h 84"/>
                  <a:gd name="T4" fmla="*/ 32 w 32"/>
                  <a:gd name="T5" fmla="*/ 84 h 84"/>
                  <a:gd name="T6" fmla="*/ 24 w 32"/>
                  <a:gd name="T7" fmla="*/ 0 h 84"/>
                  <a:gd name="T8" fmla="*/ 7 w 32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84">
                    <a:moveTo>
                      <a:pt x="7" y="0"/>
                    </a:moveTo>
                    <a:lnTo>
                      <a:pt x="0" y="84"/>
                    </a:lnTo>
                    <a:lnTo>
                      <a:pt x="32" y="84"/>
                    </a:lnTo>
                    <a:lnTo>
                      <a:pt x="2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5" name="Freeform 112"/>
              <p:cNvSpPr>
                <a:spLocks/>
              </p:cNvSpPr>
              <p:nvPr/>
            </p:nvSpPr>
            <p:spPr bwMode="auto">
              <a:xfrm>
                <a:off x="7461250" y="5043806"/>
                <a:ext cx="26988" cy="133350"/>
              </a:xfrm>
              <a:custGeom>
                <a:avLst/>
                <a:gdLst>
                  <a:gd name="T0" fmla="*/ 0 w 17"/>
                  <a:gd name="T1" fmla="*/ 0 h 84"/>
                  <a:gd name="T2" fmla="*/ 0 w 17"/>
                  <a:gd name="T3" fmla="*/ 84 h 84"/>
                  <a:gd name="T4" fmla="*/ 17 w 17"/>
                  <a:gd name="T5" fmla="*/ 84 h 84"/>
                  <a:gd name="T6" fmla="*/ 9 w 17"/>
                  <a:gd name="T7" fmla="*/ 0 h 84"/>
                  <a:gd name="T8" fmla="*/ 0 w 17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84">
                    <a:moveTo>
                      <a:pt x="0" y="0"/>
                    </a:moveTo>
                    <a:lnTo>
                      <a:pt x="0" y="84"/>
                    </a:lnTo>
                    <a:lnTo>
                      <a:pt x="17" y="84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" name="Freeform 113"/>
              <p:cNvSpPr>
                <a:spLocks/>
              </p:cNvSpPr>
              <p:nvPr/>
            </p:nvSpPr>
            <p:spPr bwMode="auto">
              <a:xfrm>
                <a:off x="7324725" y="4499294"/>
                <a:ext cx="273050" cy="587375"/>
              </a:xfrm>
              <a:custGeom>
                <a:avLst/>
                <a:gdLst>
                  <a:gd name="T0" fmla="*/ 0 w 172"/>
                  <a:gd name="T1" fmla="*/ 370 h 370"/>
                  <a:gd name="T2" fmla="*/ 86 w 172"/>
                  <a:gd name="T3" fmla="*/ 0 h 370"/>
                  <a:gd name="T4" fmla="*/ 172 w 172"/>
                  <a:gd name="T5" fmla="*/ 370 h 370"/>
                  <a:gd name="T6" fmla="*/ 0 w 172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2" h="370">
                    <a:moveTo>
                      <a:pt x="0" y="370"/>
                    </a:moveTo>
                    <a:lnTo>
                      <a:pt x="86" y="0"/>
                    </a:lnTo>
                    <a:lnTo>
                      <a:pt x="172" y="370"/>
                    </a:lnTo>
                    <a:lnTo>
                      <a:pt x="0" y="37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7" name="Freeform 114"/>
              <p:cNvSpPr>
                <a:spLocks/>
              </p:cNvSpPr>
              <p:nvPr/>
            </p:nvSpPr>
            <p:spPr bwMode="auto">
              <a:xfrm>
                <a:off x="7461250" y="4499294"/>
                <a:ext cx="136525" cy="587375"/>
              </a:xfrm>
              <a:custGeom>
                <a:avLst/>
                <a:gdLst>
                  <a:gd name="T0" fmla="*/ 86 w 86"/>
                  <a:gd name="T1" fmla="*/ 370 h 370"/>
                  <a:gd name="T2" fmla="*/ 0 w 86"/>
                  <a:gd name="T3" fmla="*/ 0 h 370"/>
                  <a:gd name="T4" fmla="*/ 0 w 86"/>
                  <a:gd name="T5" fmla="*/ 370 h 370"/>
                  <a:gd name="T6" fmla="*/ 86 w 86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370">
                    <a:moveTo>
                      <a:pt x="86" y="370"/>
                    </a:moveTo>
                    <a:lnTo>
                      <a:pt x="0" y="0"/>
                    </a:lnTo>
                    <a:lnTo>
                      <a:pt x="0" y="370"/>
                    </a:lnTo>
                    <a:lnTo>
                      <a:pt x="86" y="37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8" name="Freeform 115"/>
              <p:cNvSpPr>
                <a:spLocks/>
              </p:cNvSpPr>
              <p:nvPr/>
            </p:nvSpPr>
            <p:spPr bwMode="auto">
              <a:xfrm>
                <a:off x="7585075" y="5069206"/>
                <a:ext cx="41275" cy="107950"/>
              </a:xfrm>
              <a:custGeom>
                <a:avLst/>
                <a:gdLst>
                  <a:gd name="T0" fmla="*/ 6 w 26"/>
                  <a:gd name="T1" fmla="*/ 0 h 68"/>
                  <a:gd name="T2" fmla="*/ 0 w 26"/>
                  <a:gd name="T3" fmla="*/ 68 h 68"/>
                  <a:gd name="T4" fmla="*/ 26 w 26"/>
                  <a:gd name="T5" fmla="*/ 68 h 68"/>
                  <a:gd name="T6" fmla="*/ 20 w 26"/>
                  <a:gd name="T7" fmla="*/ 0 h 68"/>
                  <a:gd name="T8" fmla="*/ 6 w 26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8">
                    <a:moveTo>
                      <a:pt x="6" y="0"/>
                    </a:moveTo>
                    <a:lnTo>
                      <a:pt x="0" y="68"/>
                    </a:lnTo>
                    <a:lnTo>
                      <a:pt x="26" y="68"/>
                    </a:lnTo>
                    <a:lnTo>
                      <a:pt x="2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9" name="Freeform 116"/>
              <p:cNvSpPr>
                <a:spLocks/>
              </p:cNvSpPr>
              <p:nvPr/>
            </p:nvSpPr>
            <p:spPr bwMode="auto">
              <a:xfrm>
                <a:off x="7607300" y="5069206"/>
                <a:ext cx="19050" cy="107950"/>
              </a:xfrm>
              <a:custGeom>
                <a:avLst/>
                <a:gdLst>
                  <a:gd name="T0" fmla="*/ 0 w 12"/>
                  <a:gd name="T1" fmla="*/ 0 h 68"/>
                  <a:gd name="T2" fmla="*/ 0 w 12"/>
                  <a:gd name="T3" fmla="*/ 68 h 68"/>
                  <a:gd name="T4" fmla="*/ 12 w 12"/>
                  <a:gd name="T5" fmla="*/ 68 h 68"/>
                  <a:gd name="T6" fmla="*/ 6 w 12"/>
                  <a:gd name="T7" fmla="*/ 0 h 68"/>
                  <a:gd name="T8" fmla="*/ 0 w 12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8">
                    <a:moveTo>
                      <a:pt x="0" y="0"/>
                    </a:moveTo>
                    <a:lnTo>
                      <a:pt x="0" y="68"/>
                    </a:lnTo>
                    <a:lnTo>
                      <a:pt x="12" y="6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0" name="Freeform 117"/>
              <p:cNvSpPr>
                <a:spLocks/>
              </p:cNvSpPr>
              <p:nvPr/>
            </p:nvSpPr>
            <p:spPr bwMode="auto">
              <a:xfrm>
                <a:off x="7494588" y="4627881"/>
                <a:ext cx="222250" cy="474663"/>
              </a:xfrm>
              <a:custGeom>
                <a:avLst/>
                <a:gdLst>
                  <a:gd name="T0" fmla="*/ 0 w 140"/>
                  <a:gd name="T1" fmla="*/ 299 h 299"/>
                  <a:gd name="T2" fmla="*/ 71 w 140"/>
                  <a:gd name="T3" fmla="*/ 0 h 299"/>
                  <a:gd name="T4" fmla="*/ 140 w 140"/>
                  <a:gd name="T5" fmla="*/ 299 h 299"/>
                  <a:gd name="T6" fmla="*/ 0 w 140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0" h="299">
                    <a:moveTo>
                      <a:pt x="0" y="299"/>
                    </a:moveTo>
                    <a:lnTo>
                      <a:pt x="71" y="0"/>
                    </a:lnTo>
                    <a:lnTo>
                      <a:pt x="140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1" name="Freeform 118"/>
              <p:cNvSpPr>
                <a:spLocks/>
              </p:cNvSpPr>
              <p:nvPr/>
            </p:nvSpPr>
            <p:spPr bwMode="auto">
              <a:xfrm>
                <a:off x="7607300" y="4627881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2" name="Freeform 119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3" name="Freeform 120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4" name="Freeform 121"/>
              <p:cNvSpPr>
                <a:spLocks/>
              </p:cNvSpPr>
              <p:nvPr/>
            </p:nvSpPr>
            <p:spPr bwMode="auto">
              <a:xfrm>
                <a:off x="2387600" y="4078606"/>
                <a:ext cx="1035050" cy="1384300"/>
              </a:xfrm>
              <a:custGeom>
                <a:avLst/>
                <a:gdLst>
                  <a:gd name="T0" fmla="*/ 0 w 652"/>
                  <a:gd name="T1" fmla="*/ 872 h 872"/>
                  <a:gd name="T2" fmla="*/ 652 w 652"/>
                  <a:gd name="T3" fmla="*/ 0 h 872"/>
                  <a:gd name="T4" fmla="*/ 652 w 652"/>
                  <a:gd name="T5" fmla="*/ 872 h 872"/>
                  <a:gd name="T6" fmla="*/ 0 w 652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2" h="872">
                    <a:moveTo>
                      <a:pt x="0" y="872"/>
                    </a:moveTo>
                    <a:lnTo>
                      <a:pt x="652" y="0"/>
                    </a:lnTo>
                    <a:lnTo>
                      <a:pt x="652" y="872"/>
                    </a:lnTo>
                    <a:lnTo>
                      <a:pt x="0" y="872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5" name="Freeform 122"/>
              <p:cNvSpPr>
                <a:spLocks/>
              </p:cNvSpPr>
              <p:nvPr/>
            </p:nvSpPr>
            <p:spPr bwMode="auto">
              <a:xfrm>
                <a:off x="3163888" y="4078606"/>
                <a:ext cx="504825" cy="373063"/>
              </a:xfrm>
              <a:custGeom>
                <a:avLst/>
                <a:gdLst>
                  <a:gd name="T0" fmla="*/ 93 w 211"/>
                  <a:gd name="T1" fmla="*/ 124 h 155"/>
                  <a:gd name="T2" fmla="*/ 54 w 211"/>
                  <a:gd name="T3" fmla="*/ 146 h 155"/>
                  <a:gd name="T4" fmla="*/ 29 w 211"/>
                  <a:gd name="T5" fmla="*/ 131 h 155"/>
                  <a:gd name="T6" fmla="*/ 0 w 211"/>
                  <a:gd name="T7" fmla="*/ 144 h 155"/>
                  <a:gd name="T8" fmla="*/ 108 w 211"/>
                  <a:gd name="T9" fmla="*/ 0 h 155"/>
                  <a:gd name="T10" fmla="*/ 211 w 211"/>
                  <a:gd name="T11" fmla="*/ 137 h 155"/>
                  <a:gd name="T12" fmla="*/ 187 w 211"/>
                  <a:gd name="T13" fmla="*/ 144 h 155"/>
                  <a:gd name="T14" fmla="*/ 125 w 211"/>
                  <a:gd name="T15" fmla="*/ 144 h 155"/>
                  <a:gd name="T16" fmla="*/ 93 w 211"/>
                  <a:gd name="T17" fmla="*/ 1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155">
                    <a:moveTo>
                      <a:pt x="93" y="124"/>
                    </a:moveTo>
                    <a:cubicBezTo>
                      <a:pt x="84" y="134"/>
                      <a:pt x="63" y="153"/>
                      <a:pt x="54" y="146"/>
                    </a:cubicBez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1" y="137"/>
                      <a:pt x="211" y="137"/>
                      <a:pt x="211" y="137"/>
                    </a:cubicBezTo>
                    <a:cubicBezTo>
                      <a:pt x="202" y="138"/>
                      <a:pt x="194" y="140"/>
                      <a:pt x="187" y="144"/>
                    </a:cubicBezTo>
                    <a:cubicBezTo>
                      <a:pt x="164" y="155"/>
                      <a:pt x="142" y="150"/>
                      <a:pt x="125" y="144"/>
                    </a:cubicBezTo>
                    <a:cubicBezTo>
                      <a:pt x="108" y="137"/>
                      <a:pt x="102" y="113"/>
                      <a:pt x="93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" name="Freeform 123"/>
              <p:cNvSpPr>
                <a:spLocks/>
              </p:cNvSpPr>
              <p:nvPr/>
            </p:nvSpPr>
            <p:spPr bwMode="auto">
              <a:xfrm>
                <a:off x="3163888" y="4078606"/>
                <a:ext cx="258763" cy="368300"/>
              </a:xfrm>
              <a:custGeom>
                <a:avLst/>
                <a:gdLst>
                  <a:gd name="T0" fmla="*/ 54 w 108"/>
                  <a:gd name="T1" fmla="*/ 146 h 153"/>
                  <a:gd name="T2" fmla="*/ 29 w 108"/>
                  <a:gd name="T3" fmla="*/ 131 h 153"/>
                  <a:gd name="T4" fmla="*/ 0 w 108"/>
                  <a:gd name="T5" fmla="*/ 144 h 153"/>
                  <a:gd name="T6" fmla="*/ 108 w 108"/>
                  <a:gd name="T7" fmla="*/ 0 h 153"/>
                  <a:gd name="T8" fmla="*/ 108 w 108"/>
                  <a:gd name="T9" fmla="*/ 130 h 153"/>
                  <a:gd name="T10" fmla="*/ 93 w 108"/>
                  <a:gd name="T11" fmla="*/ 124 h 153"/>
                  <a:gd name="T12" fmla="*/ 54 w 108"/>
                  <a:gd name="T13" fmla="*/ 14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53">
                    <a:moveTo>
                      <a:pt x="54" y="146"/>
                    </a:move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30"/>
                      <a:pt x="108" y="130"/>
                      <a:pt x="108" y="130"/>
                    </a:cubicBezTo>
                    <a:cubicBezTo>
                      <a:pt x="102" y="123"/>
                      <a:pt x="98" y="118"/>
                      <a:pt x="93" y="124"/>
                    </a:cubicBezTo>
                    <a:cubicBezTo>
                      <a:pt x="84" y="134"/>
                      <a:pt x="63" y="153"/>
                      <a:pt x="54" y="146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7" name="Freeform 124"/>
              <p:cNvSpPr>
                <a:spLocks/>
              </p:cNvSpPr>
              <p:nvPr/>
            </p:nvSpPr>
            <p:spPr bwMode="auto">
              <a:xfrm>
                <a:off x="3235325" y="5177156"/>
                <a:ext cx="38100" cy="106363"/>
              </a:xfrm>
              <a:custGeom>
                <a:avLst/>
                <a:gdLst>
                  <a:gd name="T0" fmla="*/ 5 w 24"/>
                  <a:gd name="T1" fmla="*/ 0 h 67"/>
                  <a:gd name="T2" fmla="*/ 0 w 24"/>
                  <a:gd name="T3" fmla="*/ 67 h 67"/>
                  <a:gd name="T4" fmla="*/ 24 w 24"/>
                  <a:gd name="T5" fmla="*/ 67 h 67"/>
                  <a:gd name="T6" fmla="*/ 18 w 24"/>
                  <a:gd name="T7" fmla="*/ 0 h 67"/>
                  <a:gd name="T8" fmla="*/ 5 w 24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67">
                    <a:moveTo>
                      <a:pt x="5" y="0"/>
                    </a:moveTo>
                    <a:lnTo>
                      <a:pt x="0" y="67"/>
                    </a:lnTo>
                    <a:lnTo>
                      <a:pt x="24" y="67"/>
                    </a:lnTo>
                    <a:lnTo>
                      <a:pt x="1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8" name="Freeform 125"/>
              <p:cNvSpPr>
                <a:spLocks/>
              </p:cNvSpPr>
              <p:nvPr/>
            </p:nvSpPr>
            <p:spPr bwMode="auto">
              <a:xfrm>
                <a:off x="3254375" y="5177156"/>
                <a:ext cx="19050" cy="106363"/>
              </a:xfrm>
              <a:custGeom>
                <a:avLst/>
                <a:gdLst>
                  <a:gd name="T0" fmla="*/ 0 w 12"/>
                  <a:gd name="T1" fmla="*/ 0 h 67"/>
                  <a:gd name="T2" fmla="*/ 0 w 12"/>
                  <a:gd name="T3" fmla="*/ 67 h 67"/>
                  <a:gd name="T4" fmla="*/ 12 w 12"/>
                  <a:gd name="T5" fmla="*/ 67 h 67"/>
                  <a:gd name="T6" fmla="*/ 6 w 12"/>
                  <a:gd name="T7" fmla="*/ 0 h 67"/>
                  <a:gd name="T8" fmla="*/ 0 w 12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7">
                    <a:moveTo>
                      <a:pt x="0" y="0"/>
                    </a:moveTo>
                    <a:lnTo>
                      <a:pt x="0" y="67"/>
                    </a:lnTo>
                    <a:lnTo>
                      <a:pt x="12" y="67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9" name="Freeform 126"/>
              <p:cNvSpPr>
                <a:spLocks/>
              </p:cNvSpPr>
              <p:nvPr/>
            </p:nvSpPr>
            <p:spPr bwMode="auto">
              <a:xfrm>
                <a:off x="3149600" y="4754881"/>
                <a:ext cx="209550" cy="455613"/>
              </a:xfrm>
              <a:custGeom>
                <a:avLst/>
                <a:gdLst>
                  <a:gd name="T0" fmla="*/ 0 w 132"/>
                  <a:gd name="T1" fmla="*/ 287 h 287"/>
                  <a:gd name="T2" fmla="*/ 66 w 132"/>
                  <a:gd name="T3" fmla="*/ 0 h 287"/>
                  <a:gd name="T4" fmla="*/ 132 w 132"/>
                  <a:gd name="T5" fmla="*/ 287 h 287"/>
                  <a:gd name="T6" fmla="*/ 0 w 132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287">
                    <a:moveTo>
                      <a:pt x="0" y="287"/>
                    </a:moveTo>
                    <a:lnTo>
                      <a:pt x="66" y="0"/>
                    </a:lnTo>
                    <a:lnTo>
                      <a:pt x="132" y="287"/>
                    </a:lnTo>
                    <a:lnTo>
                      <a:pt x="0" y="287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0" name="Freeform 127"/>
              <p:cNvSpPr>
                <a:spLocks/>
              </p:cNvSpPr>
              <p:nvPr/>
            </p:nvSpPr>
            <p:spPr bwMode="auto">
              <a:xfrm>
                <a:off x="3254375" y="4754881"/>
                <a:ext cx="104775" cy="455613"/>
              </a:xfrm>
              <a:custGeom>
                <a:avLst/>
                <a:gdLst>
                  <a:gd name="T0" fmla="*/ 66 w 66"/>
                  <a:gd name="T1" fmla="*/ 287 h 287"/>
                  <a:gd name="T2" fmla="*/ 0 w 66"/>
                  <a:gd name="T3" fmla="*/ 0 h 287"/>
                  <a:gd name="T4" fmla="*/ 0 w 66"/>
                  <a:gd name="T5" fmla="*/ 287 h 287"/>
                  <a:gd name="T6" fmla="*/ 66 w 66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287">
                    <a:moveTo>
                      <a:pt x="66" y="287"/>
                    </a:moveTo>
                    <a:lnTo>
                      <a:pt x="0" y="0"/>
                    </a:lnTo>
                    <a:lnTo>
                      <a:pt x="0" y="287"/>
                    </a:lnTo>
                    <a:lnTo>
                      <a:pt x="66" y="287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1" name="Freeform 128"/>
              <p:cNvSpPr>
                <a:spLocks/>
              </p:cNvSpPr>
              <p:nvPr/>
            </p:nvSpPr>
            <p:spPr bwMode="auto">
              <a:xfrm>
                <a:off x="2954338" y="4956494"/>
                <a:ext cx="196850" cy="347663"/>
              </a:xfrm>
              <a:custGeom>
                <a:avLst/>
                <a:gdLst>
                  <a:gd name="T0" fmla="*/ 82 w 82"/>
                  <a:gd name="T1" fmla="*/ 104 h 145"/>
                  <a:gd name="T2" fmla="*/ 41 w 82"/>
                  <a:gd name="T3" fmla="*/ 145 h 145"/>
                  <a:gd name="T4" fmla="*/ 0 w 82"/>
                  <a:gd name="T5" fmla="*/ 104 h 145"/>
                  <a:gd name="T6" fmla="*/ 41 w 82"/>
                  <a:gd name="T7" fmla="*/ 0 h 145"/>
                  <a:gd name="T8" fmla="*/ 82 w 82"/>
                  <a:gd name="T9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45">
                    <a:moveTo>
                      <a:pt x="82" y="104"/>
                    </a:moveTo>
                    <a:cubicBezTo>
                      <a:pt x="82" y="126"/>
                      <a:pt x="64" y="145"/>
                      <a:pt x="41" y="145"/>
                    </a:cubicBezTo>
                    <a:cubicBezTo>
                      <a:pt x="19" y="145"/>
                      <a:pt x="0" y="126"/>
                      <a:pt x="0" y="104"/>
                    </a:cubicBezTo>
                    <a:cubicBezTo>
                      <a:pt x="0" y="72"/>
                      <a:pt x="19" y="0"/>
                      <a:pt x="41" y="0"/>
                    </a:cubicBezTo>
                    <a:cubicBezTo>
                      <a:pt x="64" y="0"/>
                      <a:pt x="82" y="81"/>
                      <a:pt x="82" y="104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2" name="Freeform 129"/>
              <p:cNvSpPr>
                <a:spLocks/>
              </p:cNvSpPr>
              <p:nvPr/>
            </p:nvSpPr>
            <p:spPr bwMode="auto">
              <a:xfrm>
                <a:off x="3052763" y="4956494"/>
                <a:ext cx="98425" cy="347663"/>
              </a:xfrm>
              <a:custGeom>
                <a:avLst/>
                <a:gdLst>
                  <a:gd name="T0" fmla="*/ 41 w 41"/>
                  <a:gd name="T1" fmla="*/ 104 h 145"/>
                  <a:gd name="T2" fmla="*/ 0 w 41"/>
                  <a:gd name="T3" fmla="*/ 0 h 145"/>
                  <a:gd name="T4" fmla="*/ 0 w 41"/>
                  <a:gd name="T5" fmla="*/ 145 h 145"/>
                  <a:gd name="T6" fmla="*/ 41 w 41"/>
                  <a:gd name="T7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145">
                    <a:moveTo>
                      <a:pt x="41" y="104"/>
                    </a:moveTo>
                    <a:cubicBezTo>
                      <a:pt x="41" y="75"/>
                      <a:pt x="23" y="0"/>
                      <a:pt x="0" y="0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23" y="145"/>
                      <a:pt x="41" y="126"/>
                      <a:pt x="41" y="104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3" name="Freeform 130"/>
              <p:cNvSpPr>
                <a:spLocks/>
              </p:cNvSpPr>
              <p:nvPr/>
            </p:nvSpPr>
            <p:spPr bwMode="auto">
              <a:xfrm>
                <a:off x="3038475" y="5205731"/>
                <a:ext cx="28575" cy="158750"/>
              </a:xfrm>
              <a:custGeom>
                <a:avLst/>
                <a:gdLst>
                  <a:gd name="T0" fmla="*/ 5 w 18"/>
                  <a:gd name="T1" fmla="*/ 0 h 100"/>
                  <a:gd name="T2" fmla="*/ 0 w 18"/>
                  <a:gd name="T3" fmla="*/ 100 h 100"/>
                  <a:gd name="T4" fmla="*/ 18 w 18"/>
                  <a:gd name="T5" fmla="*/ 100 h 100"/>
                  <a:gd name="T6" fmla="*/ 14 w 18"/>
                  <a:gd name="T7" fmla="*/ 0 h 100"/>
                  <a:gd name="T8" fmla="*/ 5 w 18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0">
                    <a:moveTo>
                      <a:pt x="5" y="0"/>
                    </a:moveTo>
                    <a:lnTo>
                      <a:pt x="0" y="100"/>
                    </a:lnTo>
                    <a:lnTo>
                      <a:pt x="18" y="100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4" name="Freeform 131"/>
              <p:cNvSpPr>
                <a:spLocks/>
              </p:cNvSpPr>
              <p:nvPr/>
            </p:nvSpPr>
            <p:spPr bwMode="auto">
              <a:xfrm>
                <a:off x="3052763" y="5205731"/>
                <a:ext cx="14288" cy="158750"/>
              </a:xfrm>
              <a:custGeom>
                <a:avLst/>
                <a:gdLst>
                  <a:gd name="T0" fmla="*/ 0 w 9"/>
                  <a:gd name="T1" fmla="*/ 0 h 100"/>
                  <a:gd name="T2" fmla="*/ 0 w 9"/>
                  <a:gd name="T3" fmla="*/ 100 h 100"/>
                  <a:gd name="T4" fmla="*/ 9 w 9"/>
                  <a:gd name="T5" fmla="*/ 100 h 100"/>
                  <a:gd name="T6" fmla="*/ 5 w 9"/>
                  <a:gd name="T7" fmla="*/ 0 h 100"/>
                  <a:gd name="T8" fmla="*/ 0 w 9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0">
                    <a:moveTo>
                      <a:pt x="0" y="0"/>
                    </a:moveTo>
                    <a:lnTo>
                      <a:pt x="0" y="100"/>
                    </a:lnTo>
                    <a:lnTo>
                      <a:pt x="9" y="10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5" name="Freeform 132"/>
              <p:cNvSpPr>
                <a:spLocks/>
              </p:cNvSpPr>
              <p:nvPr/>
            </p:nvSpPr>
            <p:spPr bwMode="auto">
              <a:xfrm>
                <a:off x="3140075" y="4988244"/>
                <a:ext cx="2995613" cy="477838"/>
              </a:xfrm>
              <a:custGeom>
                <a:avLst/>
                <a:gdLst>
                  <a:gd name="T0" fmla="*/ 625 w 1251"/>
                  <a:gd name="T1" fmla="*/ 0 h 199"/>
                  <a:gd name="T2" fmla="*/ 1251 w 1251"/>
                  <a:gd name="T3" fmla="*/ 199 h 199"/>
                  <a:gd name="T4" fmla="*/ 625 w 1251"/>
                  <a:gd name="T5" fmla="*/ 199 h 199"/>
                  <a:gd name="T6" fmla="*/ 0 w 1251"/>
                  <a:gd name="T7" fmla="*/ 199 h 199"/>
                  <a:gd name="T8" fmla="*/ 625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5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6" y="199"/>
                      <a:pt x="380" y="0"/>
                      <a:pt x="625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" name="Freeform 133"/>
              <p:cNvSpPr>
                <a:spLocks/>
              </p:cNvSpPr>
              <p:nvPr/>
            </p:nvSpPr>
            <p:spPr bwMode="auto">
              <a:xfrm>
                <a:off x="3140075" y="4988244"/>
                <a:ext cx="1497013" cy="477838"/>
              </a:xfrm>
              <a:custGeom>
                <a:avLst/>
                <a:gdLst>
                  <a:gd name="T0" fmla="*/ 0 w 625"/>
                  <a:gd name="T1" fmla="*/ 199 h 199"/>
                  <a:gd name="T2" fmla="*/ 625 w 625"/>
                  <a:gd name="T3" fmla="*/ 0 h 199"/>
                  <a:gd name="T4" fmla="*/ 625 w 625"/>
                  <a:gd name="T5" fmla="*/ 199 h 199"/>
                  <a:gd name="T6" fmla="*/ 0 w 625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199">
                    <a:moveTo>
                      <a:pt x="0" y="199"/>
                    </a:moveTo>
                    <a:cubicBezTo>
                      <a:pt x="396" y="199"/>
                      <a:pt x="380" y="0"/>
                      <a:pt x="625" y="0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" name="Freeform 134"/>
              <p:cNvSpPr>
                <a:spLocks/>
              </p:cNvSpPr>
              <p:nvPr/>
            </p:nvSpPr>
            <p:spPr bwMode="auto">
              <a:xfrm>
                <a:off x="7489825" y="5162869"/>
                <a:ext cx="2481263" cy="303213"/>
              </a:xfrm>
              <a:custGeom>
                <a:avLst/>
                <a:gdLst>
                  <a:gd name="T0" fmla="*/ 518 w 1036"/>
                  <a:gd name="T1" fmla="*/ 0 h 126"/>
                  <a:gd name="T2" fmla="*/ 1036 w 1036"/>
                  <a:gd name="T3" fmla="*/ 126 h 126"/>
                  <a:gd name="T4" fmla="*/ 518 w 1036"/>
                  <a:gd name="T5" fmla="*/ 126 h 126"/>
                  <a:gd name="T6" fmla="*/ 0 w 1036"/>
                  <a:gd name="T7" fmla="*/ 126 h 126"/>
                  <a:gd name="T8" fmla="*/ 518 w 1036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6" h="126">
                    <a:moveTo>
                      <a:pt x="518" y="0"/>
                    </a:moveTo>
                    <a:cubicBezTo>
                      <a:pt x="721" y="0"/>
                      <a:pt x="708" y="126"/>
                      <a:pt x="1036" y="126"/>
                    </a:cubicBezTo>
                    <a:cubicBezTo>
                      <a:pt x="518" y="126"/>
                      <a:pt x="518" y="126"/>
                      <a:pt x="518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29" y="126"/>
                      <a:pt x="315" y="0"/>
                      <a:pt x="518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" name="Freeform 135"/>
              <p:cNvSpPr>
                <a:spLocks/>
              </p:cNvSpPr>
              <p:nvPr/>
            </p:nvSpPr>
            <p:spPr bwMode="auto">
              <a:xfrm>
                <a:off x="7489825" y="5162869"/>
                <a:ext cx="1241425" cy="303213"/>
              </a:xfrm>
              <a:custGeom>
                <a:avLst/>
                <a:gdLst>
                  <a:gd name="T0" fmla="*/ 0 w 518"/>
                  <a:gd name="T1" fmla="*/ 126 h 126"/>
                  <a:gd name="T2" fmla="*/ 518 w 518"/>
                  <a:gd name="T3" fmla="*/ 0 h 126"/>
                  <a:gd name="T4" fmla="*/ 518 w 518"/>
                  <a:gd name="T5" fmla="*/ 126 h 126"/>
                  <a:gd name="T6" fmla="*/ 0 w 518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8" h="126">
                    <a:moveTo>
                      <a:pt x="0" y="126"/>
                    </a:moveTo>
                    <a:cubicBezTo>
                      <a:pt x="329" y="126"/>
                      <a:pt x="315" y="0"/>
                      <a:pt x="518" y="0"/>
                    </a:cubicBezTo>
                    <a:cubicBezTo>
                      <a:pt x="518" y="126"/>
                      <a:pt x="518" y="126"/>
                      <a:pt x="518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9" name="Oval 136"/>
              <p:cNvSpPr>
                <a:spLocks noChangeArrowheads="1"/>
              </p:cNvSpPr>
              <p:nvPr/>
            </p:nvSpPr>
            <p:spPr bwMode="auto">
              <a:xfrm>
                <a:off x="8670925" y="4993006"/>
                <a:ext cx="285750" cy="3810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0" name="Freeform 137"/>
              <p:cNvSpPr>
                <a:spLocks/>
              </p:cNvSpPr>
              <p:nvPr/>
            </p:nvSpPr>
            <p:spPr bwMode="auto">
              <a:xfrm>
                <a:off x="8812213" y="4993006"/>
                <a:ext cx="144463" cy="381000"/>
              </a:xfrm>
              <a:custGeom>
                <a:avLst/>
                <a:gdLst>
                  <a:gd name="T0" fmla="*/ 60 w 60"/>
                  <a:gd name="T1" fmla="*/ 79 h 159"/>
                  <a:gd name="T2" fmla="*/ 0 w 60"/>
                  <a:gd name="T3" fmla="*/ 0 h 159"/>
                  <a:gd name="T4" fmla="*/ 0 w 60"/>
                  <a:gd name="T5" fmla="*/ 159 h 159"/>
                  <a:gd name="T6" fmla="*/ 60 w 60"/>
                  <a:gd name="T7" fmla="*/ 7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159">
                    <a:moveTo>
                      <a:pt x="60" y="79"/>
                    </a:moveTo>
                    <a:cubicBezTo>
                      <a:pt x="60" y="36"/>
                      <a:pt x="33" y="0"/>
                      <a:pt x="0" y="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33" y="159"/>
                      <a:pt x="60" y="123"/>
                      <a:pt x="60" y="79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1" name="Freeform 138"/>
              <p:cNvSpPr>
                <a:spLocks/>
              </p:cNvSpPr>
              <p:nvPr/>
            </p:nvSpPr>
            <p:spPr bwMode="auto">
              <a:xfrm>
                <a:off x="8793163" y="5231131"/>
                <a:ext cx="41275" cy="231775"/>
              </a:xfrm>
              <a:custGeom>
                <a:avLst/>
                <a:gdLst>
                  <a:gd name="T0" fmla="*/ 4 w 26"/>
                  <a:gd name="T1" fmla="*/ 0 h 146"/>
                  <a:gd name="T2" fmla="*/ 0 w 26"/>
                  <a:gd name="T3" fmla="*/ 146 h 146"/>
                  <a:gd name="T4" fmla="*/ 26 w 26"/>
                  <a:gd name="T5" fmla="*/ 146 h 146"/>
                  <a:gd name="T6" fmla="*/ 20 w 26"/>
                  <a:gd name="T7" fmla="*/ 0 h 146"/>
                  <a:gd name="T8" fmla="*/ 4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4" y="0"/>
                    </a:moveTo>
                    <a:lnTo>
                      <a:pt x="0" y="146"/>
                    </a:lnTo>
                    <a:lnTo>
                      <a:pt x="26" y="146"/>
                    </a:lnTo>
                    <a:lnTo>
                      <a:pt x="2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2" name="Freeform 139"/>
              <p:cNvSpPr>
                <a:spLocks/>
              </p:cNvSpPr>
              <p:nvPr/>
            </p:nvSpPr>
            <p:spPr bwMode="auto">
              <a:xfrm>
                <a:off x="8812213" y="5231131"/>
                <a:ext cx="22225" cy="231775"/>
              </a:xfrm>
              <a:custGeom>
                <a:avLst/>
                <a:gdLst>
                  <a:gd name="T0" fmla="*/ 0 w 14"/>
                  <a:gd name="T1" fmla="*/ 0 h 146"/>
                  <a:gd name="T2" fmla="*/ 0 w 14"/>
                  <a:gd name="T3" fmla="*/ 146 h 146"/>
                  <a:gd name="T4" fmla="*/ 14 w 14"/>
                  <a:gd name="T5" fmla="*/ 146 h 146"/>
                  <a:gd name="T6" fmla="*/ 8 w 14"/>
                  <a:gd name="T7" fmla="*/ 0 h 146"/>
                  <a:gd name="T8" fmla="*/ 0 w 14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6">
                    <a:moveTo>
                      <a:pt x="0" y="0"/>
                    </a:moveTo>
                    <a:lnTo>
                      <a:pt x="0" y="146"/>
                    </a:lnTo>
                    <a:lnTo>
                      <a:pt x="14" y="146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3" name="Freeform 140"/>
              <p:cNvSpPr>
                <a:spLocks/>
              </p:cNvSpPr>
              <p:nvPr/>
            </p:nvSpPr>
            <p:spPr bwMode="auto">
              <a:xfrm>
                <a:off x="8074025" y="4843781"/>
                <a:ext cx="228600" cy="401638"/>
              </a:xfrm>
              <a:custGeom>
                <a:avLst/>
                <a:gdLst>
                  <a:gd name="T0" fmla="*/ 95 w 95"/>
                  <a:gd name="T1" fmla="*/ 120 h 167"/>
                  <a:gd name="T2" fmla="*/ 48 w 95"/>
                  <a:gd name="T3" fmla="*/ 167 h 167"/>
                  <a:gd name="T4" fmla="*/ 0 w 95"/>
                  <a:gd name="T5" fmla="*/ 120 h 167"/>
                  <a:gd name="T6" fmla="*/ 48 w 95"/>
                  <a:gd name="T7" fmla="*/ 0 h 167"/>
                  <a:gd name="T8" fmla="*/ 95 w 95"/>
                  <a:gd name="T9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67">
                    <a:moveTo>
                      <a:pt x="95" y="120"/>
                    </a:moveTo>
                    <a:cubicBezTo>
                      <a:pt x="95" y="146"/>
                      <a:pt x="74" y="167"/>
                      <a:pt x="48" y="167"/>
                    </a:cubicBezTo>
                    <a:cubicBezTo>
                      <a:pt x="21" y="167"/>
                      <a:pt x="0" y="146"/>
                      <a:pt x="0" y="120"/>
                    </a:cubicBezTo>
                    <a:cubicBezTo>
                      <a:pt x="0" y="84"/>
                      <a:pt x="21" y="0"/>
                      <a:pt x="48" y="0"/>
                    </a:cubicBezTo>
                    <a:cubicBezTo>
                      <a:pt x="74" y="0"/>
                      <a:pt x="95" y="94"/>
                      <a:pt x="95" y="120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4" name="Freeform 141"/>
              <p:cNvSpPr>
                <a:spLocks/>
              </p:cNvSpPr>
              <p:nvPr/>
            </p:nvSpPr>
            <p:spPr bwMode="auto">
              <a:xfrm>
                <a:off x="8189913" y="4843781"/>
                <a:ext cx="112713" cy="401638"/>
              </a:xfrm>
              <a:custGeom>
                <a:avLst/>
                <a:gdLst>
                  <a:gd name="T0" fmla="*/ 47 w 47"/>
                  <a:gd name="T1" fmla="*/ 120 h 167"/>
                  <a:gd name="T2" fmla="*/ 0 w 47"/>
                  <a:gd name="T3" fmla="*/ 0 h 167"/>
                  <a:gd name="T4" fmla="*/ 0 w 47"/>
                  <a:gd name="T5" fmla="*/ 167 h 167"/>
                  <a:gd name="T6" fmla="*/ 47 w 47"/>
                  <a:gd name="T7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67">
                    <a:moveTo>
                      <a:pt x="47" y="120"/>
                    </a:moveTo>
                    <a:cubicBezTo>
                      <a:pt x="47" y="86"/>
                      <a:pt x="26" y="0"/>
                      <a:pt x="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26" y="167"/>
                      <a:pt x="47" y="146"/>
                      <a:pt x="47" y="12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5" name="Freeform 142"/>
              <p:cNvSpPr>
                <a:spLocks/>
              </p:cNvSpPr>
              <p:nvPr/>
            </p:nvSpPr>
            <p:spPr bwMode="auto">
              <a:xfrm>
                <a:off x="8172450" y="5132706"/>
                <a:ext cx="31750" cy="180975"/>
              </a:xfrm>
              <a:custGeom>
                <a:avLst/>
                <a:gdLst>
                  <a:gd name="T0" fmla="*/ 5 w 20"/>
                  <a:gd name="T1" fmla="*/ 0 h 114"/>
                  <a:gd name="T2" fmla="*/ 0 w 20"/>
                  <a:gd name="T3" fmla="*/ 114 h 114"/>
                  <a:gd name="T4" fmla="*/ 20 w 20"/>
                  <a:gd name="T5" fmla="*/ 114 h 114"/>
                  <a:gd name="T6" fmla="*/ 15 w 20"/>
                  <a:gd name="T7" fmla="*/ 0 h 114"/>
                  <a:gd name="T8" fmla="*/ 5 w 20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14">
                    <a:moveTo>
                      <a:pt x="5" y="0"/>
                    </a:moveTo>
                    <a:lnTo>
                      <a:pt x="0" y="114"/>
                    </a:lnTo>
                    <a:lnTo>
                      <a:pt x="20" y="114"/>
                    </a:lnTo>
                    <a:lnTo>
                      <a:pt x="1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6" name="Freeform 143"/>
              <p:cNvSpPr>
                <a:spLocks/>
              </p:cNvSpPr>
              <p:nvPr/>
            </p:nvSpPr>
            <p:spPr bwMode="auto">
              <a:xfrm>
                <a:off x="8189913" y="5132706"/>
                <a:ext cx="14288" cy="180975"/>
              </a:xfrm>
              <a:custGeom>
                <a:avLst/>
                <a:gdLst>
                  <a:gd name="T0" fmla="*/ 0 w 9"/>
                  <a:gd name="T1" fmla="*/ 0 h 114"/>
                  <a:gd name="T2" fmla="*/ 0 w 9"/>
                  <a:gd name="T3" fmla="*/ 114 h 114"/>
                  <a:gd name="T4" fmla="*/ 9 w 9"/>
                  <a:gd name="T5" fmla="*/ 114 h 114"/>
                  <a:gd name="T6" fmla="*/ 4 w 9"/>
                  <a:gd name="T7" fmla="*/ 0 h 114"/>
                  <a:gd name="T8" fmla="*/ 0 w 9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4">
                    <a:moveTo>
                      <a:pt x="0" y="0"/>
                    </a:moveTo>
                    <a:lnTo>
                      <a:pt x="0" y="114"/>
                    </a:lnTo>
                    <a:lnTo>
                      <a:pt x="9" y="11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7" name="Freeform 144"/>
              <p:cNvSpPr>
                <a:spLocks/>
              </p:cNvSpPr>
              <p:nvPr/>
            </p:nvSpPr>
            <p:spPr bwMode="auto">
              <a:xfrm>
                <a:off x="8355013" y="5273994"/>
                <a:ext cx="30163" cy="88900"/>
              </a:xfrm>
              <a:custGeom>
                <a:avLst/>
                <a:gdLst>
                  <a:gd name="T0" fmla="*/ 3 w 19"/>
                  <a:gd name="T1" fmla="*/ 0 h 56"/>
                  <a:gd name="T2" fmla="*/ 0 w 19"/>
                  <a:gd name="T3" fmla="*/ 56 h 56"/>
                  <a:gd name="T4" fmla="*/ 19 w 19"/>
                  <a:gd name="T5" fmla="*/ 56 h 56"/>
                  <a:gd name="T6" fmla="*/ 15 w 19"/>
                  <a:gd name="T7" fmla="*/ 0 h 56"/>
                  <a:gd name="T8" fmla="*/ 3 w 19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6">
                    <a:moveTo>
                      <a:pt x="3" y="0"/>
                    </a:moveTo>
                    <a:lnTo>
                      <a:pt x="0" y="56"/>
                    </a:lnTo>
                    <a:lnTo>
                      <a:pt x="19" y="56"/>
                    </a:lnTo>
                    <a:lnTo>
                      <a:pt x="1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8" name="Freeform 145"/>
              <p:cNvSpPr>
                <a:spLocks/>
              </p:cNvSpPr>
              <p:nvPr/>
            </p:nvSpPr>
            <p:spPr bwMode="auto">
              <a:xfrm>
                <a:off x="8369300" y="5273994"/>
                <a:ext cx="15875" cy="88900"/>
              </a:xfrm>
              <a:custGeom>
                <a:avLst/>
                <a:gdLst>
                  <a:gd name="T0" fmla="*/ 0 w 10"/>
                  <a:gd name="T1" fmla="*/ 0 h 56"/>
                  <a:gd name="T2" fmla="*/ 0 w 10"/>
                  <a:gd name="T3" fmla="*/ 56 h 56"/>
                  <a:gd name="T4" fmla="*/ 10 w 10"/>
                  <a:gd name="T5" fmla="*/ 56 h 56"/>
                  <a:gd name="T6" fmla="*/ 6 w 10"/>
                  <a:gd name="T7" fmla="*/ 0 h 56"/>
                  <a:gd name="T8" fmla="*/ 0 w 1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6">
                    <a:moveTo>
                      <a:pt x="0" y="0"/>
                    </a:moveTo>
                    <a:lnTo>
                      <a:pt x="0" y="56"/>
                    </a:lnTo>
                    <a:lnTo>
                      <a:pt x="10" y="56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9" name="Freeform 146"/>
              <p:cNvSpPr>
                <a:spLocks/>
              </p:cNvSpPr>
              <p:nvPr/>
            </p:nvSpPr>
            <p:spPr bwMode="auto">
              <a:xfrm>
                <a:off x="8280400" y="4921569"/>
                <a:ext cx="177800" cy="381000"/>
              </a:xfrm>
              <a:custGeom>
                <a:avLst/>
                <a:gdLst>
                  <a:gd name="T0" fmla="*/ 0 w 112"/>
                  <a:gd name="T1" fmla="*/ 240 h 240"/>
                  <a:gd name="T2" fmla="*/ 56 w 112"/>
                  <a:gd name="T3" fmla="*/ 0 h 240"/>
                  <a:gd name="T4" fmla="*/ 112 w 112"/>
                  <a:gd name="T5" fmla="*/ 240 h 240"/>
                  <a:gd name="T6" fmla="*/ 0 w 112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0">
                    <a:moveTo>
                      <a:pt x="0" y="240"/>
                    </a:moveTo>
                    <a:lnTo>
                      <a:pt x="56" y="0"/>
                    </a:lnTo>
                    <a:lnTo>
                      <a:pt x="112" y="240"/>
                    </a:lnTo>
                    <a:lnTo>
                      <a:pt x="0" y="24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0" name="Freeform 147"/>
              <p:cNvSpPr>
                <a:spLocks/>
              </p:cNvSpPr>
              <p:nvPr/>
            </p:nvSpPr>
            <p:spPr bwMode="auto">
              <a:xfrm>
                <a:off x="8369300" y="4921569"/>
                <a:ext cx="88900" cy="381000"/>
              </a:xfrm>
              <a:custGeom>
                <a:avLst/>
                <a:gdLst>
                  <a:gd name="T0" fmla="*/ 56 w 56"/>
                  <a:gd name="T1" fmla="*/ 240 h 240"/>
                  <a:gd name="T2" fmla="*/ 0 w 56"/>
                  <a:gd name="T3" fmla="*/ 0 h 240"/>
                  <a:gd name="T4" fmla="*/ 0 w 56"/>
                  <a:gd name="T5" fmla="*/ 240 h 240"/>
                  <a:gd name="T6" fmla="*/ 56 w 56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0">
                    <a:moveTo>
                      <a:pt x="56" y="240"/>
                    </a:moveTo>
                    <a:lnTo>
                      <a:pt x="0" y="0"/>
                    </a:lnTo>
                    <a:lnTo>
                      <a:pt x="0" y="240"/>
                    </a:lnTo>
                    <a:lnTo>
                      <a:pt x="56" y="24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1" name="Freeform 148"/>
              <p:cNvSpPr>
                <a:spLocks/>
              </p:cNvSpPr>
              <p:nvPr/>
            </p:nvSpPr>
            <p:spPr bwMode="auto">
              <a:xfrm>
                <a:off x="4152900" y="4988244"/>
                <a:ext cx="2997200" cy="477838"/>
              </a:xfrm>
              <a:custGeom>
                <a:avLst/>
                <a:gdLst>
                  <a:gd name="T0" fmla="*/ 626 w 1251"/>
                  <a:gd name="T1" fmla="*/ 0 h 199"/>
                  <a:gd name="T2" fmla="*/ 1251 w 1251"/>
                  <a:gd name="T3" fmla="*/ 199 h 199"/>
                  <a:gd name="T4" fmla="*/ 626 w 1251"/>
                  <a:gd name="T5" fmla="*/ 199 h 199"/>
                  <a:gd name="T6" fmla="*/ 0 w 1251"/>
                  <a:gd name="T7" fmla="*/ 199 h 199"/>
                  <a:gd name="T8" fmla="*/ 626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6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7" y="199"/>
                      <a:pt x="380" y="0"/>
                      <a:pt x="626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2" name="Freeform 149"/>
              <p:cNvSpPr>
                <a:spLocks/>
              </p:cNvSpPr>
              <p:nvPr/>
            </p:nvSpPr>
            <p:spPr bwMode="auto">
              <a:xfrm>
                <a:off x="4152900" y="4988244"/>
                <a:ext cx="1500188" cy="477838"/>
              </a:xfrm>
              <a:custGeom>
                <a:avLst/>
                <a:gdLst>
                  <a:gd name="T0" fmla="*/ 0 w 626"/>
                  <a:gd name="T1" fmla="*/ 199 h 199"/>
                  <a:gd name="T2" fmla="*/ 626 w 626"/>
                  <a:gd name="T3" fmla="*/ 0 h 199"/>
                  <a:gd name="T4" fmla="*/ 626 w 626"/>
                  <a:gd name="T5" fmla="*/ 199 h 199"/>
                  <a:gd name="T6" fmla="*/ 0 w 626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6" h="199">
                    <a:moveTo>
                      <a:pt x="0" y="199"/>
                    </a:moveTo>
                    <a:cubicBezTo>
                      <a:pt x="397" y="199"/>
                      <a:pt x="380" y="0"/>
                      <a:pt x="626" y="0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3" name="Freeform 150"/>
              <p:cNvSpPr>
                <a:spLocks/>
              </p:cNvSpPr>
              <p:nvPr/>
            </p:nvSpPr>
            <p:spPr bwMode="auto">
              <a:xfrm>
                <a:off x="5321300" y="5162869"/>
                <a:ext cx="4140200" cy="303213"/>
              </a:xfrm>
              <a:custGeom>
                <a:avLst/>
                <a:gdLst>
                  <a:gd name="T0" fmla="*/ 864 w 1728"/>
                  <a:gd name="T1" fmla="*/ 0 h 126"/>
                  <a:gd name="T2" fmla="*/ 1728 w 1728"/>
                  <a:gd name="T3" fmla="*/ 126 h 126"/>
                  <a:gd name="T4" fmla="*/ 864 w 1728"/>
                  <a:gd name="T5" fmla="*/ 126 h 126"/>
                  <a:gd name="T6" fmla="*/ 0 w 1728"/>
                  <a:gd name="T7" fmla="*/ 126 h 126"/>
                  <a:gd name="T8" fmla="*/ 864 w 1728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8" h="126">
                    <a:moveTo>
                      <a:pt x="864" y="0"/>
                    </a:moveTo>
                    <a:cubicBezTo>
                      <a:pt x="1203" y="0"/>
                      <a:pt x="1180" y="126"/>
                      <a:pt x="1728" y="126"/>
                    </a:cubicBezTo>
                    <a:cubicBezTo>
                      <a:pt x="864" y="126"/>
                      <a:pt x="864" y="126"/>
                      <a:pt x="8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548" y="126"/>
                      <a:pt x="525" y="0"/>
                      <a:pt x="864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4" name="Freeform 151"/>
              <p:cNvSpPr>
                <a:spLocks/>
              </p:cNvSpPr>
              <p:nvPr/>
            </p:nvSpPr>
            <p:spPr bwMode="auto">
              <a:xfrm>
                <a:off x="5321300" y="5162869"/>
                <a:ext cx="2070100" cy="303213"/>
              </a:xfrm>
              <a:custGeom>
                <a:avLst/>
                <a:gdLst>
                  <a:gd name="T0" fmla="*/ 0 w 864"/>
                  <a:gd name="T1" fmla="*/ 126 h 126"/>
                  <a:gd name="T2" fmla="*/ 864 w 864"/>
                  <a:gd name="T3" fmla="*/ 0 h 126"/>
                  <a:gd name="T4" fmla="*/ 864 w 864"/>
                  <a:gd name="T5" fmla="*/ 126 h 126"/>
                  <a:gd name="T6" fmla="*/ 0 w 8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4" h="126">
                    <a:moveTo>
                      <a:pt x="0" y="126"/>
                    </a:moveTo>
                    <a:cubicBezTo>
                      <a:pt x="548" y="126"/>
                      <a:pt x="525" y="0"/>
                      <a:pt x="864" y="0"/>
                    </a:cubicBezTo>
                    <a:cubicBezTo>
                      <a:pt x="864" y="126"/>
                      <a:pt x="864" y="126"/>
                      <a:pt x="8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5" name="Freeform 152"/>
              <p:cNvSpPr>
                <a:spLocks/>
              </p:cNvSpPr>
              <p:nvPr/>
            </p:nvSpPr>
            <p:spPr bwMode="auto">
              <a:xfrm>
                <a:off x="2349500" y="5162869"/>
                <a:ext cx="2703513" cy="303213"/>
              </a:xfrm>
              <a:custGeom>
                <a:avLst/>
                <a:gdLst>
                  <a:gd name="T0" fmla="*/ 564 w 1129"/>
                  <a:gd name="T1" fmla="*/ 0 h 126"/>
                  <a:gd name="T2" fmla="*/ 1129 w 1129"/>
                  <a:gd name="T3" fmla="*/ 126 h 126"/>
                  <a:gd name="T4" fmla="*/ 564 w 1129"/>
                  <a:gd name="T5" fmla="*/ 126 h 126"/>
                  <a:gd name="T6" fmla="*/ 0 w 1129"/>
                  <a:gd name="T7" fmla="*/ 126 h 126"/>
                  <a:gd name="T8" fmla="*/ 564 w 1129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9" h="126">
                    <a:moveTo>
                      <a:pt x="564" y="0"/>
                    </a:moveTo>
                    <a:cubicBezTo>
                      <a:pt x="786" y="0"/>
                      <a:pt x="771" y="126"/>
                      <a:pt x="1129" y="126"/>
                    </a:cubicBezTo>
                    <a:cubicBezTo>
                      <a:pt x="564" y="126"/>
                      <a:pt x="564" y="126"/>
                      <a:pt x="5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58" y="126"/>
                      <a:pt x="343" y="0"/>
                      <a:pt x="564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6" name="Freeform 153"/>
              <p:cNvSpPr>
                <a:spLocks/>
              </p:cNvSpPr>
              <p:nvPr/>
            </p:nvSpPr>
            <p:spPr bwMode="auto">
              <a:xfrm>
                <a:off x="2349500" y="5162869"/>
                <a:ext cx="1350963" cy="303213"/>
              </a:xfrm>
              <a:custGeom>
                <a:avLst/>
                <a:gdLst>
                  <a:gd name="T0" fmla="*/ 0 w 564"/>
                  <a:gd name="T1" fmla="*/ 126 h 126"/>
                  <a:gd name="T2" fmla="*/ 564 w 564"/>
                  <a:gd name="T3" fmla="*/ 0 h 126"/>
                  <a:gd name="T4" fmla="*/ 564 w 564"/>
                  <a:gd name="T5" fmla="*/ 126 h 126"/>
                  <a:gd name="T6" fmla="*/ 0 w 5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4" h="126">
                    <a:moveTo>
                      <a:pt x="0" y="126"/>
                    </a:moveTo>
                    <a:cubicBezTo>
                      <a:pt x="358" y="126"/>
                      <a:pt x="343" y="0"/>
                      <a:pt x="564" y="0"/>
                    </a:cubicBezTo>
                    <a:cubicBezTo>
                      <a:pt x="564" y="126"/>
                      <a:pt x="564" y="126"/>
                      <a:pt x="5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" name="Oval 154"/>
              <p:cNvSpPr>
                <a:spLocks noChangeArrowheads="1"/>
              </p:cNvSpPr>
              <p:nvPr/>
            </p:nvSpPr>
            <p:spPr bwMode="auto">
              <a:xfrm>
                <a:off x="2454275" y="4931094"/>
                <a:ext cx="323850" cy="4318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" name="Freeform 155"/>
              <p:cNvSpPr>
                <a:spLocks/>
              </p:cNvSpPr>
              <p:nvPr/>
            </p:nvSpPr>
            <p:spPr bwMode="auto">
              <a:xfrm>
                <a:off x="2617788" y="4931094"/>
                <a:ext cx="160338" cy="431800"/>
              </a:xfrm>
              <a:custGeom>
                <a:avLst/>
                <a:gdLst>
                  <a:gd name="T0" fmla="*/ 67 w 67"/>
                  <a:gd name="T1" fmla="*/ 90 h 180"/>
                  <a:gd name="T2" fmla="*/ 0 w 67"/>
                  <a:gd name="T3" fmla="*/ 0 h 180"/>
                  <a:gd name="T4" fmla="*/ 0 w 67"/>
                  <a:gd name="T5" fmla="*/ 180 h 180"/>
                  <a:gd name="T6" fmla="*/ 67 w 67"/>
                  <a:gd name="T7" fmla="*/ 9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80">
                    <a:moveTo>
                      <a:pt x="67" y="90"/>
                    </a:moveTo>
                    <a:cubicBezTo>
                      <a:pt x="67" y="40"/>
                      <a:pt x="37" y="0"/>
                      <a:pt x="0" y="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37" y="180"/>
                      <a:pt x="67" y="139"/>
                      <a:pt x="67" y="9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" name="Freeform 156"/>
              <p:cNvSpPr>
                <a:spLocks/>
              </p:cNvSpPr>
              <p:nvPr/>
            </p:nvSpPr>
            <p:spPr bwMode="auto">
              <a:xfrm>
                <a:off x="2593975" y="5199381"/>
                <a:ext cx="44450" cy="263525"/>
              </a:xfrm>
              <a:custGeom>
                <a:avLst/>
                <a:gdLst>
                  <a:gd name="T0" fmla="*/ 6 w 28"/>
                  <a:gd name="T1" fmla="*/ 0 h 166"/>
                  <a:gd name="T2" fmla="*/ 0 w 28"/>
                  <a:gd name="T3" fmla="*/ 166 h 166"/>
                  <a:gd name="T4" fmla="*/ 28 w 28"/>
                  <a:gd name="T5" fmla="*/ 166 h 166"/>
                  <a:gd name="T6" fmla="*/ 22 w 28"/>
                  <a:gd name="T7" fmla="*/ 0 h 166"/>
                  <a:gd name="T8" fmla="*/ 6 w 28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66">
                    <a:moveTo>
                      <a:pt x="6" y="0"/>
                    </a:moveTo>
                    <a:lnTo>
                      <a:pt x="0" y="166"/>
                    </a:lnTo>
                    <a:lnTo>
                      <a:pt x="28" y="166"/>
                    </a:lnTo>
                    <a:lnTo>
                      <a:pt x="2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0" name="Freeform 157"/>
              <p:cNvSpPr>
                <a:spLocks/>
              </p:cNvSpPr>
              <p:nvPr/>
            </p:nvSpPr>
            <p:spPr bwMode="auto">
              <a:xfrm>
                <a:off x="2617788" y="5199381"/>
                <a:ext cx="20638" cy="263525"/>
              </a:xfrm>
              <a:custGeom>
                <a:avLst/>
                <a:gdLst>
                  <a:gd name="T0" fmla="*/ 0 w 13"/>
                  <a:gd name="T1" fmla="*/ 0 h 166"/>
                  <a:gd name="T2" fmla="*/ 0 w 13"/>
                  <a:gd name="T3" fmla="*/ 166 h 166"/>
                  <a:gd name="T4" fmla="*/ 13 w 13"/>
                  <a:gd name="T5" fmla="*/ 166 h 166"/>
                  <a:gd name="T6" fmla="*/ 7 w 13"/>
                  <a:gd name="T7" fmla="*/ 0 h 166"/>
                  <a:gd name="T8" fmla="*/ 0 w 13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66">
                    <a:moveTo>
                      <a:pt x="0" y="0"/>
                    </a:moveTo>
                    <a:lnTo>
                      <a:pt x="0" y="166"/>
                    </a:lnTo>
                    <a:lnTo>
                      <a:pt x="13" y="166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1" name="Freeform 158"/>
              <p:cNvSpPr>
                <a:spLocks/>
              </p:cNvSpPr>
              <p:nvPr/>
            </p:nvSpPr>
            <p:spPr bwMode="auto">
              <a:xfrm>
                <a:off x="3554413" y="5143819"/>
                <a:ext cx="9525" cy="31750"/>
              </a:xfrm>
              <a:custGeom>
                <a:avLst/>
                <a:gdLst>
                  <a:gd name="T0" fmla="*/ 6 w 6"/>
                  <a:gd name="T1" fmla="*/ 20 h 20"/>
                  <a:gd name="T2" fmla="*/ 0 w 6"/>
                  <a:gd name="T3" fmla="*/ 20 h 20"/>
                  <a:gd name="T4" fmla="*/ 0 w 6"/>
                  <a:gd name="T5" fmla="*/ 0 h 20"/>
                  <a:gd name="T6" fmla="*/ 4 w 6"/>
                  <a:gd name="T7" fmla="*/ 0 h 20"/>
                  <a:gd name="T8" fmla="*/ 6 w 6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6" y="2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2" name="Freeform 159"/>
              <p:cNvSpPr>
                <a:spLocks/>
              </p:cNvSpPr>
              <p:nvPr/>
            </p:nvSpPr>
            <p:spPr bwMode="auto">
              <a:xfrm>
                <a:off x="3554413" y="5167631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3" name="Freeform 160"/>
              <p:cNvSpPr>
                <a:spLocks/>
              </p:cNvSpPr>
              <p:nvPr/>
            </p:nvSpPr>
            <p:spPr bwMode="auto">
              <a:xfrm>
                <a:off x="3525838" y="5139056"/>
                <a:ext cx="11113" cy="38100"/>
              </a:xfrm>
              <a:custGeom>
                <a:avLst/>
                <a:gdLst>
                  <a:gd name="T0" fmla="*/ 7 w 7"/>
                  <a:gd name="T1" fmla="*/ 23 h 24"/>
                  <a:gd name="T2" fmla="*/ 1 w 7"/>
                  <a:gd name="T3" fmla="*/ 24 h 24"/>
                  <a:gd name="T4" fmla="*/ 0 w 7"/>
                  <a:gd name="T5" fmla="*/ 2 h 24"/>
                  <a:gd name="T6" fmla="*/ 6 w 7"/>
                  <a:gd name="T7" fmla="*/ 0 h 24"/>
                  <a:gd name="T8" fmla="*/ 7 w 7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4">
                    <a:moveTo>
                      <a:pt x="7" y="23"/>
                    </a:moveTo>
                    <a:lnTo>
                      <a:pt x="1" y="24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4" name="Freeform 161"/>
              <p:cNvSpPr>
                <a:spLocks/>
              </p:cNvSpPr>
              <p:nvPr/>
            </p:nvSpPr>
            <p:spPr bwMode="auto">
              <a:xfrm>
                <a:off x="3527425" y="5170806"/>
                <a:ext cx="9525" cy="6350"/>
              </a:xfrm>
              <a:custGeom>
                <a:avLst/>
                <a:gdLst>
                  <a:gd name="T0" fmla="*/ 0 w 6"/>
                  <a:gd name="T1" fmla="*/ 1 h 4"/>
                  <a:gd name="T2" fmla="*/ 0 w 6"/>
                  <a:gd name="T3" fmla="*/ 4 h 4"/>
                  <a:gd name="T4" fmla="*/ 6 w 6"/>
                  <a:gd name="T5" fmla="*/ 3 h 4"/>
                  <a:gd name="T6" fmla="*/ 6 w 6"/>
                  <a:gd name="T7" fmla="*/ 0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0" y="4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5" name="Freeform 162"/>
              <p:cNvSpPr>
                <a:spLocks/>
              </p:cNvSpPr>
              <p:nvPr/>
            </p:nvSpPr>
            <p:spPr bwMode="auto">
              <a:xfrm>
                <a:off x="3635375" y="5102544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2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6" name="Rectangle 163"/>
              <p:cNvSpPr>
                <a:spLocks noChangeArrowheads="1"/>
              </p:cNvSpPr>
              <p:nvPr/>
            </p:nvSpPr>
            <p:spPr bwMode="auto">
              <a:xfrm>
                <a:off x="3640138" y="5162869"/>
                <a:ext cx="9525" cy="476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7" name="Freeform 164"/>
              <p:cNvSpPr>
                <a:spLocks/>
              </p:cNvSpPr>
              <p:nvPr/>
            </p:nvSpPr>
            <p:spPr bwMode="auto">
              <a:xfrm>
                <a:off x="3611563" y="5105719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0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8" name="Freeform 165"/>
              <p:cNvSpPr>
                <a:spLocks/>
              </p:cNvSpPr>
              <p:nvPr/>
            </p:nvSpPr>
            <p:spPr bwMode="auto">
              <a:xfrm>
                <a:off x="3616325" y="5162869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9" name="Freeform 166"/>
              <p:cNvSpPr>
                <a:spLocks/>
              </p:cNvSpPr>
              <p:nvPr/>
            </p:nvSpPr>
            <p:spPr bwMode="auto">
              <a:xfrm>
                <a:off x="3494088" y="4985069"/>
                <a:ext cx="179388" cy="166688"/>
              </a:xfrm>
              <a:custGeom>
                <a:avLst/>
                <a:gdLst>
                  <a:gd name="T0" fmla="*/ 75 w 75"/>
                  <a:gd name="T1" fmla="*/ 35 h 69"/>
                  <a:gd name="T2" fmla="*/ 70 w 75"/>
                  <a:gd name="T3" fmla="*/ 28 h 69"/>
                  <a:gd name="T4" fmla="*/ 72 w 75"/>
                  <a:gd name="T5" fmla="*/ 21 h 69"/>
                  <a:gd name="T6" fmla="*/ 59 w 75"/>
                  <a:gd name="T7" fmla="*/ 10 h 69"/>
                  <a:gd name="T8" fmla="*/ 55 w 75"/>
                  <a:gd name="T9" fmla="*/ 11 h 69"/>
                  <a:gd name="T10" fmla="*/ 40 w 75"/>
                  <a:gd name="T11" fmla="*/ 1 h 69"/>
                  <a:gd name="T12" fmla="*/ 31 w 75"/>
                  <a:gd name="T13" fmla="*/ 4 h 69"/>
                  <a:gd name="T14" fmla="*/ 21 w 75"/>
                  <a:gd name="T15" fmla="*/ 2 h 69"/>
                  <a:gd name="T16" fmla="*/ 1 w 75"/>
                  <a:gd name="T17" fmla="*/ 26 h 69"/>
                  <a:gd name="T18" fmla="*/ 18 w 75"/>
                  <a:gd name="T19" fmla="*/ 46 h 69"/>
                  <a:gd name="T20" fmla="*/ 18 w 75"/>
                  <a:gd name="T21" fmla="*/ 46 h 69"/>
                  <a:gd name="T22" fmla="*/ 10 w 75"/>
                  <a:gd name="T23" fmla="*/ 58 h 69"/>
                  <a:gd name="T24" fmla="*/ 22 w 75"/>
                  <a:gd name="T25" fmla="*/ 69 h 69"/>
                  <a:gd name="T26" fmla="*/ 30 w 75"/>
                  <a:gd name="T27" fmla="*/ 65 h 69"/>
                  <a:gd name="T28" fmla="*/ 39 w 75"/>
                  <a:gd name="T29" fmla="*/ 69 h 69"/>
                  <a:gd name="T30" fmla="*/ 47 w 75"/>
                  <a:gd name="T31" fmla="*/ 61 h 69"/>
                  <a:gd name="T32" fmla="*/ 55 w 75"/>
                  <a:gd name="T33" fmla="*/ 62 h 69"/>
                  <a:gd name="T34" fmla="*/ 69 w 75"/>
                  <a:gd name="T35" fmla="*/ 46 h 69"/>
                  <a:gd name="T36" fmla="*/ 69 w 75"/>
                  <a:gd name="T37" fmla="*/ 44 h 69"/>
                  <a:gd name="T38" fmla="*/ 75 w 75"/>
                  <a:gd name="T39" fmla="*/ 3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69">
                    <a:moveTo>
                      <a:pt x="75" y="35"/>
                    </a:moveTo>
                    <a:cubicBezTo>
                      <a:pt x="75" y="32"/>
                      <a:pt x="73" y="30"/>
                      <a:pt x="70" y="28"/>
                    </a:cubicBezTo>
                    <a:cubicBezTo>
                      <a:pt x="71" y="26"/>
                      <a:pt x="72" y="24"/>
                      <a:pt x="72" y="21"/>
                    </a:cubicBezTo>
                    <a:cubicBezTo>
                      <a:pt x="71" y="14"/>
                      <a:pt x="66" y="9"/>
                      <a:pt x="59" y="10"/>
                    </a:cubicBezTo>
                    <a:cubicBezTo>
                      <a:pt x="58" y="10"/>
                      <a:pt x="56" y="10"/>
                      <a:pt x="55" y="11"/>
                    </a:cubicBezTo>
                    <a:cubicBezTo>
                      <a:pt x="53" y="5"/>
                      <a:pt x="47" y="0"/>
                      <a:pt x="40" y="1"/>
                    </a:cubicBezTo>
                    <a:cubicBezTo>
                      <a:pt x="37" y="1"/>
                      <a:pt x="34" y="2"/>
                      <a:pt x="31" y="4"/>
                    </a:cubicBezTo>
                    <a:cubicBezTo>
                      <a:pt x="28" y="3"/>
                      <a:pt x="25" y="2"/>
                      <a:pt x="21" y="2"/>
                    </a:cubicBezTo>
                    <a:cubicBezTo>
                      <a:pt x="9" y="3"/>
                      <a:pt x="0" y="14"/>
                      <a:pt x="1" y="26"/>
                    </a:cubicBezTo>
                    <a:cubicBezTo>
                      <a:pt x="1" y="36"/>
                      <a:pt x="9" y="44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3" y="48"/>
                      <a:pt x="9" y="53"/>
                      <a:pt x="10" y="58"/>
                    </a:cubicBezTo>
                    <a:cubicBezTo>
                      <a:pt x="10" y="65"/>
                      <a:pt x="16" y="69"/>
                      <a:pt x="22" y="69"/>
                    </a:cubicBezTo>
                    <a:cubicBezTo>
                      <a:pt x="26" y="69"/>
                      <a:pt x="28" y="67"/>
                      <a:pt x="30" y="65"/>
                    </a:cubicBezTo>
                    <a:cubicBezTo>
                      <a:pt x="32" y="68"/>
                      <a:pt x="35" y="69"/>
                      <a:pt x="39" y="69"/>
                    </a:cubicBezTo>
                    <a:cubicBezTo>
                      <a:pt x="43" y="69"/>
                      <a:pt x="47" y="65"/>
                      <a:pt x="47" y="61"/>
                    </a:cubicBezTo>
                    <a:cubicBezTo>
                      <a:pt x="50" y="62"/>
                      <a:pt x="52" y="63"/>
                      <a:pt x="55" y="62"/>
                    </a:cubicBezTo>
                    <a:cubicBezTo>
                      <a:pt x="64" y="62"/>
                      <a:pt x="70" y="55"/>
                      <a:pt x="69" y="46"/>
                    </a:cubicBezTo>
                    <a:cubicBezTo>
                      <a:pt x="69" y="45"/>
                      <a:pt x="69" y="45"/>
                      <a:pt x="69" y="44"/>
                    </a:cubicBezTo>
                    <a:cubicBezTo>
                      <a:pt x="72" y="43"/>
                      <a:pt x="75" y="39"/>
                      <a:pt x="75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0" name="Freeform 167"/>
              <p:cNvSpPr>
                <a:spLocks/>
              </p:cNvSpPr>
              <p:nvPr/>
            </p:nvSpPr>
            <p:spPr bwMode="auto">
              <a:xfrm>
                <a:off x="3452813" y="5045394"/>
                <a:ext cx="55563" cy="46038"/>
              </a:xfrm>
              <a:custGeom>
                <a:avLst/>
                <a:gdLst>
                  <a:gd name="T0" fmla="*/ 23 w 23"/>
                  <a:gd name="T1" fmla="*/ 2 h 19"/>
                  <a:gd name="T2" fmla="*/ 13 w 23"/>
                  <a:gd name="T3" fmla="*/ 15 h 19"/>
                  <a:gd name="T4" fmla="*/ 0 w 23"/>
                  <a:gd name="T5" fmla="*/ 17 h 19"/>
                  <a:gd name="T6" fmla="*/ 10 w 23"/>
                  <a:gd name="T7" fmla="*/ 3 h 19"/>
                  <a:gd name="T8" fmla="*/ 23 w 23"/>
                  <a:gd name="T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3" y="2"/>
                    </a:moveTo>
                    <a:cubicBezTo>
                      <a:pt x="21" y="7"/>
                      <a:pt x="17" y="12"/>
                      <a:pt x="13" y="15"/>
                    </a:cubicBezTo>
                    <a:cubicBezTo>
                      <a:pt x="8" y="19"/>
                      <a:pt x="4" y="19"/>
                      <a:pt x="0" y="17"/>
                    </a:cubicBezTo>
                    <a:cubicBezTo>
                      <a:pt x="2" y="12"/>
                      <a:pt x="6" y="7"/>
                      <a:pt x="10" y="3"/>
                    </a:cubicBezTo>
                    <a:cubicBezTo>
                      <a:pt x="15" y="0"/>
                      <a:pt x="19" y="0"/>
                      <a:pt x="23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1" name="Freeform 168"/>
              <p:cNvSpPr>
                <a:spLocks/>
              </p:cNvSpPr>
              <p:nvPr/>
            </p:nvSpPr>
            <p:spPr bwMode="auto">
              <a:xfrm>
                <a:off x="3452813" y="5050156"/>
                <a:ext cx="55563" cy="41275"/>
              </a:xfrm>
              <a:custGeom>
                <a:avLst/>
                <a:gdLst>
                  <a:gd name="T0" fmla="*/ 13 w 23"/>
                  <a:gd name="T1" fmla="*/ 13 h 17"/>
                  <a:gd name="T2" fmla="*/ 23 w 23"/>
                  <a:gd name="T3" fmla="*/ 0 h 17"/>
                  <a:gd name="T4" fmla="*/ 0 w 23"/>
                  <a:gd name="T5" fmla="*/ 15 h 17"/>
                  <a:gd name="T6" fmla="*/ 13 w 23"/>
                  <a:gd name="T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3" y="13"/>
                    </a:moveTo>
                    <a:cubicBezTo>
                      <a:pt x="17" y="10"/>
                      <a:pt x="21" y="5"/>
                      <a:pt x="23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7"/>
                      <a:pt x="8" y="17"/>
                      <a:pt x="13" y="1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2" name="Freeform 169"/>
              <p:cNvSpPr>
                <a:spLocks/>
              </p:cNvSpPr>
              <p:nvPr/>
            </p:nvSpPr>
            <p:spPr bwMode="auto">
              <a:xfrm>
                <a:off x="3546475" y="5040631"/>
                <a:ext cx="57150" cy="41275"/>
              </a:xfrm>
              <a:custGeom>
                <a:avLst/>
                <a:gdLst>
                  <a:gd name="T0" fmla="*/ 0 w 24"/>
                  <a:gd name="T1" fmla="*/ 2 h 17"/>
                  <a:gd name="T2" fmla="*/ 11 w 24"/>
                  <a:gd name="T3" fmla="*/ 15 h 17"/>
                  <a:gd name="T4" fmla="*/ 24 w 24"/>
                  <a:gd name="T5" fmla="*/ 15 h 17"/>
                  <a:gd name="T6" fmla="*/ 12 w 24"/>
                  <a:gd name="T7" fmla="*/ 2 h 17"/>
                  <a:gd name="T8" fmla="*/ 0 w 24"/>
                  <a:gd name="T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0" y="2"/>
                    </a:moveTo>
                    <a:cubicBezTo>
                      <a:pt x="2" y="7"/>
                      <a:pt x="6" y="12"/>
                      <a:pt x="11" y="15"/>
                    </a:cubicBezTo>
                    <a:cubicBezTo>
                      <a:pt x="16" y="17"/>
                      <a:pt x="21" y="17"/>
                      <a:pt x="24" y="15"/>
                    </a:cubicBezTo>
                    <a:cubicBezTo>
                      <a:pt x="21" y="9"/>
                      <a:pt x="17" y="5"/>
                      <a:pt x="12" y="2"/>
                    </a:cubicBezTo>
                    <a:cubicBezTo>
                      <a:pt x="7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3" name="Freeform 170"/>
              <p:cNvSpPr>
                <a:spLocks/>
              </p:cNvSpPr>
              <p:nvPr/>
            </p:nvSpPr>
            <p:spPr bwMode="auto">
              <a:xfrm>
                <a:off x="3546475" y="5045394"/>
                <a:ext cx="57150" cy="36513"/>
              </a:xfrm>
              <a:custGeom>
                <a:avLst/>
                <a:gdLst>
                  <a:gd name="T0" fmla="*/ 11 w 24"/>
                  <a:gd name="T1" fmla="*/ 13 h 15"/>
                  <a:gd name="T2" fmla="*/ 0 w 24"/>
                  <a:gd name="T3" fmla="*/ 0 h 15"/>
                  <a:gd name="T4" fmla="*/ 24 w 24"/>
                  <a:gd name="T5" fmla="*/ 13 h 15"/>
                  <a:gd name="T6" fmla="*/ 11 w 24"/>
                  <a:gd name="T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11" y="13"/>
                    </a:moveTo>
                    <a:cubicBezTo>
                      <a:pt x="6" y="10"/>
                      <a:pt x="2" y="5"/>
                      <a:pt x="0" y="0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5"/>
                      <a:pt x="16" y="15"/>
                      <a:pt x="11" y="13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4" name="Freeform 171"/>
              <p:cNvSpPr>
                <a:spLocks/>
              </p:cNvSpPr>
              <p:nvPr/>
            </p:nvSpPr>
            <p:spPr bwMode="auto">
              <a:xfrm>
                <a:off x="3479800" y="5021581"/>
                <a:ext cx="98425" cy="112713"/>
              </a:xfrm>
              <a:custGeom>
                <a:avLst/>
                <a:gdLst>
                  <a:gd name="T0" fmla="*/ 40 w 41"/>
                  <a:gd name="T1" fmla="*/ 22 h 47"/>
                  <a:gd name="T2" fmla="*/ 22 w 41"/>
                  <a:gd name="T3" fmla="*/ 46 h 47"/>
                  <a:gd name="T4" fmla="*/ 1 w 41"/>
                  <a:gd name="T5" fmla="*/ 25 h 47"/>
                  <a:gd name="T6" fmla="*/ 19 w 41"/>
                  <a:gd name="T7" fmla="*/ 0 h 47"/>
                  <a:gd name="T8" fmla="*/ 40 w 41"/>
                  <a:gd name="T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40" y="22"/>
                    </a:moveTo>
                    <a:cubicBezTo>
                      <a:pt x="41" y="35"/>
                      <a:pt x="33" y="46"/>
                      <a:pt x="22" y="46"/>
                    </a:cubicBezTo>
                    <a:cubicBezTo>
                      <a:pt x="11" y="47"/>
                      <a:pt x="2" y="38"/>
                      <a:pt x="1" y="25"/>
                    </a:cubicBezTo>
                    <a:cubicBezTo>
                      <a:pt x="0" y="12"/>
                      <a:pt x="8" y="1"/>
                      <a:pt x="19" y="0"/>
                    </a:cubicBezTo>
                    <a:cubicBezTo>
                      <a:pt x="30" y="0"/>
                      <a:pt x="39" y="9"/>
                      <a:pt x="40" y="2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5" name="Freeform 172"/>
              <p:cNvSpPr>
                <a:spLocks/>
              </p:cNvSpPr>
              <p:nvPr/>
            </p:nvSpPr>
            <p:spPr bwMode="auto">
              <a:xfrm>
                <a:off x="3525838" y="5021581"/>
                <a:ext cx="52388" cy="111125"/>
              </a:xfrm>
              <a:custGeom>
                <a:avLst/>
                <a:gdLst>
                  <a:gd name="T0" fmla="*/ 21 w 22"/>
                  <a:gd name="T1" fmla="*/ 22 h 46"/>
                  <a:gd name="T2" fmla="*/ 0 w 22"/>
                  <a:gd name="T3" fmla="*/ 0 h 46"/>
                  <a:gd name="T4" fmla="*/ 3 w 22"/>
                  <a:gd name="T5" fmla="*/ 46 h 46"/>
                  <a:gd name="T6" fmla="*/ 21 w 22"/>
                  <a:gd name="T7" fmla="*/ 2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1" y="22"/>
                    </a:moveTo>
                    <a:cubicBezTo>
                      <a:pt x="20" y="9"/>
                      <a:pt x="11" y="0"/>
                      <a:pt x="0" y="0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4" y="46"/>
                      <a:pt x="22" y="35"/>
                      <a:pt x="21" y="2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6" name="Freeform 173"/>
              <p:cNvSpPr>
                <a:spLocks/>
              </p:cNvSpPr>
              <p:nvPr/>
            </p:nvSpPr>
            <p:spPr bwMode="auto">
              <a:xfrm>
                <a:off x="3511550" y="5083494"/>
                <a:ext cx="11113" cy="12700"/>
              </a:xfrm>
              <a:custGeom>
                <a:avLst/>
                <a:gdLst>
                  <a:gd name="T0" fmla="*/ 5 w 5"/>
                  <a:gd name="T1" fmla="*/ 3 h 5"/>
                  <a:gd name="T2" fmla="*/ 2 w 5"/>
                  <a:gd name="T3" fmla="*/ 5 h 5"/>
                  <a:gd name="T4" fmla="*/ 0 w 5"/>
                  <a:gd name="T5" fmla="*/ 3 h 5"/>
                  <a:gd name="T6" fmla="*/ 2 w 5"/>
                  <a:gd name="T7" fmla="*/ 0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" name="Freeform 174"/>
              <p:cNvSpPr>
                <a:spLocks/>
              </p:cNvSpPr>
              <p:nvPr/>
            </p:nvSpPr>
            <p:spPr bwMode="auto">
              <a:xfrm>
                <a:off x="3536950" y="5081906"/>
                <a:ext cx="12700" cy="11113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5 h 5"/>
                  <a:gd name="T4" fmla="*/ 0 w 5"/>
                  <a:gd name="T5" fmla="*/ 3 h 5"/>
                  <a:gd name="T6" fmla="*/ 2 w 5"/>
                  <a:gd name="T7" fmla="*/ 1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8" name="Freeform 175"/>
              <p:cNvSpPr>
                <a:spLocks/>
              </p:cNvSpPr>
              <p:nvPr/>
            </p:nvSpPr>
            <p:spPr bwMode="auto">
              <a:xfrm>
                <a:off x="3822700" y="5146994"/>
                <a:ext cx="9525" cy="23813"/>
              </a:xfrm>
              <a:custGeom>
                <a:avLst/>
                <a:gdLst>
                  <a:gd name="T0" fmla="*/ 4 w 6"/>
                  <a:gd name="T1" fmla="*/ 15 h 15"/>
                  <a:gd name="T2" fmla="*/ 0 w 6"/>
                  <a:gd name="T3" fmla="*/ 15 h 15"/>
                  <a:gd name="T4" fmla="*/ 1 w 6"/>
                  <a:gd name="T5" fmla="*/ 0 h 15"/>
                  <a:gd name="T6" fmla="*/ 6 w 6"/>
                  <a:gd name="T7" fmla="*/ 1 h 15"/>
                  <a:gd name="T8" fmla="*/ 4 w 6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4" y="15"/>
                    </a:moveTo>
                    <a:lnTo>
                      <a:pt x="0" y="15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9" name="Freeform 176"/>
              <p:cNvSpPr>
                <a:spLocks/>
              </p:cNvSpPr>
              <p:nvPr/>
            </p:nvSpPr>
            <p:spPr bwMode="auto">
              <a:xfrm>
                <a:off x="3822700" y="5166044"/>
                <a:ext cx="6350" cy="476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0" name="Freeform 177"/>
              <p:cNvSpPr>
                <a:spLocks/>
              </p:cNvSpPr>
              <p:nvPr/>
            </p:nvSpPr>
            <p:spPr bwMode="auto">
              <a:xfrm>
                <a:off x="3800475" y="5139056"/>
                <a:ext cx="12700" cy="28575"/>
              </a:xfrm>
              <a:custGeom>
                <a:avLst/>
                <a:gdLst>
                  <a:gd name="T0" fmla="*/ 5 w 8"/>
                  <a:gd name="T1" fmla="*/ 18 h 18"/>
                  <a:gd name="T2" fmla="*/ 0 w 8"/>
                  <a:gd name="T3" fmla="*/ 18 h 18"/>
                  <a:gd name="T4" fmla="*/ 3 w 8"/>
                  <a:gd name="T5" fmla="*/ 0 h 18"/>
                  <a:gd name="T6" fmla="*/ 8 w 8"/>
                  <a:gd name="T7" fmla="*/ 2 h 18"/>
                  <a:gd name="T8" fmla="*/ 5 w 8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5" y="18"/>
                    </a:moveTo>
                    <a:lnTo>
                      <a:pt x="0" y="18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1" name="Freeform 178"/>
              <p:cNvSpPr>
                <a:spLocks/>
              </p:cNvSpPr>
              <p:nvPr/>
            </p:nvSpPr>
            <p:spPr bwMode="auto">
              <a:xfrm>
                <a:off x="3800475" y="51628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2" name="Freeform 179"/>
              <p:cNvSpPr>
                <a:spLocks/>
              </p:cNvSpPr>
              <p:nvPr/>
            </p:nvSpPr>
            <p:spPr bwMode="auto">
              <a:xfrm>
                <a:off x="3886200" y="5129531"/>
                <a:ext cx="12700" cy="50800"/>
              </a:xfrm>
              <a:custGeom>
                <a:avLst/>
                <a:gdLst>
                  <a:gd name="T0" fmla="*/ 5 w 8"/>
                  <a:gd name="T1" fmla="*/ 32 h 32"/>
                  <a:gd name="T2" fmla="*/ 0 w 8"/>
                  <a:gd name="T3" fmla="*/ 30 h 32"/>
                  <a:gd name="T4" fmla="*/ 3 w 8"/>
                  <a:gd name="T5" fmla="*/ 0 h 32"/>
                  <a:gd name="T6" fmla="*/ 8 w 8"/>
                  <a:gd name="T7" fmla="*/ 0 h 32"/>
                  <a:gd name="T8" fmla="*/ 5 w 8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5" y="32"/>
                    </a:moveTo>
                    <a:lnTo>
                      <a:pt x="0" y="30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3" name="Freeform 180"/>
              <p:cNvSpPr>
                <a:spLocks/>
              </p:cNvSpPr>
              <p:nvPr/>
            </p:nvSpPr>
            <p:spPr bwMode="auto">
              <a:xfrm>
                <a:off x="3886200" y="51755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5 w 5"/>
                  <a:gd name="T5" fmla="*/ 3 h 3"/>
                  <a:gd name="T6" fmla="*/ 5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4" name="Freeform 181"/>
              <p:cNvSpPr>
                <a:spLocks/>
              </p:cNvSpPr>
              <p:nvPr/>
            </p:nvSpPr>
            <p:spPr bwMode="auto">
              <a:xfrm>
                <a:off x="3867150" y="5127944"/>
                <a:ext cx="14288" cy="49213"/>
              </a:xfrm>
              <a:custGeom>
                <a:avLst/>
                <a:gdLst>
                  <a:gd name="T0" fmla="*/ 6 w 9"/>
                  <a:gd name="T1" fmla="*/ 31 h 31"/>
                  <a:gd name="T2" fmla="*/ 0 w 9"/>
                  <a:gd name="T3" fmla="*/ 30 h 31"/>
                  <a:gd name="T4" fmla="*/ 5 w 9"/>
                  <a:gd name="T5" fmla="*/ 0 h 31"/>
                  <a:gd name="T6" fmla="*/ 9 w 9"/>
                  <a:gd name="T7" fmla="*/ 1 h 31"/>
                  <a:gd name="T8" fmla="*/ 6 w 9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1">
                    <a:moveTo>
                      <a:pt x="6" y="31"/>
                    </a:moveTo>
                    <a:lnTo>
                      <a:pt x="0" y="3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6" y="3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5" name="Freeform 182"/>
              <p:cNvSpPr>
                <a:spLocks/>
              </p:cNvSpPr>
              <p:nvPr/>
            </p:nvSpPr>
            <p:spPr bwMode="auto">
              <a:xfrm>
                <a:off x="3867150" y="5172394"/>
                <a:ext cx="9525" cy="476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2 h 3"/>
                  <a:gd name="T4" fmla="*/ 6 w 6"/>
                  <a:gd name="T5" fmla="*/ 3 h 3"/>
                  <a:gd name="T6" fmla="*/ 6 w 6"/>
                  <a:gd name="T7" fmla="*/ 0 h 3"/>
                  <a:gd name="T8" fmla="*/ 2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2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6" name="Freeform 183"/>
              <p:cNvSpPr>
                <a:spLocks/>
              </p:cNvSpPr>
              <p:nvPr/>
            </p:nvSpPr>
            <p:spPr bwMode="auto">
              <a:xfrm>
                <a:off x="3794125" y="5026344"/>
                <a:ext cx="133350" cy="131763"/>
              </a:xfrm>
              <a:custGeom>
                <a:avLst/>
                <a:gdLst>
                  <a:gd name="T0" fmla="*/ 56 w 56"/>
                  <a:gd name="T1" fmla="*/ 34 h 55"/>
                  <a:gd name="T2" fmla="*/ 53 w 56"/>
                  <a:gd name="T3" fmla="*/ 29 h 55"/>
                  <a:gd name="T4" fmla="*/ 56 w 56"/>
                  <a:gd name="T5" fmla="*/ 23 h 55"/>
                  <a:gd name="T6" fmla="*/ 48 w 56"/>
                  <a:gd name="T7" fmla="*/ 13 h 55"/>
                  <a:gd name="T8" fmla="*/ 45 w 56"/>
                  <a:gd name="T9" fmla="*/ 13 h 55"/>
                  <a:gd name="T10" fmla="*/ 34 w 56"/>
                  <a:gd name="T11" fmla="*/ 3 h 55"/>
                  <a:gd name="T12" fmla="*/ 28 w 56"/>
                  <a:gd name="T13" fmla="*/ 4 h 55"/>
                  <a:gd name="T14" fmla="*/ 20 w 56"/>
                  <a:gd name="T15" fmla="*/ 1 h 55"/>
                  <a:gd name="T16" fmla="*/ 1 w 56"/>
                  <a:gd name="T17" fmla="*/ 16 h 55"/>
                  <a:gd name="T18" fmla="*/ 11 w 56"/>
                  <a:gd name="T19" fmla="*/ 34 h 55"/>
                  <a:gd name="T20" fmla="*/ 11 w 56"/>
                  <a:gd name="T21" fmla="*/ 34 h 55"/>
                  <a:gd name="T22" fmla="*/ 3 w 56"/>
                  <a:gd name="T23" fmla="*/ 42 h 55"/>
                  <a:gd name="T24" fmla="*/ 11 w 56"/>
                  <a:gd name="T25" fmla="*/ 52 h 55"/>
                  <a:gd name="T26" fmla="*/ 17 w 56"/>
                  <a:gd name="T27" fmla="*/ 50 h 55"/>
                  <a:gd name="T28" fmla="*/ 23 w 56"/>
                  <a:gd name="T29" fmla="*/ 55 h 55"/>
                  <a:gd name="T30" fmla="*/ 31 w 56"/>
                  <a:gd name="T31" fmla="*/ 49 h 55"/>
                  <a:gd name="T32" fmla="*/ 37 w 56"/>
                  <a:gd name="T33" fmla="*/ 52 h 55"/>
                  <a:gd name="T34" fmla="*/ 50 w 56"/>
                  <a:gd name="T35" fmla="*/ 42 h 55"/>
                  <a:gd name="T36" fmla="*/ 50 w 56"/>
                  <a:gd name="T37" fmla="*/ 40 h 55"/>
                  <a:gd name="T38" fmla="*/ 56 w 56"/>
                  <a:gd name="T39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6" h="55">
                    <a:moveTo>
                      <a:pt x="56" y="34"/>
                    </a:moveTo>
                    <a:cubicBezTo>
                      <a:pt x="56" y="32"/>
                      <a:pt x="55" y="30"/>
                      <a:pt x="53" y="29"/>
                    </a:cubicBezTo>
                    <a:cubicBezTo>
                      <a:pt x="55" y="27"/>
                      <a:pt x="56" y="25"/>
                      <a:pt x="56" y="23"/>
                    </a:cubicBezTo>
                    <a:cubicBezTo>
                      <a:pt x="56" y="18"/>
                      <a:pt x="53" y="13"/>
                      <a:pt x="48" y="13"/>
                    </a:cubicBezTo>
                    <a:cubicBezTo>
                      <a:pt x="47" y="13"/>
                      <a:pt x="46" y="13"/>
                      <a:pt x="45" y="13"/>
                    </a:cubicBezTo>
                    <a:cubicBezTo>
                      <a:pt x="44" y="8"/>
                      <a:pt x="40" y="4"/>
                      <a:pt x="34" y="3"/>
                    </a:cubicBezTo>
                    <a:cubicBezTo>
                      <a:pt x="32" y="3"/>
                      <a:pt x="30" y="3"/>
                      <a:pt x="28" y="4"/>
                    </a:cubicBezTo>
                    <a:cubicBezTo>
                      <a:pt x="25" y="3"/>
                      <a:pt x="23" y="2"/>
                      <a:pt x="20" y="1"/>
                    </a:cubicBezTo>
                    <a:cubicBezTo>
                      <a:pt x="11" y="0"/>
                      <a:pt x="2" y="7"/>
                      <a:pt x="1" y="16"/>
                    </a:cubicBezTo>
                    <a:cubicBezTo>
                      <a:pt x="0" y="24"/>
                      <a:pt x="4" y="31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7" y="34"/>
                      <a:pt x="4" y="38"/>
                      <a:pt x="3" y="42"/>
                    </a:cubicBezTo>
                    <a:cubicBezTo>
                      <a:pt x="2" y="47"/>
                      <a:pt x="6" y="51"/>
                      <a:pt x="11" y="52"/>
                    </a:cubicBezTo>
                    <a:cubicBezTo>
                      <a:pt x="13" y="52"/>
                      <a:pt x="16" y="52"/>
                      <a:pt x="17" y="50"/>
                    </a:cubicBezTo>
                    <a:cubicBezTo>
                      <a:pt x="18" y="52"/>
                      <a:pt x="20" y="54"/>
                      <a:pt x="23" y="55"/>
                    </a:cubicBezTo>
                    <a:cubicBezTo>
                      <a:pt x="27" y="55"/>
                      <a:pt x="30" y="53"/>
                      <a:pt x="31" y="49"/>
                    </a:cubicBezTo>
                    <a:cubicBezTo>
                      <a:pt x="33" y="51"/>
                      <a:pt x="35" y="52"/>
                      <a:pt x="37" y="52"/>
                    </a:cubicBezTo>
                    <a:cubicBezTo>
                      <a:pt x="43" y="53"/>
                      <a:pt x="49" y="48"/>
                      <a:pt x="50" y="42"/>
                    </a:cubicBezTo>
                    <a:cubicBezTo>
                      <a:pt x="50" y="41"/>
                      <a:pt x="50" y="41"/>
                      <a:pt x="50" y="40"/>
                    </a:cubicBezTo>
                    <a:cubicBezTo>
                      <a:pt x="53" y="40"/>
                      <a:pt x="55" y="38"/>
                      <a:pt x="56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7" name="Freeform 184"/>
              <p:cNvSpPr>
                <a:spLocks/>
              </p:cNvSpPr>
              <p:nvPr/>
            </p:nvSpPr>
            <p:spPr bwMode="auto">
              <a:xfrm>
                <a:off x="3759200" y="5062856"/>
                <a:ext cx="46038" cy="30163"/>
              </a:xfrm>
              <a:custGeom>
                <a:avLst/>
                <a:gdLst>
                  <a:gd name="T0" fmla="*/ 19 w 19"/>
                  <a:gd name="T1" fmla="*/ 2 h 13"/>
                  <a:gd name="T2" fmla="*/ 9 w 19"/>
                  <a:gd name="T3" fmla="*/ 11 h 13"/>
                  <a:gd name="T4" fmla="*/ 0 w 19"/>
                  <a:gd name="T5" fmla="*/ 11 h 13"/>
                  <a:gd name="T6" fmla="*/ 9 w 19"/>
                  <a:gd name="T7" fmla="*/ 2 h 13"/>
                  <a:gd name="T8" fmla="*/ 19 w 19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3">
                    <a:moveTo>
                      <a:pt x="19" y="2"/>
                    </a:moveTo>
                    <a:cubicBezTo>
                      <a:pt x="17" y="6"/>
                      <a:pt x="13" y="10"/>
                      <a:pt x="9" y="11"/>
                    </a:cubicBezTo>
                    <a:cubicBezTo>
                      <a:pt x="5" y="13"/>
                      <a:pt x="2" y="13"/>
                      <a:pt x="0" y="11"/>
                    </a:cubicBezTo>
                    <a:cubicBezTo>
                      <a:pt x="2" y="7"/>
                      <a:pt x="5" y="3"/>
                      <a:pt x="9" y="2"/>
                    </a:cubicBezTo>
                    <a:cubicBezTo>
                      <a:pt x="13" y="0"/>
                      <a:pt x="16" y="0"/>
                      <a:pt x="19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8" name="Freeform 185"/>
              <p:cNvSpPr>
                <a:spLocks/>
              </p:cNvSpPr>
              <p:nvPr/>
            </p:nvSpPr>
            <p:spPr bwMode="auto">
              <a:xfrm>
                <a:off x="3759200" y="5067619"/>
                <a:ext cx="46038" cy="25400"/>
              </a:xfrm>
              <a:custGeom>
                <a:avLst/>
                <a:gdLst>
                  <a:gd name="T0" fmla="*/ 9 w 19"/>
                  <a:gd name="T1" fmla="*/ 9 h 11"/>
                  <a:gd name="T2" fmla="*/ 19 w 19"/>
                  <a:gd name="T3" fmla="*/ 0 h 11"/>
                  <a:gd name="T4" fmla="*/ 0 w 19"/>
                  <a:gd name="T5" fmla="*/ 9 h 11"/>
                  <a:gd name="T6" fmla="*/ 9 w 1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9" y="9"/>
                    </a:moveTo>
                    <a:cubicBezTo>
                      <a:pt x="13" y="8"/>
                      <a:pt x="17" y="4"/>
                      <a:pt x="19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5" y="11"/>
                      <a:pt x="9" y="9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" name="Freeform 186"/>
              <p:cNvSpPr>
                <a:spLocks/>
              </p:cNvSpPr>
              <p:nvPr/>
            </p:nvSpPr>
            <p:spPr bwMode="auto">
              <a:xfrm>
                <a:off x="3833813" y="5067619"/>
                <a:ext cx="38100" cy="38100"/>
              </a:xfrm>
              <a:custGeom>
                <a:avLst/>
                <a:gdLst>
                  <a:gd name="T0" fmla="*/ 0 w 16"/>
                  <a:gd name="T1" fmla="*/ 2 h 16"/>
                  <a:gd name="T2" fmla="*/ 7 w 16"/>
                  <a:gd name="T3" fmla="*/ 13 h 16"/>
                  <a:gd name="T4" fmla="*/ 16 w 16"/>
                  <a:gd name="T5" fmla="*/ 15 h 16"/>
                  <a:gd name="T6" fmla="*/ 10 w 16"/>
                  <a:gd name="T7" fmla="*/ 4 h 16"/>
                  <a:gd name="T8" fmla="*/ 0 w 16"/>
                  <a:gd name="T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0" y="2"/>
                    </a:moveTo>
                    <a:cubicBezTo>
                      <a:pt x="1" y="6"/>
                      <a:pt x="4" y="10"/>
                      <a:pt x="7" y="13"/>
                    </a:cubicBezTo>
                    <a:cubicBezTo>
                      <a:pt x="10" y="16"/>
                      <a:pt x="14" y="16"/>
                      <a:pt x="16" y="15"/>
                    </a:cubicBezTo>
                    <a:cubicBezTo>
                      <a:pt x="15" y="11"/>
                      <a:pt x="13" y="6"/>
                      <a:pt x="10" y="4"/>
                    </a:cubicBezTo>
                    <a:cubicBezTo>
                      <a:pt x="6" y="1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" name="Freeform 187"/>
              <p:cNvSpPr>
                <a:spLocks/>
              </p:cNvSpPr>
              <p:nvPr/>
            </p:nvSpPr>
            <p:spPr bwMode="auto">
              <a:xfrm>
                <a:off x="3833813" y="5072381"/>
                <a:ext cx="38100" cy="33338"/>
              </a:xfrm>
              <a:custGeom>
                <a:avLst/>
                <a:gdLst>
                  <a:gd name="T0" fmla="*/ 7 w 16"/>
                  <a:gd name="T1" fmla="*/ 11 h 14"/>
                  <a:gd name="T2" fmla="*/ 0 w 16"/>
                  <a:gd name="T3" fmla="*/ 0 h 14"/>
                  <a:gd name="T4" fmla="*/ 16 w 16"/>
                  <a:gd name="T5" fmla="*/ 13 h 14"/>
                  <a:gd name="T6" fmla="*/ 7 w 16"/>
                  <a:gd name="T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7" y="11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4"/>
                      <a:pt x="10" y="14"/>
                      <a:pt x="7" y="11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" name="Freeform 188"/>
              <p:cNvSpPr>
                <a:spLocks/>
              </p:cNvSpPr>
              <p:nvPr/>
            </p:nvSpPr>
            <p:spPr bwMode="auto">
              <a:xfrm>
                <a:off x="3776663" y="5048569"/>
                <a:ext cx="79375" cy="88900"/>
              </a:xfrm>
              <a:custGeom>
                <a:avLst/>
                <a:gdLst>
                  <a:gd name="T0" fmla="*/ 32 w 33"/>
                  <a:gd name="T1" fmla="*/ 21 h 37"/>
                  <a:gd name="T2" fmla="*/ 14 w 33"/>
                  <a:gd name="T3" fmla="*/ 36 h 37"/>
                  <a:gd name="T4" fmla="*/ 2 w 33"/>
                  <a:gd name="T5" fmla="*/ 17 h 37"/>
                  <a:gd name="T6" fmla="*/ 19 w 33"/>
                  <a:gd name="T7" fmla="*/ 1 h 37"/>
                  <a:gd name="T8" fmla="*/ 32 w 33"/>
                  <a:gd name="T9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32" y="21"/>
                    </a:moveTo>
                    <a:cubicBezTo>
                      <a:pt x="30" y="30"/>
                      <a:pt x="23" y="37"/>
                      <a:pt x="14" y="36"/>
                    </a:cubicBezTo>
                    <a:cubicBezTo>
                      <a:pt x="6" y="35"/>
                      <a:pt x="0" y="26"/>
                      <a:pt x="2" y="17"/>
                    </a:cubicBezTo>
                    <a:cubicBezTo>
                      <a:pt x="3" y="7"/>
                      <a:pt x="11" y="0"/>
                      <a:pt x="19" y="1"/>
                    </a:cubicBezTo>
                    <a:cubicBezTo>
                      <a:pt x="27" y="2"/>
                      <a:pt x="33" y="11"/>
                      <a:pt x="32" y="2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2" name="Freeform 189"/>
              <p:cNvSpPr>
                <a:spLocks/>
              </p:cNvSpPr>
              <p:nvPr/>
            </p:nvSpPr>
            <p:spPr bwMode="auto">
              <a:xfrm>
                <a:off x="3810000" y="5050156"/>
                <a:ext cx="46038" cy="87313"/>
              </a:xfrm>
              <a:custGeom>
                <a:avLst/>
                <a:gdLst>
                  <a:gd name="T0" fmla="*/ 18 w 19"/>
                  <a:gd name="T1" fmla="*/ 20 h 36"/>
                  <a:gd name="T2" fmla="*/ 5 w 19"/>
                  <a:gd name="T3" fmla="*/ 0 h 36"/>
                  <a:gd name="T4" fmla="*/ 0 w 19"/>
                  <a:gd name="T5" fmla="*/ 35 h 36"/>
                  <a:gd name="T6" fmla="*/ 18 w 19"/>
                  <a:gd name="T7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8" y="20"/>
                    </a:moveTo>
                    <a:cubicBezTo>
                      <a:pt x="19" y="10"/>
                      <a:pt x="13" y="1"/>
                      <a:pt x="5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9" y="36"/>
                      <a:pt x="16" y="29"/>
                      <a:pt x="18" y="2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3" name="Oval 190"/>
              <p:cNvSpPr>
                <a:spLocks noChangeArrowheads="1"/>
              </p:cNvSpPr>
              <p:nvPr/>
            </p:nvSpPr>
            <p:spPr bwMode="auto">
              <a:xfrm>
                <a:off x="3800475" y="5096194"/>
                <a:ext cx="9525" cy="9525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4" name="Freeform 191"/>
              <p:cNvSpPr>
                <a:spLocks/>
              </p:cNvSpPr>
              <p:nvPr/>
            </p:nvSpPr>
            <p:spPr bwMode="auto">
              <a:xfrm>
                <a:off x="3822700" y="5097781"/>
                <a:ext cx="6350" cy="9525"/>
              </a:xfrm>
              <a:custGeom>
                <a:avLst/>
                <a:gdLst>
                  <a:gd name="T0" fmla="*/ 3 w 3"/>
                  <a:gd name="T1" fmla="*/ 2 h 4"/>
                  <a:gd name="T2" fmla="*/ 1 w 3"/>
                  <a:gd name="T3" fmla="*/ 4 h 4"/>
                  <a:gd name="T4" fmla="*/ 0 w 3"/>
                  <a:gd name="T5" fmla="*/ 2 h 4"/>
                  <a:gd name="T6" fmla="*/ 2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5" name="Rectangle 192"/>
              <p:cNvSpPr>
                <a:spLocks noChangeArrowheads="1"/>
              </p:cNvSpPr>
              <p:nvPr/>
            </p:nvSpPr>
            <p:spPr bwMode="auto">
              <a:xfrm>
                <a:off x="7146925" y="5431156"/>
                <a:ext cx="9525" cy="31750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6" name="Rectangle 193"/>
              <p:cNvSpPr>
                <a:spLocks noChangeArrowheads="1"/>
              </p:cNvSpPr>
              <p:nvPr/>
            </p:nvSpPr>
            <p:spPr bwMode="auto">
              <a:xfrm>
                <a:off x="7146925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7" name="Rectangle 194"/>
              <p:cNvSpPr>
                <a:spLocks noChangeArrowheads="1"/>
              </p:cNvSpPr>
              <p:nvPr/>
            </p:nvSpPr>
            <p:spPr bwMode="auto">
              <a:xfrm>
                <a:off x="7173913" y="5426394"/>
                <a:ext cx="9525" cy="36513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8" name="Rectangle 195"/>
              <p:cNvSpPr>
                <a:spLocks noChangeArrowheads="1"/>
              </p:cNvSpPr>
              <p:nvPr/>
            </p:nvSpPr>
            <p:spPr bwMode="auto">
              <a:xfrm>
                <a:off x="71739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9" name="Rectangle 196"/>
              <p:cNvSpPr>
                <a:spLocks noChangeArrowheads="1"/>
              </p:cNvSpPr>
              <p:nvPr/>
            </p:nvSpPr>
            <p:spPr bwMode="auto">
              <a:xfrm>
                <a:off x="7062788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0" name="Rectangle 197"/>
              <p:cNvSpPr>
                <a:spLocks noChangeArrowheads="1"/>
              </p:cNvSpPr>
              <p:nvPr/>
            </p:nvSpPr>
            <p:spPr bwMode="auto">
              <a:xfrm>
                <a:off x="7062788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" name="Rectangle 198"/>
              <p:cNvSpPr>
                <a:spLocks noChangeArrowheads="1"/>
              </p:cNvSpPr>
              <p:nvPr/>
            </p:nvSpPr>
            <p:spPr bwMode="auto">
              <a:xfrm>
                <a:off x="7085013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2" name="Rectangle 199"/>
              <p:cNvSpPr>
                <a:spLocks noChangeArrowheads="1"/>
              </p:cNvSpPr>
              <p:nvPr/>
            </p:nvSpPr>
            <p:spPr bwMode="auto">
              <a:xfrm>
                <a:off x="70850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3" name="Freeform 200"/>
              <p:cNvSpPr>
                <a:spLocks/>
              </p:cNvSpPr>
              <p:nvPr/>
            </p:nvSpPr>
            <p:spPr bwMode="auto">
              <a:xfrm>
                <a:off x="7032625" y="5278756"/>
                <a:ext cx="174625" cy="161925"/>
              </a:xfrm>
              <a:custGeom>
                <a:avLst/>
                <a:gdLst>
                  <a:gd name="T0" fmla="*/ 0 w 73"/>
                  <a:gd name="T1" fmla="*/ 31 h 68"/>
                  <a:gd name="T2" fmla="*/ 4 w 73"/>
                  <a:gd name="T3" fmla="*/ 39 h 68"/>
                  <a:gd name="T4" fmla="*/ 1 w 73"/>
                  <a:gd name="T5" fmla="*/ 46 h 68"/>
                  <a:gd name="T6" fmla="*/ 13 w 73"/>
                  <a:gd name="T7" fmla="*/ 58 h 68"/>
                  <a:gd name="T8" fmla="*/ 17 w 73"/>
                  <a:gd name="T9" fmla="*/ 57 h 68"/>
                  <a:gd name="T10" fmla="*/ 32 w 73"/>
                  <a:gd name="T11" fmla="*/ 68 h 68"/>
                  <a:gd name="T12" fmla="*/ 41 w 73"/>
                  <a:gd name="T13" fmla="*/ 65 h 68"/>
                  <a:gd name="T14" fmla="*/ 51 w 73"/>
                  <a:gd name="T15" fmla="*/ 68 h 68"/>
                  <a:gd name="T16" fmla="*/ 73 w 73"/>
                  <a:gd name="T17" fmla="*/ 46 h 68"/>
                  <a:gd name="T18" fmla="*/ 57 w 73"/>
                  <a:gd name="T19" fmla="*/ 25 h 68"/>
                  <a:gd name="T20" fmla="*/ 57 w 73"/>
                  <a:gd name="T21" fmla="*/ 25 h 68"/>
                  <a:gd name="T22" fmla="*/ 66 w 73"/>
                  <a:gd name="T23" fmla="*/ 13 h 68"/>
                  <a:gd name="T24" fmla="*/ 54 w 73"/>
                  <a:gd name="T25" fmla="*/ 2 h 68"/>
                  <a:gd name="T26" fmla="*/ 46 w 73"/>
                  <a:gd name="T27" fmla="*/ 5 h 68"/>
                  <a:gd name="T28" fmla="*/ 38 w 73"/>
                  <a:gd name="T29" fmla="*/ 0 h 68"/>
                  <a:gd name="T30" fmla="*/ 29 w 73"/>
                  <a:gd name="T31" fmla="*/ 8 h 68"/>
                  <a:gd name="T32" fmla="*/ 21 w 73"/>
                  <a:gd name="T33" fmla="*/ 6 h 68"/>
                  <a:gd name="T34" fmla="*/ 6 w 73"/>
                  <a:gd name="T35" fmla="*/ 21 h 68"/>
                  <a:gd name="T36" fmla="*/ 7 w 73"/>
                  <a:gd name="T37" fmla="*/ 23 h 68"/>
                  <a:gd name="T38" fmla="*/ 0 w 73"/>
                  <a:gd name="T39" fmla="*/ 3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68">
                    <a:moveTo>
                      <a:pt x="0" y="31"/>
                    </a:moveTo>
                    <a:cubicBezTo>
                      <a:pt x="0" y="35"/>
                      <a:pt x="2" y="37"/>
                      <a:pt x="4" y="39"/>
                    </a:cubicBezTo>
                    <a:cubicBezTo>
                      <a:pt x="2" y="41"/>
                      <a:pt x="1" y="43"/>
                      <a:pt x="1" y="46"/>
                    </a:cubicBezTo>
                    <a:cubicBezTo>
                      <a:pt x="1" y="53"/>
                      <a:pt x="7" y="58"/>
                      <a:pt x="13" y="58"/>
                    </a:cubicBezTo>
                    <a:cubicBezTo>
                      <a:pt x="15" y="58"/>
                      <a:pt x="16" y="58"/>
                      <a:pt x="17" y="57"/>
                    </a:cubicBezTo>
                    <a:cubicBezTo>
                      <a:pt x="19" y="63"/>
                      <a:pt x="25" y="68"/>
                      <a:pt x="32" y="68"/>
                    </a:cubicBezTo>
                    <a:cubicBezTo>
                      <a:pt x="35" y="68"/>
                      <a:pt x="38" y="67"/>
                      <a:pt x="41" y="65"/>
                    </a:cubicBezTo>
                    <a:cubicBezTo>
                      <a:pt x="44" y="67"/>
                      <a:pt x="47" y="68"/>
                      <a:pt x="51" y="68"/>
                    </a:cubicBezTo>
                    <a:cubicBezTo>
                      <a:pt x="63" y="68"/>
                      <a:pt x="73" y="58"/>
                      <a:pt x="73" y="46"/>
                    </a:cubicBezTo>
                    <a:cubicBezTo>
                      <a:pt x="73" y="36"/>
                      <a:pt x="66" y="28"/>
                      <a:pt x="57" y="25"/>
                    </a:cubicBezTo>
                    <a:cubicBezTo>
                      <a:pt x="57" y="25"/>
                      <a:pt x="57" y="25"/>
                      <a:pt x="57" y="25"/>
                    </a:cubicBezTo>
                    <a:cubicBezTo>
                      <a:pt x="62" y="24"/>
                      <a:pt x="66" y="19"/>
                      <a:pt x="66" y="13"/>
                    </a:cubicBezTo>
                    <a:cubicBezTo>
                      <a:pt x="66" y="7"/>
                      <a:pt x="61" y="2"/>
                      <a:pt x="54" y="2"/>
                    </a:cubicBezTo>
                    <a:cubicBezTo>
                      <a:pt x="51" y="2"/>
                      <a:pt x="48" y="3"/>
                      <a:pt x="46" y="5"/>
                    </a:cubicBezTo>
                    <a:cubicBezTo>
                      <a:pt x="45" y="2"/>
                      <a:pt x="42" y="0"/>
                      <a:pt x="38" y="0"/>
                    </a:cubicBezTo>
                    <a:cubicBezTo>
                      <a:pt x="34" y="0"/>
                      <a:pt x="30" y="4"/>
                      <a:pt x="29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3" y="6"/>
                      <a:pt x="6" y="12"/>
                      <a:pt x="6" y="21"/>
                    </a:cubicBezTo>
                    <a:cubicBezTo>
                      <a:pt x="6" y="22"/>
                      <a:pt x="6" y="22"/>
                      <a:pt x="7" y="23"/>
                    </a:cubicBezTo>
                    <a:cubicBezTo>
                      <a:pt x="3" y="24"/>
                      <a:pt x="0" y="27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4" name="Freeform 201"/>
              <p:cNvSpPr>
                <a:spLocks/>
              </p:cNvSpPr>
              <p:nvPr/>
            </p:nvSpPr>
            <p:spPr bwMode="auto">
              <a:xfrm>
                <a:off x="7170738" y="5261294"/>
                <a:ext cx="41275" cy="60325"/>
              </a:xfrm>
              <a:custGeom>
                <a:avLst/>
                <a:gdLst>
                  <a:gd name="T0" fmla="*/ 16 w 17"/>
                  <a:gd name="T1" fmla="*/ 25 h 25"/>
                  <a:gd name="T2" fmla="*/ 14 w 17"/>
                  <a:gd name="T3" fmla="*/ 7 h 25"/>
                  <a:gd name="T4" fmla="*/ 0 w 17"/>
                  <a:gd name="T5" fmla="*/ 0 h 25"/>
                  <a:gd name="T6" fmla="*/ 11 w 17"/>
                  <a:gd name="T7" fmla="*/ 10 h 25"/>
                  <a:gd name="T8" fmla="*/ 11 w 17"/>
                  <a:gd name="T9" fmla="*/ 25 h 25"/>
                  <a:gd name="T10" fmla="*/ 16 w 17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5">
                    <a:moveTo>
                      <a:pt x="16" y="25"/>
                    </a:moveTo>
                    <a:cubicBezTo>
                      <a:pt x="16" y="25"/>
                      <a:pt x="17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2" y="17"/>
                      <a:pt x="11" y="25"/>
                      <a:pt x="11" y="25"/>
                    </a:cubicBez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5" name="Freeform 202"/>
              <p:cNvSpPr>
                <a:spLocks/>
              </p:cNvSpPr>
              <p:nvPr/>
            </p:nvSpPr>
            <p:spPr bwMode="auto">
              <a:xfrm>
                <a:off x="7142163" y="5261294"/>
                <a:ext cx="42863" cy="60325"/>
              </a:xfrm>
              <a:custGeom>
                <a:avLst/>
                <a:gdLst>
                  <a:gd name="T0" fmla="*/ 17 w 18"/>
                  <a:gd name="T1" fmla="*/ 25 h 25"/>
                  <a:gd name="T2" fmla="*/ 14 w 18"/>
                  <a:gd name="T3" fmla="*/ 7 h 25"/>
                  <a:gd name="T4" fmla="*/ 0 w 18"/>
                  <a:gd name="T5" fmla="*/ 0 h 25"/>
                  <a:gd name="T6" fmla="*/ 11 w 18"/>
                  <a:gd name="T7" fmla="*/ 10 h 25"/>
                  <a:gd name="T8" fmla="*/ 11 w 18"/>
                  <a:gd name="T9" fmla="*/ 25 h 25"/>
                  <a:gd name="T10" fmla="*/ 17 w 18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17" y="25"/>
                    </a:moveTo>
                    <a:cubicBezTo>
                      <a:pt x="17" y="25"/>
                      <a:pt x="18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3" y="17"/>
                      <a:pt x="11" y="25"/>
                      <a:pt x="11" y="25"/>
                    </a:cubicBezTo>
                    <a:lnTo>
                      <a:pt x="17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6" name="Freeform 203"/>
              <p:cNvSpPr>
                <a:spLocks/>
              </p:cNvSpPr>
              <p:nvPr/>
            </p:nvSpPr>
            <p:spPr bwMode="auto">
              <a:xfrm>
                <a:off x="7204075" y="5332731"/>
                <a:ext cx="41275" cy="34925"/>
              </a:xfrm>
              <a:custGeom>
                <a:avLst/>
                <a:gdLst>
                  <a:gd name="T0" fmla="*/ 0 w 17"/>
                  <a:gd name="T1" fmla="*/ 2 h 14"/>
                  <a:gd name="T2" fmla="*/ 8 w 17"/>
                  <a:gd name="T3" fmla="*/ 12 h 14"/>
                  <a:gd name="T4" fmla="*/ 17 w 17"/>
                  <a:gd name="T5" fmla="*/ 12 h 14"/>
                  <a:gd name="T6" fmla="*/ 9 w 17"/>
                  <a:gd name="T7" fmla="*/ 2 h 14"/>
                  <a:gd name="T8" fmla="*/ 0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0" y="2"/>
                    </a:moveTo>
                    <a:cubicBezTo>
                      <a:pt x="1" y="6"/>
                      <a:pt x="4" y="9"/>
                      <a:pt x="8" y="12"/>
                    </a:cubicBezTo>
                    <a:cubicBezTo>
                      <a:pt x="12" y="14"/>
                      <a:pt x="15" y="14"/>
                      <a:pt x="17" y="12"/>
                    </a:cubicBezTo>
                    <a:cubicBezTo>
                      <a:pt x="16" y="8"/>
                      <a:pt x="13" y="4"/>
                      <a:pt x="9" y="2"/>
                    </a:cubicBezTo>
                    <a:cubicBezTo>
                      <a:pt x="6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7" name="Freeform 204"/>
              <p:cNvSpPr>
                <a:spLocks/>
              </p:cNvSpPr>
              <p:nvPr/>
            </p:nvSpPr>
            <p:spPr bwMode="auto">
              <a:xfrm>
                <a:off x="7204075" y="5337494"/>
                <a:ext cx="41275" cy="30163"/>
              </a:xfrm>
              <a:custGeom>
                <a:avLst/>
                <a:gdLst>
                  <a:gd name="T0" fmla="*/ 8 w 17"/>
                  <a:gd name="T1" fmla="*/ 10 h 12"/>
                  <a:gd name="T2" fmla="*/ 0 w 17"/>
                  <a:gd name="T3" fmla="*/ 0 h 12"/>
                  <a:gd name="T4" fmla="*/ 17 w 17"/>
                  <a:gd name="T5" fmla="*/ 10 h 12"/>
                  <a:gd name="T6" fmla="*/ 8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8" y="10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2"/>
                      <a:pt x="12" y="12"/>
                      <a:pt x="8" y="1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" name="Freeform 206"/>
              <p:cNvSpPr>
                <a:spLocks/>
              </p:cNvSpPr>
              <p:nvPr/>
            </p:nvSpPr>
            <p:spPr bwMode="auto">
              <a:xfrm>
                <a:off x="7132638" y="5332731"/>
                <a:ext cx="41275" cy="34925"/>
              </a:xfrm>
              <a:custGeom>
                <a:avLst/>
                <a:gdLst>
                  <a:gd name="T0" fmla="*/ 17 w 17"/>
                  <a:gd name="T1" fmla="*/ 2 h 14"/>
                  <a:gd name="T2" fmla="*/ 9 w 17"/>
                  <a:gd name="T3" fmla="*/ 12 h 14"/>
                  <a:gd name="T4" fmla="*/ 0 w 17"/>
                  <a:gd name="T5" fmla="*/ 12 h 14"/>
                  <a:gd name="T6" fmla="*/ 8 w 17"/>
                  <a:gd name="T7" fmla="*/ 2 h 14"/>
                  <a:gd name="T8" fmla="*/ 17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17" y="2"/>
                    </a:moveTo>
                    <a:cubicBezTo>
                      <a:pt x="16" y="6"/>
                      <a:pt x="13" y="9"/>
                      <a:pt x="9" y="12"/>
                    </a:cubicBezTo>
                    <a:cubicBezTo>
                      <a:pt x="6" y="14"/>
                      <a:pt x="2" y="14"/>
                      <a:pt x="0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2" y="0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" name="Freeform 207"/>
              <p:cNvSpPr>
                <a:spLocks/>
              </p:cNvSpPr>
              <p:nvPr/>
            </p:nvSpPr>
            <p:spPr bwMode="auto">
              <a:xfrm>
                <a:off x="7132638" y="5337493"/>
                <a:ext cx="41275" cy="30163"/>
              </a:xfrm>
              <a:custGeom>
                <a:avLst/>
                <a:gdLst>
                  <a:gd name="T0" fmla="*/ 9 w 17"/>
                  <a:gd name="T1" fmla="*/ 10 h 12"/>
                  <a:gd name="T2" fmla="*/ 17 w 17"/>
                  <a:gd name="T3" fmla="*/ 0 h 12"/>
                  <a:gd name="T4" fmla="*/ 0 w 17"/>
                  <a:gd name="T5" fmla="*/ 10 h 12"/>
                  <a:gd name="T6" fmla="*/ 9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10"/>
                    </a:moveTo>
                    <a:cubicBezTo>
                      <a:pt x="13" y="7"/>
                      <a:pt x="16" y="4"/>
                      <a:pt x="17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6" y="12"/>
                      <a:pt x="9" y="10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" name="Freeform 208"/>
              <p:cNvSpPr>
                <a:spLocks/>
              </p:cNvSpPr>
              <p:nvPr/>
            </p:nvSpPr>
            <p:spPr bwMode="auto">
              <a:xfrm>
                <a:off x="7189788" y="5313681"/>
                <a:ext cx="39688" cy="103188"/>
              </a:xfrm>
              <a:custGeom>
                <a:avLst/>
                <a:gdLst>
                  <a:gd name="T0" fmla="*/ 0 w 16"/>
                  <a:gd name="T1" fmla="*/ 0 h 43"/>
                  <a:gd name="T2" fmla="*/ 5 w 16"/>
                  <a:gd name="T3" fmla="*/ 0 h 43"/>
                  <a:gd name="T4" fmla="*/ 16 w 16"/>
                  <a:gd name="T5" fmla="*/ 11 h 43"/>
                  <a:gd name="T6" fmla="*/ 12 w 16"/>
                  <a:gd name="T7" fmla="*/ 31 h 43"/>
                  <a:gd name="T8" fmla="*/ 1 w 16"/>
                  <a:gd name="T9" fmla="*/ 43 h 43"/>
                  <a:gd name="T10" fmla="*/ 0 w 16"/>
                  <a:gd name="T11" fmla="*/ 43 h 43"/>
                  <a:gd name="T12" fmla="*/ 0 w 16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1" y="0"/>
                      <a:pt x="16" y="5"/>
                      <a:pt x="16" y="1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1" y="39"/>
                      <a:pt x="7" y="43"/>
                      <a:pt x="1" y="43"/>
                    </a:cubicBezTo>
                    <a:cubicBezTo>
                      <a:pt x="0" y="43"/>
                      <a:pt x="0" y="43"/>
                      <a:pt x="0" y="4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" name="Freeform 209"/>
              <p:cNvSpPr>
                <a:spLocks/>
              </p:cNvSpPr>
              <p:nvPr/>
            </p:nvSpPr>
            <p:spPr bwMode="auto">
              <a:xfrm>
                <a:off x="7150100" y="5313681"/>
                <a:ext cx="39688" cy="103188"/>
              </a:xfrm>
              <a:custGeom>
                <a:avLst/>
                <a:gdLst>
                  <a:gd name="T0" fmla="*/ 17 w 17"/>
                  <a:gd name="T1" fmla="*/ 0 h 43"/>
                  <a:gd name="T2" fmla="*/ 11 w 17"/>
                  <a:gd name="T3" fmla="*/ 0 h 43"/>
                  <a:gd name="T4" fmla="*/ 0 w 17"/>
                  <a:gd name="T5" fmla="*/ 11 h 43"/>
                  <a:gd name="T6" fmla="*/ 4 w 17"/>
                  <a:gd name="T7" fmla="*/ 31 h 43"/>
                  <a:gd name="T8" fmla="*/ 16 w 17"/>
                  <a:gd name="T9" fmla="*/ 43 h 43"/>
                  <a:gd name="T10" fmla="*/ 17 w 17"/>
                  <a:gd name="T11" fmla="*/ 43 h 43"/>
                  <a:gd name="T12" fmla="*/ 17 w 17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3">
                    <a:moveTo>
                      <a:pt x="17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9"/>
                      <a:pt x="9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" name="Oval 210"/>
              <p:cNvSpPr>
                <a:spLocks noChangeArrowheads="1"/>
              </p:cNvSpPr>
              <p:nvPr/>
            </p:nvSpPr>
            <p:spPr bwMode="auto">
              <a:xfrm>
                <a:off x="7197725" y="5350193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" name="Oval 211"/>
              <p:cNvSpPr>
                <a:spLocks noChangeArrowheads="1"/>
              </p:cNvSpPr>
              <p:nvPr/>
            </p:nvSpPr>
            <p:spPr bwMode="auto">
              <a:xfrm>
                <a:off x="7170738" y="5350193"/>
                <a:ext cx="9525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" name="Freeform 212"/>
              <p:cNvSpPr>
                <a:spLocks/>
              </p:cNvSpPr>
              <p:nvPr/>
            </p:nvSpPr>
            <p:spPr bwMode="auto">
              <a:xfrm>
                <a:off x="8553450" y="5161281"/>
                <a:ext cx="9525" cy="15875"/>
              </a:xfrm>
              <a:custGeom>
                <a:avLst/>
                <a:gdLst>
                  <a:gd name="T0" fmla="*/ 3 w 6"/>
                  <a:gd name="T1" fmla="*/ 10 h 10"/>
                  <a:gd name="T2" fmla="*/ 6 w 6"/>
                  <a:gd name="T3" fmla="*/ 10 h 10"/>
                  <a:gd name="T4" fmla="*/ 5 w 6"/>
                  <a:gd name="T5" fmla="*/ 0 h 10"/>
                  <a:gd name="T6" fmla="*/ 0 w 6"/>
                  <a:gd name="T7" fmla="*/ 1 h 10"/>
                  <a:gd name="T8" fmla="*/ 3 w 6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10"/>
                    </a:moveTo>
                    <a:lnTo>
                      <a:pt x="6" y="10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" name="Rectangle 213"/>
              <p:cNvSpPr>
                <a:spLocks noChangeArrowheads="1"/>
              </p:cNvSpPr>
              <p:nvPr/>
            </p:nvSpPr>
            <p:spPr bwMode="auto">
              <a:xfrm>
                <a:off x="8558213" y="5175568"/>
                <a:ext cx="4763" cy="158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" name="Freeform 214"/>
              <p:cNvSpPr>
                <a:spLocks/>
              </p:cNvSpPr>
              <p:nvPr/>
            </p:nvSpPr>
            <p:spPr bwMode="auto">
              <a:xfrm>
                <a:off x="8567738" y="5153343"/>
                <a:ext cx="9525" cy="22225"/>
              </a:xfrm>
              <a:custGeom>
                <a:avLst/>
                <a:gdLst>
                  <a:gd name="T0" fmla="*/ 3 w 6"/>
                  <a:gd name="T1" fmla="*/ 14 h 14"/>
                  <a:gd name="T2" fmla="*/ 6 w 6"/>
                  <a:gd name="T3" fmla="*/ 14 h 14"/>
                  <a:gd name="T4" fmla="*/ 3 w 6"/>
                  <a:gd name="T5" fmla="*/ 0 h 14"/>
                  <a:gd name="T6" fmla="*/ 0 w 6"/>
                  <a:gd name="T7" fmla="*/ 2 h 14"/>
                  <a:gd name="T8" fmla="*/ 3 w 6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3" y="14"/>
                    </a:moveTo>
                    <a:lnTo>
                      <a:pt x="6" y="1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" name="Freeform 215"/>
              <p:cNvSpPr>
                <a:spLocks/>
              </p:cNvSpPr>
              <p:nvPr/>
            </p:nvSpPr>
            <p:spPr bwMode="auto">
              <a:xfrm>
                <a:off x="8572500" y="5170806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" name="Freeform 216"/>
              <p:cNvSpPr>
                <a:spLocks/>
              </p:cNvSpPr>
              <p:nvPr/>
            </p:nvSpPr>
            <p:spPr bwMode="auto">
              <a:xfrm>
                <a:off x="8502650" y="5151756"/>
                <a:ext cx="12700" cy="38100"/>
              </a:xfrm>
              <a:custGeom>
                <a:avLst/>
                <a:gdLst>
                  <a:gd name="T0" fmla="*/ 5 w 8"/>
                  <a:gd name="T1" fmla="*/ 24 h 24"/>
                  <a:gd name="T2" fmla="*/ 8 w 8"/>
                  <a:gd name="T3" fmla="*/ 22 h 24"/>
                  <a:gd name="T4" fmla="*/ 3 w 8"/>
                  <a:gd name="T5" fmla="*/ 0 h 24"/>
                  <a:gd name="T6" fmla="*/ 0 w 8"/>
                  <a:gd name="T7" fmla="*/ 1 h 24"/>
                  <a:gd name="T8" fmla="*/ 5 w 8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4">
                    <a:moveTo>
                      <a:pt x="5" y="24"/>
                    </a:moveTo>
                    <a:lnTo>
                      <a:pt x="8" y="22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" name="Freeform 217"/>
              <p:cNvSpPr>
                <a:spLocks/>
              </p:cNvSpPr>
              <p:nvPr/>
            </p:nvSpPr>
            <p:spPr bwMode="auto">
              <a:xfrm>
                <a:off x="8510588" y="5185093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" name="Freeform 218"/>
              <p:cNvSpPr>
                <a:spLocks/>
              </p:cNvSpPr>
              <p:nvPr/>
            </p:nvSpPr>
            <p:spPr bwMode="auto">
              <a:xfrm>
                <a:off x="8515350" y="5148581"/>
                <a:ext cx="14288" cy="36513"/>
              </a:xfrm>
              <a:custGeom>
                <a:avLst/>
                <a:gdLst>
                  <a:gd name="T0" fmla="*/ 6 w 9"/>
                  <a:gd name="T1" fmla="*/ 23 h 23"/>
                  <a:gd name="T2" fmla="*/ 9 w 9"/>
                  <a:gd name="T3" fmla="*/ 23 h 23"/>
                  <a:gd name="T4" fmla="*/ 4 w 9"/>
                  <a:gd name="T5" fmla="*/ 0 h 23"/>
                  <a:gd name="T6" fmla="*/ 0 w 9"/>
                  <a:gd name="T7" fmla="*/ 2 h 23"/>
                  <a:gd name="T8" fmla="*/ 6 w 9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6" y="23"/>
                    </a:moveTo>
                    <a:lnTo>
                      <a:pt x="9" y="2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" name="Freeform 219"/>
              <p:cNvSpPr>
                <a:spLocks/>
              </p:cNvSpPr>
              <p:nvPr/>
            </p:nvSpPr>
            <p:spPr bwMode="auto">
              <a:xfrm>
                <a:off x="8521700" y="5181918"/>
                <a:ext cx="7938" cy="3175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2 h 2"/>
                  <a:gd name="T4" fmla="*/ 2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" name="Freeform 220"/>
              <p:cNvSpPr>
                <a:spLocks/>
              </p:cNvSpPr>
              <p:nvPr/>
            </p:nvSpPr>
            <p:spPr bwMode="auto">
              <a:xfrm>
                <a:off x="8478838" y="5073968"/>
                <a:ext cx="106363" cy="98425"/>
              </a:xfrm>
              <a:custGeom>
                <a:avLst/>
                <a:gdLst>
                  <a:gd name="T0" fmla="*/ 1 w 44"/>
                  <a:gd name="T1" fmla="*/ 24 h 41"/>
                  <a:gd name="T2" fmla="*/ 4 w 44"/>
                  <a:gd name="T3" fmla="*/ 27 h 41"/>
                  <a:gd name="T4" fmla="*/ 3 w 44"/>
                  <a:gd name="T5" fmla="*/ 32 h 41"/>
                  <a:gd name="T6" fmla="*/ 11 w 44"/>
                  <a:gd name="T7" fmla="*/ 37 h 41"/>
                  <a:gd name="T8" fmla="*/ 13 w 44"/>
                  <a:gd name="T9" fmla="*/ 36 h 41"/>
                  <a:gd name="T10" fmla="*/ 23 w 44"/>
                  <a:gd name="T11" fmla="*/ 41 h 41"/>
                  <a:gd name="T12" fmla="*/ 27 w 44"/>
                  <a:gd name="T13" fmla="*/ 38 h 41"/>
                  <a:gd name="T14" fmla="*/ 33 w 44"/>
                  <a:gd name="T15" fmla="*/ 38 h 41"/>
                  <a:gd name="T16" fmla="*/ 43 w 44"/>
                  <a:gd name="T17" fmla="*/ 23 h 41"/>
                  <a:gd name="T18" fmla="*/ 32 w 44"/>
                  <a:gd name="T19" fmla="*/ 14 h 41"/>
                  <a:gd name="T20" fmla="*/ 32 w 44"/>
                  <a:gd name="T21" fmla="*/ 13 h 41"/>
                  <a:gd name="T22" fmla="*/ 35 w 44"/>
                  <a:gd name="T23" fmla="*/ 6 h 41"/>
                  <a:gd name="T24" fmla="*/ 28 w 44"/>
                  <a:gd name="T25" fmla="*/ 1 h 41"/>
                  <a:gd name="T26" fmla="*/ 23 w 44"/>
                  <a:gd name="T27" fmla="*/ 4 h 41"/>
                  <a:gd name="T28" fmla="*/ 18 w 44"/>
                  <a:gd name="T29" fmla="*/ 2 h 41"/>
                  <a:gd name="T30" fmla="*/ 14 w 44"/>
                  <a:gd name="T31" fmla="*/ 8 h 41"/>
                  <a:gd name="T32" fmla="*/ 9 w 44"/>
                  <a:gd name="T33" fmla="*/ 7 h 41"/>
                  <a:gd name="T34" fmla="*/ 3 w 44"/>
                  <a:gd name="T35" fmla="*/ 17 h 41"/>
                  <a:gd name="T36" fmla="*/ 3 w 44"/>
                  <a:gd name="T37" fmla="*/ 19 h 41"/>
                  <a:gd name="T38" fmla="*/ 1 w 44"/>
                  <a:gd name="T39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41">
                    <a:moveTo>
                      <a:pt x="1" y="24"/>
                    </a:moveTo>
                    <a:cubicBezTo>
                      <a:pt x="1" y="26"/>
                      <a:pt x="2" y="27"/>
                      <a:pt x="4" y="27"/>
                    </a:cubicBezTo>
                    <a:cubicBezTo>
                      <a:pt x="3" y="29"/>
                      <a:pt x="3" y="30"/>
                      <a:pt x="3" y="32"/>
                    </a:cubicBezTo>
                    <a:cubicBezTo>
                      <a:pt x="4" y="36"/>
                      <a:pt x="8" y="38"/>
                      <a:pt x="11" y="37"/>
                    </a:cubicBezTo>
                    <a:cubicBezTo>
                      <a:pt x="12" y="37"/>
                      <a:pt x="13" y="37"/>
                      <a:pt x="13" y="36"/>
                    </a:cubicBezTo>
                    <a:cubicBezTo>
                      <a:pt x="15" y="39"/>
                      <a:pt x="19" y="41"/>
                      <a:pt x="23" y="41"/>
                    </a:cubicBezTo>
                    <a:cubicBezTo>
                      <a:pt x="25" y="40"/>
                      <a:pt x="26" y="39"/>
                      <a:pt x="27" y="38"/>
                    </a:cubicBezTo>
                    <a:cubicBezTo>
                      <a:pt x="29" y="39"/>
                      <a:pt x="31" y="39"/>
                      <a:pt x="33" y="38"/>
                    </a:cubicBezTo>
                    <a:cubicBezTo>
                      <a:pt x="40" y="37"/>
                      <a:pt x="44" y="30"/>
                      <a:pt x="43" y="23"/>
                    </a:cubicBezTo>
                    <a:cubicBezTo>
                      <a:pt x="42" y="18"/>
                      <a:pt x="37" y="14"/>
                      <a:pt x="32" y="1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4" y="12"/>
                      <a:pt x="36" y="9"/>
                      <a:pt x="35" y="6"/>
                    </a:cubicBezTo>
                    <a:cubicBezTo>
                      <a:pt x="35" y="3"/>
                      <a:pt x="31" y="0"/>
                      <a:pt x="28" y="1"/>
                    </a:cubicBezTo>
                    <a:cubicBezTo>
                      <a:pt x="26" y="1"/>
                      <a:pt x="24" y="2"/>
                      <a:pt x="23" y="4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6" y="3"/>
                      <a:pt x="14" y="5"/>
                      <a:pt x="14" y="8"/>
                    </a:cubicBezTo>
                    <a:cubicBezTo>
                      <a:pt x="13" y="7"/>
                      <a:pt x="11" y="7"/>
                      <a:pt x="9" y="7"/>
                    </a:cubicBezTo>
                    <a:cubicBezTo>
                      <a:pt x="5" y="8"/>
                      <a:pt x="2" y="13"/>
                      <a:pt x="3" y="17"/>
                    </a:cubicBezTo>
                    <a:cubicBezTo>
                      <a:pt x="3" y="18"/>
                      <a:pt x="3" y="18"/>
                      <a:pt x="3" y="19"/>
                    </a:cubicBezTo>
                    <a:cubicBezTo>
                      <a:pt x="1" y="20"/>
                      <a:pt x="0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" name="Freeform 221"/>
              <p:cNvSpPr>
                <a:spLocks/>
              </p:cNvSpPr>
              <p:nvPr/>
            </p:nvSpPr>
            <p:spPr bwMode="auto">
              <a:xfrm>
                <a:off x="8547100" y="5059681"/>
                <a:ext cx="30163" cy="33338"/>
              </a:xfrm>
              <a:custGeom>
                <a:avLst/>
                <a:gdLst>
                  <a:gd name="T0" fmla="*/ 13 w 13"/>
                  <a:gd name="T1" fmla="*/ 14 h 14"/>
                  <a:gd name="T2" fmla="*/ 9 w 13"/>
                  <a:gd name="T3" fmla="*/ 4 h 14"/>
                  <a:gd name="T4" fmla="*/ 0 w 13"/>
                  <a:gd name="T5" fmla="*/ 1 h 14"/>
                  <a:gd name="T6" fmla="*/ 8 w 13"/>
                  <a:gd name="T7" fmla="*/ 6 h 14"/>
                  <a:gd name="T8" fmla="*/ 9 w 13"/>
                  <a:gd name="T9" fmla="*/ 14 h 14"/>
                  <a:gd name="T10" fmla="*/ 13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3" y="14"/>
                      <a:pt x="12" y="7"/>
                      <a:pt x="9" y="4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6" y="3"/>
                      <a:pt x="8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3" y="14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" name="Freeform 222"/>
              <p:cNvSpPr>
                <a:spLocks/>
              </p:cNvSpPr>
              <p:nvPr/>
            </p:nvSpPr>
            <p:spPr bwMode="auto">
              <a:xfrm>
                <a:off x="8531225" y="5064443"/>
                <a:ext cx="30163" cy="33338"/>
              </a:xfrm>
              <a:custGeom>
                <a:avLst/>
                <a:gdLst>
                  <a:gd name="T0" fmla="*/ 12 w 12"/>
                  <a:gd name="T1" fmla="*/ 13 h 14"/>
                  <a:gd name="T2" fmla="*/ 9 w 12"/>
                  <a:gd name="T3" fmla="*/ 3 h 14"/>
                  <a:gd name="T4" fmla="*/ 0 w 12"/>
                  <a:gd name="T5" fmla="*/ 1 h 14"/>
                  <a:gd name="T6" fmla="*/ 7 w 12"/>
                  <a:gd name="T7" fmla="*/ 6 h 14"/>
                  <a:gd name="T8" fmla="*/ 9 w 12"/>
                  <a:gd name="T9" fmla="*/ 14 h 14"/>
                  <a:gd name="T10" fmla="*/ 12 w 12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2" y="13"/>
                    </a:moveTo>
                    <a:cubicBezTo>
                      <a:pt x="12" y="13"/>
                      <a:pt x="11" y="6"/>
                      <a:pt x="9" y="3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5" y="2"/>
                      <a:pt x="7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" name="Freeform 223"/>
              <p:cNvSpPr>
                <a:spLocks/>
              </p:cNvSpPr>
              <p:nvPr/>
            </p:nvSpPr>
            <p:spPr bwMode="auto">
              <a:xfrm>
                <a:off x="8575675" y="5097781"/>
                <a:ext cx="25400" cy="17463"/>
              </a:xfrm>
              <a:custGeom>
                <a:avLst/>
                <a:gdLst>
                  <a:gd name="T0" fmla="*/ 0 w 11"/>
                  <a:gd name="T1" fmla="*/ 2 h 7"/>
                  <a:gd name="T2" fmla="*/ 6 w 11"/>
                  <a:gd name="T3" fmla="*/ 6 h 7"/>
                  <a:gd name="T4" fmla="*/ 11 w 11"/>
                  <a:gd name="T5" fmla="*/ 5 h 7"/>
                  <a:gd name="T6" fmla="*/ 5 w 11"/>
                  <a:gd name="T7" fmla="*/ 1 h 7"/>
                  <a:gd name="T8" fmla="*/ 0 w 11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4"/>
                      <a:pt x="3" y="5"/>
                      <a:pt x="6" y="6"/>
                    </a:cubicBezTo>
                    <a:cubicBezTo>
                      <a:pt x="8" y="7"/>
                      <a:pt x="10" y="7"/>
                      <a:pt x="11" y="5"/>
                    </a:cubicBezTo>
                    <a:cubicBezTo>
                      <a:pt x="10" y="3"/>
                      <a:pt x="8" y="2"/>
                      <a:pt x="5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" name="Freeform 224"/>
              <p:cNvSpPr>
                <a:spLocks/>
              </p:cNvSpPr>
              <p:nvPr/>
            </p:nvSpPr>
            <p:spPr bwMode="auto">
              <a:xfrm>
                <a:off x="8575675" y="5102543"/>
                <a:ext cx="25400" cy="12700"/>
              </a:xfrm>
              <a:custGeom>
                <a:avLst/>
                <a:gdLst>
                  <a:gd name="T0" fmla="*/ 6 w 11"/>
                  <a:gd name="T1" fmla="*/ 4 h 5"/>
                  <a:gd name="T2" fmla="*/ 0 w 11"/>
                  <a:gd name="T3" fmla="*/ 0 h 5"/>
                  <a:gd name="T4" fmla="*/ 11 w 11"/>
                  <a:gd name="T5" fmla="*/ 3 h 5"/>
                  <a:gd name="T6" fmla="*/ 6 w 11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6" y="4"/>
                    </a:moveTo>
                    <a:cubicBezTo>
                      <a:pt x="3" y="3"/>
                      <a:pt x="1" y="2"/>
                      <a:pt x="0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8" y="5"/>
                      <a:pt x="6" y="4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" name="Freeform 225"/>
              <p:cNvSpPr>
                <a:spLocks/>
              </p:cNvSpPr>
              <p:nvPr/>
            </p:nvSpPr>
            <p:spPr bwMode="auto">
              <a:xfrm>
                <a:off x="8535988" y="5102543"/>
                <a:ext cx="22225" cy="25400"/>
              </a:xfrm>
              <a:custGeom>
                <a:avLst/>
                <a:gdLst>
                  <a:gd name="T0" fmla="*/ 9 w 9"/>
                  <a:gd name="T1" fmla="*/ 1 h 10"/>
                  <a:gd name="T2" fmla="*/ 6 w 9"/>
                  <a:gd name="T3" fmla="*/ 8 h 10"/>
                  <a:gd name="T4" fmla="*/ 0 w 9"/>
                  <a:gd name="T5" fmla="*/ 9 h 10"/>
                  <a:gd name="T6" fmla="*/ 4 w 9"/>
                  <a:gd name="T7" fmla="*/ 3 h 10"/>
                  <a:gd name="T8" fmla="*/ 9 w 9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1"/>
                    </a:moveTo>
                    <a:cubicBezTo>
                      <a:pt x="9" y="3"/>
                      <a:pt x="7" y="6"/>
                      <a:pt x="6" y="8"/>
                    </a:cubicBezTo>
                    <a:cubicBezTo>
                      <a:pt x="4" y="9"/>
                      <a:pt x="2" y="10"/>
                      <a:pt x="0" y="9"/>
                    </a:cubicBezTo>
                    <a:cubicBezTo>
                      <a:pt x="1" y="7"/>
                      <a:pt x="2" y="4"/>
                      <a:pt x="4" y="3"/>
                    </a:cubicBezTo>
                    <a:cubicBezTo>
                      <a:pt x="6" y="1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" name="Freeform 226"/>
              <p:cNvSpPr>
                <a:spLocks/>
              </p:cNvSpPr>
              <p:nvPr/>
            </p:nvSpPr>
            <p:spPr bwMode="auto">
              <a:xfrm>
                <a:off x="8535988" y="5105718"/>
                <a:ext cx="22225" cy="22225"/>
              </a:xfrm>
              <a:custGeom>
                <a:avLst/>
                <a:gdLst>
                  <a:gd name="T0" fmla="*/ 6 w 9"/>
                  <a:gd name="T1" fmla="*/ 7 h 9"/>
                  <a:gd name="T2" fmla="*/ 9 w 9"/>
                  <a:gd name="T3" fmla="*/ 0 h 9"/>
                  <a:gd name="T4" fmla="*/ 0 w 9"/>
                  <a:gd name="T5" fmla="*/ 8 h 9"/>
                  <a:gd name="T6" fmla="*/ 6 w 9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7"/>
                    </a:moveTo>
                    <a:cubicBezTo>
                      <a:pt x="7" y="5"/>
                      <a:pt x="9" y="2"/>
                      <a:pt x="9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4" y="8"/>
                      <a:pt x="6" y="7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" name="Freeform 227"/>
              <p:cNvSpPr>
                <a:spLocks/>
              </p:cNvSpPr>
              <p:nvPr/>
            </p:nvSpPr>
            <p:spPr bwMode="auto">
              <a:xfrm>
                <a:off x="8562975" y="5086668"/>
                <a:ext cx="26988" cy="61913"/>
              </a:xfrm>
              <a:custGeom>
                <a:avLst/>
                <a:gdLst>
                  <a:gd name="T0" fmla="*/ 0 w 11"/>
                  <a:gd name="T1" fmla="*/ 2 h 26"/>
                  <a:gd name="T2" fmla="*/ 3 w 11"/>
                  <a:gd name="T3" fmla="*/ 1 h 26"/>
                  <a:gd name="T4" fmla="*/ 11 w 11"/>
                  <a:gd name="T5" fmla="*/ 6 h 26"/>
                  <a:gd name="T6" fmla="*/ 11 w 11"/>
                  <a:gd name="T7" fmla="*/ 18 h 26"/>
                  <a:gd name="T8" fmla="*/ 6 w 11"/>
                  <a:gd name="T9" fmla="*/ 26 h 26"/>
                  <a:gd name="T10" fmla="*/ 5 w 11"/>
                  <a:gd name="T11" fmla="*/ 26 h 26"/>
                  <a:gd name="T12" fmla="*/ 0 w 11"/>
                  <a:gd name="T1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6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0"/>
                      <a:pt x="10" y="3"/>
                      <a:pt x="11" y="6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22"/>
                      <a:pt x="10" y="25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" name="Freeform 228"/>
              <p:cNvSpPr>
                <a:spLocks/>
              </p:cNvSpPr>
              <p:nvPr/>
            </p:nvSpPr>
            <p:spPr bwMode="auto">
              <a:xfrm>
                <a:off x="8543925" y="5091431"/>
                <a:ext cx="31750" cy="60325"/>
              </a:xfrm>
              <a:custGeom>
                <a:avLst/>
                <a:gdLst>
                  <a:gd name="T0" fmla="*/ 8 w 13"/>
                  <a:gd name="T1" fmla="*/ 0 h 25"/>
                  <a:gd name="T2" fmla="*/ 5 w 13"/>
                  <a:gd name="T3" fmla="*/ 0 h 25"/>
                  <a:gd name="T4" fmla="*/ 0 w 13"/>
                  <a:gd name="T5" fmla="*/ 8 h 25"/>
                  <a:gd name="T6" fmla="*/ 5 w 13"/>
                  <a:gd name="T7" fmla="*/ 19 h 25"/>
                  <a:gd name="T8" fmla="*/ 13 w 13"/>
                  <a:gd name="T9" fmla="*/ 24 h 25"/>
                  <a:gd name="T10" fmla="*/ 13 w 13"/>
                  <a:gd name="T11" fmla="*/ 24 h 25"/>
                  <a:gd name="T12" fmla="*/ 8 w 1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0" y="5"/>
                      <a:pt x="0" y="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3"/>
                      <a:pt x="9" y="25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" name="Freeform 229"/>
              <p:cNvSpPr>
                <a:spLocks/>
              </p:cNvSpPr>
              <p:nvPr/>
            </p:nvSpPr>
            <p:spPr bwMode="auto">
              <a:xfrm>
                <a:off x="8572500" y="5107306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2 h 3"/>
                  <a:gd name="T6" fmla="*/ 1 w 3"/>
                  <a:gd name="T7" fmla="*/ 1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" name="Freeform 230"/>
              <p:cNvSpPr>
                <a:spLocks/>
              </p:cNvSpPr>
              <p:nvPr/>
            </p:nvSpPr>
            <p:spPr bwMode="auto">
              <a:xfrm>
                <a:off x="8558213" y="5112068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1 h 3"/>
                  <a:gd name="T6" fmla="*/ 1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8" name="Freeform 254"/>
              <p:cNvSpPr>
                <a:spLocks/>
              </p:cNvSpPr>
              <p:nvPr/>
            </p:nvSpPr>
            <p:spPr bwMode="auto">
              <a:xfrm>
                <a:off x="5892800" y="5299393"/>
                <a:ext cx="34925" cy="65088"/>
              </a:xfrm>
              <a:custGeom>
                <a:avLst/>
                <a:gdLst>
                  <a:gd name="T0" fmla="*/ 1 w 15"/>
                  <a:gd name="T1" fmla="*/ 16 h 27"/>
                  <a:gd name="T2" fmla="*/ 10 w 15"/>
                  <a:gd name="T3" fmla="*/ 0 h 27"/>
                  <a:gd name="T4" fmla="*/ 7 w 15"/>
                  <a:gd name="T5" fmla="*/ 19 h 27"/>
                  <a:gd name="T6" fmla="*/ 1 w 15"/>
                  <a:gd name="T7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1" y="16"/>
                    </a:moveTo>
                    <a:cubicBezTo>
                      <a:pt x="10" y="14"/>
                      <a:pt x="10" y="0"/>
                      <a:pt x="10" y="0"/>
                    </a:cubicBezTo>
                    <a:cubicBezTo>
                      <a:pt x="10" y="0"/>
                      <a:pt x="15" y="11"/>
                      <a:pt x="7" y="19"/>
                    </a:cubicBezTo>
                    <a:cubicBezTo>
                      <a:pt x="0" y="27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9" name="Freeform 255"/>
              <p:cNvSpPr>
                <a:spLocks/>
              </p:cNvSpPr>
              <p:nvPr/>
            </p:nvSpPr>
            <p:spPr bwMode="auto">
              <a:xfrm>
                <a:off x="5748338" y="5448618"/>
                <a:ext cx="28575" cy="14288"/>
              </a:xfrm>
              <a:custGeom>
                <a:avLst/>
                <a:gdLst>
                  <a:gd name="T0" fmla="*/ 0 w 12"/>
                  <a:gd name="T1" fmla="*/ 3 h 6"/>
                  <a:gd name="T2" fmla="*/ 2 w 12"/>
                  <a:gd name="T3" fmla="*/ 0 h 6"/>
                  <a:gd name="T4" fmla="*/ 10 w 12"/>
                  <a:gd name="T5" fmla="*/ 0 h 6"/>
                  <a:gd name="T6" fmla="*/ 12 w 12"/>
                  <a:gd name="T7" fmla="*/ 3 h 6"/>
                  <a:gd name="T8" fmla="*/ 10 w 12"/>
                  <a:gd name="T9" fmla="*/ 6 h 6"/>
                  <a:gd name="T10" fmla="*/ 2 w 12"/>
                  <a:gd name="T11" fmla="*/ 6 h 6"/>
                  <a:gd name="T12" fmla="*/ 0 w 12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2" y="2"/>
                      <a:pt x="12" y="3"/>
                    </a:cubicBezTo>
                    <a:cubicBezTo>
                      <a:pt x="12" y="5"/>
                      <a:pt x="11" y="6"/>
                      <a:pt x="1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" name="Rectangle 256"/>
              <p:cNvSpPr>
                <a:spLocks noChangeArrowheads="1"/>
              </p:cNvSpPr>
              <p:nvPr/>
            </p:nvSpPr>
            <p:spPr bwMode="auto">
              <a:xfrm>
                <a:off x="576103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1" name="Freeform 257"/>
              <p:cNvSpPr>
                <a:spLocks/>
              </p:cNvSpPr>
              <p:nvPr/>
            </p:nvSpPr>
            <p:spPr bwMode="auto">
              <a:xfrm>
                <a:off x="5781675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2" name="Rectangle 258"/>
              <p:cNvSpPr>
                <a:spLocks noChangeArrowheads="1"/>
              </p:cNvSpPr>
              <p:nvPr/>
            </p:nvSpPr>
            <p:spPr bwMode="auto">
              <a:xfrm>
                <a:off x="5794375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3" name="Freeform 259"/>
              <p:cNvSpPr>
                <a:spLocks/>
              </p:cNvSpPr>
              <p:nvPr/>
            </p:nvSpPr>
            <p:spPr bwMode="auto">
              <a:xfrm>
                <a:off x="584358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4" name="Rectangle 260"/>
              <p:cNvSpPr>
                <a:spLocks noChangeArrowheads="1"/>
              </p:cNvSpPr>
              <p:nvPr/>
            </p:nvSpPr>
            <p:spPr bwMode="auto">
              <a:xfrm>
                <a:off x="585628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" name="Freeform 261"/>
              <p:cNvSpPr>
                <a:spLocks/>
              </p:cNvSpPr>
              <p:nvPr/>
            </p:nvSpPr>
            <p:spPr bwMode="auto">
              <a:xfrm>
                <a:off x="587533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" name="Rectangle 262"/>
              <p:cNvSpPr>
                <a:spLocks noChangeArrowheads="1"/>
              </p:cNvSpPr>
              <p:nvPr/>
            </p:nvSpPr>
            <p:spPr bwMode="auto">
              <a:xfrm>
                <a:off x="5888038" y="5372418"/>
                <a:ext cx="14288" cy="85725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" name="Oval 263"/>
              <p:cNvSpPr>
                <a:spLocks noChangeArrowheads="1"/>
              </p:cNvSpPr>
              <p:nvPr/>
            </p:nvSpPr>
            <p:spPr bwMode="auto">
              <a:xfrm>
                <a:off x="5738813" y="5293043"/>
                <a:ext cx="168275" cy="150813"/>
              </a:xfrm>
              <a:prstGeom prst="ellipse">
                <a:avLst/>
              </a:pr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" name="Rectangle 264"/>
              <p:cNvSpPr>
                <a:spLocks noChangeArrowheads="1"/>
              </p:cNvSpPr>
              <p:nvPr/>
            </p:nvSpPr>
            <p:spPr bwMode="auto">
              <a:xfrm>
                <a:off x="5743575" y="5256531"/>
                <a:ext cx="12700" cy="52388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9" name="Freeform 265"/>
              <p:cNvSpPr>
                <a:spLocks/>
              </p:cNvSpPr>
              <p:nvPr/>
            </p:nvSpPr>
            <p:spPr bwMode="auto">
              <a:xfrm>
                <a:off x="5716588" y="5256531"/>
                <a:ext cx="36513" cy="14288"/>
              </a:xfrm>
              <a:custGeom>
                <a:avLst/>
                <a:gdLst>
                  <a:gd name="T0" fmla="*/ 0 w 15"/>
                  <a:gd name="T1" fmla="*/ 3 h 6"/>
                  <a:gd name="T2" fmla="*/ 3 w 15"/>
                  <a:gd name="T3" fmla="*/ 6 h 6"/>
                  <a:gd name="T4" fmla="*/ 13 w 15"/>
                  <a:gd name="T5" fmla="*/ 6 h 6"/>
                  <a:gd name="T6" fmla="*/ 15 w 15"/>
                  <a:gd name="T7" fmla="*/ 3 h 6"/>
                  <a:gd name="T8" fmla="*/ 13 w 15"/>
                  <a:gd name="T9" fmla="*/ 0 h 6"/>
                  <a:gd name="T10" fmla="*/ 3 w 15"/>
                  <a:gd name="T11" fmla="*/ 0 h 6"/>
                  <a:gd name="T12" fmla="*/ 0 w 15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0" y="3"/>
                    </a:moveTo>
                    <a:cubicBezTo>
                      <a:pt x="0" y="5"/>
                      <a:pt x="2" y="6"/>
                      <a:pt x="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3"/>
                    </a:cubicBezTo>
                    <a:cubicBezTo>
                      <a:pt x="15" y="2"/>
                      <a:pt x="14" y="0"/>
                      <a:pt x="1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0" name="Freeform 266"/>
              <p:cNvSpPr>
                <a:spLocks/>
              </p:cNvSpPr>
              <p:nvPr/>
            </p:nvSpPr>
            <p:spPr bwMode="auto">
              <a:xfrm>
                <a:off x="5724525" y="5283518"/>
                <a:ext cx="109538" cy="109538"/>
              </a:xfrm>
              <a:custGeom>
                <a:avLst/>
                <a:gdLst>
                  <a:gd name="T0" fmla="*/ 46 w 46"/>
                  <a:gd name="T1" fmla="*/ 31 h 46"/>
                  <a:gd name="T2" fmla="*/ 32 w 46"/>
                  <a:gd name="T3" fmla="*/ 46 h 46"/>
                  <a:gd name="T4" fmla="*/ 15 w 46"/>
                  <a:gd name="T5" fmla="*/ 46 h 46"/>
                  <a:gd name="T6" fmla="*/ 0 w 46"/>
                  <a:gd name="T7" fmla="*/ 31 h 46"/>
                  <a:gd name="T8" fmla="*/ 0 w 46"/>
                  <a:gd name="T9" fmla="*/ 15 h 46"/>
                  <a:gd name="T10" fmla="*/ 15 w 46"/>
                  <a:gd name="T11" fmla="*/ 0 h 46"/>
                  <a:gd name="T12" fmla="*/ 32 w 46"/>
                  <a:gd name="T13" fmla="*/ 0 h 46"/>
                  <a:gd name="T14" fmla="*/ 46 w 46"/>
                  <a:gd name="T15" fmla="*/ 15 h 46"/>
                  <a:gd name="T16" fmla="*/ 46 w 46"/>
                  <a:gd name="T17" fmla="*/ 3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46">
                    <a:moveTo>
                      <a:pt x="46" y="31"/>
                    </a:moveTo>
                    <a:cubicBezTo>
                      <a:pt x="46" y="39"/>
                      <a:pt x="40" y="46"/>
                      <a:pt x="32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7" y="46"/>
                      <a:pt x="0" y="39"/>
                      <a:pt x="0" y="3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40" y="0"/>
                      <a:pt x="46" y="7"/>
                      <a:pt x="46" y="15"/>
                    </a:cubicBezTo>
                    <a:lnTo>
                      <a:pt x="46" y="31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" name="Freeform 267"/>
              <p:cNvSpPr>
                <a:spLocks/>
              </p:cNvSpPr>
              <p:nvPr/>
            </p:nvSpPr>
            <p:spPr bwMode="auto">
              <a:xfrm>
                <a:off x="5780088" y="5283518"/>
                <a:ext cx="53975" cy="109538"/>
              </a:xfrm>
              <a:custGeom>
                <a:avLst/>
                <a:gdLst>
                  <a:gd name="T0" fmla="*/ 9 w 23"/>
                  <a:gd name="T1" fmla="*/ 0 h 46"/>
                  <a:gd name="T2" fmla="*/ 0 w 23"/>
                  <a:gd name="T3" fmla="*/ 0 h 46"/>
                  <a:gd name="T4" fmla="*/ 0 w 23"/>
                  <a:gd name="T5" fmla="*/ 46 h 46"/>
                  <a:gd name="T6" fmla="*/ 9 w 23"/>
                  <a:gd name="T7" fmla="*/ 46 h 46"/>
                  <a:gd name="T8" fmla="*/ 23 w 23"/>
                  <a:gd name="T9" fmla="*/ 31 h 46"/>
                  <a:gd name="T10" fmla="*/ 23 w 23"/>
                  <a:gd name="T11" fmla="*/ 15 h 46"/>
                  <a:gd name="T12" fmla="*/ 9 w 23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46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7" y="46"/>
                      <a:pt x="23" y="39"/>
                      <a:pt x="23" y="31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7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" name="Rectangle 268"/>
              <p:cNvSpPr>
                <a:spLocks noChangeArrowheads="1"/>
              </p:cNvSpPr>
              <p:nvPr/>
            </p:nvSpPr>
            <p:spPr bwMode="auto">
              <a:xfrm>
                <a:off x="5805488" y="5256531"/>
                <a:ext cx="12700" cy="523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3" name="Freeform 269"/>
              <p:cNvSpPr>
                <a:spLocks/>
              </p:cNvSpPr>
              <p:nvPr/>
            </p:nvSpPr>
            <p:spPr bwMode="auto">
              <a:xfrm>
                <a:off x="5805488" y="5256531"/>
                <a:ext cx="38100" cy="14288"/>
              </a:xfrm>
              <a:custGeom>
                <a:avLst/>
                <a:gdLst>
                  <a:gd name="T0" fmla="*/ 16 w 16"/>
                  <a:gd name="T1" fmla="*/ 3 h 6"/>
                  <a:gd name="T2" fmla="*/ 13 w 16"/>
                  <a:gd name="T3" fmla="*/ 6 h 6"/>
                  <a:gd name="T4" fmla="*/ 3 w 16"/>
                  <a:gd name="T5" fmla="*/ 6 h 6"/>
                  <a:gd name="T6" fmla="*/ 0 w 16"/>
                  <a:gd name="T7" fmla="*/ 3 h 6"/>
                  <a:gd name="T8" fmla="*/ 3 w 16"/>
                  <a:gd name="T9" fmla="*/ 0 h 6"/>
                  <a:gd name="T10" fmla="*/ 13 w 16"/>
                  <a:gd name="T11" fmla="*/ 0 h 6"/>
                  <a:gd name="T12" fmla="*/ 16 w 1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6" y="3"/>
                    </a:moveTo>
                    <a:cubicBezTo>
                      <a:pt x="16" y="5"/>
                      <a:pt x="14" y="6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6" y="2"/>
                      <a:pt x="16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4" name="Freeform 270"/>
              <p:cNvSpPr>
                <a:spLocks/>
              </p:cNvSpPr>
              <p:nvPr/>
            </p:nvSpPr>
            <p:spPr bwMode="auto">
              <a:xfrm>
                <a:off x="5724525" y="5327968"/>
                <a:ext cx="109538" cy="65088"/>
              </a:xfrm>
              <a:custGeom>
                <a:avLst/>
                <a:gdLst>
                  <a:gd name="T0" fmla="*/ 46 w 46"/>
                  <a:gd name="T1" fmla="*/ 11 h 27"/>
                  <a:gd name="T2" fmla="*/ 23 w 46"/>
                  <a:gd name="T3" fmla="*/ 0 h 27"/>
                  <a:gd name="T4" fmla="*/ 0 w 46"/>
                  <a:gd name="T5" fmla="*/ 11 h 27"/>
                  <a:gd name="T6" fmla="*/ 0 w 46"/>
                  <a:gd name="T7" fmla="*/ 12 h 27"/>
                  <a:gd name="T8" fmla="*/ 15 w 46"/>
                  <a:gd name="T9" fmla="*/ 27 h 27"/>
                  <a:gd name="T10" fmla="*/ 32 w 46"/>
                  <a:gd name="T11" fmla="*/ 27 h 27"/>
                  <a:gd name="T12" fmla="*/ 46 w 46"/>
                  <a:gd name="T13" fmla="*/ 12 h 27"/>
                  <a:gd name="T14" fmla="*/ 46 w 46"/>
                  <a:gd name="T1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27">
                    <a:moveTo>
                      <a:pt x="46" y="11"/>
                    </a:moveTo>
                    <a:cubicBezTo>
                      <a:pt x="42" y="5"/>
                      <a:pt x="34" y="0"/>
                      <a:pt x="23" y="0"/>
                    </a:cubicBezTo>
                    <a:cubicBezTo>
                      <a:pt x="13" y="0"/>
                      <a:pt x="5" y="5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7" y="27"/>
                      <a:pt x="15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40" y="27"/>
                      <a:pt x="46" y="20"/>
                      <a:pt x="46" y="12"/>
                    </a:cubicBezTo>
                    <a:lnTo>
                      <a:pt x="4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5" name="Freeform 271"/>
              <p:cNvSpPr>
                <a:spLocks/>
              </p:cNvSpPr>
              <p:nvPr/>
            </p:nvSpPr>
            <p:spPr bwMode="auto">
              <a:xfrm>
                <a:off x="5780088" y="5327968"/>
                <a:ext cx="53975" cy="65088"/>
              </a:xfrm>
              <a:custGeom>
                <a:avLst/>
                <a:gdLst>
                  <a:gd name="T0" fmla="*/ 0 w 23"/>
                  <a:gd name="T1" fmla="*/ 0 h 27"/>
                  <a:gd name="T2" fmla="*/ 0 w 23"/>
                  <a:gd name="T3" fmla="*/ 0 h 27"/>
                  <a:gd name="T4" fmla="*/ 0 w 23"/>
                  <a:gd name="T5" fmla="*/ 27 h 27"/>
                  <a:gd name="T6" fmla="*/ 9 w 23"/>
                  <a:gd name="T7" fmla="*/ 27 h 27"/>
                  <a:gd name="T8" fmla="*/ 23 w 23"/>
                  <a:gd name="T9" fmla="*/ 12 h 27"/>
                  <a:gd name="T10" fmla="*/ 23 w 23"/>
                  <a:gd name="T11" fmla="*/ 11 h 27"/>
                  <a:gd name="T12" fmla="*/ 0 w 2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7" y="27"/>
                      <a:pt x="23" y="20"/>
                      <a:pt x="23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5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6" name="Oval 272"/>
              <p:cNvSpPr>
                <a:spLocks noChangeArrowheads="1"/>
              </p:cNvSpPr>
              <p:nvPr/>
            </p:nvSpPr>
            <p:spPr bwMode="auto">
              <a:xfrm>
                <a:off x="5756275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" name="Oval 273"/>
              <p:cNvSpPr>
                <a:spLocks noChangeArrowheads="1"/>
              </p:cNvSpPr>
              <p:nvPr/>
            </p:nvSpPr>
            <p:spPr bwMode="auto">
              <a:xfrm>
                <a:off x="5791200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" name="Oval 274"/>
              <p:cNvSpPr>
                <a:spLocks noChangeArrowheads="1"/>
              </p:cNvSpPr>
              <p:nvPr/>
            </p:nvSpPr>
            <p:spPr bwMode="auto">
              <a:xfrm>
                <a:off x="5767388" y="5335906"/>
                <a:ext cx="23813" cy="17463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9" name="Freeform 275"/>
              <p:cNvSpPr>
                <a:spLocks/>
              </p:cNvSpPr>
              <p:nvPr/>
            </p:nvSpPr>
            <p:spPr bwMode="auto">
              <a:xfrm>
                <a:off x="5767388" y="5369243"/>
                <a:ext cx="26988" cy="9525"/>
              </a:xfrm>
              <a:custGeom>
                <a:avLst/>
                <a:gdLst>
                  <a:gd name="T0" fmla="*/ 5 w 11"/>
                  <a:gd name="T1" fmla="*/ 4 h 4"/>
                  <a:gd name="T2" fmla="*/ 0 w 11"/>
                  <a:gd name="T3" fmla="*/ 0 h 4"/>
                  <a:gd name="T4" fmla="*/ 1 w 11"/>
                  <a:gd name="T5" fmla="*/ 0 h 4"/>
                  <a:gd name="T6" fmla="*/ 5 w 11"/>
                  <a:gd name="T7" fmla="*/ 2 h 4"/>
                  <a:gd name="T8" fmla="*/ 10 w 11"/>
                  <a:gd name="T9" fmla="*/ 0 h 4"/>
                  <a:gd name="T10" fmla="*/ 11 w 11"/>
                  <a:gd name="T11" fmla="*/ 0 h 4"/>
                  <a:gd name="T12" fmla="*/ 5 w 1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5" y="4"/>
                    </a:moveTo>
                    <a:cubicBezTo>
                      <a:pt x="2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3" y="2"/>
                      <a:pt x="5" y="2"/>
                    </a:cubicBezTo>
                    <a:cubicBezTo>
                      <a:pt x="8" y="2"/>
                      <a:pt x="10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9" y="4"/>
                      <a:pt x="5" y="4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" name="Freeform 276"/>
              <p:cNvSpPr>
                <a:spLocks/>
              </p:cNvSpPr>
              <p:nvPr/>
            </p:nvSpPr>
            <p:spPr bwMode="auto">
              <a:xfrm>
                <a:off x="6337300" y="5088256"/>
                <a:ext cx="33338" cy="87313"/>
              </a:xfrm>
              <a:custGeom>
                <a:avLst/>
                <a:gdLst>
                  <a:gd name="T0" fmla="*/ 5 w 21"/>
                  <a:gd name="T1" fmla="*/ 0 h 55"/>
                  <a:gd name="T2" fmla="*/ 0 w 21"/>
                  <a:gd name="T3" fmla="*/ 55 h 55"/>
                  <a:gd name="T4" fmla="*/ 21 w 21"/>
                  <a:gd name="T5" fmla="*/ 55 h 55"/>
                  <a:gd name="T6" fmla="*/ 17 w 21"/>
                  <a:gd name="T7" fmla="*/ 0 h 55"/>
                  <a:gd name="T8" fmla="*/ 5 w 2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5">
                    <a:moveTo>
                      <a:pt x="5" y="0"/>
                    </a:moveTo>
                    <a:lnTo>
                      <a:pt x="0" y="55"/>
                    </a:lnTo>
                    <a:lnTo>
                      <a:pt x="21" y="55"/>
                    </a:lnTo>
                    <a:lnTo>
                      <a:pt x="1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1" name="Freeform 277"/>
              <p:cNvSpPr>
                <a:spLocks/>
              </p:cNvSpPr>
              <p:nvPr/>
            </p:nvSpPr>
            <p:spPr bwMode="auto">
              <a:xfrm>
                <a:off x="6354763" y="5088256"/>
                <a:ext cx="15875" cy="87313"/>
              </a:xfrm>
              <a:custGeom>
                <a:avLst/>
                <a:gdLst>
                  <a:gd name="T0" fmla="*/ 0 w 10"/>
                  <a:gd name="T1" fmla="*/ 0 h 55"/>
                  <a:gd name="T2" fmla="*/ 0 w 10"/>
                  <a:gd name="T3" fmla="*/ 55 h 55"/>
                  <a:gd name="T4" fmla="*/ 10 w 10"/>
                  <a:gd name="T5" fmla="*/ 55 h 55"/>
                  <a:gd name="T6" fmla="*/ 6 w 10"/>
                  <a:gd name="T7" fmla="*/ 0 h 55"/>
                  <a:gd name="T8" fmla="*/ 0 w 10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5">
                    <a:moveTo>
                      <a:pt x="0" y="0"/>
                    </a:moveTo>
                    <a:lnTo>
                      <a:pt x="0" y="55"/>
                    </a:lnTo>
                    <a:lnTo>
                      <a:pt x="10" y="55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" name="Freeform 278"/>
              <p:cNvSpPr>
                <a:spLocks/>
              </p:cNvSpPr>
              <p:nvPr/>
            </p:nvSpPr>
            <p:spPr bwMode="auto">
              <a:xfrm>
                <a:off x="6265863" y="4731068"/>
                <a:ext cx="177800" cy="384175"/>
              </a:xfrm>
              <a:custGeom>
                <a:avLst/>
                <a:gdLst>
                  <a:gd name="T0" fmla="*/ 0 w 112"/>
                  <a:gd name="T1" fmla="*/ 242 h 242"/>
                  <a:gd name="T2" fmla="*/ 56 w 112"/>
                  <a:gd name="T3" fmla="*/ 0 h 242"/>
                  <a:gd name="T4" fmla="*/ 112 w 112"/>
                  <a:gd name="T5" fmla="*/ 242 h 242"/>
                  <a:gd name="T6" fmla="*/ 0 w 112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2">
                    <a:moveTo>
                      <a:pt x="0" y="242"/>
                    </a:moveTo>
                    <a:lnTo>
                      <a:pt x="56" y="0"/>
                    </a:lnTo>
                    <a:lnTo>
                      <a:pt x="112" y="242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" name="Freeform 279"/>
              <p:cNvSpPr>
                <a:spLocks/>
              </p:cNvSpPr>
              <p:nvPr/>
            </p:nvSpPr>
            <p:spPr bwMode="auto">
              <a:xfrm>
                <a:off x="6354763" y="4731068"/>
                <a:ext cx="88900" cy="384175"/>
              </a:xfrm>
              <a:custGeom>
                <a:avLst/>
                <a:gdLst>
                  <a:gd name="T0" fmla="*/ 56 w 56"/>
                  <a:gd name="T1" fmla="*/ 242 h 242"/>
                  <a:gd name="T2" fmla="*/ 0 w 56"/>
                  <a:gd name="T3" fmla="*/ 0 h 242"/>
                  <a:gd name="T4" fmla="*/ 0 w 56"/>
                  <a:gd name="T5" fmla="*/ 242 h 242"/>
                  <a:gd name="T6" fmla="*/ 56 w 56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2">
                    <a:moveTo>
                      <a:pt x="56" y="242"/>
                    </a:moveTo>
                    <a:lnTo>
                      <a:pt x="0" y="0"/>
                    </a:lnTo>
                    <a:lnTo>
                      <a:pt x="0" y="242"/>
                    </a:lnTo>
                    <a:lnTo>
                      <a:pt x="56" y="242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" name="Freeform 284"/>
              <p:cNvSpPr>
                <a:spLocks/>
              </p:cNvSpPr>
              <p:nvPr/>
            </p:nvSpPr>
            <p:spPr bwMode="auto">
              <a:xfrm>
                <a:off x="3786188" y="3403918"/>
                <a:ext cx="588963" cy="320675"/>
              </a:xfrm>
              <a:custGeom>
                <a:avLst/>
                <a:gdLst>
                  <a:gd name="T0" fmla="*/ 22 w 246"/>
                  <a:gd name="T1" fmla="*/ 134 h 134"/>
                  <a:gd name="T2" fmla="*/ 211 w 246"/>
                  <a:gd name="T3" fmla="*/ 134 h 134"/>
                  <a:gd name="T4" fmla="*/ 246 w 246"/>
                  <a:gd name="T5" fmla="*/ 105 h 134"/>
                  <a:gd name="T6" fmla="*/ 212 w 246"/>
                  <a:gd name="T7" fmla="*/ 64 h 134"/>
                  <a:gd name="T8" fmla="*/ 195 w 246"/>
                  <a:gd name="T9" fmla="*/ 36 h 134"/>
                  <a:gd name="T10" fmla="*/ 153 w 246"/>
                  <a:gd name="T11" fmla="*/ 32 h 134"/>
                  <a:gd name="T12" fmla="*/ 112 w 246"/>
                  <a:gd name="T13" fmla="*/ 0 h 134"/>
                  <a:gd name="T14" fmla="*/ 72 w 246"/>
                  <a:gd name="T15" fmla="*/ 34 h 134"/>
                  <a:gd name="T16" fmla="*/ 34 w 246"/>
                  <a:gd name="T17" fmla="*/ 44 h 134"/>
                  <a:gd name="T18" fmla="*/ 25 w 246"/>
                  <a:gd name="T19" fmla="*/ 79 h 134"/>
                  <a:gd name="T20" fmla="*/ 0 w 246"/>
                  <a:gd name="T21" fmla="*/ 112 h 134"/>
                  <a:gd name="T22" fmla="*/ 22 w 246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6" h="134">
                    <a:moveTo>
                      <a:pt x="22" y="134"/>
                    </a:moveTo>
                    <a:cubicBezTo>
                      <a:pt x="45" y="134"/>
                      <a:pt x="128" y="134"/>
                      <a:pt x="211" y="134"/>
                    </a:cubicBezTo>
                    <a:cubicBezTo>
                      <a:pt x="227" y="134"/>
                      <a:pt x="246" y="121"/>
                      <a:pt x="246" y="105"/>
                    </a:cubicBezTo>
                    <a:cubicBezTo>
                      <a:pt x="246" y="69"/>
                      <a:pt x="212" y="64"/>
                      <a:pt x="212" y="64"/>
                    </a:cubicBezTo>
                    <a:cubicBezTo>
                      <a:pt x="212" y="64"/>
                      <a:pt x="215" y="45"/>
                      <a:pt x="195" y="36"/>
                    </a:cubicBezTo>
                    <a:cubicBezTo>
                      <a:pt x="175" y="26"/>
                      <a:pt x="153" y="32"/>
                      <a:pt x="153" y="32"/>
                    </a:cubicBezTo>
                    <a:cubicBezTo>
                      <a:pt x="153" y="32"/>
                      <a:pt x="150" y="0"/>
                      <a:pt x="112" y="0"/>
                    </a:cubicBezTo>
                    <a:cubicBezTo>
                      <a:pt x="74" y="0"/>
                      <a:pt x="72" y="34"/>
                      <a:pt x="72" y="34"/>
                    </a:cubicBezTo>
                    <a:cubicBezTo>
                      <a:pt x="72" y="34"/>
                      <a:pt x="53" y="26"/>
                      <a:pt x="34" y="44"/>
                    </a:cubicBezTo>
                    <a:cubicBezTo>
                      <a:pt x="15" y="63"/>
                      <a:pt x="25" y="79"/>
                      <a:pt x="25" y="79"/>
                    </a:cubicBezTo>
                    <a:cubicBezTo>
                      <a:pt x="25" y="79"/>
                      <a:pt x="0" y="87"/>
                      <a:pt x="0" y="112"/>
                    </a:cubicBezTo>
                    <a:cubicBezTo>
                      <a:pt x="0" y="120"/>
                      <a:pt x="8" y="134"/>
                      <a:pt x="22" y="13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" name="Freeform 285"/>
              <p:cNvSpPr>
                <a:spLocks/>
              </p:cNvSpPr>
              <p:nvPr/>
            </p:nvSpPr>
            <p:spPr bwMode="auto">
              <a:xfrm>
                <a:off x="4081463" y="3405506"/>
                <a:ext cx="293688" cy="319088"/>
              </a:xfrm>
              <a:custGeom>
                <a:avLst/>
                <a:gdLst>
                  <a:gd name="T0" fmla="*/ 89 w 123"/>
                  <a:gd name="T1" fmla="*/ 63 h 133"/>
                  <a:gd name="T2" fmla="*/ 72 w 123"/>
                  <a:gd name="T3" fmla="*/ 35 h 133"/>
                  <a:gd name="T4" fmla="*/ 30 w 123"/>
                  <a:gd name="T5" fmla="*/ 31 h 133"/>
                  <a:gd name="T6" fmla="*/ 0 w 123"/>
                  <a:gd name="T7" fmla="*/ 0 h 133"/>
                  <a:gd name="T8" fmla="*/ 0 w 123"/>
                  <a:gd name="T9" fmla="*/ 133 h 133"/>
                  <a:gd name="T10" fmla="*/ 88 w 123"/>
                  <a:gd name="T11" fmla="*/ 133 h 133"/>
                  <a:gd name="T12" fmla="*/ 123 w 123"/>
                  <a:gd name="T13" fmla="*/ 104 h 133"/>
                  <a:gd name="T14" fmla="*/ 89 w 123"/>
                  <a:gd name="T15" fmla="*/ 6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3" h="133">
                    <a:moveTo>
                      <a:pt x="89" y="63"/>
                    </a:moveTo>
                    <a:cubicBezTo>
                      <a:pt x="89" y="63"/>
                      <a:pt x="92" y="44"/>
                      <a:pt x="72" y="35"/>
                    </a:cubicBezTo>
                    <a:cubicBezTo>
                      <a:pt x="52" y="25"/>
                      <a:pt x="30" y="31"/>
                      <a:pt x="30" y="31"/>
                    </a:cubicBezTo>
                    <a:cubicBezTo>
                      <a:pt x="30" y="31"/>
                      <a:pt x="28" y="6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27" y="133"/>
                      <a:pt x="58" y="133"/>
                      <a:pt x="88" y="133"/>
                    </a:cubicBezTo>
                    <a:cubicBezTo>
                      <a:pt x="104" y="133"/>
                      <a:pt x="123" y="120"/>
                      <a:pt x="123" y="104"/>
                    </a:cubicBezTo>
                    <a:cubicBezTo>
                      <a:pt x="123" y="68"/>
                      <a:pt x="89" y="63"/>
                      <a:pt x="89" y="63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" name="Rectangle 288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" name="Rectangle 289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4" name="Freeform 290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" name="Freeform 291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" name="Rectangle 292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" name="Rectangle 293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" name="Rectangle 294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" name="Rectangle 295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0" name="Freeform 296"/>
              <p:cNvSpPr>
                <a:spLocks/>
              </p:cNvSpPr>
              <p:nvPr/>
            </p:nvSpPr>
            <p:spPr bwMode="auto">
              <a:xfrm>
                <a:off x="4292600" y="4888231"/>
                <a:ext cx="842963" cy="269875"/>
              </a:xfrm>
              <a:custGeom>
                <a:avLst/>
                <a:gdLst>
                  <a:gd name="T0" fmla="*/ 0 w 531"/>
                  <a:gd name="T1" fmla="*/ 0 h 170"/>
                  <a:gd name="T2" fmla="*/ 0 w 531"/>
                  <a:gd name="T3" fmla="*/ 170 h 170"/>
                  <a:gd name="T4" fmla="*/ 531 w 531"/>
                  <a:gd name="T5" fmla="*/ 170 h 170"/>
                  <a:gd name="T6" fmla="*/ 531 w 531"/>
                  <a:gd name="T7" fmla="*/ 117 h 170"/>
                  <a:gd name="T8" fmla="*/ 0 w 531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1" h="170">
                    <a:moveTo>
                      <a:pt x="0" y="0"/>
                    </a:moveTo>
                    <a:lnTo>
                      <a:pt x="0" y="170"/>
                    </a:lnTo>
                    <a:lnTo>
                      <a:pt x="531" y="170"/>
                    </a:lnTo>
                    <a:lnTo>
                      <a:pt x="531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1" name="Rectangle 297"/>
              <p:cNvSpPr>
                <a:spLocks noChangeArrowheads="1"/>
              </p:cNvSpPr>
              <p:nvPr/>
            </p:nvSpPr>
            <p:spPr bwMode="auto">
              <a:xfrm>
                <a:off x="4418013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" name="Rectangle 298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3" name="Rectangle 299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4" name="Rectangle 300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5" name="Rectangle 301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6" name="Freeform 302"/>
              <p:cNvSpPr>
                <a:spLocks/>
              </p:cNvSpPr>
              <p:nvPr/>
            </p:nvSpPr>
            <p:spPr bwMode="auto">
              <a:xfrm>
                <a:off x="3973513" y="5218431"/>
                <a:ext cx="363538" cy="85725"/>
              </a:xfrm>
              <a:custGeom>
                <a:avLst/>
                <a:gdLst>
                  <a:gd name="T0" fmla="*/ 41 w 229"/>
                  <a:gd name="T1" fmla="*/ 0 h 54"/>
                  <a:gd name="T2" fmla="*/ 0 w 229"/>
                  <a:gd name="T3" fmla="*/ 54 h 54"/>
                  <a:gd name="T4" fmla="*/ 105 w 229"/>
                  <a:gd name="T5" fmla="*/ 54 h 54"/>
                  <a:gd name="T6" fmla="*/ 220 w 229"/>
                  <a:gd name="T7" fmla="*/ 54 h 54"/>
                  <a:gd name="T8" fmla="*/ 229 w 229"/>
                  <a:gd name="T9" fmla="*/ 54 h 54"/>
                  <a:gd name="T10" fmla="*/ 229 w 229"/>
                  <a:gd name="T11" fmla="*/ 0 h 54"/>
                  <a:gd name="T12" fmla="*/ 41 w 229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9" h="54">
                    <a:moveTo>
                      <a:pt x="41" y="0"/>
                    </a:moveTo>
                    <a:lnTo>
                      <a:pt x="0" y="54"/>
                    </a:lnTo>
                    <a:lnTo>
                      <a:pt x="105" y="54"/>
                    </a:lnTo>
                    <a:lnTo>
                      <a:pt x="220" y="54"/>
                    </a:lnTo>
                    <a:lnTo>
                      <a:pt x="229" y="54"/>
                    </a:lnTo>
                    <a:lnTo>
                      <a:pt x="229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7" name="Rectangle 303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8" name="Rectangle 304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" name="Freeform 305"/>
              <p:cNvSpPr>
                <a:spLocks/>
              </p:cNvSpPr>
              <p:nvPr/>
            </p:nvSpPr>
            <p:spPr bwMode="auto">
              <a:xfrm>
                <a:off x="4292600" y="4975543"/>
                <a:ext cx="820738" cy="182563"/>
              </a:xfrm>
              <a:custGeom>
                <a:avLst/>
                <a:gdLst>
                  <a:gd name="T0" fmla="*/ 0 w 517"/>
                  <a:gd name="T1" fmla="*/ 0 h 115"/>
                  <a:gd name="T2" fmla="*/ 0 w 517"/>
                  <a:gd name="T3" fmla="*/ 115 h 115"/>
                  <a:gd name="T4" fmla="*/ 517 w 517"/>
                  <a:gd name="T5" fmla="*/ 115 h 115"/>
                  <a:gd name="T6" fmla="*/ 0 w 517"/>
                  <a:gd name="T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7" h="115">
                    <a:moveTo>
                      <a:pt x="0" y="0"/>
                    </a:moveTo>
                    <a:lnTo>
                      <a:pt x="0" y="115"/>
                    </a:lnTo>
                    <a:lnTo>
                      <a:pt x="517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" name="Rectangle 306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" name="Rectangle 307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2" name="Rectangle 308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3" name="Rectangle 309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4" name="Freeform 310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close/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5" name="Freeform 311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" name="Freeform 312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7" name="Freeform 313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8" name="Rectangle 314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9" name="Rectangle 315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0" name="Rectangle 316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1" name="Rectangle 317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2" name="Freeform 318"/>
              <p:cNvSpPr>
                <a:spLocks/>
              </p:cNvSpPr>
              <p:nvPr/>
            </p:nvSpPr>
            <p:spPr bwMode="auto">
              <a:xfrm>
                <a:off x="6788150" y="5396231"/>
                <a:ext cx="133350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3" name="Freeform 319"/>
              <p:cNvSpPr>
                <a:spLocks/>
              </p:cNvSpPr>
              <p:nvPr/>
            </p:nvSpPr>
            <p:spPr bwMode="auto">
              <a:xfrm>
                <a:off x="8007350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4" name="Freeform 320"/>
              <p:cNvSpPr>
                <a:spLocks/>
              </p:cNvSpPr>
              <p:nvPr/>
            </p:nvSpPr>
            <p:spPr bwMode="auto">
              <a:xfrm>
                <a:off x="8120063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5" name="Freeform 321"/>
              <p:cNvSpPr>
                <a:spLocks/>
              </p:cNvSpPr>
              <p:nvPr/>
            </p:nvSpPr>
            <p:spPr bwMode="auto">
              <a:xfrm>
                <a:off x="5208588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3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4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6" name="Freeform 322"/>
              <p:cNvSpPr>
                <a:spLocks/>
              </p:cNvSpPr>
              <p:nvPr/>
            </p:nvSpPr>
            <p:spPr bwMode="auto">
              <a:xfrm>
                <a:off x="5375275" y="5410518"/>
                <a:ext cx="101600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7" name="Freeform 323"/>
              <p:cNvSpPr>
                <a:spLocks/>
              </p:cNvSpPr>
              <p:nvPr/>
            </p:nvSpPr>
            <p:spPr bwMode="auto">
              <a:xfrm>
                <a:off x="3019425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8" name="Freeform 324"/>
              <p:cNvSpPr>
                <a:spLocks/>
              </p:cNvSpPr>
              <p:nvPr/>
            </p:nvSpPr>
            <p:spPr bwMode="auto">
              <a:xfrm>
                <a:off x="3848100" y="5415281"/>
                <a:ext cx="96838" cy="47625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20 h 20"/>
                  <a:gd name="T4" fmla="*/ 40 w 40"/>
                  <a:gd name="T5" fmla="*/ 20 h 20"/>
                  <a:gd name="T6" fmla="*/ 20 w 4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9" name="Freeform 325"/>
              <p:cNvSpPr>
                <a:spLocks/>
              </p:cNvSpPr>
              <p:nvPr/>
            </p:nvSpPr>
            <p:spPr bwMode="auto">
              <a:xfrm>
                <a:off x="8975725" y="5415281"/>
                <a:ext cx="92075" cy="47625"/>
              </a:xfrm>
              <a:custGeom>
                <a:avLst/>
                <a:gdLst>
                  <a:gd name="T0" fmla="*/ 20 w 39"/>
                  <a:gd name="T1" fmla="*/ 0 h 20"/>
                  <a:gd name="T2" fmla="*/ 0 w 39"/>
                  <a:gd name="T3" fmla="*/ 20 h 20"/>
                  <a:gd name="T4" fmla="*/ 39 w 39"/>
                  <a:gd name="T5" fmla="*/ 20 h 20"/>
                  <a:gd name="T6" fmla="*/ 20 w 39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0" name="Freeform 326"/>
              <p:cNvSpPr>
                <a:spLocks/>
              </p:cNvSpPr>
              <p:nvPr/>
            </p:nvSpPr>
            <p:spPr bwMode="auto">
              <a:xfrm>
                <a:off x="1908175" y="5462906"/>
                <a:ext cx="8375650" cy="341313"/>
              </a:xfrm>
              <a:custGeom>
                <a:avLst/>
                <a:gdLst>
                  <a:gd name="T0" fmla="*/ 3496 w 3496"/>
                  <a:gd name="T1" fmla="*/ 71 h 142"/>
                  <a:gd name="T2" fmla="*/ 3414 w 3496"/>
                  <a:gd name="T3" fmla="*/ 142 h 142"/>
                  <a:gd name="T4" fmla="*/ 82 w 3496"/>
                  <a:gd name="T5" fmla="*/ 142 h 142"/>
                  <a:gd name="T6" fmla="*/ 0 w 3496"/>
                  <a:gd name="T7" fmla="*/ 71 h 142"/>
                  <a:gd name="T8" fmla="*/ 82 w 3496"/>
                  <a:gd name="T9" fmla="*/ 0 h 142"/>
                  <a:gd name="T10" fmla="*/ 3414 w 3496"/>
                  <a:gd name="T11" fmla="*/ 0 h 142"/>
                  <a:gd name="T12" fmla="*/ 3496 w 3496"/>
                  <a:gd name="T13" fmla="*/ 7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96" h="142">
                    <a:moveTo>
                      <a:pt x="3496" y="71"/>
                    </a:moveTo>
                    <a:cubicBezTo>
                      <a:pt x="3496" y="110"/>
                      <a:pt x="3459" y="142"/>
                      <a:pt x="3414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37" y="142"/>
                      <a:pt x="0" y="110"/>
                      <a:pt x="0" y="71"/>
                    </a:cubicBezTo>
                    <a:cubicBezTo>
                      <a:pt x="0" y="32"/>
                      <a:pt x="37" y="0"/>
                      <a:pt x="82" y="0"/>
                    </a:cubicBezTo>
                    <a:cubicBezTo>
                      <a:pt x="3414" y="0"/>
                      <a:pt x="3414" y="0"/>
                      <a:pt x="3414" y="0"/>
                    </a:cubicBezTo>
                    <a:cubicBezTo>
                      <a:pt x="3459" y="0"/>
                      <a:pt x="3496" y="32"/>
                      <a:pt x="3496" y="71"/>
                    </a:cubicBezTo>
                    <a:close/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1" name="Freeform 327"/>
              <p:cNvSpPr>
                <a:spLocks/>
              </p:cNvSpPr>
              <p:nvPr/>
            </p:nvSpPr>
            <p:spPr bwMode="auto">
              <a:xfrm>
                <a:off x="1908175" y="5632768"/>
                <a:ext cx="8375650" cy="171450"/>
              </a:xfrm>
              <a:custGeom>
                <a:avLst/>
                <a:gdLst>
                  <a:gd name="T0" fmla="*/ 82 w 3496"/>
                  <a:gd name="T1" fmla="*/ 71 h 71"/>
                  <a:gd name="T2" fmla="*/ 3414 w 3496"/>
                  <a:gd name="T3" fmla="*/ 71 h 71"/>
                  <a:gd name="T4" fmla="*/ 3496 w 3496"/>
                  <a:gd name="T5" fmla="*/ 0 h 71"/>
                  <a:gd name="T6" fmla="*/ 0 w 3496"/>
                  <a:gd name="T7" fmla="*/ 0 h 71"/>
                  <a:gd name="T8" fmla="*/ 82 w 349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96" h="71">
                    <a:moveTo>
                      <a:pt x="82" y="71"/>
                    </a:moveTo>
                    <a:cubicBezTo>
                      <a:pt x="3414" y="71"/>
                      <a:pt x="3414" y="71"/>
                      <a:pt x="3414" y="71"/>
                    </a:cubicBezTo>
                    <a:cubicBezTo>
                      <a:pt x="3459" y="71"/>
                      <a:pt x="3496" y="39"/>
                      <a:pt x="349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9"/>
                      <a:pt x="37" y="71"/>
                      <a:pt x="82" y="71"/>
                    </a:cubicBez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2" name="Freeform 328"/>
              <p:cNvSpPr>
                <a:spLocks/>
              </p:cNvSpPr>
              <p:nvPr/>
            </p:nvSpPr>
            <p:spPr bwMode="auto">
              <a:xfrm>
                <a:off x="2684463" y="6074093"/>
                <a:ext cx="4170363" cy="327025"/>
              </a:xfrm>
              <a:custGeom>
                <a:avLst/>
                <a:gdLst>
                  <a:gd name="T0" fmla="*/ 870 w 1741"/>
                  <a:gd name="T1" fmla="*/ 136 h 136"/>
                  <a:gd name="T2" fmla="*/ 0 w 1741"/>
                  <a:gd name="T3" fmla="*/ 0 h 136"/>
                  <a:gd name="T4" fmla="*/ 870 w 1741"/>
                  <a:gd name="T5" fmla="*/ 0 h 136"/>
                  <a:gd name="T6" fmla="*/ 1741 w 1741"/>
                  <a:gd name="T7" fmla="*/ 0 h 136"/>
                  <a:gd name="T8" fmla="*/ 870 w 1741"/>
                  <a:gd name="T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41" h="136">
                    <a:moveTo>
                      <a:pt x="870" y="136"/>
                    </a:moveTo>
                    <a:cubicBezTo>
                      <a:pt x="529" y="136"/>
                      <a:pt x="551" y="0"/>
                      <a:pt x="0" y="0"/>
                    </a:cubicBezTo>
                    <a:cubicBezTo>
                      <a:pt x="870" y="0"/>
                      <a:pt x="870" y="0"/>
                      <a:pt x="870" y="0"/>
                    </a:cubicBezTo>
                    <a:cubicBezTo>
                      <a:pt x="1741" y="0"/>
                      <a:pt x="1741" y="0"/>
                      <a:pt x="1741" y="0"/>
                    </a:cubicBezTo>
                    <a:cubicBezTo>
                      <a:pt x="1189" y="0"/>
                      <a:pt x="1211" y="136"/>
                      <a:pt x="870" y="13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3" name="Freeform 329"/>
              <p:cNvSpPr>
                <a:spLocks/>
              </p:cNvSpPr>
              <p:nvPr/>
            </p:nvSpPr>
            <p:spPr bwMode="auto">
              <a:xfrm>
                <a:off x="4768850" y="6074093"/>
                <a:ext cx="2085975" cy="327025"/>
              </a:xfrm>
              <a:custGeom>
                <a:avLst/>
                <a:gdLst>
                  <a:gd name="T0" fmla="*/ 871 w 871"/>
                  <a:gd name="T1" fmla="*/ 0 h 136"/>
                  <a:gd name="T2" fmla="*/ 0 w 871"/>
                  <a:gd name="T3" fmla="*/ 136 h 136"/>
                  <a:gd name="T4" fmla="*/ 0 w 871"/>
                  <a:gd name="T5" fmla="*/ 0 h 136"/>
                  <a:gd name="T6" fmla="*/ 871 w 871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1" h="136">
                    <a:moveTo>
                      <a:pt x="871" y="0"/>
                    </a:moveTo>
                    <a:cubicBezTo>
                      <a:pt x="319" y="0"/>
                      <a:pt x="341" y="136"/>
                      <a:pt x="0" y="13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4" name="Freeform 330"/>
              <p:cNvSpPr>
                <a:spLocks/>
              </p:cNvSpPr>
              <p:nvPr/>
            </p:nvSpPr>
            <p:spPr bwMode="auto">
              <a:xfrm>
                <a:off x="5283200" y="6074093"/>
                <a:ext cx="4192588" cy="517525"/>
              </a:xfrm>
              <a:custGeom>
                <a:avLst/>
                <a:gdLst>
                  <a:gd name="T0" fmla="*/ 875 w 1750"/>
                  <a:gd name="T1" fmla="*/ 216 h 216"/>
                  <a:gd name="T2" fmla="*/ 0 w 1750"/>
                  <a:gd name="T3" fmla="*/ 0 h 216"/>
                  <a:gd name="T4" fmla="*/ 875 w 1750"/>
                  <a:gd name="T5" fmla="*/ 0 h 216"/>
                  <a:gd name="T6" fmla="*/ 1750 w 1750"/>
                  <a:gd name="T7" fmla="*/ 0 h 216"/>
                  <a:gd name="T8" fmla="*/ 875 w 1750"/>
                  <a:gd name="T9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0" h="216">
                    <a:moveTo>
                      <a:pt x="875" y="216"/>
                    </a:moveTo>
                    <a:cubicBezTo>
                      <a:pt x="532" y="216"/>
                      <a:pt x="554" y="0"/>
                      <a:pt x="0" y="0"/>
                    </a:cubicBezTo>
                    <a:cubicBezTo>
                      <a:pt x="875" y="0"/>
                      <a:pt x="875" y="0"/>
                      <a:pt x="875" y="0"/>
                    </a:cubicBezTo>
                    <a:cubicBezTo>
                      <a:pt x="1750" y="0"/>
                      <a:pt x="1750" y="0"/>
                      <a:pt x="1750" y="0"/>
                    </a:cubicBezTo>
                    <a:cubicBezTo>
                      <a:pt x="1196" y="0"/>
                      <a:pt x="1218" y="216"/>
                      <a:pt x="875" y="21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5" name="Freeform 331"/>
              <p:cNvSpPr>
                <a:spLocks/>
              </p:cNvSpPr>
              <p:nvPr/>
            </p:nvSpPr>
            <p:spPr bwMode="auto">
              <a:xfrm>
                <a:off x="7380288" y="6074093"/>
                <a:ext cx="2095500" cy="517525"/>
              </a:xfrm>
              <a:custGeom>
                <a:avLst/>
                <a:gdLst>
                  <a:gd name="T0" fmla="*/ 875 w 875"/>
                  <a:gd name="T1" fmla="*/ 0 h 216"/>
                  <a:gd name="T2" fmla="*/ 0 w 875"/>
                  <a:gd name="T3" fmla="*/ 216 h 216"/>
                  <a:gd name="T4" fmla="*/ 0 w 875"/>
                  <a:gd name="T5" fmla="*/ 0 h 216"/>
                  <a:gd name="T6" fmla="*/ 875 w 875"/>
                  <a:gd name="T7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5" h="216">
                    <a:moveTo>
                      <a:pt x="875" y="0"/>
                    </a:moveTo>
                    <a:cubicBezTo>
                      <a:pt x="321" y="0"/>
                      <a:pt x="343" y="216"/>
                      <a:pt x="0" y="21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6" name="Freeform 332"/>
              <p:cNvSpPr>
                <a:spLocks/>
              </p:cNvSpPr>
              <p:nvPr/>
            </p:nvSpPr>
            <p:spPr bwMode="auto">
              <a:xfrm>
                <a:off x="2590800" y="5797868"/>
                <a:ext cx="7008813" cy="439738"/>
              </a:xfrm>
              <a:custGeom>
                <a:avLst/>
                <a:gdLst>
                  <a:gd name="T0" fmla="*/ 2868 w 2926"/>
                  <a:gd name="T1" fmla="*/ 0 h 183"/>
                  <a:gd name="T2" fmla="*/ 58 w 2926"/>
                  <a:gd name="T3" fmla="*/ 0 h 183"/>
                  <a:gd name="T4" fmla="*/ 0 w 2926"/>
                  <a:gd name="T5" fmla="*/ 57 h 183"/>
                  <a:gd name="T6" fmla="*/ 58 w 2926"/>
                  <a:gd name="T7" fmla="*/ 115 h 183"/>
                  <a:gd name="T8" fmla="*/ 419 w 2926"/>
                  <a:gd name="T9" fmla="*/ 115 h 183"/>
                  <a:gd name="T10" fmla="*/ 909 w 2926"/>
                  <a:gd name="T11" fmla="*/ 163 h 183"/>
                  <a:gd name="T12" fmla="*/ 1392 w 2926"/>
                  <a:gd name="T13" fmla="*/ 115 h 183"/>
                  <a:gd name="T14" fmla="*/ 1999 w 2926"/>
                  <a:gd name="T15" fmla="*/ 183 h 183"/>
                  <a:gd name="T16" fmla="*/ 2620 w 2926"/>
                  <a:gd name="T17" fmla="*/ 115 h 183"/>
                  <a:gd name="T18" fmla="*/ 2868 w 2926"/>
                  <a:gd name="T19" fmla="*/ 115 h 183"/>
                  <a:gd name="T20" fmla="*/ 2926 w 2926"/>
                  <a:gd name="T21" fmla="*/ 57 h 183"/>
                  <a:gd name="T22" fmla="*/ 2868 w 2926"/>
                  <a:gd name="T23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26" h="183">
                    <a:moveTo>
                      <a:pt x="286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26" y="0"/>
                      <a:pt x="0" y="26"/>
                      <a:pt x="0" y="57"/>
                    </a:cubicBezTo>
                    <a:cubicBezTo>
                      <a:pt x="0" y="89"/>
                      <a:pt x="26" y="115"/>
                      <a:pt x="58" y="115"/>
                    </a:cubicBezTo>
                    <a:cubicBezTo>
                      <a:pt x="419" y="115"/>
                      <a:pt x="419" y="115"/>
                      <a:pt x="419" y="115"/>
                    </a:cubicBezTo>
                    <a:cubicBezTo>
                      <a:pt x="729" y="115"/>
                      <a:pt x="717" y="163"/>
                      <a:pt x="909" y="163"/>
                    </a:cubicBezTo>
                    <a:cubicBezTo>
                      <a:pt x="1100" y="163"/>
                      <a:pt x="1089" y="116"/>
                      <a:pt x="1392" y="115"/>
                    </a:cubicBezTo>
                    <a:cubicBezTo>
                      <a:pt x="1771" y="117"/>
                      <a:pt x="1759" y="183"/>
                      <a:pt x="1999" y="183"/>
                    </a:cubicBezTo>
                    <a:cubicBezTo>
                      <a:pt x="2242" y="183"/>
                      <a:pt x="2226" y="115"/>
                      <a:pt x="2620" y="115"/>
                    </a:cubicBezTo>
                    <a:cubicBezTo>
                      <a:pt x="2868" y="115"/>
                      <a:pt x="2868" y="115"/>
                      <a:pt x="2868" y="115"/>
                    </a:cubicBezTo>
                    <a:cubicBezTo>
                      <a:pt x="2900" y="115"/>
                      <a:pt x="2926" y="89"/>
                      <a:pt x="2926" y="57"/>
                    </a:cubicBezTo>
                    <a:cubicBezTo>
                      <a:pt x="2926" y="26"/>
                      <a:pt x="2900" y="0"/>
                      <a:pt x="2868" y="0"/>
                    </a:cubicBezTo>
                    <a:close/>
                  </a:path>
                </a:pathLst>
              </a:custGeom>
              <a:solidFill>
                <a:srgbClr val="36A4A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7" name="Freeform 333"/>
              <p:cNvSpPr>
                <a:spLocks/>
              </p:cNvSpPr>
              <p:nvPr/>
            </p:nvSpPr>
            <p:spPr bwMode="auto">
              <a:xfrm>
                <a:off x="3033713" y="5734368"/>
                <a:ext cx="6122988" cy="265113"/>
              </a:xfrm>
              <a:custGeom>
                <a:avLst/>
                <a:gdLst>
                  <a:gd name="T0" fmla="*/ 2535 w 2556"/>
                  <a:gd name="T1" fmla="*/ 0 h 111"/>
                  <a:gd name="T2" fmla="*/ 21 w 2556"/>
                  <a:gd name="T3" fmla="*/ 0 h 111"/>
                  <a:gd name="T4" fmla="*/ 0 w 2556"/>
                  <a:gd name="T5" fmla="*/ 21 h 111"/>
                  <a:gd name="T6" fmla="*/ 21 w 2556"/>
                  <a:gd name="T7" fmla="*/ 43 h 111"/>
                  <a:gd name="T8" fmla="*/ 234 w 2556"/>
                  <a:gd name="T9" fmla="*/ 43 h 111"/>
                  <a:gd name="T10" fmla="*/ 724 w 2556"/>
                  <a:gd name="T11" fmla="*/ 91 h 111"/>
                  <a:gd name="T12" fmla="*/ 1207 w 2556"/>
                  <a:gd name="T13" fmla="*/ 43 h 111"/>
                  <a:gd name="T14" fmla="*/ 1814 w 2556"/>
                  <a:gd name="T15" fmla="*/ 111 h 111"/>
                  <a:gd name="T16" fmla="*/ 2435 w 2556"/>
                  <a:gd name="T17" fmla="*/ 43 h 111"/>
                  <a:gd name="T18" fmla="*/ 2535 w 2556"/>
                  <a:gd name="T19" fmla="*/ 43 h 111"/>
                  <a:gd name="T20" fmla="*/ 2556 w 2556"/>
                  <a:gd name="T21" fmla="*/ 21 h 111"/>
                  <a:gd name="T22" fmla="*/ 2535 w 2556"/>
                  <a:gd name="T2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56" h="111">
                    <a:moveTo>
                      <a:pt x="2535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3"/>
                      <a:pt x="9" y="43"/>
                      <a:pt x="21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544" y="43"/>
                      <a:pt x="532" y="91"/>
                      <a:pt x="724" y="91"/>
                    </a:cubicBezTo>
                    <a:cubicBezTo>
                      <a:pt x="915" y="91"/>
                      <a:pt x="904" y="44"/>
                      <a:pt x="1207" y="43"/>
                    </a:cubicBezTo>
                    <a:cubicBezTo>
                      <a:pt x="1586" y="45"/>
                      <a:pt x="1574" y="111"/>
                      <a:pt x="1814" y="111"/>
                    </a:cubicBezTo>
                    <a:cubicBezTo>
                      <a:pt x="2057" y="111"/>
                      <a:pt x="2041" y="43"/>
                      <a:pt x="2435" y="43"/>
                    </a:cubicBezTo>
                    <a:cubicBezTo>
                      <a:pt x="2535" y="43"/>
                      <a:pt x="2535" y="43"/>
                      <a:pt x="2535" y="43"/>
                    </a:cubicBezTo>
                    <a:cubicBezTo>
                      <a:pt x="2547" y="43"/>
                      <a:pt x="2556" y="33"/>
                      <a:pt x="2556" y="21"/>
                    </a:cubicBezTo>
                    <a:cubicBezTo>
                      <a:pt x="2556" y="9"/>
                      <a:pt x="2547" y="0"/>
                      <a:pt x="2535" y="0"/>
                    </a:cubicBezTo>
                    <a:close/>
                  </a:path>
                </a:pathLst>
              </a:custGeom>
              <a:solidFill>
                <a:srgbClr val="FFF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" name="矩形 3"/>
              <p:cNvSpPr/>
              <p:nvPr/>
            </p:nvSpPr>
            <p:spPr>
              <a:xfrm>
                <a:off x="4138614" y="3307081"/>
                <a:ext cx="523874" cy="93345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5" name="组合 344"/>
            <p:cNvGrpSpPr/>
            <p:nvPr/>
          </p:nvGrpSpPr>
          <p:grpSpPr>
            <a:xfrm>
              <a:off x="3132193" y="2945827"/>
              <a:ext cx="1714500" cy="1711960"/>
              <a:chOff x="4283076" y="2977358"/>
              <a:chExt cx="1714500" cy="1711960"/>
            </a:xfrm>
          </p:grpSpPr>
          <p:grpSp>
            <p:nvGrpSpPr>
              <p:cNvPr id="343" name="组合 342"/>
              <p:cNvGrpSpPr/>
              <p:nvPr/>
            </p:nvGrpSpPr>
            <p:grpSpPr>
              <a:xfrm>
                <a:off x="4283076" y="2977358"/>
                <a:ext cx="1714500" cy="1617186"/>
                <a:chOff x="4283076" y="2977358"/>
                <a:chExt cx="1714500" cy="1617186"/>
              </a:xfrm>
            </p:grpSpPr>
            <p:grpSp>
              <p:nvGrpSpPr>
                <p:cNvPr id="8" name="组合 7"/>
                <p:cNvGrpSpPr/>
                <p:nvPr/>
              </p:nvGrpSpPr>
              <p:grpSpPr>
                <a:xfrm>
                  <a:off x="4283076" y="3091181"/>
                  <a:ext cx="1714500" cy="1503363"/>
                  <a:chOff x="4283076" y="3091181"/>
                  <a:chExt cx="1714500" cy="1503363"/>
                </a:xfrm>
              </p:grpSpPr>
              <p:grpSp>
                <p:nvGrpSpPr>
                  <p:cNvPr id="6" name="组合 5"/>
                  <p:cNvGrpSpPr/>
                  <p:nvPr/>
                </p:nvGrpSpPr>
                <p:grpSpPr>
                  <a:xfrm>
                    <a:off x="4689475" y="3091181"/>
                    <a:ext cx="1308101" cy="1503363"/>
                    <a:chOff x="4689475" y="3091181"/>
                    <a:chExt cx="1308101" cy="1503363"/>
                  </a:xfrm>
                </p:grpSpPr>
                <p:sp>
                  <p:nvSpPr>
                    <p:cNvPr id="173" name="Freeform 40"/>
                    <p:cNvSpPr>
                      <a:spLocks/>
                    </p:cNvSpPr>
                    <p:nvPr/>
                  </p:nvSpPr>
                  <p:spPr bwMode="auto">
                    <a:xfrm>
                      <a:off x="4689475" y="3091181"/>
                      <a:ext cx="471488" cy="757238"/>
                    </a:xfrm>
                    <a:custGeom>
                      <a:avLst/>
                      <a:gdLst>
                        <a:gd name="T0" fmla="*/ 113 w 197"/>
                        <a:gd name="T1" fmla="*/ 149 h 316"/>
                        <a:gd name="T2" fmla="*/ 189 w 197"/>
                        <a:gd name="T3" fmla="*/ 311 h 316"/>
                        <a:gd name="T4" fmla="*/ 84 w 197"/>
                        <a:gd name="T5" fmla="*/ 166 h 316"/>
                        <a:gd name="T6" fmla="*/ 8 w 197"/>
                        <a:gd name="T7" fmla="*/ 4 h 316"/>
                        <a:gd name="T8" fmla="*/ 113 w 197"/>
                        <a:gd name="T9" fmla="*/ 149 h 31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7" h="316">
                          <a:moveTo>
                            <a:pt x="113" y="149"/>
                          </a:moveTo>
                          <a:cubicBezTo>
                            <a:pt x="163" y="234"/>
                            <a:pt x="197" y="307"/>
                            <a:pt x="189" y="311"/>
                          </a:cubicBezTo>
                          <a:cubicBezTo>
                            <a:pt x="181" y="316"/>
                            <a:pt x="134" y="251"/>
                            <a:pt x="84" y="166"/>
                          </a:cubicBezTo>
                          <a:cubicBezTo>
                            <a:pt x="34" y="81"/>
                            <a:pt x="0" y="9"/>
                            <a:pt x="8" y="4"/>
                          </a:cubicBezTo>
                          <a:cubicBezTo>
                            <a:pt x="16" y="0"/>
                            <a:pt x="63" y="64"/>
                            <a:pt x="113" y="149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4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4708525" y="3091181"/>
                      <a:ext cx="452438" cy="746125"/>
                    </a:xfrm>
                    <a:custGeom>
                      <a:avLst/>
                      <a:gdLst>
                        <a:gd name="T0" fmla="*/ 105 w 189"/>
                        <a:gd name="T1" fmla="*/ 149 h 311"/>
                        <a:gd name="T2" fmla="*/ 0 w 189"/>
                        <a:gd name="T3" fmla="*/ 4 h 311"/>
                        <a:gd name="T4" fmla="*/ 181 w 189"/>
                        <a:gd name="T5" fmla="*/ 311 h 311"/>
                        <a:gd name="T6" fmla="*/ 105 w 189"/>
                        <a:gd name="T7" fmla="*/ 149 h 3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9" h="311">
                          <a:moveTo>
                            <a:pt x="105" y="149"/>
                          </a:moveTo>
                          <a:cubicBezTo>
                            <a:pt x="55" y="64"/>
                            <a:pt x="8" y="0"/>
                            <a:pt x="0" y="4"/>
                          </a:cubicBezTo>
                          <a:cubicBezTo>
                            <a:pt x="181" y="311"/>
                            <a:pt x="181" y="311"/>
                            <a:pt x="181" y="311"/>
                          </a:cubicBezTo>
                          <a:cubicBezTo>
                            <a:pt x="189" y="307"/>
                            <a:pt x="155" y="234"/>
                            <a:pt x="105" y="149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5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57200" cy="766763"/>
                    </a:xfrm>
                    <a:custGeom>
                      <a:avLst/>
                      <a:gdLst>
                        <a:gd name="T0" fmla="*/ 81 w 191"/>
                        <a:gd name="T1" fmla="*/ 152 h 320"/>
                        <a:gd name="T2" fmla="*/ 183 w 191"/>
                        <a:gd name="T3" fmla="*/ 5 h 320"/>
                        <a:gd name="T4" fmla="*/ 110 w 191"/>
                        <a:gd name="T5" fmla="*/ 168 h 320"/>
                        <a:gd name="T6" fmla="*/ 8 w 191"/>
                        <a:gd name="T7" fmla="*/ 315 h 320"/>
                        <a:gd name="T8" fmla="*/ 81 w 191"/>
                        <a:gd name="T9" fmla="*/ 152 h 3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1" h="320">
                          <a:moveTo>
                            <a:pt x="81" y="152"/>
                          </a:moveTo>
                          <a:cubicBezTo>
                            <a:pt x="130" y="66"/>
                            <a:pt x="175" y="0"/>
                            <a:pt x="183" y="5"/>
                          </a:cubicBezTo>
                          <a:cubicBezTo>
                            <a:pt x="191" y="9"/>
                            <a:pt x="158" y="82"/>
                            <a:pt x="110" y="168"/>
                          </a:cubicBezTo>
                          <a:cubicBezTo>
                            <a:pt x="62" y="254"/>
                            <a:pt x="16" y="320"/>
                            <a:pt x="8" y="315"/>
                          </a:cubicBezTo>
                          <a:cubicBezTo>
                            <a:pt x="0" y="311"/>
                            <a:pt x="33" y="238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6" name="Freeform 43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38150" cy="755650"/>
                    </a:xfrm>
                    <a:custGeom>
                      <a:avLst/>
                      <a:gdLst>
                        <a:gd name="T0" fmla="*/ 81 w 183"/>
                        <a:gd name="T1" fmla="*/ 152 h 315"/>
                        <a:gd name="T2" fmla="*/ 8 w 183"/>
                        <a:gd name="T3" fmla="*/ 315 h 315"/>
                        <a:gd name="T4" fmla="*/ 183 w 183"/>
                        <a:gd name="T5" fmla="*/ 5 h 315"/>
                        <a:gd name="T6" fmla="*/ 81 w 183"/>
                        <a:gd name="T7" fmla="*/ 152 h 3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3" h="315">
                          <a:moveTo>
                            <a:pt x="81" y="152"/>
                          </a:moveTo>
                          <a:cubicBezTo>
                            <a:pt x="33" y="238"/>
                            <a:pt x="0" y="311"/>
                            <a:pt x="8" y="315"/>
                          </a:cubicBezTo>
                          <a:cubicBezTo>
                            <a:pt x="183" y="5"/>
                            <a:pt x="183" y="5"/>
                            <a:pt x="183" y="5"/>
                          </a:cubicBezTo>
                          <a:cubicBezTo>
                            <a:pt x="175" y="0"/>
                            <a:pt x="130" y="66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7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84138"/>
                    </a:xfrm>
                    <a:custGeom>
                      <a:avLst/>
                      <a:gdLst>
                        <a:gd name="T0" fmla="*/ 179 w 357"/>
                        <a:gd name="T1" fmla="*/ 1 h 35"/>
                        <a:gd name="T2" fmla="*/ 1 w 357"/>
                        <a:gd name="T3" fmla="*/ 20 h 35"/>
                        <a:gd name="T4" fmla="*/ 179 w 357"/>
                        <a:gd name="T5" fmla="*/ 34 h 35"/>
                        <a:gd name="T6" fmla="*/ 357 w 357"/>
                        <a:gd name="T7" fmla="*/ 16 h 35"/>
                        <a:gd name="T8" fmla="*/ 179 w 357"/>
                        <a:gd name="T9" fmla="*/ 1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57" h="35">
                          <a:moveTo>
                            <a:pt x="179" y="1"/>
                          </a:moveTo>
                          <a:cubicBezTo>
                            <a:pt x="80" y="2"/>
                            <a:pt x="0" y="10"/>
                            <a:pt x="1" y="20"/>
                          </a:cubicBezTo>
                          <a:cubicBezTo>
                            <a:pt x="1" y="29"/>
                            <a:pt x="81" y="35"/>
                            <a:pt x="179" y="34"/>
                          </a:cubicBezTo>
                          <a:cubicBezTo>
                            <a:pt x="277" y="33"/>
                            <a:pt x="357" y="25"/>
                            <a:pt x="357" y="16"/>
                          </a:cubicBezTo>
                          <a:cubicBezTo>
                            <a:pt x="357" y="7"/>
                            <a:pt x="277" y="0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8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47625"/>
                    </a:xfrm>
                    <a:custGeom>
                      <a:avLst/>
                      <a:gdLst>
                        <a:gd name="T0" fmla="*/ 179 w 357"/>
                        <a:gd name="T1" fmla="*/ 1 h 20"/>
                        <a:gd name="T2" fmla="*/ 357 w 357"/>
                        <a:gd name="T3" fmla="*/ 16 h 20"/>
                        <a:gd name="T4" fmla="*/ 1 w 357"/>
                        <a:gd name="T5" fmla="*/ 20 h 20"/>
                        <a:gd name="T6" fmla="*/ 179 w 357"/>
                        <a:gd name="T7" fmla="*/ 1 h 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57" h="20">
                          <a:moveTo>
                            <a:pt x="179" y="1"/>
                          </a:moveTo>
                          <a:cubicBezTo>
                            <a:pt x="277" y="0"/>
                            <a:pt x="357" y="7"/>
                            <a:pt x="357" y="16"/>
                          </a:cubicBezTo>
                          <a:cubicBezTo>
                            <a:pt x="1" y="20"/>
                            <a:pt x="1" y="20"/>
                            <a:pt x="1" y="20"/>
                          </a:cubicBezTo>
                          <a:cubicBezTo>
                            <a:pt x="0" y="10"/>
                            <a:pt x="80" y="2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2" name="组合 1"/>
                    <p:cNvGrpSpPr/>
                    <p:nvPr/>
                  </p:nvGrpSpPr>
                  <p:grpSpPr>
                    <a:xfrm>
                      <a:off x="5062538" y="3762694"/>
                      <a:ext cx="150813" cy="150813"/>
                      <a:chOff x="5062538" y="3762694"/>
                      <a:chExt cx="150813" cy="150813"/>
                    </a:xfrm>
                  </p:grpSpPr>
                  <p:sp>
                    <p:nvSpPr>
                      <p:cNvPr id="179" name="Oval 46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62538" y="3762694"/>
                        <a:ext cx="150813" cy="150813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180" name="Oval 4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97463" y="3796031"/>
                        <a:ext cx="82550" cy="84138"/>
                      </a:xfrm>
                      <a:prstGeom prst="ellipse">
                        <a:avLst/>
                      </a:prstGeom>
                      <a:solidFill>
                        <a:srgbClr val="336F7E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7" name="矩形 6"/>
                  <p:cNvSpPr/>
                  <p:nvPr/>
                </p:nvSpPr>
                <p:spPr>
                  <a:xfrm>
                    <a:off x="4283076" y="3321369"/>
                    <a:ext cx="360362" cy="1030287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42" name="矩形 341"/>
                <p:cNvSpPr/>
                <p:nvPr/>
              </p:nvSpPr>
              <p:spPr>
                <a:xfrm>
                  <a:off x="4835525" y="2977358"/>
                  <a:ext cx="609600" cy="5048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4" name="矩形 343"/>
              <p:cNvSpPr/>
              <p:nvPr/>
            </p:nvSpPr>
            <p:spPr>
              <a:xfrm>
                <a:off x="4840288" y="4638836"/>
                <a:ext cx="609600" cy="5048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2" name="组合 351"/>
            <p:cNvGrpSpPr/>
            <p:nvPr/>
          </p:nvGrpSpPr>
          <p:grpSpPr>
            <a:xfrm>
              <a:off x="4418067" y="3731163"/>
              <a:ext cx="943769" cy="955201"/>
              <a:chOff x="5568950" y="3762694"/>
              <a:chExt cx="943769" cy="955201"/>
            </a:xfrm>
          </p:grpSpPr>
          <p:grpSp>
            <p:nvGrpSpPr>
              <p:cNvPr id="348" name="组合 347"/>
              <p:cNvGrpSpPr/>
              <p:nvPr/>
            </p:nvGrpSpPr>
            <p:grpSpPr>
              <a:xfrm>
                <a:off x="5568950" y="3762694"/>
                <a:ext cx="835026" cy="841375"/>
                <a:chOff x="5568950" y="3762694"/>
                <a:chExt cx="835026" cy="841375"/>
              </a:xfrm>
            </p:grpSpPr>
            <p:sp>
              <p:nvSpPr>
                <p:cNvPr id="162" name="Freeform 29"/>
                <p:cNvSpPr>
                  <a:spLocks/>
                </p:cNvSpPr>
                <p:nvPr/>
              </p:nvSpPr>
              <p:spPr bwMode="auto">
                <a:xfrm>
                  <a:off x="6038850" y="3762694"/>
                  <a:ext cx="155575" cy="482600"/>
                </a:xfrm>
                <a:custGeom>
                  <a:avLst/>
                  <a:gdLst>
                    <a:gd name="T0" fmla="*/ 42 w 65"/>
                    <a:gd name="T1" fmla="*/ 103 h 201"/>
                    <a:gd name="T2" fmla="*/ 5 w 65"/>
                    <a:gd name="T3" fmla="*/ 200 h 201"/>
                    <a:gd name="T4" fmla="*/ 23 w 65"/>
                    <a:gd name="T5" fmla="*/ 98 h 201"/>
                    <a:gd name="T6" fmla="*/ 60 w 65"/>
                    <a:gd name="T7" fmla="*/ 1 h 201"/>
                    <a:gd name="T8" fmla="*/ 42 w 65"/>
                    <a:gd name="T9" fmla="*/ 10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201">
                      <a:moveTo>
                        <a:pt x="42" y="103"/>
                      </a:moveTo>
                      <a:cubicBezTo>
                        <a:pt x="26" y="158"/>
                        <a:pt x="10" y="201"/>
                        <a:pt x="5" y="200"/>
                      </a:cubicBezTo>
                      <a:cubicBezTo>
                        <a:pt x="0" y="198"/>
                        <a:pt x="8" y="153"/>
                        <a:pt x="23" y="98"/>
                      </a:cubicBezTo>
                      <a:cubicBezTo>
                        <a:pt x="38" y="43"/>
                        <a:pt x="55" y="0"/>
                        <a:pt x="60" y="1"/>
                      </a:cubicBezTo>
                      <a:cubicBezTo>
                        <a:pt x="65" y="3"/>
                        <a:pt x="57" y="48"/>
                        <a:pt x="42" y="103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3" name="Freeform 30"/>
                <p:cNvSpPr>
                  <a:spLocks/>
                </p:cNvSpPr>
                <p:nvPr/>
              </p:nvSpPr>
              <p:spPr bwMode="auto">
                <a:xfrm>
                  <a:off x="6049963" y="3765869"/>
                  <a:ext cx="144463" cy="479425"/>
                </a:xfrm>
                <a:custGeom>
                  <a:avLst/>
                  <a:gdLst>
                    <a:gd name="T0" fmla="*/ 37 w 60"/>
                    <a:gd name="T1" fmla="*/ 102 h 200"/>
                    <a:gd name="T2" fmla="*/ 55 w 60"/>
                    <a:gd name="T3" fmla="*/ 0 h 200"/>
                    <a:gd name="T4" fmla="*/ 0 w 60"/>
                    <a:gd name="T5" fmla="*/ 199 h 200"/>
                    <a:gd name="T6" fmla="*/ 37 w 60"/>
                    <a:gd name="T7" fmla="*/ 102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0" h="200">
                      <a:moveTo>
                        <a:pt x="37" y="102"/>
                      </a:moveTo>
                      <a:cubicBezTo>
                        <a:pt x="52" y="47"/>
                        <a:pt x="60" y="2"/>
                        <a:pt x="55" y="0"/>
                      </a:cubicBezTo>
                      <a:cubicBezTo>
                        <a:pt x="0" y="199"/>
                        <a:pt x="0" y="199"/>
                        <a:pt x="0" y="199"/>
                      </a:cubicBezTo>
                      <a:cubicBezTo>
                        <a:pt x="5" y="200"/>
                        <a:pt x="21" y="157"/>
                        <a:pt x="37" y="102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4" name="Freeform 31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4188" cy="147638"/>
                </a:xfrm>
                <a:custGeom>
                  <a:avLst/>
                  <a:gdLst>
                    <a:gd name="T0" fmla="*/ 98 w 202"/>
                    <a:gd name="T1" fmla="*/ 21 h 62"/>
                    <a:gd name="T2" fmla="*/ 201 w 202"/>
                    <a:gd name="T3" fmla="*/ 5 h 62"/>
                    <a:gd name="T4" fmla="*/ 103 w 202"/>
                    <a:gd name="T5" fmla="*/ 40 h 62"/>
                    <a:gd name="T6" fmla="*/ 1 w 202"/>
                    <a:gd name="T7" fmla="*/ 56 h 62"/>
                    <a:gd name="T8" fmla="*/ 98 w 202"/>
                    <a:gd name="T9" fmla="*/ 2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2" h="62">
                      <a:moveTo>
                        <a:pt x="98" y="21"/>
                      </a:moveTo>
                      <a:cubicBezTo>
                        <a:pt x="154" y="7"/>
                        <a:pt x="199" y="0"/>
                        <a:pt x="201" y="5"/>
                      </a:cubicBezTo>
                      <a:cubicBezTo>
                        <a:pt x="202" y="10"/>
                        <a:pt x="158" y="26"/>
                        <a:pt x="103" y="40"/>
                      </a:cubicBezTo>
                      <a:cubicBezTo>
                        <a:pt x="48" y="54"/>
                        <a:pt x="2" y="62"/>
                        <a:pt x="1" y="56"/>
                      </a:cubicBezTo>
                      <a:cubicBezTo>
                        <a:pt x="0" y="51"/>
                        <a:pt x="43" y="36"/>
                        <a:pt x="98" y="2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5" name="Freeform 32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1013" cy="133350"/>
                </a:xfrm>
                <a:custGeom>
                  <a:avLst/>
                  <a:gdLst>
                    <a:gd name="T0" fmla="*/ 98 w 201"/>
                    <a:gd name="T1" fmla="*/ 21 h 56"/>
                    <a:gd name="T2" fmla="*/ 1 w 201"/>
                    <a:gd name="T3" fmla="*/ 56 h 56"/>
                    <a:gd name="T4" fmla="*/ 201 w 201"/>
                    <a:gd name="T5" fmla="*/ 5 h 56"/>
                    <a:gd name="T6" fmla="*/ 98 w 201"/>
                    <a:gd name="T7" fmla="*/ 21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1" h="56">
                      <a:moveTo>
                        <a:pt x="98" y="21"/>
                      </a:moveTo>
                      <a:cubicBezTo>
                        <a:pt x="43" y="36"/>
                        <a:pt x="0" y="51"/>
                        <a:pt x="1" y="56"/>
                      </a:cubicBezTo>
                      <a:cubicBezTo>
                        <a:pt x="201" y="5"/>
                        <a:pt x="201" y="5"/>
                        <a:pt x="201" y="5"/>
                      </a:cubicBezTo>
                      <a:cubicBezTo>
                        <a:pt x="199" y="0"/>
                        <a:pt x="154" y="7"/>
                        <a:pt x="98" y="2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6" name="Freeform 33"/>
                <p:cNvSpPr>
                  <a:spLocks/>
                </p:cNvSpPr>
                <p:nvPr/>
              </p:nvSpPr>
              <p:spPr bwMode="auto">
                <a:xfrm>
                  <a:off x="6040438" y="4232594"/>
                  <a:ext cx="363538" cy="371475"/>
                </a:xfrm>
                <a:custGeom>
                  <a:avLst/>
                  <a:gdLst>
                    <a:gd name="T0" fmla="*/ 83 w 152"/>
                    <a:gd name="T1" fmla="*/ 71 h 155"/>
                    <a:gd name="T2" fmla="*/ 4 w 152"/>
                    <a:gd name="T3" fmla="*/ 4 h 155"/>
                    <a:gd name="T4" fmla="*/ 69 w 152"/>
                    <a:gd name="T5" fmla="*/ 84 h 155"/>
                    <a:gd name="T6" fmla="*/ 148 w 152"/>
                    <a:gd name="T7" fmla="*/ 151 h 155"/>
                    <a:gd name="T8" fmla="*/ 83 w 152"/>
                    <a:gd name="T9" fmla="*/ 7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2" h="155">
                      <a:moveTo>
                        <a:pt x="83" y="71"/>
                      </a:moveTo>
                      <a:cubicBezTo>
                        <a:pt x="43" y="30"/>
                        <a:pt x="8" y="0"/>
                        <a:pt x="4" y="4"/>
                      </a:cubicBezTo>
                      <a:cubicBezTo>
                        <a:pt x="0" y="8"/>
                        <a:pt x="29" y="44"/>
                        <a:pt x="69" y="84"/>
                      </a:cubicBezTo>
                      <a:cubicBezTo>
                        <a:pt x="109" y="125"/>
                        <a:pt x="144" y="155"/>
                        <a:pt x="148" y="151"/>
                      </a:cubicBezTo>
                      <a:cubicBezTo>
                        <a:pt x="152" y="147"/>
                        <a:pt x="123" y="111"/>
                        <a:pt x="83" y="7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7" name="Freeform 34"/>
                <p:cNvSpPr>
                  <a:spLocks/>
                </p:cNvSpPr>
                <p:nvPr/>
              </p:nvSpPr>
              <p:spPr bwMode="auto">
                <a:xfrm>
                  <a:off x="6049963" y="4232594"/>
                  <a:ext cx="354013" cy="361950"/>
                </a:xfrm>
                <a:custGeom>
                  <a:avLst/>
                  <a:gdLst>
                    <a:gd name="T0" fmla="*/ 79 w 148"/>
                    <a:gd name="T1" fmla="*/ 71 h 151"/>
                    <a:gd name="T2" fmla="*/ 144 w 148"/>
                    <a:gd name="T3" fmla="*/ 151 h 151"/>
                    <a:gd name="T4" fmla="*/ 0 w 148"/>
                    <a:gd name="T5" fmla="*/ 4 h 151"/>
                    <a:gd name="T6" fmla="*/ 79 w 148"/>
                    <a:gd name="T7" fmla="*/ 7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8" h="151">
                      <a:moveTo>
                        <a:pt x="79" y="71"/>
                      </a:moveTo>
                      <a:cubicBezTo>
                        <a:pt x="119" y="111"/>
                        <a:pt x="148" y="147"/>
                        <a:pt x="144" y="151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4" y="0"/>
                        <a:pt x="39" y="30"/>
                        <a:pt x="79" y="7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8" name="Oval 35"/>
                <p:cNvSpPr>
                  <a:spLocks noChangeArrowheads="1"/>
                </p:cNvSpPr>
                <p:nvPr/>
              </p:nvSpPr>
              <p:spPr bwMode="auto">
                <a:xfrm>
                  <a:off x="6007100" y="4199256"/>
                  <a:ext cx="85725" cy="8572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9" name="Oval 36"/>
                <p:cNvSpPr>
                  <a:spLocks noChangeArrowheads="1"/>
                </p:cNvSpPr>
                <p:nvPr/>
              </p:nvSpPr>
              <p:spPr bwMode="auto">
                <a:xfrm>
                  <a:off x="6026150" y="4218306"/>
                  <a:ext cx="47625" cy="47625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0" name="矩形 349"/>
              <p:cNvSpPr/>
              <p:nvPr/>
            </p:nvSpPr>
            <p:spPr>
              <a:xfrm>
                <a:off x="6419056" y="4103211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1" name="矩形 350"/>
              <p:cNvSpPr/>
              <p:nvPr/>
            </p:nvSpPr>
            <p:spPr>
              <a:xfrm rot="16200000">
                <a:off x="6025358" y="4404363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9" name="组合 358"/>
            <p:cNvGrpSpPr/>
            <p:nvPr/>
          </p:nvGrpSpPr>
          <p:grpSpPr>
            <a:xfrm>
              <a:off x="7856591" y="4472528"/>
              <a:ext cx="666751" cy="659130"/>
              <a:chOff x="9007474" y="4504059"/>
              <a:chExt cx="666751" cy="659130"/>
            </a:xfrm>
          </p:grpSpPr>
          <p:grpSp>
            <p:nvGrpSpPr>
              <p:cNvPr id="354" name="组合 353"/>
              <p:cNvGrpSpPr/>
              <p:nvPr/>
            </p:nvGrpSpPr>
            <p:grpSpPr>
              <a:xfrm>
                <a:off x="9174163" y="4551681"/>
                <a:ext cx="500062" cy="577850"/>
                <a:chOff x="9174163" y="4551681"/>
                <a:chExt cx="500062" cy="577850"/>
              </a:xfrm>
            </p:grpSpPr>
            <p:sp>
              <p:nvSpPr>
                <p:cNvPr id="191" name="Freeform 58"/>
                <p:cNvSpPr>
                  <a:spLocks/>
                </p:cNvSpPr>
                <p:nvPr/>
              </p:nvSpPr>
              <p:spPr bwMode="auto">
                <a:xfrm>
                  <a:off x="9174163" y="4551681"/>
                  <a:ext cx="179388" cy="292100"/>
                </a:xfrm>
                <a:custGeom>
                  <a:avLst/>
                  <a:gdLst>
                    <a:gd name="T0" fmla="*/ 43 w 75"/>
                    <a:gd name="T1" fmla="*/ 58 h 122"/>
                    <a:gd name="T2" fmla="*/ 72 w 75"/>
                    <a:gd name="T3" fmla="*/ 120 h 122"/>
                    <a:gd name="T4" fmla="*/ 32 w 75"/>
                    <a:gd name="T5" fmla="*/ 64 h 122"/>
                    <a:gd name="T6" fmla="*/ 3 w 75"/>
                    <a:gd name="T7" fmla="*/ 2 h 122"/>
                    <a:gd name="T8" fmla="*/ 43 w 75"/>
                    <a:gd name="T9" fmla="*/ 58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122">
                      <a:moveTo>
                        <a:pt x="43" y="58"/>
                      </a:moveTo>
                      <a:cubicBezTo>
                        <a:pt x="62" y="90"/>
                        <a:pt x="75" y="118"/>
                        <a:pt x="72" y="120"/>
                      </a:cubicBezTo>
                      <a:cubicBezTo>
                        <a:pt x="69" y="122"/>
                        <a:pt x="51" y="97"/>
                        <a:pt x="32" y="64"/>
                      </a:cubicBezTo>
                      <a:cubicBezTo>
                        <a:pt x="13" y="32"/>
                        <a:pt x="0" y="4"/>
                        <a:pt x="3" y="2"/>
                      </a:cubicBezTo>
                      <a:cubicBezTo>
                        <a:pt x="6" y="0"/>
                        <a:pt x="24" y="25"/>
                        <a:pt x="43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2" name="Freeform 59"/>
                <p:cNvSpPr>
                  <a:spLocks/>
                </p:cNvSpPr>
                <p:nvPr/>
              </p:nvSpPr>
              <p:spPr bwMode="auto">
                <a:xfrm>
                  <a:off x="9180513" y="4551681"/>
                  <a:ext cx="173038" cy="287338"/>
                </a:xfrm>
                <a:custGeom>
                  <a:avLst/>
                  <a:gdLst>
                    <a:gd name="T0" fmla="*/ 40 w 72"/>
                    <a:gd name="T1" fmla="*/ 58 h 120"/>
                    <a:gd name="T2" fmla="*/ 0 w 72"/>
                    <a:gd name="T3" fmla="*/ 2 h 120"/>
                    <a:gd name="T4" fmla="*/ 69 w 72"/>
                    <a:gd name="T5" fmla="*/ 120 h 120"/>
                    <a:gd name="T6" fmla="*/ 40 w 72"/>
                    <a:gd name="T7" fmla="*/ 58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20">
                      <a:moveTo>
                        <a:pt x="40" y="58"/>
                      </a:moveTo>
                      <a:cubicBezTo>
                        <a:pt x="21" y="25"/>
                        <a:pt x="3" y="0"/>
                        <a:pt x="0" y="2"/>
                      </a:cubicBezTo>
                      <a:cubicBezTo>
                        <a:pt x="69" y="120"/>
                        <a:pt x="69" y="120"/>
                        <a:pt x="69" y="120"/>
                      </a:cubicBezTo>
                      <a:cubicBezTo>
                        <a:pt x="72" y="118"/>
                        <a:pt x="59" y="90"/>
                        <a:pt x="40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3" name="Freeform 60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74625" cy="295275"/>
                </a:xfrm>
                <a:custGeom>
                  <a:avLst/>
                  <a:gdLst>
                    <a:gd name="T0" fmla="*/ 31 w 73"/>
                    <a:gd name="T1" fmla="*/ 58 h 123"/>
                    <a:gd name="T2" fmla="*/ 70 w 73"/>
                    <a:gd name="T3" fmla="*/ 2 h 123"/>
                    <a:gd name="T4" fmla="*/ 42 w 73"/>
                    <a:gd name="T5" fmla="*/ 65 h 123"/>
                    <a:gd name="T6" fmla="*/ 3 w 73"/>
                    <a:gd name="T7" fmla="*/ 121 h 123"/>
                    <a:gd name="T8" fmla="*/ 31 w 73"/>
                    <a:gd name="T9" fmla="*/ 58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" h="123">
                      <a:moveTo>
                        <a:pt x="31" y="58"/>
                      </a:moveTo>
                      <a:cubicBezTo>
                        <a:pt x="50" y="26"/>
                        <a:pt x="67" y="0"/>
                        <a:pt x="70" y="2"/>
                      </a:cubicBezTo>
                      <a:cubicBezTo>
                        <a:pt x="73" y="4"/>
                        <a:pt x="61" y="32"/>
                        <a:pt x="42" y="65"/>
                      </a:cubicBezTo>
                      <a:cubicBezTo>
                        <a:pt x="24" y="98"/>
                        <a:pt x="6" y="123"/>
                        <a:pt x="3" y="121"/>
                      </a:cubicBezTo>
                      <a:cubicBezTo>
                        <a:pt x="0" y="119"/>
                        <a:pt x="13" y="91"/>
                        <a:pt x="31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4" name="Freeform 61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68275" cy="290513"/>
                </a:xfrm>
                <a:custGeom>
                  <a:avLst/>
                  <a:gdLst>
                    <a:gd name="T0" fmla="*/ 31 w 70"/>
                    <a:gd name="T1" fmla="*/ 58 h 121"/>
                    <a:gd name="T2" fmla="*/ 3 w 70"/>
                    <a:gd name="T3" fmla="*/ 121 h 121"/>
                    <a:gd name="T4" fmla="*/ 70 w 70"/>
                    <a:gd name="T5" fmla="*/ 2 h 121"/>
                    <a:gd name="T6" fmla="*/ 31 w 70"/>
                    <a:gd name="T7" fmla="*/ 58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0" h="121">
                      <a:moveTo>
                        <a:pt x="31" y="58"/>
                      </a:moveTo>
                      <a:cubicBezTo>
                        <a:pt x="13" y="91"/>
                        <a:pt x="0" y="119"/>
                        <a:pt x="3" y="121"/>
                      </a:cubicBezTo>
                      <a:cubicBezTo>
                        <a:pt x="70" y="2"/>
                        <a:pt x="70" y="2"/>
                        <a:pt x="70" y="2"/>
                      </a:cubicBezTo>
                      <a:cubicBezTo>
                        <a:pt x="67" y="0"/>
                        <a:pt x="50" y="26"/>
                        <a:pt x="31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5" name="Freeform 62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33338"/>
                </a:xfrm>
                <a:custGeom>
                  <a:avLst/>
                  <a:gdLst>
                    <a:gd name="T0" fmla="*/ 69 w 137"/>
                    <a:gd name="T1" fmla="*/ 1 h 14"/>
                    <a:gd name="T2" fmla="*/ 0 w 137"/>
                    <a:gd name="T3" fmla="*/ 8 h 14"/>
                    <a:gd name="T4" fmla="*/ 69 w 137"/>
                    <a:gd name="T5" fmla="*/ 14 h 14"/>
                    <a:gd name="T6" fmla="*/ 137 w 137"/>
                    <a:gd name="T7" fmla="*/ 7 h 14"/>
                    <a:gd name="T8" fmla="*/ 69 w 137"/>
                    <a:gd name="T9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14">
                      <a:moveTo>
                        <a:pt x="69" y="1"/>
                      </a:moveTo>
                      <a:cubicBezTo>
                        <a:pt x="31" y="1"/>
                        <a:pt x="0" y="4"/>
                        <a:pt x="0" y="8"/>
                      </a:cubicBezTo>
                      <a:cubicBezTo>
                        <a:pt x="0" y="11"/>
                        <a:pt x="31" y="14"/>
                        <a:pt x="69" y="14"/>
                      </a:cubicBezTo>
                      <a:cubicBezTo>
                        <a:pt x="107" y="13"/>
                        <a:pt x="137" y="10"/>
                        <a:pt x="137" y="7"/>
                      </a:cubicBezTo>
                      <a:cubicBezTo>
                        <a:pt x="137" y="3"/>
                        <a:pt x="106" y="0"/>
                        <a:pt x="69" y="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6" name="Freeform 63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19050"/>
                </a:xfrm>
                <a:custGeom>
                  <a:avLst/>
                  <a:gdLst>
                    <a:gd name="T0" fmla="*/ 69 w 137"/>
                    <a:gd name="T1" fmla="*/ 1 h 8"/>
                    <a:gd name="T2" fmla="*/ 137 w 137"/>
                    <a:gd name="T3" fmla="*/ 7 h 8"/>
                    <a:gd name="T4" fmla="*/ 0 w 137"/>
                    <a:gd name="T5" fmla="*/ 8 h 8"/>
                    <a:gd name="T6" fmla="*/ 69 w 137"/>
                    <a:gd name="T7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7" h="8">
                      <a:moveTo>
                        <a:pt x="69" y="1"/>
                      </a:moveTo>
                      <a:cubicBezTo>
                        <a:pt x="106" y="0"/>
                        <a:pt x="137" y="3"/>
                        <a:pt x="13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4"/>
                        <a:pt x="31" y="1"/>
                        <a:pt x="69" y="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7" name="Oval 64"/>
                <p:cNvSpPr>
                  <a:spLocks noChangeArrowheads="1"/>
                </p:cNvSpPr>
                <p:nvPr/>
              </p:nvSpPr>
              <p:spPr bwMode="auto">
                <a:xfrm>
                  <a:off x="9317038" y="4810444"/>
                  <a:ext cx="58738" cy="5715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8" name="Oval 65"/>
                <p:cNvSpPr>
                  <a:spLocks noChangeArrowheads="1"/>
                </p:cNvSpPr>
                <p:nvPr/>
              </p:nvSpPr>
              <p:spPr bwMode="auto">
                <a:xfrm>
                  <a:off x="9329738" y="4823144"/>
                  <a:ext cx="31750" cy="33338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5" name="矩形 354"/>
              <p:cNvSpPr/>
              <p:nvPr/>
            </p:nvSpPr>
            <p:spPr>
              <a:xfrm>
                <a:off x="9007474" y="4624231"/>
                <a:ext cx="104776" cy="4849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7" name="矩形 356"/>
              <p:cNvSpPr/>
              <p:nvPr/>
            </p:nvSpPr>
            <p:spPr>
              <a:xfrm>
                <a:off x="9280526" y="4504059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" name="矩形 357"/>
              <p:cNvSpPr/>
              <p:nvPr/>
            </p:nvSpPr>
            <p:spPr>
              <a:xfrm>
                <a:off x="9292431" y="5111122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0" name="组合 669"/>
            <p:cNvGrpSpPr/>
            <p:nvPr/>
          </p:nvGrpSpPr>
          <p:grpSpPr>
            <a:xfrm>
              <a:off x="3994205" y="2800887"/>
              <a:ext cx="611188" cy="369888"/>
              <a:chOff x="5145088" y="2832418"/>
              <a:chExt cx="611188" cy="369888"/>
            </a:xfrm>
          </p:grpSpPr>
          <p:sp>
            <p:nvSpPr>
              <p:cNvPr id="668" name="Freeform 280"/>
              <p:cNvSpPr>
                <a:spLocks/>
              </p:cNvSpPr>
              <p:nvPr/>
            </p:nvSpPr>
            <p:spPr bwMode="auto">
              <a:xfrm>
                <a:off x="5145088" y="2832418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1 h 154"/>
                  <a:gd name="T4" fmla="*/ 204 w 255"/>
                  <a:gd name="T5" fmla="*/ 46 h 154"/>
                  <a:gd name="T6" fmla="*/ 145 w 255"/>
                  <a:gd name="T7" fmla="*/ 0 h 154"/>
                  <a:gd name="T8" fmla="*/ 91 w 255"/>
                  <a:gd name="T9" fmla="*/ 30 h 154"/>
                  <a:gd name="T10" fmla="*/ 53 w 255"/>
                  <a:gd name="T11" fmla="*/ 36 h 154"/>
                  <a:gd name="T12" fmla="*/ 34 w 255"/>
                  <a:gd name="T13" fmla="*/ 71 h 154"/>
                  <a:gd name="T14" fmla="*/ 0 w 255"/>
                  <a:gd name="T15" fmla="*/ 112 h 154"/>
                  <a:gd name="T16" fmla="*/ 31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1"/>
                    </a:cubicBezTo>
                    <a:cubicBezTo>
                      <a:pt x="255" y="48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0"/>
                    </a:cubicBezTo>
                    <a:cubicBezTo>
                      <a:pt x="104" y="0"/>
                      <a:pt x="91" y="30"/>
                      <a:pt x="91" y="30"/>
                    </a:cubicBezTo>
                    <a:cubicBezTo>
                      <a:pt x="91" y="30"/>
                      <a:pt x="70" y="22"/>
                      <a:pt x="53" y="36"/>
                    </a:cubicBezTo>
                    <a:cubicBezTo>
                      <a:pt x="30" y="54"/>
                      <a:pt x="34" y="71"/>
                      <a:pt x="34" y="71"/>
                    </a:cubicBezTo>
                    <a:cubicBezTo>
                      <a:pt x="34" y="71"/>
                      <a:pt x="1" y="77"/>
                      <a:pt x="0" y="112"/>
                    </a:cubicBezTo>
                    <a:cubicBezTo>
                      <a:pt x="0" y="148"/>
                      <a:pt x="31" y="152"/>
                      <a:pt x="31" y="152"/>
                    </a:cubicBezTo>
                    <a:cubicBezTo>
                      <a:pt x="31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9" name="Freeform 281"/>
              <p:cNvSpPr>
                <a:spLocks/>
              </p:cNvSpPr>
              <p:nvPr/>
            </p:nvSpPr>
            <p:spPr bwMode="auto">
              <a:xfrm>
                <a:off x="5448300" y="2832418"/>
                <a:ext cx="307975" cy="369888"/>
              </a:xfrm>
              <a:custGeom>
                <a:avLst/>
                <a:gdLst>
                  <a:gd name="T0" fmla="*/ 77 w 128"/>
                  <a:gd name="T1" fmla="*/ 46 h 154"/>
                  <a:gd name="T2" fmla="*/ 18 w 128"/>
                  <a:gd name="T3" fmla="*/ 0 h 154"/>
                  <a:gd name="T4" fmla="*/ 0 w 128"/>
                  <a:gd name="T5" fmla="*/ 2 h 154"/>
                  <a:gd name="T6" fmla="*/ 0 w 128"/>
                  <a:gd name="T7" fmla="*/ 153 h 154"/>
                  <a:gd name="T8" fmla="*/ 77 w 128"/>
                  <a:gd name="T9" fmla="*/ 154 h 154"/>
                  <a:gd name="T10" fmla="*/ 127 w 128"/>
                  <a:gd name="T11" fmla="*/ 101 h 154"/>
                  <a:gd name="T12" fmla="*/ 77 w 128"/>
                  <a:gd name="T13" fmla="*/ 4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4">
                    <a:moveTo>
                      <a:pt x="77" y="46"/>
                    </a:moveTo>
                    <a:cubicBezTo>
                      <a:pt x="77" y="46"/>
                      <a:pt x="59" y="1"/>
                      <a:pt x="18" y="0"/>
                    </a:cubicBezTo>
                    <a:cubicBezTo>
                      <a:pt x="11" y="0"/>
                      <a:pt x="5" y="1"/>
                      <a:pt x="0" y="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7" y="153"/>
                      <a:pt x="71" y="154"/>
                      <a:pt x="77" y="154"/>
                    </a:cubicBezTo>
                    <a:cubicBezTo>
                      <a:pt x="90" y="154"/>
                      <a:pt x="126" y="150"/>
                      <a:pt x="127" y="101"/>
                    </a:cubicBezTo>
                    <a:cubicBezTo>
                      <a:pt x="128" y="48"/>
                      <a:pt x="77" y="46"/>
                      <a:pt x="77" y="4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3" name="组合 672"/>
            <p:cNvGrpSpPr/>
            <p:nvPr/>
          </p:nvGrpSpPr>
          <p:grpSpPr>
            <a:xfrm>
              <a:off x="1500242" y="3623212"/>
              <a:ext cx="508000" cy="309563"/>
              <a:chOff x="2651125" y="3654743"/>
              <a:chExt cx="508000" cy="309563"/>
            </a:xfrm>
          </p:grpSpPr>
          <p:sp>
            <p:nvSpPr>
              <p:cNvPr id="671" name="Freeform 282"/>
              <p:cNvSpPr>
                <a:spLocks/>
              </p:cNvSpPr>
              <p:nvPr/>
            </p:nvSpPr>
            <p:spPr bwMode="auto">
              <a:xfrm>
                <a:off x="2651125" y="3654743"/>
                <a:ext cx="508000" cy="309563"/>
              </a:xfrm>
              <a:custGeom>
                <a:avLst/>
                <a:gdLst>
                  <a:gd name="T0" fmla="*/ 169 w 212"/>
                  <a:gd name="T1" fmla="*/ 128 h 129"/>
                  <a:gd name="T2" fmla="*/ 212 w 212"/>
                  <a:gd name="T3" fmla="*/ 85 h 129"/>
                  <a:gd name="T4" fmla="*/ 170 w 212"/>
                  <a:gd name="T5" fmla="*/ 38 h 129"/>
                  <a:gd name="T6" fmla="*/ 121 w 212"/>
                  <a:gd name="T7" fmla="*/ 1 h 129"/>
                  <a:gd name="T8" fmla="*/ 76 w 212"/>
                  <a:gd name="T9" fmla="*/ 26 h 129"/>
                  <a:gd name="T10" fmla="*/ 44 w 212"/>
                  <a:gd name="T11" fmla="*/ 30 h 129"/>
                  <a:gd name="T12" fmla="*/ 29 w 212"/>
                  <a:gd name="T13" fmla="*/ 60 h 129"/>
                  <a:gd name="T14" fmla="*/ 0 w 212"/>
                  <a:gd name="T15" fmla="*/ 94 h 129"/>
                  <a:gd name="T16" fmla="*/ 26 w 212"/>
                  <a:gd name="T17" fmla="*/ 127 h 129"/>
                  <a:gd name="T18" fmla="*/ 169 w 212"/>
                  <a:gd name="T19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2" h="129">
                    <a:moveTo>
                      <a:pt x="169" y="128"/>
                    </a:moveTo>
                    <a:cubicBezTo>
                      <a:pt x="180" y="129"/>
                      <a:pt x="211" y="125"/>
                      <a:pt x="212" y="85"/>
                    </a:cubicBezTo>
                    <a:cubicBezTo>
                      <a:pt x="212" y="41"/>
                      <a:pt x="170" y="38"/>
                      <a:pt x="170" y="38"/>
                    </a:cubicBezTo>
                    <a:cubicBezTo>
                      <a:pt x="170" y="38"/>
                      <a:pt x="155" y="1"/>
                      <a:pt x="121" y="1"/>
                    </a:cubicBezTo>
                    <a:cubicBezTo>
                      <a:pt x="86" y="0"/>
                      <a:pt x="76" y="26"/>
                      <a:pt x="76" y="26"/>
                    </a:cubicBezTo>
                    <a:cubicBezTo>
                      <a:pt x="76" y="26"/>
                      <a:pt x="59" y="19"/>
                      <a:pt x="44" y="30"/>
                    </a:cubicBezTo>
                    <a:cubicBezTo>
                      <a:pt x="25" y="45"/>
                      <a:pt x="29" y="60"/>
                      <a:pt x="29" y="60"/>
                    </a:cubicBezTo>
                    <a:cubicBezTo>
                      <a:pt x="29" y="60"/>
                      <a:pt x="1" y="64"/>
                      <a:pt x="0" y="94"/>
                    </a:cubicBezTo>
                    <a:cubicBezTo>
                      <a:pt x="0" y="123"/>
                      <a:pt x="26" y="127"/>
                      <a:pt x="26" y="127"/>
                    </a:cubicBezTo>
                    <a:cubicBezTo>
                      <a:pt x="26" y="127"/>
                      <a:pt x="159" y="128"/>
                      <a:pt x="169" y="128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2" name="Freeform 283"/>
              <p:cNvSpPr>
                <a:spLocks/>
              </p:cNvSpPr>
              <p:nvPr/>
            </p:nvSpPr>
            <p:spPr bwMode="auto">
              <a:xfrm>
                <a:off x="2905125" y="3657918"/>
                <a:ext cx="254000" cy="306388"/>
              </a:xfrm>
              <a:custGeom>
                <a:avLst/>
                <a:gdLst>
                  <a:gd name="T0" fmla="*/ 64 w 106"/>
                  <a:gd name="T1" fmla="*/ 37 h 128"/>
                  <a:gd name="T2" fmla="*/ 15 w 106"/>
                  <a:gd name="T3" fmla="*/ 0 h 128"/>
                  <a:gd name="T4" fmla="*/ 0 w 106"/>
                  <a:gd name="T5" fmla="*/ 1 h 128"/>
                  <a:gd name="T6" fmla="*/ 0 w 106"/>
                  <a:gd name="T7" fmla="*/ 127 h 128"/>
                  <a:gd name="T8" fmla="*/ 63 w 106"/>
                  <a:gd name="T9" fmla="*/ 127 h 128"/>
                  <a:gd name="T10" fmla="*/ 106 w 106"/>
                  <a:gd name="T11" fmla="*/ 84 h 128"/>
                  <a:gd name="T12" fmla="*/ 64 w 106"/>
                  <a:gd name="T13" fmla="*/ 3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28">
                    <a:moveTo>
                      <a:pt x="64" y="37"/>
                    </a:moveTo>
                    <a:cubicBezTo>
                      <a:pt x="64" y="37"/>
                      <a:pt x="49" y="0"/>
                      <a:pt x="15" y="0"/>
                    </a:cubicBezTo>
                    <a:cubicBezTo>
                      <a:pt x="9" y="0"/>
                      <a:pt x="4" y="0"/>
                      <a:pt x="0" y="1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30" y="127"/>
                      <a:pt x="59" y="127"/>
                      <a:pt x="63" y="127"/>
                    </a:cubicBezTo>
                    <a:cubicBezTo>
                      <a:pt x="74" y="128"/>
                      <a:pt x="105" y="124"/>
                      <a:pt x="106" y="84"/>
                    </a:cubicBezTo>
                    <a:cubicBezTo>
                      <a:pt x="106" y="40"/>
                      <a:pt x="64" y="37"/>
                      <a:pt x="64" y="37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58" name="组合 957"/>
            <p:cNvGrpSpPr/>
            <p:nvPr/>
          </p:nvGrpSpPr>
          <p:grpSpPr>
            <a:xfrm>
              <a:off x="7629580" y="3753387"/>
              <a:ext cx="534988" cy="288926"/>
              <a:chOff x="8780463" y="3784918"/>
              <a:chExt cx="534988" cy="288926"/>
            </a:xfrm>
          </p:grpSpPr>
          <p:sp>
            <p:nvSpPr>
              <p:cNvPr id="956" name="Freeform 286"/>
              <p:cNvSpPr>
                <a:spLocks/>
              </p:cNvSpPr>
              <p:nvPr/>
            </p:nvSpPr>
            <p:spPr bwMode="auto">
              <a:xfrm>
                <a:off x="8780463" y="3784918"/>
                <a:ext cx="534988" cy="288925"/>
              </a:xfrm>
              <a:custGeom>
                <a:avLst/>
                <a:gdLst>
                  <a:gd name="T0" fmla="*/ 20 w 223"/>
                  <a:gd name="T1" fmla="*/ 121 h 121"/>
                  <a:gd name="T2" fmla="*/ 192 w 223"/>
                  <a:gd name="T3" fmla="*/ 121 h 121"/>
                  <a:gd name="T4" fmla="*/ 223 w 223"/>
                  <a:gd name="T5" fmla="*/ 95 h 121"/>
                  <a:gd name="T6" fmla="*/ 193 w 223"/>
                  <a:gd name="T7" fmla="*/ 57 h 121"/>
                  <a:gd name="T8" fmla="*/ 177 w 223"/>
                  <a:gd name="T9" fmla="*/ 32 h 121"/>
                  <a:gd name="T10" fmla="*/ 139 w 223"/>
                  <a:gd name="T11" fmla="*/ 29 h 121"/>
                  <a:gd name="T12" fmla="*/ 102 w 223"/>
                  <a:gd name="T13" fmla="*/ 0 h 121"/>
                  <a:gd name="T14" fmla="*/ 66 w 223"/>
                  <a:gd name="T15" fmla="*/ 30 h 121"/>
                  <a:gd name="T16" fmla="*/ 31 w 223"/>
                  <a:gd name="T17" fmla="*/ 40 h 121"/>
                  <a:gd name="T18" fmla="*/ 23 w 223"/>
                  <a:gd name="T19" fmla="*/ 71 h 121"/>
                  <a:gd name="T20" fmla="*/ 0 w 223"/>
                  <a:gd name="T21" fmla="*/ 101 h 121"/>
                  <a:gd name="T22" fmla="*/ 20 w 223"/>
                  <a:gd name="T2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3" h="121">
                    <a:moveTo>
                      <a:pt x="20" y="121"/>
                    </a:moveTo>
                    <a:cubicBezTo>
                      <a:pt x="41" y="121"/>
                      <a:pt x="117" y="121"/>
                      <a:pt x="192" y="121"/>
                    </a:cubicBezTo>
                    <a:cubicBezTo>
                      <a:pt x="206" y="121"/>
                      <a:pt x="223" y="109"/>
                      <a:pt x="223" y="95"/>
                    </a:cubicBezTo>
                    <a:cubicBezTo>
                      <a:pt x="223" y="62"/>
                      <a:pt x="193" y="57"/>
                      <a:pt x="193" y="57"/>
                    </a:cubicBezTo>
                    <a:cubicBezTo>
                      <a:pt x="193" y="57"/>
                      <a:pt x="195" y="41"/>
                      <a:pt x="177" y="32"/>
                    </a:cubicBezTo>
                    <a:cubicBezTo>
                      <a:pt x="159" y="23"/>
                      <a:pt x="139" y="29"/>
                      <a:pt x="139" y="29"/>
                    </a:cubicBezTo>
                    <a:cubicBezTo>
                      <a:pt x="139" y="29"/>
                      <a:pt x="136" y="0"/>
                      <a:pt x="102" y="0"/>
                    </a:cubicBezTo>
                    <a:cubicBezTo>
                      <a:pt x="67" y="0"/>
                      <a:pt x="66" y="30"/>
                      <a:pt x="66" y="30"/>
                    </a:cubicBezTo>
                    <a:cubicBezTo>
                      <a:pt x="66" y="30"/>
                      <a:pt x="48" y="24"/>
                      <a:pt x="31" y="40"/>
                    </a:cubicBezTo>
                    <a:cubicBezTo>
                      <a:pt x="14" y="57"/>
                      <a:pt x="23" y="71"/>
                      <a:pt x="23" y="71"/>
                    </a:cubicBezTo>
                    <a:cubicBezTo>
                      <a:pt x="23" y="71"/>
                      <a:pt x="0" y="79"/>
                      <a:pt x="0" y="101"/>
                    </a:cubicBezTo>
                    <a:cubicBezTo>
                      <a:pt x="0" y="109"/>
                      <a:pt x="8" y="121"/>
                      <a:pt x="20" y="121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7" name="Freeform 287"/>
              <p:cNvSpPr>
                <a:spLocks/>
              </p:cNvSpPr>
              <p:nvPr/>
            </p:nvSpPr>
            <p:spPr bwMode="auto">
              <a:xfrm>
                <a:off x="9048750" y="3786506"/>
                <a:ext cx="266700" cy="287338"/>
              </a:xfrm>
              <a:custGeom>
                <a:avLst/>
                <a:gdLst>
                  <a:gd name="T0" fmla="*/ 81 w 111"/>
                  <a:gd name="T1" fmla="*/ 56 h 120"/>
                  <a:gd name="T2" fmla="*/ 65 w 111"/>
                  <a:gd name="T3" fmla="*/ 31 h 120"/>
                  <a:gd name="T4" fmla="*/ 27 w 111"/>
                  <a:gd name="T5" fmla="*/ 28 h 120"/>
                  <a:gd name="T6" fmla="*/ 0 w 111"/>
                  <a:gd name="T7" fmla="*/ 0 h 120"/>
                  <a:gd name="T8" fmla="*/ 0 w 111"/>
                  <a:gd name="T9" fmla="*/ 120 h 120"/>
                  <a:gd name="T10" fmla="*/ 80 w 111"/>
                  <a:gd name="T11" fmla="*/ 120 h 120"/>
                  <a:gd name="T12" fmla="*/ 111 w 111"/>
                  <a:gd name="T13" fmla="*/ 94 h 120"/>
                  <a:gd name="T14" fmla="*/ 81 w 111"/>
                  <a:gd name="T15" fmla="*/ 56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20">
                    <a:moveTo>
                      <a:pt x="81" y="56"/>
                    </a:moveTo>
                    <a:cubicBezTo>
                      <a:pt x="81" y="56"/>
                      <a:pt x="83" y="40"/>
                      <a:pt x="65" y="31"/>
                    </a:cubicBezTo>
                    <a:cubicBezTo>
                      <a:pt x="47" y="22"/>
                      <a:pt x="27" y="28"/>
                      <a:pt x="27" y="28"/>
                    </a:cubicBezTo>
                    <a:cubicBezTo>
                      <a:pt x="27" y="28"/>
                      <a:pt x="25" y="5"/>
                      <a:pt x="0" y="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5" y="120"/>
                      <a:pt x="52" y="120"/>
                      <a:pt x="80" y="120"/>
                    </a:cubicBezTo>
                    <a:cubicBezTo>
                      <a:pt x="94" y="120"/>
                      <a:pt x="111" y="108"/>
                      <a:pt x="111" y="94"/>
                    </a:cubicBezTo>
                    <a:cubicBezTo>
                      <a:pt x="111" y="61"/>
                      <a:pt x="81" y="56"/>
                      <a:pt x="81" y="5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85" name="组合 984"/>
            <p:cNvGrpSpPr/>
            <p:nvPr/>
          </p:nvGrpSpPr>
          <p:grpSpPr>
            <a:xfrm>
              <a:off x="6350848" y="5169756"/>
              <a:ext cx="331788" cy="265113"/>
              <a:chOff x="7501731" y="5201287"/>
              <a:chExt cx="331788" cy="265113"/>
            </a:xfrm>
          </p:grpSpPr>
          <p:sp>
            <p:nvSpPr>
              <p:cNvPr id="962" name="Freeform 234"/>
              <p:cNvSpPr>
                <a:spLocks/>
              </p:cNvSpPr>
              <p:nvPr/>
            </p:nvSpPr>
            <p:spPr bwMode="auto">
              <a:xfrm>
                <a:off x="7592219" y="5344162"/>
                <a:ext cx="19050" cy="122238"/>
              </a:xfrm>
              <a:custGeom>
                <a:avLst/>
                <a:gdLst>
                  <a:gd name="T0" fmla="*/ 12 w 12"/>
                  <a:gd name="T1" fmla="*/ 77 h 77"/>
                  <a:gd name="T2" fmla="*/ 1 w 12"/>
                  <a:gd name="T3" fmla="*/ 77 h 77"/>
                  <a:gd name="T4" fmla="*/ 0 w 12"/>
                  <a:gd name="T5" fmla="*/ 0 h 77"/>
                  <a:gd name="T6" fmla="*/ 10 w 12"/>
                  <a:gd name="T7" fmla="*/ 0 h 77"/>
                  <a:gd name="T8" fmla="*/ 12 w 12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7">
                    <a:moveTo>
                      <a:pt x="12" y="77"/>
                    </a:moveTo>
                    <a:lnTo>
                      <a:pt x="1" y="77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77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9" name="Freeform 241"/>
              <p:cNvSpPr>
                <a:spLocks/>
              </p:cNvSpPr>
              <p:nvPr/>
            </p:nvSpPr>
            <p:spPr bwMode="auto">
              <a:xfrm>
                <a:off x="7580313" y="5261293"/>
                <a:ext cx="211138" cy="125413"/>
              </a:xfrm>
              <a:custGeom>
                <a:avLst/>
                <a:gdLst>
                  <a:gd name="T0" fmla="*/ 88 w 88"/>
                  <a:gd name="T1" fmla="*/ 32 h 52"/>
                  <a:gd name="T2" fmla="*/ 75 w 88"/>
                  <a:gd name="T3" fmla="*/ 43 h 52"/>
                  <a:gd name="T4" fmla="*/ 14 w 88"/>
                  <a:gd name="T5" fmla="*/ 52 h 52"/>
                  <a:gd name="T6" fmla="*/ 1 w 88"/>
                  <a:gd name="T7" fmla="*/ 41 h 52"/>
                  <a:gd name="T8" fmla="*/ 0 w 88"/>
                  <a:gd name="T9" fmla="*/ 12 h 52"/>
                  <a:gd name="T10" fmla="*/ 13 w 88"/>
                  <a:gd name="T11" fmla="*/ 1 h 52"/>
                  <a:gd name="T12" fmla="*/ 74 w 88"/>
                  <a:gd name="T13" fmla="*/ 0 h 52"/>
                  <a:gd name="T14" fmla="*/ 87 w 88"/>
                  <a:gd name="T15" fmla="*/ 11 h 52"/>
                  <a:gd name="T16" fmla="*/ 88 w 88"/>
                  <a:gd name="T17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52">
                    <a:moveTo>
                      <a:pt x="88" y="32"/>
                    </a:moveTo>
                    <a:cubicBezTo>
                      <a:pt x="88" y="38"/>
                      <a:pt x="82" y="43"/>
                      <a:pt x="75" y="4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7" y="52"/>
                      <a:pt x="1" y="47"/>
                      <a:pt x="1" y="4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6"/>
                      <a:pt x="6" y="1"/>
                      <a:pt x="13" y="1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81" y="0"/>
                      <a:pt x="87" y="5"/>
                      <a:pt x="87" y="11"/>
                    </a:cubicBezTo>
                    <a:lnTo>
                      <a:pt x="88" y="32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0" name="Freeform 232"/>
              <p:cNvSpPr>
                <a:spLocks/>
              </p:cNvSpPr>
              <p:nvPr/>
            </p:nvSpPr>
            <p:spPr bwMode="auto">
              <a:xfrm>
                <a:off x="7554119" y="5201287"/>
                <a:ext cx="117475" cy="171450"/>
              </a:xfrm>
              <a:custGeom>
                <a:avLst/>
                <a:gdLst>
                  <a:gd name="T0" fmla="*/ 0 w 49"/>
                  <a:gd name="T1" fmla="*/ 25 h 71"/>
                  <a:gd name="T2" fmla="*/ 0 w 49"/>
                  <a:gd name="T3" fmla="*/ 1 h 71"/>
                  <a:gd name="T4" fmla="*/ 48 w 49"/>
                  <a:gd name="T5" fmla="*/ 36 h 71"/>
                  <a:gd name="T6" fmla="*/ 0 w 49"/>
                  <a:gd name="T7" fmla="*/ 2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71">
                    <a:moveTo>
                      <a:pt x="0" y="2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8" y="0"/>
                      <a:pt x="48" y="36"/>
                    </a:cubicBezTo>
                    <a:cubicBezTo>
                      <a:pt x="49" y="71"/>
                      <a:pt x="1" y="40"/>
                      <a:pt x="0" y="25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1" name="Freeform 247"/>
              <p:cNvSpPr>
                <a:spLocks/>
              </p:cNvSpPr>
              <p:nvPr/>
            </p:nvSpPr>
            <p:spPr bwMode="auto">
              <a:xfrm>
                <a:off x="7582694" y="5247325"/>
                <a:ext cx="52388" cy="139700"/>
              </a:xfrm>
              <a:custGeom>
                <a:avLst/>
                <a:gdLst>
                  <a:gd name="T0" fmla="*/ 0 w 22"/>
                  <a:gd name="T1" fmla="*/ 0 h 58"/>
                  <a:gd name="T2" fmla="*/ 6 w 22"/>
                  <a:gd name="T3" fmla="*/ 0 h 58"/>
                  <a:gd name="T4" fmla="*/ 22 w 22"/>
                  <a:gd name="T5" fmla="*/ 15 h 58"/>
                  <a:gd name="T6" fmla="*/ 17 w 22"/>
                  <a:gd name="T7" fmla="*/ 42 h 58"/>
                  <a:gd name="T8" fmla="*/ 2 w 22"/>
                  <a:gd name="T9" fmla="*/ 58 h 58"/>
                  <a:gd name="T10" fmla="*/ 0 w 22"/>
                  <a:gd name="T11" fmla="*/ 58 h 58"/>
                  <a:gd name="T12" fmla="*/ 0 w 22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5" y="0"/>
                      <a:pt x="22" y="7"/>
                      <a:pt x="22" y="15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5" y="52"/>
                      <a:pt x="10" y="58"/>
                      <a:pt x="2" y="58"/>
                    </a:cubicBezTo>
                    <a:cubicBezTo>
                      <a:pt x="0" y="58"/>
                      <a:pt x="0" y="58"/>
                      <a:pt x="0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3" name="Freeform 251"/>
              <p:cNvSpPr>
                <a:spLocks/>
              </p:cNvSpPr>
              <p:nvPr/>
            </p:nvSpPr>
            <p:spPr bwMode="auto">
              <a:xfrm>
                <a:off x="7583488" y="5343843"/>
                <a:ext cx="38100" cy="42863"/>
              </a:xfrm>
              <a:custGeom>
                <a:avLst/>
                <a:gdLst>
                  <a:gd name="T0" fmla="*/ 1 w 16"/>
                  <a:gd name="T1" fmla="*/ 1 h 18"/>
                  <a:gd name="T2" fmla="*/ 0 w 16"/>
                  <a:gd name="T3" fmla="*/ 1 h 18"/>
                  <a:gd name="T4" fmla="*/ 0 w 16"/>
                  <a:gd name="T5" fmla="*/ 18 h 18"/>
                  <a:gd name="T6" fmla="*/ 2 w 16"/>
                  <a:gd name="T7" fmla="*/ 18 h 18"/>
                  <a:gd name="T8" fmla="*/ 16 w 16"/>
                  <a:gd name="T9" fmla="*/ 5 h 18"/>
                  <a:gd name="T10" fmla="*/ 1 w 16"/>
                  <a:gd name="T1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9" y="18"/>
                      <a:pt x="14" y="13"/>
                      <a:pt x="16" y="5"/>
                    </a:cubicBezTo>
                    <a:cubicBezTo>
                      <a:pt x="13" y="2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9" name="Freeform 231"/>
              <p:cNvSpPr>
                <a:spLocks/>
              </p:cNvSpPr>
              <p:nvPr/>
            </p:nvSpPr>
            <p:spPr bwMode="auto">
              <a:xfrm>
                <a:off x="7747794" y="5271137"/>
                <a:ext cx="85725" cy="96838"/>
              </a:xfrm>
              <a:custGeom>
                <a:avLst/>
                <a:gdLst>
                  <a:gd name="T0" fmla="*/ 10 w 36"/>
                  <a:gd name="T1" fmla="*/ 3 h 40"/>
                  <a:gd name="T2" fmla="*/ 21 w 36"/>
                  <a:gd name="T3" fmla="*/ 0 h 40"/>
                  <a:gd name="T4" fmla="*/ 36 w 36"/>
                  <a:gd name="T5" fmla="*/ 21 h 40"/>
                  <a:gd name="T6" fmla="*/ 36 w 36"/>
                  <a:gd name="T7" fmla="*/ 40 h 40"/>
                  <a:gd name="T8" fmla="*/ 22 w 36"/>
                  <a:gd name="T9" fmla="*/ 40 h 40"/>
                  <a:gd name="T10" fmla="*/ 24 w 36"/>
                  <a:gd name="T11" fmla="*/ 19 h 40"/>
                  <a:gd name="T12" fmla="*/ 11 w 36"/>
                  <a:gd name="T13" fmla="*/ 7 h 40"/>
                  <a:gd name="T14" fmla="*/ 10 w 36"/>
                  <a:gd name="T15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10" y="3"/>
                    </a:moveTo>
                    <a:cubicBezTo>
                      <a:pt x="10" y="3"/>
                      <a:pt x="15" y="0"/>
                      <a:pt x="21" y="0"/>
                    </a:cubicBezTo>
                    <a:cubicBezTo>
                      <a:pt x="26" y="0"/>
                      <a:pt x="35" y="6"/>
                      <a:pt x="36" y="21"/>
                    </a:cubicBezTo>
                    <a:cubicBezTo>
                      <a:pt x="36" y="35"/>
                      <a:pt x="36" y="40"/>
                      <a:pt x="36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4" y="28"/>
                      <a:pt x="24" y="19"/>
                    </a:cubicBezTo>
                    <a:cubicBezTo>
                      <a:pt x="24" y="9"/>
                      <a:pt x="21" y="3"/>
                      <a:pt x="11" y="7"/>
                    </a:cubicBezTo>
                    <a:cubicBezTo>
                      <a:pt x="0" y="11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1" name="Freeform 233"/>
              <p:cNvSpPr>
                <a:spLocks/>
              </p:cNvSpPr>
              <p:nvPr/>
            </p:nvSpPr>
            <p:spPr bwMode="auto">
              <a:xfrm>
                <a:off x="7638256" y="5363212"/>
                <a:ext cx="15875" cy="100013"/>
              </a:xfrm>
              <a:custGeom>
                <a:avLst/>
                <a:gdLst>
                  <a:gd name="T0" fmla="*/ 10 w 10"/>
                  <a:gd name="T1" fmla="*/ 63 h 63"/>
                  <a:gd name="T2" fmla="*/ 0 w 10"/>
                  <a:gd name="T3" fmla="*/ 63 h 63"/>
                  <a:gd name="T4" fmla="*/ 0 w 10"/>
                  <a:gd name="T5" fmla="*/ 0 h 63"/>
                  <a:gd name="T6" fmla="*/ 9 w 10"/>
                  <a:gd name="T7" fmla="*/ 0 h 63"/>
                  <a:gd name="T8" fmla="*/ 10 w 10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lnTo>
                      <a:pt x="0" y="63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3" name="Rectangle 235"/>
              <p:cNvSpPr>
                <a:spLocks noChangeArrowheads="1"/>
              </p:cNvSpPr>
              <p:nvPr/>
            </p:nvSpPr>
            <p:spPr bwMode="auto">
              <a:xfrm>
                <a:off x="7593806" y="5455287"/>
                <a:ext cx="17463" cy="1111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4" name="Rectangle 236"/>
              <p:cNvSpPr>
                <a:spLocks noChangeArrowheads="1"/>
              </p:cNvSpPr>
              <p:nvPr/>
            </p:nvSpPr>
            <p:spPr bwMode="auto">
              <a:xfrm>
                <a:off x="7638256" y="5455287"/>
                <a:ext cx="1587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5" name="Freeform 237"/>
              <p:cNvSpPr>
                <a:spLocks/>
              </p:cNvSpPr>
              <p:nvPr/>
            </p:nvSpPr>
            <p:spPr bwMode="auto">
              <a:xfrm>
                <a:off x="7766844" y="5350512"/>
                <a:ext cx="17463" cy="112713"/>
              </a:xfrm>
              <a:custGeom>
                <a:avLst/>
                <a:gdLst>
                  <a:gd name="T0" fmla="*/ 11 w 11"/>
                  <a:gd name="T1" fmla="*/ 70 h 71"/>
                  <a:gd name="T2" fmla="*/ 2 w 11"/>
                  <a:gd name="T3" fmla="*/ 71 h 71"/>
                  <a:gd name="T4" fmla="*/ 0 w 11"/>
                  <a:gd name="T5" fmla="*/ 0 h 71"/>
                  <a:gd name="T6" fmla="*/ 11 w 11"/>
                  <a:gd name="T7" fmla="*/ 0 h 71"/>
                  <a:gd name="T8" fmla="*/ 11 w 11"/>
                  <a:gd name="T9" fmla="*/ 7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0"/>
                    </a:moveTo>
                    <a:lnTo>
                      <a:pt x="2" y="7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7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6" name="Freeform 238"/>
              <p:cNvSpPr>
                <a:spLocks/>
              </p:cNvSpPr>
              <p:nvPr/>
            </p:nvSpPr>
            <p:spPr bwMode="auto">
              <a:xfrm>
                <a:off x="7770019" y="5453700"/>
                <a:ext cx="14288" cy="9525"/>
              </a:xfrm>
              <a:custGeom>
                <a:avLst/>
                <a:gdLst>
                  <a:gd name="T0" fmla="*/ 0 w 9"/>
                  <a:gd name="T1" fmla="*/ 0 h 6"/>
                  <a:gd name="T2" fmla="*/ 0 w 9"/>
                  <a:gd name="T3" fmla="*/ 6 h 6"/>
                  <a:gd name="T4" fmla="*/ 9 w 9"/>
                  <a:gd name="T5" fmla="*/ 5 h 6"/>
                  <a:gd name="T6" fmla="*/ 9 w 9"/>
                  <a:gd name="T7" fmla="*/ 0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0" y="6"/>
                    </a:lnTo>
                    <a:lnTo>
                      <a:pt x="9" y="5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7" name="Freeform 239"/>
              <p:cNvSpPr>
                <a:spLocks/>
              </p:cNvSpPr>
              <p:nvPr/>
            </p:nvSpPr>
            <p:spPr bwMode="auto">
              <a:xfrm>
                <a:off x="7730331" y="5350512"/>
                <a:ext cx="17463" cy="112713"/>
              </a:xfrm>
              <a:custGeom>
                <a:avLst/>
                <a:gdLst>
                  <a:gd name="T0" fmla="*/ 11 w 11"/>
                  <a:gd name="T1" fmla="*/ 71 h 71"/>
                  <a:gd name="T2" fmla="*/ 0 w 11"/>
                  <a:gd name="T3" fmla="*/ 71 h 71"/>
                  <a:gd name="T4" fmla="*/ 0 w 11"/>
                  <a:gd name="T5" fmla="*/ 0 h 71"/>
                  <a:gd name="T6" fmla="*/ 10 w 11"/>
                  <a:gd name="T7" fmla="*/ 0 h 71"/>
                  <a:gd name="T8" fmla="*/ 11 w 11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1"/>
                    </a:moveTo>
                    <a:lnTo>
                      <a:pt x="0" y="7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1" y="7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8" name="Rectangle 240"/>
              <p:cNvSpPr>
                <a:spLocks noChangeArrowheads="1"/>
              </p:cNvSpPr>
              <p:nvPr/>
            </p:nvSpPr>
            <p:spPr bwMode="auto">
              <a:xfrm>
                <a:off x="7730331" y="5453700"/>
                <a:ext cx="17463" cy="9525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9" name="Freeform 242"/>
              <p:cNvSpPr>
                <a:spLocks/>
              </p:cNvSpPr>
              <p:nvPr/>
            </p:nvSpPr>
            <p:spPr bwMode="auto">
              <a:xfrm>
                <a:off x="7501731" y="5240975"/>
                <a:ext cx="58738" cy="47625"/>
              </a:xfrm>
              <a:custGeom>
                <a:avLst/>
                <a:gdLst>
                  <a:gd name="T0" fmla="*/ 25 w 25"/>
                  <a:gd name="T1" fmla="*/ 17 h 20"/>
                  <a:gd name="T2" fmla="*/ 13 w 25"/>
                  <a:gd name="T3" fmla="*/ 3 h 20"/>
                  <a:gd name="T4" fmla="*/ 0 w 25"/>
                  <a:gd name="T5" fmla="*/ 2 h 20"/>
                  <a:gd name="T6" fmla="*/ 11 w 25"/>
                  <a:gd name="T7" fmla="*/ 17 h 20"/>
                  <a:gd name="T8" fmla="*/ 25 w 25"/>
                  <a:gd name="T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5" y="17"/>
                    </a:moveTo>
                    <a:cubicBezTo>
                      <a:pt x="23" y="12"/>
                      <a:pt x="18" y="6"/>
                      <a:pt x="13" y="3"/>
                    </a:cubicBezTo>
                    <a:cubicBezTo>
                      <a:pt x="8" y="0"/>
                      <a:pt x="3" y="0"/>
                      <a:pt x="0" y="2"/>
                    </a:cubicBezTo>
                    <a:cubicBezTo>
                      <a:pt x="2" y="8"/>
                      <a:pt x="6" y="13"/>
                      <a:pt x="11" y="17"/>
                    </a:cubicBezTo>
                    <a:cubicBezTo>
                      <a:pt x="17" y="20"/>
                      <a:pt x="22" y="20"/>
                      <a:pt x="25" y="17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0" name="Freeform 246"/>
              <p:cNvSpPr>
                <a:spLocks/>
              </p:cNvSpPr>
              <p:nvPr/>
            </p:nvSpPr>
            <p:spPr bwMode="auto">
              <a:xfrm>
                <a:off x="7527131" y="5247325"/>
                <a:ext cx="55563" cy="139700"/>
              </a:xfrm>
              <a:custGeom>
                <a:avLst/>
                <a:gdLst>
                  <a:gd name="T0" fmla="*/ 23 w 23"/>
                  <a:gd name="T1" fmla="*/ 0 h 58"/>
                  <a:gd name="T2" fmla="*/ 16 w 23"/>
                  <a:gd name="T3" fmla="*/ 1 h 58"/>
                  <a:gd name="T4" fmla="*/ 1 w 23"/>
                  <a:gd name="T5" fmla="*/ 16 h 58"/>
                  <a:gd name="T6" fmla="*/ 6 w 23"/>
                  <a:gd name="T7" fmla="*/ 43 h 58"/>
                  <a:gd name="T8" fmla="*/ 22 w 23"/>
                  <a:gd name="T9" fmla="*/ 58 h 58"/>
                  <a:gd name="T10" fmla="*/ 23 w 23"/>
                  <a:gd name="T11" fmla="*/ 58 h 58"/>
                  <a:gd name="T12" fmla="*/ 23 w 23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8">
                    <a:moveTo>
                      <a:pt x="23" y="0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7" y="1"/>
                      <a:pt x="0" y="8"/>
                      <a:pt x="1" y="16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53"/>
                      <a:pt x="14" y="58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2" name="Freeform 248"/>
              <p:cNvSpPr>
                <a:spLocks/>
              </p:cNvSpPr>
              <p:nvPr/>
            </p:nvSpPr>
            <p:spPr bwMode="auto">
              <a:xfrm>
                <a:off x="7555706" y="5283837"/>
                <a:ext cx="14288" cy="14288"/>
              </a:xfrm>
              <a:custGeom>
                <a:avLst/>
                <a:gdLst>
                  <a:gd name="T0" fmla="*/ 6 w 6"/>
                  <a:gd name="T1" fmla="*/ 3 h 6"/>
                  <a:gd name="T2" fmla="*/ 3 w 6"/>
                  <a:gd name="T3" fmla="*/ 6 h 6"/>
                  <a:gd name="T4" fmla="*/ 0 w 6"/>
                  <a:gd name="T5" fmla="*/ 3 h 6"/>
                  <a:gd name="T6" fmla="*/ 3 w 6"/>
                  <a:gd name="T7" fmla="*/ 0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3" name="Freeform 249"/>
              <p:cNvSpPr>
                <a:spLocks/>
              </p:cNvSpPr>
              <p:nvPr/>
            </p:nvSpPr>
            <p:spPr bwMode="auto">
              <a:xfrm>
                <a:off x="7592219" y="5283837"/>
                <a:ext cx="15875" cy="14288"/>
              </a:xfrm>
              <a:custGeom>
                <a:avLst/>
                <a:gdLst>
                  <a:gd name="T0" fmla="*/ 7 w 7"/>
                  <a:gd name="T1" fmla="*/ 3 h 6"/>
                  <a:gd name="T2" fmla="*/ 3 w 7"/>
                  <a:gd name="T3" fmla="*/ 6 h 6"/>
                  <a:gd name="T4" fmla="*/ 0 w 7"/>
                  <a:gd name="T5" fmla="*/ 3 h 6"/>
                  <a:gd name="T6" fmla="*/ 3 w 7"/>
                  <a:gd name="T7" fmla="*/ 0 h 6"/>
                  <a:gd name="T8" fmla="*/ 7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4" name="Freeform 250"/>
              <p:cNvSpPr>
                <a:spLocks/>
              </p:cNvSpPr>
              <p:nvPr/>
            </p:nvSpPr>
            <p:spPr bwMode="auto">
              <a:xfrm>
                <a:off x="7544594" y="5345750"/>
                <a:ext cx="38100" cy="41275"/>
              </a:xfrm>
              <a:custGeom>
                <a:avLst/>
                <a:gdLst>
                  <a:gd name="T0" fmla="*/ 0 w 16"/>
                  <a:gd name="T1" fmla="*/ 5 h 17"/>
                  <a:gd name="T2" fmla="*/ 15 w 16"/>
                  <a:gd name="T3" fmla="*/ 17 h 17"/>
                  <a:gd name="T4" fmla="*/ 16 w 16"/>
                  <a:gd name="T5" fmla="*/ 17 h 17"/>
                  <a:gd name="T6" fmla="*/ 16 w 16"/>
                  <a:gd name="T7" fmla="*/ 0 h 17"/>
                  <a:gd name="T8" fmla="*/ 0 w 16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5"/>
                    </a:moveTo>
                    <a:cubicBezTo>
                      <a:pt x="3" y="13"/>
                      <a:pt x="8" y="17"/>
                      <a:pt x="15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0"/>
                      <a:pt x="3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5" name="Oval 252"/>
              <p:cNvSpPr>
                <a:spLocks noChangeArrowheads="1"/>
              </p:cNvSpPr>
              <p:nvPr/>
            </p:nvSpPr>
            <p:spPr bwMode="auto">
              <a:xfrm>
                <a:off x="7563644" y="5360037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6" name="Freeform 253"/>
              <p:cNvSpPr>
                <a:spLocks/>
              </p:cNvSpPr>
              <p:nvPr/>
            </p:nvSpPr>
            <p:spPr bwMode="auto">
              <a:xfrm>
                <a:off x="7592219" y="5360037"/>
                <a:ext cx="11113" cy="12700"/>
              </a:xfrm>
              <a:custGeom>
                <a:avLst/>
                <a:gdLst>
                  <a:gd name="T0" fmla="*/ 5 w 5"/>
                  <a:gd name="T1" fmla="*/ 2 h 5"/>
                  <a:gd name="T2" fmla="*/ 2 w 5"/>
                  <a:gd name="T3" fmla="*/ 5 h 5"/>
                  <a:gd name="T4" fmla="*/ 0 w 5"/>
                  <a:gd name="T5" fmla="*/ 2 h 5"/>
                  <a:gd name="T6" fmla="*/ 2 w 5"/>
                  <a:gd name="T7" fmla="*/ 0 h 5"/>
                  <a:gd name="T8" fmla="*/ 5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3"/>
                      <a:pt x="4" y="4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0" name="Freeform 243"/>
              <p:cNvSpPr>
                <a:spLocks/>
              </p:cNvSpPr>
              <p:nvPr/>
            </p:nvSpPr>
            <p:spPr bwMode="auto">
              <a:xfrm>
                <a:off x="7502525" y="5240656"/>
                <a:ext cx="58738" cy="39688"/>
              </a:xfrm>
              <a:custGeom>
                <a:avLst/>
                <a:gdLst>
                  <a:gd name="T0" fmla="*/ 13 w 25"/>
                  <a:gd name="T1" fmla="*/ 3 h 17"/>
                  <a:gd name="T2" fmla="*/ 25 w 25"/>
                  <a:gd name="T3" fmla="*/ 17 h 17"/>
                  <a:gd name="T4" fmla="*/ 0 w 25"/>
                  <a:gd name="T5" fmla="*/ 2 h 17"/>
                  <a:gd name="T6" fmla="*/ 13 w 25"/>
                  <a:gd name="T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13" y="3"/>
                    </a:moveTo>
                    <a:cubicBezTo>
                      <a:pt x="18" y="6"/>
                      <a:pt x="23" y="12"/>
                      <a:pt x="25" y="1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1" name="Freeform 244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7625"/>
              </a:xfrm>
              <a:custGeom>
                <a:avLst/>
                <a:gdLst>
                  <a:gd name="T0" fmla="*/ 0 w 25"/>
                  <a:gd name="T1" fmla="*/ 18 h 20"/>
                  <a:gd name="T2" fmla="*/ 12 w 25"/>
                  <a:gd name="T3" fmla="*/ 4 h 20"/>
                  <a:gd name="T4" fmla="*/ 25 w 25"/>
                  <a:gd name="T5" fmla="*/ 2 h 20"/>
                  <a:gd name="T6" fmla="*/ 14 w 25"/>
                  <a:gd name="T7" fmla="*/ 17 h 20"/>
                  <a:gd name="T8" fmla="*/ 0 w 25"/>
                  <a:gd name="T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0" y="18"/>
                    </a:moveTo>
                    <a:cubicBezTo>
                      <a:pt x="3" y="12"/>
                      <a:pt x="7" y="7"/>
                      <a:pt x="12" y="4"/>
                    </a:cubicBezTo>
                    <a:cubicBezTo>
                      <a:pt x="17" y="0"/>
                      <a:pt x="22" y="0"/>
                      <a:pt x="25" y="2"/>
                    </a:cubicBezTo>
                    <a:cubicBezTo>
                      <a:pt x="23" y="8"/>
                      <a:pt x="19" y="14"/>
                      <a:pt x="14" y="17"/>
                    </a:cubicBezTo>
                    <a:cubicBezTo>
                      <a:pt x="9" y="20"/>
                      <a:pt x="4" y="20"/>
                      <a:pt x="0" y="18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2" name="Freeform 245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2863"/>
              </a:xfrm>
              <a:custGeom>
                <a:avLst/>
                <a:gdLst>
                  <a:gd name="T0" fmla="*/ 12 w 25"/>
                  <a:gd name="T1" fmla="*/ 4 h 18"/>
                  <a:gd name="T2" fmla="*/ 0 w 25"/>
                  <a:gd name="T3" fmla="*/ 18 h 18"/>
                  <a:gd name="T4" fmla="*/ 25 w 25"/>
                  <a:gd name="T5" fmla="*/ 2 h 18"/>
                  <a:gd name="T6" fmla="*/ 12 w 25"/>
                  <a:gd name="T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8">
                    <a:moveTo>
                      <a:pt x="12" y="4"/>
                    </a:moveTo>
                    <a:cubicBezTo>
                      <a:pt x="7" y="7"/>
                      <a:pt x="3" y="12"/>
                      <a:pt x="0" y="18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2" y="0"/>
                      <a:pt x="17" y="0"/>
                      <a:pt x="12" y="4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2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63925" y="186667"/>
            <a:ext cx="10012808" cy="14826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你们正在考虑对建筑围护结构进行改造。这一改造会对建筑的功能和运行成本产生影响</a:t>
            </a:r>
            <a:r>
              <a:rPr lang="zh-CN" altLang="en-US" sz="32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你们会选择？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724279" y="1798344"/>
            <a:ext cx="11158680" cy="1458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不改造，维持原状：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继续使用现有建筑围护结构，不进行改造</a:t>
            </a:r>
            <a:endParaRPr kumimoji="0" lang="en-US" altLang="zh-CN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进行改造：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对建筑围护结构进行改造，提升建筑性能，但需要投入额外资金。</a:t>
            </a:r>
          </a:p>
        </p:txBody>
      </p:sp>
      <p:pic>
        <p:nvPicPr>
          <p:cNvPr id="4098" name="Picture 2" descr="创先前沿｜超低能耗建筑外围护结构连接系统_佩克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54573" y="3598916"/>
            <a:ext cx="4377692" cy="3096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17458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880378" y="2263289"/>
            <a:ext cx="3566567" cy="32125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 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7767692" y="4820071"/>
            <a:ext cx="4424308" cy="2043601"/>
            <a:chOff x="757292" y="2691350"/>
            <a:chExt cx="8375650" cy="3868737"/>
          </a:xfrm>
        </p:grpSpPr>
        <p:grpSp>
          <p:nvGrpSpPr>
            <p:cNvPr id="660" name="组合 659"/>
            <p:cNvGrpSpPr/>
            <p:nvPr/>
          </p:nvGrpSpPr>
          <p:grpSpPr>
            <a:xfrm>
              <a:off x="5068942" y="2691350"/>
              <a:ext cx="793751" cy="2611437"/>
              <a:chOff x="6219825" y="2722881"/>
              <a:chExt cx="793751" cy="2454275"/>
            </a:xfrm>
          </p:grpSpPr>
          <p:sp>
            <p:nvSpPr>
              <p:cNvPr id="655" name="Freeform 5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close/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close/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close/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close/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6" name="Freeform 7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close/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7" name="Freeform 11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8" name="Freeform 13"/>
              <p:cNvSpPr>
                <a:spLocks/>
              </p:cNvSpPr>
              <p:nvPr/>
            </p:nvSpPr>
            <p:spPr bwMode="auto">
              <a:xfrm>
                <a:off x="6219825" y="2722881"/>
                <a:ext cx="793750" cy="479425"/>
              </a:xfrm>
              <a:custGeom>
                <a:avLst/>
                <a:gdLst>
                  <a:gd name="T0" fmla="*/ 265 w 331"/>
                  <a:gd name="T1" fmla="*/ 200 h 200"/>
                  <a:gd name="T2" fmla="*/ 330 w 331"/>
                  <a:gd name="T3" fmla="*/ 132 h 200"/>
                  <a:gd name="T4" fmla="*/ 265 w 331"/>
                  <a:gd name="T5" fmla="*/ 59 h 200"/>
                  <a:gd name="T6" fmla="*/ 188 w 331"/>
                  <a:gd name="T7" fmla="*/ 1 h 200"/>
                  <a:gd name="T8" fmla="*/ 119 w 331"/>
                  <a:gd name="T9" fmla="*/ 40 h 200"/>
                  <a:gd name="T10" fmla="*/ 69 w 331"/>
                  <a:gd name="T11" fmla="*/ 47 h 200"/>
                  <a:gd name="T12" fmla="*/ 45 w 331"/>
                  <a:gd name="T13" fmla="*/ 93 h 200"/>
                  <a:gd name="T14" fmla="*/ 1 w 331"/>
                  <a:gd name="T15" fmla="*/ 146 h 200"/>
                  <a:gd name="T16" fmla="*/ 41 w 331"/>
                  <a:gd name="T17" fmla="*/ 197 h 200"/>
                  <a:gd name="T18" fmla="*/ 265 w 331"/>
                  <a:gd name="T19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1" h="200">
                    <a:moveTo>
                      <a:pt x="265" y="200"/>
                    </a:moveTo>
                    <a:cubicBezTo>
                      <a:pt x="282" y="200"/>
                      <a:pt x="329" y="195"/>
                      <a:pt x="330" y="132"/>
                    </a:cubicBezTo>
                    <a:cubicBezTo>
                      <a:pt x="331" y="63"/>
                      <a:pt x="265" y="59"/>
                      <a:pt x="265" y="59"/>
                    </a:cubicBezTo>
                    <a:cubicBezTo>
                      <a:pt x="265" y="59"/>
                      <a:pt x="242" y="1"/>
                      <a:pt x="188" y="1"/>
                    </a:cubicBezTo>
                    <a:cubicBezTo>
                      <a:pt x="135" y="0"/>
                      <a:pt x="119" y="40"/>
                      <a:pt x="119" y="40"/>
                    </a:cubicBezTo>
                    <a:cubicBezTo>
                      <a:pt x="119" y="40"/>
                      <a:pt x="92" y="29"/>
                      <a:pt x="69" y="47"/>
                    </a:cubicBezTo>
                    <a:cubicBezTo>
                      <a:pt x="39" y="70"/>
                      <a:pt x="45" y="93"/>
                      <a:pt x="45" y="93"/>
                    </a:cubicBezTo>
                    <a:cubicBezTo>
                      <a:pt x="45" y="93"/>
                      <a:pt x="2" y="100"/>
                      <a:pt x="1" y="146"/>
                    </a:cubicBezTo>
                    <a:cubicBezTo>
                      <a:pt x="0" y="192"/>
                      <a:pt x="41" y="197"/>
                      <a:pt x="41" y="197"/>
                    </a:cubicBezTo>
                    <a:cubicBezTo>
                      <a:pt x="41" y="197"/>
                      <a:pt x="247" y="200"/>
                      <a:pt x="265" y="200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9" name="Freeform 14"/>
              <p:cNvSpPr>
                <a:spLocks/>
              </p:cNvSpPr>
              <p:nvPr/>
            </p:nvSpPr>
            <p:spPr bwMode="auto">
              <a:xfrm>
                <a:off x="6618288" y="2724469"/>
                <a:ext cx="395288" cy="477838"/>
              </a:xfrm>
              <a:custGeom>
                <a:avLst/>
                <a:gdLst>
                  <a:gd name="T0" fmla="*/ 99 w 165"/>
                  <a:gd name="T1" fmla="*/ 58 h 199"/>
                  <a:gd name="T2" fmla="*/ 22 w 165"/>
                  <a:gd name="T3" fmla="*/ 0 h 199"/>
                  <a:gd name="T4" fmla="*/ 0 w 165"/>
                  <a:gd name="T5" fmla="*/ 2 h 199"/>
                  <a:gd name="T6" fmla="*/ 0 w 165"/>
                  <a:gd name="T7" fmla="*/ 198 h 199"/>
                  <a:gd name="T8" fmla="*/ 99 w 165"/>
                  <a:gd name="T9" fmla="*/ 199 h 199"/>
                  <a:gd name="T10" fmla="*/ 164 w 165"/>
                  <a:gd name="T11" fmla="*/ 131 h 199"/>
                  <a:gd name="T12" fmla="*/ 99 w 165"/>
                  <a:gd name="T13" fmla="*/ 5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5" h="199">
                    <a:moveTo>
                      <a:pt x="99" y="58"/>
                    </a:moveTo>
                    <a:cubicBezTo>
                      <a:pt x="99" y="58"/>
                      <a:pt x="76" y="0"/>
                      <a:pt x="22" y="0"/>
                    </a:cubicBezTo>
                    <a:cubicBezTo>
                      <a:pt x="14" y="0"/>
                      <a:pt x="6" y="1"/>
                      <a:pt x="0" y="2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47" y="198"/>
                      <a:pt x="91" y="199"/>
                      <a:pt x="99" y="199"/>
                    </a:cubicBezTo>
                    <a:cubicBezTo>
                      <a:pt x="116" y="199"/>
                      <a:pt x="163" y="194"/>
                      <a:pt x="164" y="131"/>
                    </a:cubicBezTo>
                    <a:cubicBezTo>
                      <a:pt x="165" y="62"/>
                      <a:pt x="99" y="58"/>
                      <a:pt x="99" y="58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67" name="组合 666"/>
            <p:cNvGrpSpPr/>
            <p:nvPr/>
          </p:nvGrpSpPr>
          <p:grpSpPr>
            <a:xfrm>
              <a:off x="6230992" y="3275550"/>
              <a:ext cx="611188" cy="1949450"/>
              <a:chOff x="7381875" y="3307081"/>
              <a:chExt cx="611188" cy="1949450"/>
            </a:xfrm>
          </p:grpSpPr>
          <p:sp>
            <p:nvSpPr>
              <p:cNvPr id="661" name="Freeform 15"/>
              <p:cNvSpPr>
                <a:spLocks noEditPoints="1"/>
              </p:cNvSpPr>
              <p:nvPr/>
            </p:nvSpPr>
            <p:spPr bwMode="auto">
              <a:xfrm>
                <a:off x="7489825" y="3653156"/>
                <a:ext cx="382588" cy="1603375"/>
              </a:xfrm>
              <a:custGeom>
                <a:avLst/>
                <a:gdLst>
                  <a:gd name="T0" fmla="*/ 26 w 160"/>
                  <a:gd name="T1" fmla="*/ 0 h 669"/>
                  <a:gd name="T2" fmla="*/ 0 w 160"/>
                  <a:gd name="T3" fmla="*/ 0 h 669"/>
                  <a:gd name="T4" fmla="*/ 0 w 160"/>
                  <a:gd name="T5" fmla="*/ 638 h 669"/>
                  <a:gd name="T6" fmla="*/ 26 w 160"/>
                  <a:gd name="T7" fmla="*/ 666 h 669"/>
                  <a:gd name="T8" fmla="*/ 26 w 160"/>
                  <a:gd name="T9" fmla="*/ 0 h 669"/>
                  <a:gd name="T10" fmla="*/ 160 w 160"/>
                  <a:gd name="T11" fmla="*/ 0 h 669"/>
                  <a:gd name="T12" fmla="*/ 140 w 160"/>
                  <a:gd name="T13" fmla="*/ 0 h 669"/>
                  <a:gd name="T14" fmla="*/ 140 w 160"/>
                  <a:gd name="T15" fmla="*/ 668 h 669"/>
                  <a:gd name="T16" fmla="*/ 118 w 160"/>
                  <a:gd name="T17" fmla="*/ 668 h 669"/>
                  <a:gd name="T18" fmla="*/ 118 w 160"/>
                  <a:gd name="T19" fmla="*/ 0 h 669"/>
                  <a:gd name="T20" fmla="*/ 102 w 160"/>
                  <a:gd name="T21" fmla="*/ 0 h 669"/>
                  <a:gd name="T22" fmla="*/ 102 w 160"/>
                  <a:gd name="T23" fmla="*/ 668 h 669"/>
                  <a:gd name="T24" fmla="*/ 80 w 160"/>
                  <a:gd name="T25" fmla="*/ 668 h 669"/>
                  <a:gd name="T26" fmla="*/ 80 w 160"/>
                  <a:gd name="T27" fmla="*/ 0 h 669"/>
                  <a:gd name="T28" fmla="*/ 55 w 160"/>
                  <a:gd name="T29" fmla="*/ 0 h 669"/>
                  <a:gd name="T30" fmla="*/ 55 w 160"/>
                  <a:gd name="T31" fmla="*/ 669 h 669"/>
                  <a:gd name="T32" fmla="*/ 26 w 160"/>
                  <a:gd name="T33" fmla="*/ 669 h 669"/>
                  <a:gd name="T34" fmla="*/ 26 w 160"/>
                  <a:gd name="T35" fmla="*/ 669 h 669"/>
                  <a:gd name="T36" fmla="*/ 160 w 160"/>
                  <a:gd name="T37" fmla="*/ 669 h 669"/>
                  <a:gd name="T38" fmla="*/ 160 w 160"/>
                  <a:gd name="T39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669">
                    <a:moveTo>
                      <a:pt x="2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38"/>
                      <a:pt x="0" y="638"/>
                      <a:pt x="0" y="638"/>
                    </a:cubicBezTo>
                    <a:cubicBezTo>
                      <a:pt x="14" y="642"/>
                      <a:pt x="24" y="653"/>
                      <a:pt x="26" y="666"/>
                    </a:cubicBezTo>
                    <a:cubicBezTo>
                      <a:pt x="26" y="0"/>
                      <a:pt x="26" y="0"/>
                      <a:pt x="26" y="0"/>
                    </a:cubicBezTo>
                    <a:moveTo>
                      <a:pt x="16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668"/>
                      <a:pt x="140" y="668"/>
                      <a:pt x="140" y="668"/>
                    </a:cubicBezTo>
                    <a:cubicBezTo>
                      <a:pt x="118" y="668"/>
                      <a:pt x="118" y="668"/>
                      <a:pt x="118" y="66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02" y="668"/>
                      <a:pt x="102" y="668"/>
                      <a:pt x="102" y="668"/>
                    </a:cubicBezTo>
                    <a:cubicBezTo>
                      <a:pt x="80" y="668"/>
                      <a:pt x="80" y="668"/>
                      <a:pt x="80" y="668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669"/>
                      <a:pt x="55" y="669"/>
                      <a:pt x="55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160" y="669"/>
                      <a:pt x="160" y="669"/>
                      <a:pt x="160" y="669"/>
                    </a:cubicBezTo>
                    <a:cubicBezTo>
                      <a:pt x="160" y="0"/>
                      <a:pt x="160" y="0"/>
                      <a:pt x="160" y="0"/>
                    </a:cubicBezTo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2" name="Freeform 16"/>
              <p:cNvSpPr>
                <a:spLocks/>
              </p:cNvSpPr>
              <p:nvPr/>
            </p:nvSpPr>
            <p:spPr bwMode="auto">
              <a:xfrm>
                <a:off x="7551738" y="3653156"/>
                <a:ext cx="69850" cy="1603375"/>
              </a:xfrm>
              <a:custGeom>
                <a:avLst/>
                <a:gdLst>
                  <a:gd name="T0" fmla="*/ 29 w 29"/>
                  <a:gd name="T1" fmla="*/ 0 h 669"/>
                  <a:gd name="T2" fmla="*/ 0 w 29"/>
                  <a:gd name="T3" fmla="*/ 0 h 669"/>
                  <a:gd name="T4" fmla="*/ 0 w 29"/>
                  <a:gd name="T5" fmla="*/ 666 h 669"/>
                  <a:gd name="T6" fmla="*/ 0 w 29"/>
                  <a:gd name="T7" fmla="*/ 669 h 669"/>
                  <a:gd name="T8" fmla="*/ 0 w 29"/>
                  <a:gd name="T9" fmla="*/ 669 h 669"/>
                  <a:gd name="T10" fmla="*/ 0 w 29"/>
                  <a:gd name="T11" fmla="*/ 669 h 669"/>
                  <a:gd name="T12" fmla="*/ 0 w 29"/>
                  <a:gd name="T13" fmla="*/ 669 h 669"/>
                  <a:gd name="T14" fmla="*/ 29 w 29"/>
                  <a:gd name="T15" fmla="*/ 669 h 669"/>
                  <a:gd name="T16" fmla="*/ 29 w 29"/>
                  <a:gd name="T17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669">
                    <a:moveTo>
                      <a:pt x="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66"/>
                      <a:pt x="0" y="666"/>
                      <a:pt x="0" y="666"/>
                    </a:cubicBezTo>
                    <a:cubicBezTo>
                      <a:pt x="0" y="667"/>
                      <a:pt x="0" y="668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29" y="669"/>
                      <a:pt x="29" y="669"/>
                      <a:pt x="29" y="669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3" name="Rectangle 19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4" name="Rectangle 23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5" name="Freeform 25"/>
              <p:cNvSpPr>
                <a:spLocks/>
              </p:cNvSpPr>
              <p:nvPr/>
            </p:nvSpPr>
            <p:spPr bwMode="auto">
              <a:xfrm>
                <a:off x="7381875" y="3307081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2 h 154"/>
                  <a:gd name="T4" fmla="*/ 204 w 255"/>
                  <a:gd name="T5" fmla="*/ 46 h 154"/>
                  <a:gd name="T6" fmla="*/ 145 w 255"/>
                  <a:gd name="T7" fmla="*/ 1 h 154"/>
                  <a:gd name="T8" fmla="*/ 92 w 255"/>
                  <a:gd name="T9" fmla="*/ 31 h 154"/>
                  <a:gd name="T10" fmla="*/ 53 w 255"/>
                  <a:gd name="T11" fmla="*/ 36 h 154"/>
                  <a:gd name="T12" fmla="*/ 35 w 255"/>
                  <a:gd name="T13" fmla="*/ 71 h 154"/>
                  <a:gd name="T14" fmla="*/ 1 w 255"/>
                  <a:gd name="T15" fmla="*/ 113 h 154"/>
                  <a:gd name="T16" fmla="*/ 32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2"/>
                    </a:cubicBezTo>
                    <a:cubicBezTo>
                      <a:pt x="255" y="49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1"/>
                    </a:cubicBezTo>
                    <a:cubicBezTo>
                      <a:pt x="104" y="0"/>
                      <a:pt x="92" y="31"/>
                      <a:pt x="92" y="31"/>
                    </a:cubicBezTo>
                    <a:cubicBezTo>
                      <a:pt x="92" y="31"/>
                      <a:pt x="71" y="23"/>
                      <a:pt x="53" y="36"/>
                    </a:cubicBezTo>
                    <a:cubicBezTo>
                      <a:pt x="30" y="54"/>
                      <a:pt x="35" y="71"/>
                      <a:pt x="35" y="71"/>
                    </a:cubicBezTo>
                    <a:cubicBezTo>
                      <a:pt x="35" y="71"/>
                      <a:pt x="1" y="77"/>
                      <a:pt x="1" y="113"/>
                    </a:cubicBezTo>
                    <a:cubicBezTo>
                      <a:pt x="0" y="148"/>
                      <a:pt x="32" y="152"/>
                      <a:pt x="32" y="152"/>
                    </a:cubicBezTo>
                    <a:cubicBezTo>
                      <a:pt x="32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6" name="Freeform 26"/>
              <p:cNvSpPr>
                <a:spLocks/>
              </p:cNvSpPr>
              <p:nvPr/>
            </p:nvSpPr>
            <p:spPr bwMode="auto">
              <a:xfrm>
                <a:off x="7686675" y="3310256"/>
                <a:ext cx="306388" cy="366713"/>
              </a:xfrm>
              <a:custGeom>
                <a:avLst/>
                <a:gdLst>
                  <a:gd name="T0" fmla="*/ 77 w 128"/>
                  <a:gd name="T1" fmla="*/ 45 h 153"/>
                  <a:gd name="T2" fmla="*/ 18 w 128"/>
                  <a:gd name="T3" fmla="*/ 0 h 153"/>
                  <a:gd name="T4" fmla="*/ 0 w 128"/>
                  <a:gd name="T5" fmla="*/ 2 h 153"/>
                  <a:gd name="T6" fmla="*/ 0 w 128"/>
                  <a:gd name="T7" fmla="*/ 152 h 153"/>
                  <a:gd name="T8" fmla="*/ 77 w 128"/>
                  <a:gd name="T9" fmla="*/ 153 h 153"/>
                  <a:gd name="T10" fmla="*/ 127 w 128"/>
                  <a:gd name="T11" fmla="*/ 101 h 153"/>
                  <a:gd name="T12" fmla="*/ 77 w 128"/>
                  <a:gd name="T13" fmla="*/ 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3">
                    <a:moveTo>
                      <a:pt x="77" y="45"/>
                    </a:moveTo>
                    <a:cubicBezTo>
                      <a:pt x="77" y="45"/>
                      <a:pt x="59" y="0"/>
                      <a:pt x="18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37" y="152"/>
                      <a:pt x="71" y="153"/>
                      <a:pt x="77" y="153"/>
                    </a:cubicBezTo>
                    <a:cubicBezTo>
                      <a:pt x="90" y="153"/>
                      <a:pt x="126" y="149"/>
                      <a:pt x="127" y="101"/>
                    </a:cubicBezTo>
                    <a:cubicBezTo>
                      <a:pt x="128" y="48"/>
                      <a:pt x="77" y="45"/>
                      <a:pt x="77" y="45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7" name="组合 346"/>
            <p:cNvGrpSpPr/>
            <p:nvPr/>
          </p:nvGrpSpPr>
          <p:grpSpPr>
            <a:xfrm>
              <a:off x="4851455" y="4209000"/>
              <a:ext cx="95250" cy="939800"/>
              <a:chOff x="6002338" y="4240531"/>
              <a:chExt cx="95250" cy="939800"/>
            </a:xfrm>
          </p:grpSpPr>
          <p:sp>
            <p:nvSpPr>
              <p:cNvPr id="160" name="Freeform 27"/>
              <p:cNvSpPr>
                <a:spLocks/>
              </p:cNvSpPr>
              <p:nvPr/>
            </p:nvSpPr>
            <p:spPr bwMode="auto">
              <a:xfrm>
                <a:off x="6002338" y="4240531"/>
                <a:ext cx="95250" cy="939800"/>
              </a:xfrm>
              <a:custGeom>
                <a:avLst/>
                <a:gdLst>
                  <a:gd name="T0" fmla="*/ 12 w 60"/>
                  <a:gd name="T1" fmla="*/ 0 h 592"/>
                  <a:gd name="T2" fmla="*/ 0 w 60"/>
                  <a:gd name="T3" fmla="*/ 592 h 592"/>
                  <a:gd name="T4" fmla="*/ 60 w 60"/>
                  <a:gd name="T5" fmla="*/ 592 h 592"/>
                  <a:gd name="T6" fmla="*/ 48 w 60"/>
                  <a:gd name="T7" fmla="*/ 0 h 592"/>
                  <a:gd name="T8" fmla="*/ 12 w 6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92">
                    <a:moveTo>
                      <a:pt x="12" y="0"/>
                    </a:moveTo>
                    <a:lnTo>
                      <a:pt x="0" y="592"/>
                    </a:lnTo>
                    <a:lnTo>
                      <a:pt x="60" y="592"/>
                    </a:lnTo>
                    <a:lnTo>
                      <a:pt x="48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1" name="Freeform 28"/>
              <p:cNvSpPr>
                <a:spLocks/>
              </p:cNvSpPr>
              <p:nvPr/>
            </p:nvSpPr>
            <p:spPr bwMode="auto">
              <a:xfrm>
                <a:off x="6049963" y="4240531"/>
                <a:ext cx="47625" cy="939800"/>
              </a:xfrm>
              <a:custGeom>
                <a:avLst/>
                <a:gdLst>
                  <a:gd name="T0" fmla="*/ 0 w 30"/>
                  <a:gd name="T1" fmla="*/ 0 h 592"/>
                  <a:gd name="T2" fmla="*/ 0 w 30"/>
                  <a:gd name="T3" fmla="*/ 592 h 592"/>
                  <a:gd name="T4" fmla="*/ 30 w 30"/>
                  <a:gd name="T5" fmla="*/ 592 h 592"/>
                  <a:gd name="T6" fmla="*/ 18 w 30"/>
                  <a:gd name="T7" fmla="*/ 0 h 592"/>
                  <a:gd name="T8" fmla="*/ 0 w 3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592">
                    <a:moveTo>
                      <a:pt x="0" y="0"/>
                    </a:moveTo>
                    <a:lnTo>
                      <a:pt x="0" y="592"/>
                    </a:lnTo>
                    <a:lnTo>
                      <a:pt x="30" y="592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71" name="Freeform 38"/>
            <p:cNvSpPr>
              <a:spLocks/>
            </p:cNvSpPr>
            <p:nvPr/>
          </p:nvSpPr>
          <p:spPr bwMode="auto">
            <a:xfrm>
              <a:off x="3902130" y="3801013"/>
              <a:ext cx="171450" cy="1630363"/>
            </a:xfrm>
            <a:custGeom>
              <a:avLst/>
              <a:gdLst>
                <a:gd name="T0" fmla="*/ 23 w 108"/>
                <a:gd name="T1" fmla="*/ 0 h 1027"/>
                <a:gd name="T2" fmla="*/ 0 w 108"/>
                <a:gd name="T3" fmla="*/ 1027 h 1027"/>
                <a:gd name="T4" fmla="*/ 108 w 108"/>
                <a:gd name="T5" fmla="*/ 1027 h 1027"/>
                <a:gd name="T6" fmla="*/ 85 w 108"/>
                <a:gd name="T7" fmla="*/ 0 h 1027"/>
                <a:gd name="T8" fmla="*/ 23 w 108"/>
                <a:gd name="T9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27">
                  <a:moveTo>
                    <a:pt x="23" y="0"/>
                  </a:moveTo>
                  <a:lnTo>
                    <a:pt x="0" y="1027"/>
                  </a:lnTo>
                  <a:lnTo>
                    <a:pt x="108" y="1027"/>
                  </a:lnTo>
                  <a:lnTo>
                    <a:pt x="85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46" name="组合 345"/>
            <p:cNvGrpSpPr/>
            <p:nvPr/>
          </p:nvGrpSpPr>
          <p:grpSpPr>
            <a:xfrm>
              <a:off x="3902130" y="3801013"/>
              <a:ext cx="171450" cy="1630363"/>
              <a:chOff x="5053013" y="3832544"/>
              <a:chExt cx="171450" cy="1630363"/>
            </a:xfrm>
          </p:grpSpPr>
          <p:sp>
            <p:nvSpPr>
              <p:cNvPr id="170" name="Freeform 37"/>
              <p:cNvSpPr>
                <a:spLocks/>
              </p:cNvSpPr>
              <p:nvPr/>
            </p:nvSpPr>
            <p:spPr bwMode="auto">
              <a:xfrm>
                <a:off x="5053013" y="3832544"/>
                <a:ext cx="171450" cy="1630363"/>
              </a:xfrm>
              <a:custGeom>
                <a:avLst/>
                <a:gdLst>
                  <a:gd name="T0" fmla="*/ 23 w 108"/>
                  <a:gd name="T1" fmla="*/ 0 h 1027"/>
                  <a:gd name="T2" fmla="*/ 0 w 108"/>
                  <a:gd name="T3" fmla="*/ 1027 h 1027"/>
                  <a:gd name="T4" fmla="*/ 108 w 108"/>
                  <a:gd name="T5" fmla="*/ 1027 h 1027"/>
                  <a:gd name="T6" fmla="*/ 85 w 108"/>
                  <a:gd name="T7" fmla="*/ 0 h 1027"/>
                  <a:gd name="T8" fmla="*/ 23 w 108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1027">
                    <a:moveTo>
                      <a:pt x="23" y="0"/>
                    </a:moveTo>
                    <a:lnTo>
                      <a:pt x="0" y="1027"/>
                    </a:lnTo>
                    <a:lnTo>
                      <a:pt x="108" y="1027"/>
                    </a:lnTo>
                    <a:lnTo>
                      <a:pt x="85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2" name="Freeform 39"/>
              <p:cNvSpPr>
                <a:spLocks/>
              </p:cNvSpPr>
              <p:nvPr/>
            </p:nvSpPr>
            <p:spPr bwMode="auto">
              <a:xfrm>
                <a:off x="5140325" y="3832544"/>
                <a:ext cx="84138" cy="1630363"/>
              </a:xfrm>
              <a:custGeom>
                <a:avLst/>
                <a:gdLst>
                  <a:gd name="T0" fmla="*/ 0 w 53"/>
                  <a:gd name="T1" fmla="*/ 0 h 1027"/>
                  <a:gd name="T2" fmla="*/ 0 w 53"/>
                  <a:gd name="T3" fmla="*/ 1027 h 1027"/>
                  <a:gd name="T4" fmla="*/ 53 w 53"/>
                  <a:gd name="T5" fmla="*/ 1027 h 1027"/>
                  <a:gd name="T6" fmla="*/ 30 w 53"/>
                  <a:gd name="T7" fmla="*/ 0 h 1027"/>
                  <a:gd name="T8" fmla="*/ 0 w 53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027">
                    <a:moveTo>
                      <a:pt x="0" y="0"/>
                    </a:moveTo>
                    <a:lnTo>
                      <a:pt x="0" y="1027"/>
                    </a:lnTo>
                    <a:lnTo>
                      <a:pt x="53" y="1027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3" name="组合 352"/>
            <p:cNvGrpSpPr/>
            <p:nvPr/>
          </p:nvGrpSpPr>
          <p:grpSpPr>
            <a:xfrm>
              <a:off x="8161392" y="4805900"/>
              <a:ext cx="65088" cy="625475"/>
              <a:chOff x="9312275" y="4837431"/>
              <a:chExt cx="65088" cy="625475"/>
            </a:xfrm>
          </p:grpSpPr>
          <p:sp>
            <p:nvSpPr>
              <p:cNvPr id="189" name="Freeform 56"/>
              <p:cNvSpPr>
                <a:spLocks/>
              </p:cNvSpPr>
              <p:nvPr/>
            </p:nvSpPr>
            <p:spPr bwMode="auto">
              <a:xfrm>
                <a:off x="9312275" y="4837431"/>
                <a:ext cx="65088" cy="625475"/>
              </a:xfrm>
              <a:custGeom>
                <a:avLst/>
                <a:gdLst>
                  <a:gd name="T0" fmla="*/ 9 w 41"/>
                  <a:gd name="T1" fmla="*/ 0 h 394"/>
                  <a:gd name="T2" fmla="*/ 0 w 41"/>
                  <a:gd name="T3" fmla="*/ 394 h 394"/>
                  <a:gd name="T4" fmla="*/ 41 w 41"/>
                  <a:gd name="T5" fmla="*/ 394 h 394"/>
                  <a:gd name="T6" fmla="*/ 32 w 41"/>
                  <a:gd name="T7" fmla="*/ 0 h 394"/>
                  <a:gd name="T8" fmla="*/ 9 w 41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94">
                    <a:moveTo>
                      <a:pt x="9" y="0"/>
                    </a:moveTo>
                    <a:lnTo>
                      <a:pt x="0" y="394"/>
                    </a:lnTo>
                    <a:lnTo>
                      <a:pt x="41" y="394"/>
                    </a:lnTo>
                    <a:lnTo>
                      <a:pt x="32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0" name="Freeform 57"/>
              <p:cNvSpPr>
                <a:spLocks/>
              </p:cNvSpPr>
              <p:nvPr/>
            </p:nvSpPr>
            <p:spPr bwMode="auto">
              <a:xfrm>
                <a:off x="9347200" y="4837431"/>
                <a:ext cx="30163" cy="625475"/>
              </a:xfrm>
              <a:custGeom>
                <a:avLst/>
                <a:gdLst>
                  <a:gd name="T0" fmla="*/ 0 w 19"/>
                  <a:gd name="T1" fmla="*/ 0 h 394"/>
                  <a:gd name="T2" fmla="*/ 0 w 19"/>
                  <a:gd name="T3" fmla="*/ 394 h 394"/>
                  <a:gd name="T4" fmla="*/ 19 w 19"/>
                  <a:gd name="T5" fmla="*/ 394 h 394"/>
                  <a:gd name="T6" fmla="*/ 10 w 19"/>
                  <a:gd name="T7" fmla="*/ 0 h 394"/>
                  <a:gd name="T8" fmla="*/ 0 w 19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94">
                    <a:moveTo>
                      <a:pt x="0" y="0"/>
                    </a:moveTo>
                    <a:lnTo>
                      <a:pt x="0" y="394"/>
                    </a:lnTo>
                    <a:lnTo>
                      <a:pt x="19" y="394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60" name="组合 359"/>
            <p:cNvGrpSpPr/>
            <p:nvPr/>
          </p:nvGrpSpPr>
          <p:grpSpPr>
            <a:xfrm>
              <a:off x="757292" y="3134263"/>
              <a:ext cx="8375650" cy="3425824"/>
              <a:chOff x="1908175" y="3165794"/>
              <a:chExt cx="8375650" cy="3425824"/>
            </a:xfrm>
          </p:grpSpPr>
          <p:sp>
            <p:nvSpPr>
              <p:cNvPr id="139" name="Freeform 6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1" name="Freeform 8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2" name="Rectangle 9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3" name="Rectangle 10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5" name="Freeform 12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0" name="Rectangle 17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1" name="Rectangle 18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3" name="Rectangle 20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4" name="Rectangle 21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5" name="Rectangle 22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7" name="Rectangle 24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1" name="Freeform 48"/>
              <p:cNvSpPr>
                <a:spLocks/>
              </p:cNvSpPr>
              <p:nvPr/>
            </p:nvSpPr>
            <p:spPr bwMode="auto">
              <a:xfrm>
                <a:off x="7391400" y="4259581"/>
                <a:ext cx="2071688" cy="1176338"/>
              </a:xfrm>
              <a:custGeom>
                <a:avLst/>
                <a:gdLst>
                  <a:gd name="T0" fmla="*/ 1305 w 1305"/>
                  <a:gd name="T1" fmla="*/ 741 h 741"/>
                  <a:gd name="T2" fmla="*/ 654 w 1305"/>
                  <a:gd name="T3" fmla="*/ 0 h 741"/>
                  <a:gd name="T4" fmla="*/ 0 w 1305"/>
                  <a:gd name="T5" fmla="*/ 741 h 741"/>
                  <a:gd name="T6" fmla="*/ 1305 w 1305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741">
                    <a:moveTo>
                      <a:pt x="1305" y="741"/>
                    </a:moveTo>
                    <a:lnTo>
                      <a:pt x="654" y="0"/>
                    </a:lnTo>
                    <a:lnTo>
                      <a:pt x="0" y="741"/>
                    </a:lnTo>
                    <a:lnTo>
                      <a:pt x="1305" y="741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2" name="Freeform 49"/>
              <p:cNvSpPr>
                <a:spLocks/>
              </p:cNvSpPr>
              <p:nvPr/>
            </p:nvSpPr>
            <p:spPr bwMode="auto">
              <a:xfrm>
                <a:off x="7391400" y="4259581"/>
                <a:ext cx="1038225" cy="1176338"/>
              </a:xfrm>
              <a:custGeom>
                <a:avLst/>
                <a:gdLst>
                  <a:gd name="T0" fmla="*/ 0 w 654"/>
                  <a:gd name="T1" fmla="*/ 741 h 741"/>
                  <a:gd name="T2" fmla="*/ 654 w 654"/>
                  <a:gd name="T3" fmla="*/ 0 h 741"/>
                  <a:gd name="T4" fmla="*/ 654 w 654"/>
                  <a:gd name="T5" fmla="*/ 741 h 741"/>
                  <a:gd name="T6" fmla="*/ 0 w 654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4" h="741">
                    <a:moveTo>
                      <a:pt x="0" y="741"/>
                    </a:moveTo>
                    <a:lnTo>
                      <a:pt x="654" y="0"/>
                    </a:lnTo>
                    <a:lnTo>
                      <a:pt x="654" y="741"/>
                    </a:lnTo>
                    <a:lnTo>
                      <a:pt x="0" y="741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3" name="Freeform 50"/>
              <p:cNvSpPr>
                <a:spLocks/>
              </p:cNvSpPr>
              <p:nvPr/>
            </p:nvSpPr>
            <p:spPr bwMode="auto">
              <a:xfrm>
                <a:off x="8170863" y="4259581"/>
                <a:ext cx="503238" cy="315913"/>
              </a:xfrm>
              <a:custGeom>
                <a:avLst/>
                <a:gdLst>
                  <a:gd name="T0" fmla="*/ 93 w 210"/>
                  <a:gd name="T1" fmla="*/ 106 h 132"/>
                  <a:gd name="T2" fmla="*/ 53 w 210"/>
                  <a:gd name="T3" fmla="*/ 124 h 132"/>
                  <a:gd name="T4" fmla="*/ 28 w 210"/>
                  <a:gd name="T5" fmla="*/ 112 h 132"/>
                  <a:gd name="T6" fmla="*/ 0 w 210"/>
                  <a:gd name="T7" fmla="*/ 123 h 132"/>
                  <a:gd name="T8" fmla="*/ 108 w 210"/>
                  <a:gd name="T9" fmla="*/ 0 h 132"/>
                  <a:gd name="T10" fmla="*/ 210 w 210"/>
                  <a:gd name="T11" fmla="*/ 117 h 132"/>
                  <a:gd name="T12" fmla="*/ 187 w 210"/>
                  <a:gd name="T13" fmla="*/ 122 h 132"/>
                  <a:gd name="T14" fmla="*/ 125 w 210"/>
                  <a:gd name="T15" fmla="*/ 122 h 132"/>
                  <a:gd name="T16" fmla="*/ 93 w 210"/>
                  <a:gd name="T17" fmla="*/ 10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0" h="132">
                    <a:moveTo>
                      <a:pt x="93" y="106"/>
                    </a:moveTo>
                    <a:cubicBezTo>
                      <a:pt x="84" y="114"/>
                      <a:pt x="63" y="130"/>
                      <a:pt x="53" y="124"/>
                    </a:cubicBez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2" y="118"/>
                      <a:pt x="194" y="119"/>
                      <a:pt x="187" y="122"/>
                    </a:cubicBezTo>
                    <a:cubicBezTo>
                      <a:pt x="163" y="132"/>
                      <a:pt x="142" y="128"/>
                      <a:pt x="125" y="122"/>
                    </a:cubicBezTo>
                    <a:cubicBezTo>
                      <a:pt x="108" y="117"/>
                      <a:pt x="101" y="97"/>
                      <a:pt x="93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4" name="Freeform 51"/>
              <p:cNvSpPr>
                <a:spLocks/>
              </p:cNvSpPr>
              <p:nvPr/>
            </p:nvSpPr>
            <p:spPr bwMode="auto">
              <a:xfrm>
                <a:off x="8170863" y="4259581"/>
                <a:ext cx="258763" cy="311150"/>
              </a:xfrm>
              <a:custGeom>
                <a:avLst/>
                <a:gdLst>
                  <a:gd name="T0" fmla="*/ 53 w 108"/>
                  <a:gd name="T1" fmla="*/ 124 h 130"/>
                  <a:gd name="T2" fmla="*/ 28 w 108"/>
                  <a:gd name="T3" fmla="*/ 112 h 130"/>
                  <a:gd name="T4" fmla="*/ 0 w 108"/>
                  <a:gd name="T5" fmla="*/ 123 h 130"/>
                  <a:gd name="T6" fmla="*/ 108 w 108"/>
                  <a:gd name="T7" fmla="*/ 0 h 130"/>
                  <a:gd name="T8" fmla="*/ 108 w 108"/>
                  <a:gd name="T9" fmla="*/ 111 h 130"/>
                  <a:gd name="T10" fmla="*/ 93 w 108"/>
                  <a:gd name="T11" fmla="*/ 106 h 130"/>
                  <a:gd name="T12" fmla="*/ 53 w 108"/>
                  <a:gd name="T13" fmla="*/ 1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30">
                    <a:moveTo>
                      <a:pt x="53" y="124"/>
                    </a:move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11"/>
                      <a:pt x="108" y="111"/>
                      <a:pt x="108" y="111"/>
                    </a:cubicBezTo>
                    <a:cubicBezTo>
                      <a:pt x="102" y="105"/>
                      <a:pt x="98" y="100"/>
                      <a:pt x="93" y="106"/>
                    </a:cubicBezTo>
                    <a:cubicBezTo>
                      <a:pt x="84" y="114"/>
                      <a:pt x="63" y="130"/>
                      <a:pt x="53" y="124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5" name="Freeform 52"/>
              <p:cNvSpPr>
                <a:spLocks/>
              </p:cNvSpPr>
              <p:nvPr/>
            </p:nvSpPr>
            <p:spPr bwMode="auto">
              <a:xfrm>
                <a:off x="5916613" y="4937444"/>
                <a:ext cx="38100" cy="111125"/>
              </a:xfrm>
              <a:custGeom>
                <a:avLst/>
                <a:gdLst>
                  <a:gd name="T0" fmla="*/ 4 w 24"/>
                  <a:gd name="T1" fmla="*/ 0 h 70"/>
                  <a:gd name="T2" fmla="*/ 0 w 24"/>
                  <a:gd name="T3" fmla="*/ 70 h 70"/>
                  <a:gd name="T4" fmla="*/ 24 w 24"/>
                  <a:gd name="T5" fmla="*/ 70 h 70"/>
                  <a:gd name="T6" fmla="*/ 19 w 24"/>
                  <a:gd name="T7" fmla="*/ 0 h 70"/>
                  <a:gd name="T8" fmla="*/ 4 w 24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70">
                    <a:moveTo>
                      <a:pt x="4" y="0"/>
                    </a:moveTo>
                    <a:lnTo>
                      <a:pt x="0" y="70"/>
                    </a:lnTo>
                    <a:lnTo>
                      <a:pt x="24" y="70"/>
                    </a:lnTo>
                    <a:lnTo>
                      <a:pt x="19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6" name="Freeform 53"/>
              <p:cNvSpPr>
                <a:spLocks/>
              </p:cNvSpPr>
              <p:nvPr/>
            </p:nvSpPr>
            <p:spPr bwMode="auto">
              <a:xfrm>
                <a:off x="5935663" y="4937444"/>
                <a:ext cx="19050" cy="111125"/>
              </a:xfrm>
              <a:custGeom>
                <a:avLst/>
                <a:gdLst>
                  <a:gd name="T0" fmla="*/ 0 w 12"/>
                  <a:gd name="T1" fmla="*/ 0 h 70"/>
                  <a:gd name="T2" fmla="*/ 0 w 12"/>
                  <a:gd name="T3" fmla="*/ 70 h 70"/>
                  <a:gd name="T4" fmla="*/ 12 w 12"/>
                  <a:gd name="T5" fmla="*/ 70 h 70"/>
                  <a:gd name="T6" fmla="*/ 7 w 12"/>
                  <a:gd name="T7" fmla="*/ 0 h 70"/>
                  <a:gd name="T8" fmla="*/ 0 w 12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lnTo>
                      <a:pt x="0" y="70"/>
                    </a:lnTo>
                    <a:lnTo>
                      <a:pt x="12" y="7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7" name="Freeform 54"/>
              <p:cNvSpPr>
                <a:spLocks/>
              </p:cNvSpPr>
              <p:nvPr/>
            </p:nvSpPr>
            <p:spPr bwMode="auto">
              <a:xfrm>
                <a:off x="5824538" y="4499294"/>
                <a:ext cx="220663" cy="474663"/>
              </a:xfrm>
              <a:custGeom>
                <a:avLst/>
                <a:gdLst>
                  <a:gd name="T0" fmla="*/ 0 w 139"/>
                  <a:gd name="T1" fmla="*/ 299 h 299"/>
                  <a:gd name="T2" fmla="*/ 70 w 139"/>
                  <a:gd name="T3" fmla="*/ 0 h 299"/>
                  <a:gd name="T4" fmla="*/ 139 w 139"/>
                  <a:gd name="T5" fmla="*/ 299 h 299"/>
                  <a:gd name="T6" fmla="*/ 0 w 13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299">
                    <a:moveTo>
                      <a:pt x="0" y="299"/>
                    </a:moveTo>
                    <a:lnTo>
                      <a:pt x="70" y="0"/>
                    </a:lnTo>
                    <a:lnTo>
                      <a:pt x="139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8" name="Freeform 55"/>
              <p:cNvSpPr>
                <a:spLocks/>
              </p:cNvSpPr>
              <p:nvPr/>
            </p:nvSpPr>
            <p:spPr bwMode="auto">
              <a:xfrm>
                <a:off x="5935663" y="4499294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9" name="Freeform 66"/>
              <p:cNvSpPr>
                <a:spLocks/>
              </p:cNvSpPr>
              <p:nvPr/>
            </p:nvSpPr>
            <p:spPr bwMode="auto">
              <a:xfrm>
                <a:off x="5305425" y="4818381"/>
                <a:ext cx="109538" cy="193675"/>
              </a:xfrm>
              <a:custGeom>
                <a:avLst/>
                <a:gdLst>
                  <a:gd name="T0" fmla="*/ 46 w 46"/>
                  <a:gd name="T1" fmla="*/ 58 h 81"/>
                  <a:gd name="T2" fmla="*/ 23 w 46"/>
                  <a:gd name="T3" fmla="*/ 81 h 81"/>
                  <a:gd name="T4" fmla="*/ 0 w 46"/>
                  <a:gd name="T5" fmla="*/ 58 h 81"/>
                  <a:gd name="T6" fmla="*/ 23 w 46"/>
                  <a:gd name="T7" fmla="*/ 0 h 81"/>
                  <a:gd name="T8" fmla="*/ 46 w 46"/>
                  <a:gd name="T9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81">
                    <a:moveTo>
                      <a:pt x="46" y="58"/>
                    </a:moveTo>
                    <a:cubicBezTo>
                      <a:pt x="46" y="71"/>
                      <a:pt x="35" y="81"/>
                      <a:pt x="23" y="81"/>
                    </a:cubicBezTo>
                    <a:cubicBezTo>
                      <a:pt x="10" y="81"/>
                      <a:pt x="0" y="71"/>
                      <a:pt x="0" y="58"/>
                    </a:cubicBezTo>
                    <a:cubicBezTo>
                      <a:pt x="0" y="41"/>
                      <a:pt x="10" y="0"/>
                      <a:pt x="23" y="0"/>
                    </a:cubicBezTo>
                    <a:cubicBezTo>
                      <a:pt x="35" y="0"/>
                      <a:pt x="46" y="46"/>
                      <a:pt x="46" y="58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0" name="Freeform 67"/>
              <p:cNvSpPr>
                <a:spLocks/>
              </p:cNvSpPr>
              <p:nvPr/>
            </p:nvSpPr>
            <p:spPr bwMode="auto">
              <a:xfrm>
                <a:off x="5360988" y="4818381"/>
                <a:ext cx="53975" cy="193675"/>
              </a:xfrm>
              <a:custGeom>
                <a:avLst/>
                <a:gdLst>
                  <a:gd name="T0" fmla="*/ 23 w 23"/>
                  <a:gd name="T1" fmla="*/ 58 h 81"/>
                  <a:gd name="T2" fmla="*/ 0 w 23"/>
                  <a:gd name="T3" fmla="*/ 0 h 81"/>
                  <a:gd name="T4" fmla="*/ 0 w 23"/>
                  <a:gd name="T5" fmla="*/ 81 h 81"/>
                  <a:gd name="T6" fmla="*/ 23 w 23"/>
                  <a:gd name="T7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1">
                    <a:moveTo>
                      <a:pt x="23" y="58"/>
                    </a:moveTo>
                    <a:cubicBezTo>
                      <a:pt x="23" y="42"/>
                      <a:pt x="12" y="0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2" y="81"/>
                      <a:pt x="23" y="71"/>
                      <a:pt x="23" y="58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1" name="Freeform 68"/>
              <p:cNvSpPr>
                <a:spLocks/>
              </p:cNvSpPr>
              <p:nvPr/>
            </p:nvSpPr>
            <p:spPr bwMode="auto">
              <a:xfrm>
                <a:off x="5349875" y="4959669"/>
                <a:ext cx="17463" cy="88900"/>
              </a:xfrm>
              <a:custGeom>
                <a:avLst/>
                <a:gdLst>
                  <a:gd name="T0" fmla="*/ 4 w 11"/>
                  <a:gd name="T1" fmla="*/ 0 h 56"/>
                  <a:gd name="T2" fmla="*/ 0 w 11"/>
                  <a:gd name="T3" fmla="*/ 56 h 56"/>
                  <a:gd name="T4" fmla="*/ 11 w 11"/>
                  <a:gd name="T5" fmla="*/ 56 h 56"/>
                  <a:gd name="T6" fmla="*/ 8 w 11"/>
                  <a:gd name="T7" fmla="*/ 0 h 56"/>
                  <a:gd name="T8" fmla="*/ 4 w 11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6">
                    <a:moveTo>
                      <a:pt x="4" y="0"/>
                    </a:moveTo>
                    <a:lnTo>
                      <a:pt x="0" y="56"/>
                    </a:lnTo>
                    <a:lnTo>
                      <a:pt x="11" y="56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2" name="Freeform 69"/>
              <p:cNvSpPr>
                <a:spLocks/>
              </p:cNvSpPr>
              <p:nvPr/>
            </p:nvSpPr>
            <p:spPr bwMode="auto">
              <a:xfrm>
                <a:off x="5360988" y="4959669"/>
                <a:ext cx="6350" cy="88900"/>
              </a:xfrm>
              <a:custGeom>
                <a:avLst/>
                <a:gdLst>
                  <a:gd name="T0" fmla="*/ 0 w 4"/>
                  <a:gd name="T1" fmla="*/ 0 h 56"/>
                  <a:gd name="T2" fmla="*/ 0 w 4"/>
                  <a:gd name="T3" fmla="*/ 56 h 56"/>
                  <a:gd name="T4" fmla="*/ 4 w 4"/>
                  <a:gd name="T5" fmla="*/ 56 h 56"/>
                  <a:gd name="T6" fmla="*/ 1 w 4"/>
                  <a:gd name="T7" fmla="*/ 0 h 56"/>
                  <a:gd name="T8" fmla="*/ 0 w 4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6">
                    <a:moveTo>
                      <a:pt x="0" y="0"/>
                    </a:moveTo>
                    <a:lnTo>
                      <a:pt x="0" y="56"/>
                    </a:lnTo>
                    <a:lnTo>
                      <a:pt x="4" y="5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3" name="Oval 70"/>
              <p:cNvSpPr>
                <a:spLocks noChangeArrowheads="1"/>
              </p:cNvSpPr>
              <p:nvPr/>
            </p:nvSpPr>
            <p:spPr bwMode="auto">
              <a:xfrm>
                <a:off x="5410200" y="4712019"/>
                <a:ext cx="182563" cy="244475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4" name="Freeform 71"/>
              <p:cNvSpPr>
                <a:spLocks/>
              </p:cNvSpPr>
              <p:nvPr/>
            </p:nvSpPr>
            <p:spPr bwMode="auto">
              <a:xfrm>
                <a:off x="5502275" y="4712019"/>
                <a:ext cx="90488" cy="244475"/>
              </a:xfrm>
              <a:custGeom>
                <a:avLst/>
                <a:gdLst>
                  <a:gd name="T0" fmla="*/ 38 w 38"/>
                  <a:gd name="T1" fmla="*/ 51 h 102"/>
                  <a:gd name="T2" fmla="*/ 0 w 38"/>
                  <a:gd name="T3" fmla="*/ 0 h 102"/>
                  <a:gd name="T4" fmla="*/ 0 w 38"/>
                  <a:gd name="T5" fmla="*/ 102 h 102"/>
                  <a:gd name="T6" fmla="*/ 38 w 38"/>
                  <a:gd name="T7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102">
                    <a:moveTo>
                      <a:pt x="38" y="51"/>
                    </a:moveTo>
                    <a:cubicBezTo>
                      <a:pt x="38" y="23"/>
                      <a:pt x="21" y="0"/>
                      <a:pt x="0" y="0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21" y="102"/>
                      <a:pt x="38" y="79"/>
                      <a:pt x="38" y="51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" name="Freeform 72"/>
              <p:cNvSpPr>
                <a:spLocks/>
              </p:cNvSpPr>
              <p:nvPr/>
            </p:nvSpPr>
            <p:spPr bwMode="auto">
              <a:xfrm>
                <a:off x="5489575" y="4866006"/>
                <a:ext cx="26988" cy="146050"/>
              </a:xfrm>
              <a:custGeom>
                <a:avLst/>
                <a:gdLst>
                  <a:gd name="T0" fmla="*/ 3 w 17"/>
                  <a:gd name="T1" fmla="*/ 0 h 92"/>
                  <a:gd name="T2" fmla="*/ 0 w 17"/>
                  <a:gd name="T3" fmla="*/ 92 h 92"/>
                  <a:gd name="T4" fmla="*/ 17 w 17"/>
                  <a:gd name="T5" fmla="*/ 92 h 92"/>
                  <a:gd name="T6" fmla="*/ 12 w 17"/>
                  <a:gd name="T7" fmla="*/ 0 h 92"/>
                  <a:gd name="T8" fmla="*/ 3 w 17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2">
                    <a:moveTo>
                      <a:pt x="3" y="0"/>
                    </a:moveTo>
                    <a:lnTo>
                      <a:pt x="0" y="92"/>
                    </a:lnTo>
                    <a:lnTo>
                      <a:pt x="17" y="92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6" name="Freeform 73"/>
              <p:cNvSpPr>
                <a:spLocks/>
              </p:cNvSpPr>
              <p:nvPr/>
            </p:nvSpPr>
            <p:spPr bwMode="auto">
              <a:xfrm>
                <a:off x="5502275" y="4866006"/>
                <a:ext cx="14288" cy="146050"/>
              </a:xfrm>
              <a:custGeom>
                <a:avLst/>
                <a:gdLst>
                  <a:gd name="T0" fmla="*/ 0 w 9"/>
                  <a:gd name="T1" fmla="*/ 0 h 92"/>
                  <a:gd name="T2" fmla="*/ 0 w 9"/>
                  <a:gd name="T3" fmla="*/ 92 h 92"/>
                  <a:gd name="T4" fmla="*/ 9 w 9"/>
                  <a:gd name="T5" fmla="*/ 92 h 92"/>
                  <a:gd name="T6" fmla="*/ 4 w 9"/>
                  <a:gd name="T7" fmla="*/ 0 h 92"/>
                  <a:gd name="T8" fmla="*/ 0 w 9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2">
                    <a:moveTo>
                      <a:pt x="0" y="0"/>
                    </a:moveTo>
                    <a:lnTo>
                      <a:pt x="0" y="92"/>
                    </a:lnTo>
                    <a:lnTo>
                      <a:pt x="9" y="9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7" name="Freeform 74"/>
              <p:cNvSpPr>
                <a:spLocks/>
              </p:cNvSpPr>
              <p:nvPr/>
            </p:nvSpPr>
            <p:spPr bwMode="auto">
              <a:xfrm>
                <a:off x="6170613" y="5177156"/>
                <a:ext cx="1381125" cy="155575"/>
              </a:xfrm>
              <a:custGeom>
                <a:avLst/>
                <a:gdLst>
                  <a:gd name="T0" fmla="*/ 577 w 577"/>
                  <a:gd name="T1" fmla="*/ 33 h 65"/>
                  <a:gd name="T2" fmla="*/ 540 w 577"/>
                  <a:gd name="T3" fmla="*/ 65 h 65"/>
                  <a:gd name="T4" fmla="*/ 37 w 577"/>
                  <a:gd name="T5" fmla="*/ 65 h 65"/>
                  <a:gd name="T6" fmla="*/ 0 w 577"/>
                  <a:gd name="T7" fmla="*/ 33 h 65"/>
                  <a:gd name="T8" fmla="*/ 37 w 577"/>
                  <a:gd name="T9" fmla="*/ 0 h 65"/>
                  <a:gd name="T10" fmla="*/ 540 w 577"/>
                  <a:gd name="T11" fmla="*/ 0 h 65"/>
                  <a:gd name="T12" fmla="*/ 577 w 577"/>
                  <a:gd name="T13" fmla="*/ 3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7" h="65">
                    <a:moveTo>
                      <a:pt x="577" y="33"/>
                    </a:moveTo>
                    <a:cubicBezTo>
                      <a:pt x="577" y="51"/>
                      <a:pt x="560" y="65"/>
                      <a:pt x="540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16" y="65"/>
                      <a:pt x="0" y="51"/>
                      <a:pt x="0" y="33"/>
                    </a:cubicBezTo>
                    <a:cubicBezTo>
                      <a:pt x="0" y="15"/>
                      <a:pt x="16" y="0"/>
                      <a:pt x="37" y="0"/>
                    </a:cubicBezTo>
                    <a:cubicBezTo>
                      <a:pt x="540" y="0"/>
                      <a:pt x="540" y="0"/>
                      <a:pt x="540" y="0"/>
                    </a:cubicBezTo>
                    <a:cubicBezTo>
                      <a:pt x="560" y="0"/>
                      <a:pt x="577" y="15"/>
                      <a:pt x="577" y="33"/>
                    </a:cubicBezTo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8" name="Freeform 75"/>
              <p:cNvSpPr>
                <a:spLocks/>
              </p:cNvSpPr>
              <p:nvPr/>
            </p:nvSpPr>
            <p:spPr bwMode="auto">
              <a:xfrm>
                <a:off x="6859588" y="5177156"/>
                <a:ext cx="692150" cy="155575"/>
              </a:xfrm>
              <a:custGeom>
                <a:avLst/>
                <a:gdLst>
                  <a:gd name="T0" fmla="*/ 252 w 289"/>
                  <a:gd name="T1" fmla="*/ 0 h 65"/>
                  <a:gd name="T2" fmla="*/ 0 w 289"/>
                  <a:gd name="T3" fmla="*/ 0 h 65"/>
                  <a:gd name="T4" fmla="*/ 0 w 289"/>
                  <a:gd name="T5" fmla="*/ 65 h 65"/>
                  <a:gd name="T6" fmla="*/ 252 w 289"/>
                  <a:gd name="T7" fmla="*/ 65 h 65"/>
                  <a:gd name="T8" fmla="*/ 289 w 289"/>
                  <a:gd name="T9" fmla="*/ 33 h 65"/>
                  <a:gd name="T10" fmla="*/ 252 w 289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9" h="65">
                    <a:moveTo>
                      <a:pt x="25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72" y="65"/>
                      <a:pt x="289" y="51"/>
                      <a:pt x="289" y="33"/>
                    </a:cubicBezTo>
                    <a:cubicBezTo>
                      <a:pt x="289" y="15"/>
                      <a:pt x="272" y="0"/>
                      <a:pt x="252" y="0"/>
                    </a:cubicBezTo>
                  </a:path>
                </a:pathLst>
              </a:custGeom>
              <a:solidFill>
                <a:srgbClr val="A9C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9" name="Rectangle 76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0" name="Rectangle 77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1" name="Freeform 78"/>
              <p:cNvSpPr>
                <a:spLocks/>
              </p:cNvSpPr>
              <p:nvPr/>
            </p:nvSpPr>
            <p:spPr bwMode="auto">
              <a:xfrm>
                <a:off x="6540500" y="4696144"/>
                <a:ext cx="728663" cy="123825"/>
              </a:xfrm>
              <a:custGeom>
                <a:avLst/>
                <a:gdLst>
                  <a:gd name="T0" fmla="*/ 0 w 459"/>
                  <a:gd name="T1" fmla="*/ 50 h 78"/>
                  <a:gd name="T2" fmla="*/ 0 w 459"/>
                  <a:gd name="T3" fmla="*/ 78 h 78"/>
                  <a:gd name="T4" fmla="*/ 459 w 459"/>
                  <a:gd name="T5" fmla="*/ 78 h 78"/>
                  <a:gd name="T6" fmla="*/ 459 w 459"/>
                  <a:gd name="T7" fmla="*/ 0 h 78"/>
                  <a:gd name="T8" fmla="*/ 0 w 459"/>
                  <a:gd name="T9" fmla="*/ 5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9" h="78">
                    <a:moveTo>
                      <a:pt x="0" y="50"/>
                    </a:moveTo>
                    <a:lnTo>
                      <a:pt x="0" y="78"/>
                    </a:lnTo>
                    <a:lnTo>
                      <a:pt x="459" y="78"/>
                    </a:lnTo>
                    <a:lnTo>
                      <a:pt x="459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2" name="Rectangle 79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3" name="Rectangle 80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4" name="Rectangle 81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" name="Rectangle 82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6" name="Rectangle 83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7" name="Rectangle 84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8" name="Rectangle 85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9" name="Rectangle 86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0" name="Rectangle 87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347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1" name="Rectangle 88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2" name="Rectangle 89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3" name="Rectangle 90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4" name="Rectangle 91"/>
              <p:cNvSpPr>
                <a:spLocks noChangeArrowheads="1"/>
              </p:cNvSpPr>
              <p:nvPr/>
            </p:nvSpPr>
            <p:spPr bwMode="auto">
              <a:xfrm>
                <a:off x="6619875" y="4880294"/>
                <a:ext cx="122238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5" name="Freeform 92"/>
              <p:cNvSpPr>
                <a:spLocks/>
              </p:cNvSpPr>
              <p:nvPr/>
            </p:nvSpPr>
            <p:spPr bwMode="auto">
              <a:xfrm>
                <a:off x="6619875" y="4748531"/>
                <a:ext cx="649288" cy="71438"/>
              </a:xfrm>
              <a:custGeom>
                <a:avLst/>
                <a:gdLst>
                  <a:gd name="T0" fmla="*/ 409 w 409"/>
                  <a:gd name="T1" fmla="*/ 45 h 45"/>
                  <a:gd name="T2" fmla="*/ 409 w 409"/>
                  <a:gd name="T3" fmla="*/ 0 h 45"/>
                  <a:gd name="T4" fmla="*/ 0 w 409"/>
                  <a:gd name="T5" fmla="*/ 45 h 45"/>
                  <a:gd name="T6" fmla="*/ 409 w 409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9" h="45">
                    <a:moveTo>
                      <a:pt x="409" y="45"/>
                    </a:moveTo>
                    <a:lnTo>
                      <a:pt x="409" y="0"/>
                    </a:lnTo>
                    <a:lnTo>
                      <a:pt x="0" y="45"/>
                    </a:lnTo>
                    <a:lnTo>
                      <a:pt x="409" y="45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6" name="Freeform 93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close/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7" name="Freeform 94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8" name="Rectangle 95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2C62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9" name="Rectangle 96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0" name="Freeform 97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1" name="Freeform 98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2" name="Freeform 99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close/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3" name="Freeform 100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4" name="Freeform 101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5" name="Freeform 102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6" name="Rectangle 103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7" name="Rectangle 104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8" name="Freeform 105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9" name="Freeform 106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0" name="Freeform 107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1" name="Freeform 108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2" name="Freeform 109"/>
              <p:cNvSpPr>
                <a:spLocks/>
              </p:cNvSpPr>
              <p:nvPr/>
            </p:nvSpPr>
            <p:spPr bwMode="auto">
              <a:xfrm>
                <a:off x="4238625" y="4550094"/>
                <a:ext cx="431800" cy="269875"/>
              </a:xfrm>
              <a:custGeom>
                <a:avLst/>
                <a:gdLst>
                  <a:gd name="T0" fmla="*/ 133 w 180"/>
                  <a:gd name="T1" fmla="*/ 94 h 113"/>
                  <a:gd name="T2" fmla="*/ 64 w 180"/>
                  <a:gd name="T3" fmla="*/ 101 h 113"/>
                  <a:gd name="T4" fmla="*/ 21 w 180"/>
                  <a:gd name="T5" fmla="*/ 95 h 113"/>
                  <a:gd name="T6" fmla="*/ 0 w 180"/>
                  <a:gd name="T7" fmla="*/ 95 h 113"/>
                  <a:gd name="T8" fmla="*/ 92 w 180"/>
                  <a:gd name="T9" fmla="*/ 0 h 113"/>
                  <a:gd name="T10" fmla="*/ 180 w 180"/>
                  <a:gd name="T11" fmla="*/ 92 h 113"/>
                  <a:gd name="T12" fmla="*/ 159 w 180"/>
                  <a:gd name="T13" fmla="*/ 95 h 113"/>
                  <a:gd name="T14" fmla="*/ 133 w 180"/>
                  <a:gd name="T15" fmla="*/ 9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0" h="113">
                    <a:moveTo>
                      <a:pt x="133" y="94"/>
                    </a:moveTo>
                    <a:cubicBezTo>
                      <a:pt x="128" y="98"/>
                      <a:pt x="88" y="113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4" y="95"/>
                      <a:pt x="166" y="98"/>
                      <a:pt x="159" y="95"/>
                    </a:cubicBezTo>
                    <a:cubicBezTo>
                      <a:pt x="150" y="91"/>
                      <a:pt x="137" y="90"/>
                      <a:pt x="133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3" name="Freeform 110"/>
              <p:cNvSpPr>
                <a:spLocks/>
              </p:cNvSpPr>
              <p:nvPr/>
            </p:nvSpPr>
            <p:spPr bwMode="auto">
              <a:xfrm>
                <a:off x="4238625" y="4550094"/>
                <a:ext cx="220663" cy="254000"/>
              </a:xfrm>
              <a:custGeom>
                <a:avLst/>
                <a:gdLst>
                  <a:gd name="T0" fmla="*/ 21 w 92"/>
                  <a:gd name="T1" fmla="*/ 95 h 106"/>
                  <a:gd name="T2" fmla="*/ 0 w 92"/>
                  <a:gd name="T3" fmla="*/ 95 h 106"/>
                  <a:gd name="T4" fmla="*/ 92 w 92"/>
                  <a:gd name="T5" fmla="*/ 0 h 106"/>
                  <a:gd name="T6" fmla="*/ 92 w 92"/>
                  <a:gd name="T7" fmla="*/ 105 h 106"/>
                  <a:gd name="T8" fmla="*/ 64 w 92"/>
                  <a:gd name="T9" fmla="*/ 101 h 106"/>
                  <a:gd name="T10" fmla="*/ 21 w 92"/>
                  <a:gd name="T11" fmla="*/ 9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6">
                    <a:moveTo>
                      <a:pt x="21" y="95"/>
                    </a:move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105"/>
                      <a:pt x="92" y="105"/>
                      <a:pt x="92" y="105"/>
                    </a:cubicBezTo>
                    <a:cubicBezTo>
                      <a:pt x="82" y="106"/>
                      <a:pt x="72" y="105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4" name="Freeform 111"/>
              <p:cNvSpPr>
                <a:spLocks/>
              </p:cNvSpPr>
              <p:nvPr/>
            </p:nvSpPr>
            <p:spPr bwMode="auto">
              <a:xfrm>
                <a:off x="7437438" y="5043806"/>
                <a:ext cx="50800" cy="133350"/>
              </a:xfrm>
              <a:custGeom>
                <a:avLst/>
                <a:gdLst>
                  <a:gd name="T0" fmla="*/ 7 w 32"/>
                  <a:gd name="T1" fmla="*/ 0 h 84"/>
                  <a:gd name="T2" fmla="*/ 0 w 32"/>
                  <a:gd name="T3" fmla="*/ 84 h 84"/>
                  <a:gd name="T4" fmla="*/ 32 w 32"/>
                  <a:gd name="T5" fmla="*/ 84 h 84"/>
                  <a:gd name="T6" fmla="*/ 24 w 32"/>
                  <a:gd name="T7" fmla="*/ 0 h 84"/>
                  <a:gd name="T8" fmla="*/ 7 w 32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84">
                    <a:moveTo>
                      <a:pt x="7" y="0"/>
                    </a:moveTo>
                    <a:lnTo>
                      <a:pt x="0" y="84"/>
                    </a:lnTo>
                    <a:lnTo>
                      <a:pt x="32" y="84"/>
                    </a:lnTo>
                    <a:lnTo>
                      <a:pt x="2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5" name="Freeform 112"/>
              <p:cNvSpPr>
                <a:spLocks/>
              </p:cNvSpPr>
              <p:nvPr/>
            </p:nvSpPr>
            <p:spPr bwMode="auto">
              <a:xfrm>
                <a:off x="7461250" y="5043806"/>
                <a:ext cx="26988" cy="133350"/>
              </a:xfrm>
              <a:custGeom>
                <a:avLst/>
                <a:gdLst>
                  <a:gd name="T0" fmla="*/ 0 w 17"/>
                  <a:gd name="T1" fmla="*/ 0 h 84"/>
                  <a:gd name="T2" fmla="*/ 0 w 17"/>
                  <a:gd name="T3" fmla="*/ 84 h 84"/>
                  <a:gd name="T4" fmla="*/ 17 w 17"/>
                  <a:gd name="T5" fmla="*/ 84 h 84"/>
                  <a:gd name="T6" fmla="*/ 9 w 17"/>
                  <a:gd name="T7" fmla="*/ 0 h 84"/>
                  <a:gd name="T8" fmla="*/ 0 w 17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84">
                    <a:moveTo>
                      <a:pt x="0" y="0"/>
                    </a:moveTo>
                    <a:lnTo>
                      <a:pt x="0" y="84"/>
                    </a:lnTo>
                    <a:lnTo>
                      <a:pt x="17" y="84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" name="Freeform 113"/>
              <p:cNvSpPr>
                <a:spLocks/>
              </p:cNvSpPr>
              <p:nvPr/>
            </p:nvSpPr>
            <p:spPr bwMode="auto">
              <a:xfrm>
                <a:off x="7324725" y="4499294"/>
                <a:ext cx="273050" cy="587375"/>
              </a:xfrm>
              <a:custGeom>
                <a:avLst/>
                <a:gdLst>
                  <a:gd name="T0" fmla="*/ 0 w 172"/>
                  <a:gd name="T1" fmla="*/ 370 h 370"/>
                  <a:gd name="T2" fmla="*/ 86 w 172"/>
                  <a:gd name="T3" fmla="*/ 0 h 370"/>
                  <a:gd name="T4" fmla="*/ 172 w 172"/>
                  <a:gd name="T5" fmla="*/ 370 h 370"/>
                  <a:gd name="T6" fmla="*/ 0 w 172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2" h="370">
                    <a:moveTo>
                      <a:pt x="0" y="370"/>
                    </a:moveTo>
                    <a:lnTo>
                      <a:pt x="86" y="0"/>
                    </a:lnTo>
                    <a:lnTo>
                      <a:pt x="172" y="370"/>
                    </a:lnTo>
                    <a:lnTo>
                      <a:pt x="0" y="37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7" name="Freeform 114"/>
              <p:cNvSpPr>
                <a:spLocks/>
              </p:cNvSpPr>
              <p:nvPr/>
            </p:nvSpPr>
            <p:spPr bwMode="auto">
              <a:xfrm>
                <a:off x="7461250" y="4499294"/>
                <a:ext cx="136525" cy="587375"/>
              </a:xfrm>
              <a:custGeom>
                <a:avLst/>
                <a:gdLst>
                  <a:gd name="T0" fmla="*/ 86 w 86"/>
                  <a:gd name="T1" fmla="*/ 370 h 370"/>
                  <a:gd name="T2" fmla="*/ 0 w 86"/>
                  <a:gd name="T3" fmla="*/ 0 h 370"/>
                  <a:gd name="T4" fmla="*/ 0 w 86"/>
                  <a:gd name="T5" fmla="*/ 370 h 370"/>
                  <a:gd name="T6" fmla="*/ 86 w 86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370">
                    <a:moveTo>
                      <a:pt x="86" y="370"/>
                    </a:moveTo>
                    <a:lnTo>
                      <a:pt x="0" y="0"/>
                    </a:lnTo>
                    <a:lnTo>
                      <a:pt x="0" y="370"/>
                    </a:lnTo>
                    <a:lnTo>
                      <a:pt x="86" y="37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8" name="Freeform 115"/>
              <p:cNvSpPr>
                <a:spLocks/>
              </p:cNvSpPr>
              <p:nvPr/>
            </p:nvSpPr>
            <p:spPr bwMode="auto">
              <a:xfrm>
                <a:off x="7585075" y="5069206"/>
                <a:ext cx="41275" cy="107950"/>
              </a:xfrm>
              <a:custGeom>
                <a:avLst/>
                <a:gdLst>
                  <a:gd name="T0" fmla="*/ 6 w 26"/>
                  <a:gd name="T1" fmla="*/ 0 h 68"/>
                  <a:gd name="T2" fmla="*/ 0 w 26"/>
                  <a:gd name="T3" fmla="*/ 68 h 68"/>
                  <a:gd name="T4" fmla="*/ 26 w 26"/>
                  <a:gd name="T5" fmla="*/ 68 h 68"/>
                  <a:gd name="T6" fmla="*/ 20 w 26"/>
                  <a:gd name="T7" fmla="*/ 0 h 68"/>
                  <a:gd name="T8" fmla="*/ 6 w 26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8">
                    <a:moveTo>
                      <a:pt x="6" y="0"/>
                    </a:moveTo>
                    <a:lnTo>
                      <a:pt x="0" y="68"/>
                    </a:lnTo>
                    <a:lnTo>
                      <a:pt x="26" y="68"/>
                    </a:lnTo>
                    <a:lnTo>
                      <a:pt x="2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9" name="Freeform 116"/>
              <p:cNvSpPr>
                <a:spLocks/>
              </p:cNvSpPr>
              <p:nvPr/>
            </p:nvSpPr>
            <p:spPr bwMode="auto">
              <a:xfrm>
                <a:off x="7607300" y="5069206"/>
                <a:ext cx="19050" cy="107950"/>
              </a:xfrm>
              <a:custGeom>
                <a:avLst/>
                <a:gdLst>
                  <a:gd name="T0" fmla="*/ 0 w 12"/>
                  <a:gd name="T1" fmla="*/ 0 h 68"/>
                  <a:gd name="T2" fmla="*/ 0 w 12"/>
                  <a:gd name="T3" fmla="*/ 68 h 68"/>
                  <a:gd name="T4" fmla="*/ 12 w 12"/>
                  <a:gd name="T5" fmla="*/ 68 h 68"/>
                  <a:gd name="T6" fmla="*/ 6 w 12"/>
                  <a:gd name="T7" fmla="*/ 0 h 68"/>
                  <a:gd name="T8" fmla="*/ 0 w 12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8">
                    <a:moveTo>
                      <a:pt x="0" y="0"/>
                    </a:moveTo>
                    <a:lnTo>
                      <a:pt x="0" y="68"/>
                    </a:lnTo>
                    <a:lnTo>
                      <a:pt x="12" y="6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0" name="Freeform 117"/>
              <p:cNvSpPr>
                <a:spLocks/>
              </p:cNvSpPr>
              <p:nvPr/>
            </p:nvSpPr>
            <p:spPr bwMode="auto">
              <a:xfrm>
                <a:off x="7494588" y="4627881"/>
                <a:ext cx="222250" cy="474663"/>
              </a:xfrm>
              <a:custGeom>
                <a:avLst/>
                <a:gdLst>
                  <a:gd name="T0" fmla="*/ 0 w 140"/>
                  <a:gd name="T1" fmla="*/ 299 h 299"/>
                  <a:gd name="T2" fmla="*/ 71 w 140"/>
                  <a:gd name="T3" fmla="*/ 0 h 299"/>
                  <a:gd name="T4" fmla="*/ 140 w 140"/>
                  <a:gd name="T5" fmla="*/ 299 h 299"/>
                  <a:gd name="T6" fmla="*/ 0 w 140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0" h="299">
                    <a:moveTo>
                      <a:pt x="0" y="299"/>
                    </a:moveTo>
                    <a:lnTo>
                      <a:pt x="71" y="0"/>
                    </a:lnTo>
                    <a:lnTo>
                      <a:pt x="140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1" name="Freeform 118"/>
              <p:cNvSpPr>
                <a:spLocks/>
              </p:cNvSpPr>
              <p:nvPr/>
            </p:nvSpPr>
            <p:spPr bwMode="auto">
              <a:xfrm>
                <a:off x="7607300" y="4627881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2" name="Freeform 119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3" name="Freeform 120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4" name="Freeform 121"/>
              <p:cNvSpPr>
                <a:spLocks/>
              </p:cNvSpPr>
              <p:nvPr/>
            </p:nvSpPr>
            <p:spPr bwMode="auto">
              <a:xfrm>
                <a:off x="2387600" y="4078606"/>
                <a:ext cx="1035050" cy="1384300"/>
              </a:xfrm>
              <a:custGeom>
                <a:avLst/>
                <a:gdLst>
                  <a:gd name="T0" fmla="*/ 0 w 652"/>
                  <a:gd name="T1" fmla="*/ 872 h 872"/>
                  <a:gd name="T2" fmla="*/ 652 w 652"/>
                  <a:gd name="T3" fmla="*/ 0 h 872"/>
                  <a:gd name="T4" fmla="*/ 652 w 652"/>
                  <a:gd name="T5" fmla="*/ 872 h 872"/>
                  <a:gd name="T6" fmla="*/ 0 w 652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2" h="872">
                    <a:moveTo>
                      <a:pt x="0" y="872"/>
                    </a:moveTo>
                    <a:lnTo>
                      <a:pt x="652" y="0"/>
                    </a:lnTo>
                    <a:lnTo>
                      <a:pt x="652" y="872"/>
                    </a:lnTo>
                    <a:lnTo>
                      <a:pt x="0" y="872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5" name="Freeform 122"/>
              <p:cNvSpPr>
                <a:spLocks/>
              </p:cNvSpPr>
              <p:nvPr/>
            </p:nvSpPr>
            <p:spPr bwMode="auto">
              <a:xfrm>
                <a:off x="3163888" y="4078606"/>
                <a:ext cx="504825" cy="373063"/>
              </a:xfrm>
              <a:custGeom>
                <a:avLst/>
                <a:gdLst>
                  <a:gd name="T0" fmla="*/ 93 w 211"/>
                  <a:gd name="T1" fmla="*/ 124 h 155"/>
                  <a:gd name="T2" fmla="*/ 54 w 211"/>
                  <a:gd name="T3" fmla="*/ 146 h 155"/>
                  <a:gd name="T4" fmla="*/ 29 w 211"/>
                  <a:gd name="T5" fmla="*/ 131 h 155"/>
                  <a:gd name="T6" fmla="*/ 0 w 211"/>
                  <a:gd name="T7" fmla="*/ 144 h 155"/>
                  <a:gd name="T8" fmla="*/ 108 w 211"/>
                  <a:gd name="T9" fmla="*/ 0 h 155"/>
                  <a:gd name="T10" fmla="*/ 211 w 211"/>
                  <a:gd name="T11" fmla="*/ 137 h 155"/>
                  <a:gd name="T12" fmla="*/ 187 w 211"/>
                  <a:gd name="T13" fmla="*/ 144 h 155"/>
                  <a:gd name="T14" fmla="*/ 125 w 211"/>
                  <a:gd name="T15" fmla="*/ 144 h 155"/>
                  <a:gd name="T16" fmla="*/ 93 w 211"/>
                  <a:gd name="T17" fmla="*/ 1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155">
                    <a:moveTo>
                      <a:pt x="93" y="124"/>
                    </a:moveTo>
                    <a:cubicBezTo>
                      <a:pt x="84" y="134"/>
                      <a:pt x="63" y="153"/>
                      <a:pt x="54" y="146"/>
                    </a:cubicBez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1" y="137"/>
                      <a:pt x="211" y="137"/>
                      <a:pt x="211" y="137"/>
                    </a:cubicBezTo>
                    <a:cubicBezTo>
                      <a:pt x="202" y="138"/>
                      <a:pt x="194" y="140"/>
                      <a:pt x="187" y="144"/>
                    </a:cubicBezTo>
                    <a:cubicBezTo>
                      <a:pt x="164" y="155"/>
                      <a:pt x="142" y="150"/>
                      <a:pt x="125" y="144"/>
                    </a:cubicBezTo>
                    <a:cubicBezTo>
                      <a:pt x="108" y="137"/>
                      <a:pt x="102" y="113"/>
                      <a:pt x="93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" name="Freeform 123"/>
              <p:cNvSpPr>
                <a:spLocks/>
              </p:cNvSpPr>
              <p:nvPr/>
            </p:nvSpPr>
            <p:spPr bwMode="auto">
              <a:xfrm>
                <a:off x="3163888" y="4078606"/>
                <a:ext cx="258763" cy="368300"/>
              </a:xfrm>
              <a:custGeom>
                <a:avLst/>
                <a:gdLst>
                  <a:gd name="T0" fmla="*/ 54 w 108"/>
                  <a:gd name="T1" fmla="*/ 146 h 153"/>
                  <a:gd name="T2" fmla="*/ 29 w 108"/>
                  <a:gd name="T3" fmla="*/ 131 h 153"/>
                  <a:gd name="T4" fmla="*/ 0 w 108"/>
                  <a:gd name="T5" fmla="*/ 144 h 153"/>
                  <a:gd name="T6" fmla="*/ 108 w 108"/>
                  <a:gd name="T7" fmla="*/ 0 h 153"/>
                  <a:gd name="T8" fmla="*/ 108 w 108"/>
                  <a:gd name="T9" fmla="*/ 130 h 153"/>
                  <a:gd name="T10" fmla="*/ 93 w 108"/>
                  <a:gd name="T11" fmla="*/ 124 h 153"/>
                  <a:gd name="T12" fmla="*/ 54 w 108"/>
                  <a:gd name="T13" fmla="*/ 14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53">
                    <a:moveTo>
                      <a:pt x="54" y="146"/>
                    </a:move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30"/>
                      <a:pt x="108" y="130"/>
                      <a:pt x="108" y="130"/>
                    </a:cubicBezTo>
                    <a:cubicBezTo>
                      <a:pt x="102" y="123"/>
                      <a:pt x="98" y="118"/>
                      <a:pt x="93" y="124"/>
                    </a:cubicBezTo>
                    <a:cubicBezTo>
                      <a:pt x="84" y="134"/>
                      <a:pt x="63" y="153"/>
                      <a:pt x="54" y="146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7" name="Freeform 124"/>
              <p:cNvSpPr>
                <a:spLocks/>
              </p:cNvSpPr>
              <p:nvPr/>
            </p:nvSpPr>
            <p:spPr bwMode="auto">
              <a:xfrm>
                <a:off x="3235325" y="5177156"/>
                <a:ext cx="38100" cy="106363"/>
              </a:xfrm>
              <a:custGeom>
                <a:avLst/>
                <a:gdLst>
                  <a:gd name="T0" fmla="*/ 5 w 24"/>
                  <a:gd name="T1" fmla="*/ 0 h 67"/>
                  <a:gd name="T2" fmla="*/ 0 w 24"/>
                  <a:gd name="T3" fmla="*/ 67 h 67"/>
                  <a:gd name="T4" fmla="*/ 24 w 24"/>
                  <a:gd name="T5" fmla="*/ 67 h 67"/>
                  <a:gd name="T6" fmla="*/ 18 w 24"/>
                  <a:gd name="T7" fmla="*/ 0 h 67"/>
                  <a:gd name="T8" fmla="*/ 5 w 24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67">
                    <a:moveTo>
                      <a:pt x="5" y="0"/>
                    </a:moveTo>
                    <a:lnTo>
                      <a:pt x="0" y="67"/>
                    </a:lnTo>
                    <a:lnTo>
                      <a:pt x="24" y="67"/>
                    </a:lnTo>
                    <a:lnTo>
                      <a:pt x="1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8" name="Freeform 125"/>
              <p:cNvSpPr>
                <a:spLocks/>
              </p:cNvSpPr>
              <p:nvPr/>
            </p:nvSpPr>
            <p:spPr bwMode="auto">
              <a:xfrm>
                <a:off x="3254375" y="5177156"/>
                <a:ext cx="19050" cy="106363"/>
              </a:xfrm>
              <a:custGeom>
                <a:avLst/>
                <a:gdLst>
                  <a:gd name="T0" fmla="*/ 0 w 12"/>
                  <a:gd name="T1" fmla="*/ 0 h 67"/>
                  <a:gd name="T2" fmla="*/ 0 w 12"/>
                  <a:gd name="T3" fmla="*/ 67 h 67"/>
                  <a:gd name="T4" fmla="*/ 12 w 12"/>
                  <a:gd name="T5" fmla="*/ 67 h 67"/>
                  <a:gd name="T6" fmla="*/ 6 w 12"/>
                  <a:gd name="T7" fmla="*/ 0 h 67"/>
                  <a:gd name="T8" fmla="*/ 0 w 12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7">
                    <a:moveTo>
                      <a:pt x="0" y="0"/>
                    </a:moveTo>
                    <a:lnTo>
                      <a:pt x="0" y="67"/>
                    </a:lnTo>
                    <a:lnTo>
                      <a:pt x="12" y="67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9" name="Freeform 126"/>
              <p:cNvSpPr>
                <a:spLocks/>
              </p:cNvSpPr>
              <p:nvPr/>
            </p:nvSpPr>
            <p:spPr bwMode="auto">
              <a:xfrm>
                <a:off x="3149600" y="4754881"/>
                <a:ext cx="209550" cy="455613"/>
              </a:xfrm>
              <a:custGeom>
                <a:avLst/>
                <a:gdLst>
                  <a:gd name="T0" fmla="*/ 0 w 132"/>
                  <a:gd name="T1" fmla="*/ 287 h 287"/>
                  <a:gd name="T2" fmla="*/ 66 w 132"/>
                  <a:gd name="T3" fmla="*/ 0 h 287"/>
                  <a:gd name="T4" fmla="*/ 132 w 132"/>
                  <a:gd name="T5" fmla="*/ 287 h 287"/>
                  <a:gd name="T6" fmla="*/ 0 w 132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287">
                    <a:moveTo>
                      <a:pt x="0" y="287"/>
                    </a:moveTo>
                    <a:lnTo>
                      <a:pt x="66" y="0"/>
                    </a:lnTo>
                    <a:lnTo>
                      <a:pt x="132" y="287"/>
                    </a:lnTo>
                    <a:lnTo>
                      <a:pt x="0" y="287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0" name="Freeform 127"/>
              <p:cNvSpPr>
                <a:spLocks/>
              </p:cNvSpPr>
              <p:nvPr/>
            </p:nvSpPr>
            <p:spPr bwMode="auto">
              <a:xfrm>
                <a:off x="3254375" y="4754881"/>
                <a:ext cx="104775" cy="455613"/>
              </a:xfrm>
              <a:custGeom>
                <a:avLst/>
                <a:gdLst>
                  <a:gd name="T0" fmla="*/ 66 w 66"/>
                  <a:gd name="T1" fmla="*/ 287 h 287"/>
                  <a:gd name="T2" fmla="*/ 0 w 66"/>
                  <a:gd name="T3" fmla="*/ 0 h 287"/>
                  <a:gd name="T4" fmla="*/ 0 w 66"/>
                  <a:gd name="T5" fmla="*/ 287 h 287"/>
                  <a:gd name="T6" fmla="*/ 66 w 66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287">
                    <a:moveTo>
                      <a:pt x="66" y="287"/>
                    </a:moveTo>
                    <a:lnTo>
                      <a:pt x="0" y="0"/>
                    </a:lnTo>
                    <a:lnTo>
                      <a:pt x="0" y="287"/>
                    </a:lnTo>
                    <a:lnTo>
                      <a:pt x="66" y="287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1" name="Freeform 128"/>
              <p:cNvSpPr>
                <a:spLocks/>
              </p:cNvSpPr>
              <p:nvPr/>
            </p:nvSpPr>
            <p:spPr bwMode="auto">
              <a:xfrm>
                <a:off x="2954338" y="4956494"/>
                <a:ext cx="196850" cy="347663"/>
              </a:xfrm>
              <a:custGeom>
                <a:avLst/>
                <a:gdLst>
                  <a:gd name="T0" fmla="*/ 82 w 82"/>
                  <a:gd name="T1" fmla="*/ 104 h 145"/>
                  <a:gd name="T2" fmla="*/ 41 w 82"/>
                  <a:gd name="T3" fmla="*/ 145 h 145"/>
                  <a:gd name="T4" fmla="*/ 0 w 82"/>
                  <a:gd name="T5" fmla="*/ 104 h 145"/>
                  <a:gd name="T6" fmla="*/ 41 w 82"/>
                  <a:gd name="T7" fmla="*/ 0 h 145"/>
                  <a:gd name="T8" fmla="*/ 82 w 82"/>
                  <a:gd name="T9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45">
                    <a:moveTo>
                      <a:pt x="82" y="104"/>
                    </a:moveTo>
                    <a:cubicBezTo>
                      <a:pt x="82" y="126"/>
                      <a:pt x="64" y="145"/>
                      <a:pt x="41" y="145"/>
                    </a:cubicBezTo>
                    <a:cubicBezTo>
                      <a:pt x="19" y="145"/>
                      <a:pt x="0" y="126"/>
                      <a:pt x="0" y="104"/>
                    </a:cubicBezTo>
                    <a:cubicBezTo>
                      <a:pt x="0" y="72"/>
                      <a:pt x="19" y="0"/>
                      <a:pt x="41" y="0"/>
                    </a:cubicBezTo>
                    <a:cubicBezTo>
                      <a:pt x="64" y="0"/>
                      <a:pt x="82" y="81"/>
                      <a:pt x="82" y="104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2" name="Freeform 129"/>
              <p:cNvSpPr>
                <a:spLocks/>
              </p:cNvSpPr>
              <p:nvPr/>
            </p:nvSpPr>
            <p:spPr bwMode="auto">
              <a:xfrm>
                <a:off x="3052763" y="4956494"/>
                <a:ext cx="98425" cy="347663"/>
              </a:xfrm>
              <a:custGeom>
                <a:avLst/>
                <a:gdLst>
                  <a:gd name="T0" fmla="*/ 41 w 41"/>
                  <a:gd name="T1" fmla="*/ 104 h 145"/>
                  <a:gd name="T2" fmla="*/ 0 w 41"/>
                  <a:gd name="T3" fmla="*/ 0 h 145"/>
                  <a:gd name="T4" fmla="*/ 0 w 41"/>
                  <a:gd name="T5" fmla="*/ 145 h 145"/>
                  <a:gd name="T6" fmla="*/ 41 w 41"/>
                  <a:gd name="T7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145">
                    <a:moveTo>
                      <a:pt x="41" y="104"/>
                    </a:moveTo>
                    <a:cubicBezTo>
                      <a:pt x="41" y="75"/>
                      <a:pt x="23" y="0"/>
                      <a:pt x="0" y="0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23" y="145"/>
                      <a:pt x="41" y="126"/>
                      <a:pt x="41" y="104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3" name="Freeform 130"/>
              <p:cNvSpPr>
                <a:spLocks/>
              </p:cNvSpPr>
              <p:nvPr/>
            </p:nvSpPr>
            <p:spPr bwMode="auto">
              <a:xfrm>
                <a:off x="3038475" y="5205731"/>
                <a:ext cx="28575" cy="158750"/>
              </a:xfrm>
              <a:custGeom>
                <a:avLst/>
                <a:gdLst>
                  <a:gd name="T0" fmla="*/ 5 w 18"/>
                  <a:gd name="T1" fmla="*/ 0 h 100"/>
                  <a:gd name="T2" fmla="*/ 0 w 18"/>
                  <a:gd name="T3" fmla="*/ 100 h 100"/>
                  <a:gd name="T4" fmla="*/ 18 w 18"/>
                  <a:gd name="T5" fmla="*/ 100 h 100"/>
                  <a:gd name="T6" fmla="*/ 14 w 18"/>
                  <a:gd name="T7" fmla="*/ 0 h 100"/>
                  <a:gd name="T8" fmla="*/ 5 w 18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0">
                    <a:moveTo>
                      <a:pt x="5" y="0"/>
                    </a:moveTo>
                    <a:lnTo>
                      <a:pt x="0" y="100"/>
                    </a:lnTo>
                    <a:lnTo>
                      <a:pt x="18" y="100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4" name="Freeform 131"/>
              <p:cNvSpPr>
                <a:spLocks/>
              </p:cNvSpPr>
              <p:nvPr/>
            </p:nvSpPr>
            <p:spPr bwMode="auto">
              <a:xfrm>
                <a:off x="3052763" y="5205731"/>
                <a:ext cx="14288" cy="158750"/>
              </a:xfrm>
              <a:custGeom>
                <a:avLst/>
                <a:gdLst>
                  <a:gd name="T0" fmla="*/ 0 w 9"/>
                  <a:gd name="T1" fmla="*/ 0 h 100"/>
                  <a:gd name="T2" fmla="*/ 0 w 9"/>
                  <a:gd name="T3" fmla="*/ 100 h 100"/>
                  <a:gd name="T4" fmla="*/ 9 w 9"/>
                  <a:gd name="T5" fmla="*/ 100 h 100"/>
                  <a:gd name="T6" fmla="*/ 5 w 9"/>
                  <a:gd name="T7" fmla="*/ 0 h 100"/>
                  <a:gd name="T8" fmla="*/ 0 w 9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0">
                    <a:moveTo>
                      <a:pt x="0" y="0"/>
                    </a:moveTo>
                    <a:lnTo>
                      <a:pt x="0" y="100"/>
                    </a:lnTo>
                    <a:lnTo>
                      <a:pt x="9" y="10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5" name="Freeform 132"/>
              <p:cNvSpPr>
                <a:spLocks/>
              </p:cNvSpPr>
              <p:nvPr/>
            </p:nvSpPr>
            <p:spPr bwMode="auto">
              <a:xfrm>
                <a:off x="3140075" y="4988244"/>
                <a:ext cx="2995613" cy="477838"/>
              </a:xfrm>
              <a:custGeom>
                <a:avLst/>
                <a:gdLst>
                  <a:gd name="T0" fmla="*/ 625 w 1251"/>
                  <a:gd name="T1" fmla="*/ 0 h 199"/>
                  <a:gd name="T2" fmla="*/ 1251 w 1251"/>
                  <a:gd name="T3" fmla="*/ 199 h 199"/>
                  <a:gd name="T4" fmla="*/ 625 w 1251"/>
                  <a:gd name="T5" fmla="*/ 199 h 199"/>
                  <a:gd name="T6" fmla="*/ 0 w 1251"/>
                  <a:gd name="T7" fmla="*/ 199 h 199"/>
                  <a:gd name="T8" fmla="*/ 625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5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6" y="199"/>
                      <a:pt x="380" y="0"/>
                      <a:pt x="625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" name="Freeform 133"/>
              <p:cNvSpPr>
                <a:spLocks/>
              </p:cNvSpPr>
              <p:nvPr/>
            </p:nvSpPr>
            <p:spPr bwMode="auto">
              <a:xfrm>
                <a:off x="3140075" y="4988244"/>
                <a:ext cx="1497013" cy="477838"/>
              </a:xfrm>
              <a:custGeom>
                <a:avLst/>
                <a:gdLst>
                  <a:gd name="T0" fmla="*/ 0 w 625"/>
                  <a:gd name="T1" fmla="*/ 199 h 199"/>
                  <a:gd name="T2" fmla="*/ 625 w 625"/>
                  <a:gd name="T3" fmla="*/ 0 h 199"/>
                  <a:gd name="T4" fmla="*/ 625 w 625"/>
                  <a:gd name="T5" fmla="*/ 199 h 199"/>
                  <a:gd name="T6" fmla="*/ 0 w 625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199">
                    <a:moveTo>
                      <a:pt x="0" y="199"/>
                    </a:moveTo>
                    <a:cubicBezTo>
                      <a:pt x="396" y="199"/>
                      <a:pt x="380" y="0"/>
                      <a:pt x="625" y="0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" name="Freeform 134"/>
              <p:cNvSpPr>
                <a:spLocks/>
              </p:cNvSpPr>
              <p:nvPr/>
            </p:nvSpPr>
            <p:spPr bwMode="auto">
              <a:xfrm>
                <a:off x="7489825" y="5162869"/>
                <a:ext cx="2481263" cy="303213"/>
              </a:xfrm>
              <a:custGeom>
                <a:avLst/>
                <a:gdLst>
                  <a:gd name="T0" fmla="*/ 518 w 1036"/>
                  <a:gd name="T1" fmla="*/ 0 h 126"/>
                  <a:gd name="T2" fmla="*/ 1036 w 1036"/>
                  <a:gd name="T3" fmla="*/ 126 h 126"/>
                  <a:gd name="T4" fmla="*/ 518 w 1036"/>
                  <a:gd name="T5" fmla="*/ 126 h 126"/>
                  <a:gd name="T6" fmla="*/ 0 w 1036"/>
                  <a:gd name="T7" fmla="*/ 126 h 126"/>
                  <a:gd name="T8" fmla="*/ 518 w 1036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6" h="126">
                    <a:moveTo>
                      <a:pt x="518" y="0"/>
                    </a:moveTo>
                    <a:cubicBezTo>
                      <a:pt x="721" y="0"/>
                      <a:pt x="708" y="126"/>
                      <a:pt x="1036" y="126"/>
                    </a:cubicBezTo>
                    <a:cubicBezTo>
                      <a:pt x="518" y="126"/>
                      <a:pt x="518" y="126"/>
                      <a:pt x="518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29" y="126"/>
                      <a:pt x="315" y="0"/>
                      <a:pt x="518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" name="Freeform 135"/>
              <p:cNvSpPr>
                <a:spLocks/>
              </p:cNvSpPr>
              <p:nvPr/>
            </p:nvSpPr>
            <p:spPr bwMode="auto">
              <a:xfrm>
                <a:off x="7489825" y="5162869"/>
                <a:ext cx="1241425" cy="303213"/>
              </a:xfrm>
              <a:custGeom>
                <a:avLst/>
                <a:gdLst>
                  <a:gd name="T0" fmla="*/ 0 w 518"/>
                  <a:gd name="T1" fmla="*/ 126 h 126"/>
                  <a:gd name="T2" fmla="*/ 518 w 518"/>
                  <a:gd name="T3" fmla="*/ 0 h 126"/>
                  <a:gd name="T4" fmla="*/ 518 w 518"/>
                  <a:gd name="T5" fmla="*/ 126 h 126"/>
                  <a:gd name="T6" fmla="*/ 0 w 518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8" h="126">
                    <a:moveTo>
                      <a:pt x="0" y="126"/>
                    </a:moveTo>
                    <a:cubicBezTo>
                      <a:pt x="329" y="126"/>
                      <a:pt x="315" y="0"/>
                      <a:pt x="518" y="0"/>
                    </a:cubicBezTo>
                    <a:cubicBezTo>
                      <a:pt x="518" y="126"/>
                      <a:pt x="518" y="126"/>
                      <a:pt x="518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9" name="Oval 136"/>
              <p:cNvSpPr>
                <a:spLocks noChangeArrowheads="1"/>
              </p:cNvSpPr>
              <p:nvPr/>
            </p:nvSpPr>
            <p:spPr bwMode="auto">
              <a:xfrm>
                <a:off x="8670925" y="4993006"/>
                <a:ext cx="285750" cy="3810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0" name="Freeform 137"/>
              <p:cNvSpPr>
                <a:spLocks/>
              </p:cNvSpPr>
              <p:nvPr/>
            </p:nvSpPr>
            <p:spPr bwMode="auto">
              <a:xfrm>
                <a:off x="8812213" y="4993006"/>
                <a:ext cx="144463" cy="381000"/>
              </a:xfrm>
              <a:custGeom>
                <a:avLst/>
                <a:gdLst>
                  <a:gd name="T0" fmla="*/ 60 w 60"/>
                  <a:gd name="T1" fmla="*/ 79 h 159"/>
                  <a:gd name="T2" fmla="*/ 0 w 60"/>
                  <a:gd name="T3" fmla="*/ 0 h 159"/>
                  <a:gd name="T4" fmla="*/ 0 w 60"/>
                  <a:gd name="T5" fmla="*/ 159 h 159"/>
                  <a:gd name="T6" fmla="*/ 60 w 60"/>
                  <a:gd name="T7" fmla="*/ 7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159">
                    <a:moveTo>
                      <a:pt x="60" y="79"/>
                    </a:moveTo>
                    <a:cubicBezTo>
                      <a:pt x="60" y="36"/>
                      <a:pt x="33" y="0"/>
                      <a:pt x="0" y="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33" y="159"/>
                      <a:pt x="60" y="123"/>
                      <a:pt x="60" y="79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1" name="Freeform 138"/>
              <p:cNvSpPr>
                <a:spLocks/>
              </p:cNvSpPr>
              <p:nvPr/>
            </p:nvSpPr>
            <p:spPr bwMode="auto">
              <a:xfrm>
                <a:off x="8793163" y="5231131"/>
                <a:ext cx="41275" cy="231775"/>
              </a:xfrm>
              <a:custGeom>
                <a:avLst/>
                <a:gdLst>
                  <a:gd name="T0" fmla="*/ 4 w 26"/>
                  <a:gd name="T1" fmla="*/ 0 h 146"/>
                  <a:gd name="T2" fmla="*/ 0 w 26"/>
                  <a:gd name="T3" fmla="*/ 146 h 146"/>
                  <a:gd name="T4" fmla="*/ 26 w 26"/>
                  <a:gd name="T5" fmla="*/ 146 h 146"/>
                  <a:gd name="T6" fmla="*/ 20 w 26"/>
                  <a:gd name="T7" fmla="*/ 0 h 146"/>
                  <a:gd name="T8" fmla="*/ 4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4" y="0"/>
                    </a:moveTo>
                    <a:lnTo>
                      <a:pt x="0" y="146"/>
                    </a:lnTo>
                    <a:lnTo>
                      <a:pt x="26" y="146"/>
                    </a:lnTo>
                    <a:lnTo>
                      <a:pt x="2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2" name="Freeform 139"/>
              <p:cNvSpPr>
                <a:spLocks/>
              </p:cNvSpPr>
              <p:nvPr/>
            </p:nvSpPr>
            <p:spPr bwMode="auto">
              <a:xfrm>
                <a:off x="8812213" y="5231131"/>
                <a:ext cx="22225" cy="231775"/>
              </a:xfrm>
              <a:custGeom>
                <a:avLst/>
                <a:gdLst>
                  <a:gd name="T0" fmla="*/ 0 w 14"/>
                  <a:gd name="T1" fmla="*/ 0 h 146"/>
                  <a:gd name="T2" fmla="*/ 0 w 14"/>
                  <a:gd name="T3" fmla="*/ 146 h 146"/>
                  <a:gd name="T4" fmla="*/ 14 w 14"/>
                  <a:gd name="T5" fmla="*/ 146 h 146"/>
                  <a:gd name="T6" fmla="*/ 8 w 14"/>
                  <a:gd name="T7" fmla="*/ 0 h 146"/>
                  <a:gd name="T8" fmla="*/ 0 w 14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6">
                    <a:moveTo>
                      <a:pt x="0" y="0"/>
                    </a:moveTo>
                    <a:lnTo>
                      <a:pt x="0" y="146"/>
                    </a:lnTo>
                    <a:lnTo>
                      <a:pt x="14" y="146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3" name="Freeform 140"/>
              <p:cNvSpPr>
                <a:spLocks/>
              </p:cNvSpPr>
              <p:nvPr/>
            </p:nvSpPr>
            <p:spPr bwMode="auto">
              <a:xfrm>
                <a:off x="8074025" y="4843781"/>
                <a:ext cx="228600" cy="401638"/>
              </a:xfrm>
              <a:custGeom>
                <a:avLst/>
                <a:gdLst>
                  <a:gd name="T0" fmla="*/ 95 w 95"/>
                  <a:gd name="T1" fmla="*/ 120 h 167"/>
                  <a:gd name="T2" fmla="*/ 48 w 95"/>
                  <a:gd name="T3" fmla="*/ 167 h 167"/>
                  <a:gd name="T4" fmla="*/ 0 w 95"/>
                  <a:gd name="T5" fmla="*/ 120 h 167"/>
                  <a:gd name="T6" fmla="*/ 48 w 95"/>
                  <a:gd name="T7" fmla="*/ 0 h 167"/>
                  <a:gd name="T8" fmla="*/ 95 w 95"/>
                  <a:gd name="T9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67">
                    <a:moveTo>
                      <a:pt x="95" y="120"/>
                    </a:moveTo>
                    <a:cubicBezTo>
                      <a:pt x="95" y="146"/>
                      <a:pt x="74" y="167"/>
                      <a:pt x="48" y="167"/>
                    </a:cubicBezTo>
                    <a:cubicBezTo>
                      <a:pt x="21" y="167"/>
                      <a:pt x="0" y="146"/>
                      <a:pt x="0" y="120"/>
                    </a:cubicBezTo>
                    <a:cubicBezTo>
                      <a:pt x="0" y="84"/>
                      <a:pt x="21" y="0"/>
                      <a:pt x="48" y="0"/>
                    </a:cubicBezTo>
                    <a:cubicBezTo>
                      <a:pt x="74" y="0"/>
                      <a:pt x="95" y="94"/>
                      <a:pt x="95" y="120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4" name="Freeform 141"/>
              <p:cNvSpPr>
                <a:spLocks/>
              </p:cNvSpPr>
              <p:nvPr/>
            </p:nvSpPr>
            <p:spPr bwMode="auto">
              <a:xfrm>
                <a:off x="8189913" y="4843781"/>
                <a:ext cx="112713" cy="401638"/>
              </a:xfrm>
              <a:custGeom>
                <a:avLst/>
                <a:gdLst>
                  <a:gd name="T0" fmla="*/ 47 w 47"/>
                  <a:gd name="T1" fmla="*/ 120 h 167"/>
                  <a:gd name="T2" fmla="*/ 0 w 47"/>
                  <a:gd name="T3" fmla="*/ 0 h 167"/>
                  <a:gd name="T4" fmla="*/ 0 w 47"/>
                  <a:gd name="T5" fmla="*/ 167 h 167"/>
                  <a:gd name="T6" fmla="*/ 47 w 47"/>
                  <a:gd name="T7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67">
                    <a:moveTo>
                      <a:pt x="47" y="120"/>
                    </a:moveTo>
                    <a:cubicBezTo>
                      <a:pt x="47" y="86"/>
                      <a:pt x="26" y="0"/>
                      <a:pt x="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26" y="167"/>
                      <a:pt x="47" y="146"/>
                      <a:pt x="47" y="12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5" name="Freeform 142"/>
              <p:cNvSpPr>
                <a:spLocks/>
              </p:cNvSpPr>
              <p:nvPr/>
            </p:nvSpPr>
            <p:spPr bwMode="auto">
              <a:xfrm>
                <a:off x="8172450" y="5132706"/>
                <a:ext cx="31750" cy="180975"/>
              </a:xfrm>
              <a:custGeom>
                <a:avLst/>
                <a:gdLst>
                  <a:gd name="T0" fmla="*/ 5 w 20"/>
                  <a:gd name="T1" fmla="*/ 0 h 114"/>
                  <a:gd name="T2" fmla="*/ 0 w 20"/>
                  <a:gd name="T3" fmla="*/ 114 h 114"/>
                  <a:gd name="T4" fmla="*/ 20 w 20"/>
                  <a:gd name="T5" fmla="*/ 114 h 114"/>
                  <a:gd name="T6" fmla="*/ 15 w 20"/>
                  <a:gd name="T7" fmla="*/ 0 h 114"/>
                  <a:gd name="T8" fmla="*/ 5 w 20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14">
                    <a:moveTo>
                      <a:pt x="5" y="0"/>
                    </a:moveTo>
                    <a:lnTo>
                      <a:pt x="0" y="114"/>
                    </a:lnTo>
                    <a:lnTo>
                      <a:pt x="20" y="114"/>
                    </a:lnTo>
                    <a:lnTo>
                      <a:pt x="1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6" name="Freeform 143"/>
              <p:cNvSpPr>
                <a:spLocks/>
              </p:cNvSpPr>
              <p:nvPr/>
            </p:nvSpPr>
            <p:spPr bwMode="auto">
              <a:xfrm>
                <a:off x="8189913" y="5132706"/>
                <a:ext cx="14288" cy="180975"/>
              </a:xfrm>
              <a:custGeom>
                <a:avLst/>
                <a:gdLst>
                  <a:gd name="T0" fmla="*/ 0 w 9"/>
                  <a:gd name="T1" fmla="*/ 0 h 114"/>
                  <a:gd name="T2" fmla="*/ 0 w 9"/>
                  <a:gd name="T3" fmla="*/ 114 h 114"/>
                  <a:gd name="T4" fmla="*/ 9 w 9"/>
                  <a:gd name="T5" fmla="*/ 114 h 114"/>
                  <a:gd name="T6" fmla="*/ 4 w 9"/>
                  <a:gd name="T7" fmla="*/ 0 h 114"/>
                  <a:gd name="T8" fmla="*/ 0 w 9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4">
                    <a:moveTo>
                      <a:pt x="0" y="0"/>
                    </a:moveTo>
                    <a:lnTo>
                      <a:pt x="0" y="114"/>
                    </a:lnTo>
                    <a:lnTo>
                      <a:pt x="9" y="11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7" name="Freeform 144"/>
              <p:cNvSpPr>
                <a:spLocks/>
              </p:cNvSpPr>
              <p:nvPr/>
            </p:nvSpPr>
            <p:spPr bwMode="auto">
              <a:xfrm>
                <a:off x="8355013" y="5273994"/>
                <a:ext cx="30163" cy="88900"/>
              </a:xfrm>
              <a:custGeom>
                <a:avLst/>
                <a:gdLst>
                  <a:gd name="T0" fmla="*/ 3 w 19"/>
                  <a:gd name="T1" fmla="*/ 0 h 56"/>
                  <a:gd name="T2" fmla="*/ 0 w 19"/>
                  <a:gd name="T3" fmla="*/ 56 h 56"/>
                  <a:gd name="T4" fmla="*/ 19 w 19"/>
                  <a:gd name="T5" fmla="*/ 56 h 56"/>
                  <a:gd name="T6" fmla="*/ 15 w 19"/>
                  <a:gd name="T7" fmla="*/ 0 h 56"/>
                  <a:gd name="T8" fmla="*/ 3 w 19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6">
                    <a:moveTo>
                      <a:pt x="3" y="0"/>
                    </a:moveTo>
                    <a:lnTo>
                      <a:pt x="0" y="56"/>
                    </a:lnTo>
                    <a:lnTo>
                      <a:pt x="19" y="56"/>
                    </a:lnTo>
                    <a:lnTo>
                      <a:pt x="1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8" name="Freeform 145"/>
              <p:cNvSpPr>
                <a:spLocks/>
              </p:cNvSpPr>
              <p:nvPr/>
            </p:nvSpPr>
            <p:spPr bwMode="auto">
              <a:xfrm>
                <a:off x="8369300" y="5273994"/>
                <a:ext cx="15875" cy="88900"/>
              </a:xfrm>
              <a:custGeom>
                <a:avLst/>
                <a:gdLst>
                  <a:gd name="T0" fmla="*/ 0 w 10"/>
                  <a:gd name="T1" fmla="*/ 0 h 56"/>
                  <a:gd name="T2" fmla="*/ 0 w 10"/>
                  <a:gd name="T3" fmla="*/ 56 h 56"/>
                  <a:gd name="T4" fmla="*/ 10 w 10"/>
                  <a:gd name="T5" fmla="*/ 56 h 56"/>
                  <a:gd name="T6" fmla="*/ 6 w 10"/>
                  <a:gd name="T7" fmla="*/ 0 h 56"/>
                  <a:gd name="T8" fmla="*/ 0 w 1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6">
                    <a:moveTo>
                      <a:pt x="0" y="0"/>
                    </a:moveTo>
                    <a:lnTo>
                      <a:pt x="0" y="56"/>
                    </a:lnTo>
                    <a:lnTo>
                      <a:pt x="10" y="56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9" name="Freeform 146"/>
              <p:cNvSpPr>
                <a:spLocks/>
              </p:cNvSpPr>
              <p:nvPr/>
            </p:nvSpPr>
            <p:spPr bwMode="auto">
              <a:xfrm>
                <a:off x="8280400" y="4921569"/>
                <a:ext cx="177800" cy="381000"/>
              </a:xfrm>
              <a:custGeom>
                <a:avLst/>
                <a:gdLst>
                  <a:gd name="T0" fmla="*/ 0 w 112"/>
                  <a:gd name="T1" fmla="*/ 240 h 240"/>
                  <a:gd name="T2" fmla="*/ 56 w 112"/>
                  <a:gd name="T3" fmla="*/ 0 h 240"/>
                  <a:gd name="T4" fmla="*/ 112 w 112"/>
                  <a:gd name="T5" fmla="*/ 240 h 240"/>
                  <a:gd name="T6" fmla="*/ 0 w 112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0">
                    <a:moveTo>
                      <a:pt x="0" y="240"/>
                    </a:moveTo>
                    <a:lnTo>
                      <a:pt x="56" y="0"/>
                    </a:lnTo>
                    <a:lnTo>
                      <a:pt x="112" y="240"/>
                    </a:lnTo>
                    <a:lnTo>
                      <a:pt x="0" y="24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0" name="Freeform 147"/>
              <p:cNvSpPr>
                <a:spLocks/>
              </p:cNvSpPr>
              <p:nvPr/>
            </p:nvSpPr>
            <p:spPr bwMode="auto">
              <a:xfrm>
                <a:off x="8369300" y="4921569"/>
                <a:ext cx="88900" cy="381000"/>
              </a:xfrm>
              <a:custGeom>
                <a:avLst/>
                <a:gdLst>
                  <a:gd name="T0" fmla="*/ 56 w 56"/>
                  <a:gd name="T1" fmla="*/ 240 h 240"/>
                  <a:gd name="T2" fmla="*/ 0 w 56"/>
                  <a:gd name="T3" fmla="*/ 0 h 240"/>
                  <a:gd name="T4" fmla="*/ 0 w 56"/>
                  <a:gd name="T5" fmla="*/ 240 h 240"/>
                  <a:gd name="T6" fmla="*/ 56 w 56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0">
                    <a:moveTo>
                      <a:pt x="56" y="240"/>
                    </a:moveTo>
                    <a:lnTo>
                      <a:pt x="0" y="0"/>
                    </a:lnTo>
                    <a:lnTo>
                      <a:pt x="0" y="240"/>
                    </a:lnTo>
                    <a:lnTo>
                      <a:pt x="56" y="24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1" name="Freeform 148"/>
              <p:cNvSpPr>
                <a:spLocks/>
              </p:cNvSpPr>
              <p:nvPr/>
            </p:nvSpPr>
            <p:spPr bwMode="auto">
              <a:xfrm>
                <a:off x="4152900" y="4988244"/>
                <a:ext cx="2997200" cy="477838"/>
              </a:xfrm>
              <a:custGeom>
                <a:avLst/>
                <a:gdLst>
                  <a:gd name="T0" fmla="*/ 626 w 1251"/>
                  <a:gd name="T1" fmla="*/ 0 h 199"/>
                  <a:gd name="T2" fmla="*/ 1251 w 1251"/>
                  <a:gd name="T3" fmla="*/ 199 h 199"/>
                  <a:gd name="T4" fmla="*/ 626 w 1251"/>
                  <a:gd name="T5" fmla="*/ 199 h 199"/>
                  <a:gd name="T6" fmla="*/ 0 w 1251"/>
                  <a:gd name="T7" fmla="*/ 199 h 199"/>
                  <a:gd name="T8" fmla="*/ 626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6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7" y="199"/>
                      <a:pt x="380" y="0"/>
                      <a:pt x="626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2" name="Freeform 149"/>
              <p:cNvSpPr>
                <a:spLocks/>
              </p:cNvSpPr>
              <p:nvPr/>
            </p:nvSpPr>
            <p:spPr bwMode="auto">
              <a:xfrm>
                <a:off x="4152900" y="4988244"/>
                <a:ext cx="1500188" cy="477838"/>
              </a:xfrm>
              <a:custGeom>
                <a:avLst/>
                <a:gdLst>
                  <a:gd name="T0" fmla="*/ 0 w 626"/>
                  <a:gd name="T1" fmla="*/ 199 h 199"/>
                  <a:gd name="T2" fmla="*/ 626 w 626"/>
                  <a:gd name="T3" fmla="*/ 0 h 199"/>
                  <a:gd name="T4" fmla="*/ 626 w 626"/>
                  <a:gd name="T5" fmla="*/ 199 h 199"/>
                  <a:gd name="T6" fmla="*/ 0 w 626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6" h="199">
                    <a:moveTo>
                      <a:pt x="0" y="199"/>
                    </a:moveTo>
                    <a:cubicBezTo>
                      <a:pt x="397" y="199"/>
                      <a:pt x="380" y="0"/>
                      <a:pt x="626" y="0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3" name="Freeform 150"/>
              <p:cNvSpPr>
                <a:spLocks/>
              </p:cNvSpPr>
              <p:nvPr/>
            </p:nvSpPr>
            <p:spPr bwMode="auto">
              <a:xfrm>
                <a:off x="5321300" y="5162869"/>
                <a:ext cx="4140200" cy="303213"/>
              </a:xfrm>
              <a:custGeom>
                <a:avLst/>
                <a:gdLst>
                  <a:gd name="T0" fmla="*/ 864 w 1728"/>
                  <a:gd name="T1" fmla="*/ 0 h 126"/>
                  <a:gd name="T2" fmla="*/ 1728 w 1728"/>
                  <a:gd name="T3" fmla="*/ 126 h 126"/>
                  <a:gd name="T4" fmla="*/ 864 w 1728"/>
                  <a:gd name="T5" fmla="*/ 126 h 126"/>
                  <a:gd name="T6" fmla="*/ 0 w 1728"/>
                  <a:gd name="T7" fmla="*/ 126 h 126"/>
                  <a:gd name="T8" fmla="*/ 864 w 1728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8" h="126">
                    <a:moveTo>
                      <a:pt x="864" y="0"/>
                    </a:moveTo>
                    <a:cubicBezTo>
                      <a:pt x="1203" y="0"/>
                      <a:pt x="1180" y="126"/>
                      <a:pt x="1728" y="126"/>
                    </a:cubicBezTo>
                    <a:cubicBezTo>
                      <a:pt x="864" y="126"/>
                      <a:pt x="864" y="126"/>
                      <a:pt x="8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548" y="126"/>
                      <a:pt x="525" y="0"/>
                      <a:pt x="864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4" name="Freeform 151"/>
              <p:cNvSpPr>
                <a:spLocks/>
              </p:cNvSpPr>
              <p:nvPr/>
            </p:nvSpPr>
            <p:spPr bwMode="auto">
              <a:xfrm>
                <a:off x="5321300" y="5162869"/>
                <a:ext cx="2070100" cy="303213"/>
              </a:xfrm>
              <a:custGeom>
                <a:avLst/>
                <a:gdLst>
                  <a:gd name="T0" fmla="*/ 0 w 864"/>
                  <a:gd name="T1" fmla="*/ 126 h 126"/>
                  <a:gd name="T2" fmla="*/ 864 w 864"/>
                  <a:gd name="T3" fmla="*/ 0 h 126"/>
                  <a:gd name="T4" fmla="*/ 864 w 864"/>
                  <a:gd name="T5" fmla="*/ 126 h 126"/>
                  <a:gd name="T6" fmla="*/ 0 w 8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4" h="126">
                    <a:moveTo>
                      <a:pt x="0" y="126"/>
                    </a:moveTo>
                    <a:cubicBezTo>
                      <a:pt x="548" y="126"/>
                      <a:pt x="525" y="0"/>
                      <a:pt x="864" y="0"/>
                    </a:cubicBezTo>
                    <a:cubicBezTo>
                      <a:pt x="864" y="126"/>
                      <a:pt x="864" y="126"/>
                      <a:pt x="8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5" name="Freeform 152"/>
              <p:cNvSpPr>
                <a:spLocks/>
              </p:cNvSpPr>
              <p:nvPr/>
            </p:nvSpPr>
            <p:spPr bwMode="auto">
              <a:xfrm>
                <a:off x="2349500" y="5162869"/>
                <a:ext cx="2703513" cy="303213"/>
              </a:xfrm>
              <a:custGeom>
                <a:avLst/>
                <a:gdLst>
                  <a:gd name="T0" fmla="*/ 564 w 1129"/>
                  <a:gd name="T1" fmla="*/ 0 h 126"/>
                  <a:gd name="T2" fmla="*/ 1129 w 1129"/>
                  <a:gd name="T3" fmla="*/ 126 h 126"/>
                  <a:gd name="T4" fmla="*/ 564 w 1129"/>
                  <a:gd name="T5" fmla="*/ 126 h 126"/>
                  <a:gd name="T6" fmla="*/ 0 w 1129"/>
                  <a:gd name="T7" fmla="*/ 126 h 126"/>
                  <a:gd name="T8" fmla="*/ 564 w 1129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9" h="126">
                    <a:moveTo>
                      <a:pt x="564" y="0"/>
                    </a:moveTo>
                    <a:cubicBezTo>
                      <a:pt x="786" y="0"/>
                      <a:pt x="771" y="126"/>
                      <a:pt x="1129" y="126"/>
                    </a:cubicBezTo>
                    <a:cubicBezTo>
                      <a:pt x="564" y="126"/>
                      <a:pt x="564" y="126"/>
                      <a:pt x="5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58" y="126"/>
                      <a:pt x="343" y="0"/>
                      <a:pt x="564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6" name="Freeform 153"/>
              <p:cNvSpPr>
                <a:spLocks/>
              </p:cNvSpPr>
              <p:nvPr/>
            </p:nvSpPr>
            <p:spPr bwMode="auto">
              <a:xfrm>
                <a:off x="2349500" y="5162869"/>
                <a:ext cx="1350963" cy="303213"/>
              </a:xfrm>
              <a:custGeom>
                <a:avLst/>
                <a:gdLst>
                  <a:gd name="T0" fmla="*/ 0 w 564"/>
                  <a:gd name="T1" fmla="*/ 126 h 126"/>
                  <a:gd name="T2" fmla="*/ 564 w 564"/>
                  <a:gd name="T3" fmla="*/ 0 h 126"/>
                  <a:gd name="T4" fmla="*/ 564 w 564"/>
                  <a:gd name="T5" fmla="*/ 126 h 126"/>
                  <a:gd name="T6" fmla="*/ 0 w 5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4" h="126">
                    <a:moveTo>
                      <a:pt x="0" y="126"/>
                    </a:moveTo>
                    <a:cubicBezTo>
                      <a:pt x="358" y="126"/>
                      <a:pt x="343" y="0"/>
                      <a:pt x="564" y="0"/>
                    </a:cubicBezTo>
                    <a:cubicBezTo>
                      <a:pt x="564" y="126"/>
                      <a:pt x="564" y="126"/>
                      <a:pt x="5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" name="Oval 154"/>
              <p:cNvSpPr>
                <a:spLocks noChangeArrowheads="1"/>
              </p:cNvSpPr>
              <p:nvPr/>
            </p:nvSpPr>
            <p:spPr bwMode="auto">
              <a:xfrm>
                <a:off x="2454275" y="4931094"/>
                <a:ext cx="323850" cy="4318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" name="Freeform 155"/>
              <p:cNvSpPr>
                <a:spLocks/>
              </p:cNvSpPr>
              <p:nvPr/>
            </p:nvSpPr>
            <p:spPr bwMode="auto">
              <a:xfrm>
                <a:off x="2617788" y="4931094"/>
                <a:ext cx="160338" cy="431800"/>
              </a:xfrm>
              <a:custGeom>
                <a:avLst/>
                <a:gdLst>
                  <a:gd name="T0" fmla="*/ 67 w 67"/>
                  <a:gd name="T1" fmla="*/ 90 h 180"/>
                  <a:gd name="T2" fmla="*/ 0 w 67"/>
                  <a:gd name="T3" fmla="*/ 0 h 180"/>
                  <a:gd name="T4" fmla="*/ 0 w 67"/>
                  <a:gd name="T5" fmla="*/ 180 h 180"/>
                  <a:gd name="T6" fmla="*/ 67 w 67"/>
                  <a:gd name="T7" fmla="*/ 9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80">
                    <a:moveTo>
                      <a:pt x="67" y="90"/>
                    </a:moveTo>
                    <a:cubicBezTo>
                      <a:pt x="67" y="40"/>
                      <a:pt x="37" y="0"/>
                      <a:pt x="0" y="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37" y="180"/>
                      <a:pt x="67" y="139"/>
                      <a:pt x="67" y="9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" name="Freeform 156"/>
              <p:cNvSpPr>
                <a:spLocks/>
              </p:cNvSpPr>
              <p:nvPr/>
            </p:nvSpPr>
            <p:spPr bwMode="auto">
              <a:xfrm>
                <a:off x="2593975" y="5199381"/>
                <a:ext cx="44450" cy="263525"/>
              </a:xfrm>
              <a:custGeom>
                <a:avLst/>
                <a:gdLst>
                  <a:gd name="T0" fmla="*/ 6 w 28"/>
                  <a:gd name="T1" fmla="*/ 0 h 166"/>
                  <a:gd name="T2" fmla="*/ 0 w 28"/>
                  <a:gd name="T3" fmla="*/ 166 h 166"/>
                  <a:gd name="T4" fmla="*/ 28 w 28"/>
                  <a:gd name="T5" fmla="*/ 166 h 166"/>
                  <a:gd name="T6" fmla="*/ 22 w 28"/>
                  <a:gd name="T7" fmla="*/ 0 h 166"/>
                  <a:gd name="T8" fmla="*/ 6 w 28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66">
                    <a:moveTo>
                      <a:pt x="6" y="0"/>
                    </a:moveTo>
                    <a:lnTo>
                      <a:pt x="0" y="166"/>
                    </a:lnTo>
                    <a:lnTo>
                      <a:pt x="28" y="166"/>
                    </a:lnTo>
                    <a:lnTo>
                      <a:pt x="2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0" name="Freeform 157"/>
              <p:cNvSpPr>
                <a:spLocks/>
              </p:cNvSpPr>
              <p:nvPr/>
            </p:nvSpPr>
            <p:spPr bwMode="auto">
              <a:xfrm>
                <a:off x="2617788" y="5199381"/>
                <a:ext cx="20638" cy="263525"/>
              </a:xfrm>
              <a:custGeom>
                <a:avLst/>
                <a:gdLst>
                  <a:gd name="T0" fmla="*/ 0 w 13"/>
                  <a:gd name="T1" fmla="*/ 0 h 166"/>
                  <a:gd name="T2" fmla="*/ 0 w 13"/>
                  <a:gd name="T3" fmla="*/ 166 h 166"/>
                  <a:gd name="T4" fmla="*/ 13 w 13"/>
                  <a:gd name="T5" fmla="*/ 166 h 166"/>
                  <a:gd name="T6" fmla="*/ 7 w 13"/>
                  <a:gd name="T7" fmla="*/ 0 h 166"/>
                  <a:gd name="T8" fmla="*/ 0 w 13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66">
                    <a:moveTo>
                      <a:pt x="0" y="0"/>
                    </a:moveTo>
                    <a:lnTo>
                      <a:pt x="0" y="166"/>
                    </a:lnTo>
                    <a:lnTo>
                      <a:pt x="13" y="166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1" name="Freeform 158"/>
              <p:cNvSpPr>
                <a:spLocks/>
              </p:cNvSpPr>
              <p:nvPr/>
            </p:nvSpPr>
            <p:spPr bwMode="auto">
              <a:xfrm>
                <a:off x="3554413" y="5143819"/>
                <a:ext cx="9525" cy="31750"/>
              </a:xfrm>
              <a:custGeom>
                <a:avLst/>
                <a:gdLst>
                  <a:gd name="T0" fmla="*/ 6 w 6"/>
                  <a:gd name="T1" fmla="*/ 20 h 20"/>
                  <a:gd name="T2" fmla="*/ 0 w 6"/>
                  <a:gd name="T3" fmla="*/ 20 h 20"/>
                  <a:gd name="T4" fmla="*/ 0 w 6"/>
                  <a:gd name="T5" fmla="*/ 0 h 20"/>
                  <a:gd name="T6" fmla="*/ 4 w 6"/>
                  <a:gd name="T7" fmla="*/ 0 h 20"/>
                  <a:gd name="T8" fmla="*/ 6 w 6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6" y="2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2" name="Freeform 159"/>
              <p:cNvSpPr>
                <a:spLocks/>
              </p:cNvSpPr>
              <p:nvPr/>
            </p:nvSpPr>
            <p:spPr bwMode="auto">
              <a:xfrm>
                <a:off x="3554413" y="5167631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3" name="Freeform 160"/>
              <p:cNvSpPr>
                <a:spLocks/>
              </p:cNvSpPr>
              <p:nvPr/>
            </p:nvSpPr>
            <p:spPr bwMode="auto">
              <a:xfrm>
                <a:off x="3525838" y="5139056"/>
                <a:ext cx="11113" cy="38100"/>
              </a:xfrm>
              <a:custGeom>
                <a:avLst/>
                <a:gdLst>
                  <a:gd name="T0" fmla="*/ 7 w 7"/>
                  <a:gd name="T1" fmla="*/ 23 h 24"/>
                  <a:gd name="T2" fmla="*/ 1 w 7"/>
                  <a:gd name="T3" fmla="*/ 24 h 24"/>
                  <a:gd name="T4" fmla="*/ 0 w 7"/>
                  <a:gd name="T5" fmla="*/ 2 h 24"/>
                  <a:gd name="T6" fmla="*/ 6 w 7"/>
                  <a:gd name="T7" fmla="*/ 0 h 24"/>
                  <a:gd name="T8" fmla="*/ 7 w 7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4">
                    <a:moveTo>
                      <a:pt x="7" y="23"/>
                    </a:moveTo>
                    <a:lnTo>
                      <a:pt x="1" y="24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4" name="Freeform 161"/>
              <p:cNvSpPr>
                <a:spLocks/>
              </p:cNvSpPr>
              <p:nvPr/>
            </p:nvSpPr>
            <p:spPr bwMode="auto">
              <a:xfrm>
                <a:off x="3527425" y="5170806"/>
                <a:ext cx="9525" cy="6350"/>
              </a:xfrm>
              <a:custGeom>
                <a:avLst/>
                <a:gdLst>
                  <a:gd name="T0" fmla="*/ 0 w 6"/>
                  <a:gd name="T1" fmla="*/ 1 h 4"/>
                  <a:gd name="T2" fmla="*/ 0 w 6"/>
                  <a:gd name="T3" fmla="*/ 4 h 4"/>
                  <a:gd name="T4" fmla="*/ 6 w 6"/>
                  <a:gd name="T5" fmla="*/ 3 h 4"/>
                  <a:gd name="T6" fmla="*/ 6 w 6"/>
                  <a:gd name="T7" fmla="*/ 0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0" y="4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5" name="Freeform 162"/>
              <p:cNvSpPr>
                <a:spLocks/>
              </p:cNvSpPr>
              <p:nvPr/>
            </p:nvSpPr>
            <p:spPr bwMode="auto">
              <a:xfrm>
                <a:off x="3635375" y="5102544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2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6" name="Rectangle 163"/>
              <p:cNvSpPr>
                <a:spLocks noChangeArrowheads="1"/>
              </p:cNvSpPr>
              <p:nvPr/>
            </p:nvSpPr>
            <p:spPr bwMode="auto">
              <a:xfrm>
                <a:off x="3640138" y="5162869"/>
                <a:ext cx="9525" cy="476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7" name="Freeform 164"/>
              <p:cNvSpPr>
                <a:spLocks/>
              </p:cNvSpPr>
              <p:nvPr/>
            </p:nvSpPr>
            <p:spPr bwMode="auto">
              <a:xfrm>
                <a:off x="3611563" y="5105719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0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8" name="Freeform 165"/>
              <p:cNvSpPr>
                <a:spLocks/>
              </p:cNvSpPr>
              <p:nvPr/>
            </p:nvSpPr>
            <p:spPr bwMode="auto">
              <a:xfrm>
                <a:off x="3616325" y="5162869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9" name="Freeform 166"/>
              <p:cNvSpPr>
                <a:spLocks/>
              </p:cNvSpPr>
              <p:nvPr/>
            </p:nvSpPr>
            <p:spPr bwMode="auto">
              <a:xfrm>
                <a:off x="3494088" y="4985069"/>
                <a:ext cx="179388" cy="166688"/>
              </a:xfrm>
              <a:custGeom>
                <a:avLst/>
                <a:gdLst>
                  <a:gd name="T0" fmla="*/ 75 w 75"/>
                  <a:gd name="T1" fmla="*/ 35 h 69"/>
                  <a:gd name="T2" fmla="*/ 70 w 75"/>
                  <a:gd name="T3" fmla="*/ 28 h 69"/>
                  <a:gd name="T4" fmla="*/ 72 w 75"/>
                  <a:gd name="T5" fmla="*/ 21 h 69"/>
                  <a:gd name="T6" fmla="*/ 59 w 75"/>
                  <a:gd name="T7" fmla="*/ 10 h 69"/>
                  <a:gd name="T8" fmla="*/ 55 w 75"/>
                  <a:gd name="T9" fmla="*/ 11 h 69"/>
                  <a:gd name="T10" fmla="*/ 40 w 75"/>
                  <a:gd name="T11" fmla="*/ 1 h 69"/>
                  <a:gd name="T12" fmla="*/ 31 w 75"/>
                  <a:gd name="T13" fmla="*/ 4 h 69"/>
                  <a:gd name="T14" fmla="*/ 21 w 75"/>
                  <a:gd name="T15" fmla="*/ 2 h 69"/>
                  <a:gd name="T16" fmla="*/ 1 w 75"/>
                  <a:gd name="T17" fmla="*/ 26 h 69"/>
                  <a:gd name="T18" fmla="*/ 18 w 75"/>
                  <a:gd name="T19" fmla="*/ 46 h 69"/>
                  <a:gd name="T20" fmla="*/ 18 w 75"/>
                  <a:gd name="T21" fmla="*/ 46 h 69"/>
                  <a:gd name="T22" fmla="*/ 10 w 75"/>
                  <a:gd name="T23" fmla="*/ 58 h 69"/>
                  <a:gd name="T24" fmla="*/ 22 w 75"/>
                  <a:gd name="T25" fmla="*/ 69 h 69"/>
                  <a:gd name="T26" fmla="*/ 30 w 75"/>
                  <a:gd name="T27" fmla="*/ 65 h 69"/>
                  <a:gd name="T28" fmla="*/ 39 w 75"/>
                  <a:gd name="T29" fmla="*/ 69 h 69"/>
                  <a:gd name="T30" fmla="*/ 47 w 75"/>
                  <a:gd name="T31" fmla="*/ 61 h 69"/>
                  <a:gd name="T32" fmla="*/ 55 w 75"/>
                  <a:gd name="T33" fmla="*/ 62 h 69"/>
                  <a:gd name="T34" fmla="*/ 69 w 75"/>
                  <a:gd name="T35" fmla="*/ 46 h 69"/>
                  <a:gd name="T36" fmla="*/ 69 w 75"/>
                  <a:gd name="T37" fmla="*/ 44 h 69"/>
                  <a:gd name="T38" fmla="*/ 75 w 75"/>
                  <a:gd name="T39" fmla="*/ 3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69">
                    <a:moveTo>
                      <a:pt x="75" y="35"/>
                    </a:moveTo>
                    <a:cubicBezTo>
                      <a:pt x="75" y="32"/>
                      <a:pt x="73" y="30"/>
                      <a:pt x="70" y="28"/>
                    </a:cubicBezTo>
                    <a:cubicBezTo>
                      <a:pt x="71" y="26"/>
                      <a:pt x="72" y="24"/>
                      <a:pt x="72" y="21"/>
                    </a:cubicBezTo>
                    <a:cubicBezTo>
                      <a:pt x="71" y="14"/>
                      <a:pt x="66" y="9"/>
                      <a:pt x="59" y="10"/>
                    </a:cubicBezTo>
                    <a:cubicBezTo>
                      <a:pt x="58" y="10"/>
                      <a:pt x="56" y="10"/>
                      <a:pt x="55" y="11"/>
                    </a:cubicBezTo>
                    <a:cubicBezTo>
                      <a:pt x="53" y="5"/>
                      <a:pt x="47" y="0"/>
                      <a:pt x="40" y="1"/>
                    </a:cubicBezTo>
                    <a:cubicBezTo>
                      <a:pt x="37" y="1"/>
                      <a:pt x="34" y="2"/>
                      <a:pt x="31" y="4"/>
                    </a:cubicBezTo>
                    <a:cubicBezTo>
                      <a:pt x="28" y="3"/>
                      <a:pt x="25" y="2"/>
                      <a:pt x="21" y="2"/>
                    </a:cubicBezTo>
                    <a:cubicBezTo>
                      <a:pt x="9" y="3"/>
                      <a:pt x="0" y="14"/>
                      <a:pt x="1" y="26"/>
                    </a:cubicBezTo>
                    <a:cubicBezTo>
                      <a:pt x="1" y="36"/>
                      <a:pt x="9" y="44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3" y="48"/>
                      <a:pt x="9" y="53"/>
                      <a:pt x="10" y="58"/>
                    </a:cubicBezTo>
                    <a:cubicBezTo>
                      <a:pt x="10" y="65"/>
                      <a:pt x="16" y="69"/>
                      <a:pt x="22" y="69"/>
                    </a:cubicBezTo>
                    <a:cubicBezTo>
                      <a:pt x="26" y="69"/>
                      <a:pt x="28" y="67"/>
                      <a:pt x="30" y="65"/>
                    </a:cubicBezTo>
                    <a:cubicBezTo>
                      <a:pt x="32" y="68"/>
                      <a:pt x="35" y="69"/>
                      <a:pt x="39" y="69"/>
                    </a:cubicBezTo>
                    <a:cubicBezTo>
                      <a:pt x="43" y="69"/>
                      <a:pt x="47" y="65"/>
                      <a:pt x="47" y="61"/>
                    </a:cubicBezTo>
                    <a:cubicBezTo>
                      <a:pt x="50" y="62"/>
                      <a:pt x="52" y="63"/>
                      <a:pt x="55" y="62"/>
                    </a:cubicBezTo>
                    <a:cubicBezTo>
                      <a:pt x="64" y="62"/>
                      <a:pt x="70" y="55"/>
                      <a:pt x="69" y="46"/>
                    </a:cubicBezTo>
                    <a:cubicBezTo>
                      <a:pt x="69" y="45"/>
                      <a:pt x="69" y="45"/>
                      <a:pt x="69" y="44"/>
                    </a:cubicBezTo>
                    <a:cubicBezTo>
                      <a:pt x="72" y="43"/>
                      <a:pt x="75" y="39"/>
                      <a:pt x="75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0" name="Freeform 167"/>
              <p:cNvSpPr>
                <a:spLocks/>
              </p:cNvSpPr>
              <p:nvPr/>
            </p:nvSpPr>
            <p:spPr bwMode="auto">
              <a:xfrm>
                <a:off x="3452813" y="5045394"/>
                <a:ext cx="55563" cy="46038"/>
              </a:xfrm>
              <a:custGeom>
                <a:avLst/>
                <a:gdLst>
                  <a:gd name="T0" fmla="*/ 23 w 23"/>
                  <a:gd name="T1" fmla="*/ 2 h 19"/>
                  <a:gd name="T2" fmla="*/ 13 w 23"/>
                  <a:gd name="T3" fmla="*/ 15 h 19"/>
                  <a:gd name="T4" fmla="*/ 0 w 23"/>
                  <a:gd name="T5" fmla="*/ 17 h 19"/>
                  <a:gd name="T6" fmla="*/ 10 w 23"/>
                  <a:gd name="T7" fmla="*/ 3 h 19"/>
                  <a:gd name="T8" fmla="*/ 23 w 23"/>
                  <a:gd name="T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3" y="2"/>
                    </a:moveTo>
                    <a:cubicBezTo>
                      <a:pt x="21" y="7"/>
                      <a:pt x="17" y="12"/>
                      <a:pt x="13" y="15"/>
                    </a:cubicBezTo>
                    <a:cubicBezTo>
                      <a:pt x="8" y="19"/>
                      <a:pt x="4" y="19"/>
                      <a:pt x="0" y="17"/>
                    </a:cubicBezTo>
                    <a:cubicBezTo>
                      <a:pt x="2" y="12"/>
                      <a:pt x="6" y="7"/>
                      <a:pt x="10" y="3"/>
                    </a:cubicBezTo>
                    <a:cubicBezTo>
                      <a:pt x="15" y="0"/>
                      <a:pt x="19" y="0"/>
                      <a:pt x="23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1" name="Freeform 168"/>
              <p:cNvSpPr>
                <a:spLocks/>
              </p:cNvSpPr>
              <p:nvPr/>
            </p:nvSpPr>
            <p:spPr bwMode="auto">
              <a:xfrm>
                <a:off x="3452813" y="5050156"/>
                <a:ext cx="55563" cy="41275"/>
              </a:xfrm>
              <a:custGeom>
                <a:avLst/>
                <a:gdLst>
                  <a:gd name="T0" fmla="*/ 13 w 23"/>
                  <a:gd name="T1" fmla="*/ 13 h 17"/>
                  <a:gd name="T2" fmla="*/ 23 w 23"/>
                  <a:gd name="T3" fmla="*/ 0 h 17"/>
                  <a:gd name="T4" fmla="*/ 0 w 23"/>
                  <a:gd name="T5" fmla="*/ 15 h 17"/>
                  <a:gd name="T6" fmla="*/ 13 w 23"/>
                  <a:gd name="T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3" y="13"/>
                    </a:moveTo>
                    <a:cubicBezTo>
                      <a:pt x="17" y="10"/>
                      <a:pt x="21" y="5"/>
                      <a:pt x="23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7"/>
                      <a:pt x="8" y="17"/>
                      <a:pt x="13" y="1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2" name="Freeform 169"/>
              <p:cNvSpPr>
                <a:spLocks/>
              </p:cNvSpPr>
              <p:nvPr/>
            </p:nvSpPr>
            <p:spPr bwMode="auto">
              <a:xfrm>
                <a:off x="3546475" y="5040631"/>
                <a:ext cx="57150" cy="41275"/>
              </a:xfrm>
              <a:custGeom>
                <a:avLst/>
                <a:gdLst>
                  <a:gd name="T0" fmla="*/ 0 w 24"/>
                  <a:gd name="T1" fmla="*/ 2 h 17"/>
                  <a:gd name="T2" fmla="*/ 11 w 24"/>
                  <a:gd name="T3" fmla="*/ 15 h 17"/>
                  <a:gd name="T4" fmla="*/ 24 w 24"/>
                  <a:gd name="T5" fmla="*/ 15 h 17"/>
                  <a:gd name="T6" fmla="*/ 12 w 24"/>
                  <a:gd name="T7" fmla="*/ 2 h 17"/>
                  <a:gd name="T8" fmla="*/ 0 w 24"/>
                  <a:gd name="T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0" y="2"/>
                    </a:moveTo>
                    <a:cubicBezTo>
                      <a:pt x="2" y="7"/>
                      <a:pt x="6" y="12"/>
                      <a:pt x="11" y="15"/>
                    </a:cubicBezTo>
                    <a:cubicBezTo>
                      <a:pt x="16" y="17"/>
                      <a:pt x="21" y="17"/>
                      <a:pt x="24" y="15"/>
                    </a:cubicBezTo>
                    <a:cubicBezTo>
                      <a:pt x="21" y="9"/>
                      <a:pt x="17" y="5"/>
                      <a:pt x="12" y="2"/>
                    </a:cubicBezTo>
                    <a:cubicBezTo>
                      <a:pt x="7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3" name="Freeform 170"/>
              <p:cNvSpPr>
                <a:spLocks/>
              </p:cNvSpPr>
              <p:nvPr/>
            </p:nvSpPr>
            <p:spPr bwMode="auto">
              <a:xfrm>
                <a:off x="3546475" y="5045394"/>
                <a:ext cx="57150" cy="36513"/>
              </a:xfrm>
              <a:custGeom>
                <a:avLst/>
                <a:gdLst>
                  <a:gd name="T0" fmla="*/ 11 w 24"/>
                  <a:gd name="T1" fmla="*/ 13 h 15"/>
                  <a:gd name="T2" fmla="*/ 0 w 24"/>
                  <a:gd name="T3" fmla="*/ 0 h 15"/>
                  <a:gd name="T4" fmla="*/ 24 w 24"/>
                  <a:gd name="T5" fmla="*/ 13 h 15"/>
                  <a:gd name="T6" fmla="*/ 11 w 24"/>
                  <a:gd name="T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11" y="13"/>
                    </a:moveTo>
                    <a:cubicBezTo>
                      <a:pt x="6" y="10"/>
                      <a:pt x="2" y="5"/>
                      <a:pt x="0" y="0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5"/>
                      <a:pt x="16" y="15"/>
                      <a:pt x="11" y="13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4" name="Freeform 171"/>
              <p:cNvSpPr>
                <a:spLocks/>
              </p:cNvSpPr>
              <p:nvPr/>
            </p:nvSpPr>
            <p:spPr bwMode="auto">
              <a:xfrm>
                <a:off x="3479800" y="5021581"/>
                <a:ext cx="98425" cy="112713"/>
              </a:xfrm>
              <a:custGeom>
                <a:avLst/>
                <a:gdLst>
                  <a:gd name="T0" fmla="*/ 40 w 41"/>
                  <a:gd name="T1" fmla="*/ 22 h 47"/>
                  <a:gd name="T2" fmla="*/ 22 w 41"/>
                  <a:gd name="T3" fmla="*/ 46 h 47"/>
                  <a:gd name="T4" fmla="*/ 1 w 41"/>
                  <a:gd name="T5" fmla="*/ 25 h 47"/>
                  <a:gd name="T6" fmla="*/ 19 w 41"/>
                  <a:gd name="T7" fmla="*/ 0 h 47"/>
                  <a:gd name="T8" fmla="*/ 40 w 41"/>
                  <a:gd name="T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40" y="22"/>
                    </a:moveTo>
                    <a:cubicBezTo>
                      <a:pt x="41" y="35"/>
                      <a:pt x="33" y="46"/>
                      <a:pt x="22" y="46"/>
                    </a:cubicBezTo>
                    <a:cubicBezTo>
                      <a:pt x="11" y="47"/>
                      <a:pt x="2" y="38"/>
                      <a:pt x="1" y="25"/>
                    </a:cubicBezTo>
                    <a:cubicBezTo>
                      <a:pt x="0" y="12"/>
                      <a:pt x="8" y="1"/>
                      <a:pt x="19" y="0"/>
                    </a:cubicBezTo>
                    <a:cubicBezTo>
                      <a:pt x="30" y="0"/>
                      <a:pt x="39" y="9"/>
                      <a:pt x="40" y="2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5" name="Freeform 172"/>
              <p:cNvSpPr>
                <a:spLocks/>
              </p:cNvSpPr>
              <p:nvPr/>
            </p:nvSpPr>
            <p:spPr bwMode="auto">
              <a:xfrm>
                <a:off x="3525838" y="5021581"/>
                <a:ext cx="52388" cy="111125"/>
              </a:xfrm>
              <a:custGeom>
                <a:avLst/>
                <a:gdLst>
                  <a:gd name="T0" fmla="*/ 21 w 22"/>
                  <a:gd name="T1" fmla="*/ 22 h 46"/>
                  <a:gd name="T2" fmla="*/ 0 w 22"/>
                  <a:gd name="T3" fmla="*/ 0 h 46"/>
                  <a:gd name="T4" fmla="*/ 3 w 22"/>
                  <a:gd name="T5" fmla="*/ 46 h 46"/>
                  <a:gd name="T6" fmla="*/ 21 w 22"/>
                  <a:gd name="T7" fmla="*/ 2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1" y="22"/>
                    </a:moveTo>
                    <a:cubicBezTo>
                      <a:pt x="20" y="9"/>
                      <a:pt x="11" y="0"/>
                      <a:pt x="0" y="0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4" y="46"/>
                      <a:pt x="22" y="35"/>
                      <a:pt x="21" y="2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6" name="Freeform 173"/>
              <p:cNvSpPr>
                <a:spLocks/>
              </p:cNvSpPr>
              <p:nvPr/>
            </p:nvSpPr>
            <p:spPr bwMode="auto">
              <a:xfrm>
                <a:off x="3511550" y="5083494"/>
                <a:ext cx="11113" cy="12700"/>
              </a:xfrm>
              <a:custGeom>
                <a:avLst/>
                <a:gdLst>
                  <a:gd name="T0" fmla="*/ 5 w 5"/>
                  <a:gd name="T1" fmla="*/ 3 h 5"/>
                  <a:gd name="T2" fmla="*/ 2 w 5"/>
                  <a:gd name="T3" fmla="*/ 5 h 5"/>
                  <a:gd name="T4" fmla="*/ 0 w 5"/>
                  <a:gd name="T5" fmla="*/ 3 h 5"/>
                  <a:gd name="T6" fmla="*/ 2 w 5"/>
                  <a:gd name="T7" fmla="*/ 0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" name="Freeform 174"/>
              <p:cNvSpPr>
                <a:spLocks/>
              </p:cNvSpPr>
              <p:nvPr/>
            </p:nvSpPr>
            <p:spPr bwMode="auto">
              <a:xfrm>
                <a:off x="3536950" y="5081906"/>
                <a:ext cx="12700" cy="11113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5 h 5"/>
                  <a:gd name="T4" fmla="*/ 0 w 5"/>
                  <a:gd name="T5" fmla="*/ 3 h 5"/>
                  <a:gd name="T6" fmla="*/ 2 w 5"/>
                  <a:gd name="T7" fmla="*/ 1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8" name="Freeform 175"/>
              <p:cNvSpPr>
                <a:spLocks/>
              </p:cNvSpPr>
              <p:nvPr/>
            </p:nvSpPr>
            <p:spPr bwMode="auto">
              <a:xfrm>
                <a:off x="3822700" y="5146994"/>
                <a:ext cx="9525" cy="23813"/>
              </a:xfrm>
              <a:custGeom>
                <a:avLst/>
                <a:gdLst>
                  <a:gd name="T0" fmla="*/ 4 w 6"/>
                  <a:gd name="T1" fmla="*/ 15 h 15"/>
                  <a:gd name="T2" fmla="*/ 0 w 6"/>
                  <a:gd name="T3" fmla="*/ 15 h 15"/>
                  <a:gd name="T4" fmla="*/ 1 w 6"/>
                  <a:gd name="T5" fmla="*/ 0 h 15"/>
                  <a:gd name="T6" fmla="*/ 6 w 6"/>
                  <a:gd name="T7" fmla="*/ 1 h 15"/>
                  <a:gd name="T8" fmla="*/ 4 w 6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4" y="15"/>
                    </a:moveTo>
                    <a:lnTo>
                      <a:pt x="0" y="15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9" name="Freeform 176"/>
              <p:cNvSpPr>
                <a:spLocks/>
              </p:cNvSpPr>
              <p:nvPr/>
            </p:nvSpPr>
            <p:spPr bwMode="auto">
              <a:xfrm>
                <a:off x="3822700" y="5166044"/>
                <a:ext cx="6350" cy="476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0" name="Freeform 177"/>
              <p:cNvSpPr>
                <a:spLocks/>
              </p:cNvSpPr>
              <p:nvPr/>
            </p:nvSpPr>
            <p:spPr bwMode="auto">
              <a:xfrm>
                <a:off x="3800475" y="5139056"/>
                <a:ext cx="12700" cy="28575"/>
              </a:xfrm>
              <a:custGeom>
                <a:avLst/>
                <a:gdLst>
                  <a:gd name="T0" fmla="*/ 5 w 8"/>
                  <a:gd name="T1" fmla="*/ 18 h 18"/>
                  <a:gd name="T2" fmla="*/ 0 w 8"/>
                  <a:gd name="T3" fmla="*/ 18 h 18"/>
                  <a:gd name="T4" fmla="*/ 3 w 8"/>
                  <a:gd name="T5" fmla="*/ 0 h 18"/>
                  <a:gd name="T6" fmla="*/ 8 w 8"/>
                  <a:gd name="T7" fmla="*/ 2 h 18"/>
                  <a:gd name="T8" fmla="*/ 5 w 8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5" y="18"/>
                    </a:moveTo>
                    <a:lnTo>
                      <a:pt x="0" y="18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1" name="Freeform 178"/>
              <p:cNvSpPr>
                <a:spLocks/>
              </p:cNvSpPr>
              <p:nvPr/>
            </p:nvSpPr>
            <p:spPr bwMode="auto">
              <a:xfrm>
                <a:off x="3800475" y="51628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2" name="Freeform 179"/>
              <p:cNvSpPr>
                <a:spLocks/>
              </p:cNvSpPr>
              <p:nvPr/>
            </p:nvSpPr>
            <p:spPr bwMode="auto">
              <a:xfrm>
                <a:off x="3886200" y="5129531"/>
                <a:ext cx="12700" cy="50800"/>
              </a:xfrm>
              <a:custGeom>
                <a:avLst/>
                <a:gdLst>
                  <a:gd name="T0" fmla="*/ 5 w 8"/>
                  <a:gd name="T1" fmla="*/ 32 h 32"/>
                  <a:gd name="T2" fmla="*/ 0 w 8"/>
                  <a:gd name="T3" fmla="*/ 30 h 32"/>
                  <a:gd name="T4" fmla="*/ 3 w 8"/>
                  <a:gd name="T5" fmla="*/ 0 h 32"/>
                  <a:gd name="T6" fmla="*/ 8 w 8"/>
                  <a:gd name="T7" fmla="*/ 0 h 32"/>
                  <a:gd name="T8" fmla="*/ 5 w 8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5" y="32"/>
                    </a:moveTo>
                    <a:lnTo>
                      <a:pt x="0" y="30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3" name="Freeform 180"/>
              <p:cNvSpPr>
                <a:spLocks/>
              </p:cNvSpPr>
              <p:nvPr/>
            </p:nvSpPr>
            <p:spPr bwMode="auto">
              <a:xfrm>
                <a:off x="3886200" y="51755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5 w 5"/>
                  <a:gd name="T5" fmla="*/ 3 h 3"/>
                  <a:gd name="T6" fmla="*/ 5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4" name="Freeform 181"/>
              <p:cNvSpPr>
                <a:spLocks/>
              </p:cNvSpPr>
              <p:nvPr/>
            </p:nvSpPr>
            <p:spPr bwMode="auto">
              <a:xfrm>
                <a:off x="3867150" y="5127944"/>
                <a:ext cx="14288" cy="49213"/>
              </a:xfrm>
              <a:custGeom>
                <a:avLst/>
                <a:gdLst>
                  <a:gd name="T0" fmla="*/ 6 w 9"/>
                  <a:gd name="T1" fmla="*/ 31 h 31"/>
                  <a:gd name="T2" fmla="*/ 0 w 9"/>
                  <a:gd name="T3" fmla="*/ 30 h 31"/>
                  <a:gd name="T4" fmla="*/ 5 w 9"/>
                  <a:gd name="T5" fmla="*/ 0 h 31"/>
                  <a:gd name="T6" fmla="*/ 9 w 9"/>
                  <a:gd name="T7" fmla="*/ 1 h 31"/>
                  <a:gd name="T8" fmla="*/ 6 w 9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1">
                    <a:moveTo>
                      <a:pt x="6" y="31"/>
                    </a:moveTo>
                    <a:lnTo>
                      <a:pt x="0" y="3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6" y="3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5" name="Freeform 182"/>
              <p:cNvSpPr>
                <a:spLocks/>
              </p:cNvSpPr>
              <p:nvPr/>
            </p:nvSpPr>
            <p:spPr bwMode="auto">
              <a:xfrm>
                <a:off x="3867150" y="5172394"/>
                <a:ext cx="9525" cy="476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2 h 3"/>
                  <a:gd name="T4" fmla="*/ 6 w 6"/>
                  <a:gd name="T5" fmla="*/ 3 h 3"/>
                  <a:gd name="T6" fmla="*/ 6 w 6"/>
                  <a:gd name="T7" fmla="*/ 0 h 3"/>
                  <a:gd name="T8" fmla="*/ 2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2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6" name="Freeform 183"/>
              <p:cNvSpPr>
                <a:spLocks/>
              </p:cNvSpPr>
              <p:nvPr/>
            </p:nvSpPr>
            <p:spPr bwMode="auto">
              <a:xfrm>
                <a:off x="3794125" y="5026344"/>
                <a:ext cx="133350" cy="131763"/>
              </a:xfrm>
              <a:custGeom>
                <a:avLst/>
                <a:gdLst>
                  <a:gd name="T0" fmla="*/ 56 w 56"/>
                  <a:gd name="T1" fmla="*/ 34 h 55"/>
                  <a:gd name="T2" fmla="*/ 53 w 56"/>
                  <a:gd name="T3" fmla="*/ 29 h 55"/>
                  <a:gd name="T4" fmla="*/ 56 w 56"/>
                  <a:gd name="T5" fmla="*/ 23 h 55"/>
                  <a:gd name="T6" fmla="*/ 48 w 56"/>
                  <a:gd name="T7" fmla="*/ 13 h 55"/>
                  <a:gd name="T8" fmla="*/ 45 w 56"/>
                  <a:gd name="T9" fmla="*/ 13 h 55"/>
                  <a:gd name="T10" fmla="*/ 34 w 56"/>
                  <a:gd name="T11" fmla="*/ 3 h 55"/>
                  <a:gd name="T12" fmla="*/ 28 w 56"/>
                  <a:gd name="T13" fmla="*/ 4 h 55"/>
                  <a:gd name="T14" fmla="*/ 20 w 56"/>
                  <a:gd name="T15" fmla="*/ 1 h 55"/>
                  <a:gd name="T16" fmla="*/ 1 w 56"/>
                  <a:gd name="T17" fmla="*/ 16 h 55"/>
                  <a:gd name="T18" fmla="*/ 11 w 56"/>
                  <a:gd name="T19" fmla="*/ 34 h 55"/>
                  <a:gd name="T20" fmla="*/ 11 w 56"/>
                  <a:gd name="T21" fmla="*/ 34 h 55"/>
                  <a:gd name="T22" fmla="*/ 3 w 56"/>
                  <a:gd name="T23" fmla="*/ 42 h 55"/>
                  <a:gd name="T24" fmla="*/ 11 w 56"/>
                  <a:gd name="T25" fmla="*/ 52 h 55"/>
                  <a:gd name="T26" fmla="*/ 17 w 56"/>
                  <a:gd name="T27" fmla="*/ 50 h 55"/>
                  <a:gd name="T28" fmla="*/ 23 w 56"/>
                  <a:gd name="T29" fmla="*/ 55 h 55"/>
                  <a:gd name="T30" fmla="*/ 31 w 56"/>
                  <a:gd name="T31" fmla="*/ 49 h 55"/>
                  <a:gd name="T32" fmla="*/ 37 w 56"/>
                  <a:gd name="T33" fmla="*/ 52 h 55"/>
                  <a:gd name="T34" fmla="*/ 50 w 56"/>
                  <a:gd name="T35" fmla="*/ 42 h 55"/>
                  <a:gd name="T36" fmla="*/ 50 w 56"/>
                  <a:gd name="T37" fmla="*/ 40 h 55"/>
                  <a:gd name="T38" fmla="*/ 56 w 56"/>
                  <a:gd name="T39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6" h="55">
                    <a:moveTo>
                      <a:pt x="56" y="34"/>
                    </a:moveTo>
                    <a:cubicBezTo>
                      <a:pt x="56" y="32"/>
                      <a:pt x="55" y="30"/>
                      <a:pt x="53" y="29"/>
                    </a:cubicBezTo>
                    <a:cubicBezTo>
                      <a:pt x="55" y="27"/>
                      <a:pt x="56" y="25"/>
                      <a:pt x="56" y="23"/>
                    </a:cubicBezTo>
                    <a:cubicBezTo>
                      <a:pt x="56" y="18"/>
                      <a:pt x="53" y="13"/>
                      <a:pt x="48" y="13"/>
                    </a:cubicBezTo>
                    <a:cubicBezTo>
                      <a:pt x="47" y="13"/>
                      <a:pt x="46" y="13"/>
                      <a:pt x="45" y="13"/>
                    </a:cubicBezTo>
                    <a:cubicBezTo>
                      <a:pt x="44" y="8"/>
                      <a:pt x="40" y="4"/>
                      <a:pt x="34" y="3"/>
                    </a:cubicBezTo>
                    <a:cubicBezTo>
                      <a:pt x="32" y="3"/>
                      <a:pt x="30" y="3"/>
                      <a:pt x="28" y="4"/>
                    </a:cubicBezTo>
                    <a:cubicBezTo>
                      <a:pt x="25" y="3"/>
                      <a:pt x="23" y="2"/>
                      <a:pt x="20" y="1"/>
                    </a:cubicBezTo>
                    <a:cubicBezTo>
                      <a:pt x="11" y="0"/>
                      <a:pt x="2" y="7"/>
                      <a:pt x="1" y="16"/>
                    </a:cubicBezTo>
                    <a:cubicBezTo>
                      <a:pt x="0" y="24"/>
                      <a:pt x="4" y="31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7" y="34"/>
                      <a:pt x="4" y="38"/>
                      <a:pt x="3" y="42"/>
                    </a:cubicBezTo>
                    <a:cubicBezTo>
                      <a:pt x="2" y="47"/>
                      <a:pt x="6" y="51"/>
                      <a:pt x="11" y="52"/>
                    </a:cubicBezTo>
                    <a:cubicBezTo>
                      <a:pt x="13" y="52"/>
                      <a:pt x="16" y="52"/>
                      <a:pt x="17" y="50"/>
                    </a:cubicBezTo>
                    <a:cubicBezTo>
                      <a:pt x="18" y="52"/>
                      <a:pt x="20" y="54"/>
                      <a:pt x="23" y="55"/>
                    </a:cubicBezTo>
                    <a:cubicBezTo>
                      <a:pt x="27" y="55"/>
                      <a:pt x="30" y="53"/>
                      <a:pt x="31" y="49"/>
                    </a:cubicBezTo>
                    <a:cubicBezTo>
                      <a:pt x="33" y="51"/>
                      <a:pt x="35" y="52"/>
                      <a:pt x="37" y="52"/>
                    </a:cubicBezTo>
                    <a:cubicBezTo>
                      <a:pt x="43" y="53"/>
                      <a:pt x="49" y="48"/>
                      <a:pt x="50" y="42"/>
                    </a:cubicBezTo>
                    <a:cubicBezTo>
                      <a:pt x="50" y="41"/>
                      <a:pt x="50" y="41"/>
                      <a:pt x="50" y="40"/>
                    </a:cubicBezTo>
                    <a:cubicBezTo>
                      <a:pt x="53" y="40"/>
                      <a:pt x="55" y="38"/>
                      <a:pt x="56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7" name="Freeform 184"/>
              <p:cNvSpPr>
                <a:spLocks/>
              </p:cNvSpPr>
              <p:nvPr/>
            </p:nvSpPr>
            <p:spPr bwMode="auto">
              <a:xfrm>
                <a:off x="3759200" y="5062856"/>
                <a:ext cx="46038" cy="30163"/>
              </a:xfrm>
              <a:custGeom>
                <a:avLst/>
                <a:gdLst>
                  <a:gd name="T0" fmla="*/ 19 w 19"/>
                  <a:gd name="T1" fmla="*/ 2 h 13"/>
                  <a:gd name="T2" fmla="*/ 9 w 19"/>
                  <a:gd name="T3" fmla="*/ 11 h 13"/>
                  <a:gd name="T4" fmla="*/ 0 w 19"/>
                  <a:gd name="T5" fmla="*/ 11 h 13"/>
                  <a:gd name="T6" fmla="*/ 9 w 19"/>
                  <a:gd name="T7" fmla="*/ 2 h 13"/>
                  <a:gd name="T8" fmla="*/ 19 w 19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3">
                    <a:moveTo>
                      <a:pt x="19" y="2"/>
                    </a:moveTo>
                    <a:cubicBezTo>
                      <a:pt x="17" y="6"/>
                      <a:pt x="13" y="10"/>
                      <a:pt x="9" y="11"/>
                    </a:cubicBezTo>
                    <a:cubicBezTo>
                      <a:pt x="5" y="13"/>
                      <a:pt x="2" y="13"/>
                      <a:pt x="0" y="11"/>
                    </a:cubicBezTo>
                    <a:cubicBezTo>
                      <a:pt x="2" y="7"/>
                      <a:pt x="5" y="3"/>
                      <a:pt x="9" y="2"/>
                    </a:cubicBezTo>
                    <a:cubicBezTo>
                      <a:pt x="13" y="0"/>
                      <a:pt x="16" y="0"/>
                      <a:pt x="19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8" name="Freeform 185"/>
              <p:cNvSpPr>
                <a:spLocks/>
              </p:cNvSpPr>
              <p:nvPr/>
            </p:nvSpPr>
            <p:spPr bwMode="auto">
              <a:xfrm>
                <a:off x="3759200" y="5067619"/>
                <a:ext cx="46038" cy="25400"/>
              </a:xfrm>
              <a:custGeom>
                <a:avLst/>
                <a:gdLst>
                  <a:gd name="T0" fmla="*/ 9 w 19"/>
                  <a:gd name="T1" fmla="*/ 9 h 11"/>
                  <a:gd name="T2" fmla="*/ 19 w 19"/>
                  <a:gd name="T3" fmla="*/ 0 h 11"/>
                  <a:gd name="T4" fmla="*/ 0 w 19"/>
                  <a:gd name="T5" fmla="*/ 9 h 11"/>
                  <a:gd name="T6" fmla="*/ 9 w 1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9" y="9"/>
                    </a:moveTo>
                    <a:cubicBezTo>
                      <a:pt x="13" y="8"/>
                      <a:pt x="17" y="4"/>
                      <a:pt x="19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5" y="11"/>
                      <a:pt x="9" y="9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" name="Freeform 186"/>
              <p:cNvSpPr>
                <a:spLocks/>
              </p:cNvSpPr>
              <p:nvPr/>
            </p:nvSpPr>
            <p:spPr bwMode="auto">
              <a:xfrm>
                <a:off x="3833813" y="5067619"/>
                <a:ext cx="38100" cy="38100"/>
              </a:xfrm>
              <a:custGeom>
                <a:avLst/>
                <a:gdLst>
                  <a:gd name="T0" fmla="*/ 0 w 16"/>
                  <a:gd name="T1" fmla="*/ 2 h 16"/>
                  <a:gd name="T2" fmla="*/ 7 w 16"/>
                  <a:gd name="T3" fmla="*/ 13 h 16"/>
                  <a:gd name="T4" fmla="*/ 16 w 16"/>
                  <a:gd name="T5" fmla="*/ 15 h 16"/>
                  <a:gd name="T6" fmla="*/ 10 w 16"/>
                  <a:gd name="T7" fmla="*/ 4 h 16"/>
                  <a:gd name="T8" fmla="*/ 0 w 16"/>
                  <a:gd name="T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0" y="2"/>
                    </a:moveTo>
                    <a:cubicBezTo>
                      <a:pt x="1" y="6"/>
                      <a:pt x="4" y="10"/>
                      <a:pt x="7" y="13"/>
                    </a:cubicBezTo>
                    <a:cubicBezTo>
                      <a:pt x="10" y="16"/>
                      <a:pt x="14" y="16"/>
                      <a:pt x="16" y="15"/>
                    </a:cubicBezTo>
                    <a:cubicBezTo>
                      <a:pt x="15" y="11"/>
                      <a:pt x="13" y="6"/>
                      <a:pt x="10" y="4"/>
                    </a:cubicBezTo>
                    <a:cubicBezTo>
                      <a:pt x="6" y="1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" name="Freeform 187"/>
              <p:cNvSpPr>
                <a:spLocks/>
              </p:cNvSpPr>
              <p:nvPr/>
            </p:nvSpPr>
            <p:spPr bwMode="auto">
              <a:xfrm>
                <a:off x="3833813" y="5072381"/>
                <a:ext cx="38100" cy="33338"/>
              </a:xfrm>
              <a:custGeom>
                <a:avLst/>
                <a:gdLst>
                  <a:gd name="T0" fmla="*/ 7 w 16"/>
                  <a:gd name="T1" fmla="*/ 11 h 14"/>
                  <a:gd name="T2" fmla="*/ 0 w 16"/>
                  <a:gd name="T3" fmla="*/ 0 h 14"/>
                  <a:gd name="T4" fmla="*/ 16 w 16"/>
                  <a:gd name="T5" fmla="*/ 13 h 14"/>
                  <a:gd name="T6" fmla="*/ 7 w 16"/>
                  <a:gd name="T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7" y="11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4"/>
                      <a:pt x="10" y="14"/>
                      <a:pt x="7" y="11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" name="Freeform 188"/>
              <p:cNvSpPr>
                <a:spLocks/>
              </p:cNvSpPr>
              <p:nvPr/>
            </p:nvSpPr>
            <p:spPr bwMode="auto">
              <a:xfrm>
                <a:off x="3776663" y="5048569"/>
                <a:ext cx="79375" cy="88900"/>
              </a:xfrm>
              <a:custGeom>
                <a:avLst/>
                <a:gdLst>
                  <a:gd name="T0" fmla="*/ 32 w 33"/>
                  <a:gd name="T1" fmla="*/ 21 h 37"/>
                  <a:gd name="T2" fmla="*/ 14 w 33"/>
                  <a:gd name="T3" fmla="*/ 36 h 37"/>
                  <a:gd name="T4" fmla="*/ 2 w 33"/>
                  <a:gd name="T5" fmla="*/ 17 h 37"/>
                  <a:gd name="T6" fmla="*/ 19 w 33"/>
                  <a:gd name="T7" fmla="*/ 1 h 37"/>
                  <a:gd name="T8" fmla="*/ 32 w 33"/>
                  <a:gd name="T9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32" y="21"/>
                    </a:moveTo>
                    <a:cubicBezTo>
                      <a:pt x="30" y="30"/>
                      <a:pt x="23" y="37"/>
                      <a:pt x="14" y="36"/>
                    </a:cubicBezTo>
                    <a:cubicBezTo>
                      <a:pt x="6" y="35"/>
                      <a:pt x="0" y="26"/>
                      <a:pt x="2" y="17"/>
                    </a:cubicBezTo>
                    <a:cubicBezTo>
                      <a:pt x="3" y="7"/>
                      <a:pt x="11" y="0"/>
                      <a:pt x="19" y="1"/>
                    </a:cubicBezTo>
                    <a:cubicBezTo>
                      <a:pt x="27" y="2"/>
                      <a:pt x="33" y="11"/>
                      <a:pt x="32" y="2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2" name="Freeform 189"/>
              <p:cNvSpPr>
                <a:spLocks/>
              </p:cNvSpPr>
              <p:nvPr/>
            </p:nvSpPr>
            <p:spPr bwMode="auto">
              <a:xfrm>
                <a:off x="3810000" y="5050156"/>
                <a:ext cx="46038" cy="87313"/>
              </a:xfrm>
              <a:custGeom>
                <a:avLst/>
                <a:gdLst>
                  <a:gd name="T0" fmla="*/ 18 w 19"/>
                  <a:gd name="T1" fmla="*/ 20 h 36"/>
                  <a:gd name="T2" fmla="*/ 5 w 19"/>
                  <a:gd name="T3" fmla="*/ 0 h 36"/>
                  <a:gd name="T4" fmla="*/ 0 w 19"/>
                  <a:gd name="T5" fmla="*/ 35 h 36"/>
                  <a:gd name="T6" fmla="*/ 18 w 19"/>
                  <a:gd name="T7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8" y="20"/>
                    </a:moveTo>
                    <a:cubicBezTo>
                      <a:pt x="19" y="10"/>
                      <a:pt x="13" y="1"/>
                      <a:pt x="5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9" y="36"/>
                      <a:pt x="16" y="29"/>
                      <a:pt x="18" y="2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3" name="Oval 190"/>
              <p:cNvSpPr>
                <a:spLocks noChangeArrowheads="1"/>
              </p:cNvSpPr>
              <p:nvPr/>
            </p:nvSpPr>
            <p:spPr bwMode="auto">
              <a:xfrm>
                <a:off x="3800475" y="5096194"/>
                <a:ext cx="9525" cy="9525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4" name="Freeform 191"/>
              <p:cNvSpPr>
                <a:spLocks/>
              </p:cNvSpPr>
              <p:nvPr/>
            </p:nvSpPr>
            <p:spPr bwMode="auto">
              <a:xfrm>
                <a:off x="3822700" y="5097781"/>
                <a:ext cx="6350" cy="9525"/>
              </a:xfrm>
              <a:custGeom>
                <a:avLst/>
                <a:gdLst>
                  <a:gd name="T0" fmla="*/ 3 w 3"/>
                  <a:gd name="T1" fmla="*/ 2 h 4"/>
                  <a:gd name="T2" fmla="*/ 1 w 3"/>
                  <a:gd name="T3" fmla="*/ 4 h 4"/>
                  <a:gd name="T4" fmla="*/ 0 w 3"/>
                  <a:gd name="T5" fmla="*/ 2 h 4"/>
                  <a:gd name="T6" fmla="*/ 2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5" name="Rectangle 192"/>
              <p:cNvSpPr>
                <a:spLocks noChangeArrowheads="1"/>
              </p:cNvSpPr>
              <p:nvPr/>
            </p:nvSpPr>
            <p:spPr bwMode="auto">
              <a:xfrm>
                <a:off x="7146925" y="5431156"/>
                <a:ext cx="9525" cy="31750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6" name="Rectangle 193"/>
              <p:cNvSpPr>
                <a:spLocks noChangeArrowheads="1"/>
              </p:cNvSpPr>
              <p:nvPr/>
            </p:nvSpPr>
            <p:spPr bwMode="auto">
              <a:xfrm>
                <a:off x="7146925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7" name="Rectangle 194"/>
              <p:cNvSpPr>
                <a:spLocks noChangeArrowheads="1"/>
              </p:cNvSpPr>
              <p:nvPr/>
            </p:nvSpPr>
            <p:spPr bwMode="auto">
              <a:xfrm>
                <a:off x="7173913" y="5426394"/>
                <a:ext cx="9525" cy="36513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8" name="Rectangle 195"/>
              <p:cNvSpPr>
                <a:spLocks noChangeArrowheads="1"/>
              </p:cNvSpPr>
              <p:nvPr/>
            </p:nvSpPr>
            <p:spPr bwMode="auto">
              <a:xfrm>
                <a:off x="71739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9" name="Rectangle 196"/>
              <p:cNvSpPr>
                <a:spLocks noChangeArrowheads="1"/>
              </p:cNvSpPr>
              <p:nvPr/>
            </p:nvSpPr>
            <p:spPr bwMode="auto">
              <a:xfrm>
                <a:off x="7062788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0" name="Rectangle 197"/>
              <p:cNvSpPr>
                <a:spLocks noChangeArrowheads="1"/>
              </p:cNvSpPr>
              <p:nvPr/>
            </p:nvSpPr>
            <p:spPr bwMode="auto">
              <a:xfrm>
                <a:off x="7062788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" name="Rectangle 198"/>
              <p:cNvSpPr>
                <a:spLocks noChangeArrowheads="1"/>
              </p:cNvSpPr>
              <p:nvPr/>
            </p:nvSpPr>
            <p:spPr bwMode="auto">
              <a:xfrm>
                <a:off x="7085013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2" name="Rectangle 199"/>
              <p:cNvSpPr>
                <a:spLocks noChangeArrowheads="1"/>
              </p:cNvSpPr>
              <p:nvPr/>
            </p:nvSpPr>
            <p:spPr bwMode="auto">
              <a:xfrm>
                <a:off x="70850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3" name="Freeform 200"/>
              <p:cNvSpPr>
                <a:spLocks/>
              </p:cNvSpPr>
              <p:nvPr/>
            </p:nvSpPr>
            <p:spPr bwMode="auto">
              <a:xfrm>
                <a:off x="7032625" y="5278756"/>
                <a:ext cx="174625" cy="161925"/>
              </a:xfrm>
              <a:custGeom>
                <a:avLst/>
                <a:gdLst>
                  <a:gd name="T0" fmla="*/ 0 w 73"/>
                  <a:gd name="T1" fmla="*/ 31 h 68"/>
                  <a:gd name="T2" fmla="*/ 4 w 73"/>
                  <a:gd name="T3" fmla="*/ 39 h 68"/>
                  <a:gd name="T4" fmla="*/ 1 w 73"/>
                  <a:gd name="T5" fmla="*/ 46 h 68"/>
                  <a:gd name="T6" fmla="*/ 13 w 73"/>
                  <a:gd name="T7" fmla="*/ 58 h 68"/>
                  <a:gd name="T8" fmla="*/ 17 w 73"/>
                  <a:gd name="T9" fmla="*/ 57 h 68"/>
                  <a:gd name="T10" fmla="*/ 32 w 73"/>
                  <a:gd name="T11" fmla="*/ 68 h 68"/>
                  <a:gd name="T12" fmla="*/ 41 w 73"/>
                  <a:gd name="T13" fmla="*/ 65 h 68"/>
                  <a:gd name="T14" fmla="*/ 51 w 73"/>
                  <a:gd name="T15" fmla="*/ 68 h 68"/>
                  <a:gd name="T16" fmla="*/ 73 w 73"/>
                  <a:gd name="T17" fmla="*/ 46 h 68"/>
                  <a:gd name="T18" fmla="*/ 57 w 73"/>
                  <a:gd name="T19" fmla="*/ 25 h 68"/>
                  <a:gd name="T20" fmla="*/ 57 w 73"/>
                  <a:gd name="T21" fmla="*/ 25 h 68"/>
                  <a:gd name="T22" fmla="*/ 66 w 73"/>
                  <a:gd name="T23" fmla="*/ 13 h 68"/>
                  <a:gd name="T24" fmla="*/ 54 w 73"/>
                  <a:gd name="T25" fmla="*/ 2 h 68"/>
                  <a:gd name="T26" fmla="*/ 46 w 73"/>
                  <a:gd name="T27" fmla="*/ 5 h 68"/>
                  <a:gd name="T28" fmla="*/ 38 w 73"/>
                  <a:gd name="T29" fmla="*/ 0 h 68"/>
                  <a:gd name="T30" fmla="*/ 29 w 73"/>
                  <a:gd name="T31" fmla="*/ 8 h 68"/>
                  <a:gd name="T32" fmla="*/ 21 w 73"/>
                  <a:gd name="T33" fmla="*/ 6 h 68"/>
                  <a:gd name="T34" fmla="*/ 6 w 73"/>
                  <a:gd name="T35" fmla="*/ 21 h 68"/>
                  <a:gd name="T36" fmla="*/ 7 w 73"/>
                  <a:gd name="T37" fmla="*/ 23 h 68"/>
                  <a:gd name="T38" fmla="*/ 0 w 73"/>
                  <a:gd name="T39" fmla="*/ 3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68">
                    <a:moveTo>
                      <a:pt x="0" y="31"/>
                    </a:moveTo>
                    <a:cubicBezTo>
                      <a:pt x="0" y="35"/>
                      <a:pt x="2" y="37"/>
                      <a:pt x="4" y="39"/>
                    </a:cubicBezTo>
                    <a:cubicBezTo>
                      <a:pt x="2" y="41"/>
                      <a:pt x="1" y="43"/>
                      <a:pt x="1" y="46"/>
                    </a:cubicBezTo>
                    <a:cubicBezTo>
                      <a:pt x="1" y="53"/>
                      <a:pt x="7" y="58"/>
                      <a:pt x="13" y="58"/>
                    </a:cubicBezTo>
                    <a:cubicBezTo>
                      <a:pt x="15" y="58"/>
                      <a:pt x="16" y="58"/>
                      <a:pt x="17" y="57"/>
                    </a:cubicBezTo>
                    <a:cubicBezTo>
                      <a:pt x="19" y="63"/>
                      <a:pt x="25" y="68"/>
                      <a:pt x="32" y="68"/>
                    </a:cubicBezTo>
                    <a:cubicBezTo>
                      <a:pt x="35" y="68"/>
                      <a:pt x="38" y="67"/>
                      <a:pt x="41" y="65"/>
                    </a:cubicBezTo>
                    <a:cubicBezTo>
                      <a:pt x="44" y="67"/>
                      <a:pt x="47" y="68"/>
                      <a:pt x="51" y="68"/>
                    </a:cubicBezTo>
                    <a:cubicBezTo>
                      <a:pt x="63" y="68"/>
                      <a:pt x="73" y="58"/>
                      <a:pt x="73" y="46"/>
                    </a:cubicBezTo>
                    <a:cubicBezTo>
                      <a:pt x="73" y="36"/>
                      <a:pt x="66" y="28"/>
                      <a:pt x="57" y="25"/>
                    </a:cubicBezTo>
                    <a:cubicBezTo>
                      <a:pt x="57" y="25"/>
                      <a:pt x="57" y="25"/>
                      <a:pt x="57" y="25"/>
                    </a:cubicBezTo>
                    <a:cubicBezTo>
                      <a:pt x="62" y="24"/>
                      <a:pt x="66" y="19"/>
                      <a:pt x="66" y="13"/>
                    </a:cubicBezTo>
                    <a:cubicBezTo>
                      <a:pt x="66" y="7"/>
                      <a:pt x="61" y="2"/>
                      <a:pt x="54" y="2"/>
                    </a:cubicBezTo>
                    <a:cubicBezTo>
                      <a:pt x="51" y="2"/>
                      <a:pt x="48" y="3"/>
                      <a:pt x="46" y="5"/>
                    </a:cubicBezTo>
                    <a:cubicBezTo>
                      <a:pt x="45" y="2"/>
                      <a:pt x="42" y="0"/>
                      <a:pt x="38" y="0"/>
                    </a:cubicBezTo>
                    <a:cubicBezTo>
                      <a:pt x="34" y="0"/>
                      <a:pt x="30" y="4"/>
                      <a:pt x="29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3" y="6"/>
                      <a:pt x="6" y="12"/>
                      <a:pt x="6" y="21"/>
                    </a:cubicBezTo>
                    <a:cubicBezTo>
                      <a:pt x="6" y="22"/>
                      <a:pt x="6" y="22"/>
                      <a:pt x="7" y="23"/>
                    </a:cubicBezTo>
                    <a:cubicBezTo>
                      <a:pt x="3" y="24"/>
                      <a:pt x="0" y="27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4" name="Freeform 201"/>
              <p:cNvSpPr>
                <a:spLocks/>
              </p:cNvSpPr>
              <p:nvPr/>
            </p:nvSpPr>
            <p:spPr bwMode="auto">
              <a:xfrm>
                <a:off x="7170738" y="5261294"/>
                <a:ext cx="41275" cy="60325"/>
              </a:xfrm>
              <a:custGeom>
                <a:avLst/>
                <a:gdLst>
                  <a:gd name="T0" fmla="*/ 16 w 17"/>
                  <a:gd name="T1" fmla="*/ 25 h 25"/>
                  <a:gd name="T2" fmla="*/ 14 w 17"/>
                  <a:gd name="T3" fmla="*/ 7 h 25"/>
                  <a:gd name="T4" fmla="*/ 0 w 17"/>
                  <a:gd name="T5" fmla="*/ 0 h 25"/>
                  <a:gd name="T6" fmla="*/ 11 w 17"/>
                  <a:gd name="T7" fmla="*/ 10 h 25"/>
                  <a:gd name="T8" fmla="*/ 11 w 17"/>
                  <a:gd name="T9" fmla="*/ 25 h 25"/>
                  <a:gd name="T10" fmla="*/ 16 w 17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5">
                    <a:moveTo>
                      <a:pt x="16" y="25"/>
                    </a:moveTo>
                    <a:cubicBezTo>
                      <a:pt x="16" y="25"/>
                      <a:pt x="17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2" y="17"/>
                      <a:pt x="11" y="25"/>
                      <a:pt x="11" y="25"/>
                    </a:cubicBez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5" name="Freeform 202"/>
              <p:cNvSpPr>
                <a:spLocks/>
              </p:cNvSpPr>
              <p:nvPr/>
            </p:nvSpPr>
            <p:spPr bwMode="auto">
              <a:xfrm>
                <a:off x="7142163" y="5261294"/>
                <a:ext cx="42863" cy="60325"/>
              </a:xfrm>
              <a:custGeom>
                <a:avLst/>
                <a:gdLst>
                  <a:gd name="T0" fmla="*/ 17 w 18"/>
                  <a:gd name="T1" fmla="*/ 25 h 25"/>
                  <a:gd name="T2" fmla="*/ 14 w 18"/>
                  <a:gd name="T3" fmla="*/ 7 h 25"/>
                  <a:gd name="T4" fmla="*/ 0 w 18"/>
                  <a:gd name="T5" fmla="*/ 0 h 25"/>
                  <a:gd name="T6" fmla="*/ 11 w 18"/>
                  <a:gd name="T7" fmla="*/ 10 h 25"/>
                  <a:gd name="T8" fmla="*/ 11 w 18"/>
                  <a:gd name="T9" fmla="*/ 25 h 25"/>
                  <a:gd name="T10" fmla="*/ 17 w 18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17" y="25"/>
                    </a:moveTo>
                    <a:cubicBezTo>
                      <a:pt x="17" y="25"/>
                      <a:pt x="18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3" y="17"/>
                      <a:pt x="11" y="25"/>
                      <a:pt x="11" y="25"/>
                    </a:cubicBezTo>
                    <a:lnTo>
                      <a:pt x="17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6" name="Freeform 203"/>
              <p:cNvSpPr>
                <a:spLocks/>
              </p:cNvSpPr>
              <p:nvPr/>
            </p:nvSpPr>
            <p:spPr bwMode="auto">
              <a:xfrm>
                <a:off x="7204075" y="5332731"/>
                <a:ext cx="41275" cy="34925"/>
              </a:xfrm>
              <a:custGeom>
                <a:avLst/>
                <a:gdLst>
                  <a:gd name="T0" fmla="*/ 0 w 17"/>
                  <a:gd name="T1" fmla="*/ 2 h 14"/>
                  <a:gd name="T2" fmla="*/ 8 w 17"/>
                  <a:gd name="T3" fmla="*/ 12 h 14"/>
                  <a:gd name="T4" fmla="*/ 17 w 17"/>
                  <a:gd name="T5" fmla="*/ 12 h 14"/>
                  <a:gd name="T6" fmla="*/ 9 w 17"/>
                  <a:gd name="T7" fmla="*/ 2 h 14"/>
                  <a:gd name="T8" fmla="*/ 0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0" y="2"/>
                    </a:moveTo>
                    <a:cubicBezTo>
                      <a:pt x="1" y="6"/>
                      <a:pt x="4" y="9"/>
                      <a:pt x="8" y="12"/>
                    </a:cubicBezTo>
                    <a:cubicBezTo>
                      <a:pt x="12" y="14"/>
                      <a:pt x="15" y="14"/>
                      <a:pt x="17" y="12"/>
                    </a:cubicBezTo>
                    <a:cubicBezTo>
                      <a:pt x="16" y="8"/>
                      <a:pt x="13" y="4"/>
                      <a:pt x="9" y="2"/>
                    </a:cubicBezTo>
                    <a:cubicBezTo>
                      <a:pt x="6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7" name="Freeform 204"/>
              <p:cNvSpPr>
                <a:spLocks/>
              </p:cNvSpPr>
              <p:nvPr/>
            </p:nvSpPr>
            <p:spPr bwMode="auto">
              <a:xfrm>
                <a:off x="7204075" y="5337494"/>
                <a:ext cx="41275" cy="30163"/>
              </a:xfrm>
              <a:custGeom>
                <a:avLst/>
                <a:gdLst>
                  <a:gd name="T0" fmla="*/ 8 w 17"/>
                  <a:gd name="T1" fmla="*/ 10 h 12"/>
                  <a:gd name="T2" fmla="*/ 0 w 17"/>
                  <a:gd name="T3" fmla="*/ 0 h 12"/>
                  <a:gd name="T4" fmla="*/ 17 w 17"/>
                  <a:gd name="T5" fmla="*/ 10 h 12"/>
                  <a:gd name="T6" fmla="*/ 8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8" y="10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2"/>
                      <a:pt x="12" y="12"/>
                      <a:pt x="8" y="1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" name="Freeform 206"/>
              <p:cNvSpPr>
                <a:spLocks/>
              </p:cNvSpPr>
              <p:nvPr/>
            </p:nvSpPr>
            <p:spPr bwMode="auto">
              <a:xfrm>
                <a:off x="7132638" y="5332731"/>
                <a:ext cx="41275" cy="34925"/>
              </a:xfrm>
              <a:custGeom>
                <a:avLst/>
                <a:gdLst>
                  <a:gd name="T0" fmla="*/ 17 w 17"/>
                  <a:gd name="T1" fmla="*/ 2 h 14"/>
                  <a:gd name="T2" fmla="*/ 9 w 17"/>
                  <a:gd name="T3" fmla="*/ 12 h 14"/>
                  <a:gd name="T4" fmla="*/ 0 w 17"/>
                  <a:gd name="T5" fmla="*/ 12 h 14"/>
                  <a:gd name="T6" fmla="*/ 8 w 17"/>
                  <a:gd name="T7" fmla="*/ 2 h 14"/>
                  <a:gd name="T8" fmla="*/ 17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17" y="2"/>
                    </a:moveTo>
                    <a:cubicBezTo>
                      <a:pt x="16" y="6"/>
                      <a:pt x="13" y="9"/>
                      <a:pt x="9" y="12"/>
                    </a:cubicBezTo>
                    <a:cubicBezTo>
                      <a:pt x="6" y="14"/>
                      <a:pt x="2" y="14"/>
                      <a:pt x="0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2" y="0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" name="Freeform 207"/>
              <p:cNvSpPr>
                <a:spLocks/>
              </p:cNvSpPr>
              <p:nvPr/>
            </p:nvSpPr>
            <p:spPr bwMode="auto">
              <a:xfrm>
                <a:off x="7132638" y="5337493"/>
                <a:ext cx="41275" cy="30163"/>
              </a:xfrm>
              <a:custGeom>
                <a:avLst/>
                <a:gdLst>
                  <a:gd name="T0" fmla="*/ 9 w 17"/>
                  <a:gd name="T1" fmla="*/ 10 h 12"/>
                  <a:gd name="T2" fmla="*/ 17 w 17"/>
                  <a:gd name="T3" fmla="*/ 0 h 12"/>
                  <a:gd name="T4" fmla="*/ 0 w 17"/>
                  <a:gd name="T5" fmla="*/ 10 h 12"/>
                  <a:gd name="T6" fmla="*/ 9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10"/>
                    </a:moveTo>
                    <a:cubicBezTo>
                      <a:pt x="13" y="7"/>
                      <a:pt x="16" y="4"/>
                      <a:pt x="17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6" y="12"/>
                      <a:pt x="9" y="10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" name="Freeform 208"/>
              <p:cNvSpPr>
                <a:spLocks/>
              </p:cNvSpPr>
              <p:nvPr/>
            </p:nvSpPr>
            <p:spPr bwMode="auto">
              <a:xfrm>
                <a:off x="7189788" y="5313681"/>
                <a:ext cx="39688" cy="103188"/>
              </a:xfrm>
              <a:custGeom>
                <a:avLst/>
                <a:gdLst>
                  <a:gd name="T0" fmla="*/ 0 w 16"/>
                  <a:gd name="T1" fmla="*/ 0 h 43"/>
                  <a:gd name="T2" fmla="*/ 5 w 16"/>
                  <a:gd name="T3" fmla="*/ 0 h 43"/>
                  <a:gd name="T4" fmla="*/ 16 w 16"/>
                  <a:gd name="T5" fmla="*/ 11 h 43"/>
                  <a:gd name="T6" fmla="*/ 12 w 16"/>
                  <a:gd name="T7" fmla="*/ 31 h 43"/>
                  <a:gd name="T8" fmla="*/ 1 w 16"/>
                  <a:gd name="T9" fmla="*/ 43 h 43"/>
                  <a:gd name="T10" fmla="*/ 0 w 16"/>
                  <a:gd name="T11" fmla="*/ 43 h 43"/>
                  <a:gd name="T12" fmla="*/ 0 w 16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1" y="0"/>
                      <a:pt x="16" y="5"/>
                      <a:pt x="16" y="1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1" y="39"/>
                      <a:pt x="7" y="43"/>
                      <a:pt x="1" y="43"/>
                    </a:cubicBezTo>
                    <a:cubicBezTo>
                      <a:pt x="0" y="43"/>
                      <a:pt x="0" y="43"/>
                      <a:pt x="0" y="4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" name="Freeform 209"/>
              <p:cNvSpPr>
                <a:spLocks/>
              </p:cNvSpPr>
              <p:nvPr/>
            </p:nvSpPr>
            <p:spPr bwMode="auto">
              <a:xfrm>
                <a:off x="7150100" y="5313681"/>
                <a:ext cx="39688" cy="103188"/>
              </a:xfrm>
              <a:custGeom>
                <a:avLst/>
                <a:gdLst>
                  <a:gd name="T0" fmla="*/ 17 w 17"/>
                  <a:gd name="T1" fmla="*/ 0 h 43"/>
                  <a:gd name="T2" fmla="*/ 11 w 17"/>
                  <a:gd name="T3" fmla="*/ 0 h 43"/>
                  <a:gd name="T4" fmla="*/ 0 w 17"/>
                  <a:gd name="T5" fmla="*/ 11 h 43"/>
                  <a:gd name="T6" fmla="*/ 4 w 17"/>
                  <a:gd name="T7" fmla="*/ 31 h 43"/>
                  <a:gd name="T8" fmla="*/ 16 w 17"/>
                  <a:gd name="T9" fmla="*/ 43 h 43"/>
                  <a:gd name="T10" fmla="*/ 17 w 17"/>
                  <a:gd name="T11" fmla="*/ 43 h 43"/>
                  <a:gd name="T12" fmla="*/ 17 w 17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3">
                    <a:moveTo>
                      <a:pt x="17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9"/>
                      <a:pt x="9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" name="Oval 210"/>
              <p:cNvSpPr>
                <a:spLocks noChangeArrowheads="1"/>
              </p:cNvSpPr>
              <p:nvPr/>
            </p:nvSpPr>
            <p:spPr bwMode="auto">
              <a:xfrm>
                <a:off x="7197725" y="5350193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" name="Oval 211"/>
              <p:cNvSpPr>
                <a:spLocks noChangeArrowheads="1"/>
              </p:cNvSpPr>
              <p:nvPr/>
            </p:nvSpPr>
            <p:spPr bwMode="auto">
              <a:xfrm>
                <a:off x="7170738" y="5350193"/>
                <a:ext cx="9525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" name="Freeform 212"/>
              <p:cNvSpPr>
                <a:spLocks/>
              </p:cNvSpPr>
              <p:nvPr/>
            </p:nvSpPr>
            <p:spPr bwMode="auto">
              <a:xfrm>
                <a:off x="8553450" y="5161281"/>
                <a:ext cx="9525" cy="15875"/>
              </a:xfrm>
              <a:custGeom>
                <a:avLst/>
                <a:gdLst>
                  <a:gd name="T0" fmla="*/ 3 w 6"/>
                  <a:gd name="T1" fmla="*/ 10 h 10"/>
                  <a:gd name="T2" fmla="*/ 6 w 6"/>
                  <a:gd name="T3" fmla="*/ 10 h 10"/>
                  <a:gd name="T4" fmla="*/ 5 w 6"/>
                  <a:gd name="T5" fmla="*/ 0 h 10"/>
                  <a:gd name="T6" fmla="*/ 0 w 6"/>
                  <a:gd name="T7" fmla="*/ 1 h 10"/>
                  <a:gd name="T8" fmla="*/ 3 w 6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10"/>
                    </a:moveTo>
                    <a:lnTo>
                      <a:pt x="6" y="10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" name="Rectangle 213"/>
              <p:cNvSpPr>
                <a:spLocks noChangeArrowheads="1"/>
              </p:cNvSpPr>
              <p:nvPr/>
            </p:nvSpPr>
            <p:spPr bwMode="auto">
              <a:xfrm>
                <a:off x="8558213" y="5175568"/>
                <a:ext cx="4763" cy="158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" name="Freeform 214"/>
              <p:cNvSpPr>
                <a:spLocks/>
              </p:cNvSpPr>
              <p:nvPr/>
            </p:nvSpPr>
            <p:spPr bwMode="auto">
              <a:xfrm>
                <a:off x="8567738" y="5153343"/>
                <a:ext cx="9525" cy="22225"/>
              </a:xfrm>
              <a:custGeom>
                <a:avLst/>
                <a:gdLst>
                  <a:gd name="T0" fmla="*/ 3 w 6"/>
                  <a:gd name="T1" fmla="*/ 14 h 14"/>
                  <a:gd name="T2" fmla="*/ 6 w 6"/>
                  <a:gd name="T3" fmla="*/ 14 h 14"/>
                  <a:gd name="T4" fmla="*/ 3 w 6"/>
                  <a:gd name="T5" fmla="*/ 0 h 14"/>
                  <a:gd name="T6" fmla="*/ 0 w 6"/>
                  <a:gd name="T7" fmla="*/ 2 h 14"/>
                  <a:gd name="T8" fmla="*/ 3 w 6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3" y="14"/>
                    </a:moveTo>
                    <a:lnTo>
                      <a:pt x="6" y="1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" name="Freeform 215"/>
              <p:cNvSpPr>
                <a:spLocks/>
              </p:cNvSpPr>
              <p:nvPr/>
            </p:nvSpPr>
            <p:spPr bwMode="auto">
              <a:xfrm>
                <a:off x="8572500" y="5170806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" name="Freeform 216"/>
              <p:cNvSpPr>
                <a:spLocks/>
              </p:cNvSpPr>
              <p:nvPr/>
            </p:nvSpPr>
            <p:spPr bwMode="auto">
              <a:xfrm>
                <a:off x="8502650" y="5151756"/>
                <a:ext cx="12700" cy="38100"/>
              </a:xfrm>
              <a:custGeom>
                <a:avLst/>
                <a:gdLst>
                  <a:gd name="T0" fmla="*/ 5 w 8"/>
                  <a:gd name="T1" fmla="*/ 24 h 24"/>
                  <a:gd name="T2" fmla="*/ 8 w 8"/>
                  <a:gd name="T3" fmla="*/ 22 h 24"/>
                  <a:gd name="T4" fmla="*/ 3 w 8"/>
                  <a:gd name="T5" fmla="*/ 0 h 24"/>
                  <a:gd name="T6" fmla="*/ 0 w 8"/>
                  <a:gd name="T7" fmla="*/ 1 h 24"/>
                  <a:gd name="T8" fmla="*/ 5 w 8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4">
                    <a:moveTo>
                      <a:pt x="5" y="24"/>
                    </a:moveTo>
                    <a:lnTo>
                      <a:pt x="8" y="22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" name="Freeform 217"/>
              <p:cNvSpPr>
                <a:spLocks/>
              </p:cNvSpPr>
              <p:nvPr/>
            </p:nvSpPr>
            <p:spPr bwMode="auto">
              <a:xfrm>
                <a:off x="8510588" y="5185093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" name="Freeform 218"/>
              <p:cNvSpPr>
                <a:spLocks/>
              </p:cNvSpPr>
              <p:nvPr/>
            </p:nvSpPr>
            <p:spPr bwMode="auto">
              <a:xfrm>
                <a:off x="8515350" y="5148581"/>
                <a:ext cx="14288" cy="36513"/>
              </a:xfrm>
              <a:custGeom>
                <a:avLst/>
                <a:gdLst>
                  <a:gd name="T0" fmla="*/ 6 w 9"/>
                  <a:gd name="T1" fmla="*/ 23 h 23"/>
                  <a:gd name="T2" fmla="*/ 9 w 9"/>
                  <a:gd name="T3" fmla="*/ 23 h 23"/>
                  <a:gd name="T4" fmla="*/ 4 w 9"/>
                  <a:gd name="T5" fmla="*/ 0 h 23"/>
                  <a:gd name="T6" fmla="*/ 0 w 9"/>
                  <a:gd name="T7" fmla="*/ 2 h 23"/>
                  <a:gd name="T8" fmla="*/ 6 w 9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6" y="23"/>
                    </a:moveTo>
                    <a:lnTo>
                      <a:pt x="9" y="2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" name="Freeform 219"/>
              <p:cNvSpPr>
                <a:spLocks/>
              </p:cNvSpPr>
              <p:nvPr/>
            </p:nvSpPr>
            <p:spPr bwMode="auto">
              <a:xfrm>
                <a:off x="8521700" y="5181918"/>
                <a:ext cx="7938" cy="3175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2 h 2"/>
                  <a:gd name="T4" fmla="*/ 2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" name="Freeform 220"/>
              <p:cNvSpPr>
                <a:spLocks/>
              </p:cNvSpPr>
              <p:nvPr/>
            </p:nvSpPr>
            <p:spPr bwMode="auto">
              <a:xfrm>
                <a:off x="8478838" y="5073968"/>
                <a:ext cx="106363" cy="98425"/>
              </a:xfrm>
              <a:custGeom>
                <a:avLst/>
                <a:gdLst>
                  <a:gd name="T0" fmla="*/ 1 w 44"/>
                  <a:gd name="T1" fmla="*/ 24 h 41"/>
                  <a:gd name="T2" fmla="*/ 4 w 44"/>
                  <a:gd name="T3" fmla="*/ 27 h 41"/>
                  <a:gd name="T4" fmla="*/ 3 w 44"/>
                  <a:gd name="T5" fmla="*/ 32 h 41"/>
                  <a:gd name="T6" fmla="*/ 11 w 44"/>
                  <a:gd name="T7" fmla="*/ 37 h 41"/>
                  <a:gd name="T8" fmla="*/ 13 w 44"/>
                  <a:gd name="T9" fmla="*/ 36 h 41"/>
                  <a:gd name="T10" fmla="*/ 23 w 44"/>
                  <a:gd name="T11" fmla="*/ 41 h 41"/>
                  <a:gd name="T12" fmla="*/ 27 w 44"/>
                  <a:gd name="T13" fmla="*/ 38 h 41"/>
                  <a:gd name="T14" fmla="*/ 33 w 44"/>
                  <a:gd name="T15" fmla="*/ 38 h 41"/>
                  <a:gd name="T16" fmla="*/ 43 w 44"/>
                  <a:gd name="T17" fmla="*/ 23 h 41"/>
                  <a:gd name="T18" fmla="*/ 32 w 44"/>
                  <a:gd name="T19" fmla="*/ 14 h 41"/>
                  <a:gd name="T20" fmla="*/ 32 w 44"/>
                  <a:gd name="T21" fmla="*/ 13 h 41"/>
                  <a:gd name="T22" fmla="*/ 35 w 44"/>
                  <a:gd name="T23" fmla="*/ 6 h 41"/>
                  <a:gd name="T24" fmla="*/ 28 w 44"/>
                  <a:gd name="T25" fmla="*/ 1 h 41"/>
                  <a:gd name="T26" fmla="*/ 23 w 44"/>
                  <a:gd name="T27" fmla="*/ 4 h 41"/>
                  <a:gd name="T28" fmla="*/ 18 w 44"/>
                  <a:gd name="T29" fmla="*/ 2 h 41"/>
                  <a:gd name="T30" fmla="*/ 14 w 44"/>
                  <a:gd name="T31" fmla="*/ 8 h 41"/>
                  <a:gd name="T32" fmla="*/ 9 w 44"/>
                  <a:gd name="T33" fmla="*/ 7 h 41"/>
                  <a:gd name="T34" fmla="*/ 3 w 44"/>
                  <a:gd name="T35" fmla="*/ 17 h 41"/>
                  <a:gd name="T36" fmla="*/ 3 w 44"/>
                  <a:gd name="T37" fmla="*/ 19 h 41"/>
                  <a:gd name="T38" fmla="*/ 1 w 44"/>
                  <a:gd name="T39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41">
                    <a:moveTo>
                      <a:pt x="1" y="24"/>
                    </a:moveTo>
                    <a:cubicBezTo>
                      <a:pt x="1" y="26"/>
                      <a:pt x="2" y="27"/>
                      <a:pt x="4" y="27"/>
                    </a:cubicBezTo>
                    <a:cubicBezTo>
                      <a:pt x="3" y="29"/>
                      <a:pt x="3" y="30"/>
                      <a:pt x="3" y="32"/>
                    </a:cubicBezTo>
                    <a:cubicBezTo>
                      <a:pt x="4" y="36"/>
                      <a:pt x="8" y="38"/>
                      <a:pt x="11" y="37"/>
                    </a:cubicBezTo>
                    <a:cubicBezTo>
                      <a:pt x="12" y="37"/>
                      <a:pt x="13" y="37"/>
                      <a:pt x="13" y="36"/>
                    </a:cubicBezTo>
                    <a:cubicBezTo>
                      <a:pt x="15" y="39"/>
                      <a:pt x="19" y="41"/>
                      <a:pt x="23" y="41"/>
                    </a:cubicBezTo>
                    <a:cubicBezTo>
                      <a:pt x="25" y="40"/>
                      <a:pt x="26" y="39"/>
                      <a:pt x="27" y="38"/>
                    </a:cubicBezTo>
                    <a:cubicBezTo>
                      <a:pt x="29" y="39"/>
                      <a:pt x="31" y="39"/>
                      <a:pt x="33" y="38"/>
                    </a:cubicBezTo>
                    <a:cubicBezTo>
                      <a:pt x="40" y="37"/>
                      <a:pt x="44" y="30"/>
                      <a:pt x="43" y="23"/>
                    </a:cubicBezTo>
                    <a:cubicBezTo>
                      <a:pt x="42" y="18"/>
                      <a:pt x="37" y="14"/>
                      <a:pt x="32" y="1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4" y="12"/>
                      <a:pt x="36" y="9"/>
                      <a:pt x="35" y="6"/>
                    </a:cubicBezTo>
                    <a:cubicBezTo>
                      <a:pt x="35" y="3"/>
                      <a:pt x="31" y="0"/>
                      <a:pt x="28" y="1"/>
                    </a:cubicBezTo>
                    <a:cubicBezTo>
                      <a:pt x="26" y="1"/>
                      <a:pt x="24" y="2"/>
                      <a:pt x="23" y="4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6" y="3"/>
                      <a:pt x="14" y="5"/>
                      <a:pt x="14" y="8"/>
                    </a:cubicBezTo>
                    <a:cubicBezTo>
                      <a:pt x="13" y="7"/>
                      <a:pt x="11" y="7"/>
                      <a:pt x="9" y="7"/>
                    </a:cubicBezTo>
                    <a:cubicBezTo>
                      <a:pt x="5" y="8"/>
                      <a:pt x="2" y="13"/>
                      <a:pt x="3" y="17"/>
                    </a:cubicBezTo>
                    <a:cubicBezTo>
                      <a:pt x="3" y="18"/>
                      <a:pt x="3" y="18"/>
                      <a:pt x="3" y="19"/>
                    </a:cubicBezTo>
                    <a:cubicBezTo>
                      <a:pt x="1" y="20"/>
                      <a:pt x="0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" name="Freeform 221"/>
              <p:cNvSpPr>
                <a:spLocks/>
              </p:cNvSpPr>
              <p:nvPr/>
            </p:nvSpPr>
            <p:spPr bwMode="auto">
              <a:xfrm>
                <a:off x="8547100" y="5059681"/>
                <a:ext cx="30163" cy="33338"/>
              </a:xfrm>
              <a:custGeom>
                <a:avLst/>
                <a:gdLst>
                  <a:gd name="T0" fmla="*/ 13 w 13"/>
                  <a:gd name="T1" fmla="*/ 14 h 14"/>
                  <a:gd name="T2" fmla="*/ 9 w 13"/>
                  <a:gd name="T3" fmla="*/ 4 h 14"/>
                  <a:gd name="T4" fmla="*/ 0 w 13"/>
                  <a:gd name="T5" fmla="*/ 1 h 14"/>
                  <a:gd name="T6" fmla="*/ 8 w 13"/>
                  <a:gd name="T7" fmla="*/ 6 h 14"/>
                  <a:gd name="T8" fmla="*/ 9 w 13"/>
                  <a:gd name="T9" fmla="*/ 14 h 14"/>
                  <a:gd name="T10" fmla="*/ 13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3" y="14"/>
                      <a:pt x="12" y="7"/>
                      <a:pt x="9" y="4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6" y="3"/>
                      <a:pt x="8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3" y="14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" name="Freeform 222"/>
              <p:cNvSpPr>
                <a:spLocks/>
              </p:cNvSpPr>
              <p:nvPr/>
            </p:nvSpPr>
            <p:spPr bwMode="auto">
              <a:xfrm>
                <a:off x="8531225" y="5064443"/>
                <a:ext cx="30163" cy="33338"/>
              </a:xfrm>
              <a:custGeom>
                <a:avLst/>
                <a:gdLst>
                  <a:gd name="T0" fmla="*/ 12 w 12"/>
                  <a:gd name="T1" fmla="*/ 13 h 14"/>
                  <a:gd name="T2" fmla="*/ 9 w 12"/>
                  <a:gd name="T3" fmla="*/ 3 h 14"/>
                  <a:gd name="T4" fmla="*/ 0 w 12"/>
                  <a:gd name="T5" fmla="*/ 1 h 14"/>
                  <a:gd name="T6" fmla="*/ 7 w 12"/>
                  <a:gd name="T7" fmla="*/ 6 h 14"/>
                  <a:gd name="T8" fmla="*/ 9 w 12"/>
                  <a:gd name="T9" fmla="*/ 14 h 14"/>
                  <a:gd name="T10" fmla="*/ 12 w 12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2" y="13"/>
                    </a:moveTo>
                    <a:cubicBezTo>
                      <a:pt x="12" y="13"/>
                      <a:pt x="11" y="6"/>
                      <a:pt x="9" y="3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5" y="2"/>
                      <a:pt x="7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" name="Freeform 223"/>
              <p:cNvSpPr>
                <a:spLocks/>
              </p:cNvSpPr>
              <p:nvPr/>
            </p:nvSpPr>
            <p:spPr bwMode="auto">
              <a:xfrm>
                <a:off x="8575675" y="5097781"/>
                <a:ext cx="25400" cy="17463"/>
              </a:xfrm>
              <a:custGeom>
                <a:avLst/>
                <a:gdLst>
                  <a:gd name="T0" fmla="*/ 0 w 11"/>
                  <a:gd name="T1" fmla="*/ 2 h 7"/>
                  <a:gd name="T2" fmla="*/ 6 w 11"/>
                  <a:gd name="T3" fmla="*/ 6 h 7"/>
                  <a:gd name="T4" fmla="*/ 11 w 11"/>
                  <a:gd name="T5" fmla="*/ 5 h 7"/>
                  <a:gd name="T6" fmla="*/ 5 w 11"/>
                  <a:gd name="T7" fmla="*/ 1 h 7"/>
                  <a:gd name="T8" fmla="*/ 0 w 11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4"/>
                      <a:pt x="3" y="5"/>
                      <a:pt x="6" y="6"/>
                    </a:cubicBezTo>
                    <a:cubicBezTo>
                      <a:pt x="8" y="7"/>
                      <a:pt x="10" y="7"/>
                      <a:pt x="11" y="5"/>
                    </a:cubicBezTo>
                    <a:cubicBezTo>
                      <a:pt x="10" y="3"/>
                      <a:pt x="8" y="2"/>
                      <a:pt x="5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" name="Freeform 224"/>
              <p:cNvSpPr>
                <a:spLocks/>
              </p:cNvSpPr>
              <p:nvPr/>
            </p:nvSpPr>
            <p:spPr bwMode="auto">
              <a:xfrm>
                <a:off x="8575675" y="5102543"/>
                <a:ext cx="25400" cy="12700"/>
              </a:xfrm>
              <a:custGeom>
                <a:avLst/>
                <a:gdLst>
                  <a:gd name="T0" fmla="*/ 6 w 11"/>
                  <a:gd name="T1" fmla="*/ 4 h 5"/>
                  <a:gd name="T2" fmla="*/ 0 w 11"/>
                  <a:gd name="T3" fmla="*/ 0 h 5"/>
                  <a:gd name="T4" fmla="*/ 11 w 11"/>
                  <a:gd name="T5" fmla="*/ 3 h 5"/>
                  <a:gd name="T6" fmla="*/ 6 w 11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6" y="4"/>
                    </a:moveTo>
                    <a:cubicBezTo>
                      <a:pt x="3" y="3"/>
                      <a:pt x="1" y="2"/>
                      <a:pt x="0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8" y="5"/>
                      <a:pt x="6" y="4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" name="Freeform 225"/>
              <p:cNvSpPr>
                <a:spLocks/>
              </p:cNvSpPr>
              <p:nvPr/>
            </p:nvSpPr>
            <p:spPr bwMode="auto">
              <a:xfrm>
                <a:off x="8535988" y="5102543"/>
                <a:ext cx="22225" cy="25400"/>
              </a:xfrm>
              <a:custGeom>
                <a:avLst/>
                <a:gdLst>
                  <a:gd name="T0" fmla="*/ 9 w 9"/>
                  <a:gd name="T1" fmla="*/ 1 h 10"/>
                  <a:gd name="T2" fmla="*/ 6 w 9"/>
                  <a:gd name="T3" fmla="*/ 8 h 10"/>
                  <a:gd name="T4" fmla="*/ 0 w 9"/>
                  <a:gd name="T5" fmla="*/ 9 h 10"/>
                  <a:gd name="T6" fmla="*/ 4 w 9"/>
                  <a:gd name="T7" fmla="*/ 3 h 10"/>
                  <a:gd name="T8" fmla="*/ 9 w 9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1"/>
                    </a:moveTo>
                    <a:cubicBezTo>
                      <a:pt x="9" y="3"/>
                      <a:pt x="7" y="6"/>
                      <a:pt x="6" y="8"/>
                    </a:cubicBezTo>
                    <a:cubicBezTo>
                      <a:pt x="4" y="9"/>
                      <a:pt x="2" y="10"/>
                      <a:pt x="0" y="9"/>
                    </a:cubicBezTo>
                    <a:cubicBezTo>
                      <a:pt x="1" y="7"/>
                      <a:pt x="2" y="4"/>
                      <a:pt x="4" y="3"/>
                    </a:cubicBezTo>
                    <a:cubicBezTo>
                      <a:pt x="6" y="1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" name="Freeform 226"/>
              <p:cNvSpPr>
                <a:spLocks/>
              </p:cNvSpPr>
              <p:nvPr/>
            </p:nvSpPr>
            <p:spPr bwMode="auto">
              <a:xfrm>
                <a:off x="8535988" y="5105718"/>
                <a:ext cx="22225" cy="22225"/>
              </a:xfrm>
              <a:custGeom>
                <a:avLst/>
                <a:gdLst>
                  <a:gd name="T0" fmla="*/ 6 w 9"/>
                  <a:gd name="T1" fmla="*/ 7 h 9"/>
                  <a:gd name="T2" fmla="*/ 9 w 9"/>
                  <a:gd name="T3" fmla="*/ 0 h 9"/>
                  <a:gd name="T4" fmla="*/ 0 w 9"/>
                  <a:gd name="T5" fmla="*/ 8 h 9"/>
                  <a:gd name="T6" fmla="*/ 6 w 9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7"/>
                    </a:moveTo>
                    <a:cubicBezTo>
                      <a:pt x="7" y="5"/>
                      <a:pt x="9" y="2"/>
                      <a:pt x="9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4" y="8"/>
                      <a:pt x="6" y="7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" name="Freeform 227"/>
              <p:cNvSpPr>
                <a:spLocks/>
              </p:cNvSpPr>
              <p:nvPr/>
            </p:nvSpPr>
            <p:spPr bwMode="auto">
              <a:xfrm>
                <a:off x="8562975" y="5086668"/>
                <a:ext cx="26988" cy="61913"/>
              </a:xfrm>
              <a:custGeom>
                <a:avLst/>
                <a:gdLst>
                  <a:gd name="T0" fmla="*/ 0 w 11"/>
                  <a:gd name="T1" fmla="*/ 2 h 26"/>
                  <a:gd name="T2" fmla="*/ 3 w 11"/>
                  <a:gd name="T3" fmla="*/ 1 h 26"/>
                  <a:gd name="T4" fmla="*/ 11 w 11"/>
                  <a:gd name="T5" fmla="*/ 6 h 26"/>
                  <a:gd name="T6" fmla="*/ 11 w 11"/>
                  <a:gd name="T7" fmla="*/ 18 h 26"/>
                  <a:gd name="T8" fmla="*/ 6 w 11"/>
                  <a:gd name="T9" fmla="*/ 26 h 26"/>
                  <a:gd name="T10" fmla="*/ 5 w 11"/>
                  <a:gd name="T11" fmla="*/ 26 h 26"/>
                  <a:gd name="T12" fmla="*/ 0 w 11"/>
                  <a:gd name="T1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6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0"/>
                      <a:pt x="10" y="3"/>
                      <a:pt x="11" y="6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22"/>
                      <a:pt x="10" y="25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" name="Freeform 228"/>
              <p:cNvSpPr>
                <a:spLocks/>
              </p:cNvSpPr>
              <p:nvPr/>
            </p:nvSpPr>
            <p:spPr bwMode="auto">
              <a:xfrm>
                <a:off x="8543925" y="5091431"/>
                <a:ext cx="31750" cy="60325"/>
              </a:xfrm>
              <a:custGeom>
                <a:avLst/>
                <a:gdLst>
                  <a:gd name="T0" fmla="*/ 8 w 13"/>
                  <a:gd name="T1" fmla="*/ 0 h 25"/>
                  <a:gd name="T2" fmla="*/ 5 w 13"/>
                  <a:gd name="T3" fmla="*/ 0 h 25"/>
                  <a:gd name="T4" fmla="*/ 0 w 13"/>
                  <a:gd name="T5" fmla="*/ 8 h 25"/>
                  <a:gd name="T6" fmla="*/ 5 w 13"/>
                  <a:gd name="T7" fmla="*/ 19 h 25"/>
                  <a:gd name="T8" fmla="*/ 13 w 13"/>
                  <a:gd name="T9" fmla="*/ 24 h 25"/>
                  <a:gd name="T10" fmla="*/ 13 w 13"/>
                  <a:gd name="T11" fmla="*/ 24 h 25"/>
                  <a:gd name="T12" fmla="*/ 8 w 1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0" y="5"/>
                      <a:pt x="0" y="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3"/>
                      <a:pt x="9" y="25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" name="Freeform 229"/>
              <p:cNvSpPr>
                <a:spLocks/>
              </p:cNvSpPr>
              <p:nvPr/>
            </p:nvSpPr>
            <p:spPr bwMode="auto">
              <a:xfrm>
                <a:off x="8572500" y="5107306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2 h 3"/>
                  <a:gd name="T6" fmla="*/ 1 w 3"/>
                  <a:gd name="T7" fmla="*/ 1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" name="Freeform 230"/>
              <p:cNvSpPr>
                <a:spLocks/>
              </p:cNvSpPr>
              <p:nvPr/>
            </p:nvSpPr>
            <p:spPr bwMode="auto">
              <a:xfrm>
                <a:off x="8558213" y="5112068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1 h 3"/>
                  <a:gd name="T6" fmla="*/ 1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8" name="Freeform 254"/>
              <p:cNvSpPr>
                <a:spLocks/>
              </p:cNvSpPr>
              <p:nvPr/>
            </p:nvSpPr>
            <p:spPr bwMode="auto">
              <a:xfrm>
                <a:off x="5892800" y="5299393"/>
                <a:ext cx="34925" cy="65088"/>
              </a:xfrm>
              <a:custGeom>
                <a:avLst/>
                <a:gdLst>
                  <a:gd name="T0" fmla="*/ 1 w 15"/>
                  <a:gd name="T1" fmla="*/ 16 h 27"/>
                  <a:gd name="T2" fmla="*/ 10 w 15"/>
                  <a:gd name="T3" fmla="*/ 0 h 27"/>
                  <a:gd name="T4" fmla="*/ 7 w 15"/>
                  <a:gd name="T5" fmla="*/ 19 h 27"/>
                  <a:gd name="T6" fmla="*/ 1 w 15"/>
                  <a:gd name="T7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1" y="16"/>
                    </a:moveTo>
                    <a:cubicBezTo>
                      <a:pt x="10" y="14"/>
                      <a:pt x="10" y="0"/>
                      <a:pt x="10" y="0"/>
                    </a:cubicBezTo>
                    <a:cubicBezTo>
                      <a:pt x="10" y="0"/>
                      <a:pt x="15" y="11"/>
                      <a:pt x="7" y="19"/>
                    </a:cubicBezTo>
                    <a:cubicBezTo>
                      <a:pt x="0" y="27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9" name="Freeform 255"/>
              <p:cNvSpPr>
                <a:spLocks/>
              </p:cNvSpPr>
              <p:nvPr/>
            </p:nvSpPr>
            <p:spPr bwMode="auto">
              <a:xfrm>
                <a:off x="5748338" y="5448618"/>
                <a:ext cx="28575" cy="14288"/>
              </a:xfrm>
              <a:custGeom>
                <a:avLst/>
                <a:gdLst>
                  <a:gd name="T0" fmla="*/ 0 w 12"/>
                  <a:gd name="T1" fmla="*/ 3 h 6"/>
                  <a:gd name="T2" fmla="*/ 2 w 12"/>
                  <a:gd name="T3" fmla="*/ 0 h 6"/>
                  <a:gd name="T4" fmla="*/ 10 w 12"/>
                  <a:gd name="T5" fmla="*/ 0 h 6"/>
                  <a:gd name="T6" fmla="*/ 12 w 12"/>
                  <a:gd name="T7" fmla="*/ 3 h 6"/>
                  <a:gd name="T8" fmla="*/ 10 w 12"/>
                  <a:gd name="T9" fmla="*/ 6 h 6"/>
                  <a:gd name="T10" fmla="*/ 2 w 12"/>
                  <a:gd name="T11" fmla="*/ 6 h 6"/>
                  <a:gd name="T12" fmla="*/ 0 w 12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2" y="2"/>
                      <a:pt x="12" y="3"/>
                    </a:cubicBezTo>
                    <a:cubicBezTo>
                      <a:pt x="12" y="5"/>
                      <a:pt x="11" y="6"/>
                      <a:pt x="1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" name="Rectangle 256"/>
              <p:cNvSpPr>
                <a:spLocks noChangeArrowheads="1"/>
              </p:cNvSpPr>
              <p:nvPr/>
            </p:nvSpPr>
            <p:spPr bwMode="auto">
              <a:xfrm>
                <a:off x="576103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1" name="Freeform 257"/>
              <p:cNvSpPr>
                <a:spLocks/>
              </p:cNvSpPr>
              <p:nvPr/>
            </p:nvSpPr>
            <p:spPr bwMode="auto">
              <a:xfrm>
                <a:off x="5781675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2" name="Rectangle 258"/>
              <p:cNvSpPr>
                <a:spLocks noChangeArrowheads="1"/>
              </p:cNvSpPr>
              <p:nvPr/>
            </p:nvSpPr>
            <p:spPr bwMode="auto">
              <a:xfrm>
                <a:off x="5794375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3" name="Freeform 259"/>
              <p:cNvSpPr>
                <a:spLocks/>
              </p:cNvSpPr>
              <p:nvPr/>
            </p:nvSpPr>
            <p:spPr bwMode="auto">
              <a:xfrm>
                <a:off x="584358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4" name="Rectangle 260"/>
              <p:cNvSpPr>
                <a:spLocks noChangeArrowheads="1"/>
              </p:cNvSpPr>
              <p:nvPr/>
            </p:nvSpPr>
            <p:spPr bwMode="auto">
              <a:xfrm>
                <a:off x="585628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" name="Freeform 261"/>
              <p:cNvSpPr>
                <a:spLocks/>
              </p:cNvSpPr>
              <p:nvPr/>
            </p:nvSpPr>
            <p:spPr bwMode="auto">
              <a:xfrm>
                <a:off x="587533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" name="Rectangle 262"/>
              <p:cNvSpPr>
                <a:spLocks noChangeArrowheads="1"/>
              </p:cNvSpPr>
              <p:nvPr/>
            </p:nvSpPr>
            <p:spPr bwMode="auto">
              <a:xfrm>
                <a:off x="5888038" y="5372418"/>
                <a:ext cx="14288" cy="85725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" name="Oval 263"/>
              <p:cNvSpPr>
                <a:spLocks noChangeArrowheads="1"/>
              </p:cNvSpPr>
              <p:nvPr/>
            </p:nvSpPr>
            <p:spPr bwMode="auto">
              <a:xfrm>
                <a:off x="5738813" y="5293043"/>
                <a:ext cx="168275" cy="150813"/>
              </a:xfrm>
              <a:prstGeom prst="ellipse">
                <a:avLst/>
              </a:pr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" name="Rectangle 264"/>
              <p:cNvSpPr>
                <a:spLocks noChangeArrowheads="1"/>
              </p:cNvSpPr>
              <p:nvPr/>
            </p:nvSpPr>
            <p:spPr bwMode="auto">
              <a:xfrm>
                <a:off x="5743575" y="5256531"/>
                <a:ext cx="12700" cy="52388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9" name="Freeform 265"/>
              <p:cNvSpPr>
                <a:spLocks/>
              </p:cNvSpPr>
              <p:nvPr/>
            </p:nvSpPr>
            <p:spPr bwMode="auto">
              <a:xfrm>
                <a:off x="5716588" y="5256531"/>
                <a:ext cx="36513" cy="14288"/>
              </a:xfrm>
              <a:custGeom>
                <a:avLst/>
                <a:gdLst>
                  <a:gd name="T0" fmla="*/ 0 w 15"/>
                  <a:gd name="T1" fmla="*/ 3 h 6"/>
                  <a:gd name="T2" fmla="*/ 3 w 15"/>
                  <a:gd name="T3" fmla="*/ 6 h 6"/>
                  <a:gd name="T4" fmla="*/ 13 w 15"/>
                  <a:gd name="T5" fmla="*/ 6 h 6"/>
                  <a:gd name="T6" fmla="*/ 15 w 15"/>
                  <a:gd name="T7" fmla="*/ 3 h 6"/>
                  <a:gd name="T8" fmla="*/ 13 w 15"/>
                  <a:gd name="T9" fmla="*/ 0 h 6"/>
                  <a:gd name="T10" fmla="*/ 3 w 15"/>
                  <a:gd name="T11" fmla="*/ 0 h 6"/>
                  <a:gd name="T12" fmla="*/ 0 w 15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0" y="3"/>
                    </a:moveTo>
                    <a:cubicBezTo>
                      <a:pt x="0" y="5"/>
                      <a:pt x="2" y="6"/>
                      <a:pt x="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3"/>
                    </a:cubicBezTo>
                    <a:cubicBezTo>
                      <a:pt x="15" y="2"/>
                      <a:pt x="14" y="0"/>
                      <a:pt x="1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0" name="Freeform 266"/>
              <p:cNvSpPr>
                <a:spLocks/>
              </p:cNvSpPr>
              <p:nvPr/>
            </p:nvSpPr>
            <p:spPr bwMode="auto">
              <a:xfrm>
                <a:off x="5724525" y="5283518"/>
                <a:ext cx="109538" cy="109538"/>
              </a:xfrm>
              <a:custGeom>
                <a:avLst/>
                <a:gdLst>
                  <a:gd name="T0" fmla="*/ 46 w 46"/>
                  <a:gd name="T1" fmla="*/ 31 h 46"/>
                  <a:gd name="T2" fmla="*/ 32 w 46"/>
                  <a:gd name="T3" fmla="*/ 46 h 46"/>
                  <a:gd name="T4" fmla="*/ 15 w 46"/>
                  <a:gd name="T5" fmla="*/ 46 h 46"/>
                  <a:gd name="T6" fmla="*/ 0 w 46"/>
                  <a:gd name="T7" fmla="*/ 31 h 46"/>
                  <a:gd name="T8" fmla="*/ 0 w 46"/>
                  <a:gd name="T9" fmla="*/ 15 h 46"/>
                  <a:gd name="T10" fmla="*/ 15 w 46"/>
                  <a:gd name="T11" fmla="*/ 0 h 46"/>
                  <a:gd name="T12" fmla="*/ 32 w 46"/>
                  <a:gd name="T13" fmla="*/ 0 h 46"/>
                  <a:gd name="T14" fmla="*/ 46 w 46"/>
                  <a:gd name="T15" fmla="*/ 15 h 46"/>
                  <a:gd name="T16" fmla="*/ 46 w 46"/>
                  <a:gd name="T17" fmla="*/ 3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46">
                    <a:moveTo>
                      <a:pt x="46" y="31"/>
                    </a:moveTo>
                    <a:cubicBezTo>
                      <a:pt x="46" y="39"/>
                      <a:pt x="40" y="46"/>
                      <a:pt x="32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7" y="46"/>
                      <a:pt x="0" y="39"/>
                      <a:pt x="0" y="3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40" y="0"/>
                      <a:pt x="46" y="7"/>
                      <a:pt x="46" y="15"/>
                    </a:cubicBezTo>
                    <a:lnTo>
                      <a:pt x="46" y="31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" name="Freeform 267"/>
              <p:cNvSpPr>
                <a:spLocks/>
              </p:cNvSpPr>
              <p:nvPr/>
            </p:nvSpPr>
            <p:spPr bwMode="auto">
              <a:xfrm>
                <a:off x="5780088" y="5283518"/>
                <a:ext cx="53975" cy="109538"/>
              </a:xfrm>
              <a:custGeom>
                <a:avLst/>
                <a:gdLst>
                  <a:gd name="T0" fmla="*/ 9 w 23"/>
                  <a:gd name="T1" fmla="*/ 0 h 46"/>
                  <a:gd name="T2" fmla="*/ 0 w 23"/>
                  <a:gd name="T3" fmla="*/ 0 h 46"/>
                  <a:gd name="T4" fmla="*/ 0 w 23"/>
                  <a:gd name="T5" fmla="*/ 46 h 46"/>
                  <a:gd name="T6" fmla="*/ 9 w 23"/>
                  <a:gd name="T7" fmla="*/ 46 h 46"/>
                  <a:gd name="T8" fmla="*/ 23 w 23"/>
                  <a:gd name="T9" fmla="*/ 31 h 46"/>
                  <a:gd name="T10" fmla="*/ 23 w 23"/>
                  <a:gd name="T11" fmla="*/ 15 h 46"/>
                  <a:gd name="T12" fmla="*/ 9 w 23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46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7" y="46"/>
                      <a:pt x="23" y="39"/>
                      <a:pt x="23" y="31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7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" name="Rectangle 268"/>
              <p:cNvSpPr>
                <a:spLocks noChangeArrowheads="1"/>
              </p:cNvSpPr>
              <p:nvPr/>
            </p:nvSpPr>
            <p:spPr bwMode="auto">
              <a:xfrm>
                <a:off x="5805488" y="5256531"/>
                <a:ext cx="12700" cy="523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3" name="Freeform 269"/>
              <p:cNvSpPr>
                <a:spLocks/>
              </p:cNvSpPr>
              <p:nvPr/>
            </p:nvSpPr>
            <p:spPr bwMode="auto">
              <a:xfrm>
                <a:off x="5805488" y="5256531"/>
                <a:ext cx="38100" cy="14288"/>
              </a:xfrm>
              <a:custGeom>
                <a:avLst/>
                <a:gdLst>
                  <a:gd name="T0" fmla="*/ 16 w 16"/>
                  <a:gd name="T1" fmla="*/ 3 h 6"/>
                  <a:gd name="T2" fmla="*/ 13 w 16"/>
                  <a:gd name="T3" fmla="*/ 6 h 6"/>
                  <a:gd name="T4" fmla="*/ 3 w 16"/>
                  <a:gd name="T5" fmla="*/ 6 h 6"/>
                  <a:gd name="T6" fmla="*/ 0 w 16"/>
                  <a:gd name="T7" fmla="*/ 3 h 6"/>
                  <a:gd name="T8" fmla="*/ 3 w 16"/>
                  <a:gd name="T9" fmla="*/ 0 h 6"/>
                  <a:gd name="T10" fmla="*/ 13 w 16"/>
                  <a:gd name="T11" fmla="*/ 0 h 6"/>
                  <a:gd name="T12" fmla="*/ 16 w 1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6" y="3"/>
                    </a:moveTo>
                    <a:cubicBezTo>
                      <a:pt x="16" y="5"/>
                      <a:pt x="14" y="6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6" y="2"/>
                      <a:pt x="16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4" name="Freeform 270"/>
              <p:cNvSpPr>
                <a:spLocks/>
              </p:cNvSpPr>
              <p:nvPr/>
            </p:nvSpPr>
            <p:spPr bwMode="auto">
              <a:xfrm>
                <a:off x="5724525" y="5327968"/>
                <a:ext cx="109538" cy="65088"/>
              </a:xfrm>
              <a:custGeom>
                <a:avLst/>
                <a:gdLst>
                  <a:gd name="T0" fmla="*/ 46 w 46"/>
                  <a:gd name="T1" fmla="*/ 11 h 27"/>
                  <a:gd name="T2" fmla="*/ 23 w 46"/>
                  <a:gd name="T3" fmla="*/ 0 h 27"/>
                  <a:gd name="T4" fmla="*/ 0 w 46"/>
                  <a:gd name="T5" fmla="*/ 11 h 27"/>
                  <a:gd name="T6" fmla="*/ 0 w 46"/>
                  <a:gd name="T7" fmla="*/ 12 h 27"/>
                  <a:gd name="T8" fmla="*/ 15 w 46"/>
                  <a:gd name="T9" fmla="*/ 27 h 27"/>
                  <a:gd name="T10" fmla="*/ 32 w 46"/>
                  <a:gd name="T11" fmla="*/ 27 h 27"/>
                  <a:gd name="T12" fmla="*/ 46 w 46"/>
                  <a:gd name="T13" fmla="*/ 12 h 27"/>
                  <a:gd name="T14" fmla="*/ 46 w 46"/>
                  <a:gd name="T1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27">
                    <a:moveTo>
                      <a:pt x="46" y="11"/>
                    </a:moveTo>
                    <a:cubicBezTo>
                      <a:pt x="42" y="5"/>
                      <a:pt x="34" y="0"/>
                      <a:pt x="23" y="0"/>
                    </a:cubicBezTo>
                    <a:cubicBezTo>
                      <a:pt x="13" y="0"/>
                      <a:pt x="5" y="5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7" y="27"/>
                      <a:pt x="15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40" y="27"/>
                      <a:pt x="46" y="20"/>
                      <a:pt x="46" y="12"/>
                    </a:cubicBezTo>
                    <a:lnTo>
                      <a:pt x="4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5" name="Freeform 271"/>
              <p:cNvSpPr>
                <a:spLocks/>
              </p:cNvSpPr>
              <p:nvPr/>
            </p:nvSpPr>
            <p:spPr bwMode="auto">
              <a:xfrm>
                <a:off x="5780088" y="5327968"/>
                <a:ext cx="53975" cy="65088"/>
              </a:xfrm>
              <a:custGeom>
                <a:avLst/>
                <a:gdLst>
                  <a:gd name="T0" fmla="*/ 0 w 23"/>
                  <a:gd name="T1" fmla="*/ 0 h 27"/>
                  <a:gd name="T2" fmla="*/ 0 w 23"/>
                  <a:gd name="T3" fmla="*/ 0 h 27"/>
                  <a:gd name="T4" fmla="*/ 0 w 23"/>
                  <a:gd name="T5" fmla="*/ 27 h 27"/>
                  <a:gd name="T6" fmla="*/ 9 w 23"/>
                  <a:gd name="T7" fmla="*/ 27 h 27"/>
                  <a:gd name="T8" fmla="*/ 23 w 23"/>
                  <a:gd name="T9" fmla="*/ 12 h 27"/>
                  <a:gd name="T10" fmla="*/ 23 w 23"/>
                  <a:gd name="T11" fmla="*/ 11 h 27"/>
                  <a:gd name="T12" fmla="*/ 0 w 2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7" y="27"/>
                      <a:pt x="23" y="20"/>
                      <a:pt x="23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5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6" name="Oval 272"/>
              <p:cNvSpPr>
                <a:spLocks noChangeArrowheads="1"/>
              </p:cNvSpPr>
              <p:nvPr/>
            </p:nvSpPr>
            <p:spPr bwMode="auto">
              <a:xfrm>
                <a:off x="5756275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" name="Oval 273"/>
              <p:cNvSpPr>
                <a:spLocks noChangeArrowheads="1"/>
              </p:cNvSpPr>
              <p:nvPr/>
            </p:nvSpPr>
            <p:spPr bwMode="auto">
              <a:xfrm>
                <a:off x="5791200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" name="Oval 274"/>
              <p:cNvSpPr>
                <a:spLocks noChangeArrowheads="1"/>
              </p:cNvSpPr>
              <p:nvPr/>
            </p:nvSpPr>
            <p:spPr bwMode="auto">
              <a:xfrm>
                <a:off x="5767388" y="5335906"/>
                <a:ext cx="23813" cy="17463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9" name="Freeform 275"/>
              <p:cNvSpPr>
                <a:spLocks/>
              </p:cNvSpPr>
              <p:nvPr/>
            </p:nvSpPr>
            <p:spPr bwMode="auto">
              <a:xfrm>
                <a:off x="5767388" y="5369243"/>
                <a:ext cx="26988" cy="9525"/>
              </a:xfrm>
              <a:custGeom>
                <a:avLst/>
                <a:gdLst>
                  <a:gd name="T0" fmla="*/ 5 w 11"/>
                  <a:gd name="T1" fmla="*/ 4 h 4"/>
                  <a:gd name="T2" fmla="*/ 0 w 11"/>
                  <a:gd name="T3" fmla="*/ 0 h 4"/>
                  <a:gd name="T4" fmla="*/ 1 w 11"/>
                  <a:gd name="T5" fmla="*/ 0 h 4"/>
                  <a:gd name="T6" fmla="*/ 5 w 11"/>
                  <a:gd name="T7" fmla="*/ 2 h 4"/>
                  <a:gd name="T8" fmla="*/ 10 w 11"/>
                  <a:gd name="T9" fmla="*/ 0 h 4"/>
                  <a:gd name="T10" fmla="*/ 11 w 11"/>
                  <a:gd name="T11" fmla="*/ 0 h 4"/>
                  <a:gd name="T12" fmla="*/ 5 w 1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5" y="4"/>
                    </a:moveTo>
                    <a:cubicBezTo>
                      <a:pt x="2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3" y="2"/>
                      <a:pt x="5" y="2"/>
                    </a:cubicBezTo>
                    <a:cubicBezTo>
                      <a:pt x="8" y="2"/>
                      <a:pt x="10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9" y="4"/>
                      <a:pt x="5" y="4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" name="Freeform 276"/>
              <p:cNvSpPr>
                <a:spLocks/>
              </p:cNvSpPr>
              <p:nvPr/>
            </p:nvSpPr>
            <p:spPr bwMode="auto">
              <a:xfrm>
                <a:off x="6337300" y="5088256"/>
                <a:ext cx="33338" cy="87313"/>
              </a:xfrm>
              <a:custGeom>
                <a:avLst/>
                <a:gdLst>
                  <a:gd name="T0" fmla="*/ 5 w 21"/>
                  <a:gd name="T1" fmla="*/ 0 h 55"/>
                  <a:gd name="T2" fmla="*/ 0 w 21"/>
                  <a:gd name="T3" fmla="*/ 55 h 55"/>
                  <a:gd name="T4" fmla="*/ 21 w 21"/>
                  <a:gd name="T5" fmla="*/ 55 h 55"/>
                  <a:gd name="T6" fmla="*/ 17 w 21"/>
                  <a:gd name="T7" fmla="*/ 0 h 55"/>
                  <a:gd name="T8" fmla="*/ 5 w 2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5">
                    <a:moveTo>
                      <a:pt x="5" y="0"/>
                    </a:moveTo>
                    <a:lnTo>
                      <a:pt x="0" y="55"/>
                    </a:lnTo>
                    <a:lnTo>
                      <a:pt x="21" y="55"/>
                    </a:lnTo>
                    <a:lnTo>
                      <a:pt x="1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1" name="Freeform 277"/>
              <p:cNvSpPr>
                <a:spLocks/>
              </p:cNvSpPr>
              <p:nvPr/>
            </p:nvSpPr>
            <p:spPr bwMode="auto">
              <a:xfrm>
                <a:off x="6354763" y="5088256"/>
                <a:ext cx="15875" cy="87313"/>
              </a:xfrm>
              <a:custGeom>
                <a:avLst/>
                <a:gdLst>
                  <a:gd name="T0" fmla="*/ 0 w 10"/>
                  <a:gd name="T1" fmla="*/ 0 h 55"/>
                  <a:gd name="T2" fmla="*/ 0 w 10"/>
                  <a:gd name="T3" fmla="*/ 55 h 55"/>
                  <a:gd name="T4" fmla="*/ 10 w 10"/>
                  <a:gd name="T5" fmla="*/ 55 h 55"/>
                  <a:gd name="T6" fmla="*/ 6 w 10"/>
                  <a:gd name="T7" fmla="*/ 0 h 55"/>
                  <a:gd name="T8" fmla="*/ 0 w 10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5">
                    <a:moveTo>
                      <a:pt x="0" y="0"/>
                    </a:moveTo>
                    <a:lnTo>
                      <a:pt x="0" y="55"/>
                    </a:lnTo>
                    <a:lnTo>
                      <a:pt x="10" y="55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" name="Freeform 278"/>
              <p:cNvSpPr>
                <a:spLocks/>
              </p:cNvSpPr>
              <p:nvPr/>
            </p:nvSpPr>
            <p:spPr bwMode="auto">
              <a:xfrm>
                <a:off x="6265863" y="4731068"/>
                <a:ext cx="177800" cy="384175"/>
              </a:xfrm>
              <a:custGeom>
                <a:avLst/>
                <a:gdLst>
                  <a:gd name="T0" fmla="*/ 0 w 112"/>
                  <a:gd name="T1" fmla="*/ 242 h 242"/>
                  <a:gd name="T2" fmla="*/ 56 w 112"/>
                  <a:gd name="T3" fmla="*/ 0 h 242"/>
                  <a:gd name="T4" fmla="*/ 112 w 112"/>
                  <a:gd name="T5" fmla="*/ 242 h 242"/>
                  <a:gd name="T6" fmla="*/ 0 w 112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2">
                    <a:moveTo>
                      <a:pt x="0" y="242"/>
                    </a:moveTo>
                    <a:lnTo>
                      <a:pt x="56" y="0"/>
                    </a:lnTo>
                    <a:lnTo>
                      <a:pt x="112" y="242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" name="Freeform 279"/>
              <p:cNvSpPr>
                <a:spLocks/>
              </p:cNvSpPr>
              <p:nvPr/>
            </p:nvSpPr>
            <p:spPr bwMode="auto">
              <a:xfrm>
                <a:off x="6354763" y="4731068"/>
                <a:ext cx="88900" cy="384175"/>
              </a:xfrm>
              <a:custGeom>
                <a:avLst/>
                <a:gdLst>
                  <a:gd name="T0" fmla="*/ 56 w 56"/>
                  <a:gd name="T1" fmla="*/ 242 h 242"/>
                  <a:gd name="T2" fmla="*/ 0 w 56"/>
                  <a:gd name="T3" fmla="*/ 0 h 242"/>
                  <a:gd name="T4" fmla="*/ 0 w 56"/>
                  <a:gd name="T5" fmla="*/ 242 h 242"/>
                  <a:gd name="T6" fmla="*/ 56 w 56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2">
                    <a:moveTo>
                      <a:pt x="56" y="242"/>
                    </a:moveTo>
                    <a:lnTo>
                      <a:pt x="0" y="0"/>
                    </a:lnTo>
                    <a:lnTo>
                      <a:pt x="0" y="242"/>
                    </a:lnTo>
                    <a:lnTo>
                      <a:pt x="56" y="242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" name="Freeform 284"/>
              <p:cNvSpPr>
                <a:spLocks/>
              </p:cNvSpPr>
              <p:nvPr/>
            </p:nvSpPr>
            <p:spPr bwMode="auto">
              <a:xfrm>
                <a:off x="3786188" y="3403918"/>
                <a:ext cx="588963" cy="320675"/>
              </a:xfrm>
              <a:custGeom>
                <a:avLst/>
                <a:gdLst>
                  <a:gd name="T0" fmla="*/ 22 w 246"/>
                  <a:gd name="T1" fmla="*/ 134 h 134"/>
                  <a:gd name="T2" fmla="*/ 211 w 246"/>
                  <a:gd name="T3" fmla="*/ 134 h 134"/>
                  <a:gd name="T4" fmla="*/ 246 w 246"/>
                  <a:gd name="T5" fmla="*/ 105 h 134"/>
                  <a:gd name="T6" fmla="*/ 212 w 246"/>
                  <a:gd name="T7" fmla="*/ 64 h 134"/>
                  <a:gd name="T8" fmla="*/ 195 w 246"/>
                  <a:gd name="T9" fmla="*/ 36 h 134"/>
                  <a:gd name="T10" fmla="*/ 153 w 246"/>
                  <a:gd name="T11" fmla="*/ 32 h 134"/>
                  <a:gd name="T12" fmla="*/ 112 w 246"/>
                  <a:gd name="T13" fmla="*/ 0 h 134"/>
                  <a:gd name="T14" fmla="*/ 72 w 246"/>
                  <a:gd name="T15" fmla="*/ 34 h 134"/>
                  <a:gd name="T16" fmla="*/ 34 w 246"/>
                  <a:gd name="T17" fmla="*/ 44 h 134"/>
                  <a:gd name="T18" fmla="*/ 25 w 246"/>
                  <a:gd name="T19" fmla="*/ 79 h 134"/>
                  <a:gd name="T20" fmla="*/ 0 w 246"/>
                  <a:gd name="T21" fmla="*/ 112 h 134"/>
                  <a:gd name="T22" fmla="*/ 22 w 246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6" h="134">
                    <a:moveTo>
                      <a:pt x="22" y="134"/>
                    </a:moveTo>
                    <a:cubicBezTo>
                      <a:pt x="45" y="134"/>
                      <a:pt x="128" y="134"/>
                      <a:pt x="211" y="134"/>
                    </a:cubicBezTo>
                    <a:cubicBezTo>
                      <a:pt x="227" y="134"/>
                      <a:pt x="246" y="121"/>
                      <a:pt x="246" y="105"/>
                    </a:cubicBezTo>
                    <a:cubicBezTo>
                      <a:pt x="246" y="69"/>
                      <a:pt x="212" y="64"/>
                      <a:pt x="212" y="64"/>
                    </a:cubicBezTo>
                    <a:cubicBezTo>
                      <a:pt x="212" y="64"/>
                      <a:pt x="215" y="45"/>
                      <a:pt x="195" y="36"/>
                    </a:cubicBezTo>
                    <a:cubicBezTo>
                      <a:pt x="175" y="26"/>
                      <a:pt x="153" y="32"/>
                      <a:pt x="153" y="32"/>
                    </a:cubicBezTo>
                    <a:cubicBezTo>
                      <a:pt x="153" y="32"/>
                      <a:pt x="150" y="0"/>
                      <a:pt x="112" y="0"/>
                    </a:cubicBezTo>
                    <a:cubicBezTo>
                      <a:pt x="74" y="0"/>
                      <a:pt x="72" y="34"/>
                      <a:pt x="72" y="34"/>
                    </a:cubicBezTo>
                    <a:cubicBezTo>
                      <a:pt x="72" y="34"/>
                      <a:pt x="53" y="26"/>
                      <a:pt x="34" y="44"/>
                    </a:cubicBezTo>
                    <a:cubicBezTo>
                      <a:pt x="15" y="63"/>
                      <a:pt x="25" y="79"/>
                      <a:pt x="25" y="79"/>
                    </a:cubicBezTo>
                    <a:cubicBezTo>
                      <a:pt x="25" y="79"/>
                      <a:pt x="0" y="87"/>
                      <a:pt x="0" y="112"/>
                    </a:cubicBezTo>
                    <a:cubicBezTo>
                      <a:pt x="0" y="120"/>
                      <a:pt x="8" y="134"/>
                      <a:pt x="22" y="13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" name="Freeform 285"/>
              <p:cNvSpPr>
                <a:spLocks/>
              </p:cNvSpPr>
              <p:nvPr/>
            </p:nvSpPr>
            <p:spPr bwMode="auto">
              <a:xfrm>
                <a:off x="4081463" y="3405506"/>
                <a:ext cx="293688" cy="319088"/>
              </a:xfrm>
              <a:custGeom>
                <a:avLst/>
                <a:gdLst>
                  <a:gd name="T0" fmla="*/ 89 w 123"/>
                  <a:gd name="T1" fmla="*/ 63 h 133"/>
                  <a:gd name="T2" fmla="*/ 72 w 123"/>
                  <a:gd name="T3" fmla="*/ 35 h 133"/>
                  <a:gd name="T4" fmla="*/ 30 w 123"/>
                  <a:gd name="T5" fmla="*/ 31 h 133"/>
                  <a:gd name="T6" fmla="*/ 0 w 123"/>
                  <a:gd name="T7" fmla="*/ 0 h 133"/>
                  <a:gd name="T8" fmla="*/ 0 w 123"/>
                  <a:gd name="T9" fmla="*/ 133 h 133"/>
                  <a:gd name="T10" fmla="*/ 88 w 123"/>
                  <a:gd name="T11" fmla="*/ 133 h 133"/>
                  <a:gd name="T12" fmla="*/ 123 w 123"/>
                  <a:gd name="T13" fmla="*/ 104 h 133"/>
                  <a:gd name="T14" fmla="*/ 89 w 123"/>
                  <a:gd name="T15" fmla="*/ 6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3" h="133">
                    <a:moveTo>
                      <a:pt x="89" y="63"/>
                    </a:moveTo>
                    <a:cubicBezTo>
                      <a:pt x="89" y="63"/>
                      <a:pt x="92" y="44"/>
                      <a:pt x="72" y="35"/>
                    </a:cubicBezTo>
                    <a:cubicBezTo>
                      <a:pt x="52" y="25"/>
                      <a:pt x="30" y="31"/>
                      <a:pt x="30" y="31"/>
                    </a:cubicBezTo>
                    <a:cubicBezTo>
                      <a:pt x="30" y="31"/>
                      <a:pt x="28" y="6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27" y="133"/>
                      <a:pt x="58" y="133"/>
                      <a:pt x="88" y="133"/>
                    </a:cubicBezTo>
                    <a:cubicBezTo>
                      <a:pt x="104" y="133"/>
                      <a:pt x="123" y="120"/>
                      <a:pt x="123" y="104"/>
                    </a:cubicBezTo>
                    <a:cubicBezTo>
                      <a:pt x="123" y="68"/>
                      <a:pt x="89" y="63"/>
                      <a:pt x="89" y="63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" name="Rectangle 288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" name="Rectangle 289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4" name="Freeform 290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" name="Freeform 291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" name="Rectangle 292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" name="Rectangle 293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" name="Rectangle 294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" name="Rectangle 295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0" name="Freeform 296"/>
              <p:cNvSpPr>
                <a:spLocks/>
              </p:cNvSpPr>
              <p:nvPr/>
            </p:nvSpPr>
            <p:spPr bwMode="auto">
              <a:xfrm>
                <a:off x="4292600" y="4888231"/>
                <a:ext cx="842963" cy="269875"/>
              </a:xfrm>
              <a:custGeom>
                <a:avLst/>
                <a:gdLst>
                  <a:gd name="T0" fmla="*/ 0 w 531"/>
                  <a:gd name="T1" fmla="*/ 0 h 170"/>
                  <a:gd name="T2" fmla="*/ 0 w 531"/>
                  <a:gd name="T3" fmla="*/ 170 h 170"/>
                  <a:gd name="T4" fmla="*/ 531 w 531"/>
                  <a:gd name="T5" fmla="*/ 170 h 170"/>
                  <a:gd name="T6" fmla="*/ 531 w 531"/>
                  <a:gd name="T7" fmla="*/ 117 h 170"/>
                  <a:gd name="T8" fmla="*/ 0 w 531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1" h="170">
                    <a:moveTo>
                      <a:pt x="0" y="0"/>
                    </a:moveTo>
                    <a:lnTo>
                      <a:pt x="0" y="170"/>
                    </a:lnTo>
                    <a:lnTo>
                      <a:pt x="531" y="170"/>
                    </a:lnTo>
                    <a:lnTo>
                      <a:pt x="531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1" name="Rectangle 297"/>
              <p:cNvSpPr>
                <a:spLocks noChangeArrowheads="1"/>
              </p:cNvSpPr>
              <p:nvPr/>
            </p:nvSpPr>
            <p:spPr bwMode="auto">
              <a:xfrm>
                <a:off x="4418013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" name="Rectangle 298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3" name="Rectangle 299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4" name="Rectangle 300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5" name="Rectangle 301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6" name="Freeform 302"/>
              <p:cNvSpPr>
                <a:spLocks/>
              </p:cNvSpPr>
              <p:nvPr/>
            </p:nvSpPr>
            <p:spPr bwMode="auto">
              <a:xfrm>
                <a:off x="3973513" y="5218431"/>
                <a:ext cx="363538" cy="85725"/>
              </a:xfrm>
              <a:custGeom>
                <a:avLst/>
                <a:gdLst>
                  <a:gd name="T0" fmla="*/ 41 w 229"/>
                  <a:gd name="T1" fmla="*/ 0 h 54"/>
                  <a:gd name="T2" fmla="*/ 0 w 229"/>
                  <a:gd name="T3" fmla="*/ 54 h 54"/>
                  <a:gd name="T4" fmla="*/ 105 w 229"/>
                  <a:gd name="T5" fmla="*/ 54 h 54"/>
                  <a:gd name="T6" fmla="*/ 220 w 229"/>
                  <a:gd name="T7" fmla="*/ 54 h 54"/>
                  <a:gd name="T8" fmla="*/ 229 w 229"/>
                  <a:gd name="T9" fmla="*/ 54 h 54"/>
                  <a:gd name="T10" fmla="*/ 229 w 229"/>
                  <a:gd name="T11" fmla="*/ 0 h 54"/>
                  <a:gd name="T12" fmla="*/ 41 w 229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9" h="54">
                    <a:moveTo>
                      <a:pt x="41" y="0"/>
                    </a:moveTo>
                    <a:lnTo>
                      <a:pt x="0" y="54"/>
                    </a:lnTo>
                    <a:lnTo>
                      <a:pt x="105" y="54"/>
                    </a:lnTo>
                    <a:lnTo>
                      <a:pt x="220" y="54"/>
                    </a:lnTo>
                    <a:lnTo>
                      <a:pt x="229" y="54"/>
                    </a:lnTo>
                    <a:lnTo>
                      <a:pt x="229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7" name="Rectangle 303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8" name="Rectangle 304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" name="Freeform 305"/>
              <p:cNvSpPr>
                <a:spLocks/>
              </p:cNvSpPr>
              <p:nvPr/>
            </p:nvSpPr>
            <p:spPr bwMode="auto">
              <a:xfrm>
                <a:off x="4292600" y="4975543"/>
                <a:ext cx="820738" cy="182563"/>
              </a:xfrm>
              <a:custGeom>
                <a:avLst/>
                <a:gdLst>
                  <a:gd name="T0" fmla="*/ 0 w 517"/>
                  <a:gd name="T1" fmla="*/ 0 h 115"/>
                  <a:gd name="T2" fmla="*/ 0 w 517"/>
                  <a:gd name="T3" fmla="*/ 115 h 115"/>
                  <a:gd name="T4" fmla="*/ 517 w 517"/>
                  <a:gd name="T5" fmla="*/ 115 h 115"/>
                  <a:gd name="T6" fmla="*/ 0 w 517"/>
                  <a:gd name="T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7" h="115">
                    <a:moveTo>
                      <a:pt x="0" y="0"/>
                    </a:moveTo>
                    <a:lnTo>
                      <a:pt x="0" y="115"/>
                    </a:lnTo>
                    <a:lnTo>
                      <a:pt x="517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" name="Rectangle 306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" name="Rectangle 307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2" name="Rectangle 308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3" name="Rectangle 309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4" name="Freeform 310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close/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5" name="Freeform 311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" name="Freeform 312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7" name="Freeform 313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8" name="Rectangle 314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9" name="Rectangle 315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0" name="Rectangle 316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1" name="Rectangle 317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2" name="Freeform 318"/>
              <p:cNvSpPr>
                <a:spLocks/>
              </p:cNvSpPr>
              <p:nvPr/>
            </p:nvSpPr>
            <p:spPr bwMode="auto">
              <a:xfrm>
                <a:off x="6788150" y="5396231"/>
                <a:ext cx="133350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3" name="Freeform 319"/>
              <p:cNvSpPr>
                <a:spLocks/>
              </p:cNvSpPr>
              <p:nvPr/>
            </p:nvSpPr>
            <p:spPr bwMode="auto">
              <a:xfrm>
                <a:off x="8007350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4" name="Freeform 320"/>
              <p:cNvSpPr>
                <a:spLocks/>
              </p:cNvSpPr>
              <p:nvPr/>
            </p:nvSpPr>
            <p:spPr bwMode="auto">
              <a:xfrm>
                <a:off x="8120063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5" name="Freeform 321"/>
              <p:cNvSpPr>
                <a:spLocks/>
              </p:cNvSpPr>
              <p:nvPr/>
            </p:nvSpPr>
            <p:spPr bwMode="auto">
              <a:xfrm>
                <a:off x="5208588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3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4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6" name="Freeform 322"/>
              <p:cNvSpPr>
                <a:spLocks/>
              </p:cNvSpPr>
              <p:nvPr/>
            </p:nvSpPr>
            <p:spPr bwMode="auto">
              <a:xfrm>
                <a:off x="5375275" y="5410518"/>
                <a:ext cx="101600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7" name="Freeform 323"/>
              <p:cNvSpPr>
                <a:spLocks/>
              </p:cNvSpPr>
              <p:nvPr/>
            </p:nvSpPr>
            <p:spPr bwMode="auto">
              <a:xfrm>
                <a:off x="3019425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8" name="Freeform 324"/>
              <p:cNvSpPr>
                <a:spLocks/>
              </p:cNvSpPr>
              <p:nvPr/>
            </p:nvSpPr>
            <p:spPr bwMode="auto">
              <a:xfrm>
                <a:off x="3848100" y="5415281"/>
                <a:ext cx="96838" cy="47625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20 h 20"/>
                  <a:gd name="T4" fmla="*/ 40 w 40"/>
                  <a:gd name="T5" fmla="*/ 20 h 20"/>
                  <a:gd name="T6" fmla="*/ 20 w 4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9" name="Freeform 325"/>
              <p:cNvSpPr>
                <a:spLocks/>
              </p:cNvSpPr>
              <p:nvPr/>
            </p:nvSpPr>
            <p:spPr bwMode="auto">
              <a:xfrm>
                <a:off x="8975725" y="5415281"/>
                <a:ext cx="92075" cy="47625"/>
              </a:xfrm>
              <a:custGeom>
                <a:avLst/>
                <a:gdLst>
                  <a:gd name="T0" fmla="*/ 20 w 39"/>
                  <a:gd name="T1" fmla="*/ 0 h 20"/>
                  <a:gd name="T2" fmla="*/ 0 w 39"/>
                  <a:gd name="T3" fmla="*/ 20 h 20"/>
                  <a:gd name="T4" fmla="*/ 39 w 39"/>
                  <a:gd name="T5" fmla="*/ 20 h 20"/>
                  <a:gd name="T6" fmla="*/ 20 w 39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0" name="Freeform 326"/>
              <p:cNvSpPr>
                <a:spLocks/>
              </p:cNvSpPr>
              <p:nvPr/>
            </p:nvSpPr>
            <p:spPr bwMode="auto">
              <a:xfrm>
                <a:off x="1908175" y="5462906"/>
                <a:ext cx="8375650" cy="341313"/>
              </a:xfrm>
              <a:custGeom>
                <a:avLst/>
                <a:gdLst>
                  <a:gd name="T0" fmla="*/ 3496 w 3496"/>
                  <a:gd name="T1" fmla="*/ 71 h 142"/>
                  <a:gd name="T2" fmla="*/ 3414 w 3496"/>
                  <a:gd name="T3" fmla="*/ 142 h 142"/>
                  <a:gd name="T4" fmla="*/ 82 w 3496"/>
                  <a:gd name="T5" fmla="*/ 142 h 142"/>
                  <a:gd name="T6" fmla="*/ 0 w 3496"/>
                  <a:gd name="T7" fmla="*/ 71 h 142"/>
                  <a:gd name="T8" fmla="*/ 82 w 3496"/>
                  <a:gd name="T9" fmla="*/ 0 h 142"/>
                  <a:gd name="T10" fmla="*/ 3414 w 3496"/>
                  <a:gd name="T11" fmla="*/ 0 h 142"/>
                  <a:gd name="T12" fmla="*/ 3496 w 3496"/>
                  <a:gd name="T13" fmla="*/ 7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96" h="142">
                    <a:moveTo>
                      <a:pt x="3496" y="71"/>
                    </a:moveTo>
                    <a:cubicBezTo>
                      <a:pt x="3496" y="110"/>
                      <a:pt x="3459" y="142"/>
                      <a:pt x="3414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37" y="142"/>
                      <a:pt x="0" y="110"/>
                      <a:pt x="0" y="71"/>
                    </a:cubicBezTo>
                    <a:cubicBezTo>
                      <a:pt x="0" y="32"/>
                      <a:pt x="37" y="0"/>
                      <a:pt x="82" y="0"/>
                    </a:cubicBezTo>
                    <a:cubicBezTo>
                      <a:pt x="3414" y="0"/>
                      <a:pt x="3414" y="0"/>
                      <a:pt x="3414" y="0"/>
                    </a:cubicBezTo>
                    <a:cubicBezTo>
                      <a:pt x="3459" y="0"/>
                      <a:pt x="3496" y="32"/>
                      <a:pt x="3496" y="71"/>
                    </a:cubicBezTo>
                    <a:close/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1" name="Freeform 327"/>
              <p:cNvSpPr>
                <a:spLocks/>
              </p:cNvSpPr>
              <p:nvPr/>
            </p:nvSpPr>
            <p:spPr bwMode="auto">
              <a:xfrm>
                <a:off x="1908175" y="5632768"/>
                <a:ext cx="8375650" cy="171450"/>
              </a:xfrm>
              <a:custGeom>
                <a:avLst/>
                <a:gdLst>
                  <a:gd name="T0" fmla="*/ 82 w 3496"/>
                  <a:gd name="T1" fmla="*/ 71 h 71"/>
                  <a:gd name="T2" fmla="*/ 3414 w 3496"/>
                  <a:gd name="T3" fmla="*/ 71 h 71"/>
                  <a:gd name="T4" fmla="*/ 3496 w 3496"/>
                  <a:gd name="T5" fmla="*/ 0 h 71"/>
                  <a:gd name="T6" fmla="*/ 0 w 3496"/>
                  <a:gd name="T7" fmla="*/ 0 h 71"/>
                  <a:gd name="T8" fmla="*/ 82 w 349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96" h="71">
                    <a:moveTo>
                      <a:pt x="82" y="71"/>
                    </a:moveTo>
                    <a:cubicBezTo>
                      <a:pt x="3414" y="71"/>
                      <a:pt x="3414" y="71"/>
                      <a:pt x="3414" y="71"/>
                    </a:cubicBezTo>
                    <a:cubicBezTo>
                      <a:pt x="3459" y="71"/>
                      <a:pt x="3496" y="39"/>
                      <a:pt x="349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9"/>
                      <a:pt x="37" y="71"/>
                      <a:pt x="82" y="71"/>
                    </a:cubicBez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2" name="Freeform 328"/>
              <p:cNvSpPr>
                <a:spLocks/>
              </p:cNvSpPr>
              <p:nvPr/>
            </p:nvSpPr>
            <p:spPr bwMode="auto">
              <a:xfrm>
                <a:off x="2684463" y="6074093"/>
                <a:ext cx="4170363" cy="327025"/>
              </a:xfrm>
              <a:custGeom>
                <a:avLst/>
                <a:gdLst>
                  <a:gd name="T0" fmla="*/ 870 w 1741"/>
                  <a:gd name="T1" fmla="*/ 136 h 136"/>
                  <a:gd name="T2" fmla="*/ 0 w 1741"/>
                  <a:gd name="T3" fmla="*/ 0 h 136"/>
                  <a:gd name="T4" fmla="*/ 870 w 1741"/>
                  <a:gd name="T5" fmla="*/ 0 h 136"/>
                  <a:gd name="T6" fmla="*/ 1741 w 1741"/>
                  <a:gd name="T7" fmla="*/ 0 h 136"/>
                  <a:gd name="T8" fmla="*/ 870 w 1741"/>
                  <a:gd name="T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41" h="136">
                    <a:moveTo>
                      <a:pt x="870" y="136"/>
                    </a:moveTo>
                    <a:cubicBezTo>
                      <a:pt x="529" y="136"/>
                      <a:pt x="551" y="0"/>
                      <a:pt x="0" y="0"/>
                    </a:cubicBezTo>
                    <a:cubicBezTo>
                      <a:pt x="870" y="0"/>
                      <a:pt x="870" y="0"/>
                      <a:pt x="870" y="0"/>
                    </a:cubicBezTo>
                    <a:cubicBezTo>
                      <a:pt x="1741" y="0"/>
                      <a:pt x="1741" y="0"/>
                      <a:pt x="1741" y="0"/>
                    </a:cubicBezTo>
                    <a:cubicBezTo>
                      <a:pt x="1189" y="0"/>
                      <a:pt x="1211" y="136"/>
                      <a:pt x="870" y="13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3" name="Freeform 329"/>
              <p:cNvSpPr>
                <a:spLocks/>
              </p:cNvSpPr>
              <p:nvPr/>
            </p:nvSpPr>
            <p:spPr bwMode="auto">
              <a:xfrm>
                <a:off x="4768850" y="6074093"/>
                <a:ext cx="2085975" cy="327025"/>
              </a:xfrm>
              <a:custGeom>
                <a:avLst/>
                <a:gdLst>
                  <a:gd name="T0" fmla="*/ 871 w 871"/>
                  <a:gd name="T1" fmla="*/ 0 h 136"/>
                  <a:gd name="T2" fmla="*/ 0 w 871"/>
                  <a:gd name="T3" fmla="*/ 136 h 136"/>
                  <a:gd name="T4" fmla="*/ 0 w 871"/>
                  <a:gd name="T5" fmla="*/ 0 h 136"/>
                  <a:gd name="T6" fmla="*/ 871 w 871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1" h="136">
                    <a:moveTo>
                      <a:pt x="871" y="0"/>
                    </a:moveTo>
                    <a:cubicBezTo>
                      <a:pt x="319" y="0"/>
                      <a:pt x="341" y="136"/>
                      <a:pt x="0" y="13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4" name="Freeform 330"/>
              <p:cNvSpPr>
                <a:spLocks/>
              </p:cNvSpPr>
              <p:nvPr/>
            </p:nvSpPr>
            <p:spPr bwMode="auto">
              <a:xfrm>
                <a:off x="5283200" y="6074093"/>
                <a:ext cx="4192588" cy="517525"/>
              </a:xfrm>
              <a:custGeom>
                <a:avLst/>
                <a:gdLst>
                  <a:gd name="T0" fmla="*/ 875 w 1750"/>
                  <a:gd name="T1" fmla="*/ 216 h 216"/>
                  <a:gd name="T2" fmla="*/ 0 w 1750"/>
                  <a:gd name="T3" fmla="*/ 0 h 216"/>
                  <a:gd name="T4" fmla="*/ 875 w 1750"/>
                  <a:gd name="T5" fmla="*/ 0 h 216"/>
                  <a:gd name="T6" fmla="*/ 1750 w 1750"/>
                  <a:gd name="T7" fmla="*/ 0 h 216"/>
                  <a:gd name="T8" fmla="*/ 875 w 1750"/>
                  <a:gd name="T9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0" h="216">
                    <a:moveTo>
                      <a:pt x="875" y="216"/>
                    </a:moveTo>
                    <a:cubicBezTo>
                      <a:pt x="532" y="216"/>
                      <a:pt x="554" y="0"/>
                      <a:pt x="0" y="0"/>
                    </a:cubicBezTo>
                    <a:cubicBezTo>
                      <a:pt x="875" y="0"/>
                      <a:pt x="875" y="0"/>
                      <a:pt x="875" y="0"/>
                    </a:cubicBezTo>
                    <a:cubicBezTo>
                      <a:pt x="1750" y="0"/>
                      <a:pt x="1750" y="0"/>
                      <a:pt x="1750" y="0"/>
                    </a:cubicBezTo>
                    <a:cubicBezTo>
                      <a:pt x="1196" y="0"/>
                      <a:pt x="1218" y="216"/>
                      <a:pt x="875" y="21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5" name="Freeform 331"/>
              <p:cNvSpPr>
                <a:spLocks/>
              </p:cNvSpPr>
              <p:nvPr/>
            </p:nvSpPr>
            <p:spPr bwMode="auto">
              <a:xfrm>
                <a:off x="7380288" y="6074093"/>
                <a:ext cx="2095500" cy="517525"/>
              </a:xfrm>
              <a:custGeom>
                <a:avLst/>
                <a:gdLst>
                  <a:gd name="T0" fmla="*/ 875 w 875"/>
                  <a:gd name="T1" fmla="*/ 0 h 216"/>
                  <a:gd name="T2" fmla="*/ 0 w 875"/>
                  <a:gd name="T3" fmla="*/ 216 h 216"/>
                  <a:gd name="T4" fmla="*/ 0 w 875"/>
                  <a:gd name="T5" fmla="*/ 0 h 216"/>
                  <a:gd name="T6" fmla="*/ 875 w 875"/>
                  <a:gd name="T7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5" h="216">
                    <a:moveTo>
                      <a:pt x="875" y="0"/>
                    </a:moveTo>
                    <a:cubicBezTo>
                      <a:pt x="321" y="0"/>
                      <a:pt x="343" y="216"/>
                      <a:pt x="0" y="21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6" name="Freeform 332"/>
              <p:cNvSpPr>
                <a:spLocks/>
              </p:cNvSpPr>
              <p:nvPr/>
            </p:nvSpPr>
            <p:spPr bwMode="auto">
              <a:xfrm>
                <a:off x="2590800" y="5797868"/>
                <a:ext cx="7008813" cy="439738"/>
              </a:xfrm>
              <a:custGeom>
                <a:avLst/>
                <a:gdLst>
                  <a:gd name="T0" fmla="*/ 2868 w 2926"/>
                  <a:gd name="T1" fmla="*/ 0 h 183"/>
                  <a:gd name="T2" fmla="*/ 58 w 2926"/>
                  <a:gd name="T3" fmla="*/ 0 h 183"/>
                  <a:gd name="T4" fmla="*/ 0 w 2926"/>
                  <a:gd name="T5" fmla="*/ 57 h 183"/>
                  <a:gd name="T6" fmla="*/ 58 w 2926"/>
                  <a:gd name="T7" fmla="*/ 115 h 183"/>
                  <a:gd name="T8" fmla="*/ 419 w 2926"/>
                  <a:gd name="T9" fmla="*/ 115 h 183"/>
                  <a:gd name="T10" fmla="*/ 909 w 2926"/>
                  <a:gd name="T11" fmla="*/ 163 h 183"/>
                  <a:gd name="T12" fmla="*/ 1392 w 2926"/>
                  <a:gd name="T13" fmla="*/ 115 h 183"/>
                  <a:gd name="T14" fmla="*/ 1999 w 2926"/>
                  <a:gd name="T15" fmla="*/ 183 h 183"/>
                  <a:gd name="T16" fmla="*/ 2620 w 2926"/>
                  <a:gd name="T17" fmla="*/ 115 h 183"/>
                  <a:gd name="T18" fmla="*/ 2868 w 2926"/>
                  <a:gd name="T19" fmla="*/ 115 h 183"/>
                  <a:gd name="T20" fmla="*/ 2926 w 2926"/>
                  <a:gd name="T21" fmla="*/ 57 h 183"/>
                  <a:gd name="T22" fmla="*/ 2868 w 2926"/>
                  <a:gd name="T23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26" h="183">
                    <a:moveTo>
                      <a:pt x="286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26" y="0"/>
                      <a:pt x="0" y="26"/>
                      <a:pt x="0" y="57"/>
                    </a:cubicBezTo>
                    <a:cubicBezTo>
                      <a:pt x="0" y="89"/>
                      <a:pt x="26" y="115"/>
                      <a:pt x="58" y="115"/>
                    </a:cubicBezTo>
                    <a:cubicBezTo>
                      <a:pt x="419" y="115"/>
                      <a:pt x="419" y="115"/>
                      <a:pt x="419" y="115"/>
                    </a:cubicBezTo>
                    <a:cubicBezTo>
                      <a:pt x="729" y="115"/>
                      <a:pt x="717" y="163"/>
                      <a:pt x="909" y="163"/>
                    </a:cubicBezTo>
                    <a:cubicBezTo>
                      <a:pt x="1100" y="163"/>
                      <a:pt x="1089" y="116"/>
                      <a:pt x="1392" y="115"/>
                    </a:cubicBezTo>
                    <a:cubicBezTo>
                      <a:pt x="1771" y="117"/>
                      <a:pt x="1759" y="183"/>
                      <a:pt x="1999" y="183"/>
                    </a:cubicBezTo>
                    <a:cubicBezTo>
                      <a:pt x="2242" y="183"/>
                      <a:pt x="2226" y="115"/>
                      <a:pt x="2620" y="115"/>
                    </a:cubicBezTo>
                    <a:cubicBezTo>
                      <a:pt x="2868" y="115"/>
                      <a:pt x="2868" y="115"/>
                      <a:pt x="2868" y="115"/>
                    </a:cubicBezTo>
                    <a:cubicBezTo>
                      <a:pt x="2900" y="115"/>
                      <a:pt x="2926" y="89"/>
                      <a:pt x="2926" y="57"/>
                    </a:cubicBezTo>
                    <a:cubicBezTo>
                      <a:pt x="2926" y="26"/>
                      <a:pt x="2900" y="0"/>
                      <a:pt x="2868" y="0"/>
                    </a:cubicBezTo>
                    <a:close/>
                  </a:path>
                </a:pathLst>
              </a:custGeom>
              <a:solidFill>
                <a:srgbClr val="36A4A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7" name="Freeform 333"/>
              <p:cNvSpPr>
                <a:spLocks/>
              </p:cNvSpPr>
              <p:nvPr/>
            </p:nvSpPr>
            <p:spPr bwMode="auto">
              <a:xfrm>
                <a:off x="3033713" y="5734368"/>
                <a:ext cx="6122988" cy="265113"/>
              </a:xfrm>
              <a:custGeom>
                <a:avLst/>
                <a:gdLst>
                  <a:gd name="T0" fmla="*/ 2535 w 2556"/>
                  <a:gd name="T1" fmla="*/ 0 h 111"/>
                  <a:gd name="T2" fmla="*/ 21 w 2556"/>
                  <a:gd name="T3" fmla="*/ 0 h 111"/>
                  <a:gd name="T4" fmla="*/ 0 w 2556"/>
                  <a:gd name="T5" fmla="*/ 21 h 111"/>
                  <a:gd name="T6" fmla="*/ 21 w 2556"/>
                  <a:gd name="T7" fmla="*/ 43 h 111"/>
                  <a:gd name="T8" fmla="*/ 234 w 2556"/>
                  <a:gd name="T9" fmla="*/ 43 h 111"/>
                  <a:gd name="T10" fmla="*/ 724 w 2556"/>
                  <a:gd name="T11" fmla="*/ 91 h 111"/>
                  <a:gd name="T12" fmla="*/ 1207 w 2556"/>
                  <a:gd name="T13" fmla="*/ 43 h 111"/>
                  <a:gd name="T14" fmla="*/ 1814 w 2556"/>
                  <a:gd name="T15" fmla="*/ 111 h 111"/>
                  <a:gd name="T16" fmla="*/ 2435 w 2556"/>
                  <a:gd name="T17" fmla="*/ 43 h 111"/>
                  <a:gd name="T18" fmla="*/ 2535 w 2556"/>
                  <a:gd name="T19" fmla="*/ 43 h 111"/>
                  <a:gd name="T20" fmla="*/ 2556 w 2556"/>
                  <a:gd name="T21" fmla="*/ 21 h 111"/>
                  <a:gd name="T22" fmla="*/ 2535 w 2556"/>
                  <a:gd name="T2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56" h="111">
                    <a:moveTo>
                      <a:pt x="2535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3"/>
                      <a:pt x="9" y="43"/>
                      <a:pt x="21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544" y="43"/>
                      <a:pt x="532" y="91"/>
                      <a:pt x="724" y="91"/>
                    </a:cubicBezTo>
                    <a:cubicBezTo>
                      <a:pt x="915" y="91"/>
                      <a:pt x="904" y="44"/>
                      <a:pt x="1207" y="43"/>
                    </a:cubicBezTo>
                    <a:cubicBezTo>
                      <a:pt x="1586" y="45"/>
                      <a:pt x="1574" y="111"/>
                      <a:pt x="1814" y="111"/>
                    </a:cubicBezTo>
                    <a:cubicBezTo>
                      <a:pt x="2057" y="111"/>
                      <a:pt x="2041" y="43"/>
                      <a:pt x="2435" y="43"/>
                    </a:cubicBezTo>
                    <a:cubicBezTo>
                      <a:pt x="2535" y="43"/>
                      <a:pt x="2535" y="43"/>
                      <a:pt x="2535" y="43"/>
                    </a:cubicBezTo>
                    <a:cubicBezTo>
                      <a:pt x="2547" y="43"/>
                      <a:pt x="2556" y="33"/>
                      <a:pt x="2556" y="21"/>
                    </a:cubicBezTo>
                    <a:cubicBezTo>
                      <a:pt x="2556" y="9"/>
                      <a:pt x="2547" y="0"/>
                      <a:pt x="2535" y="0"/>
                    </a:cubicBezTo>
                    <a:close/>
                  </a:path>
                </a:pathLst>
              </a:custGeom>
              <a:solidFill>
                <a:srgbClr val="FFF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" name="矩形 3"/>
              <p:cNvSpPr/>
              <p:nvPr/>
            </p:nvSpPr>
            <p:spPr>
              <a:xfrm>
                <a:off x="4138614" y="3307081"/>
                <a:ext cx="523874" cy="93345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5" name="组合 344"/>
            <p:cNvGrpSpPr/>
            <p:nvPr/>
          </p:nvGrpSpPr>
          <p:grpSpPr>
            <a:xfrm>
              <a:off x="3132193" y="2945827"/>
              <a:ext cx="1714500" cy="1711960"/>
              <a:chOff x="4283076" y="2977358"/>
              <a:chExt cx="1714500" cy="1711960"/>
            </a:xfrm>
          </p:grpSpPr>
          <p:grpSp>
            <p:nvGrpSpPr>
              <p:cNvPr id="343" name="组合 342"/>
              <p:cNvGrpSpPr/>
              <p:nvPr/>
            </p:nvGrpSpPr>
            <p:grpSpPr>
              <a:xfrm>
                <a:off x="4283076" y="2977358"/>
                <a:ext cx="1714500" cy="1617186"/>
                <a:chOff x="4283076" y="2977358"/>
                <a:chExt cx="1714500" cy="1617186"/>
              </a:xfrm>
            </p:grpSpPr>
            <p:grpSp>
              <p:nvGrpSpPr>
                <p:cNvPr id="8" name="组合 7"/>
                <p:cNvGrpSpPr/>
                <p:nvPr/>
              </p:nvGrpSpPr>
              <p:grpSpPr>
                <a:xfrm>
                  <a:off x="4283076" y="3091181"/>
                  <a:ext cx="1714500" cy="1503363"/>
                  <a:chOff x="4283076" y="3091181"/>
                  <a:chExt cx="1714500" cy="1503363"/>
                </a:xfrm>
              </p:grpSpPr>
              <p:grpSp>
                <p:nvGrpSpPr>
                  <p:cNvPr id="6" name="组合 5"/>
                  <p:cNvGrpSpPr/>
                  <p:nvPr/>
                </p:nvGrpSpPr>
                <p:grpSpPr>
                  <a:xfrm>
                    <a:off x="4689475" y="3091181"/>
                    <a:ext cx="1308101" cy="1503363"/>
                    <a:chOff x="4689475" y="3091181"/>
                    <a:chExt cx="1308101" cy="1503363"/>
                  </a:xfrm>
                </p:grpSpPr>
                <p:sp>
                  <p:nvSpPr>
                    <p:cNvPr id="173" name="Freeform 40"/>
                    <p:cNvSpPr>
                      <a:spLocks/>
                    </p:cNvSpPr>
                    <p:nvPr/>
                  </p:nvSpPr>
                  <p:spPr bwMode="auto">
                    <a:xfrm>
                      <a:off x="4689475" y="3091181"/>
                      <a:ext cx="471488" cy="757238"/>
                    </a:xfrm>
                    <a:custGeom>
                      <a:avLst/>
                      <a:gdLst>
                        <a:gd name="T0" fmla="*/ 113 w 197"/>
                        <a:gd name="T1" fmla="*/ 149 h 316"/>
                        <a:gd name="T2" fmla="*/ 189 w 197"/>
                        <a:gd name="T3" fmla="*/ 311 h 316"/>
                        <a:gd name="T4" fmla="*/ 84 w 197"/>
                        <a:gd name="T5" fmla="*/ 166 h 316"/>
                        <a:gd name="T6" fmla="*/ 8 w 197"/>
                        <a:gd name="T7" fmla="*/ 4 h 316"/>
                        <a:gd name="T8" fmla="*/ 113 w 197"/>
                        <a:gd name="T9" fmla="*/ 149 h 31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7" h="316">
                          <a:moveTo>
                            <a:pt x="113" y="149"/>
                          </a:moveTo>
                          <a:cubicBezTo>
                            <a:pt x="163" y="234"/>
                            <a:pt x="197" y="307"/>
                            <a:pt x="189" y="311"/>
                          </a:cubicBezTo>
                          <a:cubicBezTo>
                            <a:pt x="181" y="316"/>
                            <a:pt x="134" y="251"/>
                            <a:pt x="84" y="166"/>
                          </a:cubicBezTo>
                          <a:cubicBezTo>
                            <a:pt x="34" y="81"/>
                            <a:pt x="0" y="9"/>
                            <a:pt x="8" y="4"/>
                          </a:cubicBezTo>
                          <a:cubicBezTo>
                            <a:pt x="16" y="0"/>
                            <a:pt x="63" y="64"/>
                            <a:pt x="113" y="149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4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4708525" y="3091181"/>
                      <a:ext cx="452438" cy="746125"/>
                    </a:xfrm>
                    <a:custGeom>
                      <a:avLst/>
                      <a:gdLst>
                        <a:gd name="T0" fmla="*/ 105 w 189"/>
                        <a:gd name="T1" fmla="*/ 149 h 311"/>
                        <a:gd name="T2" fmla="*/ 0 w 189"/>
                        <a:gd name="T3" fmla="*/ 4 h 311"/>
                        <a:gd name="T4" fmla="*/ 181 w 189"/>
                        <a:gd name="T5" fmla="*/ 311 h 311"/>
                        <a:gd name="T6" fmla="*/ 105 w 189"/>
                        <a:gd name="T7" fmla="*/ 149 h 3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9" h="311">
                          <a:moveTo>
                            <a:pt x="105" y="149"/>
                          </a:moveTo>
                          <a:cubicBezTo>
                            <a:pt x="55" y="64"/>
                            <a:pt x="8" y="0"/>
                            <a:pt x="0" y="4"/>
                          </a:cubicBezTo>
                          <a:cubicBezTo>
                            <a:pt x="181" y="311"/>
                            <a:pt x="181" y="311"/>
                            <a:pt x="181" y="311"/>
                          </a:cubicBezTo>
                          <a:cubicBezTo>
                            <a:pt x="189" y="307"/>
                            <a:pt x="155" y="234"/>
                            <a:pt x="105" y="149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5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57200" cy="766763"/>
                    </a:xfrm>
                    <a:custGeom>
                      <a:avLst/>
                      <a:gdLst>
                        <a:gd name="T0" fmla="*/ 81 w 191"/>
                        <a:gd name="T1" fmla="*/ 152 h 320"/>
                        <a:gd name="T2" fmla="*/ 183 w 191"/>
                        <a:gd name="T3" fmla="*/ 5 h 320"/>
                        <a:gd name="T4" fmla="*/ 110 w 191"/>
                        <a:gd name="T5" fmla="*/ 168 h 320"/>
                        <a:gd name="T6" fmla="*/ 8 w 191"/>
                        <a:gd name="T7" fmla="*/ 315 h 320"/>
                        <a:gd name="T8" fmla="*/ 81 w 191"/>
                        <a:gd name="T9" fmla="*/ 152 h 3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1" h="320">
                          <a:moveTo>
                            <a:pt x="81" y="152"/>
                          </a:moveTo>
                          <a:cubicBezTo>
                            <a:pt x="130" y="66"/>
                            <a:pt x="175" y="0"/>
                            <a:pt x="183" y="5"/>
                          </a:cubicBezTo>
                          <a:cubicBezTo>
                            <a:pt x="191" y="9"/>
                            <a:pt x="158" y="82"/>
                            <a:pt x="110" y="168"/>
                          </a:cubicBezTo>
                          <a:cubicBezTo>
                            <a:pt x="62" y="254"/>
                            <a:pt x="16" y="320"/>
                            <a:pt x="8" y="315"/>
                          </a:cubicBezTo>
                          <a:cubicBezTo>
                            <a:pt x="0" y="311"/>
                            <a:pt x="33" y="238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6" name="Freeform 43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38150" cy="755650"/>
                    </a:xfrm>
                    <a:custGeom>
                      <a:avLst/>
                      <a:gdLst>
                        <a:gd name="T0" fmla="*/ 81 w 183"/>
                        <a:gd name="T1" fmla="*/ 152 h 315"/>
                        <a:gd name="T2" fmla="*/ 8 w 183"/>
                        <a:gd name="T3" fmla="*/ 315 h 315"/>
                        <a:gd name="T4" fmla="*/ 183 w 183"/>
                        <a:gd name="T5" fmla="*/ 5 h 315"/>
                        <a:gd name="T6" fmla="*/ 81 w 183"/>
                        <a:gd name="T7" fmla="*/ 152 h 3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3" h="315">
                          <a:moveTo>
                            <a:pt x="81" y="152"/>
                          </a:moveTo>
                          <a:cubicBezTo>
                            <a:pt x="33" y="238"/>
                            <a:pt x="0" y="311"/>
                            <a:pt x="8" y="315"/>
                          </a:cubicBezTo>
                          <a:cubicBezTo>
                            <a:pt x="183" y="5"/>
                            <a:pt x="183" y="5"/>
                            <a:pt x="183" y="5"/>
                          </a:cubicBezTo>
                          <a:cubicBezTo>
                            <a:pt x="175" y="0"/>
                            <a:pt x="130" y="66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7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84138"/>
                    </a:xfrm>
                    <a:custGeom>
                      <a:avLst/>
                      <a:gdLst>
                        <a:gd name="T0" fmla="*/ 179 w 357"/>
                        <a:gd name="T1" fmla="*/ 1 h 35"/>
                        <a:gd name="T2" fmla="*/ 1 w 357"/>
                        <a:gd name="T3" fmla="*/ 20 h 35"/>
                        <a:gd name="T4" fmla="*/ 179 w 357"/>
                        <a:gd name="T5" fmla="*/ 34 h 35"/>
                        <a:gd name="T6" fmla="*/ 357 w 357"/>
                        <a:gd name="T7" fmla="*/ 16 h 35"/>
                        <a:gd name="T8" fmla="*/ 179 w 357"/>
                        <a:gd name="T9" fmla="*/ 1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57" h="35">
                          <a:moveTo>
                            <a:pt x="179" y="1"/>
                          </a:moveTo>
                          <a:cubicBezTo>
                            <a:pt x="80" y="2"/>
                            <a:pt x="0" y="10"/>
                            <a:pt x="1" y="20"/>
                          </a:cubicBezTo>
                          <a:cubicBezTo>
                            <a:pt x="1" y="29"/>
                            <a:pt x="81" y="35"/>
                            <a:pt x="179" y="34"/>
                          </a:cubicBezTo>
                          <a:cubicBezTo>
                            <a:pt x="277" y="33"/>
                            <a:pt x="357" y="25"/>
                            <a:pt x="357" y="16"/>
                          </a:cubicBezTo>
                          <a:cubicBezTo>
                            <a:pt x="357" y="7"/>
                            <a:pt x="277" y="0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8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47625"/>
                    </a:xfrm>
                    <a:custGeom>
                      <a:avLst/>
                      <a:gdLst>
                        <a:gd name="T0" fmla="*/ 179 w 357"/>
                        <a:gd name="T1" fmla="*/ 1 h 20"/>
                        <a:gd name="T2" fmla="*/ 357 w 357"/>
                        <a:gd name="T3" fmla="*/ 16 h 20"/>
                        <a:gd name="T4" fmla="*/ 1 w 357"/>
                        <a:gd name="T5" fmla="*/ 20 h 20"/>
                        <a:gd name="T6" fmla="*/ 179 w 357"/>
                        <a:gd name="T7" fmla="*/ 1 h 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57" h="20">
                          <a:moveTo>
                            <a:pt x="179" y="1"/>
                          </a:moveTo>
                          <a:cubicBezTo>
                            <a:pt x="277" y="0"/>
                            <a:pt x="357" y="7"/>
                            <a:pt x="357" y="16"/>
                          </a:cubicBezTo>
                          <a:cubicBezTo>
                            <a:pt x="1" y="20"/>
                            <a:pt x="1" y="20"/>
                            <a:pt x="1" y="20"/>
                          </a:cubicBezTo>
                          <a:cubicBezTo>
                            <a:pt x="0" y="10"/>
                            <a:pt x="80" y="2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2" name="组合 1"/>
                    <p:cNvGrpSpPr/>
                    <p:nvPr/>
                  </p:nvGrpSpPr>
                  <p:grpSpPr>
                    <a:xfrm>
                      <a:off x="5062538" y="3762694"/>
                      <a:ext cx="150813" cy="150813"/>
                      <a:chOff x="5062538" y="3762694"/>
                      <a:chExt cx="150813" cy="150813"/>
                    </a:xfrm>
                  </p:grpSpPr>
                  <p:sp>
                    <p:nvSpPr>
                      <p:cNvPr id="179" name="Oval 46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62538" y="3762694"/>
                        <a:ext cx="150813" cy="150813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180" name="Oval 4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97463" y="3796031"/>
                        <a:ext cx="82550" cy="84138"/>
                      </a:xfrm>
                      <a:prstGeom prst="ellipse">
                        <a:avLst/>
                      </a:prstGeom>
                      <a:solidFill>
                        <a:srgbClr val="336F7E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7" name="矩形 6"/>
                  <p:cNvSpPr/>
                  <p:nvPr/>
                </p:nvSpPr>
                <p:spPr>
                  <a:xfrm>
                    <a:off x="4283076" y="3321369"/>
                    <a:ext cx="360362" cy="1030287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42" name="矩形 341"/>
                <p:cNvSpPr/>
                <p:nvPr/>
              </p:nvSpPr>
              <p:spPr>
                <a:xfrm>
                  <a:off x="4835525" y="2977358"/>
                  <a:ext cx="609600" cy="5048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4" name="矩形 343"/>
              <p:cNvSpPr/>
              <p:nvPr/>
            </p:nvSpPr>
            <p:spPr>
              <a:xfrm>
                <a:off x="4840288" y="4638836"/>
                <a:ext cx="609600" cy="5048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2" name="组合 351"/>
            <p:cNvGrpSpPr/>
            <p:nvPr/>
          </p:nvGrpSpPr>
          <p:grpSpPr>
            <a:xfrm>
              <a:off x="4418067" y="3731163"/>
              <a:ext cx="943769" cy="955201"/>
              <a:chOff x="5568950" y="3762694"/>
              <a:chExt cx="943769" cy="955201"/>
            </a:xfrm>
          </p:grpSpPr>
          <p:grpSp>
            <p:nvGrpSpPr>
              <p:cNvPr id="348" name="组合 347"/>
              <p:cNvGrpSpPr/>
              <p:nvPr/>
            </p:nvGrpSpPr>
            <p:grpSpPr>
              <a:xfrm>
                <a:off x="5568950" y="3762694"/>
                <a:ext cx="835026" cy="841375"/>
                <a:chOff x="5568950" y="3762694"/>
                <a:chExt cx="835026" cy="841375"/>
              </a:xfrm>
            </p:grpSpPr>
            <p:sp>
              <p:nvSpPr>
                <p:cNvPr id="162" name="Freeform 29"/>
                <p:cNvSpPr>
                  <a:spLocks/>
                </p:cNvSpPr>
                <p:nvPr/>
              </p:nvSpPr>
              <p:spPr bwMode="auto">
                <a:xfrm>
                  <a:off x="6038850" y="3762694"/>
                  <a:ext cx="155575" cy="482600"/>
                </a:xfrm>
                <a:custGeom>
                  <a:avLst/>
                  <a:gdLst>
                    <a:gd name="T0" fmla="*/ 42 w 65"/>
                    <a:gd name="T1" fmla="*/ 103 h 201"/>
                    <a:gd name="T2" fmla="*/ 5 w 65"/>
                    <a:gd name="T3" fmla="*/ 200 h 201"/>
                    <a:gd name="T4" fmla="*/ 23 w 65"/>
                    <a:gd name="T5" fmla="*/ 98 h 201"/>
                    <a:gd name="T6" fmla="*/ 60 w 65"/>
                    <a:gd name="T7" fmla="*/ 1 h 201"/>
                    <a:gd name="T8" fmla="*/ 42 w 65"/>
                    <a:gd name="T9" fmla="*/ 10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201">
                      <a:moveTo>
                        <a:pt x="42" y="103"/>
                      </a:moveTo>
                      <a:cubicBezTo>
                        <a:pt x="26" y="158"/>
                        <a:pt x="10" y="201"/>
                        <a:pt x="5" y="200"/>
                      </a:cubicBezTo>
                      <a:cubicBezTo>
                        <a:pt x="0" y="198"/>
                        <a:pt x="8" y="153"/>
                        <a:pt x="23" y="98"/>
                      </a:cubicBezTo>
                      <a:cubicBezTo>
                        <a:pt x="38" y="43"/>
                        <a:pt x="55" y="0"/>
                        <a:pt x="60" y="1"/>
                      </a:cubicBezTo>
                      <a:cubicBezTo>
                        <a:pt x="65" y="3"/>
                        <a:pt x="57" y="48"/>
                        <a:pt x="42" y="103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3" name="Freeform 30"/>
                <p:cNvSpPr>
                  <a:spLocks/>
                </p:cNvSpPr>
                <p:nvPr/>
              </p:nvSpPr>
              <p:spPr bwMode="auto">
                <a:xfrm>
                  <a:off x="6049963" y="3765869"/>
                  <a:ext cx="144463" cy="479425"/>
                </a:xfrm>
                <a:custGeom>
                  <a:avLst/>
                  <a:gdLst>
                    <a:gd name="T0" fmla="*/ 37 w 60"/>
                    <a:gd name="T1" fmla="*/ 102 h 200"/>
                    <a:gd name="T2" fmla="*/ 55 w 60"/>
                    <a:gd name="T3" fmla="*/ 0 h 200"/>
                    <a:gd name="T4" fmla="*/ 0 w 60"/>
                    <a:gd name="T5" fmla="*/ 199 h 200"/>
                    <a:gd name="T6" fmla="*/ 37 w 60"/>
                    <a:gd name="T7" fmla="*/ 102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0" h="200">
                      <a:moveTo>
                        <a:pt x="37" y="102"/>
                      </a:moveTo>
                      <a:cubicBezTo>
                        <a:pt x="52" y="47"/>
                        <a:pt x="60" y="2"/>
                        <a:pt x="55" y="0"/>
                      </a:cubicBezTo>
                      <a:cubicBezTo>
                        <a:pt x="0" y="199"/>
                        <a:pt x="0" y="199"/>
                        <a:pt x="0" y="199"/>
                      </a:cubicBezTo>
                      <a:cubicBezTo>
                        <a:pt x="5" y="200"/>
                        <a:pt x="21" y="157"/>
                        <a:pt x="37" y="102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4" name="Freeform 31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4188" cy="147638"/>
                </a:xfrm>
                <a:custGeom>
                  <a:avLst/>
                  <a:gdLst>
                    <a:gd name="T0" fmla="*/ 98 w 202"/>
                    <a:gd name="T1" fmla="*/ 21 h 62"/>
                    <a:gd name="T2" fmla="*/ 201 w 202"/>
                    <a:gd name="T3" fmla="*/ 5 h 62"/>
                    <a:gd name="T4" fmla="*/ 103 w 202"/>
                    <a:gd name="T5" fmla="*/ 40 h 62"/>
                    <a:gd name="T6" fmla="*/ 1 w 202"/>
                    <a:gd name="T7" fmla="*/ 56 h 62"/>
                    <a:gd name="T8" fmla="*/ 98 w 202"/>
                    <a:gd name="T9" fmla="*/ 2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2" h="62">
                      <a:moveTo>
                        <a:pt x="98" y="21"/>
                      </a:moveTo>
                      <a:cubicBezTo>
                        <a:pt x="154" y="7"/>
                        <a:pt x="199" y="0"/>
                        <a:pt x="201" y="5"/>
                      </a:cubicBezTo>
                      <a:cubicBezTo>
                        <a:pt x="202" y="10"/>
                        <a:pt x="158" y="26"/>
                        <a:pt x="103" y="40"/>
                      </a:cubicBezTo>
                      <a:cubicBezTo>
                        <a:pt x="48" y="54"/>
                        <a:pt x="2" y="62"/>
                        <a:pt x="1" y="56"/>
                      </a:cubicBezTo>
                      <a:cubicBezTo>
                        <a:pt x="0" y="51"/>
                        <a:pt x="43" y="36"/>
                        <a:pt x="98" y="2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5" name="Freeform 32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1013" cy="133350"/>
                </a:xfrm>
                <a:custGeom>
                  <a:avLst/>
                  <a:gdLst>
                    <a:gd name="T0" fmla="*/ 98 w 201"/>
                    <a:gd name="T1" fmla="*/ 21 h 56"/>
                    <a:gd name="T2" fmla="*/ 1 w 201"/>
                    <a:gd name="T3" fmla="*/ 56 h 56"/>
                    <a:gd name="T4" fmla="*/ 201 w 201"/>
                    <a:gd name="T5" fmla="*/ 5 h 56"/>
                    <a:gd name="T6" fmla="*/ 98 w 201"/>
                    <a:gd name="T7" fmla="*/ 21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1" h="56">
                      <a:moveTo>
                        <a:pt x="98" y="21"/>
                      </a:moveTo>
                      <a:cubicBezTo>
                        <a:pt x="43" y="36"/>
                        <a:pt x="0" y="51"/>
                        <a:pt x="1" y="56"/>
                      </a:cubicBezTo>
                      <a:cubicBezTo>
                        <a:pt x="201" y="5"/>
                        <a:pt x="201" y="5"/>
                        <a:pt x="201" y="5"/>
                      </a:cubicBezTo>
                      <a:cubicBezTo>
                        <a:pt x="199" y="0"/>
                        <a:pt x="154" y="7"/>
                        <a:pt x="98" y="2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6" name="Freeform 33"/>
                <p:cNvSpPr>
                  <a:spLocks/>
                </p:cNvSpPr>
                <p:nvPr/>
              </p:nvSpPr>
              <p:spPr bwMode="auto">
                <a:xfrm>
                  <a:off x="6040438" y="4232594"/>
                  <a:ext cx="363538" cy="371475"/>
                </a:xfrm>
                <a:custGeom>
                  <a:avLst/>
                  <a:gdLst>
                    <a:gd name="T0" fmla="*/ 83 w 152"/>
                    <a:gd name="T1" fmla="*/ 71 h 155"/>
                    <a:gd name="T2" fmla="*/ 4 w 152"/>
                    <a:gd name="T3" fmla="*/ 4 h 155"/>
                    <a:gd name="T4" fmla="*/ 69 w 152"/>
                    <a:gd name="T5" fmla="*/ 84 h 155"/>
                    <a:gd name="T6" fmla="*/ 148 w 152"/>
                    <a:gd name="T7" fmla="*/ 151 h 155"/>
                    <a:gd name="T8" fmla="*/ 83 w 152"/>
                    <a:gd name="T9" fmla="*/ 7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2" h="155">
                      <a:moveTo>
                        <a:pt x="83" y="71"/>
                      </a:moveTo>
                      <a:cubicBezTo>
                        <a:pt x="43" y="30"/>
                        <a:pt x="8" y="0"/>
                        <a:pt x="4" y="4"/>
                      </a:cubicBezTo>
                      <a:cubicBezTo>
                        <a:pt x="0" y="8"/>
                        <a:pt x="29" y="44"/>
                        <a:pt x="69" y="84"/>
                      </a:cubicBezTo>
                      <a:cubicBezTo>
                        <a:pt x="109" y="125"/>
                        <a:pt x="144" y="155"/>
                        <a:pt x="148" y="151"/>
                      </a:cubicBezTo>
                      <a:cubicBezTo>
                        <a:pt x="152" y="147"/>
                        <a:pt x="123" y="111"/>
                        <a:pt x="83" y="7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7" name="Freeform 34"/>
                <p:cNvSpPr>
                  <a:spLocks/>
                </p:cNvSpPr>
                <p:nvPr/>
              </p:nvSpPr>
              <p:spPr bwMode="auto">
                <a:xfrm>
                  <a:off x="6049963" y="4232594"/>
                  <a:ext cx="354013" cy="361950"/>
                </a:xfrm>
                <a:custGeom>
                  <a:avLst/>
                  <a:gdLst>
                    <a:gd name="T0" fmla="*/ 79 w 148"/>
                    <a:gd name="T1" fmla="*/ 71 h 151"/>
                    <a:gd name="T2" fmla="*/ 144 w 148"/>
                    <a:gd name="T3" fmla="*/ 151 h 151"/>
                    <a:gd name="T4" fmla="*/ 0 w 148"/>
                    <a:gd name="T5" fmla="*/ 4 h 151"/>
                    <a:gd name="T6" fmla="*/ 79 w 148"/>
                    <a:gd name="T7" fmla="*/ 7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8" h="151">
                      <a:moveTo>
                        <a:pt x="79" y="71"/>
                      </a:moveTo>
                      <a:cubicBezTo>
                        <a:pt x="119" y="111"/>
                        <a:pt x="148" y="147"/>
                        <a:pt x="144" y="151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4" y="0"/>
                        <a:pt x="39" y="30"/>
                        <a:pt x="79" y="7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8" name="Oval 35"/>
                <p:cNvSpPr>
                  <a:spLocks noChangeArrowheads="1"/>
                </p:cNvSpPr>
                <p:nvPr/>
              </p:nvSpPr>
              <p:spPr bwMode="auto">
                <a:xfrm>
                  <a:off x="6007100" y="4199256"/>
                  <a:ext cx="85725" cy="8572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9" name="Oval 36"/>
                <p:cNvSpPr>
                  <a:spLocks noChangeArrowheads="1"/>
                </p:cNvSpPr>
                <p:nvPr/>
              </p:nvSpPr>
              <p:spPr bwMode="auto">
                <a:xfrm>
                  <a:off x="6026150" y="4218306"/>
                  <a:ext cx="47625" cy="47625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0" name="矩形 349"/>
              <p:cNvSpPr/>
              <p:nvPr/>
            </p:nvSpPr>
            <p:spPr>
              <a:xfrm>
                <a:off x="6419056" y="4103211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1" name="矩形 350"/>
              <p:cNvSpPr/>
              <p:nvPr/>
            </p:nvSpPr>
            <p:spPr>
              <a:xfrm rot="16200000">
                <a:off x="6025358" y="4404363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9" name="组合 358"/>
            <p:cNvGrpSpPr/>
            <p:nvPr/>
          </p:nvGrpSpPr>
          <p:grpSpPr>
            <a:xfrm>
              <a:off x="7856591" y="4472528"/>
              <a:ext cx="666751" cy="659130"/>
              <a:chOff x="9007474" y="4504059"/>
              <a:chExt cx="666751" cy="659130"/>
            </a:xfrm>
          </p:grpSpPr>
          <p:grpSp>
            <p:nvGrpSpPr>
              <p:cNvPr id="354" name="组合 353"/>
              <p:cNvGrpSpPr/>
              <p:nvPr/>
            </p:nvGrpSpPr>
            <p:grpSpPr>
              <a:xfrm>
                <a:off x="9174163" y="4551681"/>
                <a:ext cx="500062" cy="577850"/>
                <a:chOff x="9174163" y="4551681"/>
                <a:chExt cx="500062" cy="577850"/>
              </a:xfrm>
            </p:grpSpPr>
            <p:sp>
              <p:nvSpPr>
                <p:cNvPr id="191" name="Freeform 58"/>
                <p:cNvSpPr>
                  <a:spLocks/>
                </p:cNvSpPr>
                <p:nvPr/>
              </p:nvSpPr>
              <p:spPr bwMode="auto">
                <a:xfrm>
                  <a:off x="9174163" y="4551681"/>
                  <a:ext cx="179388" cy="292100"/>
                </a:xfrm>
                <a:custGeom>
                  <a:avLst/>
                  <a:gdLst>
                    <a:gd name="T0" fmla="*/ 43 w 75"/>
                    <a:gd name="T1" fmla="*/ 58 h 122"/>
                    <a:gd name="T2" fmla="*/ 72 w 75"/>
                    <a:gd name="T3" fmla="*/ 120 h 122"/>
                    <a:gd name="T4" fmla="*/ 32 w 75"/>
                    <a:gd name="T5" fmla="*/ 64 h 122"/>
                    <a:gd name="T6" fmla="*/ 3 w 75"/>
                    <a:gd name="T7" fmla="*/ 2 h 122"/>
                    <a:gd name="T8" fmla="*/ 43 w 75"/>
                    <a:gd name="T9" fmla="*/ 58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122">
                      <a:moveTo>
                        <a:pt x="43" y="58"/>
                      </a:moveTo>
                      <a:cubicBezTo>
                        <a:pt x="62" y="90"/>
                        <a:pt x="75" y="118"/>
                        <a:pt x="72" y="120"/>
                      </a:cubicBezTo>
                      <a:cubicBezTo>
                        <a:pt x="69" y="122"/>
                        <a:pt x="51" y="97"/>
                        <a:pt x="32" y="64"/>
                      </a:cubicBezTo>
                      <a:cubicBezTo>
                        <a:pt x="13" y="32"/>
                        <a:pt x="0" y="4"/>
                        <a:pt x="3" y="2"/>
                      </a:cubicBezTo>
                      <a:cubicBezTo>
                        <a:pt x="6" y="0"/>
                        <a:pt x="24" y="25"/>
                        <a:pt x="43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2" name="Freeform 59"/>
                <p:cNvSpPr>
                  <a:spLocks/>
                </p:cNvSpPr>
                <p:nvPr/>
              </p:nvSpPr>
              <p:spPr bwMode="auto">
                <a:xfrm>
                  <a:off x="9180513" y="4551681"/>
                  <a:ext cx="173038" cy="287338"/>
                </a:xfrm>
                <a:custGeom>
                  <a:avLst/>
                  <a:gdLst>
                    <a:gd name="T0" fmla="*/ 40 w 72"/>
                    <a:gd name="T1" fmla="*/ 58 h 120"/>
                    <a:gd name="T2" fmla="*/ 0 w 72"/>
                    <a:gd name="T3" fmla="*/ 2 h 120"/>
                    <a:gd name="T4" fmla="*/ 69 w 72"/>
                    <a:gd name="T5" fmla="*/ 120 h 120"/>
                    <a:gd name="T6" fmla="*/ 40 w 72"/>
                    <a:gd name="T7" fmla="*/ 58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20">
                      <a:moveTo>
                        <a:pt x="40" y="58"/>
                      </a:moveTo>
                      <a:cubicBezTo>
                        <a:pt x="21" y="25"/>
                        <a:pt x="3" y="0"/>
                        <a:pt x="0" y="2"/>
                      </a:cubicBezTo>
                      <a:cubicBezTo>
                        <a:pt x="69" y="120"/>
                        <a:pt x="69" y="120"/>
                        <a:pt x="69" y="120"/>
                      </a:cubicBezTo>
                      <a:cubicBezTo>
                        <a:pt x="72" y="118"/>
                        <a:pt x="59" y="90"/>
                        <a:pt x="40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3" name="Freeform 60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74625" cy="295275"/>
                </a:xfrm>
                <a:custGeom>
                  <a:avLst/>
                  <a:gdLst>
                    <a:gd name="T0" fmla="*/ 31 w 73"/>
                    <a:gd name="T1" fmla="*/ 58 h 123"/>
                    <a:gd name="T2" fmla="*/ 70 w 73"/>
                    <a:gd name="T3" fmla="*/ 2 h 123"/>
                    <a:gd name="T4" fmla="*/ 42 w 73"/>
                    <a:gd name="T5" fmla="*/ 65 h 123"/>
                    <a:gd name="T6" fmla="*/ 3 w 73"/>
                    <a:gd name="T7" fmla="*/ 121 h 123"/>
                    <a:gd name="T8" fmla="*/ 31 w 73"/>
                    <a:gd name="T9" fmla="*/ 58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" h="123">
                      <a:moveTo>
                        <a:pt x="31" y="58"/>
                      </a:moveTo>
                      <a:cubicBezTo>
                        <a:pt x="50" y="26"/>
                        <a:pt x="67" y="0"/>
                        <a:pt x="70" y="2"/>
                      </a:cubicBezTo>
                      <a:cubicBezTo>
                        <a:pt x="73" y="4"/>
                        <a:pt x="61" y="32"/>
                        <a:pt x="42" y="65"/>
                      </a:cubicBezTo>
                      <a:cubicBezTo>
                        <a:pt x="24" y="98"/>
                        <a:pt x="6" y="123"/>
                        <a:pt x="3" y="121"/>
                      </a:cubicBezTo>
                      <a:cubicBezTo>
                        <a:pt x="0" y="119"/>
                        <a:pt x="13" y="91"/>
                        <a:pt x="31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4" name="Freeform 61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68275" cy="290513"/>
                </a:xfrm>
                <a:custGeom>
                  <a:avLst/>
                  <a:gdLst>
                    <a:gd name="T0" fmla="*/ 31 w 70"/>
                    <a:gd name="T1" fmla="*/ 58 h 121"/>
                    <a:gd name="T2" fmla="*/ 3 w 70"/>
                    <a:gd name="T3" fmla="*/ 121 h 121"/>
                    <a:gd name="T4" fmla="*/ 70 w 70"/>
                    <a:gd name="T5" fmla="*/ 2 h 121"/>
                    <a:gd name="T6" fmla="*/ 31 w 70"/>
                    <a:gd name="T7" fmla="*/ 58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0" h="121">
                      <a:moveTo>
                        <a:pt x="31" y="58"/>
                      </a:moveTo>
                      <a:cubicBezTo>
                        <a:pt x="13" y="91"/>
                        <a:pt x="0" y="119"/>
                        <a:pt x="3" y="121"/>
                      </a:cubicBezTo>
                      <a:cubicBezTo>
                        <a:pt x="70" y="2"/>
                        <a:pt x="70" y="2"/>
                        <a:pt x="70" y="2"/>
                      </a:cubicBezTo>
                      <a:cubicBezTo>
                        <a:pt x="67" y="0"/>
                        <a:pt x="50" y="26"/>
                        <a:pt x="31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5" name="Freeform 62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33338"/>
                </a:xfrm>
                <a:custGeom>
                  <a:avLst/>
                  <a:gdLst>
                    <a:gd name="T0" fmla="*/ 69 w 137"/>
                    <a:gd name="T1" fmla="*/ 1 h 14"/>
                    <a:gd name="T2" fmla="*/ 0 w 137"/>
                    <a:gd name="T3" fmla="*/ 8 h 14"/>
                    <a:gd name="T4" fmla="*/ 69 w 137"/>
                    <a:gd name="T5" fmla="*/ 14 h 14"/>
                    <a:gd name="T6" fmla="*/ 137 w 137"/>
                    <a:gd name="T7" fmla="*/ 7 h 14"/>
                    <a:gd name="T8" fmla="*/ 69 w 137"/>
                    <a:gd name="T9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14">
                      <a:moveTo>
                        <a:pt x="69" y="1"/>
                      </a:moveTo>
                      <a:cubicBezTo>
                        <a:pt x="31" y="1"/>
                        <a:pt x="0" y="4"/>
                        <a:pt x="0" y="8"/>
                      </a:cubicBezTo>
                      <a:cubicBezTo>
                        <a:pt x="0" y="11"/>
                        <a:pt x="31" y="14"/>
                        <a:pt x="69" y="14"/>
                      </a:cubicBezTo>
                      <a:cubicBezTo>
                        <a:pt x="107" y="13"/>
                        <a:pt x="137" y="10"/>
                        <a:pt x="137" y="7"/>
                      </a:cubicBezTo>
                      <a:cubicBezTo>
                        <a:pt x="137" y="3"/>
                        <a:pt x="106" y="0"/>
                        <a:pt x="69" y="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6" name="Freeform 63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19050"/>
                </a:xfrm>
                <a:custGeom>
                  <a:avLst/>
                  <a:gdLst>
                    <a:gd name="T0" fmla="*/ 69 w 137"/>
                    <a:gd name="T1" fmla="*/ 1 h 8"/>
                    <a:gd name="T2" fmla="*/ 137 w 137"/>
                    <a:gd name="T3" fmla="*/ 7 h 8"/>
                    <a:gd name="T4" fmla="*/ 0 w 137"/>
                    <a:gd name="T5" fmla="*/ 8 h 8"/>
                    <a:gd name="T6" fmla="*/ 69 w 137"/>
                    <a:gd name="T7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7" h="8">
                      <a:moveTo>
                        <a:pt x="69" y="1"/>
                      </a:moveTo>
                      <a:cubicBezTo>
                        <a:pt x="106" y="0"/>
                        <a:pt x="137" y="3"/>
                        <a:pt x="13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4"/>
                        <a:pt x="31" y="1"/>
                        <a:pt x="69" y="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7" name="Oval 64"/>
                <p:cNvSpPr>
                  <a:spLocks noChangeArrowheads="1"/>
                </p:cNvSpPr>
                <p:nvPr/>
              </p:nvSpPr>
              <p:spPr bwMode="auto">
                <a:xfrm>
                  <a:off x="9317038" y="4810444"/>
                  <a:ext cx="58738" cy="5715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8" name="Oval 65"/>
                <p:cNvSpPr>
                  <a:spLocks noChangeArrowheads="1"/>
                </p:cNvSpPr>
                <p:nvPr/>
              </p:nvSpPr>
              <p:spPr bwMode="auto">
                <a:xfrm>
                  <a:off x="9329738" y="4823144"/>
                  <a:ext cx="31750" cy="33338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5" name="矩形 354"/>
              <p:cNvSpPr/>
              <p:nvPr/>
            </p:nvSpPr>
            <p:spPr>
              <a:xfrm>
                <a:off x="9007474" y="4624231"/>
                <a:ext cx="104776" cy="4849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7" name="矩形 356"/>
              <p:cNvSpPr/>
              <p:nvPr/>
            </p:nvSpPr>
            <p:spPr>
              <a:xfrm>
                <a:off x="9280526" y="4504059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" name="矩形 357"/>
              <p:cNvSpPr/>
              <p:nvPr/>
            </p:nvSpPr>
            <p:spPr>
              <a:xfrm>
                <a:off x="9292431" y="5111122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0" name="组合 669"/>
            <p:cNvGrpSpPr/>
            <p:nvPr/>
          </p:nvGrpSpPr>
          <p:grpSpPr>
            <a:xfrm>
              <a:off x="3994205" y="2800887"/>
              <a:ext cx="611188" cy="369888"/>
              <a:chOff x="5145088" y="2832418"/>
              <a:chExt cx="611188" cy="369888"/>
            </a:xfrm>
          </p:grpSpPr>
          <p:sp>
            <p:nvSpPr>
              <p:cNvPr id="668" name="Freeform 280"/>
              <p:cNvSpPr>
                <a:spLocks/>
              </p:cNvSpPr>
              <p:nvPr/>
            </p:nvSpPr>
            <p:spPr bwMode="auto">
              <a:xfrm>
                <a:off x="5145088" y="2832418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1 h 154"/>
                  <a:gd name="T4" fmla="*/ 204 w 255"/>
                  <a:gd name="T5" fmla="*/ 46 h 154"/>
                  <a:gd name="T6" fmla="*/ 145 w 255"/>
                  <a:gd name="T7" fmla="*/ 0 h 154"/>
                  <a:gd name="T8" fmla="*/ 91 w 255"/>
                  <a:gd name="T9" fmla="*/ 30 h 154"/>
                  <a:gd name="T10" fmla="*/ 53 w 255"/>
                  <a:gd name="T11" fmla="*/ 36 h 154"/>
                  <a:gd name="T12" fmla="*/ 34 w 255"/>
                  <a:gd name="T13" fmla="*/ 71 h 154"/>
                  <a:gd name="T14" fmla="*/ 0 w 255"/>
                  <a:gd name="T15" fmla="*/ 112 h 154"/>
                  <a:gd name="T16" fmla="*/ 31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1"/>
                    </a:cubicBezTo>
                    <a:cubicBezTo>
                      <a:pt x="255" y="48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0"/>
                    </a:cubicBezTo>
                    <a:cubicBezTo>
                      <a:pt x="104" y="0"/>
                      <a:pt x="91" y="30"/>
                      <a:pt x="91" y="30"/>
                    </a:cubicBezTo>
                    <a:cubicBezTo>
                      <a:pt x="91" y="30"/>
                      <a:pt x="70" y="22"/>
                      <a:pt x="53" y="36"/>
                    </a:cubicBezTo>
                    <a:cubicBezTo>
                      <a:pt x="30" y="54"/>
                      <a:pt x="34" y="71"/>
                      <a:pt x="34" y="71"/>
                    </a:cubicBezTo>
                    <a:cubicBezTo>
                      <a:pt x="34" y="71"/>
                      <a:pt x="1" y="77"/>
                      <a:pt x="0" y="112"/>
                    </a:cubicBezTo>
                    <a:cubicBezTo>
                      <a:pt x="0" y="148"/>
                      <a:pt x="31" y="152"/>
                      <a:pt x="31" y="152"/>
                    </a:cubicBezTo>
                    <a:cubicBezTo>
                      <a:pt x="31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9" name="Freeform 281"/>
              <p:cNvSpPr>
                <a:spLocks/>
              </p:cNvSpPr>
              <p:nvPr/>
            </p:nvSpPr>
            <p:spPr bwMode="auto">
              <a:xfrm>
                <a:off x="5448300" y="2832418"/>
                <a:ext cx="307975" cy="369888"/>
              </a:xfrm>
              <a:custGeom>
                <a:avLst/>
                <a:gdLst>
                  <a:gd name="T0" fmla="*/ 77 w 128"/>
                  <a:gd name="T1" fmla="*/ 46 h 154"/>
                  <a:gd name="T2" fmla="*/ 18 w 128"/>
                  <a:gd name="T3" fmla="*/ 0 h 154"/>
                  <a:gd name="T4" fmla="*/ 0 w 128"/>
                  <a:gd name="T5" fmla="*/ 2 h 154"/>
                  <a:gd name="T6" fmla="*/ 0 w 128"/>
                  <a:gd name="T7" fmla="*/ 153 h 154"/>
                  <a:gd name="T8" fmla="*/ 77 w 128"/>
                  <a:gd name="T9" fmla="*/ 154 h 154"/>
                  <a:gd name="T10" fmla="*/ 127 w 128"/>
                  <a:gd name="T11" fmla="*/ 101 h 154"/>
                  <a:gd name="T12" fmla="*/ 77 w 128"/>
                  <a:gd name="T13" fmla="*/ 4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4">
                    <a:moveTo>
                      <a:pt x="77" y="46"/>
                    </a:moveTo>
                    <a:cubicBezTo>
                      <a:pt x="77" y="46"/>
                      <a:pt x="59" y="1"/>
                      <a:pt x="18" y="0"/>
                    </a:cubicBezTo>
                    <a:cubicBezTo>
                      <a:pt x="11" y="0"/>
                      <a:pt x="5" y="1"/>
                      <a:pt x="0" y="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7" y="153"/>
                      <a:pt x="71" y="154"/>
                      <a:pt x="77" y="154"/>
                    </a:cubicBezTo>
                    <a:cubicBezTo>
                      <a:pt x="90" y="154"/>
                      <a:pt x="126" y="150"/>
                      <a:pt x="127" y="101"/>
                    </a:cubicBezTo>
                    <a:cubicBezTo>
                      <a:pt x="128" y="48"/>
                      <a:pt x="77" y="46"/>
                      <a:pt x="77" y="4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3" name="组合 672"/>
            <p:cNvGrpSpPr/>
            <p:nvPr/>
          </p:nvGrpSpPr>
          <p:grpSpPr>
            <a:xfrm>
              <a:off x="1500242" y="3623212"/>
              <a:ext cx="508000" cy="309563"/>
              <a:chOff x="2651125" y="3654743"/>
              <a:chExt cx="508000" cy="309563"/>
            </a:xfrm>
          </p:grpSpPr>
          <p:sp>
            <p:nvSpPr>
              <p:cNvPr id="671" name="Freeform 282"/>
              <p:cNvSpPr>
                <a:spLocks/>
              </p:cNvSpPr>
              <p:nvPr/>
            </p:nvSpPr>
            <p:spPr bwMode="auto">
              <a:xfrm>
                <a:off x="2651125" y="3654743"/>
                <a:ext cx="508000" cy="309563"/>
              </a:xfrm>
              <a:custGeom>
                <a:avLst/>
                <a:gdLst>
                  <a:gd name="T0" fmla="*/ 169 w 212"/>
                  <a:gd name="T1" fmla="*/ 128 h 129"/>
                  <a:gd name="T2" fmla="*/ 212 w 212"/>
                  <a:gd name="T3" fmla="*/ 85 h 129"/>
                  <a:gd name="T4" fmla="*/ 170 w 212"/>
                  <a:gd name="T5" fmla="*/ 38 h 129"/>
                  <a:gd name="T6" fmla="*/ 121 w 212"/>
                  <a:gd name="T7" fmla="*/ 1 h 129"/>
                  <a:gd name="T8" fmla="*/ 76 w 212"/>
                  <a:gd name="T9" fmla="*/ 26 h 129"/>
                  <a:gd name="T10" fmla="*/ 44 w 212"/>
                  <a:gd name="T11" fmla="*/ 30 h 129"/>
                  <a:gd name="T12" fmla="*/ 29 w 212"/>
                  <a:gd name="T13" fmla="*/ 60 h 129"/>
                  <a:gd name="T14" fmla="*/ 0 w 212"/>
                  <a:gd name="T15" fmla="*/ 94 h 129"/>
                  <a:gd name="T16" fmla="*/ 26 w 212"/>
                  <a:gd name="T17" fmla="*/ 127 h 129"/>
                  <a:gd name="T18" fmla="*/ 169 w 212"/>
                  <a:gd name="T19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2" h="129">
                    <a:moveTo>
                      <a:pt x="169" y="128"/>
                    </a:moveTo>
                    <a:cubicBezTo>
                      <a:pt x="180" y="129"/>
                      <a:pt x="211" y="125"/>
                      <a:pt x="212" y="85"/>
                    </a:cubicBezTo>
                    <a:cubicBezTo>
                      <a:pt x="212" y="41"/>
                      <a:pt x="170" y="38"/>
                      <a:pt x="170" y="38"/>
                    </a:cubicBezTo>
                    <a:cubicBezTo>
                      <a:pt x="170" y="38"/>
                      <a:pt x="155" y="1"/>
                      <a:pt x="121" y="1"/>
                    </a:cubicBezTo>
                    <a:cubicBezTo>
                      <a:pt x="86" y="0"/>
                      <a:pt x="76" y="26"/>
                      <a:pt x="76" y="26"/>
                    </a:cubicBezTo>
                    <a:cubicBezTo>
                      <a:pt x="76" y="26"/>
                      <a:pt x="59" y="19"/>
                      <a:pt x="44" y="30"/>
                    </a:cubicBezTo>
                    <a:cubicBezTo>
                      <a:pt x="25" y="45"/>
                      <a:pt x="29" y="60"/>
                      <a:pt x="29" y="60"/>
                    </a:cubicBezTo>
                    <a:cubicBezTo>
                      <a:pt x="29" y="60"/>
                      <a:pt x="1" y="64"/>
                      <a:pt x="0" y="94"/>
                    </a:cubicBezTo>
                    <a:cubicBezTo>
                      <a:pt x="0" y="123"/>
                      <a:pt x="26" y="127"/>
                      <a:pt x="26" y="127"/>
                    </a:cubicBezTo>
                    <a:cubicBezTo>
                      <a:pt x="26" y="127"/>
                      <a:pt x="159" y="128"/>
                      <a:pt x="169" y="128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2" name="Freeform 283"/>
              <p:cNvSpPr>
                <a:spLocks/>
              </p:cNvSpPr>
              <p:nvPr/>
            </p:nvSpPr>
            <p:spPr bwMode="auto">
              <a:xfrm>
                <a:off x="2905125" y="3657918"/>
                <a:ext cx="254000" cy="306388"/>
              </a:xfrm>
              <a:custGeom>
                <a:avLst/>
                <a:gdLst>
                  <a:gd name="T0" fmla="*/ 64 w 106"/>
                  <a:gd name="T1" fmla="*/ 37 h 128"/>
                  <a:gd name="T2" fmla="*/ 15 w 106"/>
                  <a:gd name="T3" fmla="*/ 0 h 128"/>
                  <a:gd name="T4" fmla="*/ 0 w 106"/>
                  <a:gd name="T5" fmla="*/ 1 h 128"/>
                  <a:gd name="T6" fmla="*/ 0 w 106"/>
                  <a:gd name="T7" fmla="*/ 127 h 128"/>
                  <a:gd name="T8" fmla="*/ 63 w 106"/>
                  <a:gd name="T9" fmla="*/ 127 h 128"/>
                  <a:gd name="T10" fmla="*/ 106 w 106"/>
                  <a:gd name="T11" fmla="*/ 84 h 128"/>
                  <a:gd name="T12" fmla="*/ 64 w 106"/>
                  <a:gd name="T13" fmla="*/ 3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28">
                    <a:moveTo>
                      <a:pt x="64" y="37"/>
                    </a:moveTo>
                    <a:cubicBezTo>
                      <a:pt x="64" y="37"/>
                      <a:pt x="49" y="0"/>
                      <a:pt x="15" y="0"/>
                    </a:cubicBezTo>
                    <a:cubicBezTo>
                      <a:pt x="9" y="0"/>
                      <a:pt x="4" y="0"/>
                      <a:pt x="0" y="1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30" y="127"/>
                      <a:pt x="59" y="127"/>
                      <a:pt x="63" y="127"/>
                    </a:cubicBezTo>
                    <a:cubicBezTo>
                      <a:pt x="74" y="128"/>
                      <a:pt x="105" y="124"/>
                      <a:pt x="106" y="84"/>
                    </a:cubicBezTo>
                    <a:cubicBezTo>
                      <a:pt x="106" y="40"/>
                      <a:pt x="64" y="37"/>
                      <a:pt x="64" y="37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58" name="组合 957"/>
            <p:cNvGrpSpPr/>
            <p:nvPr/>
          </p:nvGrpSpPr>
          <p:grpSpPr>
            <a:xfrm>
              <a:off x="7629580" y="3753387"/>
              <a:ext cx="534988" cy="288926"/>
              <a:chOff x="8780463" y="3784918"/>
              <a:chExt cx="534988" cy="288926"/>
            </a:xfrm>
          </p:grpSpPr>
          <p:sp>
            <p:nvSpPr>
              <p:cNvPr id="956" name="Freeform 286"/>
              <p:cNvSpPr>
                <a:spLocks/>
              </p:cNvSpPr>
              <p:nvPr/>
            </p:nvSpPr>
            <p:spPr bwMode="auto">
              <a:xfrm>
                <a:off x="8780463" y="3784918"/>
                <a:ext cx="534988" cy="288925"/>
              </a:xfrm>
              <a:custGeom>
                <a:avLst/>
                <a:gdLst>
                  <a:gd name="T0" fmla="*/ 20 w 223"/>
                  <a:gd name="T1" fmla="*/ 121 h 121"/>
                  <a:gd name="T2" fmla="*/ 192 w 223"/>
                  <a:gd name="T3" fmla="*/ 121 h 121"/>
                  <a:gd name="T4" fmla="*/ 223 w 223"/>
                  <a:gd name="T5" fmla="*/ 95 h 121"/>
                  <a:gd name="T6" fmla="*/ 193 w 223"/>
                  <a:gd name="T7" fmla="*/ 57 h 121"/>
                  <a:gd name="T8" fmla="*/ 177 w 223"/>
                  <a:gd name="T9" fmla="*/ 32 h 121"/>
                  <a:gd name="T10" fmla="*/ 139 w 223"/>
                  <a:gd name="T11" fmla="*/ 29 h 121"/>
                  <a:gd name="T12" fmla="*/ 102 w 223"/>
                  <a:gd name="T13" fmla="*/ 0 h 121"/>
                  <a:gd name="T14" fmla="*/ 66 w 223"/>
                  <a:gd name="T15" fmla="*/ 30 h 121"/>
                  <a:gd name="T16" fmla="*/ 31 w 223"/>
                  <a:gd name="T17" fmla="*/ 40 h 121"/>
                  <a:gd name="T18" fmla="*/ 23 w 223"/>
                  <a:gd name="T19" fmla="*/ 71 h 121"/>
                  <a:gd name="T20" fmla="*/ 0 w 223"/>
                  <a:gd name="T21" fmla="*/ 101 h 121"/>
                  <a:gd name="T22" fmla="*/ 20 w 223"/>
                  <a:gd name="T2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3" h="121">
                    <a:moveTo>
                      <a:pt x="20" y="121"/>
                    </a:moveTo>
                    <a:cubicBezTo>
                      <a:pt x="41" y="121"/>
                      <a:pt x="117" y="121"/>
                      <a:pt x="192" y="121"/>
                    </a:cubicBezTo>
                    <a:cubicBezTo>
                      <a:pt x="206" y="121"/>
                      <a:pt x="223" y="109"/>
                      <a:pt x="223" y="95"/>
                    </a:cubicBezTo>
                    <a:cubicBezTo>
                      <a:pt x="223" y="62"/>
                      <a:pt x="193" y="57"/>
                      <a:pt x="193" y="57"/>
                    </a:cubicBezTo>
                    <a:cubicBezTo>
                      <a:pt x="193" y="57"/>
                      <a:pt x="195" y="41"/>
                      <a:pt x="177" y="32"/>
                    </a:cubicBezTo>
                    <a:cubicBezTo>
                      <a:pt x="159" y="23"/>
                      <a:pt x="139" y="29"/>
                      <a:pt x="139" y="29"/>
                    </a:cubicBezTo>
                    <a:cubicBezTo>
                      <a:pt x="139" y="29"/>
                      <a:pt x="136" y="0"/>
                      <a:pt x="102" y="0"/>
                    </a:cubicBezTo>
                    <a:cubicBezTo>
                      <a:pt x="67" y="0"/>
                      <a:pt x="66" y="30"/>
                      <a:pt x="66" y="30"/>
                    </a:cubicBezTo>
                    <a:cubicBezTo>
                      <a:pt x="66" y="30"/>
                      <a:pt x="48" y="24"/>
                      <a:pt x="31" y="40"/>
                    </a:cubicBezTo>
                    <a:cubicBezTo>
                      <a:pt x="14" y="57"/>
                      <a:pt x="23" y="71"/>
                      <a:pt x="23" y="71"/>
                    </a:cubicBezTo>
                    <a:cubicBezTo>
                      <a:pt x="23" y="71"/>
                      <a:pt x="0" y="79"/>
                      <a:pt x="0" y="101"/>
                    </a:cubicBezTo>
                    <a:cubicBezTo>
                      <a:pt x="0" y="109"/>
                      <a:pt x="8" y="121"/>
                      <a:pt x="20" y="121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7" name="Freeform 287"/>
              <p:cNvSpPr>
                <a:spLocks/>
              </p:cNvSpPr>
              <p:nvPr/>
            </p:nvSpPr>
            <p:spPr bwMode="auto">
              <a:xfrm>
                <a:off x="9048750" y="3786506"/>
                <a:ext cx="266700" cy="287338"/>
              </a:xfrm>
              <a:custGeom>
                <a:avLst/>
                <a:gdLst>
                  <a:gd name="T0" fmla="*/ 81 w 111"/>
                  <a:gd name="T1" fmla="*/ 56 h 120"/>
                  <a:gd name="T2" fmla="*/ 65 w 111"/>
                  <a:gd name="T3" fmla="*/ 31 h 120"/>
                  <a:gd name="T4" fmla="*/ 27 w 111"/>
                  <a:gd name="T5" fmla="*/ 28 h 120"/>
                  <a:gd name="T6" fmla="*/ 0 w 111"/>
                  <a:gd name="T7" fmla="*/ 0 h 120"/>
                  <a:gd name="T8" fmla="*/ 0 w 111"/>
                  <a:gd name="T9" fmla="*/ 120 h 120"/>
                  <a:gd name="T10" fmla="*/ 80 w 111"/>
                  <a:gd name="T11" fmla="*/ 120 h 120"/>
                  <a:gd name="T12" fmla="*/ 111 w 111"/>
                  <a:gd name="T13" fmla="*/ 94 h 120"/>
                  <a:gd name="T14" fmla="*/ 81 w 111"/>
                  <a:gd name="T15" fmla="*/ 56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20">
                    <a:moveTo>
                      <a:pt x="81" y="56"/>
                    </a:moveTo>
                    <a:cubicBezTo>
                      <a:pt x="81" y="56"/>
                      <a:pt x="83" y="40"/>
                      <a:pt x="65" y="31"/>
                    </a:cubicBezTo>
                    <a:cubicBezTo>
                      <a:pt x="47" y="22"/>
                      <a:pt x="27" y="28"/>
                      <a:pt x="27" y="28"/>
                    </a:cubicBezTo>
                    <a:cubicBezTo>
                      <a:pt x="27" y="28"/>
                      <a:pt x="25" y="5"/>
                      <a:pt x="0" y="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5" y="120"/>
                      <a:pt x="52" y="120"/>
                      <a:pt x="80" y="120"/>
                    </a:cubicBezTo>
                    <a:cubicBezTo>
                      <a:pt x="94" y="120"/>
                      <a:pt x="111" y="108"/>
                      <a:pt x="111" y="94"/>
                    </a:cubicBezTo>
                    <a:cubicBezTo>
                      <a:pt x="111" y="61"/>
                      <a:pt x="81" y="56"/>
                      <a:pt x="81" y="5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85" name="组合 984"/>
            <p:cNvGrpSpPr/>
            <p:nvPr/>
          </p:nvGrpSpPr>
          <p:grpSpPr>
            <a:xfrm>
              <a:off x="6350848" y="5169756"/>
              <a:ext cx="331788" cy="265113"/>
              <a:chOff x="7501731" y="5201287"/>
              <a:chExt cx="331788" cy="265113"/>
            </a:xfrm>
          </p:grpSpPr>
          <p:sp>
            <p:nvSpPr>
              <p:cNvPr id="962" name="Freeform 234"/>
              <p:cNvSpPr>
                <a:spLocks/>
              </p:cNvSpPr>
              <p:nvPr/>
            </p:nvSpPr>
            <p:spPr bwMode="auto">
              <a:xfrm>
                <a:off x="7592219" y="5344162"/>
                <a:ext cx="19050" cy="122238"/>
              </a:xfrm>
              <a:custGeom>
                <a:avLst/>
                <a:gdLst>
                  <a:gd name="T0" fmla="*/ 12 w 12"/>
                  <a:gd name="T1" fmla="*/ 77 h 77"/>
                  <a:gd name="T2" fmla="*/ 1 w 12"/>
                  <a:gd name="T3" fmla="*/ 77 h 77"/>
                  <a:gd name="T4" fmla="*/ 0 w 12"/>
                  <a:gd name="T5" fmla="*/ 0 h 77"/>
                  <a:gd name="T6" fmla="*/ 10 w 12"/>
                  <a:gd name="T7" fmla="*/ 0 h 77"/>
                  <a:gd name="T8" fmla="*/ 12 w 12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7">
                    <a:moveTo>
                      <a:pt x="12" y="77"/>
                    </a:moveTo>
                    <a:lnTo>
                      <a:pt x="1" y="77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77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9" name="Freeform 241"/>
              <p:cNvSpPr>
                <a:spLocks/>
              </p:cNvSpPr>
              <p:nvPr/>
            </p:nvSpPr>
            <p:spPr bwMode="auto">
              <a:xfrm>
                <a:off x="7580313" y="5261293"/>
                <a:ext cx="211138" cy="125413"/>
              </a:xfrm>
              <a:custGeom>
                <a:avLst/>
                <a:gdLst>
                  <a:gd name="T0" fmla="*/ 88 w 88"/>
                  <a:gd name="T1" fmla="*/ 32 h 52"/>
                  <a:gd name="T2" fmla="*/ 75 w 88"/>
                  <a:gd name="T3" fmla="*/ 43 h 52"/>
                  <a:gd name="T4" fmla="*/ 14 w 88"/>
                  <a:gd name="T5" fmla="*/ 52 h 52"/>
                  <a:gd name="T6" fmla="*/ 1 w 88"/>
                  <a:gd name="T7" fmla="*/ 41 h 52"/>
                  <a:gd name="T8" fmla="*/ 0 w 88"/>
                  <a:gd name="T9" fmla="*/ 12 h 52"/>
                  <a:gd name="T10" fmla="*/ 13 w 88"/>
                  <a:gd name="T11" fmla="*/ 1 h 52"/>
                  <a:gd name="T12" fmla="*/ 74 w 88"/>
                  <a:gd name="T13" fmla="*/ 0 h 52"/>
                  <a:gd name="T14" fmla="*/ 87 w 88"/>
                  <a:gd name="T15" fmla="*/ 11 h 52"/>
                  <a:gd name="T16" fmla="*/ 88 w 88"/>
                  <a:gd name="T17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52">
                    <a:moveTo>
                      <a:pt x="88" y="32"/>
                    </a:moveTo>
                    <a:cubicBezTo>
                      <a:pt x="88" y="38"/>
                      <a:pt x="82" y="43"/>
                      <a:pt x="75" y="4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7" y="52"/>
                      <a:pt x="1" y="47"/>
                      <a:pt x="1" y="4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6"/>
                      <a:pt x="6" y="1"/>
                      <a:pt x="13" y="1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81" y="0"/>
                      <a:pt x="87" y="5"/>
                      <a:pt x="87" y="11"/>
                    </a:cubicBezTo>
                    <a:lnTo>
                      <a:pt x="88" y="32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0" name="Freeform 232"/>
              <p:cNvSpPr>
                <a:spLocks/>
              </p:cNvSpPr>
              <p:nvPr/>
            </p:nvSpPr>
            <p:spPr bwMode="auto">
              <a:xfrm>
                <a:off x="7554119" y="5201287"/>
                <a:ext cx="117475" cy="171450"/>
              </a:xfrm>
              <a:custGeom>
                <a:avLst/>
                <a:gdLst>
                  <a:gd name="T0" fmla="*/ 0 w 49"/>
                  <a:gd name="T1" fmla="*/ 25 h 71"/>
                  <a:gd name="T2" fmla="*/ 0 w 49"/>
                  <a:gd name="T3" fmla="*/ 1 h 71"/>
                  <a:gd name="T4" fmla="*/ 48 w 49"/>
                  <a:gd name="T5" fmla="*/ 36 h 71"/>
                  <a:gd name="T6" fmla="*/ 0 w 49"/>
                  <a:gd name="T7" fmla="*/ 2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71">
                    <a:moveTo>
                      <a:pt x="0" y="2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8" y="0"/>
                      <a:pt x="48" y="36"/>
                    </a:cubicBezTo>
                    <a:cubicBezTo>
                      <a:pt x="49" y="71"/>
                      <a:pt x="1" y="40"/>
                      <a:pt x="0" y="25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1" name="Freeform 247"/>
              <p:cNvSpPr>
                <a:spLocks/>
              </p:cNvSpPr>
              <p:nvPr/>
            </p:nvSpPr>
            <p:spPr bwMode="auto">
              <a:xfrm>
                <a:off x="7582694" y="5247325"/>
                <a:ext cx="52388" cy="139700"/>
              </a:xfrm>
              <a:custGeom>
                <a:avLst/>
                <a:gdLst>
                  <a:gd name="T0" fmla="*/ 0 w 22"/>
                  <a:gd name="T1" fmla="*/ 0 h 58"/>
                  <a:gd name="T2" fmla="*/ 6 w 22"/>
                  <a:gd name="T3" fmla="*/ 0 h 58"/>
                  <a:gd name="T4" fmla="*/ 22 w 22"/>
                  <a:gd name="T5" fmla="*/ 15 h 58"/>
                  <a:gd name="T6" fmla="*/ 17 w 22"/>
                  <a:gd name="T7" fmla="*/ 42 h 58"/>
                  <a:gd name="T8" fmla="*/ 2 w 22"/>
                  <a:gd name="T9" fmla="*/ 58 h 58"/>
                  <a:gd name="T10" fmla="*/ 0 w 22"/>
                  <a:gd name="T11" fmla="*/ 58 h 58"/>
                  <a:gd name="T12" fmla="*/ 0 w 22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5" y="0"/>
                      <a:pt x="22" y="7"/>
                      <a:pt x="22" y="15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5" y="52"/>
                      <a:pt x="10" y="58"/>
                      <a:pt x="2" y="58"/>
                    </a:cubicBezTo>
                    <a:cubicBezTo>
                      <a:pt x="0" y="58"/>
                      <a:pt x="0" y="58"/>
                      <a:pt x="0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3" name="Freeform 251"/>
              <p:cNvSpPr>
                <a:spLocks/>
              </p:cNvSpPr>
              <p:nvPr/>
            </p:nvSpPr>
            <p:spPr bwMode="auto">
              <a:xfrm>
                <a:off x="7583488" y="5343843"/>
                <a:ext cx="38100" cy="42863"/>
              </a:xfrm>
              <a:custGeom>
                <a:avLst/>
                <a:gdLst>
                  <a:gd name="T0" fmla="*/ 1 w 16"/>
                  <a:gd name="T1" fmla="*/ 1 h 18"/>
                  <a:gd name="T2" fmla="*/ 0 w 16"/>
                  <a:gd name="T3" fmla="*/ 1 h 18"/>
                  <a:gd name="T4" fmla="*/ 0 w 16"/>
                  <a:gd name="T5" fmla="*/ 18 h 18"/>
                  <a:gd name="T6" fmla="*/ 2 w 16"/>
                  <a:gd name="T7" fmla="*/ 18 h 18"/>
                  <a:gd name="T8" fmla="*/ 16 w 16"/>
                  <a:gd name="T9" fmla="*/ 5 h 18"/>
                  <a:gd name="T10" fmla="*/ 1 w 16"/>
                  <a:gd name="T1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9" y="18"/>
                      <a:pt x="14" y="13"/>
                      <a:pt x="16" y="5"/>
                    </a:cubicBezTo>
                    <a:cubicBezTo>
                      <a:pt x="13" y="2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9" name="Freeform 231"/>
              <p:cNvSpPr>
                <a:spLocks/>
              </p:cNvSpPr>
              <p:nvPr/>
            </p:nvSpPr>
            <p:spPr bwMode="auto">
              <a:xfrm>
                <a:off x="7747794" y="5271137"/>
                <a:ext cx="85725" cy="96838"/>
              </a:xfrm>
              <a:custGeom>
                <a:avLst/>
                <a:gdLst>
                  <a:gd name="T0" fmla="*/ 10 w 36"/>
                  <a:gd name="T1" fmla="*/ 3 h 40"/>
                  <a:gd name="T2" fmla="*/ 21 w 36"/>
                  <a:gd name="T3" fmla="*/ 0 h 40"/>
                  <a:gd name="T4" fmla="*/ 36 w 36"/>
                  <a:gd name="T5" fmla="*/ 21 h 40"/>
                  <a:gd name="T6" fmla="*/ 36 w 36"/>
                  <a:gd name="T7" fmla="*/ 40 h 40"/>
                  <a:gd name="T8" fmla="*/ 22 w 36"/>
                  <a:gd name="T9" fmla="*/ 40 h 40"/>
                  <a:gd name="T10" fmla="*/ 24 w 36"/>
                  <a:gd name="T11" fmla="*/ 19 h 40"/>
                  <a:gd name="T12" fmla="*/ 11 w 36"/>
                  <a:gd name="T13" fmla="*/ 7 h 40"/>
                  <a:gd name="T14" fmla="*/ 10 w 36"/>
                  <a:gd name="T15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10" y="3"/>
                    </a:moveTo>
                    <a:cubicBezTo>
                      <a:pt x="10" y="3"/>
                      <a:pt x="15" y="0"/>
                      <a:pt x="21" y="0"/>
                    </a:cubicBezTo>
                    <a:cubicBezTo>
                      <a:pt x="26" y="0"/>
                      <a:pt x="35" y="6"/>
                      <a:pt x="36" y="21"/>
                    </a:cubicBezTo>
                    <a:cubicBezTo>
                      <a:pt x="36" y="35"/>
                      <a:pt x="36" y="40"/>
                      <a:pt x="36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4" y="28"/>
                      <a:pt x="24" y="19"/>
                    </a:cubicBezTo>
                    <a:cubicBezTo>
                      <a:pt x="24" y="9"/>
                      <a:pt x="21" y="3"/>
                      <a:pt x="11" y="7"/>
                    </a:cubicBezTo>
                    <a:cubicBezTo>
                      <a:pt x="0" y="11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1" name="Freeform 233"/>
              <p:cNvSpPr>
                <a:spLocks/>
              </p:cNvSpPr>
              <p:nvPr/>
            </p:nvSpPr>
            <p:spPr bwMode="auto">
              <a:xfrm>
                <a:off x="7638256" y="5363212"/>
                <a:ext cx="15875" cy="100013"/>
              </a:xfrm>
              <a:custGeom>
                <a:avLst/>
                <a:gdLst>
                  <a:gd name="T0" fmla="*/ 10 w 10"/>
                  <a:gd name="T1" fmla="*/ 63 h 63"/>
                  <a:gd name="T2" fmla="*/ 0 w 10"/>
                  <a:gd name="T3" fmla="*/ 63 h 63"/>
                  <a:gd name="T4" fmla="*/ 0 w 10"/>
                  <a:gd name="T5" fmla="*/ 0 h 63"/>
                  <a:gd name="T6" fmla="*/ 9 w 10"/>
                  <a:gd name="T7" fmla="*/ 0 h 63"/>
                  <a:gd name="T8" fmla="*/ 10 w 10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lnTo>
                      <a:pt x="0" y="63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3" name="Rectangle 235"/>
              <p:cNvSpPr>
                <a:spLocks noChangeArrowheads="1"/>
              </p:cNvSpPr>
              <p:nvPr/>
            </p:nvSpPr>
            <p:spPr bwMode="auto">
              <a:xfrm>
                <a:off x="7593806" y="5455287"/>
                <a:ext cx="17463" cy="1111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4" name="Rectangle 236"/>
              <p:cNvSpPr>
                <a:spLocks noChangeArrowheads="1"/>
              </p:cNvSpPr>
              <p:nvPr/>
            </p:nvSpPr>
            <p:spPr bwMode="auto">
              <a:xfrm>
                <a:off x="7638256" y="5455287"/>
                <a:ext cx="1587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5" name="Freeform 237"/>
              <p:cNvSpPr>
                <a:spLocks/>
              </p:cNvSpPr>
              <p:nvPr/>
            </p:nvSpPr>
            <p:spPr bwMode="auto">
              <a:xfrm>
                <a:off x="7766844" y="5350512"/>
                <a:ext cx="17463" cy="112713"/>
              </a:xfrm>
              <a:custGeom>
                <a:avLst/>
                <a:gdLst>
                  <a:gd name="T0" fmla="*/ 11 w 11"/>
                  <a:gd name="T1" fmla="*/ 70 h 71"/>
                  <a:gd name="T2" fmla="*/ 2 w 11"/>
                  <a:gd name="T3" fmla="*/ 71 h 71"/>
                  <a:gd name="T4" fmla="*/ 0 w 11"/>
                  <a:gd name="T5" fmla="*/ 0 h 71"/>
                  <a:gd name="T6" fmla="*/ 11 w 11"/>
                  <a:gd name="T7" fmla="*/ 0 h 71"/>
                  <a:gd name="T8" fmla="*/ 11 w 11"/>
                  <a:gd name="T9" fmla="*/ 7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0"/>
                    </a:moveTo>
                    <a:lnTo>
                      <a:pt x="2" y="7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7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6" name="Freeform 238"/>
              <p:cNvSpPr>
                <a:spLocks/>
              </p:cNvSpPr>
              <p:nvPr/>
            </p:nvSpPr>
            <p:spPr bwMode="auto">
              <a:xfrm>
                <a:off x="7770019" y="5453700"/>
                <a:ext cx="14288" cy="9525"/>
              </a:xfrm>
              <a:custGeom>
                <a:avLst/>
                <a:gdLst>
                  <a:gd name="T0" fmla="*/ 0 w 9"/>
                  <a:gd name="T1" fmla="*/ 0 h 6"/>
                  <a:gd name="T2" fmla="*/ 0 w 9"/>
                  <a:gd name="T3" fmla="*/ 6 h 6"/>
                  <a:gd name="T4" fmla="*/ 9 w 9"/>
                  <a:gd name="T5" fmla="*/ 5 h 6"/>
                  <a:gd name="T6" fmla="*/ 9 w 9"/>
                  <a:gd name="T7" fmla="*/ 0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0" y="6"/>
                    </a:lnTo>
                    <a:lnTo>
                      <a:pt x="9" y="5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7" name="Freeform 239"/>
              <p:cNvSpPr>
                <a:spLocks/>
              </p:cNvSpPr>
              <p:nvPr/>
            </p:nvSpPr>
            <p:spPr bwMode="auto">
              <a:xfrm>
                <a:off x="7730331" y="5350512"/>
                <a:ext cx="17463" cy="112713"/>
              </a:xfrm>
              <a:custGeom>
                <a:avLst/>
                <a:gdLst>
                  <a:gd name="T0" fmla="*/ 11 w 11"/>
                  <a:gd name="T1" fmla="*/ 71 h 71"/>
                  <a:gd name="T2" fmla="*/ 0 w 11"/>
                  <a:gd name="T3" fmla="*/ 71 h 71"/>
                  <a:gd name="T4" fmla="*/ 0 w 11"/>
                  <a:gd name="T5" fmla="*/ 0 h 71"/>
                  <a:gd name="T6" fmla="*/ 10 w 11"/>
                  <a:gd name="T7" fmla="*/ 0 h 71"/>
                  <a:gd name="T8" fmla="*/ 11 w 11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1"/>
                    </a:moveTo>
                    <a:lnTo>
                      <a:pt x="0" y="7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1" y="7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8" name="Rectangle 240"/>
              <p:cNvSpPr>
                <a:spLocks noChangeArrowheads="1"/>
              </p:cNvSpPr>
              <p:nvPr/>
            </p:nvSpPr>
            <p:spPr bwMode="auto">
              <a:xfrm>
                <a:off x="7730331" y="5453700"/>
                <a:ext cx="17463" cy="9525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9" name="Freeform 242"/>
              <p:cNvSpPr>
                <a:spLocks/>
              </p:cNvSpPr>
              <p:nvPr/>
            </p:nvSpPr>
            <p:spPr bwMode="auto">
              <a:xfrm>
                <a:off x="7501731" y="5240975"/>
                <a:ext cx="58738" cy="47625"/>
              </a:xfrm>
              <a:custGeom>
                <a:avLst/>
                <a:gdLst>
                  <a:gd name="T0" fmla="*/ 25 w 25"/>
                  <a:gd name="T1" fmla="*/ 17 h 20"/>
                  <a:gd name="T2" fmla="*/ 13 w 25"/>
                  <a:gd name="T3" fmla="*/ 3 h 20"/>
                  <a:gd name="T4" fmla="*/ 0 w 25"/>
                  <a:gd name="T5" fmla="*/ 2 h 20"/>
                  <a:gd name="T6" fmla="*/ 11 w 25"/>
                  <a:gd name="T7" fmla="*/ 17 h 20"/>
                  <a:gd name="T8" fmla="*/ 25 w 25"/>
                  <a:gd name="T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5" y="17"/>
                    </a:moveTo>
                    <a:cubicBezTo>
                      <a:pt x="23" y="12"/>
                      <a:pt x="18" y="6"/>
                      <a:pt x="13" y="3"/>
                    </a:cubicBezTo>
                    <a:cubicBezTo>
                      <a:pt x="8" y="0"/>
                      <a:pt x="3" y="0"/>
                      <a:pt x="0" y="2"/>
                    </a:cubicBezTo>
                    <a:cubicBezTo>
                      <a:pt x="2" y="8"/>
                      <a:pt x="6" y="13"/>
                      <a:pt x="11" y="17"/>
                    </a:cubicBezTo>
                    <a:cubicBezTo>
                      <a:pt x="17" y="20"/>
                      <a:pt x="22" y="20"/>
                      <a:pt x="25" y="17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0" name="Freeform 246"/>
              <p:cNvSpPr>
                <a:spLocks/>
              </p:cNvSpPr>
              <p:nvPr/>
            </p:nvSpPr>
            <p:spPr bwMode="auto">
              <a:xfrm>
                <a:off x="7527131" y="5247325"/>
                <a:ext cx="55563" cy="139700"/>
              </a:xfrm>
              <a:custGeom>
                <a:avLst/>
                <a:gdLst>
                  <a:gd name="T0" fmla="*/ 23 w 23"/>
                  <a:gd name="T1" fmla="*/ 0 h 58"/>
                  <a:gd name="T2" fmla="*/ 16 w 23"/>
                  <a:gd name="T3" fmla="*/ 1 h 58"/>
                  <a:gd name="T4" fmla="*/ 1 w 23"/>
                  <a:gd name="T5" fmla="*/ 16 h 58"/>
                  <a:gd name="T6" fmla="*/ 6 w 23"/>
                  <a:gd name="T7" fmla="*/ 43 h 58"/>
                  <a:gd name="T8" fmla="*/ 22 w 23"/>
                  <a:gd name="T9" fmla="*/ 58 h 58"/>
                  <a:gd name="T10" fmla="*/ 23 w 23"/>
                  <a:gd name="T11" fmla="*/ 58 h 58"/>
                  <a:gd name="T12" fmla="*/ 23 w 23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8">
                    <a:moveTo>
                      <a:pt x="23" y="0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7" y="1"/>
                      <a:pt x="0" y="8"/>
                      <a:pt x="1" y="16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53"/>
                      <a:pt x="14" y="58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2" name="Freeform 248"/>
              <p:cNvSpPr>
                <a:spLocks/>
              </p:cNvSpPr>
              <p:nvPr/>
            </p:nvSpPr>
            <p:spPr bwMode="auto">
              <a:xfrm>
                <a:off x="7555706" y="5283837"/>
                <a:ext cx="14288" cy="14288"/>
              </a:xfrm>
              <a:custGeom>
                <a:avLst/>
                <a:gdLst>
                  <a:gd name="T0" fmla="*/ 6 w 6"/>
                  <a:gd name="T1" fmla="*/ 3 h 6"/>
                  <a:gd name="T2" fmla="*/ 3 w 6"/>
                  <a:gd name="T3" fmla="*/ 6 h 6"/>
                  <a:gd name="T4" fmla="*/ 0 w 6"/>
                  <a:gd name="T5" fmla="*/ 3 h 6"/>
                  <a:gd name="T6" fmla="*/ 3 w 6"/>
                  <a:gd name="T7" fmla="*/ 0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3" name="Freeform 249"/>
              <p:cNvSpPr>
                <a:spLocks/>
              </p:cNvSpPr>
              <p:nvPr/>
            </p:nvSpPr>
            <p:spPr bwMode="auto">
              <a:xfrm>
                <a:off x="7592219" y="5283837"/>
                <a:ext cx="15875" cy="14288"/>
              </a:xfrm>
              <a:custGeom>
                <a:avLst/>
                <a:gdLst>
                  <a:gd name="T0" fmla="*/ 7 w 7"/>
                  <a:gd name="T1" fmla="*/ 3 h 6"/>
                  <a:gd name="T2" fmla="*/ 3 w 7"/>
                  <a:gd name="T3" fmla="*/ 6 h 6"/>
                  <a:gd name="T4" fmla="*/ 0 w 7"/>
                  <a:gd name="T5" fmla="*/ 3 h 6"/>
                  <a:gd name="T6" fmla="*/ 3 w 7"/>
                  <a:gd name="T7" fmla="*/ 0 h 6"/>
                  <a:gd name="T8" fmla="*/ 7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4" name="Freeform 250"/>
              <p:cNvSpPr>
                <a:spLocks/>
              </p:cNvSpPr>
              <p:nvPr/>
            </p:nvSpPr>
            <p:spPr bwMode="auto">
              <a:xfrm>
                <a:off x="7544594" y="5345750"/>
                <a:ext cx="38100" cy="41275"/>
              </a:xfrm>
              <a:custGeom>
                <a:avLst/>
                <a:gdLst>
                  <a:gd name="T0" fmla="*/ 0 w 16"/>
                  <a:gd name="T1" fmla="*/ 5 h 17"/>
                  <a:gd name="T2" fmla="*/ 15 w 16"/>
                  <a:gd name="T3" fmla="*/ 17 h 17"/>
                  <a:gd name="T4" fmla="*/ 16 w 16"/>
                  <a:gd name="T5" fmla="*/ 17 h 17"/>
                  <a:gd name="T6" fmla="*/ 16 w 16"/>
                  <a:gd name="T7" fmla="*/ 0 h 17"/>
                  <a:gd name="T8" fmla="*/ 0 w 16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5"/>
                    </a:moveTo>
                    <a:cubicBezTo>
                      <a:pt x="3" y="13"/>
                      <a:pt x="8" y="17"/>
                      <a:pt x="15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0"/>
                      <a:pt x="3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5" name="Oval 252"/>
              <p:cNvSpPr>
                <a:spLocks noChangeArrowheads="1"/>
              </p:cNvSpPr>
              <p:nvPr/>
            </p:nvSpPr>
            <p:spPr bwMode="auto">
              <a:xfrm>
                <a:off x="7563644" y="5360037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6" name="Freeform 253"/>
              <p:cNvSpPr>
                <a:spLocks/>
              </p:cNvSpPr>
              <p:nvPr/>
            </p:nvSpPr>
            <p:spPr bwMode="auto">
              <a:xfrm>
                <a:off x="7592219" y="5360037"/>
                <a:ext cx="11113" cy="12700"/>
              </a:xfrm>
              <a:custGeom>
                <a:avLst/>
                <a:gdLst>
                  <a:gd name="T0" fmla="*/ 5 w 5"/>
                  <a:gd name="T1" fmla="*/ 2 h 5"/>
                  <a:gd name="T2" fmla="*/ 2 w 5"/>
                  <a:gd name="T3" fmla="*/ 5 h 5"/>
                  <a:gd name="T4" fmla="*/ 0 w 5"/>
                  <a:gd name="T5" fmla="*/ 2 h 5"/>
                  <a:gd name="T6" fmla="*/ 2 w 5"/>
                  <a:gd name="T7" fmla="*/ 0 h 5"/>
                  <a:gd name="T8" fmla="*/ 5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3"/>
                      <a:pt x="4" y="4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0" name="Freeform 243"/>
              <p:cNvSpPr>
                <a:spLocks/>
              </p:cNvSpPr>
              <p:nvPr/>
            </p:nvSpPr>
            <p:spPr bwMode="auto">
              <a:xfrm>
                <a:off x="7502525" y="5240656"/>
                <a:ext cx="58738" cy="39688"/>
              </a:xfrm>
              <a:custGeom>
                <a:avLst/>
                <a:gdLst>
                  <a:gd name="T0" fmla="*/ 13 w 25"/>
                  <a:gd name="T1" fmla="*/ 3 h 17"/>
                  <a:gd name="T2" fmla="*/ 25 w 25"/>
                  <a:gd name="T3" fmla="*/ 17 h 17"/>
                  <a:gd name="T4" fmla="*/ 0 w 25"/>
                  <a:gd name="T5" fmla="*/ 2 h 17"/>
                  <a:gd name="T6" fmla="*/ 13 w 25"/>
                  <a:gd name="T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13" y="3"/>
                    </a:moveTo>
                    <a:cubicBezTo>
                      <a:pt x="18" y="6"/>
                      <a:pt x="23" y="12"/>
                      <a:pt x="25" y="1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1" name="Freeform 244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7625"/>
              </a:xfrm>
              <a:custGeom>
                <a:avLst/>
                <a:gdLst>
                  <a:gd name="T0" fmla="*/ 0 w 25"/>
                  <a:gd name="T1" fmla="*/ 18 h 20"/>
                  <a:gd name="T2" fmla="*/ 12 w 25"/>
                  <a:gd name="T3" fmla="*/ 4 h 20"/>
                  <a:gd name="T4" fmla="*/ 25 w 25"/>
                  <a:gd name="T5" fmla="*/ 2 h 20"/>
                  <a:gd name="T6" fmla="*/ 14 w 25"/>
                  <a:gd name="T7" fmla="*/ 17 h 20"/>
                  <a:gd name="T8" fmla="*/ 0 w 25"/>
                  <a:gd name="T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0" y="18"/>
                    </a:moveTo>
                    <a:cubicBezTo>
                      <a:pt x="3" y="12"/>
                      <a:pt x="7" y="7"/>
                      <a:pt x="12" y="4"/>
                    </a:cubicBezTo>
                    <a:cubicBezTo>
                      <a:pt x="17" y="0"/>
                      <a:pt x="22" y="0"/>
                      <a:pt x="25" y="2"/>
                    </a:cubicBezTo>
                    <a:cubicBezTo>
                      <a:pt x="23" y="8"/>
                      <a:pt x="19" y="14"/>
                      <a:pt x="14" y="17"/>
                    </a:cubicBezTo>
                    <a:cubicBezTo>
                      <a:pt x="9" y="20"/>
                      <a:pt x="4" y="20"/>
                      <a:pt x="0" y="18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2" name="Freeform 245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2863"/>
              </a:xfrm>
              <a:custGeom>
                <a:avLst/>
                <a:gdLst>
                  <a:gd name="T0" fmla="*/ 12 w 25"/>
                  <a:gd name="T1" fmla="*/ 4 h 18"/>
                  <a:gd name="T2" fmla="*/ 0 w 25"/>
                  <a:gd name="T3" fmla="*/ 18 h 18"/>
                  <a:gd name="T4" fmla="*/ 25 w 25"/>
                  <a:gd name="T5" fmla="*/ 2 h 18"/>
                  <a:gd name="T6" fmla="*/ 12 w 25"/>
                  <a:gd name="T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8">
                    <a:moveTo>
                      <a:pt x="12" y="4"/>
                    </a:moveTo>
                    <a:cubicBezTo>
                      <a:pt x="7" y="7"/>
                      <a:pt x="3" y="12"/>
                      <a:pt x="0" y="18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2" y="0"/>
                      <a:pt x="17" y="0"/>
                      <a:pt x="12" y="4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900" name="组合 899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2796823" y="2458165"/>
            <a:ext cx="4948286" cy="1001393"/>
            <a:chOff x="2450203" y="1936425"/>
            <a:chExt cx="4948286" cy="1001393"/>
          </a:xfrm>
        </p:grpSpPr>
        <p:sp>
          <p:nvSpPr>
            <p:cNvPr id="899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-0</a:t>
              </a:r>
            </a:p>
          </p:txBody>
        </p:sp>
        <p:pic>
          <p:nvPicPr>
            <p:cNvPr id="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-10</a:t>
              </a:r>
            </a:p>
          </p:txBody>
        </p:sp>
      </p:grpSp>
      <p:grpSp>
        <p:nvGrpSpPr>
          <p:cNvPr id="901" name="组合 90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2796823" y="3644103"/>
            <a:ext cx="4948286" cy="1016051"/>
            <a:chOff x="2450203" y="1921767"/>
            <a:chExt cx="4948286" cy="1016051"/>
          </a:xfrm>
        </p:grpSpPr>
        <p:sp>
          <p:nvSpPr>
            <p:cNvPr id="902" name="矩形: 圆角 901">
              <a:extLst>
                <a:ext uri="{FF2B5EF4-FFF2-40B4-BE49-F238E27FC236}">
                  <a16:creationId xmlns:a16="http://schemas.microsoft.com/office/drawing/2014/main" id="{F096A603-017D-21B2-9597-52E9F9DE2322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4" name="文本框 90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-15</a:t>
              </a:r>
            </a:p>
          </p:txBody>
        </p:sp>
        <p:pic>
          <p:nvPicPr>
            <p:cNvPr id="90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B59245E-E8FA-3D4F-6D8B-767097872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0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7" name="文本框 906">
              <a:extLst>
                <a:ext uri="{FF2B5EF4-FFF2-40B4-BE49-F238E27FC236}">
                  <a16:creationId xmlns:a16="http://schemas.microsoft.com/office/drawing/2014/main" id="{CE0C599C-E8E2-B7C5-EFD8-7C4A0F0FB9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+5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908" name="文本框 907">
              <a:extLst>
                <a:ext uri="{FF2B5EF4-FFF2-40B4-BE49-F238E27FC236}">
                  <a16:creationId xmlns:a16="http://schemas.microsoft.com/office/drawing/2014/main" id="{AE6DCB75-6FAA-4DAE-D662-870A9603C8E5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2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1A656E22-16FD-933E-4D33-2295D2B60280}"/>
              </a:ext>
            </a:extLst>
          </p:cNvPr>
          <p:cNvSpPr txBox="1"/>
          <p:nvPr/>
        </p:nvSpPr>
        <p:spPr>
          <a:xfrm>
            <a:off x="1763925" y="186667"/>
            <a:ext cx="10012808" cy="14826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你们正在考虑对建筑围护结构进行改造。这一改造可能会对建筑的功能和维护成本产生影响</a:t>
            </a:r>
            <a:r>
              <a:rPr lang="zh-CN" altLang="en-US" sz="32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你们会选择？</a:t>
            </a:r>
          </a:p>
        </p:txBody>
      </p:sp>
    </p:spTree>
    <p:extLst>
      <p:ext uri="{BB962C8B-B14F-4D97-AF65-F5344CB8AC3E}">
        <p14:creationId xmlns:p14="http://schemas.microsoft.com/office/powerpoint/2010/main" val="3372465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2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25496" y="166351"/>
            <a:ext cx="10012808" cy="1955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为了推动环保目标的实现，政府决定根据企业的生态表现进行相应的惩罚或奖励。环保做得最差的企业可能面临处罚，而表现突出的企业则会获得丰厚奖励，政府将如何执行？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402805" y="2121566"/>
            <a:ext cx="9441283" cy="36280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对生态值最低的企业罚款：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对那些生态值最低的企业处以经济处罚，以警示并推动改进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对生态值最高的企业奖励：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对表现最优、生态值最高的企业给予经济激励，鼓励持续环保投入</a:t>
            </a:r>
          </a:p>
        </p:txBody>
      </p:sp>
      <p:pic>
        <p:nvPicPr>
          <p:cNvPr id="362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13161" y="4430452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70755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2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0045CD2F-46BC-9BA9-6343-B177D1D03B27}"/>
              </a:ext>
            </a:extLst>
          </p:cNvPr>
          <p:cNvSpPr txBox="1"/>
          <p:nvPr/>
        </p:nvSpPr>
        <p:spPr>
          <a:xfrm>
            <a:off x="1692839" y="144657"/>
            <a:ext cx="10012808" cy="1955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为了推动环保目标的实现，政府决定根据企业的生态表现进行相应的惩罚或奖励。环保做得最差的企业可能面临处罚，而表现突出的企业则会获得丰厚奖励，政府将如何执行？</a:t>
            </a:r>
          </a:p>
        </p:txBody>
      </p:sp>
      <p:pic>
        <p:nvPicPr>
          <p:cNvPr id="15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13161" y="4430452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文本框 15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003174" y="2552538"/>
            <a:ext cx="3566567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  <a:endParaRPr kumimoji="0" lang="en-US" altLang="zh-CN" sz="2400" b="1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</p:txBody>
      </p:sp>
      <p:grpSp>
        <p:nvGrpSpPr>
          <p:cNvPr id="17" name="组合 16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5102024" y="2789267"/>
            <a:ext cx="2513153" cy="1001393"/>
            <a:chOff x="2450203" y="1936425"/>
            <a:chExt cx="2513153" cy="1001393"/>
          </a:xfrm>
        </p:grpSpPr>
        <p:sp>
          <p:nvSpPr>
            <p:cNvPr id="1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" name="文本框 18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20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1" name="文本框 20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5060016" y="5001246"/>
            <a:ext cx="2222518" cy="1001393"/>
            <a:chOff x="2450203" y="1936425"/>
            <a:chExt cx="2222518" cy="1001393"/>
          </a:xfrm>
        </p:grpSpPr>
        <p:sp>
          <p:nvSpPr>
            <p:cNvPr id="2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" name="文本框 2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+10</a:t>
              </a:r>
            </a:p>
          </p:txBody>
        </p:sp>
        <p:pic>
          <p:nvPicPr>
            <p:cNvPr id="2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6" name="矩形 25"/>
          <p:cNvSpPr/>
          <p:nvPr/>
        </p:nvSpPr>
        <p:spPr>
          <a:xfrm>
            <a:off x="1837101" y="3089909"/>
            <a:ext cx="326243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对生态值最低的企业</a:t>
            </a:r>
            <a:r>
              <a:rPr lang="zh-CN" altLang="en-US" sz="20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罚款，</a:t>
            </a:r>
            <a:endParaRPr lang="en-US" altLang="zh-CN" sz="2000" b="1" dirty="0" smtClean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用于植树造林</a:t>
            </a:r>
            <a:endParaRPr lang="zh-CN" altLang="en-US" sz="2000" dirty="0"/>
          </a:p>
        </p:txBody>
      </p:sp>
      <p:sp>
        <p:nvSpPr>
          <p:cNvPr id="27" name="矩形 26"/>
          <p:cNvSpPr/>
          <p:nvPr/>
        </p:nvSpPr>
        <p:spPr>
          <a:xfrm>
            <a:off x="1718441" y="5266418"/>
            <a:ext cx="300595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对生态值最高的企业奖励</a:t>
            </a:r>
            <a:endParaRPr lang="zh-CN" altLang="en-US" sz="2000" dirty="0"/>
          </a:p>
        </p:txBody>
      </p: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7884994" y="2789267"/>
            <a:ext cx="2513153" cy="1001393"/>
            <a:chOff x="2450203" y="1936425"/>
            <a:chExt cx="2513153" cy="1001393"/>
          </a:xfrm>
        </p:grpSpPr>
        <p:sp>
          <p:nvSpPr>
            <p:cNvPr id="29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" name="文本框 29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-20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31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33" name="组合 32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7842986" y="5001246"/>
            <a:ext cx="2222518" cy="1001393"/>
            <a:chOff x="2450203" y="1936425"/>
            <a:chExt cx="2222518" cy="1001393"/>
          </a:xfrm>
        </p:grpSpPr>
        <p:sp>
          <p:nvSpPr>
            <p:cNvPr id="34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文本框 37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+20</a:t>
              </a:r>
            </a:p>
          </p:txBody>
        </p:sp>
        <p:pic>
          <p:nvPicPr>
            <p:cNvPr id="40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1" name="矩形 40"/>
          <p:cNvSpPr/>
          <p:nvPr/>
        </p:nvSpPr>
        <p:spPr>
          <a:xfrm>
            <a:off x="7318472" y="3579069"/>
            <a:ext cx="5725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or</a:t>
            </a:r>
            <a:endParaRPr lang="zh-CN" altLang="en-US" sz="2800" dirty="0"/>
          </a:p>
        </p:txBody>
      </p:sp>
      <p:sp>
        <p:nvSpPr>
          <p:cNvPr id="42" name="矩形 41"/>
          <p:cNvSpPr/>
          <p:nvPr/>
        </p:nvSpPr>
        <p:spPr>
          <a:xfrm>
            <a:off x="7288910" y="5156606"/>
            <a:ext cx="5725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or</a:t>
            </a:r>
            <a:endParaRPr lang="zh-CN" altLang="en-US" sz="2800" dirty="0"/>
          </a:p>
        </p:txBody>
      </p:sp>
      <p:sp>
        <p:nvSpPr>
          <p:cNvPr id="43" name="矩形 42"/>
          <p:cNvSpPr/>
          <p:nvPr/>
        </p:nvSpPr>
        <p:spPr>
          <a:xfrm>
            <a:off x="5981625" y="2270556"/>
            <a:ext cx="386403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请政府决定罚款和奖励力度</a:t>
            </a:r>
            <a:endParaRPr lang="zh-CN" altLang="en-US" sz="2000" dirty="0"/>
          </a:p>
        </p:txBody>
      </p:sp>
      <p:grpSp>
        <p:nvGrpSpPr>
          <p:cNvPr id="3" name="组合 2"/>
          <p:cNvGrpSpPr/>
          <p:nvPr/>
        </p:nvGrpSpPr>
        <p:grpSpPr>
          <a:xfrm>
            <a:off x="5095104" y="3909059"/>
            <a:ext cx="2222518" cy="806435"/>
            <a:chOff x="10665961" y="2789267"/>
            <a:chExt cx="2222518" cy="1001393"/>
          </a:xfrm>
        </p:grpSpPr>
        <p:sp>
          <p:nvSpPr>
            <p:cNvPr id="39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10665961" y="2789267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44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56596" y="2887079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文本框 44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11585990" y="3039172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 smtClean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46" name="组合 45"/>
          <p:cNvGrpSpPr/>
          <p:nvPr/>
        </p:nvGrpSpPr>
        <p:grpSpPr>
          <a:xfrm>
            <a:off x="7884994" y="3901882"/>
            <a:ext cx="2222518" cy="811561"/>
            <a:chOff x="10665961" y="2789267"/>
            <a:chExt cx="2222518" cy="1001393"/>
          </a:xfrm>
        </p:grpSpPr>
        <p:sp>
          <p:nvSpPr>
            <p:cNvPr id="47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10665961" y="2789267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48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56596" y="2887079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9" name="文本框 48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11585990" y="3039172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 smtClean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+20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4" name="矩形 3"/>
          <p:cNvSpPr/>
          <p:nvPr/>
        </p:nvSpPr>
        <p:spPr>
          <a:xfrm>
            <a:off x="5060016" y="2670666"/>
            <a:ext cx="2338311" cy="2132243"/>
          </a:xfrm>
          <a:prstGeom prst="rect">
            <a:avLst/>
          </a:prstGeom>
          <a:noFill/>
          <a:ln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矩形 49"/>
          <p:cNvSpPr/>
          <p:nvPr/>
        </p:nvSpPr>
        <p:spPr>
          <a:xfrm>
            <a:off x="7821204" y="2664983"/>
            <a:ext cx="2338311" cy="2132243"/>
          </a:xfrm>
          <a:prstGeom prst="rect">
            <a:avLst/>
          </a:prstGeom>
          <a:noFill/>
          <a:ln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07810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7767692" y="4831180"/>
            <a:ext cx="4424308" cy="2043601"/>
            <a:chOff x="757292" y="2691350"/>
            <a:chExt cx="8375650" cy="3868737"/>
          </a:xfrm>
        </p:grpSpPr>
        <p:grpSp>
          <p:nvGrpSpPr>
            <p:cNvPr id="660" name="组合 659"/>
            <p:cNvGrpSpPr/>
            <p:nvPr/>
          </p:nvGrpSpPr>
          <p:grpSpPr>
            <a:xfrm>
              <a:off x="5068942" y="2691350"/>
              <a:ext cx="793751" cy="2611437"/>
              <a:chOff x="6219825" y="2722881"/>
              <a:chExt cx="793751" cy="2454275"/>
            </a:xfrm>
          </p:grpSpPr>
          <p:sp>
            <p:nvSpPr>
              <p:cNvPr id="655" name="Freeform 5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close/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close/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close/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close/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6" name="Freeform 7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close/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7" name="Freeform 11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8" name="Freeform 13"/>
              <p:cNvSpPr>
                <a:spLocks/>
              </p:cNvSpPr>
              <p:nvPr/>
            </p:nvSpPr>
            <p:spPr bwMode="auto">
              <a:xfrm>
                <a:off x="6219825" y="2722881"/>
                <a:ext cx="793750" cy="479425"/>
              </a:xfrm>
              <a:custGeom>
                <a:avLst/>
                <a:gdLst>
                  <a:gd name="T0" fmla="*/ 265 w 331"/>
                  <a:gd name="T1" fmla="*/ 200 h 200"/>
                  <a:gd name="T2" fmla="*/ 330 w 331"/>
                  <a:gd name="T3" fmla="*/ 132 h 200"/>
                  <a:gd name="T4" fmla="*/ 265 w 331"/>
                  <a:gd name="T5" fmla="*/ 59 h 200"/>
                  <a:gd name="T6" fmla="*/ 188 w 331"/>
                  <a:gd name="T7" fmla="*/ 1 h 200"/>
                  <a:gd name="T8" fmla="*/ 119 w 331"/>
                  <a:gd name="T9" fmla="*/ 40 h 200"/>
                  <a:gd name="T10" fmla="*/ 69 w 331"/>
                  <a:gd name="T11" fmla="*/ 47 h 200"/>
                  <a:gd name="T12" fmla="*/ 45 w 331"/>
                  <a:gd name="T13" fmla="*/ 93 h 200"/>
                  <a:gd name="T14" fmla="*/ 1 w 331"/>
                  <a:gd name="T15" fmla="*/ 146 h 200"/>
                  <a:gd name="T16" fmla="*/ 41 w 331"/>
                  <a:gd name="T17" fmla="*/ 197 h 200"/>
                  <a:gd name="T18" fmla="*/ 265 w 331"/>
                  <a:gd name="T19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1" h="200">
                    <a:moveTo>
                      <a:pt x="265" y="200"/>
                    </a:moveTo>
                    <a:cubicBezTo>
                      <a:pt x="282" y="200"/>
                      <a:pt x="329" y="195"/>
                      <a:pt x="330" y="132"/>
                    </a:cubicBezTo>
                    <a:cubicBezTo>
                      <a:pt x="331" y="63"/>
                      <a:pt x="265" y="59"/>
                      <a:pt x="265" y="59"/>
                    </a:cubicBezTo>
                    <a:cubicBezTo>
                      <a:pt x="265" y="59"/>
                      <a:pt x="242" y="1"/>
                      <a:pt x="188" y="1"/>
                    </a:cubicBezTo>
                    <a:cubicBezTo>
                      <a:pt x="135" y="0"/>
                      <a:pt x="119" y="40"/>
                      <a:pt x="119" y="40"/>
                    </a:cubicBezTo>
                    <a:cubicBezTo>
                      <a:pt x="119" y="40"/>
                      <a:pt x="92" y="29"/>
                      <a:pt x="69" y="47"/>
                    </a:cubicBezTo>
                    <a:cubicBezTo>
                      <a:pt x="39" y="70"/>
                      <a:pt x="45" y="93"/>
                      <a:pt x="45" y="93"/>
                    </a:cubicBezTo>
                    <a:cubicBezTo>
                      <a:pt x="45" y="93"/>
                      <a:pt x="2" y="100"/>
                      <a:pt x="1" y="146"/>
                    </a:cubicBezTo>
                    <a:cubicBezTo>
                      <a:pt x="0" y="192"/>
                      <a:pt x="41" y="197"/>
                      <a:pt x="41" y="197"/>
                    </a:cubicBezTo>
                    <a:cubicBezTo>
                      <a:pt x="41" y="197"/>
                      <a:pt x="247" y="200"/>
                      <a:pt x="265" y="200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9" name="Freeform 14"/>
              <p:cNvSpPr>
                <a:spLocks/>
              </p:cNvSpPr>
              <p:nvPr/>
            </p:nvSpPr>
            <p:spPr bwMode="auto">
              <a:xfrm>
                <a:off x="6618288" y="2724469"/>
                <a:ext cx="395288" cy="477838"/>
              </a:xfrm>
              <a:custGeom>
                <a:avLst/>
                <a:gdLst>
                  <a:gd name="T0" fmla="*/ 99 w 165"/>
                  <a:gd name="T1" fmla="*/ 58 h 199"/>
                  <a:gd name="T2" fmla="*/ 22 w 165"/>
                  <a:gd name="T3" fmla="*/ 0 h 199"/>
                  <a:gd name="T4" fmla="*/ 0 w 165"/>
                  <a:gd name="T5" fmla="*/ 2 h 199"/>
                  <a:gd name="T6" fmla="*/ 0 w 165"/>
                  <a:gd name="T7" fmla="*/ 198 h 199"/>
                  <a:gd name="T8" fmla="*/ 99 w 165"/>
                  <a:gd name="T9" fmla="*/ 199 h 199"/>
                  <a:gd name="T10" fmla="*/ 164 w 165"/>
                  <a:gd name="T11" fmla="*/ 131 h 199"/>
                  <a:gd name="T12" fmla="*/ 99 w 165"/>
                  <a:gd name="T13" fmla="*/ 5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5" h="199">
                    <a:moveTo>
                      <a:pt x="99" y="58"/>
                    </a:moveTo>
                    <a:cubicBezTo>
                      <a:pt x="99" y="58"/>
                      <a:pt x="76" y="0"/>
                      <a:pt x="22" y="0"/>
                    </a:cubicBezTo>
                    <a:cubicBezTo>
                      <a:pt x="14" y="0"/>
                      <a:pt x="6" y="1"/>
                      <a:pt x="0" y="2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47" y="198"/>
                      <a:pt x="91" y="199"/>
                      <a:pt x="99" y="199"/>
                    </a:cubicBezTo>
                    <a:cubicBezTo>
                      <a:pt x="116" y="199"/>
                      <a:pt x="163" y="194"/>
                      <a:pt x="164" y="131"/>
                    </a:cubicBezTo>
                    <a:cubicBezTo>
                      <a:pt x="165" y="62"/>
                      <a:pt x="99" y="58"/>
                      <a:pt x="99" y="58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67" name="组合 666"/>
            <p:cNvGrpSpPr/>
            <p:nvPr/>
          </p:nvGrpSpPr>
          <p:grpSpPr>
            <a:xfrm>
              <a:off x="6230992" y="3275550"/>
              <a:ext cx="611188" cy="1949450"/>
              <a:chOff x="7381875" y="3307081"/>
              <a:chExt cx="611188" cy="1949450"/>
            </a:xfrm>
          </p:grpSpPr>
          <p:sp>
            <p:nvSpPr>
              <p:cNvPr id="661" name="Freeform 15"/>
              <p:cNvSpPr>
                <a:spLocks noEditPoints="1"/>
              </p:cNvSpPr>
              <p:nvPr/>
            </p:nvSpPr>
            <p:spPr bwMode="auto">
              <a:xfrm>
                <a:off x="7489825" y="3653156"/>
                <a:ext cx="382588" cy="1603375"/>
              </a:xfrm>
              <a:custGeom>
                <a:avLst/>
                <a:gdLst>
                  <a:gd name="T0" fmla="*/ 26 w 160"/>
                  <a:gd name="T1" fmla="*/ 0 h 669"/>
                  <a:gd name="T2" fmla="*/ 0 w 160"/>
                  <a:gd name="T3" fmla="*/ 0 h 669"/>
                  <a:gd name="T4" fmla="*/ 0 w 160"/>
                  <a:gd name="T5" fmla="*/ 638 h 669"/>
                  <a:gd name="T6" fmla="*/ 26 w 160"/>
                  <a:gd name="T7" fmla="*/ 666 h 669"/>
                  <a:gd name="T8" fmla="*/ 26 w 160"/>
                  <a:gd name="T9" fmla="*/ 0 h 669"/>
                  <a:gd name="T10" fmla="*/ 160 w 160"/>
                  <a:gd name="T11" fmla="*/ 0 h 669"/>
                  <a:gd name="T12" fmla="*/ 140 w 160"/>
                  <a:gd name="T13" fmla="*/ 0 h 669"/>
                  <a:gd name="T14" fmla="*/ 140 w 160"/>
                  <a:gd name="T15" fmla="*/ 668 h 669"/>
                  <a:gd name="T16" fmla="*/ 118 w 160"/>
                  <a:gd name="T17" fmla="*/ 668 h 669"/>
                  <a:gd name="T18" fmla="*/ 118 w 160"/>
                  <a:gd name="T19" fmla="*/ 0 h 669"/>
                  <a:gd name="T20" fmla="*/ 102 w 160"/>
                  <a:gd name="T21" fmla="*/ 0 h 669"/>
                  <a:gd name="T22" fmla="*/ 102 w 160"/>
                  <a:gd name="T23" fmla="*/ 668 h 669"/>
                  <a:gd name="T24" fmla="*/ 80 w 160"/>
                  <a:gd name="T25" fmla="*/ 668 h 669"/>
                  <a:gd name="T26" fmla="*/ 80 w 160"/>
                  <a:gd name="T27" fmla="*/ 0 h 669"/>
                  <a:gd name="T28" fmla="*/ 55 w 160"/>
                  <a:gd name="T29" fmla="*/ 0 h 669"/>
                  <a:gd name="T30" fmla="*/ 55 w 160"/>
                  <a:gd name="T31" fmla="*/ 669 h 669"/>
                  <a:gd name="T32" fmla="*/ 26 w 160"/>
                  <a:gd name="T33" fmla="*/ 669 h 669"/>
                  <a:gd name="T34" fmla="*/ 26 w 160"/>
                  <a:gd name="T35" fmla="*/ 669 h 669"/>
                  <a:gd name="T36" fmla="*/ 160 w 160"/>
                  <a:gd name="T37" fmla="*/ 669 h 669"/>
                  <a:gd name="T38" fmla="*/ 160 w 160"/>
                  <a:gd name="T39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669">
                    <a:moveTo>
                      <a:pt x="2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38"/>
                      <a:pt x="0" y="638"/>
                      <a:pt x="0" y="638"/>
                    </a:cubicBezTo>
                    <a:cubicBezTo>
                      <a:pt x="14" y="642"/>
                      <a:pt x="24" y="653"/>
                      <a:pt x="26" y="666"/>
                    </a:cubicBezTo>
                    <a:cubicBezTo>
                      <a:pt x="26" y="0"/>
                      <a:pt x="26" y="0"/>
                      <a:pt x="26" y="0"/>
                    </a:cubicBezTo>
                    <a:moveTo>
                      <a:pt x="16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668"/>
                      <a:pt x="140" y="668"/>
                      <a:pt x="140" y="668"/>
                    </a:cubicBezTo>
                    <a:cubicBezTo>
                      <a:pt x="118" y="668"/>
                      <a:pt x="118" y="668"/>
                      <a:pt x="118" y="66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02" y="668"/>
                      <a:pt x="102" y="668"/>
                      <a:pt x="102" y="668"/>
                    </a:cubicBezTo>
                    <a:cubicBezTo>
                      <a:pt x="80" y="668"/>
                      <a:pt x="80" y="668"/>
                      <a:pt x="80" y="668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669"/>
                      <a:pt x="55" y="669"/>
                      <a:pt x="55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160" y="669"/>
                      <a:pt x="160" y="669"/>
                      <a:pt x="160" y="669"/>
                    </a:cubicBezTo>
                    <a:cubicBezTo>
                      <a:pt x="160" y="0"/>
                      <a:pt x="160" y="0"/>
                      <a:pt x="160" y="0"/>
                    </a:cubicBezTo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2" name="Freeform 16"/>
              <p:cNvSpPr>
                <a:spLocks/>
              </p:cNvSpPr>
              <p:nvPr/>
            </p:nvSpPr>
            <p:spPr bwMode="auto">
              <a:xfrm>
                <a:off x="7551738" y="3653156"/>
                <a:ext cx="69850" cy="1603375"/>
              </a:xfrm>
              <a:custGeom>
                <a:avLst/>
                <a:gdLst>
                  <a:gd name="T0" fmla="*/ 29 w 29"/>
                  <a:gd name="T1" fmla="*/ 0 h 669"/>
                  <a:gd name="T2" fmla="*/ 0 w 29"/>
                  <a:gd name="T3" fmla="*/ 0 h 669"/>
                  <a:gd name="T4" fmla="*/ 0 w 29"/>
                  <a:gd name="T5" fmla="*/ 666 h 669"/>
                  <a:gd name="T6" fmla="*/ 0 w 29"/>
                  <a:gd name="T7" fmla="*/ 669 h 669"/>
                  <a:gd name="T8" fmla="*/ 0 w 29"/>
                  <a:gd name="T9" fmla="*/ 669 h 669"/>
                  <a:gd name="T10" fmla="*/ 0 w 29"/>
                  <a:gd name="T11" fmla="*/ 669 h 669"/>
                  <a:gd name="T12" fmla="*/ 0 w 29"/>
                  <a:gd name="T13" fmla="*/ 669 h 669"/>
                  <a:gd name="T14" fmla="*/ 29 w 29"/>
                  <a:gd name="T15" fmla="*/ 669 h 669"/>
                  <a:gd name="T16" fmla="*/ 29 w 29"/>
                  <a:gd name="T17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669">
                    <a:moveTo>
                      <a:pt x="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66"/>
                      <a:pt x="0" y="666"/>
                      <a:pt x="0" y="666"/>
                    </a:cubicBezTo>
                    <a:cubicBezTo>
                      <a:pt x="0" y="667"/>
                      <a:pt x="0" y="668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29" y="669"/>
                      <a:pt x="29" y="669"/>
                      <a:pt x="29" y="669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3" name="Rectangle 19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4" name="Rectangle 23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5" name="Freeform 25"/>
              <p:cNvSpPr>
                <a:spLocks/>
              </p:cNvSpPr>
              <p:nvPr/>
            </p:nvSpPr>
            <p:spPr bwMode="auto">
              <a:xfrm>
                <a:off x="7381875" y="3307081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2 h 154"/>
                  <a:gd name="T4" fmla="*/ 204 w 255"/>
                  <a:gd name="T5" fmla="*/ 46 h 154"/>
                  <a:gd name="T6" fmla="*/ 145 w 255"/>
                  <a:gd name="T7" fmla="*/ 1 h 154"/>
                  <a:gd name="T8" fmla="*/ 92 w 255"/>
                  <a:gd name="T9" fmla="*/ 31 h 154"/>
                  <a:gd name="T10" fmla="*/ 53 w 255"/>
                  <a:gd name="T11" fmla="*/ 36 h 154"/>
                  <a:gd name="T12" fmla="*/ 35 w 255"/>
                  <a:gd name="T13" fmla="*/ 71 h 154"/>
                  <a:gd name="T14" fmla="*/ 1 w 255"/>
                  <a:gd name="T15" fmla="*/ 113 h 154"/>
                  <a:gd name="T16" fmla="*/ 32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2"/>
                    </a:cubicBezTo>
                    <a:cubicBezTo>
                      <a:pt x="255" y="49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1"/>
                    </a:cubicBezTo>
                    <a:cubicBezTo>
                      <a:pt x="104" y="0"/>
                      <a:pt x="92" y="31"/>
                      <a:pt x="92" y="31"/>
                    </a:cubicBezTo>
                    <a:cubicBezTo>
                      <a:pt x="92" y="31"/>
                      <a:pt x="71" y="23"/>
                      <a:pt x="53" y="36"/>
                    </a:cubicBezTo>
                    <a:cubicBezTo>
                      <a:pt x="30" y="54"/>
                      <a:pt x="35" y="71"/>
                      <a:pt x="35" y="71"/>
                    </a:cubicBezTo>
                    <a:cubicBezTo>
                      <a:pt x="35" y="71"/>
                      <a:pt x="1" y="77"/>
                      <a:pt x="1" y="113"/>
                    </a:cubicBezTo>
                    <a:cubicBezTo>
                      <a:pt x="0" y="148"/>
                      <a:pt x="32" y="152"/>
                      <a:pt x="32" y="152"/>
                    </a:cubicBezTo>
                    <a:cubicBezTo>
                      <a:pt x="32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6" name="Freeform 26"/>
              <p:cNvSpPr>
                <a:spLocks/>
              </p:cNvSpPr>
              <p:nvPr/>
            </p:nvSpPr>
            <p:spPr bwMode="auto">
              <a:xfrm>
                <a:off x="7686675" y="3310256"/>
                <a:ext cx="306388" cy="366713"/>
              </a:xfrm>
              <a:custGeom>
                <a:avLst/>
                <a:gdLst>
                  <a:gd name="T0" fmla="*/ 77 w 128"/>
                  <a:gd name="T1" fmla="*/ 45 h 153"/>
                  <a:gd name="T2" fmla="*/ 18 w 128"/>
                  <a:gd name="T3" fmla="*/ 0 h 153"/>
                  <a:gd name="T4" fmla="*/ 0 w 128"/>
                  <a:gd name="T5" fmla="*/ 2 h 153"/>
                  <a:gd name="T6" fmla="*/ 0 w 128"/>
                  <a:gd name="T7" fmla="*/ 152 h 153"/>
                  <a:gd name="T8" fmla="*/ 77 w 128"/>
                  <a:gd name="T9" fmla="*/ 153 h 153"/>
                  <a:gd name="T10" fmla="*/ 127 w 128"/>
                  <a:gd name="T11" fmla="*/ 101 h 153"/>
                  <a:gd name="T12" fmla="*/ 77 w 128"/>
                  <a:gd name="T13" fmla="*/ 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3">
                    <a:moveTo>
                      <a:pt x="77" y="45"/>
                    </a:moveTo>
                    <a:cubicBezTo>
                      <a:pt x="77" y="45"/>
                      <a:pt x="59" y="0"/>
                      <a:pt x="18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37" y="152"/>
                      <a:pt x="71" y="153"/>
                      <a:pt x="77" y="153"/>
                    </a:cubicBezTo>
                    <a:cubicBezTo>
                      <a:pt x="90" y="153"/>
                      <a:pt x="126" y="149"/>
                      <a:pt x="127" y="101"/>
                    </a:cubicBezTo>
                    <a:cubicBezTo>
                      <a:pt x="128" y="48"/>
                      <a:pt x="77" y="45"/>
                      <a:pt x="77" y="45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7" name="组合 346"/>
            <p:cNvGrpSpPr/>
            <p:nvPr/>
          </p:nvGrpSpPr>
          <p:grpSpPr>
            <a:xfrm>
              <a:off x="4851455" y="4209000"/>
              <a:ext cx="95250" cy="939800"/>
              <a:chOff x="6002338" y="4240531"/>
              <a:chExt cx="95250" cy="939800"/>
            </a:xfrm>
          </p:grpSpPr>
          <p:sp>
            <p:nvSpPr>
              <p:cNvPr id="160" name="Freeform 27"/>
              <p:cNvSpPr>
                <a:spLocks/>
              </p:cNvSpPr>
              <p:nvPr/>
            </p:nvSpPr>
            <p:spPr bwMode="auto">
              <a:xfrm>
                <a:off x="6002338" y="4240531"/>
                <a:ext cx="95250" cy="939800"/>
              </a:xfrm>
              <a:custGeom>
                <a:avLst/>
                <a:gdLst>
                  <a:gd name="T0" fmla="*/ 12 w 60"/>
                  <a:gd name="T1" fmla="*/ 0 h 592"/>
                  <a:gd name="T2" fmla="*/ 0 w 60"/>
                  <a:gd name="T3" fmla="*/ 592 h 592"/>
                  <a:gd name="T4" fmla="*/ 60 w 60"/>
                  <a:gd name="T5" fmla="*/ 592 h 592"/>
                  <a:gd name="T6" fmla="*/ 48 w 60"/>
                  <a:gd name="T7" fmla="*/ 0 h 592"/>
                  <a:gd name="T8" fmla="*/ 12 w 6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92">
                    <a:moveTo>
                      <a:pt x="12" y="0"/>
                    </a:moveTo>
                    <a:lnTo>
                      <a:pt x="0" y="592"/>
                    </a:lnTo>
                    <a:lnTo>
                      <a:pt x="60" y="592"/>
                    </a:lnTo>
                    <a:lnTo>
                      <a:pt x="48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1" name="Freeform 28"/>
              <p:cNvSpPr>
                <a:spLocks/>
              </p:cNvSpPr>
              <p:nvPr/>
            </p:nvSpPr>
            <p:spPr bwMode="auto">
              <a:xfrm>
                <a:off x="6049963" y="4240531"/>
                <a:ext cx="47625" cy="939800"/>
              </a:xfrm>
              <a:custGeom>
                <a:avLst/>
                <a:gdLst>
                  <a:gd name="T0" fmla="*/ 0 w 30"/>
                  <a:gd name="T1" fmla="*/ 0 h 592"/>
                  <a:gd name="T2" fmla="*/ 0 w 30"/>
                  <a:gd name="T3" fmla="*/ 592 h 592"/>
                  <a:gd name="T4" fmla="*/ 30 w 30"/>
                  <a:gd name="T5" fmla="*/ 592 h 592"/>
                  <a:gd name="T6" fmla="*/ 18 w 30"/>
                  <a:gd name="T7" fmla="*/ 0 h 592"/>
                  <a:gd name="T8" fmla="*/ 0 w 3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592">
                    <a:moveTo>
                      <a:pt x="0" y="0"/>
                    </a:moveTo>
                    <a:lnTo>
                      <a:pt x="0" y="592"/>
                    </a:lnTo>
                    <a:lnTo>
                      <a:pt x="30" y="592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71" name="Freeform 38"/>
            <p:cNvSpPr>
              <a:spLocks/>
            </p:cNvSpPr>
            <p:nvPr/>
          </p:nvSpPr>
          <p:spPr bwMode="auto">
            <a:xfrm>
              <a:off x="3902130" y="3801013"/>
              <a:ext cx="171450" cy="1630363"/>
            </a:xfrm>
            <a:custGeom>
              <a:avLst/>
              <a:gdLst>
                <a:gd name="T0" fmla="*/ 23 w 108"/>
                <a:gd name="T1" fmla="*/ 0 h 1027"/>
                <a:gd name="T2" fmla="*/ 0 w 108"/>
                <a:gd name="T3" fmla="*/ 1027 h 1027"/>
                <a:gd name="T4" fmla="*/ 108 w 108"/>
                <a:gd name="T5" fmla="*/ 1027 h 1027"/>
                <a:gd name="T6" fmla="*/ 85 w 108"/>
                <a:gd name="T7" fmla="*/ 0 h 1027"/>
                <a:gd name="T8" fmla="*/ 23 w 108"/>
                <a:gd name="T9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27">
                  <a:moveTo>
                    <a:pt x="23" y="0"/>
                  </a:moveTo>
                  <a:lnTo>
                    <a:pt x="0" y="1027"/>
                  </a:lnTo>
                  <a:lnTo>
                    <a:pt x="108" y="1027"/>
                  </a:lnTo>
                  <a:lnTo>
                    <a:pt x="85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46" name="组合 345"/>
            <p:cNvGrpSpPr/>
            <p:nvPr/>
          </p:nvGrpSpPr>
          <p:grpSpPr>
            <a:xfrm>
              <a:off x="3902130" y="3801013"/>
              <a:ext cx="171450" cy="1630363"/>
              <a:chOff x="5053013" y="3832544"/>
              <a:chExt cx="171450" cy="1630363"/>
            </a:xfrm>
          </p:grpSpPr>
          <p:sp>
            <p:nvSpPr>
              <p:cNvPr id="170" name="Freeform 37"/>
              <p:cNvSpPr>
                <a:spLocks/>
              </p:cNvSpPr>
              <p:nvPr/>
            </p:nvSpPr>
            <p:spPr bwMode="auto">
              <a:xfrm>
                <a:off x="5053013" y="3832544"/>
                <a:ext cx="171450" cy="1630363"/>
              </a:xfrm>
              <a:custGeom>
                <a:avLst/>
                <a:gdLst>
                  <a:gd name="T0" fmla="*/ 23 w 108"/>
                  <a:gd name="T1" fmla="*/ 0 h 1027"/>
                  <a:gd name="T2" fmla="*/ 0 w 108"/>
                  <a:gd name="T3" fmla="*/ 1027 h 1027"/>
                  <a:gd name="T4" fmla="*/ 108 w 108"/>
                  <a:gd name="T5" fmla="*/ 1027 h 1027"/>
                  <a:gd name="T6" fmla="*/ 85 w 108"/>
                  <a:gd name="T7" fmla="*/ 0 h 1027"/>
                  <a:gd name="T8" fmla="*/ 23 w 108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1027">
                    <a:moveTo>
                      <a:pt x="23" y="0"/>
                    </a:moveTo>
                    <a:lnTo>
                      <a:pt x="0" y="1027"/>
                    </a:lnTo>
                    <a:lnTo>
                      <a:pt x="108" y="1027"/>
                    </a:lnTo>
                    <a:lnTo>
                      <a:pt x="85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2" name="Freeform 39"/>
              <p:cNvSpPr>
                <a:spLocks/>
              </p:cNvSpPr>
              <p:nvPr/>
            </p:nvSpPr>
            <p:spPr bwMode="auto">
              <a:xfrm>
                <a:off x="5140325" y="3832544"/>
                <a:ext cx="84138" cy="1630363"/>
              </a:xfrm>
              <a:custGeom>
                <a:avLst/>
                <a:gdLst>
                  <a:gd name="T0" fmla="*/ 0 w 53"/>
                  <a:gd name="T1" fmla="*/ 0 h 1027"/>
                  <a:gd name="T2" fmla="*/ 0 w 53"/>
                  <a:gd name="T3" fmla="*/ 1027 h 1027"/>
                  <a:gd name="T4" fmla="*/ 53 w 53"/>
                  <a:gd name="T5" fmla="*/ 1027 h 1027"/>
                  <a:gd name="T6" fmla="*/ 30 w 53"/>
                  <a:gd name="T7" fmla="*/ 0 h 1027"/>
                  <a:gd name="T8" fmla="*/ 0 w 53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027">
                    <a:moveTo>
                      <a:pt x="0" y="0"/>
                    </a:moveTo>
                    <a:lnTo>
                      <a:pt x="0" y="1027"/>
                    </a:lnTo>
                    <a:lnTo>
                      <a:pt x="53" y="1027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3" name="组合 352"/>
            <p:cNvGrpSpPr/>
            <p:nvPr/>
          </p:nvGrpSpPr>
          <p:grpSpPr>
            <a:xfrm>
              <a:off x="8161392" y="4805900"/>
              <a:ext cx="65088" cy="625475"/>
              <a:chOff x="9312275" y="4837431"/>
              <a:chExt cx="65088" cy="625475"/>
            </a:xfrm>
          </p:grpSpPr>
          <p:sp>
            <p:nvSpPr>
              <p:cNvPr id="189" name="Freeform 56"/>
              <p:cNvSpPr>
                <a:spLocks/>
              </p:cNvSpPr>
              <p:nvPr/>
            </p:nvSpPr>
            <p:spPr bwMode="auto">
              <a:xfrm>
                <a:off x="9312275" y="4837431"/>
                <a:ext cx="65088" cy="625475"/>
              </a:xfrm>
              <a:custGeom>
                <a:avLst/>
                <a:gdLst>
                  <a:gd name="T0" fmla="*/ 9 w 41"/>
                  <a:gd name="T1" fmla="*/ 0 h 394"/>
                  <a:gd name="T2" fmla="*/ 0 w 41"/>
                  <a:gd name="T3" fmla="*/ 394 h 394"/>
                  <a:gd name="T4" fmla="*/ 41 w 41"/>
                  <a:gd name="T5" fmla="*/ 394 h 394"/>
                  <a:gd name="T6" fmla="*/ 32 w 41"/>
                  <a:gd name="T7" fmla="*/ 0 h 394"/>
                  <a:gd name="T8" fmla="*/ 9 w 41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94">
                    <a:moveTo>
                      <a:pt x="9" y="0"/>
                    </a:moveTo>
                    <a:lnTo>
                      <a:pt x="0" y="394"/>
                    </a:lnTo>
                    <a:lnTo>
                      <a:pt x="41" y="394"/>
                    </a:lnTo>
                    <a:lnTo>
                      <a:pt x="32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0" name="Freeform 57"/>
              <p:cNvSpPr>
                <a:spLocks/>
              </p:cNvSpPr>
              <p:nvPr/>
            </p:nvSpPr>
            <p:spPr bwMode="auto">
              <a:xfrm>
                <a:off x="9347200" y="4837431"/>
                <a:ext cx="30163" cy="625475"/>
              </a:xfrm>
              <a:custGeom>
                <a:avLst/>
                <a:gdLst>
                  <a:gd name="T0" fmla="*/ 0 w 19"/>
                  <a:gd name="T1" fmla="*/ 0 h 394"/>
                  <a:gd name="T2" fmla="*/ 0 w 19"/>
                  <a:gd name="T3" fmla="*/ 394 h 394"/>
                  <a:gd name="T4" fmla="*/ 19 w 19"/>
                  <a:gd name="T5" fmla="*/ 394 h 394"/>
                  <a:gd name="T6" fmla="*/ 10 w 19"/>
                  <a:gd name="T7" fmla="*/ 0 h 394"/>
                  <a:gd name="T8" fmla="*/ 0 w 19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94">
                    <a:moveTo>
                      <a:pt x="0" y="0"/>
                    </a:moveTo>
                    <a:lnTo>
                      <a:pt x="0" y="394"/>
                    </a:lnTo>
                    <a:lnTo>
                      <a:pt x="19" y="394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60" name="组合 359"/>
            <p:cNvGrpSpPr/>
            <p:nvPr/>
          </p:nvGrpSpPr>
          <p:grpSpPr>
            <a:xfrm>
              <a:off x="757292" y="3134263"/>
              <a:ext cx="8375650" cy="3425824"/>
              <a:chOff x="1908175" y="3165794"/>
              <a:chExt cx="8375650" cy="3425824"/>
            </a:xfrm>
          </p:grpSpPr>
          <p:sp>
            <p:nvSpPr>
              <p:cNvPr id="139" name="Freeform 6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1" name="Freeform 8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2" name="Rectangle 9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3" name="Rectangle 10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5" name="Freeform 12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0" name="Rectangle 17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1" name="Rectangle 18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3" name="Rectangle 20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4" name="Rectangle 21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5" name="Rectangle 22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7" name="Rectangle 24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1" name="Freeform 48"/>
              <p:cNvSpPr>
                <a:spLocks/>
              </p:cNvSpPr>
              <p:nvPr/>
            </p:nvSpPr>
            <p:spPr bwMode="auto">
              <a:xfrm>
                <a:off x="7391400" y="4259581"/>
                <a:ext cx="2071688" cy="1176338"/>
              </a:xfrm>
              <a:custGeom>
                <a:avLst/>
                <a:gdLst>
                  <a:gd name="T0" fmla="*/ 1305 w 1305"/>
                  <a:gd name="T1" fmla="*/ 741 h 741"/>
                  <a:gd name="T2" fmla="*/ 654 w 1305"/>
                  <a:gd name="T3" fmla="*/ 0 h 741"/>
                  <a:gd name="T4" fmla="*/ 0 w 1305"/>
                  <a:gd name="T5" fmla="*/ 741 h 741"/>
                  <a:gd name="T6" fmla="*/ 1305 w 1305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741">
                    <a:moveTo>
                      <a:pt x="1305" y="741"/>
                    </a:moveTo>
                    <a:lnTo>
                      <a:pt x="654" y="0"/>
                    </a:lnTo>
                    <a:lnTo>
                      <a:pt x="0" y="741"/>
                    </a:lnTo>
                    <a:lnTo>
                      <a:pt x="1305" y="741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2" name="Freeform 49"/>
              <p:cNvSpPr>
                <a:spLocks/>
              </p:cNvSpPr>
              <p:nvPr/>
            </p:nvSpPr>
            <p:spPr bwMode="auto">
              <a:xfrm>
                <a:off x="7391400" y="4259581"/>
                <a:ext cx="1038225" cy="1176338"/>
              </a:xfrm>
              <a:custGeom>
                <a:avLst/>
                <a:gdLst>
                  <a:gd name="T0" fmla="*/ 0 w 654"/>
                  <a:gd name="T1" fmla="*/ 741 h 741"/>
                  <a:gd name="T2" fmla="*/ 654 w 654"/>
                  <a:gd name="T3" fmla="*/ 0 h 741"/>
                  <a:gd name="T4" fmla="*/ 654 w 654"/>
                  <a:gd name="T5" fmla="*/ 741 h 741"/>
                  <a:gd name="T6" fmla="*/ 0 w 654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4" h="741">
                    <a:moveTo>
                      <a:pt x="0" y="741"/>
                    </a:moveTo>
                    <a:lnTo>
                      <a:pt x="654" y="0"/>
                    </a:lnTo>
                    <a:lnTo>
                      <a:pt x="654" y="741"/>
                    </a:lnTo>
                    <a:lnTo>
                      <a:pt x="0" y="741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3" name="Freeform 50"/>
              <p:cNvSpPr>
                <a:spLocks/>
              </p:cNvSpPr>
              <p:nvPr/>
            </p:nvSpPr>
            <p:spPr bwMode="auto">
              <a:xfrm>
                <a:off x="8170863" y="4259581"/>
                <a:ext cx="503238" cy="315913"/>
              </a:xfrm>
              <a:custGeom>
                <a:avLst/>
                <a:gdLst>
                  <a:gd name="T0" fmla="*/ 93 w 210"/>
                  <a:gd name="T1" fmla="*/ 106 h 132"/>
                  <a:gd name="T2" fmla="*/ 53 w 210"/>
                  <a:gd name="T3" fmla="*/ 124 h 132"/>
                  <a:gd name="T4" fmla="*/ 28 w 210"/>
                  <a:gd name="T5" fmla="*/ 112 h 132"/>
                  <a:gd name="T6" fmla="*/ 0 w 210"/>
                  <a:gd name="T7" fmla="*/ 123 h 132"/>
                  <a:gd name="T8" fmla="*/ 108 w 210"/>
                  <a:gd name="T9" fmla="*/ 0 h 132"/>
                  <a:gd name="T10" fmla="*/ 210 w 210"/>
                  <a:gd name="T11" fmla="*/ 117 h 132"/>
                  <a:gd name="T12" fmla="*/ 187 w 210"/>
                  <a:gd name="T13" fmla="*/ 122 h 132"/>
                  <a:gd name="T14" fmla="*/ 125 w 210"/>
                  <a:gd name="T15" fmla="*/ 122 h 132"/>
                  <a:gd name="T16" fmla="*/ 93 w 210"/>
                  <a:gd name="T17" fmla="*/ 10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0" h="132">
                    <a:moveTo>
                      <a:pt x="93" y="106"/>
                    </a:moveTo>
                    <a:cubicBezTo>
                      <a:pt x="84" y="114"/>
                      <a:pt x="63" y="130"/>
                      <a:pt x="53" y="124"/>
                    </a:cubicBez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2" y="118"/>
                      <a:pt x="194" y="119"/>
                      <a:pt x="187" y="122"/>
                    </a:cubicBezTo>
                    <a:cubicBezTo>
                      <a:pt x="163" y="132"/>
                      <a:pt x="142" y="128"/>
                      <a:pt x="125" y="122"/>
                    </a:cubicBezTo>
                    <a:cubicBezTo>
                      <a:pt x="108" y="117"/>
                      <a:pt x="101" y="97"/>
                      <a:pt x="93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4" name="Freeform 51"/>
              <p:cNvSpPr>
                <a:spLocks/>
              </p:cNvSpPr>
              <p:nvPr/>
            </p:nvSpPr>
            <p:spPr bwMode="auto">
              <a:xfrm>
                <a:off x="8170863" y="4259581"/>
                <a:ext cx="258763" cy="311150"/>
              </a:xfrm>
              <a:custGeom>
                <a:avLst/>
                <a:gdLst>
                  <a:gd name="T0" fmla="*/ 53 w 108"/>
                  <a:gd name="T1" fmla="*/ 124 h 130"/>
                  <a:gd name="T2" fmla="*/ 28 w 108"/>
                  <a:gd name="T3" fmla="*/ 112 h 130"/>
                  <a:gd name="T4" fmla="*/ 0 w 108"/>
                  <a:gd name="T5" fmla="*/ 123 h 130"/>
                  <a:gd name="T6" fmla="*/ 108 w 108"/>
                  <a:gd name="T7" fmla="*/ 0 h 130"/>
                  <a:gd name="T8" fmla="*/ 108 w 108"/>
                  <a:gd name="T9" fmla="*/ 111 h 130"/>
                  <a:gd name="T10" fmla="*/ 93 w 108"/>
                  <a:gd name="T11" fmla="*/ 106 h 130"/>
                  <a:gd name="T12" fmla="*/ 53 w 108"/>
                  <a:gd name="T13" fmla="*/ 1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30">
                    <a:moveTo>
                      <a:pt x="53" y="124"/>
                    </a:move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11"/>
                      <a:pt x="108" y="111"/>
                      <a:pt x="108" y="111"/>
                    </a:cubicBezTo>
                    <a:cubicBezTo>
                      <a:pt x="102" y="105"/>
                      <a:pt x="98" y="100"/>
                      <a:pt x="93" y="106"/>
                    </a:cubicBezTo>
                    <a:cubicBezTo>
                      <a:pt x="84" y="114"/>
                      <a:pt x="63" y="130"/>
                      <a:pt x="53" y="124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5" name="Freeform 52"/>
              <p:cNvSpPr>
                <a:spLocks/>
              </p:cNvSpPr>
              <p:nvPr/>
            </p:nvSpPr>
            <p:spPr bwMode="auto">
              <a:xfrm>
                <a:off x="5916613" y="4937444"/>
                <a:ext cx="38100" cy="111125"/>
              </a:xfrm>
              <a:custGeom>
                <a:avLst/>
                <a:gdLst>
                  <a:gd name="T0" fmla="*/ 4 w 24"/>
                  <a:gd name="T1" fmla="*/ 0 h 70"/>
                  <a:gd name="T2" fmla="*/ 0 w 24"/>
                  <a:gd name="T3" fmla="*/ 70 h 70"/>
                  <a:gd name="T4" fmla="*/ 24 w 24"/>
                  <a:gd name="T5" fmla="*/ 70 h 70"/>
                  <a:gd name="T6" fmla="*/ 19 w 24"/>
                  <a:gd name="T7" fmla="*/ 0 h 70"/>
                  <a:gd name="T8" fmla="*/ 4 w 24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70">
                    <a:moveTo>
                      <a:pt x="4" y="0"/>
                    </a:moveTo>
                    <a:lnTo>
                      <a:pt x="0" y="70"/>
                    </a:lnTo>
                    <a:lnTo>
                      <a:pt x="24" y="70"/>
                    </a:lnTo>
                    <a:lnTo>
                      <a:pt x="19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6" name="Freeform 53"/>
              <p:cNvSpPr>
                <a:spLocks/>
              </p:cNvSpPr>
              <p:nvPr/>
            </p:nvSpPr>
            <p:spPr bwMode="auto">
              <a:xfrm>
                <a:off x="5935663" y="4937444"/>
                <a:ext cx="19050" cy="111125"/>
              </a:xfrm>
              <a:custGeom>
                <a:avLst/>
                <a:gdLst>
                  <a:gd name="T0" fmla="*/ 0 w 12"/>
                  <a:gd name="T1" fmla="*/ 0 h 70"/>
                  <a:gd name="T2" fmla="*/ 0 w 12"/>
                  <a:gd name="T3" fmla="*/ 70 h 70"/>
                  <a:gd name="T4" fmla="*/ 12 w 12"/>
                  <a:gd name="T5" fmla="*/ 70 h 70"/>
                  <a:gd name="T6" fmla="*/ 7 w 12"/>
                  <a:gd name="T7" fmla="*/ 0 h 70"/>
                  <a:gd name="T8" fmla="*/ 0 w 12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lnTo>
                      <a:pt x="0" y="70"/>
                    </a:lnTo>
                    <a:lnTo>
                      <a:pt x="12" y="7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7" name="Freeform 54"/>
              <p:cNvSpPr>
                <a:spLocks/>
              </p:cNvSpPr>
              <p:nvPr/>
            </p:nvSpPr>
            <p:spPr bwMode="auto">
              <a:xfrm>
                <a:off x="5824538" y="4499294"/>
                <a:ext cx="220663" cy="474663"/>
              </a:xfrm>
              <a:custGeom>
                <a:avLst/>
                <a:gdLst>
                  <a:gd name="T0" fmla="*/ 0 w 139"/>
                  <a:gd name="T1" fmla="*/ 299 h 299"/>
                  <a:gd name="T2" fmla="*/ 70 w 139"/>
                  <a:gd name="T3" fmla="*/ 0 h 299"/>
                  <a:gd name="T4" fmla="*/ 139 w 139"/>
                  <a:gd name="T5" fmla="*/ 299 h 299"/>
                  <a:gd name="T6" fmla="*/ 0 w 13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299">
                    <a:moveTo>
                      <a:pt x="0" y="299"/>
                    </a:moveTo>
                    <a:lnTo>
                      <a:pt x="70" y="0"/>
                    </a:lnTo>
                    <a:lnTo>
                      <a:pt x="139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8" name="Freeform 55"/>
              <p:cNvSpPr>
                <a:spLocks/>
              </p:cNvSpPr>
              <p:nvPr/>
            </p:nvSpPr>
            <p:spPr bwMode="auto">
              <a:xfrm>
                <a:off x="5935663" y="4499294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9" name="Freeform 66"/>
              <p:cNvSpPr>
                <a:spLocks/>
              </p:cNvSpPr>
              <p:nvPr/>
            </p:nvSpPr>
            <p:spPr bwMode="auto">
              <a:xfrm>
                <a:off x="5305425" y="4818381"/>
                <a:ext cx="109538" cy="193675"/>
              </a:xfrm>
              <a:custGeom>
                <a:avLst/>
                <a:gdLst>
                  <a:gd name="T0" fmla="*/ 46 w 46"/>
                  <a:gd name="T1" fmla="*/ 58 h 81"/>
                  <a:gd name="T2" fmla="*/ 23 w 46"/>
                  <a:gd name="T3" fmla="*/ 81 h 81"/>
                  <a:gd name="T4" fmla="*/ 0 w 46"/>
                  <a:gd name="T5" fmla="*/ 58 h 81"/>
                  <a:gd name="T6" fmla="*/ 23 w 46"/>
                  <a:gd name="T7" fmla="*/ 0 h 81"/>
                  <a:gd name="T8" fmla="*/ 46 w 46"/>
                  <a:gd name="T9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81">
                    <a:moveTo>
                      <a:pt x="46" y="58"/>
                    </a:moveTo>
                    <a:cubicBezTo>
                      <a:pt x="46" y="71"/>
                      <a:pt x="35" y="81"/>
                      <a:pt x="23" y="81"/>
                    </a:cubicBezTo>
                    <a:cubicBezTo>
                      <a:pt x="10" y="81"/>
                      <a:pt x="0" y="71"/>
                      <a:pt x="0" y="58"/>
                    </a:cubicBezTo>
                    <a:cubicBezTo>
                      <a:pt x="0" y="41"/>
                      <a:pt x="10" y="0"/>
                      <a:pt x="23" y="0"/>
                    </a:cubicBezTo>
                    <a:cubicBezTo>
                      <a:pt x="35" y="0"/>
                      <a:pt x="46" y="46"/>
                      <a:pt x="46" y="58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0" name="Freeform 67"/>
              <p:cNvSpPr>
                <a:spLocks/>
              </p:cNvSpPr>
              <p:nvPr/>
            </p:nvSpPr>
            <p:spPr bwMode="auto">
              <a:xfrm>
                <a:off x="5360988" y="4818381"/>
                <a:ext cx="53975" cy="193675"/>
              </a:xfrm>
              <a:custGeom>
                <a:avLst/>
                <a:gdLst>
                  <a:gd name="T0" fmla="*/ 23 w 23"/>
                  <a:gd name="T1" fmla="*/ 58 h 81"/>
                  <a:gd name="T2" fmla="*/ 0 w 23"/>
                  <a:gd name="T3" fmla="*/ 0 h 81"/>
                  <a:gd name="T4" fmla="*/ 0 w 23"/>
                  <a:gd name="T5" fmla="*/ 81 h 81"/>
                  <a:gd name="T6" fmla="*/ 23 w 23"/>
                  <a:gd name="T7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1">
                    <a:moveTo>
                      <a:pt x="23" y="58"/>
                    </a:moveTo>
                    <a:cubicBezTo>
                      <a:pt x="23" y="42"/>
                      <a:pt x="12" y="0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2" y="81"/>
                      <a:pt x="23" y="71"/>
                      <a:pt x="23" y="58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1" name="Freeform 68"/>
              <p:cNvSpPr>
                <a:spLocks/>
              </p:cNvSpPr>
              <p:nvPr/>
            </p:nvSpPr>
            <p:spPr bwMode="auto">
              <a:xfrm>
                <a:off x="5349875" y="4959669"/>
                <a:ext cx="17463" cy="88900"/>
              </a:xfrm>
              <a:custGeom>
                <a:avLst/>
                <a:gdLst>
                  <a:gd name="T0" fmla="*/ 4 w 11"/>
                  <a:gd name="T1" fmla="*/ 0 h 56"/>
                  <a:gd name="T2" fmla="*/ 0 w 11"/>
                  <a:gd name="T3" fmla="*/ 56 h 56"/>
                  <a:gd name="T4" fmla="*/ 11 w 11"/>
                  <a:gd name="T5" fmla="*/ 56 h 56"/>
                  <a:gd name="T6" fmla="*/ 8 w 11"/>
                  <a:gd name="T7" fmla="*/ 0 h 56"/>
                  <a:gd name="T8" fmla="*/ 4 w 11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6">
                    <a:moveTo>
                      <a:pt x="4" y="0"/>
                    </a:moveTo>
                    <a:lnTo>
                      <a:pt x="0" y="56"/>
                    </a:lnTo>
                    <a:lnTo>
                      <a:pt x="11" y="56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2" name="Freeform 69"/>
              <p:cNvSpPr>
                <a:spLocks/>
              </p:cNvSpPr>
              <p:nvPr/>
            </p:nvSpPr>
            <p:spPr bwMode="auto">
              <a:xfrm>
                <a:off x="5360988" y="4959669"/>
                <a:ext cx="6350" cy="88900"/>
              </a:xfrm>
              <a:custGeom>
                <a:avLst/>
                <a:gdLst>
                  <a:gd name="T0" fmla="*/ 0 w 4"/>
                  <a:gd name="T1" fmla="*/ 0 h 56"/>
                  <a:gd name="T2" fmla="*/ 0 w 4"/>
                  <a:gd name="T3" fmla="*/ 56 h 56"/>
                  <a:gd name="T4" fmla="*/ 4 w 4"/>
                  <a:gd name="T5" fmla="*/ 56 h 56"/>
                  <a:gd name="T6" fmla="*/ 1 w 4"/>
                  <a:gd name="T7" fmla="*/ 0 h 56"/>
                  <a:gd name="T8" fmla="*/ 0 w 4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6">
                    <a:moveTo>
                      <a:pt x="0" y="0"/>
                    </a:moveTo>
                    <a:lnTo>
                      <a:pt x="0" y="56"/>
                    </a:lnTo>
                    <a:lnTo>
                      <a:pt x="4" y="5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3" name="Oval 70"/>
              <p:cNvSpPr>
                <a:spLocks noChangeArrowheads="1"/>
              </p:cNvSpPr>
              <p:nvPr/>
            </p:nvSpPr>
            <p:spPr bwMode="auto">
              <a:xfrm>
                <a:off x="5410200" y="4712019"/>
                <a:ext cx="182563" cy="244475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4" name="Freeform 71"/>
              <p:cNvSpPr>
                <a:spLocks/>
              </p:cNvSpPr>
              <p:nvPr/>
            </p:nvSpPr>
            <p:spPr bwMode="auto">
              <a:xfrm>
                <a:off x="5502275" y="4712019"/>
                <a:ext cx="90488" cy="244475"/>
              </a:xfrm>
              <a:custGeom>
                <a:avLst/>
                <a:gdLst>
                  <a:gd name="T0" fmla="*/ 38 w 38"/>
                  <a:gd name="T1" fmla="*/ 51 h 102"/>
                  <a:gd name="T2" fmla="*/ 0 w 38"/>
                  <a:gd name="T3" fmla="*/ 0 h 102"/>
                  <a:gd name="T4" fmla="*/ 0 w 38"/>
                  <a:gd name="T5" fmla="*/ 102 h 102"/>
                  <a:gd name="T6" fmla="*/ 38 w 38"/>
                  <a:gd name="T7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102">
                    <a:moveTo>
                      <a:pt x="38" y="51"/>
                    </a:moveTo>
                    <a:cubicBezTo>
                      <a:pt x="38" y="23"/>
                      <a:pt x="21" y="0"/>
                      <a:pt x="0" y="0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21" y="102"/>
                      <a:pt x="38" y="79"/>
                      <a:pt x="38" y="51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" name="Freeform 72"/>
              <p:cNvSpPr>
                <a:spLocks/>
              </p:cNvSpPr>
              <p:nvPr/>
            </p:nvSpPr>
            <p:spPr bwMode="auto">
              <a:xfrm>
                <a:off x="5489575" y="4866006"/>
                <a:ext cx="26988" cy="146050"/>
              </a:xfrm>
              <a:custGeom>
                <a:avLst/>
                <a:gdLst>
                  <a:gd name="T0" fmla="*/ 3 w 17"/>
                  <a:gd name="T1" fmla="*/ 0 h 92"/>
                  <a:gd name="T2" fmla="*/ 0 w 17"/>
                  <a:gd name="T3" fmla="*/ 92 h 92"/>
                  <a:gd name="T4" fmla="*/ 17 w 17"/>
                  <a:gd name="T5" fmla="*/ 92 h 92"/>
                  <a:gd name="T6" fmla="*/ 12 w 17"/>
                  <a:gd name="T7" fmla="*/ 0 h 92"/>
                  <a:gd name="T8" fmla="*/ 3 w 17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2">
                    <a:moveTo>
                      <a:pt x="3" y="0"/>
                    </a:moveTo>
                    <a:lnTo>
                      <a:pt x="0" y="92"/>
                    </a:lnTo>
                    <a:lnTo>
                      <a:pt x="17" y="92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6" name="Freeform 73"/>
              <p:cNvSpPr>
                <a:spLocks/>
              </p:cNvSpPr>
              <p:nvPr/>
            </p:nvSpPr>
            <p:spPr bwMode="auto">
              <a:xfrm>
                <a:off x="5502275" y="4866006"/>
                <a:ext cx="14288" cy="146050"/>
              </a:xfrm>
              <a:custGeom>
                <a:avLst/>
                <a:gdLst>
                  <a:gd name="T0" fmla="*/ 0 w 9"/>
                  <a:gd name="T1" fmla="*/ 0 h 92"/>
                  <a:gd name="T2" fmla="*/ 0 w 9"/>
                  <a:gd name="T3" fmla="*/ 92 h 92"/>
                  <a:gd name="T4" fmla="*/ 9 w 9"/>
                  <a:gd name="T5" fmla="*/ 92 h 92"/>
                  <a:gd name="T6" fmla="*/ 4 w 9"/>
                  <a:gd name="T7" fmla="*/ 0 h 92"/>
                  <a:gd name="T8" fmla="*/ 0 w 9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2">
                    <a:moveTo>
                      <a:pt x="0" y="0"/>
                    </a:moveTo>
                    <a:lnTo>
                      <a:pt x="0" y="92"/>
                    </a:lnTo>
                    <a:lnTo>
                      <a:pt x="9" y="9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7" name="Freeform 74"/>
              <p:cNvSpPr>
                <a:spLocks/>
              </p:cNvSpPr>
              <p:nvPr/>
            </p:nvSpPr>
            <p:spPr bwMode="auto">
              <a:xfrm>
                <a:off x="6170613" y="5177156"/>
                <a:ext cx="1381125" cy="155575"/>
              </a:xfrm>
              <a:custGeom>
                <a:avLst/>
                <a:gdLst>
                  <a:gd name="T0" fmla="*/ 577 w 577"/>
                  <a:gd name="T1" fmla="*/ 33 h 65"/>
                  <a:gd name="T2" fmla="*/ 540 w 577"/>
                  <a:gd name="T3" fmla="*/ 65 h 65"/>
                  <a:gd name="T4" fmla="*/ 37 w 577"/>
                  <a:gd name="T5" fmla="*/ 65 h 65"/>
                  <a:gd name="T6" fmla="*/ 0 w 577"/>
                  <a:gd name="T7" fmla="*/ 33 h 65"/>
                  <a:gd name="T8" fmla="*/ 37 w 577"/>
                  <a:gd name="T9" fmla="*/ 0 h 65"/>
                  <a:gd name="T10" fmla="*/ 540 w 577"/>
                  <a:gd name="T11" fmla="*/ 0 h 65"/>
                  <a:gd name="T12" fmla="*/ 577 w 577"/>
                  <a:gd name="T13" fmla="*/ 3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7" h="65">
                    <a:moveTo>
                      <a:pt x="577" y="33"/>
                    </a:moveTo>
                    <a:cubicBezTo>
                      <a:pt x="577" y="51"/>
                      <a:pt x="560" y="65"/>
                      <a:pt x="540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16" y="65"/>
                      <a:pt x="0" y="51"/>
                      <a:pt x="0" y="33"/>
                    </a:cubicBezTo>
                    <a:cubicBezTo>
                      <a:pt x="0" y="15"/>
                      <a:pt x="16" y="0"/>
                      <a:pt x="37" y="0"/>
                    </a:cubicBezTo>
                    <a:cubicBezTo>
                      <a:pt x="540" y="0"/>
                      <a:pt x="540" y="0"/>
                      <a:pt x="540" y="0"/>
                    </a:cubicBezTo>
                    <a:cubicBezTo>
                      <a:pt x="560" y="0"/>
                      <a:pt x="577" y="15"/>
                      <a:pt x="577" y="33"/>
                    </a:cubicBezTo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8" name="Freeform 75"/>
              <p:cNvSpPr>
                <a:spLocks/>
              </p:cNvSpPr>
              <p:nvPr/>
            </p:nvSpPr>
            <p:spPr bwMode="auto">
              <a:xfrm>
                <a:off x="6859588" y="5177156"/>
                <a:ext cx="692150" cy="155575"/>
              </a:xfrm>
              <a:custGeom>
                <a:avLst/>
                <a:gdLst>
                  <a:gd name="T0" fmla="*/ 252 w 289"/>
                  <a:gd name="T1" fmla="*/ 0 h 65"/>
                  <a:gd name="T2" fmla="*/ 0 w 289"/>
                  <a:gd name="T3" fmla="*/ 0 h 65"/>
                  <a:gd name="T4" fmla="*/ 0 w 289"/>
                  <a:gd name="T5" fmla="*/ 65 h 65"/>
                  <a:gd name="T6" fmla="*/ 252 w 289"/>
                  <a:gd name="T7" fmla="*/ 65 h 65"/>
                  <a:gd name="T8" fmla="*/ 289 w 289"/>
                  <a:gd name="T9" fmla="*/ 33 h 65"/>
                  <a:gd name="T10" fmla="*/ 252 w 289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9" h="65">
                    <a:moveTo>
                      <a:pt x="25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72" y="65"/>
                      <a:pt x="289" y="51"/>
                      <a:pt x="289" y="33"/>
                    </a:cubicBezTo>
                    <a:cubicBezTo>
                      <a:pt x="289" y="15"/>
                      <a:pt x="272" y="0"/>
                      <a:pt x="252" y="0"/>
                    </a:cubicBezTo>
                  </a:path>
                </a:pathLst>
              </a:custGeom>
              <a:solidFill>
                <a:srgbClr val="A9C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9" name="Rectangle 76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0" name="Rectangle 77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1" name="Freeform 78"/>
              <p:cNvSpPr>
                <a:spLocks/>
              </p:cNvSpPr>
              <p:nvPr/>
            </p:nvSpPr>
            <p:spPr bwMode="auto">
              <a:xfrm>
                <a:off x="6540500" y="4696144"/>
                <a:ext cx="728663" cy="123825"/>
              </a:xfrm>
              <a:custGeom>
                <a:avLst/>
                <a:gdLst>
                  <a:gd name="T0" fmla="*/ 0 w 459"/>
                  <a:gd name="T1" fmla="*/ 50 h 78"/>
                  <a:gd name="T2" fmla="*/ 0 w 459"/>
                  <a:gd name="T3" fmla="*/ 78 h 78"/>
                  <a:gd name="T4" fmla="*/ 459 w 459"/>
                  <a:gd name="T5" fmla="*/ 78 h 78"/>
                  <a:gd name="T6" fmla="*/ 459 w 459"/>
                  <a:gd name="T7" fmla="*/ 0 h 78"/>
                  <a:gd name="T8" fmla="*/ 0 w 459"/>
                  <a:gd name="T9" fmla="*/ 5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9" h="78">
                    <a:moveTo>
                      <a:pt x="0" y="50"/>
                    </a:moveTo>
                    <a:lnTo>
                      <a:pt x="0" y="78"/>
                    </a:lnTo>
                    <a:lnTo>
                      <a:pt x="459" y="78"/>
                    </a:lnTo>
                    <a:lnTo>
                      <a:pt x="459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2" name="Rectangle 79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3" name="Rectangle 80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4" name="Rectangle 81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" name="Rectangle 82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6" name="Rectangle 83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7" name="Rectangle 84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8" name="Rectangle 85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9" name="Rectangle 86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0" name="Rectangle 87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347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1" name="Rectangle 88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2" name="Rectangle 89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3" name="Rectangle 90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4" name="Rectangle 91"/>
              <p:cNvSpPr>
                <a:spLocks noChangeArrowheads="1"/>
              </p:cNvSpPr>
              <p:nvPr/>
            </p:nvSpPr>
            <p:spPr bwMode="auto">
              <a:xfrm>
                <a:off x="6619875" y="4880294"/>
                <a:ext cx="122238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5" name="Freeform 92"/>
              <p:cNvSpPr>
                <a:spLocks/>
              </p:cNvSpPr>
              <p:nvPr/>
            </p:nvSpPr>
            <p:spPr bwMode="auto">
              <a:xfrm>
                <a:off x="6619875" y="4748531"/>
                <a:ext cx="649288" cy="71438"/>
              </a:xfrm>
              <a:custGeom>
                <a:avLst/>
                <a:gdLst>
                  <a:gd name="T0" fmla="*/ 409 w 409"/>
                  <a:gd name="T1" fmla="*/ 45 h 45"/>
                  <a:gd name="T2" fmla="*/ 409 w 409"/>
                  <a:gd name="T3" fmla="*/ 0 h 45"/>
                  <a:gd name="T4" fmla="*/ 0 w 409"/>
                  <a:gd name="T5" fmla="*/ 45 h 45"/>
                  <a:gd name="T6" fmla="*/ 409 w 409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9" h="45">
                    <a:moveTo>
                      <a:pt x="409" y="45"/>
                    </a:moveTo>
                    <a:lnTo>
                      <a:pt x="409" y="0"/>
                    </a:lnTo>
                    <a:lnTo>
                      <a:pt x="0" y="45"/>
                    </a:lnTo>
                    <a:lnTo>
                      <a:pt x="409" y="45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6" name="Freeform 93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close/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7" name="Freeform 94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8" name="Rectangle 95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2C62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9" name="Rectangle 96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0" name="Freeform 97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1" name="Freeform 98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2" name="Freeform 99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close/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3" name="Freeform 100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4" name="Freeform 101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5" name="Freeform 102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6" name="Rectangle 103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7" name="Rectangle 104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8" name="Freeform 105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9" name="Freeform 106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0" name="Freeform 107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1" name="Freeform 108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2" name="Freeform 109"/>
              <p:cNvSpPr>
                <a:spLocks/>
              </p:cNvSpPr>
              <p:nvPr/>
            </p:nvSpPr>
            <p:spPr bwMode="auto">
              <a:xfrm>
                <a:off x="4238625" y="4550094"/>
                <a:ext cx="431800" cy="269875"/>
              </a:xfrm>
              <a:custGeom>
                <a:avLst/>
                <a:gdLst>
                  <a:gd name="T0" fmla="*/ 133 w 180"/>
                  <a:gd name="T1" fmla="*/ 94 h 113"/>
                  <a:gd name="T2" fmla="*/ 64 w 180"/>
                  <a:gd name="T3" fmla="*/ 101 h 113"/>
                  <a:gd name="T4" fmla="*/ 21 w 180"/>
                  <a:gd name="T5" fmla="*/ 95 h 113"/>
                  <a:gd name="T6" fmla="*/ 0 w 180"/>
                  <a:gd name="T7" fmla="*/ 95 h 113"/>
                  <a:gd name="T8" fmla="*/ 92 w 180"/>
                  <a:gd name="T9" fmla="*/ 0 h 113"/>
                  <a:gd name="T10" fmla="*/ 180 w 180"/>
                  <a:gd name="T11" fmla="*/ 92 h 113"/>
                  <a:gd name="T12" fmla="*/ 159 w 180"/>
                  <a:gd name="T13" fmla="*/ 95 h 113"/>
                  <a:gd name="T14" fmla="*/ 133 w 180"/>
                  <a:gd name="T15" fmla="*/ 9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0" h="113">
                    <a:moveTo>
                      <a:pt x="133" y="94"/>
                    </a:moveTo>
                    <a:cubicBezTo>
                      <a:pt x="128" y="98"/>
                      <a:pt x="88" y="113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4" y="95"/>
                      <a:pt x="166" y="98"/>
                      <a:pt x="159" y="95"/>
                    </a:cubicBezTo>
                    <a:cubicBezTo>
                      <a:pt x="150" y="91"/>
                      <a:pt x="137" y="90"/>
                      <a:pt x="133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3" name="Freeform 110"/>
              <p:cNvSpPr>
                <a:spLocks/>
              </p:cNvSpPr>
              <p:nvPr/>
            </p:nvSpPr>
            <p:spPr bwMode="auto">
              <a:xfrm>
                <a:off x="4238625" y="4550094"/>
                <a:ext cx="220663" cy="254000"/>
              </a:xfrm>
              <a:custGeom>
                <a:avLst/>
                <a:gdLst>
                  <a:gd name="T0" fmla="*/ 21 w 92"/>
                  <a:gd name="T1" fmla="*/ 95 h 106"/>
                  <a:gd name="T2" fmla="*/ 0 w 92"/>
                  <a:gd name="T3" fmla="*/ 95 h 106"/>
                  <a:gd name="T4" fmla="*/ 92 w 92"/>
                  <a:gd name="T5" fmla="*/ 0 h 106"/>
                  <a:gd name="T6" fmla="*/ 92 w 92"/>
                  <a:gd name="T7" fmla="*/ 105 h 106"/>
                  <a:gd name="T8" fmla="*/ 64 w 92"/>
                  <a:gd name="T9" fmla="*/ 101 h 106"/>
                  <a:gd name="T10" fmla="*/ 21 w 92"/>
                  <a:gd name="T11" fmla="*/ 9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6">
                    <a:moveTo>
                      <a:pt x="21" y="95"/>
                    </a:move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105"/>
                      <a:pt x="92" y="105"/>
                      <a:pt x="92" y="105"/>
                    </a:cubicBezTo>
                    <a:cubicBezTo>
                      <a:pt x="82" y="106"/>
                      <a:pt x="72" y="105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4" name="Freeform 111"/>
              <p:cNvSpPr>
                <a:spLocks/>
              </p:cNvSpPr>
              <p:nvPr/>
            </p:nvSpPr>
            <p:spPr bwMode="auto">
              <a:xfrm>
                <a:off x="7437438" y="5043806"/>
                <a:ext cx="50800" cy="133350"/>
              </a:xfrm>
              <a:custGeom>
                <a:avLst/>
                <a:gdLst>
                  <a:gd name="T0" fmla="*/ 7 w 32"/>
                  <a:gd name="T1" fmla="*/ 0 h 84"/>
                  <a:gd name="T2" fmla="*/ 0 w 32"/>
                  <a:gd name="T3" fmla="*/ 84 h 84"/>
                  <a:gd name="T4" fmla="*/ 32 w 32"/>
                  <a:gd name="T5" fmla="*/ 84 h 84"/>
                  <a:gd name="T6" fmla="*/ 24 w 32"/>
                  <a:gd name="T7" fmla="*/ 0 h 84"/>
                  <a:gd name="T8" fmla="*/ 7 w 32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84">
                    <a:moveTo>
                      <a:pt x="7" y="0"/>
                    </a:moveTo>
                    <a:lnTo>
                      <a:pt x="0" y="84"/>
                    </a:lnTo>
                    <a:lnTo>
                      <a:pt x="32" y="84"/>
                    </a:lnTo>
                    <a:lnTo>
                      <a:pt x="2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5" name="Freeform 112"/>
              <p:cNvSpPr>
                <a:spLocks/>
              </p:cNvSpPr>
              <p:nvPr/>
            </p:nvSpPr>
            <p:spPr bwMode="auto">
              <a:xfrm>
                <a:off x="7461250" y="5043806"/>
                <a:ext cx="26988" cy="133350"/>
              </a:xfrm>
              <a:custGeom>
                <a:avLst/>
                <a:gdLst>
                  <a:gd name="T0" fmla="*/ 0 w 17"/>
                  <a:gd name="T1" fmla="*/ 0 h 84"/>
                  <a:gd name="T2" fmla="*/ 0 w 17"/>
                  <a:gd name="T3" fmla="*/ 84 h 84"/>
                  <a:gd name="T4" fmla="*/ 17 w 17"/>
                  <a:gd name="T5" fmla="*/ 84 h 84"/>
                  <a:gd name="T6" fmla="*/ 9 w 17"/>
                  <a:gd name="T7" fmla="*/ 0 h 84"/>
                  <a:gd name="T8" fmla="*/ 0 w 17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84">
                    <a:moveTo>
                      <a:pt x="0" y="0"/>
                    </a:moveTo>
                    <a:lnTo>
                      <a:pt x="0" y="84"/>
                    </a:lnTo>
                    <a:lnTo>
                      <a:pt x="17" y="84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" name="Freeform 113"/>
              <p:cNvSpPr>
                <a:spLocks/>
              </p:cNvSpPr>
              <p:nvPr/>
            </p:nvSpPr>
            <p:spPr bwMode="auto">
              <a:xfrm>
                <a:off x="7324725" y="4499294"/>
                <a:ext cx="273050" cy="587375"/>
              </a:xfrm>
              <a:custGeom>
                <a:avLst/>
                <a:gdLst>
                  <a:gd name="T0" fmla="*/ 0 w 172"/>
                  <a:gd name="T1" fmla="*/ 370 h 370"/>
                  <a:gd name="T2" fmla="*/ 86 w 172"/>
                  <a:gd name="T3" fmla="*/ 0 h 370"/>
                  <a:gd name="T4" fmla="*/ 172 w 172"/>
                  <a:gd name="T5" fmla="*/ 370 h 370"/>
                  <a:gd name="T6" fmla="*/ 0 w 172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2" h="370">
                    <a:moveTo>
                      <a:pt x="0" y="370"/>
                    </a:moveTo>
                    <a:lnTo>
                      <a:pt x="86" y="0"/>
                    </a:lnTo>
                    <a:lnTo>
                      <a:pt x="172" y="370"/>
                    </a:lnTo>
                    <a:lnTo>
                      <a:pt x="0" y="37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7" name="Freeform 114"/>
              <p:cNvSpPr>
                <a:spLocks/>
              </p:cNvSpPr>
              <p:nvPr/>
            </p:nvSpPr>
            <p:spPr bwMode="auto">
              <a:xfrm>
                <a:off x="7461250" y="4499294"/>
                <a:ext cx="136525" cy="587375"/>
              </a:xfrm>
              <a:custGeom>
                <a:avLst/>
                <a:gdLst>
                  <a:gd name="T0" fmla="*/ 86 w 86"/>
                  <a:gd name="T1" fmla="*/ 370 h 370"/>
                  <a:gd name="T2" fmla="*/ 0 w 86"/>
                  <a:gd name="T3" fmla="*/ 0 h 370"/>
                  <a:gd name="T4" fmla="*/ 0 w 86"/>
                  <a:gd name="T5" fmla="*/ 370 h 370"/>
                  <a:gd name="T6" fmla="*/ 86 w 86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370">
                    <a:moveTo>
                      <a:pt x="86" y="370"/>
                    </a:moveTo>
                    <a:lnTo>
                      <a:pt x="0" y="0"/>
                    </a:lnTo>
                    <a:lnTo>
                      <a:pt x="0" y="370"/>
                    </a:lnTo>
                    <a:lnTo>
                      <a:pt x="86" y="37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8" name="Freeform 115"/>
              <p:cNvSpPr>
                <a:spLocks/>
              </p:cNvSpPr>
              <p:nvPr/>
            </p:nvSpPr>
            <p:spPr bwMode="auto">
              <a:xfrm>
                <a:off x="7585075" y="5069206"/>
                <a:ext cx="41275" cy="107950"/>
              </a:xfrm>
              <a:custGeom>
                <a:avLst/>
                <a:gdLst>
                  <a:gd name="T0" fmla="*/ 6 w 26"/>
                  <a:gd name="T1" fmla="*/ 0 h 68"/>
                  <a:gd name="T2" fmla="*/ 0 w 26"/>
                  <a:gd name="T3" fmla="*/ 68 h 68"/>
                  <a:gd name="T4" fmla="*/ 26 w 26"/>
                  <a:gd name="T5" fmla="*/ 68 h 68"/>
                  <a:gd name="T6" fmla="*/ 20 w 26"/>
                  <a:gd name="T7" fmla="*/ 0 h 68"/>
                  <a:gd name="T8" fmla="*/ 6 w 26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8">
                    <a:moveTo>
                      <a:pt x="6" y="0"/>
                    </a:moveTo>
                    <a:lnTo>
                      <a:pt x="0" y="68"/>
                    </a:lnTo>
                    <a:lnTo>
                      <a:pt x="26" y="68"/>
                    </a:lnTo>
                    <a:lnTo>
                      <a:pt x="2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9" name="Freeform 116"/>
              <p:cNvSpPr>
                <a:spLocks/>
              </p:cNvSpPr>
              <p:nvPr/>
            </p:nvSpPr>
            <p:spPr bwMode="auto">
              <a:xfrm>
                <a:off x="7607300" y="5069206"/>
                <a:ext cx="19050" cy="107950"/>
              </a:xfrm>
              <a:custGeom>
                <a:avLst/>
                <a:gdLst>
                  <a:gd name="T0" fmla="*/ 0 w 12"/>
                  <a:gd name="T1" fmla="*/ 0 h 68"/>
                  <a:gd name="T2" fmla="*/ 0 w 12"/>
                  <a:gd name="T3" fmla="*/ 68 h 68"/>
                  <a:gd name="T4" fmla="*/ 12 w 12"/>
                  <a:gd name="T5" fmla="*/ 68 h 68"/>
                  <a:gd name="T6" fmla="*/ 6 w 12"/>
                  <a:gd name="T7" fmla="*/ 0 h 68"/>
                  <a:gd name="T8" fmla="*/ 0 w 12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8">
                    <a:moveTo>
                      <a:pt x="0" y="0"/>
                    </a:moveTo>
                    <a:lnTo>
                      <a:pt x="0" y="68"/>
                    </a:lnTo>
                    <a:lnTo>
                      <a:pt x="12" y="6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0" name="Freeform 117"/>
              <p:cNvSpPr>
                <a:spLocks/>
              </p:cNvSpPr>
              <p:nvPr/>
            </p:nvSpPr>
            <p:spPr bwMode="auto">
              <a:xfrm>
                <a:off x="7494588" y="4627881"/>
                <a:ext cx="222250" cy="474663"/>
              </a:xfrm>
              <a:custGeom>
                <a:avLst/>
                <a:gdLst>
                  <a:gd name="T0" fmla="*/ 0 w 140"/>
                  <a:gd name="T1" fmla="*/ 299 h 299"/>
                  <a:gd name="T2" fmla="*/ 71 w 140"/>
                  <a:gd name="T3" fmla="*/ 0 h 299"/>
                  <a:gd name="T4" fmla="*/ 140 w 140"/>
                  <a:gd name="T5" fmla="*/ 299 h 299"/>
                  <a:gd name="T6" fmla="*/ 0 w 140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0" h="299">
                    <a:moveTo>
                      <a:pt x="0" y="299"/>
                    </a:moveTo>
                    <a:lnTo>
                      <a:pt x="71" y="0"/>
                    </a:lnTo>
                    <a:lnTo>
                      <a:pt x="140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1" name="Freeform 118"/>
              <p:cNvSpPr>
                <a:spLocks/>
              </p:cNvSpPr>
              <p:nvPr/>
            </p:nvSpPr>
            <p:spPr bwMode="auto">
              <a:xfrm>
                <a:off x="7607300" y="4627881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2" name="Freeform 119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3" name="Freeform 120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4" name="Freeform 121"/>
              <p:cNvSpPr>
                <a:spLocks/>
              </p:cNvSpPr>
              <p:nvPr/>
            </p:nvSpPr>
            <p:spPr bwMode="auto">
              <a:xfrm>
                <a:off x="2387600" y="4078606"/>
                <a:ext cx="1035050" cy="1384300"/>
              </a:xfrm>
              <a:custGeom>
                <a:avLst/>
                <a:gdLst>
                  <a:gd name="T0" fmla="*/ 0 w 652"/>
                  <a:gd name="T1" fmla="*/ 872 h 872"/>
                  <a:gd name="T2" fmla="*/ 652 w 652"/>
                  <a:gd name="T3" fmla="*/ 0 h 872"/>
                  <a:gd name="T4" fmla="*/ 652 w 652"/>
                  <a:gd name="T5" fmla="*/ 872 h 872"/>
                  <a:gd name="T6" fmla="*/ 0 w 652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2" h="872">
                    <a:moveTo>
                      <a:pt x="0" y="872"/>
                    </a:moveTo>
                    <a:lnTo>
                      <a:pt x="652" y="0"/>
                    </a:lnTo>
                    <a:lnTo>
                      <a:pt x="652" y="872"/>
                    </a:lnTo>
                    <a:lnTo>
                      <a:pt x="0" y="872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5" name="Freeform 122"/>
              <p:cNvSpPr>
                <a:spLocks/>
              </p:cNvSpPr>
              <p:nvPr/>
            </p:nvSpPr>
            <p:spPr bwMode="auto">
              <a:xfrm>
                <a:off x="3163888" y="4078606"/>
                <a:ext cx="504825" cy="373063"/>
              </a:xfrm>
              <a:custGeom>
                <a:avLst/>
                <a:gdLst>
                  <a:gd name="T0" fmla="*/ 93 w 211"/>
                  <a:gd name="T1" fmla="*/ 124 h 155"/>
                  <a:gd name="T2" fmla="*/ 54 w 211"/>
                  <a:gd name="T3" fmla="*/ 146 h 155"/>
                  <a:gd name="T4" fmla="*/ 29 w 211"/>
                  <a:gd name="T5" fmla="*/ 131 h 155"/>
                  <a:gd name="T6" fmla="*/ 0 w 211"/>
                  <a:gd name="T7" fmla="*/ 144 h 155"/>
                  <a:gd name="T8" fmla="*/ 108 w 211"/>
                  <a:gd name="T9" fmla="*/ 0 h 155"/>
                  <a:gd name="T10" fmla="*/ 211 w 211"/>
                  <a:gd name="T11" fmla="*/ 137 h 155"/>
                  <a:gd name="T12" fmla="*/ 187 w 211"/>
                  <a:gd name="T13" fmla="*/ 144 h 155"/>
                  <a:gd name="T14" fmla="*/ 125 w 211"/>
                  <a:gd name="T15" fmla="*/ 144 h 155"/>
                  <a:gd name="T16" fmla="*/ 93 w 211"/>
                  <a:gd name="T17" fmla="*/ 1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155">
                    <a:moveTo>
                      <a:pt x="93" y="124"/>
                    </a:moveTo>
                    <a:cubicBezTo>
                      <a:pt x="84" y="134"/>
                      <a:pt x="63" y="153"/>
                      <a:pt x="54" y="146"/>
                    </a:cubicBez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1" y="137"/>
                      <a:pt x="211" y="137"/>
                      <a:pt x="211" y="137"/>
                    </a:cubicBezTo>
                    <a:cubicBezTo>
                      <a:pt x="202" y="138"/>
                      <a:pt x="194" y="140"/>
                      <a:pt x="187" y="144"/>
                    </a:cubicBezTo>
                    <a:cubicBezTo>
                      <a:pt x="164" y="155"/>
                      <a:pt x="142" y="150"/>
                      <a:pt x="125" y="144"/>
                    </a:cubicBezTo>
                    <a:cubicBezTo>
                      <a:pt x="108" y="137"/>
                      <a:pt x="102" y="113"/>
                      <a:pt x="93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" name="Freeform 123"/>
              <p:cNvSpPr>
                <a:spLocks/>
              </p:cNvSpPr>
              <p:nvPr/>
            </p:nvSpPr>
            <p:spPr bwMode="auto">
              <a:xfrm>
                <a:off x="3163888" y="4078606"/>
                <a:ext cx="258763" cy="368300"/>
              </a:xfrm>
              <a:custGeom>
                <a:avLst/>
                <a:gdLst>
                  <a:gd name="T0" fmla="*/ 54 w 108"/>
                  <a:gd name="T1" fmla="*/ 146 h 153"/>
                  <a:gd name="T2" fmla="*/ 29 w 108"/>
                  <a:gd name="T3" fmla="*/ 131 h 153"/>
                  <a:gd name="T4" fmla="*/ 0 w 108"/>
                  <a:gd name="T5" fmla="*/ 144 h 153"/>
                  <a:gd name="T6" fmla="*/ 108 w 108"/>
                  <a:gd name="T7" fmla="*/ 0 h 153"/>
                  <a:gd name="T8" fmla="*/ 108 w 108"/>
                  <a:gd name="T9" fmla="*/ 130 h 153"/>
                  <a:gd name="T10" fmla="*/ 93 w 108"/>
                  <a:gd name="T11" fmla="*/ 124 h 153"/>
                  <a:gd name="T12" fmla="*/ 54 w 108"/>
                  <a:gd name="T13" fmla="*/ 14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53">
                    <a:moveTo>
                      <a:pt x="54" y="146"/>
                    </a:move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30"/>
                      <a:pt x="108" y="130"/>
                      <a:pt x="108" y="130"/>
                    </a:cubicBezTo>
                    <a:cubicBezTo>
                      <a:pt x="102" y="123"/>
                      <a:pt x="98" y="118"/>
                      <a:pt x="93" y="124"/>
                    </a:cubicBezTo>
                    <a:cubicBezTo>
                      <a:pt x="84" y="134"/>
                      <a:pt x="63" y="153"/>
                      <a:pt x="54" y="146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7" name="Freeform 124"/>
              <p:cNvSpPr>
                <a:spLocks/>
              </p:cNvSpPr>
              <p:nvPr/>
            </p:nvSpPr>
            <p:spPr bwMode="auto">
              <a:xfrm>
                <a:off x="3235325" y="5177156"/>
                <a:ext cx="38100" cy="106363"/>
              </a:xfrm>
              <a:custGeom>
                <a:avLst/>
                <a:gdLst>
                  <a:gd name="T0" fmla="*/ 5 w 24"/>
                  <a:gd name="T1" fmla="*/ 0 h 67"/>
                  <a:gd name="T2" fmla="*/ 0 w 24"/>
                  <a:gd name="T3" fmla="*/ 67 h 67"/>
                  <a:gd name="T4" fmla="*/ 24 w 24"/>
                  <a:gd name="T5" fmla="*/ 67 h 67"/>
                  <a:gd name="T6" fmla="*/ 18 w 24"/>
                  <a:gd name="T7" fmla="*/ 0 h 67"/>
                  <a:gd name="T8" fmla="*/ 5 w 24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67">
                    <a:moveTo>
                      <a:pt x="5" y="0"/>
                    </a:moveTo>
                    <a:lnTo>
                      <a:pt x="0" y="67"/>
                    </a:lnTo>
                    <a:lnTo>
                      <a:pt x="24" y="67"/>
                    </a:lnTo>
                    <a:lnTo>
                      <a:pt x="1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8" name="Freeform 125"/>
              <p:cNvSpPr>
                <a:spLocks/>
              </p:cNvSpPr>
              <p:nvPr/>
            </p:nvSpPr>
            <p:spPr bwMode="auto">
              <a:xfrm>
                <a:off x="3254375" y="5177156"/>
                <a:ext cx="19050" cy="106363"/>
              </a:xfrm>
              <a:custGeom>
                <a:avLst/>
                <a:gdLst>
                  <a:gd name="T0" fmla="*/ 0 w 12"/>
                  <a:gd name="T1" fmla="*/ 0 h 67"/>
                  <a:gd name="T2" fmla="*/ 0 w 12"/>
                  <a:gd name="T3" fmla="*/ 67 h 67"/>
                  <a:gd name="T4" fmla="*/ 12 w 12"/>
                  <a:gd name="T5" fmla="*/ 67 h 67"/>
                  <a:gd name="T6" fmla="*/ 6 w 12"/>
                  <a:gd name="T7" fmla="*/ 0 h 67"/>
                  <a:gd name="T8" fmla="*/ 0 w 12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7">
                    <a:moveTo>
                      <a:pt x="0" y="0"/>
                    </a:moveTo>
                    <a:lnTo>
                      <a:pt x="0" y="67"/>
                    </a:lnTo>
                    <a:lnTo>
                      <a:pt x="12" y="67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9" name="Freeform 126"/>
              <p:cNvSpPr>
                <a:spLocks/>
              </p:cNvSpPr>
              <p:nvPr/>
            </p:nvSpPr>
            <p:spPr bwMode="auto">
              <a:xfrm>
                <a:off x="3149600" y="4754881"/>
                <a:ext cx="209550" cy="455613"/>
              </a:xfrm>
              <a:custGeom>
                <a:avLst/>
                <a:gdLst>
                  <a:gd name="T0" fmla="*/ 0 w 132"/>
                  <a:gd name="T1" fmla="*/ 287 h 287"/>
                  <a:gd name="T2" fmla="*/ 66 w 132"/>
                  <a:gd name="T3" fmla="*/ 0 h 287"/>
                  <a:gd name="T4" fmla="*/ 132 w 132"/>
                  <a:gd name="T5" fmla="*/ 287 h 287"/>
                  <a:gd name="T6" fmla="*/ 0 w 132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287">
                    <a:moveTo>
                      <a:pt x="0" y="287"/>
                    </a:moveTo>
                    <a:lnTo>
                      <a:pt x="66" y="0"/>
                    </a:lnTo>
                    <a:lnTo>
                      <a:pt x="132" y="287"/>
                    </a:lnTo>
                    <a:lnTo>
                      <a:pt x="0" y="287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0" name="Freeform 127"/>
              <p:cNvSpPr>
                <a:spLocks/>
              </p:cNvSpPr>
              <p:nvPr/>
            </p:nvSpPr>
            <p:spPr bwMode="auto">
              <a:xfrm>
                <a:off x="3254375" y="4754881"/>
                <a:ext cx="104775" cy="455613"/>
              </a:xfrm>
              <a:custGeom>
                <a:avLst/>
                <a:gdLst>
                  <a:gd name="T0" fmla="*/ 66 w 66"/>
                  <a:gd name="T1" fmla="*/ 287 h 287"/>
                  <a:gd name="T2" fmla="*/ 0 w 66"/>
                  <a:gd name="T3" fmla="*/ 0 h 287"/>
                  <a:gd name="T4" fmla="*/ 0 w 66"/>
                  <a:gd name="T5" fmla="*/ 287 h 287"/>
                  <a:gd name="T6" fmla="*/ 66 w 66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287">
                    <a:moveTo>
                      <a:pt x="66" y="287"/>
                    </a:moveTo>
                    <a:lnTo>
                      <a:pt x="0" y="0"/>
                    </a:lnTo>
                    <a:lnTo>
                      <a:pt x="0" y="287"/>
                    </a:lnTo>
                    <a:lnTo>
                      <a:pt x="66" y="287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1" name="Freeform 128"/>
              <p:cNvSpPr>
                <a:spLocks/>
              </p:cNvSpPr>
              <p:nvPr/>
            </p:nvSpPr>
            <p:spPr bwMode="auto">
              <a:xfrm>
                <a:off x="2954338" y="4956494"/>
                <a:ext cx="196850" cy="347663"/>
              </a:xfrm>
              <a:custGeom>
                <a:avLst/>
                <a:gdLst>
                  <a:gd name="T0" fmla="*/ 82 w 82"/>
                  <a:gd name="T1" fmla="*/ 104 h 145"/>
                  <a:gd name="T2" fmla="*/ 41 w 82"/>
                  <a:gd name="T3" fmla="*/ 145 h 145"/>
                  <a:gd name="T4" fmla="*/ 0 w 82"/>
                  <a:gd name="T5" fmla="*/ 104 h 145"/>
                  <a:gd name="T6" fmla="*/ 41 w 82"/>
                  <a:gd name="T7" fmla="*/ 0 h 145"/>
                  <a:gd name="T8" fmla="*/ 82 w 82"/>
                  <a:gd name="T9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45">
                    <a:moveTo>
                      <a:pt x="82" y="104"/>
                    </a:moveTo>
                    <a:cubicBezTo>
                      <a:pt x="82" y="126"/>
                      <a:pt x="64" y="145"/>
                      <a:pt x="41" y="145"/>
                    </a:cubicBezTo>
                    <a:cubicBezTo>
                      <a:pt x="19" y="145"/>
                      <a:pt x="0" y="126"/>
                      <a:pt x="0" y="104"/>
                    </a:cubicBezTo>
                    <a:cubicBezTo>
                      <a:pt x="0" y="72"/>
                      <a:pt x="19" y="0"/>
                      <a:pt x="41" y="0"/>
                    </a:cubicBezTo>
                    <a:cubicBezTo>
                      <a:pt x="64" y="0"/>
                      <a:pt x="82" y="81"/>
                      <a:pt x="82" y="104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2" name="Freeform 129"/>
              <p:cNvSpPr>
                <a:spLocks/>
              </p:cNvSpPr>
              <p:nvPr/>
            </p:nvSpPr>
            <p:spPr bwMode="auto">
              <a:xfrm>
                <a:off x="3052763" y="4956494"/>
                <a:ext cx="98425" cy="347663"/>
              </a:xfrm>
              <a:custGeom>
                <a:avLst/>
                <a:gdLst>
                  <a:gd name="T0" fmla="*/ 41 w 41"/>
                  <a:gd name="T1" fmla="*/ 104 h 145"/>
                  <a:gd name="T2" fmla="*/ 0 w 41"/>
                  <a:gd name="T3" fmla="*/ 0 h 145"/>
                  <a:gd name="T4" fmla="*/ 0 w 41"/>
                  <a:gd name="T5" fmla="*/ 145 h 145"/>
                  <a:gd name="T6" fmla="*/ 41 w 41"/>
                  <a:gd name="T7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145">
                    <a:moveTo>
                      <a:pt x="41" y="104"/>
                    </a:moveTo>
                    <a:cubicBezTo>
                      <a:pt x="41" y="75"/>
                      <a:pt x="23" y="0"/>
                      <a:pt x="0" y="0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23" y="145"/>
                      <a:pt x="41" y="126"/>
                      <a:pt x="41" y="104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3" name="Freeform 130"/>
              <p:cNvSpPr>
                <a:spLocks/>
              </p:cNvSpPr>
              <p:nvPr/>
            </p:nvSpPr>
            <p:spPr bwMode="auto">
              <a:xfrm>
                <a:off x="3038475" y="5205731"/>
                <a:ext cx="28575" cy="158750"/>
              </a:xfrm>
              <a:custGeom>
                <a:avLst/>
                <a:gdLst>
                  <a:gd name="T0" fmla="*/ 5 w 18"/>
                  <a:gd name="T1" fmla="*/ 0 h 100"/>
                  <a:gd name="T2" fmla="*/ 0 w 18"/>
                  <a:gd name="T3" fmla="*/ 100 h 100"/>
                  <a:gd name="T4" fmla="*/ 18 w 18"/>
                  <a:gd name="T5" fmla="*/ 100 h 100"/>
                  <a:gd name="T6" fmla="*/ 14 w 18"/>
                  <a:gd name="T7" fmla="*/ 0 h 100"/>
                  <a:gd name="T8" fmla="*/ 5 w 18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0">
                    <a:moveTo>
                      <a:pt x="5" y="0"/>
                    </a:moveTo>
                    <a:lnTo>
                      <a:pt x="0" y="100"/>
                    </a:lnTo>
                    <a:lnTo>
                      <a:pt x="18" y="100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4" name="Freeform 131"/>
              <p:cNvSpPr>
                <a:spLocks/>
              </p:cNvSpPr>
              <p:nvPr/>
            </p:nvSpPr>
            <p:spPr bwMode="auto">
              <a:xfrm>
                <a:off x="3052763" y="5205731"/>
                <a:ext cx="14288" cy="158750"/>
              </a:xfrm>
              <a:custGeom>
                <a:avLst/>
                <a:gdLst>
                  <a:gd name="T0" fmla="*/ 0 w 9"/>
                  <a:gd name="T1" fmla="*/ 0 h 100"/>
                  <a:gd name="T2" fmla="*/ 0 w 9"/>
                  <a:gd name="T3" fmla="*/ 100 h 100"/>
                  <a:gd name="T4" fmla="*/ 9 w 9"/>
                  <a:gd name="T5" fmla="*/ 100 h 100"/>
                  <a:gd name="T6" fmla="*/ 5 w 9"/>
                  <a:gd name="T7" fmla="*/ 0 h 100"/>
                  <a:gd name="T8" fmla="*/ 0 w 9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0">
                    <a:moveTo>
                      <a:pt x="0" y="0"/>
                    </a:moveTo>
                    <a:lnTo>
                      <a:pt x="0" y="100"/>
                    </a:lnTo>
                    <a:lnTo>
                      <a:pt x="9" y="10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5" name="Freeform 132"/>
              <p:cNvSpPr>
                <a:spLocks/>
              </p:cNvSpPr>
              <p:nvPr/>
            </p:nvSpPr>
            <p:spPr bwMode="auto">
              <a:xfrm>
                <a:off x="3140075" y="4988244"/>
                <a:ext cx="2995613" cy="477838"/>
              </a:xfrm>
              <a:custGeom>
                <a:avLst/>
                <a:gdLst>
                  <a:gd name="T0" fmla="*/ 625 w 1251"/>
                  <a:gd name="T1" fmla="*/ 0 h 199"/>
                  <a:gd name="T2" fmla="*/ 1251 w 1251"/>
                  <a:gd name="T3" fmla="*/ 199 h 199"/>
                  <a:gd name="T4" fmla="*/ 625 w 1251"/>
                  <a:gd name="T5" fmla="*/ 199 h 199"/>
                  <a:gd name="T6" fmla="*/ 0 w 1251"/>
                  <a:gd name="T7" fmla="*/ 199 h 199"/>
                  <a:gd name="T8" fmla="*/ 625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5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6" y="199"/>
                      <a:pt x="380" y="0"/>
                      <a:pt x="625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" name="Freeform 133"/>
              <p:cNvSpPr>
                <a:spLocks/>
              </p:cNvSpPr>
              <p:nvPr/>
            </p:nvSpPr>
            <p:spPr bwMode="auto">
              <a:xfrm>
                <a:off x="3140075" y="4988244"/>
                <a:ext cx="1497013" cy="477838"/>
              </a:xfrm>
              <a:custGeom>
                <a:avLst/>
                <a:gdLst>
                  <a:gd name="T0" fmla="*/ 0 w 625"/>
                  <a:gd name="T1" fmla="*/ 199 h 199"/>
                  <a:gd name="T2" fmla="*/ 625 w 625"/>
                  <a:gd name="T3" fmla="*/ 0 h 199"/>
                  <a:gd name="T4" fmla="*/ 625 w 625"/>
                  <a:gd name="T5" fmla="*/ 199 h 199"/>
                  <a:gd name="T6" fmla="*/ 0 w 625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199">
                    <a:moveTo>
                      <a:pt x="0" y="199"/>
                    </a:moveTo>
                    <a:cubicBezTo>
                      <a:pt x="396" y="199"/>
                      <a:pt x="380" y="0"/>
                      <a:pt x="625" y="0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" name="Freeform 134"/>
              <p:cNvSpPr>
                <a:spLocks/>
              </p:cNvSpPr>
              <p:nvPr/>
            </p:nvSpPr>
            <p:spPr bwMode="auto">
              <a:xfrm>
                <a:off x="7489825" y="5162869"/>
                <a:ext cx="2481263" cy="303213"/>
              </a:xfrm>
              <a:custGeom>
                <a:avLst/>
                <a:gdLst>
                  <a:gd name="T0" fmla="*/ 518 w 1036"/>
                  <a:gd name="T1" fmla="*/ 0 h 126"/>
                  <a:gd name="T2" fmla="*/ 1036 w 1036"/>
                  <a:gd name="T3" fmla="*/ 126 h 126"/>
                  <a:gd name="T4" fmla="*/ 518 w 1036"/>
                  <a:gd name="T5" fmla="*/ 126 h 126"/>
                  <a:gd name="T6" fmla="*/ 0 w 1036"/>
                  <a:gd name="T7" fmla="*/ 126 h 126"/>
                  <a:gd name="T8" fmla="*/ 518 w 1036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6" h="126">
                    <a:moveTo>
                      <a:pt x="518" y="0"/>
                    </a:moveTo>
                    <a:cubicBezTo>
                      <a:pt x="721" y="0"/>
                      <a:pt x="708" y="126"/>
                      <a:pt x="1036" y="126"/>
                    </a:cubicBezTo>
                    <a:cubicBezTo>
                      <a:pt x="518" y="126"/>
                      <a:pt x="518" y="126"/>
                      <a:pt x="518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29" y="126"/>
                      <a:pt x="315" y="0"/>
                      <a:pt x="518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" name="Freeform 135"/>
              <p:cNvSpPr>
                <a:spLocks/>
              </p:cNvSpPr>
              <p:nvPr/>
            </p:nvSpPr>
            <p:spPr bwMode="auto">
              <a:xfrm>
                <a:off x="7489825" y="5162869"/>
                <a:ext cx="1241425" cy="303213"/>
              </a:xfrm>
              <a:custGeom>
                <a:avLst/>
                <a:gdLst>
                  <a:gd name="T0" fmla="*/ 0 w 518"/>
                  <a:gd name="T1" fmla="*/ 126 h 126"/>
                  <a:gd name="T2" fmla="*/ 518 w 518"/>
                  <a:gd name="T3" fmla="*/ 0 h 126"/>
                  <a:gd name="T4" fmla="*/ 518 w 518"/>
                  <a:gd name="T5" fmla="*/ 126 h 126"/>
                  <a:gd name="T6" fmla="*/ 0 w 518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8" h="126">
                    <a:moveTo>
                      <a:pt x="0" y="126"/>
                    </a:moveTo>
                    <a:cubicBezTo>
                      <a:pt x="329" y="126"/>
                      <a:pt x="315" y="0"/>
                      <a:pt x="518" y="0"/>
                    </a:cubicBezTo>
                    <a:cubicBezTo>
                      <a:pt x="518" y="126"/>
                      <a:pt x="518" y="126"/>
                      <a:pt x="518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9" name="Oval 136"/>
              <p:cNvSpPr>
                <a:spLocks noChangeArrowheads="1"/>
              </p:cNvSpPr>
              <p:nvPr/>
            </p:nvSpPr>
            <p:spPr bwMode="auto">
              <a:xfrm>
                <a:off x="8670925" y="4993006"/>
                <a:ext cx="285750" cy="3810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0" name="Freeform 137"/>
              <p:cNvSpPr>
                <a:spLocks/>
              </p:cNvSpPr>
              <p:nvPr/>
            </p:nvSpPr>
            <p:spPr bwMode="auto">
              <a:xfrm>
                <a:off x="8812213" y="4993006"/>
                <a:ext cx="144463" cy="381000"/>
              </a:xfrm>
              <a:custGeom>
                <a:avLst/>
                <a:gdLst>
                  <a:gd name="T0" fmla="*/ 60 w 60"/>
                  <a:gd name="T1" fmla="*/ 79 h 159"/>
                  <a:gd name="T2" fmla="*/ 0 w 60"/>
                  <a:gd name="T3" fmla="*/ 0 h 159"/>
                  <a:gd name="T4" fmla="*/ 0 w 60"/>
                  <a:gd name="T5" fmla="*/ 159 h 159"/>
                  <a:gd name="T6" fmla="*/ 60 w 60"/>
                  <a:gd name="T7" fmla="*/ 7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159">
                    <a:moveTo>
                      <a:pt x="60" y="79"/>
                    </a:moveTo>
                    <a:cubicBezTo>
                      <a:pt x="60" y="36"/>
                      <a:pt x="33" y="0"/>
                      <a:pt x="0" y="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33" y="159"/>
                      <a:pt x="60" y="123"/>
                      <a:pt x="60" y="79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1" name="Freeform 138"/>
              <p:cNvSpPr>
                <a:spLocks/>
              </p:cNvSpPr>
              <p:nvPr/>
            </p:nvSpPr>
            <p:spPr bwMode="auto">
              <a:xfrm>
                <a:off x="8793163" y="5231131"/>
                <a:ext cx="41275" cy="231775"/>
              </a:xfrm>
              <a:custGeom>
                <a:avLst/>
                <a:gdLst>
                  <a:gd name="T0" fmla="*/ 4 w 26"/>
                  <a:gd name="T1" fmla="*/ 0 h 146"/>
                  <a:gd name="T2" fmla="*/ 0 w 26"/>
                  <a:gd name="T3" fmla="*/ 146 h 146"/>
                  <a:gd name="T4" fmla="*/ 26 w 26"/>
                  <a:gd name="T5" fmla="*/ 146 h 146"/>
                  <a:gd name="T6" fmla="*/ 20 w 26"/>
                  <a:gd name="T7" fmla="*/ 0 h 146"/>
                  <a:gd name="T8" fmla="*/ 4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4" y="0"/>
                    </a:moveTo>
                    <a:lnTo>
                      <a:pt x="0" y="146"/>
                    </a:lnTo>
                    <a:lnTo>
                      <a:pt x="26" y="146"/>
                    </a:lnTo>
                    <a:lnTo>
                      <a:pt x="2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2" name="Freeform 139"/>
              <p:cNvSpPr>
                <a:spLocks/>
              </p:cNvSpPr>
              <p:nvPr/>
            </p:nvSpPr>
            <p:spPr bwMode="auto">
              <a:xfrm>
                <a:off x="8812213" y="5231131"/>
                <a:ext cx="22225" cy="231775"/>
              </a:xfrm>
              <a:custGeom>
                <a:avLst/>
                <a:gdLst>
                  <a:gd name="T0" fmla="*/ 0 w 14"/>
                  <a:gd name="T1" fmla="*/ 0 h 146"/>
                  <a:gd name="T2" fmla="*/ 0 w 14"/>
                  <a:gd name="T3" fmla="*/ 146 h 146"/>
                  <a:gd name="T4" fmla="*/ 14 w 14"/>
                  <a:gd name="T5" fmla="*/ 146 h 146"/>
                  <a:gd name="T6" fmla="*/ 8 w 14"/>
                  <a:gd name="T7" fmla="*/ 0 h 146"/>
                  <a:gd name="T8" fmla="*/ 0 w 14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6">
                    <a:moveTo>
                      <a:pt x="0" y="0"/>
                    </a:moveTo>
                    <a:lnTo>
                      <a:pt x="0" y="146"/>
                    </a:lnTo>
                    <a:lnTo>
                      <a:pt x="14" y="146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3" name="Freeform 140"/>
              <p:cNvSpPr>
                <a:spLocks/>
              </p:cNvSpPr>
              <p:nvPr/>
            </p:nvSpPr>
            <p:spPr bwMode="auto">
              <a:xfrm>
                <a:off x="8074025" y="4843781"/>
                <a:ext cx="228600" cy="401638"/>
              </a:xfrm>
              <a:custGeom>
                <a:avLst/>
                <a:gdLst>
                  <a:gd name="T0" fmla="*/ 95 w 95"/>
                  <a:gd name="T1" fmla="*/ 120 h 167"/>
                  <a:gd name="T2" fmla="*/ 48 w 95"/>
                  <a:gd name="T3" fmla="*/ 167 h 167"/>
                  <a:gd name="T4" fmla="*/ 0 w 95"/>
                  <a:gd name="T5" fmla="*/ 120 h 167"/>
                  <a:gd name="T6" fmla="*/ 48 w 95"/>
                  <a:gd name="T7" fmla="*/ 0 h 167"/>
                  <a:gd name="T8" fmla="*/ 95 w 95"/>
                  <a:gd name="T9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67">
                    <a:moveTo>
                      <a:pt x="95" y="120"/>
                    </a:moveTo>
                    <a:cubicBezTo>
                      <a:pt x="95" y="146"/>
                      <a:pt x="74" y="167"/>
                      <a:pt x="48" y="167"/>
                    </a:cubicBezTo>
                    <a:cubicBezTo>
                      <a:pt x="21" y="167"/>
                      <a:pt x="0" y="146"/>
                      <a:pt x="0" y="120"/>
                    </a:cubicBezTo>
                    <a:cubicBezTo>
                      <a:pt x="0" y="84"/>
                      <a:pt x="21" y="0"/>
                      <a:pt x="48" y="0"/>
                    </a:cubicBezTo>
                    <a:cubicBezTo>
                      <a:pt x="74" y="0"/>
                      <a:pt x="95" y="94"/>
                      <a:pt x="95" y="120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4" name="Freeform 141"/>
              <p:cNvSpPr>
                <a:spLocks/>
              </p:cNvSpPr>
              <p:nvPr/>
            </p:nvSpPr>
            <p:spPr bwMode="auto">
              <a:xfrm>
                <a:off x="8189913" y="4843781"/>
                <a:ext cx="112713" cy="401638"/>
              </a:xfrm>
              <a:custGeom>
                <a:avLst/>
                <a:gdLst>
                  <a:gd name="T0" fmla="*/ 47 w 47"/>
                  <a:gd name="T1" fmla="*/ 120 h 167"/>
                  <a:gd name="T2" fmla="*/ 0 w 47"/>
                  <a:gd name="T3" fmla="*/ 0 h 167"/>
                  <a:gd name="T4" fmla="*/ 0 w 47"/>
                  <a:gd name="T5" fmla="*/ 167 h 167"/>
                  <a:gd name="T6" fmla="*/ 47 w 47"/>
                  <a:gd name="T7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67">
                    <a:moveTo>
                      <a:pt x="47" y="120"/>
                    </a:moveTo>
                    <a:cubicBezTo>
                      <a:pt x="47" y="86"/>
                      <a:pt x="26" y="0"/>
                      <a:pt x="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26" y="167"/>
                      <a:pt x="47" y="146"/>
                      <a:pt x="47" y="12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5" name="Freeform 142"/>
              <p:cNvSpPr>
                <a:spLocks/>
              </p:cNvSpPr>
              <p:nvPr/>
            </p:nvSpPr>
            <p:spPr bwMode="auto">
              <a:xfrm>
                <a:off x="8172450" y="5132706"/>
                <a:ext cx="31750" cy="180975"/>
              </a:xfrm>
              <a:custGeom>
                <a:avLst/>
                <a:gdLst>
                  <a:gd name="T0" fmla="*/ 5 w 20"/>
                  <a:gd name="T1" fmla="*/ 0 h 114"/>
                  <a:gd name="T2" fmla="*/ 0 w 20"/>
                  <a:gd name="T3" fmla="*/ 114 h 114"/>
                  <a:gd name="T4" fmla="*/ 20 w 20"/>
                  <a:gd name="T5" fmla="*/ 114 h 114"/>
                  <a:gd name="T6" fmla="*/ 15 w 20"/>
                  <a:gd name="T7" fmla="*/ 0 h 114"/>
                  <a:gd name="T8" fmla="*/ 5 w 20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14">
                    <a:moveTo>
                      <a:pt x="5" y="0"/>
                    </a:moveTo>
                    <a:lnTo>
                      <a:pt x="0" y="114"/>
                    </a:lnTo>
                    <a:lnTo>
                      <a:pt x="20" y="114"/>
                    </a:lnTo>
                    <a:lnTo>
                      <a:pt x="1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6" name="Freeform 143"/>
              <p:cNvSpPr>
                <a:spLocks/>
              </p:cNvSpPr>
              <p:nvPr/>
            </p:nvSpPr>
            <p:spPr bwMode="auto">
              <a:xfrm>
                <a:off x="8189913" y="5132706"/>
                <a:ext cx="14288" cy="180975"/>
              </a:xfrm>
              <a:custGeom>
                <a:avLst/>
                <a:gdLst>
                  <a:gd name="T0" fmla="*/ 0 w 9"/>
                  <a:gd name="T1" fmla="*/ 0 h 114"/>
                  <a:gd name="T2" fmla="*/ 0 w 9"/>
                  <a:gd name="T3" fmla="*/ 114 h 114"/>
                  <a:gd name="T4" fmla="*/ 9 w 9"/>
                  <a:gd name="T5" fmla="*/ 114 h 114"/>
                  <a:gd name="T6" fmla="*/ 4 w 9"/>
                  <a:gd name="T7" fmla="*/ 0 h 114"/>
                  <a:gd name="T8" fmla="*/ 0 w 9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4">
                    <a:moveTo>
                      <a:pt x="0" y="0"/>
                    </a:moveTo>
                    <a:lnTo>
                      <a:pt x="0" y="114"/>
                    </a:lnTo>
                    <a:lnTo>
                      <a:pt x="9" y="11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7" name="Freeform 144"/>
              <p:cNvSpPr>
                <a:spLocks/>
              </p:cNvSpPr>
              <p:nvPr/>
            </p:nvSpPr>
            <p:spPr bwMode="auto">
              <a:xfrm>
                <a:off x="8355013" y="5273994"/>
                <a:ext cx="30163" cy="88900"/>
              </a:xfrm>
              <a:custGeom>
                <a:avLst/>
                <a:gdLst>
                  <a:gd name="T0" fmla="*/ 3 w 19"/>
                  <a:gd name="T1" fmla="*/ 0 h 56"/>
                  <a:gd name="T2" fmla="*/ 0 w 19"/>
                  <a:gd name="T3" fmla="*/ 56 h 56"/>
                  <a:gd name="T4" fmla="*/ 19 w 19"/>
                  <a:gd name="T5" fmla="*/ 56 h 56"/>
                  <a:gd name="T6" fmla="*/ 15 w 19"/>
                  <a:gd name="T7" fmla="*/ 0 h 56"/>
                  <a:gd name="T8" fmla="*/ 3 w 19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6">
                    <a:moveTo>
                      <a:pt x="3" y="0"/>
                    </a:moveTo>
                    <a:lnTo>
                      <a:pt x="0" y="56"/>
                    </a:lnTo>
                    <a:lnTo>
                      <a:pt x="19" y="56"/>
                    </a:lnTo>
                    <a:lnTo>
                      <a:pt x="1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8" name="Freeform 145"/>
              <p:cNvSpPr>
                <a:spLocks/>
              </p:cNvSpPr>
              <p:nvPr/>
            </p:nvSpPr>
            <p:spPr bwMode="auto">
              <a:xfrm>
                <a:off x="8369300" y="5273994"/>
                <a:ext cx="15875" cy="88900"/>
              </a:xfrm>
              <a:custGeom>
                <a:avLst/>
                <a:gdLst>
                  <a:gd name="T0" fmla="*/ 0 w 10"/>
                  <a:gd name="T1" fmla="*/ 0 h 56"/>
                  <a:gd name="T2" fmla="*/ 0 w 10"/>
                  <a:gd name="T3" fmla="*/ 56 h 56"/>
                  <a:gd name="T4" fmla="*/ 10 w 10"/>
                  <a:gd name="T5" fmla="*/ 56 h 56"/>
                  <a:gd name="T6" fmla="*/ 6 w 10"/>
                  <a:gd name="T7" fmla="*/ 0 h 56"/>
                  <a:gd name="T8" fmla="*/ 0 w 1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6">
                    <a:moveTo>
                      <a:pt x="0" y="0"/>
                    </a:moveTo>
                    <a:lnTo>
                      <a:pt x="0" y="56"/>
                    </a:lnTo>
                    <a:lnTo>
                      <a:pt x="10" y="56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9" name="Freeform 146"/>
              <p:cNvSpPr>
                <a:spLocks/>
              </p:cNvSpPr>
              <p:nvPr/>
            </p:nvSpPr>
            <p:spPr bwMode="auto">
              <a:xfrm>
                <a:off x="8280400" y="4921569"/>
                <a:ext cx="177800" cy="381000"/>
              </a:xfrm>
              <a:custGeom>
                <a:avLst/>
                <a:gdLst>
                  <a:gd name="T0" fmla="*/ 0 w 112"/>
                  <a:gd name="T1" fmla="*/ 240 h 240"/>
                  <a:gd name="T2" fmla="*/ 56 w 112"/>
                  <a:gd name="T3" fmla="*/ 0 h 240"/>
                  <a:gd name="T4" fmla="*/ 112 w 112"/>
                  <a:gd name="T5" fmla="*/ 240 h 240"/>
                  <a:gd name="T6" fmla="*/ 0 w 112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0">
                    <a:moveTo>
                      <a:pt x="0" y="240"/>
                    </a:moveTo>
                    <a:lnTo>
                      <a:pt x="56" y="0"/>
                    </a:lnTo>
                    <a:lnTo>
                      <a:pt x="112" y="240"/>
                    </a:lnTo>
                    <a:lnTo>
                      <a:pt x="0" y="24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0" name="Freeform 147"/>
              <p:cNvSpPr>
                <a:spLocks/>
              </p:cNvSpPr>
              <p:nvPr/>
            </p:nvSpPr>
            <p:spPr bwMode="auto">
              <a:xfrm>
                <a:off x="8369300" y="4921569"/>
                <a:ext cx="88900" cy="381000"/>
              </a:xfrm>
              <a:custGeom>
                <a:avLst/>
                <a:gdLst>
                  <a:gd name="T0" fmla="*/ 56 w 56"/>
                  <a:gd name="T1" fmla="*/ 240 h 240"/>
                  <a:gd name="T2" fmla="*/ 0 w 56"/>
                  <a:gd name="T3" fmla="*/ 0 h 240"/>
                  <a:gd name="T4" fmla="*/ 0 w 56"/>
                  <a:gd name="T5" fmla="*/ 240 h 240"/>
                  <a:gd name="T6" fmla="*/ 56 w 56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0">
                    <a:moveTo>
                      <a:pt x="56" y="240"/>
                    </a:moveTo>
                    <a:lnTo>
                      <a:pt x="0" y="0"/>
                    </a:lnTo>
                    <a:lnTo>
                      <a:pt x="0" y="240"/>
                    </a:lnTo>
                    <a:lnTo>
                      <a:pt x="56" y="24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1" name="Freeform 148"/>
              <p:cNvSpPr>
                <a:spLocks/>
              </p:cNvSpPr>
              <p:nvPr/>
            </p:nvSpPr>
            <p:spPr bwMode="auto">
              <a:xfrm>
                <a:off x="4152900" y="4988244"/>
                <a:ext cx="2997200" cy="477838"/>
              </a:xfrm>
              <a:custGeom>
                <a:avLst/>
                <a:gdLst>
                  <a:gd name="T0" fmla="*/ 626 w 1251"/>
                  <a:gd name="T1" fmla="*/ 0 h 199"/>
                  <a:gd name="T2" fmla="*/ 1251 w 1251"/>
                  <a:gd name="T3" fmla="*/ 199 h 199"/>
                  <a:gd name="T4" fmla="*/ 626 w 1251"/>
                  <a:gd name="T5" fmla="*/ 199 h 199"/>
                  <a:gd name="T6" fmla="*/ 0 w 1251"/>
                  <a:gd name="T7" fmla="*/ 199 h 199"/>
                  <a:gd name="T8" fmla="*/ 626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6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7" y="199"/>
                      <a:pt x="380" y="0"/>
                      <a:pt x="626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2" name="Freeform 149"/>
              <p:cNvSpPr>
                <a:spLocks/>
              </p:cNvSpPr>
              <p:nvPr/>
            </p:nvSpPr>
            <p:spPr bwMode="auto">
              <a:xfrm>
                <a:off x="4152900" y="4988244"/>
                <a:ext cx="1500188" cy="477838"/>
              </a:xfrm>
              <a:custGeom>
                <a:avLst/>
                <a:gdLst>
                  <a:gd name="T0" fmla="*/ 0 w 626"/>
                  <a:gd name="T1" fmla="*/ 199 h 199"/>
                  <a:gd name="T2" fmla="*/ 626 w 626"/>
                  <a:gd name="T3" fmla="*/ 0 h 199"/>
                  <a:gd name="T4" fmla="*/ 626 w 626"/>
                  <a:gd name="T5" fmla="*/ 199 h 199"/>
                  <a:gd name="T6" fmla="*/ 0 w 626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6" h="199">
                    <a:moveTo>
                      <a:pt x="0" y="199"/>
                    </a:moveTo>
                    <a:cubicBezTo>
                      <a:pt x="397" y="199"/>
                      <a:pt x="380" y="0"/>
                      <a:pt x="626" y="0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3" name="Freeform 150"/>
              <p:cNvSpPr>
                <a:spLocks/>
              </p:cNvSpPr>
              <p:nvPr/>
            </p:nvSpPr>
            <p:spPr bwMode="auto">
              <a:xfrm>
                <a:off x="5321300" y="5162869"/>
                <a:ext cx="4140200" cy="303213"/>
              </a:xfrm>
              <a:custGeom>
                <a:avLst/>
                <a:gdLst>
                  <a:gd name="T0" fmla="*/ 864 w 1728"/>
                  <a:gd name="T1" fmla="*/ 0 h 126"/>
                  <a:gd name="T2" fmla="*/ 1728 w 1728"/>
                  <a:gd name="T3" fmla="*/ 126 h 126"/>
                  <a:gd name="T4" fmla="*/ 864 w 1728"/>
                  <a:gd name="T5" fmla="*/ 126 h 126"/>
                  <a:gd name="T6" fmla="*/ 0 w 1728"/>
                  <a:gd name="T7" fmla="*/ 126 h 126"/>
                  <a:gd name="T8" fmla="*/ 864 w 1728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8" h="126">
                    <a:moveTo>
                      <a:pt x="864" y="0"/>
                    </a:moveTo>
                    <a:cubicBezTo>
                      <a:pt x="1203" y="0"/>
                      <a:pt x="1180" y="126"/>
                      <a:pt x="1728" y="126"/>
                    </a:cubicBezTo>
                    <a:cubicBezTo>
                      <a:pt x="864" y="126"/>
                      <a:pt x="864" y="126"/>
                      <a:pt x="8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548" y="126"/>
                      <a:pt x="525" y="0"/>
                      <a:pt x="864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4" name="Freeform 151"/>
              <p:cNvSpPr>
                <a:spLocks/>
              </p:cNvSpPr>
              <p:nvPr/>
            </p:nvSpPr>
            <p:spPr bwMode="auto">
              <a:xfrm>
                <a:off x="5321300" y="5162869"/>
                <a:ext cx="2070100" cy="303213"/>
              </a:xfrm>
              <a:custGeom>
                <a:avLst/>
                <a:gdLst>
                  <a:gd name="T0" fmla="*/ 0 w 864"/>
                  <a:gd name="T1" fmla="*/ 126 h 126"/>
                  <a:gd name="T2" fmla="*/ 864 w 864"/>
                  <a:gd name="T3" fmla="*/ 0 h 126"/>
                  <a:gd name="T4" fmla="*/ 864 w 864"/>
                  <a:gd name="T5" fmla="*/ 126 h 126"/>
                  <a:gd name="T6" fmla="*/ 0 w 8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4" h="126">
                    <a:moveTo>
                      <a:pt x="0" y="126"/>
                    </a:moveTo>
                    <a:cubicBezTo>
                      <a:pt x="548" y="126"/>
                      <a:pt x="525" y="0"/>
                      <a:pt x="864" y="0"/>
                    </a:cubicBezTo>
                    <a:cubicBezTo>
                      <a:pt x="864" y="126"/>
                      <a:pt x="864" y="126"/>
                      <a:pt x="8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5" name="Freeform 152"/>
              <p:cNvSpPr>
                <a:spLocks/>
              </p:cNvSpPr>
              <p:nvPr/>
            </p:nvSpPr>
            <p:spPr bwMode="auto">
              <a:xfrm>
                <a:off x="2349500" y="5162869"/>
                <a:ext cx="2703513" cy="303213"/>
              </a:xfrm>
              <a:custGeom>
                <a:avLst/>
                <a:gdLst>
                  <a:gd name="T0" fmla="*/ 564 w 1129"/>
                  <a:gd name="T1" fmla="*/ 0 h 126"/>
                  <a:gd name="T2" fmla="*/ 1129 w 1129"/>
                  <a:gd name="T3" fmla="*/ 126 h 126"/>
                  <a:gd name="T4" fmla="*/ 564 w 1129"/>
                  <a:gd name="T5" fmla="*/ 126 h 126"/>
                  <a:gd name="T6" fmla="*/ 0 w 1129"/>
                  <a:gd name="T7" fmla="*/ 126 h 126"/>
                  <a:gd name="T8" fmla="*/ 564 w 1129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9" h="126">
                    <a:moveTo>
                      <a:pt x="564" y="0"/>
                    </a:moveTo>
                    <a:cubicBezTo>
                      <a:pt x="786" y="0"/>
                      <a:pt x="771" y="126"/>
                      <a:pt x="1129" y="126"/>
                    </a:cubicBezTo>
                    <a:cubicBezTo>
                      <a:pt x="564" y="126"/>
                      <a:pt x="564" y="126"/>
                      <a:pt x="5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58" y="126"/>
                      <a:pt x="343" y="0"/>
                      <a:pt x="564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6" name="Freeform 153"/>
              <p:cNvSpPr>
                <a:spLocks/>
              </p:cNvSpPr>
              <p:nvPr/>
            </p:nvSpPr>
            <p:spPr bwMode="auto">
              <a:xfrm>
                <a:off x="2349500" y="5162869"/>
                <a:ext cx="1350963" cy="303213"/>
              </a:xfrm>
              <a:custGeom>
                <a:avLst/>
                <a:gdLst>
                  <a:gd name="T0" fmla="*/ 0 w 564"/>
                  <a:gd name="T1" fmla="*/ 126 h 126"/>
                  <a:gd name="T2" fmla="*/ 564 w 564"/>
                  <a:gd name="T3" fmla="*/ 0 h 126"/>
                  <a:gd name="T4" fmla="*/ 564 w 564"/>
                  <a:gd name="T5" fmla="*/ 126 h 126"/>
                  <a:gd name="T6" fmla="*/ 0 w 5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4" h="126">
                    <a:moveTo>
                      <a:pt x="0" y="126"/>
                    </a:moveTo>
                    <a:cubicBezTo>
                      <a:pt x="358" y="126"/>
                      <a:pt x="343" y="0"/>
                      <a:pt x="564" y="0"/>
                    </a:cubicBezTo>
                    <a:cubicBezTo>
                      <a:pt x="564" y="126"/>
                      <a:pt x="564" y="126"/>
                      <a:pt x="5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" name="Oval 154"/>
              <p:cNvSpPr>
                <a:spLocks noChangeArrowheads="1"/>
              </p:cNvSpPr>
              <p:nvPr/>
            </p:nvSpPr>
            <p:spPr bwMode="auto">
              <a:xfrm>
                <a:off x="2454275" y="4931094"/>
                <a:ext cx="323850" cy="4318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" name="Freeform 155"/>
              <p:cNvSpPr>
                <a:spLocks/>
              </p:cNvSpPr>
              <p:nvPr/>
            </p:nvSpPr>
            <p:spPr bwMode="auto">
              <a:xfrm>
                <a:off x="2617788" y="4931094"/>
                <a:ext cx="160338" cy="431800"/>
              </a:xfrm>
              <a:custGeom>
                <a:avLst/>
                <a:gdLst>
                  <a:gd name="T0" fmla="*/ 67 w 67"/>
                  <a:gd name="T1" fmla="*/ 90 h 180"/>
                  <a:gd name="T2" fmla="*/ 0 w 67"/>
                  <a:gd name="T3" fmla="*/ 0 h 180"/>
                  <a:gd name="T4" fmla="*/ 0 w 67"/>
                  <a:gd name="T5" fmla="*/ 180 h 180"/>
                  <a:gd name="T6" fmla="*/ 67 w 67"/>
                  <a:gd name="T7" fmla="*/ 9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80">
                    <a:moveTo>
                      <a:pt x="67" y="90"/>
                    </a:moveTo>
                    <a:cubicBezTo>
                      <a:pt x="67" y="40"/>
                      <a:pt x="37" y="0"/>
                      <a:pt x="0" y="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37" y="180"/>
                      <a:pt x="67" y="139"/>
                      <a:pt x="67" y="9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" name="Freeform 156"/>
              <p:cNvSpPr>
                <a:spLocks/>
              </p:cNvSpPr>
              <p:nvPr/>
            </p:nvSpPr>
            <p:spPr bwMode="auto">
              <a:xfrm>
                <a:off x="2593975" y="5199381"/>
                <a:ext cx="44450" cy="263525"/>
              </a:xfrm>
              <a:custGeom>
                <a:avLst/>
                <a:gdLst>
                  <a:gd name="T0" fmla="*/ 6 w 28"/>
                  <a:gd name="T1" fmla="*/ 0 h 166"/>
                  <a:gd name="T2" fmla="*/ 0 w 28"/>
                  <a:gd name="T3" fmla="*/ 166 h 166"/>
                  <a:gd name="T4" fmla="*/ 28 w 28"/>
                  <a:gd name="T5" fmla="*/ 166 h 166"/>
                  <a:gd name="T6" fmla="*/ 22 w 28"/>
                  <a:gd name="T7" fmla="*/ 0 h 166"/>
                  <a:gd name="T8" fmla="*/ 6 w 28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66">
                    <a:moveTo>
                      <a:pt x="6" y="0"/>
                    </a:moveTo>
                    <a:lnTo>
                      <a:pt x="0" y="166"/>
                    </a:lnTo>
                    <a:lnTo>
                      <a:pt x="28" y="166"/>
                    </a:lnTo>
                    <a:lnTo>
                      <a:pt x="2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0" name="Freeform 157"/>
              <p:cNvSpPr>
                <a:spLocks/>
              </p:cNvSpPr>
              <p:nvPr/>
            </p:nvSpPr>
            <p:spPr bwMode="auto">
              <a:xfrm>
                <a:off x="2617788" y="5199381"/>
                <a:ext cx="20638" cy="263525"/>
              </a:xfrm>
              <a:custGeom>
                <a:avLst/>
                <a:gdLst>
                  <a:gd name="T0" fmla="*/ 0 w 13"/>
                  <a:gd name="T1" fmla="*/ 0 h 166"/>
                  <a:gd name="T2" fmla="*/ 0 w 13"/>
                  <a:gd name="T3" fmla="*/ 166 h 166"/>
                  <a:gd name="T4" fmla="*/ 13 w 13"/>
                  <a:gd name="T5" fmla="*/ 166 h 166"/>
                  <a:gd name="T6" fmla="*/ 7 w 13"/>
                  <a:gd name="T7" fmla="*/ 0 h 166"/>
                  <a:gd name="T8" fmla="*/ 0 w 13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66">
                    <a:moveTo>
                      <a:pt x="0" y="0"/>
                    </a:moveTo>
                    <a:lnTo>
                      <a:pt x="0" y="166"/>
                    </a:lnTo>
                    <a:lnTo>
                      <a:pt x="13" y="166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1" name="Freeform 158"/>
              <p:cNvSpPr>
                <a:spLocks/>
              </p:cNvSpPr>
              <p:nvPr/>
            </p:nvSpPr>
            <p:spPr bwMode="auto">
              <a:xfrm>
                <a:off x="3554413" y="5143819"/>
                <a:ext cx="9525" cy="31750"/>
              </a:xfrm>
              <a:custGeom>
                <a:avLst/>
                <a:gdLst>
                  <a:gd name="T0" fmla="*/ 6 w 6"/>
                  <a:gd name="T1" fmla="*/ 20 h 20"/>
                  <a:gd name="T2" fmla="*/ 0 w 6"/>
                  <a:gd name="T3" fmla="*/ 20 h 20"/>
                  <a:gd name="T4" fmla="*/ 0 w 6"/>
                  <a:gd name="T5" fmla="*/ 0 h 20"/>
                  <a:gd name="T6" fmla="*/ 4 w 6"/>
                  <a:gd name="T7" fmla="*/ 0 h 20"/>
                  <a:gd name="T8" fmla="*/ 6 w 6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6" y="2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2" name="Freeform 159"/>
              <p:cNvSpPr>
                <a:spLocks/>
              </p:cNvSpPr>
              <p:nvPr/>
            </p:nvSpPr>
            <p:spPr bwMode="auto">
              <a:xfrm>
                <a:off x="3554413" y="5167631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3" name="Freeform 160"/>
              <p:cNvSpPr>
                <a:spLocks/>
              </p:cNvSpPr>
              <p:nvPr/>
            </p:nvSpPr>
            <p:spPr bwMode="auto">
              <a:xfrm>
                <a:off x="3525838" y="5139056"/>
                <a:ext cx="11113" cy="38100"/>
              </a:xfrm>
              <a:custGeom>
                <a:avLst/>
                <a:gdLst>
                  <a:gd name="T0" fmla="*/ 7 w 7"/>
                  <a:gd name="T1" fmla="*/ 23 h 24"/>
                  <a:gd name="T2" fmla="*/ 1 w 7"/>
                  <a:gd name="T3" fmla="*/ 24 h 24"/>
                  <a:gd name="T4" fmla="*/ 0 w 7"/>
                  <a:gd name="T5" fmla="*/ 2 h 24"/>
                  <a:gd name="T6" fmla="*/ 6 w 7"/>
                  <a:gd name="T7" fmla="*/ 0 h 24"/>
                  <a:gd name="T8" fmla="*/ 7 w 7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4">
                    <a:moveTo>
                      <a:pt x="7" y="23"/>
                    </a:moveTo>
                    <a:lnTo>
                      <a:pt x="1" y="24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4" name="Freeform 161"/>
              <p:cNvSpPr>
                <a:spLocks/>
              </p:cNvSpPr>
              <p:nvPr/>
            </p:nvSpPr>
            <p:spPr bwMode="auto">
              <a:xfrm>
                <a:off x="3527425" y="5170806"/>
                <a:ext cx="9525" cy="6350"/>
              </a:xfrm>
              <a:custGeom>
                <a:avLst/>
                <a:gdLst>
                  <a:gd name="T0" fmla="*/ 0 w 6"/>
                  <a:gd name="T1" fmla="*/ 1 h 4"/>
                  <a:gd name="T2" fmla="*/ 0 w 6"/>
                  <a:gd name="T3" fmla="*/ 4 h 4"/>
                  <a:gd name="T4" fmla="*/ 6 w 6"/>
                  <a:gd name="T5" fmla="*/ 3 h 4"/>
                  <a:gd name="T6" fmla="*/ 6 w 6"/>
                  <a:gd name="T7" fmla="*/ 0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0" y="4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5" name="Freeform 162"/>
              <p:cNvSpPr>
                <a:spLocks/>
              </p:cNvSpPr>
              <p:nvPr/>
            </p:nvSpPr>
            <p:spPr bwMode="auto">
              <a:xfrm>
                <a:off x="3635375" y="5102544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2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6" name="Rectangle 163"/>
              <p:cNvSpPr>
                <a:spLocks noChangeArrowheads="1"/>
              </p:cNvSpPr>
              <p:nvPr/>
            </p:nvSpPr>
            <p:spPr bwMode="auto">
              <a:xfrm>
                <a:off x="3640138" y="5162869"/>
                <a:ext cx="9525" cy="476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7" name="Freeform 164"/>
              <p:cNvSpPr>
                <a:spLocks/>
              </p:cNvSpPr>
              <p:nvPr/>
            </p:nvSpPr>
            <p:spPr bwMode="auto">
              <a:xfrm>
                <a:off x="3611563" y="5105719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0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8" name="Freeform 165"/>
              <p:cNvSpPr>
                <a:spLocks/>
              </p:cNvSpPr>
              <p:nvPr/>
            </p:nvSpPr>
            <p:spPr bwMode="auto">
              <a:xfrm>
                <a:off x="3616325" y="5162869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9" name="Freeform 166"/>
              <p:cNvSpPr>
                <a:spLocks/>
              </p:cNvSpPr>
              <p:nvPr/>
            </p:nvSpPr>
            <p:spPr bwMode="auto">
              <a:xfrm>
                <a:off x="3494088" y="4985069"/>
                <a:ext cx="179388" cy="166688"/>
              </a:xfrm>
              <a:custGeom>
                <a:avLst/>
                <a:gdLst>
                  <a:gd name="T0" fmla="*/ 75 w 75"/>
                  <a:gd name="T1" fmla="*/ 35 h 69"/>
                  <a:gd name="T2" fmla="*/ 70 w 75"/>
                  <a:gd name="T3" fmla="*/ 28 h 69"/>
                  <a:gd name="T4" fmla="*/ 72 w 75"/>
                  <a:gd name="T5" fmla="*/ 21 h 69"/>
                  <a:gd name="T6" fmla="*/ 59 w 75"/>
                  <a:gd name="T7" fmla="*/ 10 h 69"/>
                  <a:gd name="T8" fmla="*/ 55 w 75"/>
                  <a:gd name="T9" fmla="*/ 11 h 69"/>
                  <a:gd name="T10" fmla="*/ 40 w 75"/>
                  <a:gd name="T11" fmla="*/ 1 h 69"/>
                  <a:gd name="T12" fmla="*/ 31 w 75"/>
                  <a:gd name="T13" fmla="*/ 4 h 69"/>
                  <a:gd name="T14" fmla="*/ 21 w 75"/>
                  <a:gd name="T15" fmla="*/ 2 h 69"/>
                  <a:gd name="T16" fmla="*/ 1 w 75"/>
                  <a:gd name="T17" fmla="*/ 26 h 69"/>
                  <a:gd name="T18" fmla="*/ 18 w 75"/>
                  <a:gd name="T19" fmla="*/ 46 h 69"/>
                  <a:gd name="T20" fmla="*/ 18 w 75"/>
                  <a:gd name="T21" fmla="*/ 46 h 69"/>
                  <a:gd name="T22" fmla="*/ 10 w 75"/>
                  <a:gd name="T23" fmla="*/ 58 h 69"/>
                  <a:gd name="T24" fmla="*/ 22 w 75"/>
                  <a:gd name="T25" fmla="*/ 69 h 69"/>
                  <a:gd name="T26" fmla="*/ 30 w 75"/>
                  <a:gd name="T27" fmla="*/ 65 h 69"/>
                  <a:gd name="T28" fmla="*/ 39 w 75"/>
                  <a:gd name="T29" fmla="*/ 69 h 69"/>
                  <a:gd name="T30" fmla="*/ 47 w 75"/>
                  <a:gd name="T31" fmla="*/ 61 h 69"/>
                  <a:gd name="T32" fmla="*/ 55 w 75"/>
                  <a:gd name="T33" fmla="*/ 62 h 69"/>
                  <a:gd name="T34" fmla="*/ 69 w 75"/>
                  <a:gd name="T35" fmla="*/ 46 h 69"/>
                  <a:gd name="T36" fmla="*/ 69 w 75"/>
                  <a:gd name="T37" fmla="*/ 44 h 69"/>
                  <a:gd name="T38" fmla="*/ 75 w 75"/>
                  <a:gd name="T39" fmla="*/ 3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69">
                    <a:moveTo>
                      <a:pt x="75" y="35"/>
                    </a:moveTo>
                    <a:cubicBezTo>
                      <a:pt x="75" y="32"/>
                      <a:pt x="73" y="30"/>
                      <a:pt x="70" y="28"/>
                    </a:cubicBezTo>
                    <a:cubicBezTo>
                      <a:pt x="71" y="26"/>
                      <a:pt x="72" y="24"/>
                      <a:pt x="72" y="21"/>
                    </a:cubicBezTo>
                    <a:cubicBezTo>
                      <a:pt x="71" y="14"/>
                      <a:pt x="66" y="9"/>
                      <a:pt x="59" y="10"/>
                    </a:cubicBezTo>
                    <a:cubicBezTo>
                      <a:pt x="58" y="10"/>
                      <a:pt x="56" y="10"/>
                      <a:pt x="55" y="11"/>
                    </a:cubicBezTo>
                    <a:cubicBezTo>
                      <a:pt x="53" y="5"/>
                      <a:pt x="47" y="0"/>
                      <a:pt x="40" y="1"/>
                    </a:cubicBezTo>
                    <a:cubicBezTo>
                      <a:pt x="37" y="1"/>
                      <a:pt x="34" y="2"/>
                      <a:pt x="31" y="4"/>
                    </a:cubicBezTo>
                    <a:cubicBezTo>
                      <a:pt x="28" y="3"/>
                      <a:pt x="25" y="2"/>
                      <a:pt x="21" y="2"/>
                    </a:cubicBezTo>
                    <a:cubicBezTo>
                      <a:pt x="9" y="3"/>
                      <a:pt x="0" y="14"/>
                      <a:pt x="1" y="26"/>
                    </a:cubicBezTo>
                    <a:cubicBezTo>
                      <a:pt x="1" y="36"/>
                      <a:pt x="9" y="44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3" y="48"/>
                      <a:pt x="9" y="53"/>
                      <a:pt x="10" y="58"/>
                    </a:cubicBezTo>
                    <a:cubicBezTo>
                      <a:pt x="10" y="65"/>
                      <a:pt x="16" y="69"/>
                      <a:pt x="22" y="69"/>
                    </a:cubicBezTo>
                    <a:cubicBezTo>
                      <a:pt x="26" y="69"/>
                      <a:pt x="28" y="67"/>
                      <a:pt x="30" y="65"/>
                    </a:cubicBezTo>
                    <a:cubicBezTo>
                      <a:pt x="32" y="68"/>
                      <a:pt x="35" y="69"/>
                      <a:pt x="39" y="69"/>
                    </a:cubicBezTo>
                    <a:cubicBezTo>
                      <a:pt x="43" y="69"/>
                      <a:pt x="47" y="65"/>
                      <a:pt x="47" y="61"/>
                    </a:cubicBezTo>
                    <a:cubicBezTo>
                      <a:pt x="50" y="62"/>
                      <a:pt x="52" y="63"/>
                      <a:pt x="55" y="62"/>
                    </a:cubicBezTo>
                    <a:cubicBezTo>
                      <a:pt x="64" y="62"/>
                      <a:pt x="70" y="55"/>
                      <a:pt x="69" y="46"/>
                    </a:cubicBezTo>
                    <a:cubicBezTo>
                      <a:pt x="69" y="45"/>
                      <a:pt x="69" y="45"/>
                      <a:pt x="69" y="44"/>
                    </a:cubicBezTo>
                    <a:cubicBezTo>
                      <a:pt x="72" y="43"/>
                      <a:pt x="75" y="39"/>
                      <a:pt x="75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0" name="Freeform 167"/>
              <p:cNvSpPr>
                <a:spLocks/>
              </p:cNvSpPr>
              <p:nvPr/>
            </p:nvSpPr>
            <p:spPr bwMode="auto">
              <a:xfrm>
                <a:off x="3452813" y="5045394"/>
                <a:ext cx="55563" cy="46038"/>
              </a:xfrm>
              <a:custGeom>
                <a:avLst/>
                <a:gdLst>
                  <a:gd name="T0" fmla="*/ 23 w 23"/>
                  <a:gd name="T1" fmla="*/ 2 h 19"/>
                  <a:gd name="T2" fmla="*/ 13 w 23"/>
                  <a:gd name="T3" fmla="*/ 15 h 19"/>
                  <a:gd name="T4" fmla="*/ 0 w 23"/>
                  <a:gd name="T5" fmla="*/ 17 h 19"/>
                  <a:gd name="T6" fmla="*/ 10 w 23"/>
                  <a:gd name="T7" fmla="*/ 3 h 19"/>
                  <a:gd name="T8" fmla="*/ 23 w 23"/>
                  <a:gd name="T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3" y="2"/>
                    </a:moveTo>
                    <a:cubicBezTo>
                      <a:pt x="21" y="7"/>
                      <a:pt x="17" y="12"/>
                      <a:pt x="13" y="15"/>
                    </a:cubicBezTo>
                    <a:cubicBezTo>
                      <a:pt x="8" y="19"/>
                      <a:pt x="4" y="19"/>
                      <a:pt x="0" y="17"/>
                    </a:cubicBezTo>
                    <a:cubicBezTo>
                      <a:pt x="2" y="12"/>
                      <a:pt x="6" y="7"/>
                      <a:pt x="10" y="3"/>
                    </a:cubicBezTo>
                    <a:cubicBezTo>
                      <a:pt x="15" y="0"/>
                      <a:pt x="19" y="0"/>
                      <a:pt x="23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1" name="Freeform 168"/>
              <p:cNvSpPr>
                <a:spLocks/>
              </p:cNvSpPr>
              <p:nvPr/>
            </p:nvSpPr>
            <p:spPr bwMode="auto">
              <a:xfrm>
                <a:off x="3452813" y="5050156"/>
                <a:ext cx="55563" cy="41275"/>
              </a:xfrm>
              <a:custGeom>
                <a:avLst/>
                <a:gdLst>
                  <a:gd name="T0" fmla="*/ 13 w 23"/>
                  <a:gd name="T1" fmla="*/ 13 h 17"/>
                  <a:gd name="T2" fmla="*/ 23 w 23"/>
                  <a:gd name="T3" fmla="*/ 0 h 17"/>
                  <a:gd name="T4" fmla="*/ 0 w 23"/>
                  <a:gd name="T5" fmla="*/ 15 h 17"/>
                  <a:gd name="T6" fmla="*/ 13 w 23"/>
                  <a:gd name="T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3" y="13"/>
                    </a:moveTo>
                    <a:cubicBezTo>
                      <a:pt x="17" y="10"/>
                      <a:pt x="21" y="5"/>
                      <a:pt x="23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7"/>
                      <a:pt x="8" y="17"/>
                      <a:pt x="13" y="1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2" name="Freeform 169"/>
              <p:cNvSpPr>
                <a:spLocks/>
              </p:cNvSpPr>
              <p:nvPr/>
            </p:nvSpPr>
            <p:spPr bwMode="auto">
              <a:xfrm>
                <a:off x="3546475" y="5040631"/>
                <a:ext cx="57150" cy="41275"/>
              </a:xfrm>
              <a:custGeom>
                <a:avLst/>
                <a:gdLst>
                  <a:gd name="T0" fmla="*/ 0 w 24"/>
                  <a:gd name="T1" fmla="*/ 2 h 17"/>
                  <a:gd name="T2" fmla="*/ 11 w 24"/>
                  <a:gd name="T3" fmla="*/ 15 h 17"/>
                  <a:gd name="T4" fmla="*/ 24 w 24"/>
                  <a:gd name="T5" fmla="*/ 15 h 17"/>
                  <a:gd name="T6" fmla="*/ 12 w 24"/>
                  <a:gd name="T7" fmla="*/ 2 h 17"/>
                  <a:gd name="T8" fmla="*/ 0 w 24"/>
                  <a:gd name="T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0" y="2"/>
                    </a:moveTo>
                    <a:cubicBezTo>
                      <a:pt x="2" y="7"/>
                      <a:pt x="6" y="12"/>
                      <a:pt x="11" y="15"/>
                    </a:cubicBezTo>
                    <a:cubicBezTo>
                      <a:pt x="16" y="17"/>
                      <a:pt x="21" y="17"/>
                      <a:pt x="24" y="15"/>
                    </a:cubicBezTo>
                    <a:cubicBezTo>
                      <a:pt x="21" y="9"/>
                      <a:pt x="17" y="5"/>
                      <a:pt x="12" y="2"/>
                    </a:cubicBezTo>
                    <a:cubicBezTo>
                      <a:pt x="7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3" name="Freeform 170"/>
              <p:cNvSpPr>
                <a:spLocks/>
              </p:cNvSpPr>
              <p:nvPr/>
            </p:nvSpPr>
            <p:spPr bwMode="auto">
              <a:xfrm>
                <a:off x="3546475" y="5045394"/>
                <a:ext cx="57150" cy="36513"/>
              </a:xfrm>
              <a:custGeom>
                <a:avLst/>
                <a:gdLst>
                  <a:gd name="T0" fmla="*/ 11 w 24"/>
                  <a:gd name="T1" fmla="*/ 13 h 15"/>
                  <a:gd name="T2" fmla="*/ 0 w 24"/>
                  <a:gd name="T3" fmla="*/ 0 h 15"/>
                  <a:gd name="T4" fmla="*/ 24 w 24"/>
                  <a:gd name="T5" fmla="*/ 13 h 15"/>
                  <a:gd name="T6" fmla="*/ 11 w 24"/>
                  <a:gd name="T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11" y="13"/>
                    </a:moveTo>
                    <a:cubicBezTo>
                      <a:pt x="6" y="10"/>
                      <a:pt x="2" y="5"/>
                      <a:pt x="0" y="0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5"/>
                      <a:pt x="16" y="15"/>
                      <a:pt x="11" y="13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4" name="Freeform 171"/>
              <p:cNvSpPr>
                <a:spLocks/>
              </p:cNvSpPr>
              <p:nvPr/>
            </p:nvSpPr>
            <p:spPr bwMode="auto">
              <a:xfrm>
                <a:off x="3479800" y="5021581"/>
                <a:ext cx="98425" cy="112713"/>
              </a:xfrm>
              <a:custGeom>
                <a:avLst/>
                <a:gdLst>
                  <a:gd name="T0" fmla="*/ 40 w 41"/>
                  <a:gd name="T1" fmla="*/ 22 h 47"/>
                  <a:gd name="T2" fmla="*/ 22 w 41"/>
                  <a:gd name="T3" fmla="*/ 46 h 47"/>
                  <a:gd name="T4" fmla="*/ 1 w 41"/>
                  <a:gd name="T5" fmla="*/ 25 h 47"/>
                  <a:gd name="T6" fmla="*/ 19 w 41"/>
                  <a:gd name="T7" fmla="*/ 0 h 47"/>
                  <a:gd name="T8" fmla="*/ 40 w 41"/>
                  <a:gd name="T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40" y="22"/>
                    </a:moveTo>
                    <a:cubicBezTo>
                      <a:pt x="41" y="35"/>
                      <a:pt x="33" y="46"/>
                      <a:pt x="22" y="46"/>
                    </a:cubicBezTo>
                    <a:cubicBezTo>
                      <a:pt x="11" y="47"/>
                      <a:pt x="2" y="38"/>
                      <a:pt x="1" y="25"/>
                    </a:cubicBezTo>
                    <a:cubicBezTo>
                      <a:pt x="0" y="12"/>
                      <a:pt x="8" y="1"/>
                      <a:pt x="19" y="0"/>
                    </a:cubicBezTo>
                    <a:cubicBezTo>
                      <a:pt x="30" y="0"/>
                      <a:pt x="39" y="9"/>
                      <a:pt x="40" y="2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5" name="Freeform 172"/>
              <p:cNvSpPr>
                <a:spLocks/>
              </p:cNvSpPr>
              <p:nvPr/>
            </p:nvSpPr>
            <p:spPr bwMode="auto">
              <a:xfrm>
                <a:off x="3525838" y="5021581"/>
                <a:ext cx="52388" cy="111125"/>
              </a:xfrm>
              <a:custGeom>
                <a:avLst/>
                <a:gdLst>
                  <a:gd name="T0" fmla="*/ 21 w 22"/>
                  <a:gd name="T1" fmla="*/ 22 h 46"/>
                  <a:gd name="T2" fmla="*/ 0 w 22"/>
                  <a:gd name="T3" fmla="*/ 0 h 46"/>
                  <a:gd name="T4" fmla="*/ 3 w 22"/>
                  <a:gd name="T5" fmla="*/ 46 h 46"/>
                  <a:gd name="T6" fmla="*/ 21 w 22"/>
                  <a:gd name="T7" fmla="*/ 2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1" y="22"/>
                    </a:moveTo>
                    <a:cubicBezTo>
                      <a:pt x="20" y="9"/>
                      <a:pt x="11" y="0"/>
                      <a:pt x="0" y="0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4" y="46"/>
                      <a:pt x="22" y="35"/>
                      <a:pt x="21" y="2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6" name="Freeform 173"/>
              <p:cNvSpPr>
                <a:spLocks/>
              </p:cNvSpPr>
              <p:nvPr/>
            </p:nvSpPr>
            <p:spPr bwMode="auto">
              <a:xfrm>
                <a:off x="3511550" y="5083494"/>
                <a:ext cx="11113" cy="12700"/>
              </a:xfrm>
              <a:custGeom>
                <a:avLst/>
                <a:gdLst>
                  <a:gd name="T0" fmla="*/ 5 w 5"/>
                  <a:gd name="T1" fmla="*/ 3 h 5"/>
                  <a:gd name="T2" fmla="*/ 2 w 5"/>
                  <a:gd name="T3" fmla="*/ 5 h 5"/>
                  <a:gd name="T4" fmla="*/ 0 w 5"/>
                  <a:gd name="T5" fmla="*/ 3 h 5"/>
                  <a:gd name="T6" fmla="*/ 2 w 5"/>
                  <a:gd name="T7" fmla="*/ 0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" name="Freeform 174"/>
              <p:cNvSpPr>
                <a:spLocks/>
              </p:cNvSpPr>
              <p:nvPr/>
            </p:nvSpPr>
            <p:spPr bwMode="auto">
              <a:xfrm>
                <a:off x="3536950" y="5081906"/>
                <a:ext cx="12700" cy="11113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5 h 5"/>
                  <a:gd name="T4" fmla="*/ 0 w 5"/>
                  <a:gd name="T5" fmla="*/ 3 h 5"/>
                  <a:gd name="T6" fmla="*/ 2 w 5"/>
                  <a:gd name="T7" fmla="*/ 1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8" name="Freeform 175"/>
              <p:cNvSpPr>
                <a:spLocks/>
              </p:cNvSpPr>
              <p:nvPr/>
            </p:nvSpPr>
            <p:spPr bwMode="auto">
              <a:xfrm>
                <a:off x="3822700" y="5146994"/>
                <a:ext cx="9525" cy="23813"/>
              </a:xfrm>
              <a:custGeom>
                <a:avLst/>
                <a:gdLst>
                  <a:gd name="T0" fmla="*/ 4 w 6"/>
                  <a:gd name="T1" fmla="*/ 15 h 15"/>
                  <a:gd name="T2" fmla="*/ 0 w 6"/>
                  <a:gd name="T3" fmla="*/ 15 h 15"/>
                  <a:gd name="T4" fmla="*/ 1 w 6"/>
                  <a:gd name="T5" fmla="*/ 0 h 15"/>
                  <a:gd name="T6" fmla="*/ 6 w 6"/>
                  <a:gd name="T7" fmla="*/ 1 h 15"/>
                  <a:gd name="T8" fmla="*/ 4 w 6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4" y="15"/>
                    </a:moveTo>
                    <a:lnTo>
                      <a:pt x="0" y="15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9" name="Freeform 176"/>
              <p:cNvSpPr>
                <a:spLocks/>
              </p:cNvSpPr>
              <p:nvPr/>
            </p:nvSpPr>
            <p:spPr bwMode="auto">
              <a:xfrm>
                <a:off x="3822700" y="5166044"/>
                <a:ext cx="6350" cy="476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0" name="Freeform 177"/>
              <p:cNvSpPr>
                <a:spLocks/>
              </p:cNvSpPr>
              <p:nvPr/>
            </p:nvSpPr>
            <p:spPr bwMode="auto">
              <a:xfrm>
                <a:off x="3800475" y="5139056"/>
                <a:ext cx="12700" cy="28575"/>
              </a:xfrm>
              <a:custGeom>
                <a:avLst/>
                <a:gdLst>
                  <a:gd name="T0" fmla="*/ 5 w 8"/>
                  <a:gd name="T1" fmla="*/ 18 h 18"/>
                  <a:gd name="T2" fmla="*/ 0 w 8"/>
                  <a:gd name="T3" fmla="*/ 18 h 18"/>
                  <a:gd name="T4" fmla="*/ 3 w 8"/>
                  <a:gd name="T5" fmla="*/ 0 h 18"/>
                  <a:gd name="T6" fmla="*/ 8 w 8"/>
                  <a:gd name="T7" fmla="*/ 2 h 18"/>
                  <a:gd name="T8" fmla="*/ 5 w 8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5" y="18"/>
                    </a:moveTo>
                    <a:lnTo>
                      <a:pt x="0" y="18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1" name="Freeform 178"/>
              <p:cNvSpPr>
                <a:spLocks/>
              </p:cNvSpPr>
              <p:nvPr/>
            </p:nvSpPr>
            <p:spPr bwMode="auto">
              <a:xfrm>
                <a:off x="3800475" y="51628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2" name="Freeform 179"/>
              <p:cNvSpPr>
                <a:spLocks/>
              </p:cNvSpPr>
              <p:nvPr/>
            </p:nvSpPr>
            <p:spPr bwMode="auto">
              <a:xfrm>
                <a:off x="3886200" y="5129531"/>
                <a:ext cx="12700" cy="50800"/>
              </a:xfrm>
              <a:custGeom>
                <a:avLst/>
                <a:gdLst>
                  <a:gd name="T0" fmla="*/ 5 w 8"/>
                  <a:gd name="T1" fmla="*/ 32 h 32"/>
                  <a:gd name="T2" fmla="*/ 0 w 8"/>
                  <a:gd name="T3" fmla="*/ 30 h 32"/>
                  <a:gd name="T4" fmla="*/ 3 w 8"/>
                  <a:gd name="T5" fmla="*/ 0 h 32"/>
                  <a:gd name="T6" fmla="*/ 8 w 8"/>
                  <a:gd name="T7" fmla="*/ 0 h 32"/>
                  <a:gd name="T8" fmla="*/ 5 w 8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5" y="32"/>
                    </a:moveTo>
                    <a:lnTo>
                      <a:pt x="0" y="30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3" name="Freeform 180"/>
              <p:cNvSpPr>
                <a:spLocks/>
              </p:cNvSpPr>
              <p:nvPr/>
            </p:nvSpPr>
            <p:spPr bwMode="auto">
              <a:xfrm>
                <a:off x="3886200" y="51755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5 w 5"/>
                  <a:gd name="T5" fmla="*/ 3 h 3"/>
                  <a:gd name="T6" fmla="*/ 5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4" name="Freeform 181"/>
              <p:cNvSpPr>
                <a:spLocks/>
              </p:cNvSpPr>
              <p:nvPr/>
            </p:nvSpPr>
            <p:spPr bwMode="auto">
              <a:xfrm>
                <a:off x="3867150" y="5127944"/>
                <a:ext cx="14288" cy="49213"/>
              </a:xfrm>
              <a:custGeom>
                <a:avLst/>
                <a:gdLst>
                  <a:gd name="T0" fmla="*/ 6 w 9"/>
                  <a:gd name="T1" fmla="*/ 31 h 31"/>
                  <a:gd name="T2" fmla="*/ 0 w 9"/>
                  <a:gd name="T3" fmla="*/ 30 h 31"/>
                  <a:gd name="T4" fmla="*/ 5 w 9"/>
                  <a:gd name="T5" fmla="*/ 0 h 31"/>
                  <a:gd name="T6" fmla="*/ 9 w 9"/>
                  <a:gd name="T7" fmla="*/ 1 h 31"/>
                  <a:gd name="T8" fmla="*/ 6 w 9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1">
                    <a:moveTo>
                      <a:pt x="6" y="31"/>
                    </a:moveTo>
                    <a:lnTo>
                      <a:pt x="0" y="3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6" y="3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5" name="Freeform 182"/>
              <p:cNvSpPr>
                <a:spLocks/>
              </p:cNvSpPr>
              <p:nvPr/>
            </p:nvSpPr>
            <p:spPr bwMode="auto">
              <a:xfrm>
                <a:off x="3867150" y="5172394"/>
                <a:ext cx="9525" cy="476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2 h 3"/>
                  <a:gd name="T4" fmla="*/ 6 w 6"/>
                  <a:gd name="T5" fmla="*/ 3 h 3"/>
                  <a:gd name="T6" fmla="*/ 6 w 6"/>
                  <a:gd name="T7" fmla="*/ 0 h 3"/>
                  <a:gd name="T8" fmla="*/ 2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2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6" name="Freeform 183"/>
              <p:cNvSpPr>
                <a:spLocks/>
              </p:cNvSpPr>
              <p:nvPr/>
            </p:nvSpPr>
            <p:spPr bwMode="auto">
              <a:xfrm>
                <a:off x="3794125" y="5026344"/>
                <a:ext cx="133350" cy="131763"/>
              </a:xfrm>
              <a:custGeom>
                <a:avLst/>
                <a:gdLst>
                  <a:gd name="T0" fmla="*/ 56 w 56"/>
                  <a:gd name="T1" fmla="*/ 34 h 55"/>
                  <a:gd name="T2" fmla="*/ 53 w 56"/>
                  <a:gd name="T3" fmla="*/ 29 h 55"/>
                  <a:gd name="T4" fmla="*/ 56 w 56"/>
                  <a:gd name="T5" fmla="*/ 23 h 55"/>
                  <a:gd name="T6" fmla="*/ 48 w 56"/>
                  <a:gd name="T7" fmla="*/ 13 h 55"/>
                  <a:gd name="T8" fmla="*/ 45 w 56"/>
                  <a:gd name="T9" fmla="*/ 13 h 55"/>
                  <a:gd name="T10" fmla="*/ 34 w 56"/>
                  <a:gd name="T11" fmla="*/ 3 h 55"/>
                  <a:gd name="T12" fmla="*/ 28 w 56"/>
                  <a:gd name="T13" fmla="*/ 4 h 55"/>
                  <a:gd name="T14" fmla="*/ 20 w 56"/>
                  <a:gd name="T15" fmla="*/ 1 h 55"/>
                  <a:gd name="T16" fmla="*/ 1 w 56"/>
                  <a:gd name="T17" fmla="*/ 16 h 55"/>
                  <a:gd name="T18" fmla="*/ 11 w 56"/>
                  <a:gd name="T19" fmla="*/ 34 h 55"/>
                  <a:gd name="T20" fmla="*/ 11 w 56"/>
                  <a:gd name="T21" fmla="*/ 34 h 55"/>
                  <a:gd name="T22" fmla="*/ 3 w 56"/>
                  <a:gd name="T23" fmla="*/ 42 h 55"/>
                  <a:gd name="T24" fmla="*/ 11 w 56"/>
                  <a:gd name="T25" fmla="*/ 52 h 55"/>
                  <a:gd name="T26" fmla="*/ 17 w 56"/>
                  <a:gd name="T27" fmla="*/ 50 h 55"/>
                  <a:gd name="T28" fmla="*/ 23 w 56"/>
                  <a:gd name="T29" fmla="*/ 55 h 55"/>
                  <a:gd name="T30" fmla="*/ 31 w 56"/>
                  <a:gd name="T31" fmla="*/ 49 h 55"/>
                  <a:gd name="T32" fmla="*/ 37 w 56"/>
                  <a:gd name="T33" fmla="*/ 52 h 55"/>
                  <a:gd name="T34" fmla="*/ 50 w 56"/>
                  <a:gd name="T35" fmla="*/ 42 h 55"/>
                  <a:gd name="T36" fmla="*/ 50 w 56"/>
                  <a:gd name="T37" fmla="*/ 40 h 55"/>
                  <a:gd name="T38" fmla="*/ 56 w 56"/>
                  <a:gd name="T39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6" h="55">
                    <a:moveTo>
                      <a:pt x="56" y="34"/>
                    </a:moveTo>
                    <a:cubicBezTo>
                      <a:pt x="56" y="32"/>
                      <a:pt x="55" y="30"/>
                      <a:pt x="53" y="29"/>
                    </a:cubicBezTo>
                    <a:cubicBezTo>
                      <a:pt x="55" y="27"/>
                      <a:pt x="56" y="25"/>
                      <a:pt x="56" y="23"/>
                    </a:cubicBezTo>
                    <a:cubicBezTo>
                      <a:pt x="56" y="18"/>
                      <a:pt x="53" y="13"/>
                      <a:pt x="48" y="13"/>
                    </a:cubicBezTo>
                    <a:cubicBezTo>
                      <a:pt x="47" y="13"/>
                      <a:pt x="46" y="13"/>
                      <a:pt x="45" y="13"/>
                    </a:cubicBezTo>
                    <a:cubicBezTo>
                      <a:pt x="44" y="8"/>
                      <a:pt x="40" y="4"/>
                      <a:pt x="34" y="3"/>
                    </a:cubicBezTo>
                    <a:cubicBezTo>
                      <a:pt x="32" y="3"/>
                      <a:pt x="30" y="3"/>
                      <a:pt x="28" y="4"/>
                    </a:cubicBezTo>
                    <a:cubicBezTo>
                      <a:pt x="25" y="3"/>
                      <a:pt x="23" y="2"/>
                      <a:pt x="20" y="1"/>
                    </a:cubicBezTo>
                    <a:cubicBezTo>
                      <a:pt x="11" y="0"/>
                      <a:pt x="2" y="7"/>
                      <a:pt x="1" y="16"/>
                    </a:cubicBezTo>
                    <a:cubicBezTo>
                      <a:pt x="0" y="24"/>
                      <a:pt x="4" y="31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7" y="34"/>
                      <a:pt x="4" y="38"/>
                      <a:pt x="3" y="42"/>
                    </a:cubicBezTo>
                    <a:cubicBezTo>
                      <a:pt x="2" y="47"/>
                      <a:pt x="6" y="51"/>
                      <a:pt x="11" y="52"/>
                    </a:cubicBezTo>
                    <a:cubicBezTo>
                      <a:pt x="13" y="52"/>
                      <a:pt x="16" y="52"/>
                      <a:pt x="17" y="50"/>
                    </a:cubicBezTo>
                    <a:cubicBezTo>
                      <a:pt x="18" y="52"/>
                      <a:pt x="20" y="54"/>
                      <a:pt x="23" y="55"/>
                    </a:cubicBezTo>
                    <a:cubicBezTo>
                      <a:pt x="27" y="55"/>
                      <a:pt x="30" y="53"/>
                      <a:pt x="31" y="49"/>
                    </a:cubicBezTo>
                    <a:cubicBezTo>
                      <a:pt x="33" y="51"/>
                      <a:pt x="35" y="52"/>
                      <a:pt x="37" y="52"/>
                    </a:cubicBezTo>
                    <a:cubicBezTo>
                      <a:pt x="43" y="53"/>
                      <a:pt x="49" y="48"/>
                      <a:pt x="50" y="42"/>
                    </a:cubicBezTo>
                    <a:cubicBezTo>
                      <a:pt x="50" y="41"/>
                      <a:pt x="50" y="41"/>
                      <a:pt x="50" y="40"/>
                    </a:cubicBezTo>
                    <a:cubicBezTo>
                      <a:pt x="53" y="40"/>
                      <a:pt x="55" y="38"/>
                      <a:pt x="56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7" name="Freeform 184"/>
              <p:cNvSpPr>
                <a:spLocks/>
              </p:cNvSpPr>
              <p:nvPr/>
            </p:nvSpPr>
            <p:spPr bwMode="auto">
              <a:xfrm>
                <a:off x="3759200" y="5062856"/>
                <a:ext cx="46038" cy="30163"/>
              </a:xfrm>
              <a:custGeom>
                <a:avLst/>
                <a:gdLst>
                  <a:gd name="T0" fmla="*/ 19 w 19"/>
                  <a:gd name="T1" fmla="*/ 2 h 13"/>
                  <a:gd name="T2" fmla="*/ 9 w 19"/>
                  <a:gd name="T3" fmla="*/ 11 h 13"/>
                  <a:gd name="T4" fmla="*/ 0 w 19"/>
                  <a:gd name="T5" fmla="*/ 11 h 13"/>
                  <a:gd name="T6" fmla="*/ 9 w 19"/>
                  <a:gd name="T7" fmla="*/ 2 h 13"/>
                  <a:gd name="T8" fmla="*/ 19 w 19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3">
                    <a:moveTo>
                      <a:pt x="19" y="2"/>
                    </a:moveTo>
                    <a:cubicBezTo>
                      <a:pt x="17" y="6"/>
                      <a:pt x="13" y="10"/>
                      <a:pt x="9" y="11"/>
                    </a:cubicBezTo>
                    <a:cubicBezTo>
                      <a:pt x="5" y="13"/>
                      <a:pt x="2" y="13"/>
                      <a:pt x="0" y="11"/>
                    </a:cubicBezTo>
                    <a:cubicBezTo>
                      <a:pt x="2" y="7"/>
                      <a:pt x="5" y="3"/>
                      <a:pt x="9" y="2"/>
                    </a:cubicBezTo>
                    <a:cubicBezTo>
                      <a:pt x="13" y="0"/>
                      <a:pt x="16" y="0"/>
                      <a:pt x="19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8" name="Freeform 185"/>
              <p:cNvSpPr>
                <a:spLocks/>
              </p:cNvSpPr>
              <p:nvPr/>
            </p:nvSpPr>
            <p:spPr bwMode="auto">
              <a:xfrm>
                <a:off x="3759200" y="5067619"/>
                <a:ext cx="46038" cy="25400"/>
              </a:xfrm>
              <a:custGeom>
                <a:avLst/>
                <a:gdLst>
                  <a:gd name="T0" fmla="*/ 9 w 19"/>
                  <a:gd name="T1" fmla="*/ 9 h 11"/>
                  <a:gd name="T2" fmla="*/ 19 w 19"/>
                  <a:gd name="T3" fmla="*/ 0 h 11"/>
                  <a:gd name="T4" fmla="*/ 0 w 19"/>
                  <a:gd name="T5" fmla="*/ 9 h 11"/>
                  <a:gd name="T6" fmla="*/ 9 w 1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9" y="9"/>
                    </a:moveTo>
                    <a:cubicBezTo>
                      <a:pt x="13" y="8"/>
                      <a:pt x="17" y="4"/>
                      <a:pt x="19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5" y="11"/>
                      <a:pt x="9" y="9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" name="Freeform 186"/>
              <p:cNvSpPr>
                <a:spLocks/>
              </p:cNvSpPr>
              <p:nvPr/>
            </p:nvSpPr>
            <p:spPr bwMode="auto">
              <a:xfrm>
                <a:off x="3833813" y="5067619"/>
                <a:ext cx="38100" cy="38100"/>
              </a:xfrm>
              <a:custGeom>
                <a:avLst/>
                <a:gdLst>
                  <a:gd name="T0" fmla="*/ 0 w 16"/>
                  <a:gd name="T1" fmla="*/ 2 h 16"/>
                  <a:gd name="T2" fmla="*/ 7 w 16"/>
                  <a:gd name="T3" fmla="*/ 13 h 16"/>
                  <a:gd name="T4" fmla="*/ 16 w 16"/>
                  <a:gd name="T5" fmla="*/ 15 h 16"/>
                  <a:gd name="T6" fmla="*/ 10 w 16"/>
                  <a:gd name="T7" fmla="*/ 4 h 16"/>
                  <a:gd name="T8" fmla="*/ 0 w 16"/>
                  <a:gd name="T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0" y="2"/>
                    </a:moveTo>
                    <a:cubicBezTo>
                      <a:pt x="1" y="6"/>
                      <a:pt x="4" y="10"/>
                      <a:pt x="7" y="13"/>
                    </a:cubicBezTo>
                    <a:cubicBezTo>
                      <a:pt x="10" y="16"/>
                      <a:pt x="14" y="16"/>
                      <a:pt x="16" y="15"/>
                    </a:cubicBezTo>
                    <a:cubicBezTo>
                      <a:pt x="15" y="11"/>
                      <a:pt x="13" y="6"/>
                      <a:pt x="10" y="4"/>
                    </a:cubicBezTo>
                    <a:cubicBezTo>
                      <a:pt x="6" y="1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" name="Freeform 187"/>
              <p:cNvSpPr>
                <a:spLocks/>
              </p:cNvSpPr>
              <p:nvPr/>
            </p:nvSpPr>
            <p:spPr bwMode="auto">
              <a:xfrm>
                <a:off x="3833813" y="5072381"/>
                <a:ext cx="38100" cy="33338"/>
              </a:xfrm>
              <a:custGeom>
                <a:avLst/>
                <a:gdLst>
                  <a:gd name="T0" fmla="*/ 7 w 16"/>
                  <a:gd name="T1" fmla="*/ 11 h 14"/>
                  <a:gd name="T2" fmla="*/ 0 w 16"/>
                  <a:gd name="T3" fmla="*/ 0 h 14"/>
                  <a:gd name="T4" fmla="*/ 16 w 16"/>
                  <a:gd name="T5" fmla="*/ 13 h 14"/>
                  <a:gd name="T6" fmla="*/ 7 w 16"/>
                  <a:gd name="T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7" y="11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4"/>
                      <a:pt x="10" y="14"/>
                      <a:pt x="7" y="11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" name="Freeform 188"/>
              <p:cNvSpPr>
                <a:spLocks/>
              </p:cNvSpPr>
              <p:nvPr/>
            </p:nvSpPr>
            <p:spPr bwMode="auto">
              <a:xfrm>
                <a:off x="3776663" y="5048569"/>
                <a:ext cx="79375" cy="88900"/>
              </a:xfrm>
              <a:custGeom>
                <a:avLst/>
                <a:gdLst>
                  <a:gd name="T0" fmla="*/ 32 w 33"/>
                  <a:gd name="T1" fmla="*/ 21 h 37"/>
                  <a:gd name="T2" fmla="*/ 14 w 33"/>
                  <a:gd name="T3" fmla="*/ 36 h 37"/>
                  <a:gd name="T4" fmla="*/ 2 w 33"/>
                  <a:gd name="T5" fmla="*/ 17 h 37"/>
                  <a:gd name="T6" fmla="*/ 19 w 33"/>
                  <a:gd name="T7" fmla="*/ 1 h 37"/>
                  <a:gd name="T8" fmla="*/ 32 w 33"/>
                  <a:gd name="T9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32" y="21"/>
                    </a:moveTo>
                    <a:cubicBezTo>
                      <a:pt x="30" y="30"/>
                      <a:pt x="23" y="37"/>
                      <a:pt x="14" y="36"/>
                    </a:cubicBezTo>
                    <a:cubicBezTo>
                      <a:pt x="6" y="35"/>
                      <a:pt x="0" y="26"/>
                      <a:pt x="2" y="17"/>
                    </a:cubicBezTo>
                    <a:cubicBezTo>
                      <a:pt x="3" y="7"/>
                      <a:pt x="11" y="0"/>
                      <a:pt x="19" y="1"/>
                    </a:cubicBezTo>
                    <a:cubicBezTo>
                      <a:pt x="27" y="2"/>
                      <a:pt x="33" y="11"/>
                      <a:pt x="32" y="2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2" name="Freeform 189"/>
              <p:cNvSpPr>
                <a:spLocks/>
              </p:cNvSpPr>
              <p:nvPr/>
            </p:nvSpPr>
            <p:spPr bwMode="auto">
              <a:xfrm>
                <a:off x="3810000" y="5050156"/>
                <a:ext cx="46038" cy="87313"/>
              </a:xfrm>
              <a:custGeom>
                <a:avLst/>
                <a:gdLst>
                  <a:gd name="T0" fmla="*/ 18 w 19"/>
                  <a:gd name="T1" fmla="*/ 20 h 36"/>
                  <a:gd name="T2" fmla="*/ 5 w 19"/>
                  <a:gd name="T3" fmla="*/ 0 h 36"/>
                  <a:gd name="T4" fmla="*/ 0 w 19"/>
                  <a:gd name="T5" fmla="*/ 35 h 36"/>
                  <a:gd name="T6" fmla="*/ 18 w 19"/>
                  <a:gd name="T7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8" y="20"/>
                    </a:moveTo>
                    <a:cubicBezTo>
                      <a:pt x="19" y="10"/>
                      <a:pt x="13" y="1"/>
                      <a:pt x="5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9" y="36"/>
                      <a:pt x="16" y="29"/>
                      <a:pt x="18" y="2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3" name="Oval 190"/>
              <p:cNvSpPr>
                <a:spLocks noChangeArrowheads="1"/>
              </p:cNvSpPr>
              <p:nvPr/>
            </p:nvSpPr>
            <p:spPr bwMode="auto">
              <a:xfrm>
                <a:off x="3800475" y="5096194"/>
                <a:ext cx="9525" cy="9525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4" name="Freeform 191"/>
              <p:cNvSpPr>
                <a:spLocks/>
              </p:cNvSpPr>
              <p:nvPr/>
            </p:nvSpPr>
            <p:spPr bwMode="auto">
              <a:xfrm>
                <a:off x="3822700" y="5097781"/>
                <a:ext cx="6350" cy="9525"/>
              </a:xfrm>
              <a:custGeom>
                <a:avLst/>
                <a:gdLst>
                  <a:gd name="T0" fmla="*/ 3 w 3"/>
                  <a:gd name="T1" fmla="*/ 2 h 4"/>
                  <a:gd name="T2" fmla="*/ 1 w 3"/>
                  <a:gd name="T3" fmla="*/ 4 h 4"/>
                  <a:gd name="T4" fmla="*/ 0 w 3"/>
                  <a:gd name="T5" fmla="*/ 2 h 4"/>
                  <a:gd name="T6" fmla="*/ 2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5" name="Rectangle 192"/>
              <p:cNvSpPr>
                <a:spLocks noChangeArrowheads="1"/>
              </p:cNvSpPr>
              <p:nvPr/>
            </p:nvSpPr>
            <p:spPr bwMode="auto">
              <a:xfrm>
                <a:off x="7146925" y="5431156"/>
                <a:ext cx="9525" cy="31750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6" name="Rectangle 193"/>
              <p:cNvSpPr>
                <a:spLocks noChangeArrowheads="1"/>
              </p:cNvSpPr>
              <p:nvPr/>
            </p:nvSpPr>
            <p:spPr bwMode="auto">
              <a:xfrm>
                <a:off x="7146925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7" name="Rectangle 194"/>
              <p:cNvSpPr>
                <a:spLocks noChangeArrowheads="1"/>
              </p:cNvSpPr>
              <p:nvPr/>
            </p:nvSpPr>
            <p:spPr bwMode="auto">
              <a:xfrm>
                <a:off x="7173913" y="5426394"/>
                <a:ext cx="9525" cy="36513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8" name="Rectangle 195"/>
              <p:cNvSpPr>
                <a:spLocks noChangeArrowheads="1"/>
              </p:cNvSpPr>
              <p:nvPr/>
            </p:nvSpPr>
            <p:spPr bwMode="auto">
              <a:xfrm>
                <a:off x="71739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9" name="Rectangle 196"/>
              <p:cNvSpPr>
                <a:spLocks noChangeArrowheads="1"/>
              </p:cNvSpPr>
              <p:nvPr/>
            </p:nvSpPr>
            <p:spPr bwMode="auto">
              <a:xfrm>
                <a:off x="7062788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0" name="Rectangle 197"/>
              <p:cNvSpPr>
                <a:spLocks noChangeArrowheads="1"/>
              </p:cNvSpPr>
              <p:nvPr/>
            </p:nvSpPr>
            <p:spPr bwMode="auto">
              <a:xfrm>
                <a:off x="7062788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" name="Rectangle 198"/>
              <p:cNvSpPr>
                <a:spLocks noChangeArrowheads="1"/>
              </p:cNvSpPr>
              <p:nvPr/>
            </p:nvSpPr>
            <p:spPr bwMode="auto">
              <a:xfrm>
                <a:off x="7085013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2" name="Rectangle 199"/>
              <p:cNvSpPr>
                <a:spLocks noChangeArrowheads="1"/>
              </p:cNvSpPr>
              <p:nvPr/>
            </p:nvSpPr>
            <p:spPr bwMode="auto">
              <a:xfrm>
                <a:off x="70850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3" name="Freeform 200"/>
              <p:cNvSpPr>
                <a:spLocks/>
              </p:cNvSpPr>
              <p:nvPr/>
            </p:nvSpPr>
            <p:spPr bwMode="auto">
              <a:xfrm>
                <a:off x="7032625" y="5278756"/>
                <a:ext cx="174625" cy="161925"/>
              </a:xfrm>
              <a:custGeom>
                <a:avLst/>
                <a:gdLst>
                  <a:gd name="T0" fmla="*/ 0 w 73"/>
                  <a:gd name="T1" fmla="*/ 31 h 68"/>
                  <a:gd name="T2" fmla="*/ 4 w 73"/>
                  <a:gd name="T3" fmla="*/ 39 h 68"/>
                  <a:gd name="T4" fmla="*/ 1 w 73"/>
                  <a:gd name="T5" fmla="*/ 46 h 68"/>
                  <a:gd name="T6" fmla="*/ 13 w 73"/>
                  <a:gd name="T7" fmla="*/ 58 h 68"/>
                  <a:gd name="T8" fmla="*/ 17 w 73"/>
                  <a:gd name="T9" fmla="*/ 57 h 68"/>
                  <a:gd name="T10" fmla="*/ 32 w 73"/>
                  <a:gd name="T11" fmla="*/ 68 h 68"/>
                  <a:gd name="T12" fmla="*/ 41 w 73"/>
                  <a:gd name="T13" fmla="*/ 65 h 68"/>
                  <a:gd name="T14" fmla="*/ 51 w 73"/>
                  <a:gd name="T15" fmla="*/ 68 h 68"/>
                  <a:gd name="T16" fmla="*/ 73 w 73"/>
                  <a:gd name="T17" fmla="*/ 46 h 68"/>
                  <a:gd name="T18" fmla="*/ 57 w 73"/>
                  <a:gd name="T19" fmla="*/ 25 h 68"/>
                  <a:gd name="T20" fmla="*/ 57 w 73"/>
                  <a:gd name="T21" fmla="*/ 25 h 68"/>
                  <a:gd name="T22" fmla="*/ 66 w 73"/>
                  <a:gd name="T23" fmla="*/ 13 h 68"/>
                  <a:gd name="T24" fmla="*/ 54 w 73"/>
                  <a:gd name="T25" fmla="*/ 2 h 68"/>
                  <a:gd name="T26" fmla="*/ 46 w 73"/>
                  <a:gd name="T27" fmla="*/ 5 h 68"/>
                  <a:gd name="T28" fmla="*/ 38 w 73"/>
                  <a:gd name="T29" fmla="*/ 0 h 68"/>
                  <a:gd name="T30" fmla="*/ 29 w 73"/>
                  <a:gd name="T31" fmla="*/ 8 h 68"/>
                  <a:gd name="T32" fmla="*/ 21 w 73"/>
                  <a:gd name="T33" fmla="*/ 6 h 68"/>
                  <a:gd name="T34" fmla="*/ 6 w 73"/>
                  <a:gd name="T35" fmla="*/ 21 h 68"/>
                  <a:gd name="T36" fmla="*/ 7 w 73"/>
                  <a:gd name="T37" fmla="*/ 23 h 68"/>
                  <a:gd name="T38" fmla="*/ 0 w 73"/>
                  <a:gd name="T39" fmla="*/ 3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68">
                    <a:moveTo>
                      <a:pt x="0" y="31"/>
                    </a:moveTo>
                    <a:cubicBezTo>
                      <a:pt x="0" y="35"/>
                      <a:pt x="2" y="37"/>
                      <a:pt x="4" y="39"/>
                    </a:cubicBezTo>
                    <a:cubicBezTo>
                      <a:pt x="2" y="41"/>
                      <a:pt x="1" y="43"/>
                      <a:pt x="1" y="46"/>
                    </a:cubicBezTo>
                    <a:cubicBezTo>
                      <a:pt x="1" y="53"/>
                      <a:pt x="7" y="58"/>
                      <a:pt x="13" y="58"/>
                    </a:cubicBezTo>
                    <a:cubicBezTo>
                      <a:pt x="15" y="58"/>
                      <a:pt x="16" y="58"/>
                      <a:pt x="17" y="57"/>
                    </a:cubicBezTo>
                    <a:cubicBezTo>
                      <a:pt x="19" y="63"/>
                      <a:pt x="25" y="68"/>
                      <a:pt x="32" y="68"/>
                    </a:cubicBezTo>
                    <a:cubicBezTo>
                      <a:pt x="35" y="68"/>
                      <a:pt x="38" y="67"/>
                      <a:pt x="41" y="65"/>
                    </a:cubicBezTo>
                    <a:cubicBezTo>
                      <a:pt x="44" y="67"/>
                      <a:pt x="47" y="68"/>
                      <a:pt x="51" y="68"/>
                    </a:cubicBezTo>
                    <a:cubicBezTo>
                      <a:pt x="63" y="68"/>
                      <a:pt x="73" y="58"/>
                      <a:pt x="73" y="46"/>
                    </a:cubicBezTo>
                    <a:cubicBezTo>
                      <a:pt x="73" y="36"/>
                      <a:pt x="66" y="28"/>
                      <a:pt x="57" y="25"/>
                    </a:cubicBezTo>
                    <a:cubicBezTo>
                      <a:pt x="57" y="25"/>
                      <a:pt x="57" y="25"/>
                      <a:pt x="57" y="25"/>
                    </a:cubicBezTo>
                    <a:cubicBezTo>
                      <a:pt x="62" y="24"/>
                      <a:pt x="66" y="19"/>
                      <a:pt x="66" y="13"/>
                    </a:cubicBezTo>
                    <a:cubicBezTo>
                      <a:pt x="66" y="7"/>
                      <a:pt x="61" y="2"/>
                      <a:pt x="54" y="2"/>
                    </a:cubicBezTo>
                    <a:cubicBezTo>
                      <a:pt x="51" y="2"/>
                      <a:pt x="48" y="3"/>
                      <a:pt x="46" y="5"/>
                    </a:cubicBezTo>
                    <a:cubicBezTo>
                      <a:pt x="45" y="2"/>
                      <a:pt x="42" y="0"/>
                      <a:pt x="38" y="0"/>
                    </a:cubicBezTo>
                    <a:cubicBezTo>
                      <a:pt x="34" y="0"/>
                      <a:pt x="30" y="4"/>
                      <a:pt x="29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3" y="6"/>
                      <a:pt x="6" y="12"/>
                      <a:pt x="6" y="21"/>
                    </a:cubicBezTo>
                    <a:cubicBezTo>
                      <a:pt x="6" y="22"/>
                      <a:pt x="6" y="22"/>
                      <a:pt x="7" y="23"/>
                    </a:cubicBezTo>
                    <a:cubicBezTo>
                      <a:pt x="3" y="24"/>
                      <a:pt x="0" y="27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4" name="Freeform 201"/>
              <p:cNvSpPr>
                <a:spLocks/>
              </p:cNvSpPr>
              <p:nvPr/>
            </p:nvSpPr>
            <p:spPr bwMode="auto">
              <a:xfrm>
                <a:off x="7170738" y="5261294"/>
                <a:ext cx="41275" cy="60325"/>
              </a:xfrm>
              <a:custGeom>
                <a:avLst/>
                <a:gdLst>
                  <a:gd name="T0" fmla="*/ 16 w 17"/>
                  <a:gd name="T1" fmla="*/ 25 h 25"/>
                  <a:gd name="T2" fmla="*/ 14 w 17"/>
                  <a:gd name="T3" fmla="*/ 7 h 25"/>
                  <a:gd name="T4" fmla="*/ 0 w 17"/>
                  <a:gd name="T5" fmla="*/ 0 h 25"/>
                  <a:gd name="T6" fmla="*/ 11 w 17"/>
                  <a:gd name="T7" fmla="*/ 10 h 25"/>
                  <a:gd name="T8" fmla="*/ 11 w 17"/>
                  <a:gd name="T9" fmla="*/ 25 h 25"/>
                  <a:gd name="T10" fmla="*/ 16 w 17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5">
                    <a:moveTo>
                      <a:pt x="16" y="25"/>
                    </a:moveTo>
                    <a:cubicBezTo>
                      <a:pt x="16" y="25"/>
                      <a:pt x="17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2" y="17"/>
                      <a:pt x="11" y="25"/>
                      <a:pt x="11" y="25"/>
                    </a:cubicBez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5" name="Freeform 202"/>
              <p:cNvSpPr>
                <a:spLocks/>
              </p:cNvSpPr>
              <p:nvPr/>
            </p:nvSpPr>
            <p:spPr bwMode="auto">
              <a:xfrm>
                <a:off x="7142163" y="5261294"/>
                <a:ext cx="42863" cy="60325"/>
              </a:xfrm>
              <a:custGeom>
                <a:avLst/>
                <a:gdLst>
                  <a:gd name="T0" fmla="*/ 17 w 18"/>
                  <a:gd name="T1" fmla="*/ 25 h 25"/>
                  <a:gd name="T2" fmla="*/ 14 w 18"/>
                  <a:gd name="T3" fmla="*/ 7 h 25"/>
                  <a:gd name="T4" fmla="*/ 0 w 18"/>
                  <a:gd name="T5" fmla="*/ 0 h 25"/>
                  <a:gd name="T6" fmla="*/ 11 w 18"/>
                  <a:gd name="T7" fmla="*/ 10 h 25"/>
                  <a:gd name="T8" fmla="*/ 11 w 18"/>
                  <a:gd name="T9" fmla="*/ 25 h 25"/>
                  <a:gd name="T10" fmla="*/ 17 w 18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17" y="25"/>
                    </a:moveTo>
                    <a:cubicBezTo>
                      <a:pt x="17" y="25"/>
                      <a:pt x="18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3" y="17"/>
                      <a:pt x="11" y="25"/>
                      <a:pt x="11" y="25"/>
                    </a:cubicBezTo>
                    <a:lnTo>
                      <a:pt x="17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6" name="Freeform 203"/>
              <p:cNvSpPr>
                <a:spLocks/>
              </p:cNvSpPr>
              <p:nvPr/>
            </p:nvSpPr>
            <p:spPr bwMode="auto">
              <a:xfrm>
                <a:off x="7204075" y="5332731"/>
                <a:ext cx="41275" cy="34925"/>
              </a:xfrm>
              <a:custGeom>
                <a:avLst/>
                <a:gdLst>
                  <a:gd name="T0" fmla="*/ 0 w 17"/>
                  <a:gd name="T1" fmla="*/ 2 h 14"/>
                  <a:gd name="T2" fmla="*/ 8 w 17"/>
                  <a:gd name="T3" fmla="*/ 12 h 14"/>
                  <a:gd name="T4" fmla="*/ 17 w 17"/>
                  <a:gd name="T5" fmla="*/ 12 h 14"/>
                  <a:gd name="T6" fmla="*/ 9 w 17"/>
                  <a:gd name="T7" fmla="*/ 2 h 14"/>
                  <a:gd name="T8" fmla="*/ 0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0" y="2"/>
                    </a:moveTo>
                    <a:cubicBezTo>
                      <a:pt x="1" y="6"/>
                      <a:pt x="4" y="9"/>
                      <a:pt x="8" y="12"/>
                    </a:cubicBezTo>
                    <a:cubicBezTo>
                      <a:pt x="12" y="14"/>
                      <a:pt x="15" y="14"/>
                      <a:pt x="17" y="12"/>
                    </a:cubicBezTo>
                    <a:cubicBezTo>
                      <a:pt x="16" y="8"/>
                      <a:pt x="13" y="4"/>
                      <a:pt x="9" y="2"/>
                    </a:cubicBezTo>
                    <a:cubicBezTo>
                      <a:pt x="6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7" name="Freeform 204"/>
              <p:cNvSpPr>
                <a:spLocks/>
              </p:cNvSpPr>
              <p:nvPr/>
            </p:nvSpPr>
            <p:spPr bwMode="auto">
              <a:xfrm>
                <a:off x="7204075" y="5337494"/>
                <a:ext cx="41275" cy="30163"/>
              </a:xfrm>
              <a:custGeom>
                <a:avLst/>
                <a:gdLst>
                  <a:gd name="T0" fmla="*/ 8 w 17"/>
                  <a:gd name="T1" fmla="*/ 10 h 12"/>
                  <a:gd name="T2" fmla="*/ 0 w 17"/>
                  <a:gd name="T3" fmla="*/ 0 h 12"/>
                  <a:gd name="T4" fmla="*/ 17 w 17"/>
                  <a:gd name="T5" fmla="*/ 10 h 12"/>
                  <a:gd name="T6" fmla="*/ 8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8" y="10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2"/>
                      <a:pt x="12" y="12"/>
                      <a:pt x="8" y="1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" name="Freeform 206"/>
              <p:cNvSpPr>
                <a:spLocks/>
              </p:cNvSpPr>
              <p:nvPr/>
            </p:nvSpPr>
            <p:spPr bwMode="auto">
              <a:xfrm>
                <a:off x="7132638" y="5332731"/>
                <a:ext cx="41275" cy="34925"/>
              </a:xfrm>
              <a:custGeom>
                <a:avLst/>
                <a:gdLst>
                  <a:gd name="T0" fmla="*/ 17 w 17"/>
                  <a:gd name="T1" fmla="*/ 2 h 14"/>
                  <a:gd name="T2" fmla="*/ 9 w 17"/>
                  <a:gd name="T3" fmla="*/ 12 h 14"/>
                  <a:gd name="T4" fmla="*/ 0 w 17"/>
                  <a:gd name="T5" fmla="*/ 12 h 14"/>
                  <a:gd name="T6" fmla="*/ 8 w 17"/>
                  <a:gd name="T7" fmla="*/ 2 h 14"/>
                  <a:gd name="T8" fmla="*/ 17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17" y="2"/>
                    </a:moveTo>
                    <a:cubicBezTo>
                      <a:pt x="16" y="6"/>
                      <a:pt x="13" y="9"/>
                      <a:pt x="9" y="12"/>
                    </a:cubicBezTo>
                    <a:cubicBezTo>
                      <a:pt x="6" y="14"/>
                      <a:pt x="2" y="14"/>
                      <a:pt x="0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2" y="0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" name="Freeform 207"/>
              <p:cNvSpPr>
                <a:spLocks/>
              </p:cNvSpPr>
              <p:nvPr/>
            </p:nvSpPr>
            <p:spPr bwMode="auto">
              <a:xfrm>
                <a:off x="7132638" y="5337493"/>
                <a:ext cx="41275" cy="30163"/>
              </a:xfrm>
              <a:custGeom>
                <a:avLst/>
                <a:gdLst>
                  <a:gd name="T0" fmla="*/ 9 w 17"/>
                  <a:gd name="T1" fmla="*/ 10 h 12"/>
                  <a:gd name="T2" fmla="*/ 17 w 17"/>
                  <a:gd name="T3" fmla="*/ 0 h 12"/>
                  <a:gd name="T4" fmla="*/ 0 w 17"/>
                  <a:gd name="T5" fmla="*/ 10 h 12"/>
                  <a:gd name="T6" fmla="*/ 9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10"/>
                    </a:moveTo>
                    <a:cubicBezTo>
                      <a:pt x="13" y="7"/>
                      <a:pt x="16" y="4"/>
                      <a:pt x="17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6" y="12"/>
                      <a:pt x="9" y="10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" name="Freeform 208"/>
              <p:cNvSpPr>
                <a:spLocks/>
              </p:cNvSpPr>
              <p:nvPr/>
            </p:nvSpPr>
            <p:spPr bwMode="auto">
              <a:xfrm>
                <a:off x="7189788" y="5313681"/>
                <a:ext cx="39688" cy="103188"/>
              </a:xfrm>
              <a:custGeom>
                <a:avLst/>
                <a:gdLst>
                  <a:gd name="T0" fmla="*/ 0 w 16"/>
                  <a:gd name="T1" fmla="*/ 0 h 43"/>
                  <a:gd name="T2" fmla="*/ 5 w 16"/>
                  <a:gd name="T3" fmla="*/ 0 h 43"/>
                  <a:gd name="T4" fmla="*/ 16 w 16"/>
                  <a:gd name="T5" fmla="*/ 11 h 43"/>
                  <a:gd name="T6" fmla="*/ 12 w 16"/>
                  <a:gd name="T7" fmla="*/ 31 h 43"/>
                  <a:gd name="T8" fmla="*/ 1 w 16"/>
                  <a:gd name="T9" fmla="*/ 43 h 43"/>
                  <a:gd name="T10" fmla="*/ 0 w 16"/>
                  <a:gd name="T11" fmla="*/ 43 h 43"/>
                  <a:gd name="T12" fmla="*/ 0 w 16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1" y="0"/>
                      <a:pt x="16" y="5"/>
                      <a:pt x="16" y="1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1" y="39"/>
                      <a:pt x="7" y="43"/>
                      <a:pt x="1" y="43"/>
                    </a:cubicBezTo>
                    <a:cubicBezTo>
                      <a:pt x="0" y="43"/>
                      <a:pt x="0" y="43"/>
                      <a:pt x="0" y="4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" name="Freeform 209"/>
              <p:cNvSpPr>
                <a:spLocks/>
              </p:cNvSpPr>
              <p:nvPr/>
            </p:nvSpPr>
            <p:spPr bwMode="auto">
              <a:xfrm>
                <a:off x="7150100" y="5313681"/>
                <a:ext cx="39688" cy="103188"/>
              </a:xfrm>
              <a:custGeom>
                <a:avLst/>
                <a:gdLst>
                  <a:gd name="T0" fmla="*/ 17 w 17"/>
                  <a:gd name="T1" fmla="*/ 0 h 43"/>
                  <a:gd name="T2" fmla="*/ 11 w 17"/>
                  <a:gd name="T3" fmla="*/ 0 h 43"/>
                  <a:gd name="T4" fmla="*/ 0 w 17"/>
                  <a:gd name="T5" fmla="*/ 11 h 43"/>
                  <a:gd name="T6" fmla="*/ 4 w 17"/>
                  <a:gd name="T7" fmla="*/ 31 h 43"/>
                  <a:gd name="T8" fmla="*/ 16 w 17"/>
                  <a:gd name="T9" fmla="*/ 43 h 43"/>
                  <a:gd name="T10" fmla="*/ 17 w 17"/>
                  <a:gd name="T11" fmla="*/ 43 h 43"/>
                  <a:gd name="T12" fmla="*/ 17 w 17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3">
                    <a:moveTo>
                      <a:pt x="17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9"/>
                      <a:pt x="9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" name="Oval 210"/>
              <p:cNvSpPr>
                <a:spLocks noChangeArrowheads="1"/>
              </p:cNvSpPr>
              <p:nvPr/>
            </p:nvSpPr>
            <p:spPr bwMode="auto">
              <a:xfrm>
                <a:off x="7197725" y="5350193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" name="Oval 211"/>
              <p:cNvSpPr>
                <a:spLocks noChangeArrowheads="1"/>
              </p:cNvSpPr>
              <p:nvPr/>
            </p:nvSpPr>
            <p:spPr bwMode="auto">
              <a:xfrm>
                <a:off x="7170738" y="5350193"/>
                <a:ext cx="9525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" name="Freeform 212"/>
              <p:cNvSpPr>
                <a:spLocks/>
              </p:cNvSpPr>
              <p:nvPr/>
            </p:nvSpPr>
            <p:spPr bwMode="auto">
              <a:xfrm>
                <a:off x="8553450" y="5161281"/>
                <a:ext cx="9525" cy="15875"/>
              </a:xfrm>
              <a:custGeom>
                <a:avLst/>
                <a:gdLst>
                  <a:gd name="T0" fmla="*/ 3 w 6"/>
                  <a:gd name="T1" fmla="*/ 10 h 10"/>
                  <a:gd name="T2" fmla="*/ 6 w 6"/>
                  <a:gd name="T3" fmla="*/ 10 h 10"/>
                  <a:gd name="T4" fmla="*/ 5 w 6"/>
                  <a:gd name="T5" fmla="*/ 0 h 10"/>
                  <a:gd name="T6" fmla="*/ 0 w 6"/>
                  <a:gd name="T7" fmla="*/ 1 h 10"/>
                  <a:gd name="T8" fmla="*/ 3 w 6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10"/>
                    </a:moveTo>
                    <a:lnTo>
                      <a:pt x="6" y="10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" name="Rectangle 213"/>
              <p:cNvSpPr>
                <a:spLocks noChangeArrowheads="1"/>
              </p:cNvSpPr>
              <p:nvPr/>
            </p:nvSpPr>
            <p:spPr bwMode="auto">
              <a:xfrm>
                <a:off x="8558213" y="5175568"/>
                <a:ext cx="4763" cy="158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" name="Freeform 214"/>
              <p:cNvSpPr>
                <a:spLocks/>
              </p:cNvSpPr>
              <p:nvPr/>
            </p:nvSpPr>
            <p:spPr bwMode="auto">
              <a:xfrm>
                <a:off x="8567738" y="5153343"/>
                <a:ext cx="9525" cy="22225"/>
              </a:xfrm>
              <a:custGeom>
                <a:avLst/>
                <a:gdLst>
                  <a:gd name="T0" fmla="*/ 3 w 6"/>
                  <a:gd name="T1" fmla="*/ 14 h 14"/>
                  <a:gd name="T2" fmla="*/ 6 w 6"/>
                  <a:gd name="T3" fmla="*/ 14 h 14"/>
                  <a:gd name="T4" fmla="*/ 3 w 6"/>
                  <a:gd name="T5" fmla="*/ 0 h 14"/>
                  <a:gd name="T6" fmla="*/ 0 w 6"/>
                  <a:gd name="T7" fmla="*/ 2 h 14"/>
                  <a:gd name="T8" fmla="*/ 3 w 6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3" y="14"/>
                    </a:moveTo>
                    <a:lnTo>
                      <a:pt x="6" y="1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" name="Freeform 215"/>
              <p:cNvSpPr>
                <a:spLocks/>
              </p:cNvSpPr>
              <p:nvPr/>
            </p:nvSpPr>
            <p:spPr bwMode="auto">
              <a:xfrm>
                <a:off x="8572500" y="5170806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" name="Freeform 216"/>
              <p:cNvSpPr>
                <a:spLocks/>
              </p:cNvSpPr>
              <p:nvPr/>
            </p:nvSpPr>
            <p:spPr bwMode="auto">
              <a:xfrm>
                <a:off x="8502650" y="5151756"/>
                <a:ext cx="12700" cy="38100"/>
              </a:xfrm>
              <a:custGeom>
                <a:avLst/>
                <a:gdLst>
                  <a:gd name="T0" fmla="*/ 5 w 8"/>
                  <a:gd name="T1" fmla="*/ 24 h 24"/>
                  <a:gd name="T2" fmla="*/ 8 w 8"/>
                  <a:gd name="T3" fmla="*/ 22 h 24"/>
                  <a:gd name="T4" fmla="*/ 3 w 8"/>
                  <a:gd name="T5" fmla="*/ 0 h 24"/>
                  <a:gd name="T6" fmla="*/ 0 w 8"/>
                  <a:gd name="T7" fmla="*/ 1 h 24"/>
                  <a:gd name="T8" fmla="*/ 5 w 8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4">
                    <a:moveTo>
                      <a:pt x="5" y="24"/>
                    </a:moveTo>
                    <a:lnTo>
                      <a:pt x="8" y="22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" name="Freeform 217"/>
              <p:cNvSpPr>
                <a:spLocks/>
              </p:cNvSpPr>
              <p:nvPr/>
            </p:nvSpPr>
            <p:spPr bwMode="auto">
              <a:xfrm>
                <a:off x="8510588" y="5185093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" name="Freeform 218"/>
              <p:cNvSpPr>
                <a:spLocks/>
              </p:cNvSpPr>
              <p:nvPr/>
            </p:nvSpPr>
            <p:spPr bwMode="auto">
              <a:xfrm>
                <a:off x="8515350" y="5148581"/>
                <a:ext cx="14288" cy="36513"/>
              </a:xfrm>
              <a:custGeom>
                <a:avLst/>
                <a:gdLst>
                  <a:gd name="T0" fmla="*/ 6 w 9"/>
                  <a:gd name="T1" fmla="*/ 23 h 23"/>
                  <a:gd name="T2" fmla="*/ 9 w 9"/>
                  <a:gd name="T3" fmla="*/ 23 h 23"/>
                  <a:gd name="T4" fmla="*/ 4 w 9"/>
                  <a:gd name="T5" fmla="*/ 0 h 23"/>
                  <a:gd name="T6" fmla="*/ 0 w 9"/>
                  <a:gd name="T7" fmla="*/ 2 h 23"/>
                  <a:gd name="T8" fmla="*/ 6 w 9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6" y="23"/>
                    </a:moveTo>
                    <a:lnTo>
                      <a:pt x="9" y="2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" name="Freeform 219"/>
              <p:cNvSpPr>
                <a:spLocks/>
              </p:cNvSpPr>
              <p:nvPr/>
            </p:nvSpPr>
            <p:spPr bwMode="auto">
              <a:xfrm>
                <a:off x="8521700" y="5181918"/>
                <a:ext cx="7938" cy="3175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2 h 2"/>
                  <a:gd name="T4" fmla="*/ 2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" name="Freeform 220"/>
              <p:cNvSpPr>
                <a:spLocks/>
              </p:cNvSpPr>
              <p:nvPr/>
            </p:nvSpPr>
            <p:spPr bwMode="auto">
              <a:xfrm>
                <a:off x="8478838" y="5073968"/>
                <a:ext cx="106363" cy="98425"/>
              </a:xfrm>
              <a:custGeom>
                <a:avLst/>
                <a:gdLst>
                  <a:gd name="T0" fmla="*/ 1 w 44"/>
                  <a:gd name="T1" fmla="*/ 24 h 41"/>
                  <a:gd name="T2" fmla="*/ 4 w 44"/>
                  <a:gd name="T3" fmla="*/ 27 h 41"/>
                  <a:gd name="T4" fmla="*/ 3 w 44"/>
                  <a:gd name="T5" fmla="*/ 32 h 41"/>
                  <a:gd name="T6" fmla="*/ 11 w 44"/>
                  <a:gd name="T7" fmla="*/ 37 h 41"/>
                  <a:gd name="T8" fmla="*/ 13 w 44"/>
                  <a:gd name="T9" fmla="*/ 36 h 41"/>
                  <a:gd name="T10" fmla="*/ 23 w 44"/>
                  <a:gd name="T11" fmla="*/ 41 h 41"/>
                  <a:gd name="T12" fmla="*/ 27 w 44"/>
                  <a:gd name="T13" fmla="*/ 38 h 41"/>
                  <a:gd name="T14" fmla="*/ 33 w 44"/>
                  <a:gd name="T15" fmla="*/ 38 h 41"/>
                  <a:gd name="T16" fmla="*/ 43 w 44"/>
                  <a:gd name="T17" fmla="*/ 23 h 41"/>
                  <a:gd name="T18" fmla="*/ 32 w 44"/>
                  <a:gd name="T19" fmla="*/ 14 h 41"/>
                  <a:gd name="T20" fmla="*/ 32 w 44"/>
                  <a:gd name="T21" fmla="*/ 13 h 41"/>
                  <a:gd name="T22" fmla="*/ 35 w 44"/>
                  <a:gd name="T23" fmla="*/ 6 h 41"/>
                  <a:gd name="T24" fmla="*/ 28 w 44"/>
                  <a:gd name="T25" fmla="*/ 1 h 41"/>
                  <a:gd name="T26" fmla="*/ 23 w 44"/>
                  <a:gd name="T27" fmla="*/ 4 h 41"/>
                  <a:gd name="T28" fmla="*/ 18 w 44"/>
                  <a:gd name="T29" fmla="*/ 2 h 41"/>
                  <a:gd name="T30" fmla="*/ 14 w 44"/>
                  <a:gd name="T31" fmla="*/ 8 h 41"/>
                  <a:gd name="T32" fmla="*/ 9 w 44"/>
                  <a:gd name="T33" fmla="*/ 7 h 41"/>
                  <a:gd name="T34" fmla="*/ 3 w 44"/>
                  <a:gd name="T35" fmla="*/ 17 h 41"/>
                  <a:gd name="T36" fmla="*/ 3 w 44"/>
                  <a:gd name="T37" fmla="*/ 19 h 41"/>
                  <a:gd name="T38" fmla="*/ 1 w 44"/>
                  <a:gd name="T39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41">
                    <a:moveTo>
                      <a:pt x="1" y="24"/>
                    </a:moveTo>
                    <a:cubicBezTo>
                      <a:pt x="1" y="26"/>
                      <a:pt x="2" y="27"/>
                      <a:pt x="4" y="27"/>
                    </a:cubicBezTo>
                    <a:cubicBezTo>
                      <a:pt x="3" y="29"/>
                      <a:pt x="3" y="30"/>
                      <a:pt x="3" y="32"/>
                    </a:cubicBezTo>
                    <a:cubicBezTo>
                      <a:pt x="4" y="36"/>
                      <a:pt x="8" y="38"/>
                      <a:pt x="11" y="37"/>
                    </a:cubicBezTo>
                    <a:cubicBezTo>
                      <a:pt x="12" y="37"/>
                      <a:pt x="13" y="37"/>
                      <a:pt x="13" y="36"/>
                    </a:cubicBezTo>
                    <a:cubicBezTo>
                      <a:pt x="15" y="39"/>
                      <a:pt x="19" y="41"/>
                      <a:pt x="23" y="41"/>
                    </a:cubicBezTo>
                    <a:cubicBezTo>
                      <a:pt x="25" y="40"/>
                      <a:pt x="26" y="39"/>
                      <a:pt x="27" y="38"/>
                    </a:cubicBezTo>
                    <a:cubicBezTo>
                      <a:pt x="29" y="39"/>
                      <a:pt x="31" y="39"/>
                      <a:pt x="33" y="38"/>
                    </a:cubicBezTo>
                    <a:cubicBezTo>
                      <a:pt x="40" y="37"/>
                      <a:pt x="44" y="30"/>
                      <a:pt x="43" y="23"/>
                    </a:cubicBezTo>
                    <a:cubicBezTo>
                      <a:pt x="42" y="18"/>
                      <a:pt x="37" y="14"/>
                      <a:pt x="32" y="1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4" y="12"/>
                      <a:pt x="36" y="9"/>
                      <a:pt x="35" y="6"/>
                    </a:cubicBezTo>
                    <a:cubicBezTo>
                      <a:pt x="35" y="3"/>
                      <a:pt x="31" y="0"/>
                      <a:pt x="28" y="1"/>
                    </a:cubicBezTo>
                    <a:cubicBezTo>
                      <a:pt x="26" y="1"/>
                      <a:pt x="24" y="2"/>
                      <a:pt x="23" y="4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6" y="3"/>
                      <a:pt x="14" y="5"/>
                      <a:pt x="14" y="8"/>
                    </a:cubicBezTo>
                    <a:cubicBezTo>
                      <a:pt x="13" y="7"/>
                      <a:pt x="11" y="7"/>
                      <a:pt x="9" y="7"/>
                    </a:cubicBezTo>
                    <a:cubicBezTo>
                      <a:pt x="5" y="8"/>
                      <a:pt x="2" y="13"/>
                      <a:pt x="3" y="17"/>
                    </a:cubicBezTo>
                    <a:cubicBezTo>
                      <a:pt x="3" y="18"/>
                      <a:pt x="3" y="18"/>
                      <a:pt x="3" y="19"/>
                    </a:cubicBezTo>
                    <a:cubicBezTo>
                      <a:pt x="1" y="20"/>
                      <a:pt x="0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" name="Freeform 221"/>
              <p:cNvSpPr>
                <a:spLocks/>
              </p:cNvSpPr>
              <p:nvPr/>
            </p:nvSpPr>
            <p:spPr bwMode="auto">
              <a:xfrm>
                <a:off x="8547100" y="5059681"/>
                <a:ext cx="30163" cy="33338"/>
              </a:xfrm>
              <a:custGeom>
                <a:avLst/>
                <a:gdLst>
                  <a:gd name="T0" fmla="*/ 13 w 13"/>
                  <a:gd name="T1" fmla="*/ 14 h 14"/>
                  <a:gd name="T2" fmla="*/ 9 w 13"/>
                  <a:gd name="T3" fmla="*/ 4 h 14"/>
                  <a:gd name="T4" fmla="*/ 0 w 13"/>
                  <a:gd name="T5" fmla="*/ 1 h 14"/>
                  <a:gd name="T6" fmla="*/ 8 w 13"/>
                  <a:gd name="T7" fmla="*/ 6 h 14"/>
                  <a:gd name="T8" fmla="*/ 9 w 13"/>
                  <a:gd name="T9" fmla="*/ 14 h 14"/>
                  <a:gd name="T10" fmla="*/ 13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3" y="14"/>
                      <a:pt x="12" y="7"/>
                      <a:pt x="9" y="4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6" y="3"/>
                      <a:pt x="8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3" y="14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" name="Freeform 222"/>
              <p:cNvSpPr>
                <a:spLocks/>
              </p:cNvSpPr>
              <p:nvPr/>
            </p:nvSpPr>
            <p:spPr bwMode="auto">
              <a:xfrm>
                <a:off x="8531225" y="5064443"/>
                <a:ext cx="30163" cy="33338"/>
              </a:xfrm>
              <a:custGeom>
                <a:avLst/>
                <a:gdLst>
                  <a:gd name="T0" fmla="*/ 12 w 12"/>
                  <a:gd name="T1" fmla="*/ 13 h 14"/>
                  <a:gd name="T2" fmla="*/ 9 w 12"/>
                  <a:gd name="T3" fmla="*/ 3 h 14"/>
                  <a:gd name="T4" fmla="*/ 0 w 12"/>
                  <a:gd name="T5" fmla="*/ 1 h 14"/>
                  <a:gd name="T6" fmla="*/ 7 w 12"/>
                  <a:gd name="T7" fmla="*/ 6 h 14"/>
                  <a:gd name="T8" fmla="*/ 9 w 12"/>
                  <a:gd name="T9" fmla="*/ 14 h 14"/>
                  <a:gd name="T10" fmla="*/ 12 w 12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2" y="13"/>
                    </a:moveTo>
                    <a:cubicBezTo>
                      <a:pt x="12" y="13"/>
                      <a:pt x="11" y="6"/>
                      <a:pt x="9" y="3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5" y="2"/>
                      <a:pt x="7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" name="Freeform 223"/>
              <p:cNvSpPr>
                <a:spLocks/>
              </p:cNvSpPr>
              <p:nvPr/>
            </p:nvSpPr>
            <p:spPr bwMode="auto">
              <a:xfrm>
                <a:off x="8575675" y="5097781"/>
                <a:ext cx="25400" cy="17463"/>
              </a:xfrm>
              <a:custGeom>
                <a:avLst/>
                <a:gdLst>
                  <a:gd name="T0" fmla="*/ 0 w 11"/>
                  <a:gd name="T1" fmla="*/ 2 h 7"/>
                  <a:gd name="T2" fmla="*/ 6 w 11"/>
                  <a:gd name="T3" fmla="*/ 6 h 7"/>
                  <a:gd name="T4" fmla="*/ 11 w 11"/>
                  <a:gd name="T5" fmla="*/ 5 h 7"/>
                  <a:gd name="T6" fmla="*/ 5 w 11"/>
                  <a:gd name="T7" fmla="*/ 1 h 7"/>
                  <a:gd name="T8" fmla="*/ 0 w 11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4"/>
                      <a:pt x="3" y="5"/>
                      <a:pt x="6" y="6"/>
                    </a:cubicBezTo>
                    <a:cubicBezTo>
                      <a:pt x="8" y="7"/>
                      <a:pt x="10" y="7"/>
                      <a:pt x="11" y="5"/>
                    </a:cubicBezTo>
                    <a:cubicBezTo>
                      <a:pt x="10" y="3"/>
                      <a:pt x="8" y="2"/>
                      <a:pt x="5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" name="Freeform 224"/>
              <p:cNvSpPr>
                <a:spLocks/>
              </p:cNvSpPr>
              <p:nvPr/>
            </p:nvSpPr>
            <p:spPr bwMode="auto">
              <a:xfrm>
                <a:off x="8575675" y="5102543"/>
                <a:ext cx="25400" cy="12700"/>
              </a:xfrm>
              <a:custGeom>
                <a:avLst/>
                <a:gdLst>
                  <a:gd name="T0" fmla="*/ 6 w 11"/>
                  <a:gd name="T1" fmla="*/ 4 h 5"/>
                  <a:gd name="T2" fmla="*/ 0 w 11"/>
                  <a:gd name="T3" fmla="*/ 0 h 5"/>
                  <a:gd name="T4" fmla="*/ 11 w 11"/>
                  <a:gd name="T5" fmla="*/ 3 h 5"/>
                  <a:gd name="T6" fmla="*/ 6 w 11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6" y="4"/>
                    </a:moveTo>
                    <a:cubicBezTo>
                      <a:pt x="3" y="3"/>
                      <a:pt x="1" y="2"/>
                      <a:pt x="0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8" y="5"/>
                      <a:pt x="6" y="4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" name="Freeform 225"/>
              <p:cNvSpPr>
                <a:spLocks/>
              </p:cNvSpPr>
              <p:nvPr/>
            </p:nvSpPr>
            <p:spPr bwMode="auto">
              <a:xfrm>
                <a:off x="8535988" y="5102543"/>
                <a:ext cx="22225" cy="25400"/>
              </a:xfrm>
              <a:custGeom>
                <a:avLst/>
                <a:gdLst>
                  <a:gd name="T0" fmla="*/ 9 w 9"/>
                  <a:gd name="T1" fmla="*/ 1 h 10"/>
                  <a:gd name="T2" fmla="*/ 6 w 9"/>
                  <a:gd name="T3" fmla="*/ 8 h 10"/>
                  <a:gd name="T4" fmla="*/ 0 w 9"/>
                  <a:gd name="T5" fmla="*/ 9 h 10"/>
                  <a:gd name="T6" fmla="*/ 4 w 9"/>
                  <a:gd name="T7" fmla="*/ 3 h 10"/>
                  <a:gd name="T8" fmla="*/ 9 w 9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1"/>
                    </a:moveTo>
                    <a:cubicBezTo>
                      <a:pt x="9" y="3"/>
                      <a:pt x="7" y="6"/>
                      <a:pt x="6" y="8"/>
                    </a:cubicBezTo>
                    <a:cubicBezTo>
                      <a:pt x="4" y="9"/>
                      <a:pt x="2" y="10"/>
                      <a:pt x="0" y="9"/>
                    </a:cubicBezTo>
                    <a:cubicBezTo>
                      <a:pt x="1" y="7"/>
                      <a:pt x="2" y="4"/>
                      <a:pt x="4" y="3"/>
                    </a:cubicBezTo>
                    <a:cubicBezTo>
                      <a:pt x="6" y="1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" name="Freeform 226"/>
              <p:cNvSpPr>
                <a:spLocks/>
              </p:cNvSpPr>
              <p:nvPr/>
            </p:nvSpPr>
            <p:spPr bwMode="auto">
              <a:xfrm>
                <a:off x="8535988" y="5105718"/>
                <a:ext cx="22225" cy="22225"/>
              </a:xfrm>
              <a:custGeom>
                <a:avLst/>
                <a:gdLst>
                  <a:gd name="T0" fmla="*/ 6 w 9"/>
                  <a:gd name="T1" fmla="*/ 7 h 9"/>
                  <a:gd name="T2" fmla="*/ 9 w 9"/>
                  <a:gd name="T3" fmla="*/ 0 h 9"/>
                  <a:gd name="T4" fmla="*/ 0 w 9"/>
                  <a:gd name="T5" fmla="*/ 8 h 9"/>
                  <a:gd name="T6" fmla="*/ 6 w 9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7"/>
                    </a:moveTo>
                    <a:cubicBezTo>
                      <a:pt x="7" y="5"/>
                      <a:pt x="9" y="2"/>
                      <a:pt x="9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4" y="8"/>
                      <a:pt x="6" y="7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" name="Freeform 227"/>
              <p:cNvSpPr>
                <a:spLocks/>
              </p:cNvSpPr>
              <p:nvPr/>
            </p:nvSpPr>
            <p:spPr bwMode="auto">
              <a:xfrm>
                <a:off x="8562975" y="5086668"/>
                <a:ext cx="26988" cy="61913"/>
              </a:xfrm>
              <a:custGeom>
                <a:avLst/>
                <a:gdLst>
                  <a:gd name="T0" fmla="*/ 0 w 11"/>
                  <a:gd name="T1" fmla="*/ 2 h 26"/>
                  <a:gd name="T2" fmla="*/ 3 w 11"/>
                  <a:gd name="T3" fmla="*/ 1 h 26"/>
                  <a:gd name="T4" fmla="*/ 11 w 11"/>
                  <a:gd name="T5" fmla="*/ 6 h 26"/>
                  <a:gd name="T6" fmla="*/ 11 w 11"/>
                  <a:gd name="T7" fmla="*/ 18 h 26"/>
                  <a:gd name="T8" fmla="*/ 6 w 11"/>
                  <a:gd name="T9" fmla="*/ 26 h 26"/>
                  <a:gd name="T10" fmla="*/ 5 w 11"/>
                  <a:gd name="T11" fmla="*/ 26 h 26"/>
                  <a:gd name="T12" fmla="*/ 0 w 11"/>
                  <a:gd name="T1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6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0"/>
                      <a:pt x="10" y="3"/>
                      <a:pt x="11" y="6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22"/>
                      <a:pt x="10" y="25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" name="Freeform 228"/>
              <p:cNvSpPr>
                <a:spLocks/>
              </p:cNvSpPr>
              <p:nvPr/>
            </p:nvSpPr>
            <p:spPr bwMode="auto">
              <a:xfrm>
                <a:off x="8543925" y="5091431"/>
                <a:ext cx="31750" cy="60325"/>
              </a:xfrm>
              <a:custGeom>
                <a:avLst/>
                <a:gdLst>
                  <a:gd name="T0" fmla="*/ 8 w 13"/>
                  <a:gd name="T1" fmla="*/ 0 h 25"/>
                  <a:gd name="T2" fmla="*/ 5 w 13"/>
                  <a:gd name="T3" fmla="*/ 0 h 25"/>
                  <a:gd name="T4" fmla="*/ 0 w 13"/>
                  <a:gd name="T5" fmla="*/ 8 h 25"/>
                  <a:gd name="T6" fmla="*/ 5 w 13"/>
                  <a:gd name="T7" fmla="*/ 19 h 25"/>
                  <a:gd name="T8" fmla="*/ 13 w 13"/>
                  <a:gd name="T9" fmla="*/ 24 h 25"/>
                  <a:gd name="T10" fmla="*/ 13 w 13"/>
                  <a:gd name="T11" fmla="*/ 24 h 25"/>
                  <a:gd name="T12" fmla="*/ 8 w 1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0" y="5"/>
                      <a:pt x="0" y="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3"/>
                      <a:pt x="9" y="25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" name="Freeform 229"/>
              <p:cNvSpPr>
                <a:spLocks/>
              </p:cNvSpPr>
              <p:nvPr/>
            </p:nvSpPr>
            <p:spPr bwMode="auto">
              <a:xfrm>
                <a:off x="8572500" y="5107306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2 h 3"/>
                  <a:gd name="T6" fmla="*/ 1 w 3"/>
                  <a:gd name="T7" fmla="*/ 1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" name="Freeform 230"/>
              <p:cNvSpPr>
                <a:spLocks/>
              </p:cNvSpPr>
              <p:nvPr/>
            </p:nvSpPr>
            <p:spPr bwMode="auto">
              <a:xfrm>
                <a:off x="8558213" y="5112068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1 h 3"/>
                  <a:gd name="T6" fmla="*/ 1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8" name="Freeform 254"/>
              <p:cNvSpPr>
                <a:spLocks/>
              </p:cNvSpPr>
              <p:nvPr/>
            </p:nvSpPr>
            <p:spPr bwMode="auto">
              <a:xfrm>
                <a:off x="5892800" y="5299393"/>
                <a:ext cx="34925" cy="65088"/>
              </a:xfrm>
              <a:custGeom>
                <a:avLst/>
                <a:gdLst>
                  <a:gd name="T0" fmla="*/ 1 w 15"/>
                  <a:gd name="T1" fmla="*/ 16 h 27"/>
                  <a:gd name="T2" fmla="*/ 10 w 15"/>
                  <a:gd name="T3" fmla="*/ 0 h 27"/>
                  <a:gd name="T4" fmla="*/ 7 w 15"/>
                  <a:gd name="T5" fmla="*/ 19 h 27"/>
                  <a:gd name="T6" fmla="*/ 1 w 15"/>
                  <a:gd name="T7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1" y="16"/>
                    </a:moveTo>
                    <a:cubicBezTo>
                      <a:pt x="10" y="14"/>
                      <a:pt x="10" y="0"/>
                      <a:pt x="10" y="0"/>
                    </a:cubicBezTo>
                    <a:cubicBezTo>
                      <a:pt x="10" y="0"/>
                      <a:pt x="15" y="11"/>
                      <a:pt x="7" y="19"/>
                    </a:cubicBezTo>
                    <a:cubicBezTo>
                      <a:pt x="0" y="27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9" name="Freeform 255"/>
              <p:cNvSpPr>
                <a:spLocks/>
              </p:cNvSpPr>
              <p:nvPr/>
            </p:nvSpPr>
            <p:spPr bwMode="auto">
              <a:xfrm>
                <a:off x="5748338" y="5448618"/>
                <a:ext cx="28575" cy="14288"/>
              </a:xfrm>
              <a:custGeom>
                <a:avLst/>
                <a:gdLst>
                  <a:gd name="T0" fmla="*/ 0 w 12"/>
                  <a:gd name="T1" fmla="*/ 3 h 6"/>
                  <a:gd name="T2" fmla="*/ 2 w 12"/>
                  <a:gd name="T3" fmla="*/ 0 h 6"/>
                  <a:gd name="T4" fmla="*/ 10 w 12"/>
                  <a:gd name="T5" fmla="*/ 0 h 6"/>
                  <a:gd name="T6" fmla="*/ 12 w 12"/>
                  <a:gd name="T7" fmla="*/ 3 h 6"/>
                  <a:gd name="T8" fmla="*/ 10 w 12"/>
                  <a:gd name="T9" fmla="*/ 6 h 6"/>
                  <a:gd name="T10" fmla="*/ 2 w 12"/>
                  <a:gd name="T11" fmla="*/ 6 h 6"/>
                  <a:gd name="T12" fmla="*/ 0 w 12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2" y="2"/>
                      <a:pt x="12" y="3"/>
                    </a:cubicBezTo>
                    <a:cubicBezTo>
                      <a:pt x="12" y="5"/>
                      <a:pt x="11" y="6"/>
                      <a:pt x="1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" name="Rectangle 256"/>
              <p:cNvSpPr>
                <a:spLocks noChangeArrowheads="1"/>
              </p:cNvSpPr>
              <p:nvPr/>
            </p:nvSpPr>
            <p:spPr bwMode="auto">
              <a:xfrm>
                <a:off x="576103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1" name="Freeform 257"/>
              <p:cNvSpPr>
                <a:spLocks/>
              </p:cNvSpPr>
              <p:nvPr/>
            </p:nvSpPr>
            <p:spPr bwMode="auto">
              <a:xfrm>
                <a:off x="5781675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2" name="Rectangle 258"/>
              <p:cNvSpPr>
                <a:spLocks noChangeArrowheads="1"/>
              </p:cNvSpPr>
              <p:nvPr/>
            </p:nvSpPr>
            <p:spPr bwMode="auto">
              <a:xfrm>
                <a:off x="5794375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3" name="Freeform 259"/>
              <p:cNvSpPr>
                <a:spLocks/>
              </p:cNvSpPr>
              <p:nvPr/>
            </p:nvSpPr>
            <p:spPr bwMode="auto">
              <a:xfrm>
                <a:off x="584358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4" name="Rectangle 260"/>
              <p:cNvSpPr>
                <a:spLocks noChangeArrowheads="1"/>
              </p:cNvSpPr>
              <p:nvPr/>
            </p:nvSpPr>
            <p:spPr bwMode="auto">
              <a:xfrm>
                <a:off x="585628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" name="Freeform 261"/>
              <p:cNvSpPr>
                <a:spLocks/>
              </p:cNvSpPr>
              <p:nvPr/>
            </p:nvSpPr>
            <p:spPr bwMode="auto">
              <a:xfrm>
                <a:off x="587533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" name="Rectangle 262"/>
              <p:cNvSpPr>
                <a:spLocks noChangeArrowheads="1"/>
              </p:cNvSpPr>
              <p:nvPr/>
            </p:nvSpPr>
            <p:spPr bwMode="auto">
              <a:xfrm>
                <a:off x="5888038" y="5372418"/>
                <a:ext cx="14288" cy="85725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" name="Oval 263"/>
              <p:cNvSpPr>
                <a:spLocks noChangeArrowheads="1"/>
              </p:cNvSpPr>
              <p:nvPr/>
            </p:nvSpPr>
            <p:spPr bwMode="auto">
              <a:xfrm>
                <a:off x="5738813" y="5293043"/>
                <a:ext cx="168275" cy="150813"/>
              </a:xfrm>
              <a:prstGeom prst="ellipse">
                <a:avLst/>
              </a:pr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" name="Rectangle 264"/>
              <p:cNvSpPr>
                <a:spLocks noChangeArrowheads="1"/>
              </p:cNvSpPr>
              <p:nvPr/>
            </p:nvSpPr>
            <p:spPr bwMode="auto">
              <a:xfrm>
                <a:off x="5743575" y="5256531"/>
                <a:ext cx="12700" cy="52388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9" name="Freeform 265"/>
              <p:cNvSpPr>
                <a:spLocks/>
              </p:cNvSpPr>
              <p:nvPr/>
            </p:nvSpPr>
            <p:spPr bwMode="auto">
              <a:xfrm>
                <a:off x="5716588" y="5256531"/>
                <a:ext cx="36513" cy="14288"/>
              </a:xfrm>
              <a:custGeom>
                <a:avLst/>
                <a:gdLst>
                  <a:gd name="T0" fmla="*/ 0 w 15"/>
                  <a:gd name="T1" fmla="*/ 3 h 6"/>
                  <a:gd name="T2" fmla="*/ 3 w 15"/>
                  <a:gd name="T3" fmla="*/ 6 h 6"/>
                  <a:gd name="T4" fmla="*/ 13 w 15"/>
                  <a:gd name="T5" fmla="*/ 6 h 6"/>
                  <a:gd name="T6" fmla="*/ 15 w 15"/>
                  <a:gd name="T7" fmla="*/ 3 h 6"/>
                  <a:gd name="T8" fmla="*/ 13 w 15"/>
                  <a:gd name="T9" fmla="*/ 0 h 6"/>
                  <a:gd name="T10" fmla="*/ 3 w 15"/>
                  <a:gd name="T11" fmla="*/ 0 h 6"/>
                  <a:gd name="T12" fmla="*/ 0 w 15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0" y="3"/>
                    </a:moveTo>
                    <a:cubicBezTo>
                      <a:pt x="0" y="5"/>
                      <a:pt x="2" y="6"/>
                      <a:pt x="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3"/>
                    </a:cubicBezTo>
                    <a:cubicBezTo>
                      <a:pt x="15" y="2"/>
                      <a:pt x="14" y="0"/>
                      <a:pt x="1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0" name="Freeform 266"/>
              <p:cNvSpPr>
                <a:spLocks/>
              </p:cNvSpPr>
              <p:nvPr/>
            </p:nvSpPr>
            <p:spPr bwMode="auto">
              <a:xfrm>
                <a:off x="5724525" y="5283518"/>
                <a:ext cx="109538" cy="109538"/>
              </a:xfrm>
              <a:custGeom>
                <a:avLst/>
                <a:gdLst>
                  <a:gd name="T0" fmla="*/ 46 w 46"/>
                  <a:gd name="T1" fmla="*/ 31 h 46"/>
                  <a:gd name="T2" fmla="*/ 32 w 46"/>
                  <a:gd name="T3" fmla="*/ 46 h 46"/>
                  <a:gd name="T4" fmla="*/ 15 w 46"/>
                  <a:gd name="T5" fmla="*/ 46 h 46"/>
                  <a:gd name="T6" fmla="*/ 0 w 46"/>
                  <a:gd name="T7" fmla="*/ 31 h 46"/>
                  <a:gd name="T8" fmla="*/ 0 w 46"/>
                  <a:gd name="T9" fmla="*/ 15 h 46"/>
                  <a:gd name="T10" fmla="*/ 15 w 46"/>
                  <a:gd name="T11" fmla="*/ 0 h 46"/>
                  <a:gd name="T12" fmla="*/ 32 w 46"/>
                  <a:gd name="T13" fmla="*/ 0 h 46"/>
                  <a:gd name="T14" fmla="*/ 46 w 46"/>
                  <a:gd name="T15" fmla="*/ 15 h 46"/>
                  <a:gd name="T16" fmla="*/ 46 w 46"/>
                  <a:gd name="T17" fmla="*/ 3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46">
                    <a:moveTo>
                      <a:pt x="46" y="31"/>
                    </a:moveTo>
                    <a:cubicBezTo>
                      <a:pt x="46" y="39"/>
                      <a:pt x="40" y="46"/>
                      <a:pt x="32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7" y="46"/>
                      <a:pt x="0" y="39"/>
                      <a:pt x="0" y="3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40" y="0"/>
                      <a:pt x="46" y="7"/>
                      <a:pt x="46" y="15"/>
                    </a:cubicBezTo>
                    <a:lnTo>
                      <a:pt x="46" y="31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" name="Freeform 267"/>
              <p:cNvSpPr>
                <a:spLocks/>
              </p:cNvSpPr>
              <p:nvPr/>
            </p:nvSpPr>
            <p:spPr bwMode="auto">
              <a:xfrm>
                <a:off x="5780088" y="5283518"/>
                <a:ext cx="53975" cy="109538"/>
              </a:xfrm>
              <a:custGeom>
                <a:avLst/>
                <a:gdLst>
                  <a:gd name="T0" fmla="*/ 9 w 23"/>
                  <a:gd name="T1" fmla="*/ 0 h 46"/>
                  <a:gd name="T2" fmla="*/ 0 w 23"/>
                  <a:gd name="T3" fmla="*/ 0 h 46"/>
                  <a:gd name="T4" fmla="*/ 0 w 23"/>
                  <a:gd name="T5" fmla="*/ 46 h 46"/>
                  <a:gd name="T6" fmla="*/ 9 w 23"/>
                  <a:gd name="T7" fmla="*/ 46 h 46"/>
                  <a:gd name="T8" fmla="*/ 23 w 23"/>
                  <a:gd name="T9" fmla="*/ 31 h 46"/>
                  <a:gd name="T10" fmla="*/ 23 w 23"/>
                  <a:gd name="T11" fmla="*/ 15 h 46"/>
                  <a:gd name="T12" fmla="*/ 9 w 23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46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7" y="46"/>
                      <a:pt x="23" y="39"/>
                      <a:pt x="23" y="31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7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" name="Rectangle 268"/>
              <p:cNvSpPr>
                <a:spLocks noChangeArrowheads="1"/>
              </p:cNvSpPr>
              <p:nvPr/>
            </p:nvSpPr>
            <p:spPr bwMode="auto">
              <a:xfrm>
                <a:off x="5805488" y="5256531"/>
                <a:ext cx="12700" cy="523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3" name="Freeform 269"/>
              <p:cNvSpPr>
                <a:spLocks/>
              </p:cNvSpPr>
              <p:nvPr/>
            </p:nvSpPr>
            <p:spPr bwMode="auto">
              <a:xfrm>
                <a:off x="5805488" y="5256531"/>
                <a:ext cx="38100" cy="14288"/>
              </a:xfrm>
              <a:custGeom>
                <a:avLst/>
                <a:gdLst>
                  <a:gd name="T0" fmla="*/ 16 w 16"/>
                  <a:gd name="T1" fmla="*/ 3 h 6"/>
                  <a:gd name="T2" fmla="*/ 13 w 16"/>
                  <a:gd name="T3" fmla="*/ 6 h 6"/>
                  <a:gd name="T4" fmla="*/ 3 w 16"/>
                  <a:gd name="T5" fmla="*/ 6 h 6"/>
                  <a:gd name="T6" fmla="*/ 0 w 16"/>
                  <a:gd name="T7" fmla="*/ 3 h 6"/>
                  <a:gd name="T8" fmla="*/ 3 w 16"/>
                  <a:gd name="T9" fmla="*/ 0 h 6"/>
                  <a:gd name="T10" fmla="*/ 13 w 16"/>
                  <a:gd name="T11" fmla="*/ 0 h 6"/>
                  <a:gd name="T12" fmla="*/ 16 w 1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6" y="3"/>
                    </a:moveTo>
                    <a:cubicBezTo>
                      <a:pt x="16" y="5"/>
                      <a:pt x="14" y="6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6" y="2"/>
                      <a:pt x="16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4" name="Freeform 270"/>
              <p:cNvSpPr>
                <a:spLocks/>
              </p:cNvSpPr>
              <p:nvPr/>
            </p:nvSpPr>
            <p:spPr bwMode="auto">
              <a:xfrm>
                <a:off x="5724525" y="5327968"/>
                <a:ext cx="109538" cy="65088"/>
              </a:xfrm>
              <a:custGeom>
                <a:avLst/>
                <a:gdLst>
                  <a:gd name="T0" fmla="*/ 46 w 46"/>
                  <a:gd name="T1" fmla="*/ 11 h 27"/>
                  <a:gd name="T2" fmla="*/ 23 w 46"/>
                  <a:gd name="T3" fmla="*/ 0 h 27"/>
                  <a:gd name="T4" fmla="*/ 0 w 46"/>
                  <a:gd name="T5" fmla="*/ 11 h 27"/>
                  <a:gd name="T6" fmla="*/ 0 w 46"/>
                  <a:gd name="T7" fmla="*/ 12 h 27"/>
                  <a:gd name="T8" fmla="*/ 15 w 46"/>
                  <a:gd name="T9" fmla="*/ 27 h 27"/>
                  <a:gd name="T10" fmla="*/ 32 w 46"/>
                  <a:gd name="T11" fmla="*/ 27 h 27"/>
                  <a:gd name="T12" fmla="*/ 46 w 46"/>
                  <a:gd name="T13" fmla="*/ 12 h 27"/>
                  <a:gd name="T14" fmla="*/ 46 w 46"/>
                  <a:gd name="T1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27">
                    <a:moveTo>
                      <a:pt x="46" y="11"/>
                    </a:moveTo>
                    <a:cubicBezTo>
                      <a:pt x="42" y="5"/>
                      <a:pt x="34" y="0"/>
                      <a:pt x="23" y="0"/>
                    </a:cubicBezTo>
                    <a:cubicBezTo>
                      <a:pt x="13" y="0"/>
                      <a:pt x="5" y="5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7" y="27"/>
                      <a:pt x="15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40" y="27"/>
                      <a:pt x="46" y="20"/>
                      <a:pt x="46" y="12"/>
                    </a:cubicBezTo>
                    <a:lnTo>
                      <a:pt x="4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5" name="Freeform 271"/>
              <p:cNvSpPr>
                <a:spLocks/>
              </p:cNvSpPr>
              <p:nvPr/>
            </p:nvSpPr>
            <p:spPr bwMode="auto">
              <a:xfrm>
                <a:off x="5780088" y="5327968"/>
                <a:ext cx="53975" cy="65088"/>
              </a:xfrm>
              <a:custGeom>
                <a:avLst/>
                <a:gdLst>
                  <a:gd name="T0" fmla="*/ 0 w 23"/>
                  <a:gd name="T1" fmla="*/ 0 h 27"/>
                  <a:gd name="T2" fmla="*/ 0 w 23"/>
                  <a:gd name="T3" fmla="*/ 0 h 27"/>
                  <a:gd name="T4" fmla="*/ 0 w 23"/>
                  <a:gd name="T5" fmla="*/ 27 h 27"/>
                  <a:gd name="T6" fmla="*/ 9 w 23"/>
                  <a:gd name="T7" fmla="*/ 27 h 27"/>
                  <a:gd name="T8" fmla="*/ 23 w 23"/>
                  <a:gd name="T9" fmla="*/ 12 h 27"/>
                  <a:gd name="T10" fmla="*/ 23 w 23"/>
                  <a:gd name="T11" fmla="*/ 11 h 27"/>
                  <a:gd name="T12" fmla="*/ 0 w 2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7" y="27"/>
                      <a:pt x="23" y="20"/>
                      <a:pt x="23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5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6" name="Oval 272"/>
              <p:cNvSpPr>
                <a:spLocks noChangeArrowheads="1"/>
              </p:cNvSpPr>
              <p:nvPr/>
            </p:nvSpPr>
            <p:spPr bwMode="auto">
              <a:xfrm>
                <a:off x="5756275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" name="Oval 273"/>
              <p:cNvSpPr>
                <a:spLocks noChangeArrowheads="1"/>
              </p:cNvSpPr>
              <p:nvPr/>
            </p:nvSpPr>
            <p:spPr bwMode="auto">
              <a:xfrm>
                <a:off x="5791200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" name="Oval 274"/>
              <p:cNvSpPr>
                <a:spLocks noChangeArrowheads="1"/>
              </p:cNvSpPr>
              <p:nvPr/>
            </p:nvSpPr>
            <p:spPr bwMode="auto">
              <a:xfrm>
                <a:off x="5767388" y="5335906"/>
                <a:ext cx="23813" cy="17463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9" name="Freeform 275"/>
              <p:cNvSpPr>
                <a:spLocks/>
              </p:cNvSpPr>
              <p:nvPr/>
            </p:nvSpPr>
            <p:spPr bwMode="auto">
              <a:xfrm>
                <a:off x="5767388" y="5369243"/>
                <a:ext cx="26988" cy="9525"/>
              </a:xfrm>
              <a:custGeom>
                <a:avLst/>
                <a:gdLst>
                  <a:gd name="T0" fmla="*/ 5 w 11"/>
                  <a:gd name="T1" fmla="*/ 4 h 4"/>
                  <a:gd name="T2" fmla="*/ 0 w 11"/>
                  <a:gd name="T3" fmla="*/ 0 h 4"/>
                  <a:gd name="T4" fmla="*/ 1 w 11"/>
                  <a:gd name="T5" fmla="*/ 0 h 4"/>
                  <a:gd name="T6" fmla="*/ 5 w 11"/>
                  <a:gd name="T7" fmla="*/ 2 h 4"/>
                  <a:gd name="T8" fmla="*/ 10 w 11"/>
                  <a:gd name="T9" fmla="*/ 0 h 4"/>
                  <a:gd name="T10" fmla="*/ 11 w 11"/>
                  <a:gd name="T11" fmla="*/ 0 h 4"/>
                  <a:gd name="T12" fmla="*/ 5 w 1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5" y="4"/>
                    </a:moveTo>
                    <a:cubicBezTo>
                      <a:pt x="2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3" y="2"/>
                      <a:pt x="5" y="2"/>
                    </a:cubicBezTo>
                    <a:cubicBezTo>
                      <a:pt x="8" y="2"/>
                      <a:pt x="10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9" y="4"/>
                      <a:pt x="5" y="4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" name="Freeform 276"/>
              <p:cNvSpPr>
                <a:spLocks/>
              </p:cNvSpPr>
              <p:nvPr/>
            </p:nvSpPr>
            <p:spPr bwMode="auto">
              <a:xfrm>
                <a:off x="6337300" y="5088256"/>
                <a:ext cx="33338" cy="87313"/>
              </a:xfrm>
              <a:custGeom>
                <a:avLst/>
                <a:gdLst>
                  <a:gd name="T0" fmla="*/ 5 w 21"/>
                  <a:gd name="T1" fmla="*/ 0 h 55"/>
                  <a:gd name="T2" fmla="*/ 0 w 21"/>
                  <a:gd name="T3" fmla="*/ 55 h 55"/>
                  <a:gd name="T4" fmla="*/ 21 w 21"/>
                  <a:gd name="T5" fmla="*/ 55 h 55"/>
                  <a:gd name="T6" fmla="*/ 17 w 21"/>
                  <a:gd name="T7" fmla="*/ 0 h 55"/>
                  <a:gd name="T8" fmla="*/ 5 w 2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5">
                    <a:moveTo>
                      <a:pt x="5" y="0"/>
                    </a:moveTo>
                    <a:lnTo>
                      <a:pt x="0" y="55"/>
                    </a:lnTo>
                    <a:lnTo>
                      <a:pt x="21" y="55"/>
                    </a:lnTo>
                    <a:lnTo>
                      <a:pt x="1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1" name="Freeform 277"/>
              <p:cNvSpPr>
                <a:spLocks/>
              </p:cNvSpPr>
              <p:nvPr/>
            </p:nvSpPr>
            <p:spPr bwMode="auto">
              <a:xfrm>
                <a:off x="6354763" y="5088256"/>
                <a:ext cx="15875" cy="87313"/>
              </a:xfrm>
              <a:custGeom>
                <a:avLst/>
                <a:gdLst>
                  <a:gd name="T0" fmla="*/ 0 w 10"/>
                  <a:gd name="T1" fmla="*/ 0 h 55"/>
                  <a:gd name="T2" fmla="*/ 0 w 10"/>
                  <a:gd name="T3" fmla="*/ 55 h 55"/>
                  <a:gd name="T4" fmla="*/ 10 w 10"/>
                  <a:gd name="T5" fmla="*/ 55 h 55"/>
                  <a:gd name="T6" fmla="*/ 6 w 10"/>
                  <a:gd name="T7" fmla="*/ 0 h 55"/>
                  <a:gd name="T8" fmla="*/ 0 w 10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5">
                    <a:moveTo>
                      <a:pt x="0" y="0"/>
                    </a:moveTo>
                    <a:lnTo>
                      <a:pt x="0" y="55"/>
                    </a:lnTo>
                    <a:lnTo>
                      <a:pt x="10" y="55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" name="Freeform 278"/>
              <p:cNvSpPr>
                <a:spLocks/>
              </p:cNvSpPr>
              <p:nvPr/>
            </p:nvSpPr>
            <p:spPr bwMode="auto">
              <a:xfrm>
                <a:off x="6265863" y="4731068"/>
                <a:ext cx="177800" cy="384175"/>
              </a:xfrm>
              <a:custGeom>
                <a:avLst/>
                <a:gdLst>
                  <a:gd name="T0" fmla="*/ 0 w 112"/>
                  <a:gd name="T1" fmla="*/ 242 h 242"/>
                  <a:gd name="T2" fmla="*/ 56 w 112"/>
                  <a:gd name="T3" fmla="*/ 0 h 242"/>
                  <a:gd name="T4" fmla="*/ 112 w 112"/>
                  <a:gd name="T5" fmla="*/ 242 h 242"/>
                  <a:gd name="T6" fmla="*/ 0 w 112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2">
                    <a:moveTo>
                      <a:pt x="0" y="242"/>
                    </a:moveTo>
                    <a:lnTo>
                      <a:pt x="56" y="0"/>
                    </a:lnTo>
                    <a:lnTo>
                      <a:pt x="112" y="242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" name="Freeform 279"/>
              <p:cNvSpPr>
                <a:spLocks/>
              </p:cNvSpPr>
              <p:nvPr/>
            </p:nvSpPr>
            <p:spPr bwMode="auto">
              <a:xfrm>
                <a:off x="6354763" y="4731068"/>
                <a:ext cx="88900" cy="384175"/>
              </a:xfrm>
              <a:custGeom>
                <a:avLst/>
                <a:gdLst>
                  <a:gd name="T0" fmla="*/ 56 w 56"/>
                  <a:gd name="T1" fmla="*/ 242 h 242"/>
                  <a:gd name="T2" fmla="*/ 0 w 56"/>
                  <a:gd name="T3" fmla="*/ 0 h 242"/>
                  <a:gd name="T4" fmla="*/ 0 w 56"/>
                  <a:gd name="T5" fmla="*/ 242 h 242"/>
                  <a:gd name="T6" fmla="*/ 56 w 56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2">
                    <a:moveTo>
                      <a:pt x="56" y="242"/>
                    </a:moveTo>
                    <a:lnTo>
                      <a:pt x="0" y="0"/>
                    </a:lnTo>
                    <a:lnTo>
                      <a:pt x="0" y="242"/>
                    </a:lnTo>
                    <a:lnTo>
                      <a:pt x="56" y="242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" name="Freeform 284"/>
              <p:cNvSpPr>
                <a:spLocks/>
              </p:cNvSpPr>
              <p:nvPr/>
            </p:nvSpPr>
            <p:spPr bwMode="auto">
              <a:xfrm>
                <a:off x="3786188" y="3403918"/>
                <a:ext cx="588963" cy="320675"/>
              </a:xfrm>
              <a:custGeom>
                <a:avLst/>
                <a:gdLst>
                  <a:gd name="T0" fmla="*/ 22 w 246"/>
                  <a:gd name="T1" fmla="*/ 134 h 134"/>
                  <a:gd name="T2" fmla="*/ 211 w 246"/>
                  <a:gd name="T3" fmla="*/ 134 h 134"/>
                  <a:gd name="T4" fmla="*/ 246 w 246"/>
                  <a:gd name="T5" fmla="*/ 105 h 134"/>
                  <a:gd name="T6" fmla="*/ 212 w 246"/>
                  <a:gd name="T7" fmla="*/ 64 h 134"/>
                  <a:gd name="T8" fmla="*/ 195 w 246"/>
                  <a:gd name="T9" fmla="*/ 36 h 134"/>
                  <a:gd name="T10" fmla="*/ 153 w 246"/>
                  <a:gd name="T11" fmla="*/ 32 h 134"/>
                  <a:gd name="T12" fmla="*/ 112 w 246"/>
                  <a:gd name="T13" fmla="*/ 0 h 134"/>
                  <a:gd name="T14" fmla="*/ 72 w 246"/>
                  <a:gd name="T15" fmla="*/ 34 h 134"/>
                  <a:gd name="T16" fmla="*/ 34 w 246"/>
                  <a:gd name="T17" fmla="*/ 44 h 134"/>
                  <a:gd name="T18" fmla="*/ 25 w 246"/>
                  <a:gd name="T19" fmla="*/ 79 h 134"/>
                  <a:gd name="T20" fmla="*/ 0 w 246"/>
                  <a:gd name="T21" fmla="*/ 112 h 134"/>
                  <a:gd name="T22" fmla="*/ 22 w 246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6" h="134">
                    <a:moveTo>
                      <a:pt x="22" y="134"/>
                    </a:moveTo>
                    <a:cubicBezTo>
                      <a:pt x="45" y="134"/>
                      <a:pt x="128" y="134"/>
                      <a:pt x="211" y="134"/>
                    </a:cubicBezTo>
                    <a:cubicBezTo>
                      <a:pt x="227" y="134"/>
                      <a:pt x="246" y="121"/>
                      <a:pt x="246" y="105"/>
                    </a:cubicBezTo>
                    <a:cubicBezTo>
                      <a:pt x="246" y="69"/>
                      <a:pt x="212" y="64"/>
                      <a:pt x="212" y="64"/>
                    </a:cubicBezTo>
                    <a:cubicBezTo>
                      <a:pt x="212" y="64"/>
                      <a:pt x="215" y="45"/>
                      <a:pt x="195" y="36"/>
                    </a:cubicBezTo>
                    <a:cubicBezTo>
                      <a:pt x="175" y="26"/>
                      <a:pt x="153" y="32"/>
                      <a:pt x="153" y="32"/>
                    </a:cubicBezTo>
                    <a:cubicBezTo>
                      <a:pt x="153" y="32"/>
                      <a:pt x="150" y="0"/>
                      <a:pt x="112" y="0"/>
                    </a:cubicBezTo>
                    <a:cubicBezTo>
                      <a:pt x="74" y="0"/>
                      <a:pt x="72" y="34"/>
                      <a:pt x="72" y="34"/>
                    </a:cubicBezTo>
                    <a:cubicBezTo>
                      <a:pt x="72" y="34"/>
                      <a:pt x="53" y="26"/>
                      <a:pt x="34" y="44"/>
                    </a:cubicBezTo>
                    <a:cubicBezTo>
                      <a:pt x="15" y="63"/>
                      <a:pt x="25" y="79"/>
                      <a:pt x="25" y="79"/>
                    </a:cubicBezTo>
                    <a:cubicBezTo>
                      <a:pt x="25" y="79"/>
                      <a:pt x="0" y="87"/>
                      <a:pt x="0" y="112"/>
                    </a:cubicBezTo>
                    <a:cubicBezTo>
                      <a:pt x="0" y="120"/>
                      <a:pt x="8" y="134"/>
                      <a:pt x="22" y="13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" name="Freeform 285"/>
              <p:cNvSpPr>
                <a:spLocks/>
              </p:cNvSpPr>
              <p:nvPr/>
            </p:nvSpPr>
            <p:spPr bwMode="auto">
              <a:xfrm>
                <a:off x="4081463" y="3405506"/>
                <a:ext cx="293688" cy="319088"/>
              </a:xfrm>
              <a:custGeom>
                <a:avLst/>
                <a:gdLst>
                  <a:gd name="T0" fmla="*/ 89 w 123"/>
                  <a:gd name="T1" fmla="*/ 63 h 133"/>
                  <a:gd name="T2" fmla="*/ 72 w 123"/>
                  <a:gd name="T3" fmla="*/ 35 h 133"/>
                  <a:gd name="T4" fmla="*/ 30 w 123"/>
                  <a:gd name="T5" fmla="*/ 31 h 133"/>
                  <a:gd name="T6" fmla="*/ 0 w 123"/>
                  <a:gd name="T7" fmla="*/ 0 h 133"/>
                  <a:gd name="T8" fmla="*/ 0 w 123"/>
                  <a:gd name="T9" fmla="*/ 133 h 133"/>
                  <a:gd name="T10" fmla="*/ 88 w 123"/>
                  <a:gd name="T11" fmla="*/ 133 h 133"/>
                  <a:gd name="T12" fmla="*/ 123 w 123"/>
                  <a:gd name="T13" fmla="*/ 104 h 133"/>
                  <a:gd name="T14" fmla="*/ 89 w 123"/>
                  <a:gd name="T15" fmla="*/ 6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3" h="133">
                    <a:moveTo>
                      <a:pt x="89" y="63"/>
                    </a:moveTo>
                    <a:cubicBezTo>
                      <a:pt x="89" y="63"/>
                      <a:pt x="92" y="44"/>
                      <a:pt x="72" y="35"/>
                    </a:cubicBezTo>
                    <a:cubicBezTo>
                      <a:pt x="52" y="25"/>
                      <a:pt x="30" y="31"/>
                      <a:pt x="30" y="31"/>
                    </a:cubicBezTo>
                    <a:cubicBezTo>
                      <a:pt x="30" y="31"/>
                      <a:pt x="28" y="6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27" y="133"/>
                      <a:pt x="58" y="133"/>
                      <a:pt x="88" y="133"/>
                    </a:cubicBezTo>
                    <a:cubicBezTo>
                      <a:pt x="104" y="133"/>
                      <a:pt x="123" y="120"/>
                      <a:pt x="123" y="104"/>
                    </a:cubicBezTo>
                    <a:cubicBezTo>
                      <a:pt x="123" y="68"/>
                      <a:pt x="89" y="63"/>
                      <a:pt x="89" y="63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" name="Rectangle 288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" name="Rectangle 289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4" name="Freeform 290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" name="Freeform 291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" name="Rectangle 292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" name="Rectangle 293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" name="Rectangle 294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" name="Rectangle 295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0" name="Freeform 296"/>
              <p:cNvSpPr>
                <a:spLocks/>
              </p:cNvSpPr>
              <p:nvPr/>
            </p:nvSpPr>
            <p:spPr bwMode="auto">
              <a:xfrm>
                <a:off x="4292600" y="4888231"/>
                <a:ext cx="842963" cy="269875"/>
              </a:xfrm>
              <a:custGeom>
                <a:avLst/>
                <a:gdLst>
                  <a:gd name="T0" fmla="*/ 0 w 531"/>
                  <a:gd name="T1" fmla="*/ 0 h 170"/>
                  <a:gd name="T2" fmla="*/ 0 w 531"/>
                  <a:gd name="T3" fmla="*/ 170 h 170"/>
                  <a:gd name="T4" fmla="*/ 531 w 531"/>
                  <a:gd name="T5" fmla="*/ 170 h 170"/>
                  <a:gd name="T6" fmla="*/ 531 w 531"/>
                  <a:gd name="T7" fmla="*/ 117 h 170"/>
                  <a:gd name="T8" fmla="*/ 0 w 531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1" h="170">
                    <a:moveTo>
                      <a:pt x="0" y="0"/>
                    </a:moveTo>
                    <a:lnTo>
                      <a:pt x="0" y="170"/>
                    </a:lnTo>
                    <a:lnTo>
                      <a:pt x="531" y="170"/>
                    </a:lnTo>
                    <a:lnTo>
                      <a:pt x="531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1" name="Rectangle 297"/>
              <p:cNvSpPr>
                <a:spLocks noChangeArrowheads="1"/>
              </p:cNvSpPr>
              <p:nvPr/>
            </p:nvSpPr>
            <p:spPr bwMode="auto">
              <a:xfrm>
                <a:off x="4418013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" name="Rectangle 298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3" name="Rectangle 299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4" name="Rectangle 300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5" name="Rectangle 301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6" name="Freeform 302"/>
              <p:cNvSpPr>
                <a:spLocks/>
              </p:cNvSpPr>
              <p:nvPr/>
            </p:nvSpPr>
            <p:spPr bwMode="auto">
              <a:xfrm>
                <a:off x="3973513" y="5218431"/>
                <a:ext cx="363538" cy="85725"/>
              </a:xfrm>
              <a:custGeom>
                <a:avLst/>
                <a:gdLst>
                  <a:gd name="T0" fmla="*/ 41 w 229"/>
                  <a:gd name="T1" fmla="*/ 0 h 54"/>
                  <a:gd name="T2" fmla="*/ 0 w 229"/>
                  <a:gd name="T3" fmla="*/ 54 h 54"/>
                  <a:gd name="T4" fmla="*/ 105 w 229"/>
                  <a:gd name="T5" fmla="*/ 54 h 54"/>
                  <a:gd name="T6" fmla="*/ 220 w 229"/>
                  <a:gd name="T7" fmla="*/ 54 h 54"/>
                  <a:gd name="T8" fmla="*/ 229 w 229"/>
                  <a:gd name="T9" fmla="*/ 54 h 54"/>
                  <a:gd name="T10" fmla="*/ 229 w 229"/>
                  <a:gd name="T11" fmla="*/ 0 h 54"/>
                  <a:gd name="T12" fmla="*/ 41 w 229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9" h="54">
                    <a:moveTo>
                      <a:pt x="41" y="0"/>
                    </a:moveTo>
                    <a:lnTo>
                      <a:pt x="0" y="54"/>
                    </a:lnTo>
                    <a:lnTo>
                      <a:pt x="105" y="54"/>
                    </a:lnTo>
                    <a:lnTo>
                      <a:pt x="220" y="54"/>
                    </a:lnTo>
                    <a:lnTo>
                      <a:pt x="229" y="54"/>
                    </a:lnTo>
                    <a:lnTo>
                      <a:pt x="229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7" name="Rectangle 303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8" name="Rectangle 304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" name="Freeform 305"/>
              <p:cNvSpPr>
                <a:spLocks/>
              </p:cNvSpPr>
              <p:nvPr/>
            </p:nvSpPr>
            <p:spPr bwMode="auto">
              <a:xfrm>
                <a:off x="4292600" y="4975543"/>
                <a:ext cx="820738" cy="182563"/>
              </a:xfrm>
              <a:custGeom>
                <a:avLst/>
                <a:gdLst>
                  <a:gd name="T0" fmla="*/ 0 w 517"/>
                  <a:gd name="T1" fmla="*/ 0 h 115"/>
                  <a:gd name="T2" fmla="*/ 0 w 517"/>
                  <a:gd name="T3" fmla="*/ 115 h 115"/>
                  <a:gd name="T4" fmla="*/ 517 w 517"/>
                  <a:gd name="T5" fmla="*/ 115 h 115"/>
                  <a:gd name="T6" fmla="*/ 0 w 517"/>
                  <a:gd name="T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7" h="115">
                    <a:moveTo>
                      <a:pt x="0" y="0"/>
                    </a:moveTo>
                    <a:lnTo>
                      <a:pt x="0" y="115"/>
                    </a:lnTo>
                    <a:lnTo>
                      <a:pt x="517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" name="Rectangle 306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" name="Rectangle 307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2" name="Rectangle 308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3" name="Rectangle 309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4" name="Freeform 310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close/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5" name="Freeform 311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" name="Freeform 312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7" name="Freeform 313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8" name="Rectangle 314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9" name="Rectangle 315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0" name="Rectangle 316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1" name="Rectangle 317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2" name="Freeform 318"/>
              <p:cNvSpPr>
                <a:spLocks/>
              </p:cNvSpPr>
              <p:nvPr/>
            </p:nvSpPr>
            <p:spPr bwMode="auto">
              <a:xfrm>
                <a:off x="6788150" y="5396231"/>
                <a:ext cx="133350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3" name="Freeform 319"/>
              <p:cNvSpPr>
                <a:spLocks/>
              </p:cNvSpPr>
              <p:nvPr/>
            </p:nvSpPr>
            <p:spPr bwMode="auto">
              <a:xfrm>
                <a:off x="8007350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4" name="Freeform 320"/>
              <p:cNvSpPr>
                <a:spLocks/>
              </p:cNvSpPr>
              <p:nvPr/>
            </p:nvSpPr>
            <p:spPr bwMode="auto">
              <a:xfrm>
                <a:off x="8120063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5" name="Freeform 321"/>
              <p:cNvSpPr>
                <a:spLocks/>
              </p:cNvSpPr>
              <p:nvPr/>
            </p:nvSpPr>
            <p:spPr bwMode="auto">
              <a:xfrm>
                <a:off x="5208588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3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4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6" name="Freeform 322"/>
              <p:cNvSpPr>
                <a:spLocks/>
              </p:cNvSpPr>
              <p:nvPr/>
            </p:nvSpPr>
            <p:spPr bwMode="auto">
              <a:xfrm>
                <a:off x="5375275" y="5410518"/>
                <a:ext cx="101600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7" name="Freeform 323"/>
              <p:cNvSpPr>
                <a:spLocks/>
              </p:cNvSpPr>
              <p:nvPr/>
            </p:nvSpPr>
            <p:spPr bwMode="auto">
              <a:xfrm>
                <a:off x="3019425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8" name="Freeform 324"/>
              <p:cNvSpPr>
                <a:spLocks/>
              </p:cNvSpPr>
              <p:nvPr/>
            </p:nvSpPr>
            <p:spPr bwMode="auto">
              <a:xfrm>
                <a:off x="3848100" y="5415281"/>
                <a:ext cx="96838" cy="47625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20 h 20"/>
                  <a:gd name="T4" fmla="*/ 40 w 40"/>
                  <a:gd name="T5" fmla="*/ 20 h 20"/>
                  <a:gd name="T6" fmla="*/ 20 w 4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9" name="Freeform 325"/>
              <p:cNvSpPr>
                <a:spLocks/>
              </p:cNvSpPr>
              <p:nvPr/>
            </p:nvSpPr>
            <p:spPr bwMode="auto">
              <a:xfrm>
                <a:off x="8975725" y="5415281"/>
                <a:ext cx="92075" cy="47625"/>
              </a:xfrm>
              <a:custGeom>
                <a:avLst/>
                <a:gdLst>
                  <a:gd name="T0" fmla="*/ 20 w 39"/>
                  <a:gd name="T1" fmla="*/ 0 h 20"/>
                  <a:gd name="T2" fmla="*/ 0 w 39"/>
                  <a:gd name="T3" fmla="*/ 20 h 20"/>
                  <a:gd name="T4" fmla="*/ 39 w 39"/>
                  <a:gd name="T5" fmla="*/ 20 h 20"/>
                  <a:gd name="T6" fmla="*/ 20 w 39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0" name="Freeform 326"/>
              <p:cNvSpPr>
                <a:spLocks/>
              </p:cNvSpPr>
              <p:nvPr/>
            </p:nvSpPr>
            <p:spPr bwMode="auto">
              <a:xfrm>
                <a:off x="1908175" y="5462906"/>
                <a:ext cx="8375650" cy="341313"/>
              </a:xfrm>
              <a:custGeom>
                <a:avLst/>
                <a:gdLst>
                  <a:gd name="T0" fmla="*/ 3496 w 3496"/>
                  <a:gd name="T1" fmla="*/ 71 h 142"/>
                  <a:gd name="T2" fmla="*/ 3414 w 3496"/>
                  <a:gd name="T3" fmla="*/ 142 h 142"/>
                  <a:gd name="T4" fmla="*/ 82 w 3496"/>
                  <a:gd name="T5" fmla="*/ 142 h 142"/>
                  <a:gd name="T6" fmla="*/ 0 w 3496"/>
                  <a:gd name="T7" fmla="*/ 71 h 142"/>
                  <a:gd name="T8" fmla="*/ 82 w 3496"/>
                  <a:gd name="T9" fmla="*/ 0 h 142"/>
                  <a:gd name="T10" fmla="*/ 3414 w 3496"/>
                  <a:gd name="T11" fmla="*/ 0 h 142"/>
                  <a:gd name="T12" fmla="*/ 3496 w 3496"/>
                  <a:gd name="T13" fmla="*/ 7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96" h="142">
                    <a:moveTo>
                      <a:pt x="3496" y="71"/>
                    </a:moveTo>
                    <a:cubicBezTo>
                      <a:pt x="3496" y="110"/>
                      <a:pt x="3459" y="142"/>
                      <a:pt x="3414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37" y="142"/>
                      <a:pt x="0" y="110"/>
                      <a:pt x="0" y="71"/>
                    </a:cubicBezTo>
                    <a:cubicBezTo>
                      <a:pt x="0" y="32"/>
                      <a:pt x="37" y="0"/>
                      <a:pt x="82" y="0"/>
                    </a:cubicBezTo>
                    <a:cubicBezTo>
                      <a:pt x="3414" y="0"/>
                      <a:pt x="3414" y="0"/>
                      <a:pt x="3414" y="0"/>
                    </a:cubicBezTo>
                    <a:cubicBezTo>
                      <a:pt x="3459" y="0"/>
                      <a:pt x="3496" y="32"/>
                      <a:pt x="3496" y="71"/>
                    </a:cubicBezTo>
                    <a:close/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1" name="Freeform 327"/>
              <p:cNvSpPr>
                <a:spLocks/>
              </p:cNvSpPr>
              <p:nvPr/>
            </p:nvSpPr>
            <p:spPr bwMode="auto">
              <a:xfrm>
                <a:off x="1908175" y="5632768"/>
                <a:ext cx="8375650" cy="171450"/>
              </a:xfrm>
              <a:custGeom>
                <a:avLst/>
                <a:gdLst>
                  <a:gd name="T0" fmla="*/ 82 w 3496"/>
                  <a:gd name="T1" fmla="*/ 71 h 71"/>
                  <a:gd name="T2" fmla="*/ 3414 w 3496"/>
                  <a:gd name="T3" fmla="*/ 71 h 71"/>
                  <a:gd name="T4" fmla="*/ 3496 w 3496"/>
                  <a:gd name="T5" fmla="*/ 0 h 71"/>
                  <a:gd name="T6" fmla="*/ 0 w 3496"/>
                  <a:gd name="T7" fmla="*/ 0 h 71"/>
                  <a:gd name="T8" fmla="*/ 82 w 349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96" h="71">
                    <a:moveTo>
                      <a:pt x="82" y="71"/>
                    </a:moveTo>
                    <a:cubicBezTo>
                      <a:pt x="3414" y="71"/>
                      <a:pt x="3414" y="71"/>
                      <a:pt x="3414" y="71"/>
                    </a:cubicBezTo>
                    <a:cubicBezTo>
                      <a:pt x="3459" y="71"/>
                      <a:pt x="3496" y="39"/>
                      <a:pt x="349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9"/>
                      <a:pt x="37" y="71"/>
                      <a:pt x="82" y="71"/>
                    </a:cubicBez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2" name="Freeform 328"/>
              <p:cNvSpPr>
                <a:spLocks/>
              </p:cNvSpPr>
              <p:nvPr/>
            </p:nvSpPr>
            <p:spPr bwMode="auto">
              <a:xfrm>
                <a:off x="2684463" y="6074093"/>
                <a:ext cx="4170363" cy="327025"/>
              </a:xfrm>
              <a:custGeom>
                <a:avLst/>
                <a:gdLst>
                  <a:gd name="T0" fmla="*/ 870 w 1741"/>
                  <a:gd name="T1" fmla="*/ 136 h 136"/>
                  <a:gd name="T2" fmla="*/ 0 w 1741"/>
                  <a:gd name="T3" fmla="*/ 0 h 136"/>
                  <a:gd name="T4" fmla="*/ 870 w 1741"/>
                  <a:gd name="T5" fmla="*/ 0 h 136"/>
                  <a:gd name="T6" fmla="*/ 1741 w 1741"/>
                  <a:gd name="T7" fmla="*/ 0 h 136"/>
                  <a:gd name="T8" fmla="*/ 870 w 1741"/>
                  <a:gd name="T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41" h="136">
                    <a:moveTo>
                      <a:pt x="870" y="136"/>
                    </a:moveTo>
                    <a:cubicBezTo>
                      <a:pt x="529" y="136"/>
                      <a:pt x="551" y="0"/>
                      <a:pt x="0" y="0"/>
                    </a:cubicBezTo>
                    <a:cubicBezTo>
                      <a:pt x="870" y="0"/>
                      <a:pt x="870" y="0"/>
                      <a:pt x="870" y="0"/>
                    </a:cubicBezTo>
                    <a:cubicBezTo>
                      <a:pt x="1741" y="0"/>
                      <a:pt x="1741" y="0"/>
                      <a:pt x="1741" y="0"/>
                    </a:cubicBezTo>
                    <a:cubicBezTo>
                      <a:pt x="1189" y="0"/>
                      <a:pt x="1211" y="136"/>
                      <a:pt x="870" y="13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3" name="Freeform 329"/>
              <p:cNvSpPr>
                <a:spLocks/>
              </p:cNvSpPr>
              <p:nvPr/>
            </p:nvSpPr>
            <p:spPr bwMode="auto">
              <a:xfrm>
                <a:off x="4768850" y="6074093"/>
                <a:ext cx="2085975" cy="327025"/>
              </a:xfrm>
              <a:custGeom>
                <a:avLst/>
                <a:gdLst>
                  <a:gd name="T0" fmla="*/ 871 w 871"/>
                  <a:gd name="T1" fmla="*/ 0 h 136"/>
                  <a:gd name="T2" fmla="*/ 0 w 871"/>
                  <a:gd name="T3" fmla="*/ 136 h 136"/>
                  <a:gd name="T4" fmla="*/ 0 w 871"/>
                  <a:gd name="T5" fmla="*/ 0 h 136"/>
                  <a:gd name="T6" fmla="*/ 871 w 871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1" h="136">
                    <a:moveTo>
                      <a:pt x="871" y="0"/>
                    </a:moveTo>
                    <a:cubicBezTo>
                      <a:pt x="319" y="0"/>
                      <a:pt x="341" y="136"/>
                      <a:pt x="0" y="13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4" name="Freeform 330"/>
              <p:cNvSpPr>
                <a:spLocks/>
              </p:cNvSpPr>
              <p:nvPr/>
            </p:nvSpPr>
            <p:spPr bwMode="auto">
              <a:xfrm>
                <a:off x="5283200" y="6074093"/>
                <a:ext cx="4192588" cy="517525"/>
              </a:xfrm>
              <a:custGeom>
                <a:avLst/>
                <a:gdLst>
                  <a:gd name="T0" fmla="*/ 875 w 1750"/>
                  <a:gd name="T1" fmla="*/ 216 h 216"/>
                  <a:gd name="T2" fmla="*/ 0 w 1750"/>
                  <a:gd name="T3" fmla="*/ 0 h 216"/>
                  <a:gd name="T4" fmla="*/ 875 w 1750"/>
                  <a:gd name="T5" fmla="*/ 0 h 216"/>
                  <a:gd name="T6" fmla="*/ 1750 w 1750"/>
                  <a:gd name="T7" fmla="*/ 0 h 216"/>
                  <a:gd name="T8" fmla="*/ 875 w 1750"/>
                  <a:gd name="T9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0" h="216">
                    <a:moveTo>
                      <a:pt x="875" y="216"/>
                    </a:moveTo>
                    <a:cubicBezTo>
                      <a:pt x="532" y="216"/>
                      <a:pt x="554" y="0"/>
                      <a:pt x="0" y="0"/>
                    </a:cubicBezTo>
                    <a:cubicBezTo>
                      <a:pt x="875" y="0"/>
                      <a:pt x="875" y="0"/>
                      <a:pt x="875" y="0"/>
                    </a:cubicBezTo>
                    <a:cubicBezTo>
                      <a:pt x="1750" y="0"/>
                      <a:pt x="1750" y="0"/>
                      <a:pt x="1750" y="0"/>
                    </a:cubicBezTo>
                    <a:cubicBezTo>
                      <a:pt x="1196" y="0"/>
                      <a:pt x="1218" y="216"/>
                      <a:pt x="875" y="21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5" name="Freeform 331"/>
              <p:cNvSpPr>
                <a:spLocks/>
              </p:cNvSpPr>
              <p:nvPr/>
            </p:nvSpPr>
            <p:spPr bwMode="auto">
              <a:xfrm>
                <a:off x="7380288" y="6074093"/>
                <a:ext cx="2095500" cy="517525"/>
              </a:xfrm>
              <a:custGeom>
                <a:avLst/>
                <a:gdLst>
                  <a:gd name="T0" fmla="*/ 875 w 875"/>
                  <a:gd name="T1" fmla="*/ 0 h 216"/>
                  <a:gd name="T2" fmla="*/ 0 w 875"/>
                  <a:gd name="T3" fmla="*/ 216 h 216"/>
                  <a:gd name="T4" fmla="*/ 0 w 875"/>
                  <a:gd name="T5" fmla="*/ 0 h 216"/>
                  <a:gd name="T6" fmla="*/ 875 w 875"/>
                  <a:gd name="T7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5" h="216">
                    <a:moveTo>
                      <a:pt x="875" y="0"/>
                    </a:moveTo>
                    <a:cubicBezTo>
                      <a:pt x="321" y="0"/>
                      <a:pt x="343" y="216"/>
                      <a:pt x="0" y="21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6" name="Freeform 332"/>
              <p:cNvSpPr>
                <a:spLocks/>
              </p:cNvSpPr>
              <p:nvPr/>
            </p:nvSpPr>
            <p:spPr bwMode="auto">
              <a:xfrm>
                <a:off x="2590800" y="5797868"/>
                <a:ext cx="7008813" cy="439738"/>
              </a:xfrm>
              <a:custGeom>
                <a:avLst/>
                <a:gdLst>
                  <a:gd name="T0" fmla="*/ 2868 w 2926"/>
                  <a:gd name="T1" fmla="*/ 0 h 183"/>
                  <a:gd name="T2" fmla="*/ 58 w 2926"/>
                  <a:gd name="T3" fmla="*/ 0 h 183"/>
                  <a:gd name="T4" fmla="*/ 0 w 2926"/>
                  <a:gd name="T5" fmla="*/ 57 h 183"/>
                  <a:gd name="T6" fmla="*/ 58 w 2926"/>
                  <a:gd name="T7" fmla="*/ 115 h 183"/>
                  <a:gd name="T8" fmla="*/ 419 w 2926"/>
                  <a:gd name="T9" fmla="*/ 115 h 183"/>
                  <a:gd name="T10" fmla="*/ 909 w 2926"/>
                  <a:gd name="T11" fmla="*/ 163 h 183"/>
                  <a:gd name="T12" fmla="*/ 1392 w 2926"/>
                  <a:gd name="T13" fmla="*/ 115 h 183"/>
                  <a:gd name="T14" fmla="*/ 1999 w 2926"/>
                  <a:gd name="T15" fmla="*/ 183 h 183"/>
                  <a:gd name="T16" fmla="*/ 2620 w 2926"/>
                  <a:gd name="T17" fmla="*/ 115 h 183"/>
                  <a:gd name="T18" fmla="*/ 2868 w 2926"/>
                  <a:gd name="T19" fmla="*/ 115 h 183"/>
                  <a:gd name="T20" fmla="*/ 2926 w 2926"/>
                  <a:gd name="T21" fmla="*/ 57 h 183"/>
                  <a:gd name="T22" fmla="*/ 2868 w 2926"/>
                  <a:gd name="T23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26" h="183">
                    <a:moveTo>
                      <a:pt x="286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26" y="0"/>
                      <a:pt x="0" y="26"/>
                      <a:pt x="0" y="57"/>
                    </a:cubicBezTo>
                    <a:cubicBezTo>
                      <a:pt x="0" y="89"/>
                      <a:pt x="26" y="115"/>
                      <a:pt x="58" y="115"/>
                    </a:cubicBezTo>
                    <a:cubicBezTo>
                      <a:pt x="419" y="115"/>
                      <a:pt x="419" y="115"/>
                      <a:pt x="419" y="115"/>
                    </a:cubicBezTo>
                    <a:cubicBezTo>
                      <a:pt x="729" y="115"/>
                      <a:pt x="717" y="163"/>
                      <a:pt x="909" y="163"/>
                    </a:cubicBezTo>
                    <a:cubicBezTo>
                      <a:pt x="1100" y="163"/>
                      <a:pt x="1089" y="116"/>
                      <a:pt x="1392" y="115"/>
                    </a:cubicBezTo>
                    <a:cubicBezTo>
                      <a:pt x="1771" y="117"/>
                      <a:pt x="1759" y="183"/>
                      <a:pt x="1999" y="183"/>
                    </a:cubicBezTo>
                    <a:cubicBezTo>
                      <a:pt x="2242" y="183"/>
                      <a:pt x="2226" y="115"/>
                      <a:pt x="2620" y="115"/>
                    </a:cubicBezTo>
                    <a:cubicBezTo>
                      <a:pt x="2868" y="115"/>
                      <a:pt x="2868" y="115"/>
                      <a:pt x="2868" y="115"/>
                    </a:cubicBezTo>
                    <a:cubicBezTo>
                      <a:pt x="2900" y="115"/>
                      <a:pt x="2926" y="89"/>
                      <a:pt x="2926" y="57"/>
                    </a:cubicBezTo>
                    <a:cubicBezTo>
                      <a:pt x="2926" y="26"/>
                      <a:pt x="2900" y="0"/>
                      <a:pt x="2868" y="0"/>
                    </a:cubicBezTo>
                    <a:close/>
                  </a:path>
                </a:pathLst>
              </a:custGeom>
              <a:solidFill>
                <a:srgbClr val="36A4A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7" name="Freeform 333"/>
              <p:cNvSpPr>
                <a:spLocks/>
              </p:cNvSpPr>
              <p:nvPr/>
            </p:nvSpPr>
            <p:spPr bwMode="auto">
              <a:xfrm>
                <a:off x="3033713" y="5734368"/>
                <a:ext cx="6122988" cy="265113"/>
              </a:xfrm>
              <a:custGeom>
                <a:avLst/>
                <a:gdLst>
                  <a:gd name="T0" fmla="*/ 2535 w 2556"/>
                  <a:gd name="T1" fmla="*/ 0 h 111"/>
                  <a:gd name="T2" fmla="*/ 21 w 2556"/>
                  <a:gd name="T3" fmla="*/ 0 h 111"/>
                  <a:gd name="T4" fmla="*/ 0 w 2556"/>
                  <a:gd name="T5" fmla="*/ 21 h 111"/>
                  <a:gd name="T6" fmla="*/ 21 w 2556"/>
                  <a:gd name="T7" fmla="*/ 43 h 111"/>
                  <a:gd name="T8" fmla="*/ 234 w 2556"/>
                  <a:gd name="T9" fmla="*/ 43 h 111"/>
                  <a:gd name="T10" fmla="*/ 724 w 2556"/>
                  <a:gd name="T11" fmla="*/ 91 h 111"/>
                  <a:gd name="T12" fmla="*/ 1207 w 2556"/>
                  <a:gd name="T13" fmla="*/ 43 h 111"/>
                  <a:gd name="T14" fmla="*/ 1814 w 2556"/>
                  <a:gd name="T15" fmla="*/ 111 h 111"/>
                  <a:gd name="T16" fmla="*/ 2435 w 2556"/>
                  <a:gd name="T17" fmla="*/ 43 h 111"/>
                  <a:gd name="T18" fmla="*/ 2535 w 2556"/>
                  <a:gd name="T19" fmla="*/ 43 h 111"/>
                  <a:gd name="T20" fmla="*/ 2556 w 2556"/>
                  <a:gd name="T21" fmla="*/ 21 h 111"/>
                  <a:gd name="T22" fmla="*/ 2535 w 2556"/>
                  <a:gd name="T2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56" h="111">
                    <a:moveTo>
                      <a:pt x="2535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3"/>
                      <a:pt x="9" y="43"/>
                      <a:pt x="21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544" y="43"/>
                      <a:pt x="532" y="91"/>
                      <a:pt x="724" y="91"/>
                    </a:cubicBezTo>
                    <a:cubicBezTo>
                      <a:pt x="915" y="91"/>
                      <a:pt x="904" y="44"/>
                      <a:pt x="1207" y="43"/>
                    </a:cubicBezTo>
                    <a:cubicBezTo>
                      <a:pt x="1586" y="45"/>
                      <a:pt x="1574" y="111"/>
                      <a:pt x="1814" y="111"/>
                    </a:cubicBezTo>
                    <a:cubicBezTo>
                      <a:pt x="2057" y="111"/>
                      <a:pt x="2041" y="43"/>
                      <a:pt x="2435" y="43"/>
                    </a:cubicBezTo>
                    <a:cubicBezTo>
                      <a:pt x="2535" y="43"/>
                      <a:pt x="2535" y="43"/>
                      <a:pt x="2535" y="43"/>
                    </a:cubicBezTo>
                    <a:cubicBezTo>
                      <a:pt x="2547" y="43"/>
                      <a:pt x="2556" y="33"/>
                      <a:pt x="2556" y="21"/>
                    </a:cubicBezTo>
                    <a:cubicBezTo>
                      <a:pt x="2556" y="9"/>
                      <a:pt x="2547" y="0"/>
                      <a:pt x="2535" y="0"/>
                    </a:cubicBezTo>
                    <a:close/>
                  </a:path>
                </a:pathLst>
              </a:custGeom>
              <a:solidFill>
                <a:srgbClr val="FFF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" name="矩形 3"/>
              <p:cNvSpPr/>
              <p:nvPr/>
            </p:nvSpPr>
            <p:spPr>
              <a:xfrm>
                <a:off x="4138614" y="3307081"/>
                <a:ext cx="523874" cy="93345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5" name="组合 344"/>
            <p:cNvGrpSpPr/>
            <p:nvPr/>
          </p:nvGrpSpPr>
          <p:grpSpPr>
            <a:xfrm>
              <a:off x="3132193" y="2945827"/>
              <a:ext cx="1714500" cy="1711960"/>
              <a:chOff x="4283076" y="2977358"/>
              <a:chExt cx="1714500" cy="1711960"/>
            </a:xfrm>
          </p:grpSpPr>
          <p:grpSp>
            <p:nvGrpSpPr>
              <p:cNvPr id="343" name="组合 342"/>
              <p:cNvGrpSpPr/>
              <p:nvPr/>
            </p:nvGrpSpPr>
            <p:grpSpPr>
              <a:xfrm>
                <a:off x="4283076" y="2977358"/>
                <a:ext cx="1714500" cy="1617186"/>
                <a:chOff x="4283076" y="2977358"/>
                <a:chExt cx="1714500" cy="1617186"/>
              </a:xfrm>
            </p:grpSpPr>
            <p:grpSp>
              <p:nvGrpSpPr>
                <p:cNvPr id="8" name="组合 7"/>
                <p:cNvGrpSpPr/>
                <p:nvPr/>
              </p:nvGrpSpPr>
              <p:grpSpPr>
                <a:xfrm>
                  <a:off x="4283076" y="3091181"/>
                  <a:ext cx="1714500" cy="1503363"/>
                  <a:chOff x="4283076" y="3091181"/>
                  <a:chExt cx="1714500" cy="1503363"/>
                </a:xfrm>
              </p:grpSpPr>
              <p:grpSp>
                <p:nvGrpSpPr>
                  <p:cNvPr id="6" name="组合 5"/>
                  <p:cNvGrpSpPr/>
                  <p:nvPr/>
                </p:nvGrpSpPr>
                <p:grpSpPr>
                  <a:xfrm>
                    <a:off x="4689475" y="3091181"/>
                    <a:ext cx="1308101" cy="1503363"/>
                    <a:chOff x="4689475" y="3091181"/>
                    <a:chExt cx="1308101" cy="1503363"/>
                  </a:xfrm>
                </p:grpSpPr>
                <p:sp>
                  <p:nvSpPr>
                    <p:cNvPr id="173" name="Freeform 40"/>
                    <p:cNvSpPr>
                      <a:spLocks/>
                    </p:cNvSpPr>
                    <p:nvPr/>
                  </p:nvSpPr>
                  <p:spPr bwMode="auto">
                    <a:xfrm>
                      <a:off x="4689475" y="3091181"/>
                      <a:ext cx="471488" cy="757238"/>
                    </a:xfrm>
                    <a:custGeom>
                      <a:avLst/>
                      <a:gdLst>
                        <a:gd name="T0" fmla="*/ 113 w 197"/>
                        <a:gd name="T1" fmla="*/ 149 h 316"/>
                        <a:gd name="T2" fmla="*/ 189 w 197"/>
                        <a:gd name="T3" fmla="*/ 311 h 316"/>
                        <a:gd name="T4" fmla="*/ 84 w 197"/>
                        <a:gd name="T5" fmla="*/ 166 h 316"/>
                        <a:gd name="T6" fmla="*/ 8 w 197"/>
                        <a:gd name="T7" fmla="*/ 4 h 316"/>
                        <a:gd name="T8" fmla="*/ 113 w 197"/>
                        <a:gd name="T9" fmla="*/ 149 h 31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7" h="316">
                          <a:moveTo>
                            <a:pt x="113" y="149"/>
                          </a:moveTo>
                          <a:cubicBezTo>
                            <a:pt x="163" y="234"/>
                            <a:pt x="197" y="307"/>
                            <a:pt x="189" y="311"/>
                          </a:cubicBezTo>
                          <a:cubicBezTo>
                            <a:pt x="181" y="316"/>
                            <a:pt x="134" y="251"/>
                            <a:pt x="84" y="166"/>
                          </a:cubicBezTo>
                          <a:cubicBezTo>
                            <a:pt x="34" y="81"/>
                            <a:pt x="0" y="9"/>
                            <a:pt x="8" y="4"/>
                          </a:cubicBezTo>
                          <a:cubicBezTo>
                            <a:pt x="16" y="0"/>
                            <a:pt x="63" y="64"/>
                            <a:pt x="113" y="149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4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4708525" y="3091181"/>
                      <a:ext cx="452438" cy="746125"/>
                    </a:xfrm>
                    <a:custGeom>
                      <a:avLst/>
                      <a:gdLst>
                        <a:gd name="T0" fmla="*/ 105 w 189"/>
                        <a:gd name="T1" fmla="*/ 149 h 311"/>
                        <a:gd name="T2" fmla="*/ 0 w 189"/>
                        <a:gd name="T3" fmla="*/ 4 h 311"/>
                        <a:gd name="T4" fmla="*/ 181 w 189"/>
                        <a:gd name="T5" fmla="*/ 311 h 311"/>
                        <a:gd name="T6" fmla="*/ 105 w 189"/>
                        <a:gd name="T7" fmla="*/ 149 h 3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9" h="311">
                          <a:moveTo>
                            <a:pt x="105" y="149"/>
                          </a:moveTo>
                          <a:cubicBezTo>
                            <a:pt x="55" y="64"/>
                            <a:pt x="8" y="0"/>
                            <a:pt x="0" y="4"/>
                          </a:cubicBezTo>
                          <a:cubicBezTo>
                            <a:pt x="181" y="311"/>
                            <a:pt x="181" y="311"/>
                            <a:pt x="181" y="311"/>
                          </a:cubicBezTo>
                          <a:cubicBezTo>
                            <a:pt x="189" y="307"/>
                            <a:pt x="155" y="234"/>
                            <a:pt x="105" y="149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5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57200" cy="766763"/>
                    </a:xfrm>
                    <a:custGeom>
                      <a:avLst/>
                      <a:gdLst>
                        <a:gd name="T0" fmla="*/ 81 w 191"/>
                        <a:gd name="T1" fmla="*/ 152 h 320"/>
                        <a:gd name="T2" fmla="*/ 183 w 191"/>
                        <a:gd name="T3" fmla="*/ 5 h 320"/>
                        <a:gd name="T4" fmla="*/ 110 w 191"/>
                        <a:gd name="T5" fmla="*/ 168 h 320"/>
                        <a:gd name="T6" fmla="*/ 8 w 191"/>
                        <a:gd name="T7" fmla="*/ 315 h 320"/>
                        <a:gd name="T8" fmla="*/ 81 w 191"/>
                        <a:gd name="T9" fmla="*/ 152 h 3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1" h="320">
                          <a:moveTo>
                            <a:pt x="81" y="152"/>
                          </a:moveTo>
                          <a:cubicBezTo>
                            <a:pt x="130" y="66"/>
                            <a:pt x="175" y="0"/>
                            <a:pt x="183" y="5"/>
                          </a:cubicBezTo>
                          <a:cubicBezTo>
                            <a:pt x="191" y="9"/>
                            <a:pt x="158" y="82"/>
                            <a:pt x="110" y="168"/>
                          </a:cubicBezTo>
                          <a:cubicBezTo>
                            <a:pt x="62" y="254"/>
                            <a:pt x="16" y="320"/>
                            <a:pt x="8" y="315"/>
                          </a:cubicBezTo>
                          <a:cubicBezTo>
                            <a:pt x="0" y="311"/>
                            <a:pt x="33" y="238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6" name="Freeform 43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38150" cy="755650"/>
                    </a:xfrm>
                    <a:custGeom>
                      <a:avLst/>
                      <a:gdLst>
                        <a:gd name="T0" fmla="*/ 81 w 183"/>
                        <a:gd name="T1" fmla="*/ 152 h 315"/>
                        <a:gd name="T2" fmla="*/ 8 w 183"/>
                        <a:gd name="T3" fmla="*/ 315 h 315"/>
                        <a:gd name="T4" fmla="*/ 183 w 183"/>
                        <a:gd name="T5" fmla="*/ 5 h 315"/>
                        <a:gd name="T6" fmla="*/ 81 w 183"/>
                        <a:gd name="T7" fmla="*/ 152 h 3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3" h="315">
                          <a:moveTo>
                            <a:pt x="81" y="152"/>
                          </a:moveTo>
                          <a:cubicBezTo>
                            <a:pt x="33" y="238"/>
                            <a:pt x="0" y="311"/>
                            <a:pt x="8" y="315"/>
                          </a:cubicBezTo>
                          <a:cubicBezTo>
                            <a:pt x="183" y="5"/>
                            <a:pt x="183" y="5"/>
                            <a:pt x="183" y="5"/>
                          </a:cubicBezTo>
                          <a:cubicBezTo>
                            <a:pt x="175" y="0"/>
                            <a:pt x="130" y="66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7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84138"/>
                    </a:xfrm>
                    <a:custGeom>
                      <a:avLst/>
                      <a:gdLst>
                        <a:gd name="T0" fmla="*/ 179 w 357"/>
                        <a:gd name="T1" fmla="*/ 1 h 35"/>
                        <a:gd name="T2" fmla="*/ 1 w 357"/>
                        <a:gd name="T3" fmla="*/ 20 h 35"/>
                        <a:gd name="T4" fmla="*/ 179 w 357"/>
                        <a:gd name="T5" fmla="*/ 34 h 35"/>
                        <a:gd name="T6" fmla="*/ 357 w 357"/>
                        <a:gd name="T7" fmla="*/ 16 h 35"/>
                        <a:gd name="T8" fmla="*/ 179 w 357"/>
                        <a:gd name="T9" fmla="*/ 1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57" h="35">
                          <a:moveTo>
                            <a:pt x="179" y="1"/>
                          </a:moveTo>
                          <a:cubicBezTo>
                            <a:pt x="80" y="2"/>
                            <a:pt x="0" y="10"/>
                            <a:pt x="1" y="20"/>
                          </a:cubicBezTo>
                          <a:cubicBezTo>
                            <a:pt x="1" y="29"/>
                            <a:pt x="81" y="35"/>
                            <a:pt x="179" y="34"/>
                          </a:cubicBezTo>
                          <a:cubicBezTo>
                            <a:pt x="277" y="33"/>
                            <a:pt x="357" y="25"/>
                            <a:pt x="357" y="16"/>
                          </a:cubicBezTo>
                          <a:cubicBezTo>
                            <a:pt x="357" y="7"/>
                            <a:pt x="277" y="0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8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47625"/>
                    </a:xfrm>
                    <a:custGeom>
                      <a:avLst/>
                      <a:gdLst>
                        <a:gd name="T0" fmla="*/ 179 w 357"/>
                        <a:gd name="T1" fmla="*/ 1 h 20"/>
                        <a:gd name="T2" fmla="*/ 357 w 357"/>
                        <a:gd name="T3" fmla="*/ 16 h 20"/>
                        <a:gd name="T4" fmla="*/ 1 w 357"/>
                        <a:gd name="T5" fmla="*/ 20 h 20"/>
                        <a:gd name="T6" fmla="*/ 179 w 357"/>
                        <a:gd name="T7" fmla="*/ 1 h 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57" h="20">
                          <a:moveTo>
                            <a:pt x="179" y="1"/>
                          </a:moveTo>
                          <a:cubicBezTo>
                            <a:pt x="277" y="0"/>
                            <a:pt x="357" y="7"/>
                            <a:pt x="357" y="16"/>
                          </a:cubicBezTo>
                          <a:cubicBezTo>
                            <a:pt x="1" y="20"/>
                            <a:pt x="1" y="20"/>
                            <a:pt x="1" y="20"/>
                          </a:cubicBezTo>
                          <a:cubicBezTo>
                            <a:pt x="0" y="10"/>
                            <a:pt x="80" y="2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2" name="组合 1"/>
                    <p:cNvGrpSpPr/>
                    <p:nvPr/>
                  </p:nvGrpSpPr>
                  <p:grpSpPr>
                    <a:xfrm>
                      <a:off x="5062538" y="3762694"/>
                      <a:ext cx="150813" cy="150813"/>
                      <a:chOff x="5062538" y="3762694"/>
                      <a:chExt cx="150813" cy="150813"/>
                    </a:xfrm>
                  </p:grpSpPr>
                  <p:sp>
                    <p:nvSpPr>
                      <p:cNvPr id="179" name="Oval 46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62538" y="3762694"/>
                        <a:ext cx="150813" cy="150813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180" name="Oval 4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97463" y="3796031"/>
                        <a:ext cx="82550" cy="84138"/>
                      </a:xfrm>
                      <a:prstGeom prst="ellipse">
                        <a:avLst/>
                      </a:prstGeom>
                      <a:solidFill>
                        <a:srgbClr val="336F7E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7" name="矩形 6"/>
                  <p:cNvSpPr/>
                  <p:nvPr/>
                </p:nvSpPr>
                <p:spPr>
                  <a:xfrm>
                    <a:off x="4283076" y="3321369"/>
                    <a:ext cx="360362" cy="1030287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42" name="矩形 341"/>
                <p:cNvSpPr/>
                <p:nvPr/>
              </p:nvSpPr>
              <p:spPr>
                <a:xfrm>
                  <a:off x="4835525" y="2977358"/>
                  <a:ext cx="609600" cy="5048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4" name="矩形 343"/>
              <p:cNvSpPr/>
              <p:nvPr/>
            </p:nvSpPr>
            <p:spPr>
              <a:xfrm>
                <a:off x="4840288" y="4638836"/>
                <a:ext cx="609600" cy="5048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2" name="组合 351"/>
            <p:cNvGrpSpPr/>
            <p:nvPr/>
          </p:nvGrpSpPr>
          <p:grpSpPr>
            <a:xfrm>
              <a:off x="4418067" y="3731163"/>
              <a:ext cx="943769" cy="955201"/>
              <a:chOff x="5568950" y="3762694"/>
              <a:chExt cx="943769" cy="955201"/>
            </a:xfrm>
          </p:grpSpPr>
          <p:grpSp>
            <p:nvGrpSpPr>
              <p:cNvPr id="348" name="组合 347"/>
              <p:cNvGrpSpPr/>
              <p:nvPr/>
            </p:nvGrpSpPr>
            <p:grpSpPr>
              <a:xfrm>
                <a:off x="5568950" y="3762694"/>
                <a:ext cx="835026" cy="841375"/>
                <a:chOff x="5568950" y="3762694"/>
                <a:chExt cx="835026" cy="841375"/>
              </a:xfrm>
            </p:grpSpPr>
            <p:sp>
              <p:nvSpPr>
                <p:cNvPr id="162" name="Freeform 29"/>
                <p:cNvSpPr>
                  <a:spLocks/>
                </p:cNvSpPr>
                <p:nvPr/>
              </p:nvSpPr>
              <p:spPr bwMode="auto">
                <a:xfrm>
                  <a:off x="6038850" y="3762694"/>
                  <a:ext cx="155575" cy="482600"/>
                </a:xfrm>
                <a:custGeom>
                  <a:avLst/>
                  <a:gdLst>
                    <a:gd name="T0" fmla="*/ 42 w 65"/>
                    <a:gd name="T1" fmla="*/ 103 h 201"/>
                    <a:gd name="T2" fmla="*/ 5 w 65"/>
                    <a:gd name="T3" fmla="*/ 200 h 201"/>
                    <a:gd name="T4" fmla="*/ 23 w 65"/>
                    <a:gd name="T5" fmla="*/ 98 h 201"/>
                    <a:gd name="T6" fmla="*/ 60 w 65"/>
                    <a:gd name="T7" fmla="*/ 1 h 201"/>
                    <a:gd name="T8" fmla="*/ 42 w 65"/>
                    <a:gd name="T9" fmla="*/ 10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201">
                      <a:moveTo>
                        <a:pt x="42" y="103"/>
                      </a:moveTo>
                      <a:cubicBezTo>
                        <a:pt x="26" y="158"/>
                        <a:pt x="10" y="201"/>
                        <a:pt x="5" y="200"/>
                      </a:cubicBezTo>
                      <a:cubicBezTo>
                        <a:pt x="0" y="198"/>
                        <a:pt x="8" y="153"/>
                        <a:pt x="23" y="98"/>
                      </a:cubicBezTo>
                      <a:cubicBezTo>
                        <a:pt x="38" y="43"/>
                        <a:pt x="55" y="0"/>
                        <a:pt x="60" y="1"/>
                      </a:cubicBezTo>
                      <a:cubicBezTo>
                        <a:pt x="65" y="3"/>
                        <a:pt x="57" y="48"/>
                        <a:pt x="42" y="103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3" name="Freeform 30"/>
                <p:cNvSpPr>
                  <a:spLocks/>
                </p:cNvSpPr>
                <p:nvPr/>
              </p:nvSpPr>
              <p:spPr bwMode="auto">
                <a:xfrm>
                  <a:off x="6049963" y="3765869"/>
                  <a:ext cx="144463" cy="479425"/>
                </a:xfrm>
                <a:custGeom>
                  <a:avLst/>
                  <a:gdLst>
                    <a:gd name="T0" fmla="*/ 37 w 60"/>
                    <a:gd name="T1" fmla="*/ 102 h 200"/>
                    <a:gd name="T2" fmla="*/ 55 w 60"/>
                    <a:gd name="T3" fmla="*/ 0 h 200"/>
                    <a:gd name="T4" fmla="*/ 0 w 60"/>
                    <a:gd name="T5" fmla="*/ 199 h 200"/>
                    <a:gd name="T6" fmla="*/ 37 w 60"/>
                    <a:gd name="T7" fmla="*/ 102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0" h="200">
                      <a:moveTo>
                        <a:pt x="37" y="102"/>
                      </a:moveTo>
                      <a:cubicBezTo>
                        <a:pt x="52" y="47"/>
                        <a:pt x="60" y="2"/>
                        <a:pt x="55" y="0"/>
                      </a:cubicBezTo>
                      <a:cubicBezTo>
                        <a:pt x="0" y="199"/>
                        <a:pt x="0" y="199"/>
                        <a:pt x="0" y="199"/>
                      </a:cubicBezTo>
                      <a:cubicBezTo>
                        <a:pt x="5" y="200"/>
                        <a:pt x="21" y="157"/>
                        <a:pt x="37" y="102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4" name="Freeform 31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4188" cy="147638"/>
                </a:xfrm>
                <a:custGeom>
                  <a:avLst/>
                  <a:gdLst>
                    <a:gd name="T0" fmla="*/ 98 w 202"/>
                    <a:gd name="T1" fmla="*/ 21 h 62"/>
                    <a:gd name="T2" fmla="*/ 201 w 202"/>
                    <a:gd name="T3" fmla="*/ 5 h 62"/>
                    <a:gd name="T4" fmla="*/ 103 w 202"/>
                    <a:gd name="T5" fmla="*/ 40 h 62"/>
                    <a:gd name="T6" fmla="*/ 1 w 202"/>
                    <a:gd name="T7" fmla="*/ 56 h 62"/>
                    <a:gd name="T8" fmla="*/ 98 w 202"/>
                    <a:gd name="T9" fmla="*/ 2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2" h="62">
                      <a:moveTo>
                        <a:pt x="98" y="21"/>
                      </a:moveTo>
                      <a:cubicBezTo>
                        <a:pt x="154" y="7"/>
                        <a:pt x="199" y="0"/>
                        <a:pt x="201" y="5"/>
                      </a:cubicBezTo>
                      <a:cubicBezTo>
                        <a:pt x="202" y="10"/>
                        <a:pt x="158" y="26"/>
                        <a:pt x="103" y="40"/>
                      </a:cubicBezTo>
                      <a:cubicBezTo>
                        <a:pt x="48" y="54"/>
                        <a:pt x="2" y="62"/>
                        <a:pt x="1" y="56"/>
                      </a:cubicBezTo>
                      <a:cubicBezTo>
                        <a:pt x="0" y="51"/>
                        <a:pt x="43" y="36"/>
                        <a:pt x="98" y="2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5" name="Freeform 32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1013" cy="133350"/>
                </a:xfrm>
                <a:custGeom>
                  <a:avLst/>
                  <a:gdLst>
                    <a:gd name="T0" fmla="*/ 98 w 201"/>
                    <a:gd name="T1" fmla="*/ 21 h 56"/>
                    <a:gd name="T2" fmla="*/ 1 w 201"/>
                    <a:gd name="T3" fmla="*/ 56 h 56"/>
                    <a:gd name="T4" fmla="*/ 201 w 201"/>
                    <a:gd name="T5" fmla="*/ 5 h 56"/>
                    <a:gd name="T6" fmla="*/ 98 w 201"/>
                    <a:gd name="T7" fmla="*/ 21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1" h="56">
                      <a:moveTo>
                        <a:pt x="98" y="21"/>
                      </a:moveTo>
                      <a:cubicBezTo>
                        <a:pt x="43" y="36"/>
                        <a:pt x="0" y="51"/>
                        <a:pt x="1" y="56"/>
                      </a:cubicBezTo>
                      <a:cubicBezTo>
                        <a:pt x="201" y="5"/>
                        <a:pt x="201" y="5"/>
                        <a:pt x="201" y="5"/>
                      </a:cubicBezTo>
                      <a:cubicBezTo>
                        <a:pt x="199" y="0"/>
                        <a:pt x="154" y="7"/>
                        <a:pt x="98" y="2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6" name="Freeform 33"/>
                <p:cNvSpPr>
                  <a:spLocks/>
                </p:cNvSpPr>
                <p:nvPr/>
              </p:nvSpPr>
              <p:spPr bwMode="auto">
                <a:xfrm>
                  <a:off x="6040438" y="4232594"/>
                  <a:ext cx="363538" cy="371475"/>
                </a:xfrm>
                <a:custGeom>
                  <a:avLst/>
                  <a:gdLst>
                    <a:gd name="T0" fmla="*/ 83 w 152"/>
                    <a:gd name="T1" fmla="*/ 71 h 155"/>
                    <a:gd name="T2" fmla="*/ 4 w 152"/>
                    <a:gd name="T3" fmla="*/ 4 h 155"/>
                    <a:gd name="T4" fmla="*/ 69 w 152"/>
                    <a:gd name="T5" fmla="*/ 84 h 155"/>
                    <a:gd name="T6" fmla="*/ 148 w 152"/>
                    <a:gd name="T7" fmla="*/ 151 h 155"/>
                    <a:gd name="T8" fmla="*/ 83 w 152"/>
                    <a:gd name="T9" fmla="*/ 7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2" h="155">
                      <a:moveTo>
                        <a:pt x="83" y="71"/>
                      </a:moveTo>
                      <a:cubicBezTo>
                        <a:pt x="43" y="30"/>
                        <a:pt x="8" y="0"/>
                        <a:pt x="4" y="4"/>
                      </a:cubicBezTo>
                      <a:cubicBezTo>
                        <a:pt x="0" y="8"/>
                        <a:pt x="29" y="44"/>
                        <a:pt x="69" y="84"/>
                      </a:cubicBezTo>
                      <a:cubicBezTo>
                        <a:pt x="109" y="125"/>
                        <a:pt x="144" y="155"/>
                        <a:pt x="148" y="151"/>
                      </a:cubicBezTo>
                      <a:cubicBezTo>
                        <a:pt x="152" y="147"/>
                        <a:pt x="123" y="111"/>
                        <a:pt x="83" y="7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7" name="Freeform 34"/>
                <p:cNvSpPr>
                  <a:spLocks/>
                </p:cNvSpPr>
                <p:nvPr/>
              </p:nvSpPr>
              <p:spPr bwMode="auto">
                <a:xfrm>
                  <a:off x="6049963" y="4232594"/>
                  <a:ext cx="354013" cy="361950"/>
                </a:xfrm>
                <a:custGeom>
                  <a:avLst/>
                  <a:gdLst>
                    <a:gd name="T0" fmla="*/ 79 w 148"/>
                    <a:gd name="T1" fmla="*/ 71 h 151"/>
                    <a:gd name="T2" fmla="*/ 144 w 148"/>
                    <a:gd name="T3" fmla="*/ 151 h 151"/>
                    <a:gd name="T4" fmla="*/ 0 w 148"/>
                    <a:gd name="T5" fmla="*/ 4 h 151"/>
                    <a:gd name="T6" fmla="*/ 79 w 148"/>
                    <a:gd name="T7" fmla="*/ 7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8" h="151">
                      <a:moveTo>
                        <a:pt x="79" y="71"/>
                      </a:moveTo>
                      <a:cubicBezTo>
                        <a:pt x="119" y="111"/>
                        <a:pt x="148" y="147"/>
                        <a:pt x="144" y="151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4" y="0"/>
                        <a:pt x="39" y="30"/>
                        <a:pt x="79" y="7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8" name="Oval 35"/>
                <p:cNvSpPr>
                  <a:spLocks noChangeArrowheads="1"/>
                </p:cNvSpPr>
                <p:nvPr/>
              </p:nvSpPr>
              <p:spPr bwMode="auto">
                <a:xfrm>
                  <a:off x="6007100" y="4199256"/>
                  <a:ext cx="85725" cy="8572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9" name="Oval 36"/>
                <p:cNvSpPr>
                  <a:spLocks noChangeArrowheads="1"/>
                </p:cNvSpPr>
                <p:nvPr/>
              </p:nvSpPr>
              <p:spPr bwMode="auto">
                <a:xfrm>
                  <a:off x="6026150" y="4218306"/>
                  <a:ext cx="47625" cy="47625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0" name="矩形 349"/>
              <p:cNvSpPr/>
              <p:nvPr/>
            </p:nvSpPr>
            <p:spPr>
              <a:xfrm>
                <a:off x="6419056" y="4103211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1" name="矩形 350"/>
              <p:cNvSpPr/>
              <p:nvPr/>
            </p:nvSpPr>
            <p:spPr>
              <a:xfrm rot="16200000">
                <a:off x="6025358" y="4404363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9" name="组合 358"/>
            <p:cNvGrpSpPr/>
            <p:nvPr/>
          </p:nvGrpSpPr>
          <p:grpSpPr>
            <a:xfrm>
              <a:off x="7856591" y="4472528"/>
              <a:ext cx="666751" cy="659130"/>
              <a:chOff x="9007474" y="4504059"/>
              <a:chExt cx="666751" cy="659130"/>
            </a:xfrm>
          </p:grpSpPr>
          <p:grpSp>
            <p:nvGrpSpPr>
              <p:cNvPr id="354" name="组合 353"/>
              <p:cNvGrpSpPr/>
              <p:nvPr/>
            </p:nvGrpSpPr>
            <p:grpSpPr>
              <a:xfrm>
                <a:off x="9174163" y="4551681"/>
                <a:ext cx="500062" cy="577850"/>
                <a:chOff x="9174163" y="4551681"/>
                <a:chExt cx="500062" cy="577850"/>
              </a:xfrm>
            </p:grpSpPr>
            <p:sp>
              <p:nvSpPr>
                <p:cNvPr id="191" name="Freeform 58"/>
                <p:cNvSpPr>
                  <a:spLocks/>
                </p:cNvSpPr>
                <p:nvPr/>
              </p:nvSpPr>
              <p:spPr bwMode="auto">
                <a:xfrm>
                  <a:off x="9174163" y="4551681"/>
                  <a:ext cx="179388" cy="292100"/>
                </a:xfrm>
                <a:custGeom>
                  <a:avLst/>
                  <a:gdLst>
                    <a:gd name="T0" fmla="*/ 43 w 75"/>
                    <a:gd name="T1" fmla="*/ 58 h 122"/>
                    <a:gd name="T2" fmla="*/ 72 w 75"/>
                    <a:gd name="T3" fmla="*/ 120 h 122"/>
                    <a:gd name="T4" fmla="*/ 32 w 75"/>
                    <a:gd name="T5" fmla="*/ 64 h 122"/>
                    <a:gd name="T6" fmla="*/ 3 w 75"/>
                    <a:gd name="T7" fmla="*/ 2 h 122"/>
                    <a:gd name="T8" fmla="*/ 43 w 75"/>
                    <a:gd name="T9" fmla="*/ 58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122">
                      <a:moveTo>
                        <a:pt x="43" y="58"/>
                      </a:moveTo>
                      <a:cubicBezTo>
                        <a:pt x="62" y="90"/>
                        <a:pt x="75" y="118"/>
                        <a:pt x="72" y="120"/>
                      </a:cubicBezTo>
                      <a:cubicBezTo>
                        <a:pt x="69" y="122"/>
                        <a:pt x="51" y="97"/>
                        <a:pt x="32" y="64"/>
                      </a:cubicBezTo>
                      <a:cubicBezTo>
                        <a:pt x="13" y="32"/>
                        <a:pt x="0" y="4"/>
                        <a:pt x="3" y="2"/>
                      </a:cubicBezTo>
                      <a:cubicBezTo>
                        <a:pt x="6" y="0"/>
                        <a:pt x="24" y="25"/>
                        <a:pt x="43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2" name="Freeform 59"/>
                <p:cNvSpPr>
                  <a:spLocks/>
                </p:cNvSpPr>
                <p:nvPr/>
              </p:nvSpPr>
              <p:spPr bwMode="auto">
                <a:xfrm>
                  <a:off x="9180513" y="4551681"/>
                  <a:ext cx="173038" cy="287338"/>
                </a:xfrm>
                <a:custGeom>
                  <a:avLst/>
                  <a:gdLst>
                    <a:gd name="T0" fmla="*/ 40 w 72"/>
                    <a:gd name="T1" fmla="*/ 58 h 120"/>
                    <a:gd name="T2" fmla="*/ 0 w 72"/>
                    <a:gd name="T3" fmla="*/ 2 h 120"/>
                    <a:gd name="T4" fmla="*/ 69 w 72"/>
                    <a:gd name="T5" fmla="*/ 120 h 120"/>
                    <a:gd name="T6" fmla="*/ 40 w 72"/>
                    <a:gd name="T7" fmla="*/ 58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20">
                      <a:moveTo>
                        <a:pt x="40" y="58"/>
                      </a:moveTo>
                      <a:cubicBezTo>
                        <a:pt x="21" y="25"/>
                        <a:pt x="3" y="0"/>
                        <a:pt x="0" y="2"/>
                      </a:cubicBezTo>
                      <a:cubicBezTo>
                        <a:pt x="69" y="120"/>
                        <a:pt x="69" y="120"/>
                        <a:pt x="69" y="120"/>
                      </a:cubicBezTo>
                      <a:cubicBezTo>
                        <a:pt x="72" y="118"/>
                        <a:pt x="59" y="90"/>
                        <a:pt x="40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3" name="Freeform 60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74625" cy="295275"/>
                </a:xfrm>
                <a:custGeom>
                  <a:avLst/>
                  <a:gdLst>
                    <a:gd name="T0" fmla="*/ 31 w 73"/>
                    <a:gd name="T1" fmla="*/ 58 h 123"/>
                    <a:gd name="T2" fmla="*/ 70 w 73"/>
                    <a:gd name="T3" fmla="*/ 2 h 123"/>
                    <a:gd name="T4" fmla="*/ 42 w 73"/>
                    <a:gd name="T5" fmla="*/ 65 h 123"/>
                    <a:gd name="T6" fmla="*/ 3 w 73"/>
                    <a:gd name="T7" fmla="*/ 121 h 123"/>
                    <a:gd name="T8" fmla="*/ 31 w 73"/>
                    <a:gd name="T9" fmla="*/ 58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" h="123">
                      <a:moveTo>
                        <a:pt x="31" y="58"/>
                      </a:moveTo>
                      <a:cubicBezTo>
                        <a:pt x="50" y="26"/>
                        <a:pt x="67" y="0"/>
                        <a:pt x="70" y="2"/>
                      </a:cubicBezTo>
                      <a:cubicBezTo>
                        <a:pt x="73" y="4"/>
                        <a:pt x="61" y="32"/>
                        <a:pt x="42" y="65"/>
                      </a:cubicBezTo>
                      <a:cubicBezTo>
                        <a:pt x="24" y="98"/>
                        <a:pt x="6" y="123"/>
                        <a:pt x="3" y="121"/>
                      </a:cubicBezTo>
                      <a:cubicBezTo>
                        <a:pt x="0" y="119"/>
                        <a:pt x="13" y="91"/>
                        <a:pt x="31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4" name="Freeform 61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68275" cy="290513"/>
                </a:xfrm>
                <a:custGeom>
                  <a:avLst/>
                  <a:gdLst>
                    <a:gd name="T0" fmla="*/ 31 w 70"/>
                    <a:gd name="T1" fmla="*/ 58 h 121"/>
                    <a:gd name="T2" fmla="*/ 3 w 70"/>
                    <a:gd name="T3" fmla="*/ 121 h 121"/>
                    <a:gd name="T4" fmla="*/ 70 w 70"/>
                    <a:gd name="T5" fmla="*/ 2 h 121"/>
                    <a:gd name="T6" fmla="*/ 31 w 70"/>
                    <a:gd name="T7" fmla="*/ 58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0" h="121">
                      <a:moveTo>
                        <a:pt x="31" y="58"/>
                      </a:moveTo>
                      <a:cubicBezTo>
                        <a:pt x="13" y="91"/>
                        <a:pt x="0" y="119"/>
                        <a:pt x="3" y="121"/>
                      </a:cubicBezTo>
                      <a:cubicBezTo>
                        <a:pt x="70" y="2"/>
                        <a:pt x="70" y="2"/>
                        <a:pt x="70" y="2"/>
                      </a:cubicBezTo>
                      <a:cubicBezTo>
                        <a:pt x="67" y="0"/>
                        <a:pt x="50" y="26"/>
                        <a:pt x="31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5" name="Freeform 62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33338"/>
                </a:xfrm>
                <a:custGeom>
                  <a:avLst/>
                  <a:gdLst>
                    <a:gd name="T0" fmla="*/ 69 w 137"/>
                    <a:gd name="T1" fmla="*/ 1 h 14"/>
                    <a:gd name="T2" fmla="*/ 0 w 137"/>
                    <a:gd name="T3" fmla="*/ 8 h 14"/>
                    <a:gd name="T4" fmla="*/ 69 w 137"/>
                    <a:gd name="T5" fmla="*/ 14 h 14"/>
                    <a:gd name="T6" fmla="*/ 137 w 137"/>
                    <a:gd name="T7" fmla="*/ 7 h 14"/>
                    <a:gd name="T8" fmla="*/ 69 w 137"/>
                    <a:gd name="T9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14">
                      <a:moveTo>
                        <a:pt x="69" y="1"/>
                      </a:moveTo>
                      <a:cubicBezTo>
                        <a:pt x="31" y="1"/>
                        <a:pt x="0" y="4"/>
                        <a:pt x="0" y="8"/>
                      </a:cubicBezTo>
                      <a:cubicBezTo>
                        <a:pt x="0" y="11"/>
                        <a:pt x="31" y="14"/>
                        <a:pt x="69" y="14"/>
                      </a:cubicBezTo>
                      <a:cubicBezTo>
                        <a:pt x="107" y="13"/>
                        <a:pt x="137" y="10"/>
                        <a:pt x="137" y="7"/>
                      </a:cubicBezTo>
                      <a:cubicBezTo>
                        <a:pt x="137" y="3"/>
                        <a:pt x="106" y="0"/>
                        <a:pt x="69" y="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6" name="Freeform 63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19050"/>
                </a:xfrm>
                <a:custGeom>
                  <a:avLst/>
                  <a:gdLst>
                    <a:gd name="T0" fmla="*/ 69 w 137"/>
                    <a:gd name="T1" fmla="*/ 1 h 8"/>
                    <a:gd name="T2" fmla="*/ 137 w 137"/>
                    <a:gd name="T3" fmla="*/ 7 h 8"/>
                    <a:gd name="T4" fmla="*/ 0 w 137"/>
                    <a:gd name="T5" fmla="*/ 8 h 8"/>
                    <a:gd name="T6" fmla="*/ 69 w 137"/>
                    <a:gd name="T7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7" h="8">
                      <a:moveTo>
                        <a:pt x="69" y="1"/>
                      </a:moveTo>
                      <a:cubicBezTo>
                        <a:pt x="106" y="0"/>
                        <a:pt x="137" y="3"/>
                        <a:pt x="13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4"/>
                        <a:pt x="31" y="1"/>
                        <a:pt x="69" y="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7" name="Oval 64"/>
                <p:cNvSpPr>
                  <a:spLocks noChangeArrowheads="1"/>
                </p:cNvSpPr>
                <p:nvPr/>
              </p:nvSpPr>
              <p:spPr bwMode="auto">
                <a:xfrm>
                  <a:off x="9317038" y="4810444"/>
                  <a:ext cx="58738" cy="5715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8" name="Oval 65"/>
                <p:cNvSpPr>
                  <a:spLocks noChangeArrowheads="1"/>
                </p:cNvSpPr>
                <p:nvPr/>
              </p:nvSpPr>
              <p:spPr bwMode="auto">
                <a:xfrm>
                  <a:off x="9329738" y="4823144"/>
                  <a:ext cx="31750" cy="33338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5" name="矩形 354"/>
              <p:cNvSpPr/>
              <p:nvPr/>
            </p:nvSpPr>
            <p:spPr>
              <a:xfrm>
                <a:off x="9007474" y="4624231"/>
                <a:ext cx="104776" cy="4849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7" name="矩形 356"/>
              <p:cNvSpPr/>
              <p:nvPr/>
            </p:nvSpPr>
            <p:spPr>
              <a:xfrm>
                <a:off x="9280526" y="4504059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" name="矩形 357"/>
              <p:cNvSpPr/>
              <p:nvPr/>
            </p:nvSpPr>
            <p:spPr>
              <a:xfrm>
                <a:off x="9292431" y="5111122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0" name="组合 669"/>
            <p:cNvGrpSpPr/>
            <p:nvPr/>
          </p:nvGrpSpPr>
          <p:grpSpPr>
            <a:xfrm>
              <a:off x="3994205" y="2800887"/>
              <a:ext cx="611188" cy="369888"/>
              <a:chOff x="5145088" y="2832418"/>
              <a:chExt cx="611188" cy="369888"/>
            </a:xfrm>
          </p:grpSpPr>
          <p:sp>
            <p:nvSpPr>
              <p:cNvPr id="668" name="Freeform 280"/>
              <p:cNvSpPr>
                <a:spLocks/>
              </p:cNvSpPr>
              <p:nvPr/>
            </p:nvSpPr>
            <p:spPr bwMode="auto">
              <a:xfrm>
                <a:off x="5145088" y="2832418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1 h 154"/>
                  <a:gd name="T4" fmla="*/ 204 w 255"/>
                  <a:gd name="T5" fmla="*/ 46 h 154"/>
                  <a:gd name="T6" fmla="*/ 145 w 255"/>
                  <a:gd name="T7" fmla="*/ 0 h 154"/>
                  <a:gd name="T8" fmla="*/ 91 w 255"/>
                  <a:gd name="T9" fmla="*/ 30 h 154"/>
                  <a:gd name="T10" fmla="*/ 53 w 255"/>
                  <a:gd name="T11" fmla="*/ 36 h 154"/>
                  <a:gd name="T12" fmla="*/ 34 w 255"/>
                  <a:gd name="T13" fmla="*/ 71 h 154"/>
                  <a:gd name="T14" fmla="*/ 0 w 255"/>
                  <a:gd name="T15" fmla="*/ 112 h 154"/>
                  <a:gd name="T16" fmla="*/ 31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1"/>
                    </a:cubicBezTo>
                    <a:cubicBezTo>
                      <a:pt x="255" y="48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0"/>
                    </a:cubicBezTo>
                    <a:cubicBezTo>
                      <a:pt x="104" y="0"/>
                      <a:pt x="91" y="30"/>
                      <a:pt x="91" y="30"/>
                    </a:cubicBezTo>
                    <a:cubicBezTo>
                      <a:pt x="91" y="30"/>
                      <a:pt x="70" y="22"/>
                      <a:pt x="53" y="36"/>
                    </a:cubicBezTo>
                    <a:cubicBezTo>
                      <a:pt x="30" y="54"/>
                      <a:pt x="34" y="71"/>
                      <a:pt x="34" y="71"/>
                    </a:cubicBezTo>
                    <a:cubicBezTo>
                      <a:pt x="34" y="71"/>
                      <a:pt x="1" y="77"/>
                      <a:pt x="0" y="112"/>
                    </a:cubicBezTo>
                    <a:cubicBezTo>
                      <a:pt x="0" y="148"/>
                      <a:pt x="31" y="152"/>
                      <a:pt x="31" y="152"/>
                    </a:cubicBezTo>
                    <a:cubicBezTo>
                      <a:pt x="31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9" name="Freeform 281"/>
              <p:cNvSpPr>
                <a:spLocks/>
              </p:cNvSpPr>
              <p:nvPr/>
            </p:nvSpPr>
            <p:spPr bwMode="auto">
              <a:xfrm>
                <a:off x="5448300" y="2832418"/>
                <a:ext cx="307975" cy="369888"/>
              </a:xfrm>
              <a:custGeom>
                <a:avLst/>
                <a:gdLst>
                  <a:gd name="T0" fmla="*/ 77 w 128"/>
                  <a:gd name="T1" fmla="*/ 46 h 154"/>
                  <a:gd name="T2" fmla="*/ 18 w 128"/>
                  <a:gd name="T3" fmla="*/ 0 h 154"/>
                  <a:gd name="T4" fmla="*/ 0 w 128"/>
                  <a:gd name="T5" fmla="*/ 2 h 154"/>
                  <a:gd name="T6" fmla="*/ 0 w 128"/>
                  <a:gd name="T7" fmla="*/ 153 h 154"/>
                  <a:gd name="T8" fmla="*/ 77 w 128"/>
                  <a:gd name="T9" fmla="*/ 154 h 154"/>
                  <a:gd name="T10" fmla="*/ 127 w 128"/>
                  <a:gd name="T11" fmla="*/ 101 h 154"/>
                  <a:gd name="T12" fmla="*/ 77 w 128"/>
                  <a:gd name="T13" fmla="*/ 4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4">
                    <a:moveTo>
                      <a:pt x="77" y="46"/>
                    </a:moveTo>
                    <a:cubicBezTo>
                      <a:pt x="77" y="46"/>
                      <a:pt x="59" y="1"/>
                      <a:pt x="18" y="0"/>
                    </a:cubicBezTo>
                    <a:cubicBezTo>
                      <a:pt x="11" y="0"/>
                      <a:pt x="5" y="1"/>
                      <a:pt x="0" y="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7" y="153"/>
                      <a:pt x="71" y="154"/>
                      <a:pt x="77" y="154"/>
                    </a:cubicBezTo>
                    <a:cubicBezTo>
                      <a:pt x="90" y="154"/>
                      <a:pt x="126" y="150"/>
                      <a:pt x="127" y="101"/>
                    </a:cubicBezTo>
                    <a:cubicBezTo>
                      <a:pt x="128" y="48"/>
                      <a:pt x="77" y="46"/>
                      <a:pt x="77" y="4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3" name="组合 672"/>
            <p:cNvGrpSpPr/>
            <p:nvPr/>
          </p:nvGrpSpPr>
          <p:grpSpPr>
            <a:xfrm>
              <a:off x="1500242" y="3623212"/>
              <a:ext cx="508000" cy="309563"/>
              <a:chOff x="2651125" y="3654743"/>
              <a:chExt cx="508000" cy="309563"/>
            </a:xfrm>
          </p:grpSpPr>
          <p:sp>
            <p:nvSpPr>
              <p:cNvPr id="671" name="Freeform 282"/>
              <p:cNvSpPr>
                <a:spLocks/>
              </p:cNvSpPr>
              <p:nvPr/>
            </p:nvSpPr>
            <p:spPr bwMode="auto">
              <a:xfrm>
                <a:off x="2651125" y="3654743"/>
                <a:ext cx="508000" cy="309563"/>
              </a:xfrm>
              <a:custGeom>
                <a:avLst/>
                <a:gdLst>
                  <a:gd name="T0" fmla="*/ 169 w 212"/>
                  <a:gd name="T1" fmla="*/ 128 h 129"/>
                  <a:gd name="T2" fmla="*/ 212 w 212"/>
                  <a:gd name="T3" fmla="*/ 85 h 129"/>
                  <a:gd name="T4" fmla="*/ 170 w 212"/>
                  <a:gd name="T5" fmla="*/ 38 h 129"/>
                  <a:gd name="T6" fmla="*/ 121 w 212"/>
                  <a:gd name="T7" fmla="*/ 1 h 129"/>
                  <a:gd name="T8" fmla="*/ 76 w 212"/>
                  <a:gd name="T9" fmla="*/ 26 h 129"/>
                  <a:gd name="T10" fmla="*/ 44 w 212"/>
                  <a:gd name="T11" fmla="*/ 30 h 129"/>
                  <a:gd name="T12" fmla="*/ 29 w 212"/>
                  <a:gd name="T13" fmla="*/ 60 h 129"/>
                  <a:gd name="T14" fmla="*/ 0 w 212"/>
                  <a:gd name="T15" fmla="*/ 94 h 129"/>
                  <a:gd name="T16" fmla="*/ 26 w 212"/>
                  <a:gd name="T17" fmla="*/ 127 h 129"/>
                  <a:gd name="T18" fmla="*/ 169 w 212"/>
                  <a:gd name="T19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2" h="129">
                    <a:moveTo>
                      <a:pt x="169" y="128"/>
                    </a:moveTo>
                    <a:cubicBezTo>
                      <a:pt x="180" y="129"/>
                      <a:pt x="211" y="125"/>
                      <a:pt x="212" y="85"/>
                    </a:cubicBezTo>
                    <a:cubicBezTo>
                      <a:pt x="212" y="41"/>
                      <a:pt x="170" y="38"/>
                      <a:pt x="170" y="38"/>
                    </a:cubicBezTo>
                    <a:cubicBezTo>
                      <a:pt x="170" y="38"/>
                      <a:pt x="155" y="1"/>
                      <a:pt x="121" y="1"/>
                    </a:cubicBezTo>
                    <a:cubicBezTo>
                      <a:pt x="86" y="0"/>
                      <a:pt x="76" y="26"/>
                      <a:pt x="76" y="26"/>
                    </a:cubicBezTo>
                    <a:cubicBezTo>
                      <a:pt x="76" y="26"/>
                      <a:pt x="59" y="19"/>
                      <a:pt x="44" y="30"/>
                    </a:cubicBezTo>
                    <a:cubicBezTo>
                      <a:pt x="25" y="45"/>
                      <a:pt x="29" y="60"/>
                      <a:pt x="29" y="60"/>
                    </a:cubicBezTo>
                    <a:cubicBezTo>
                      <a:pt x="29" y="60"/>
                      <a:pt x="1" y="64"/>
                      <a:pt x="0" y="94"/>
                    </a:cubicBezTo>
                    <a:cubicBezTo>
                      <a:pt x="0" y="123"/>
                      <a:pt x="26" y="127"/>
                      <a:pt x="26" y="127"/>
                    </a:cubicBezTo>
                    <a:cubicBezTo>
                      <a:pt x="26" y="127"/>
                      <a:pt x="159" y="128"/>
                      <a:pt x="169" y="128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2" name="Freeform 283"/>
              <p:cNvSpPr>
                <a:spLocks/>
              </p:cNvSpPr>
              <p:nvPr/>
            </p:nvSpPr>
            <p:spPr bwMode="auto">
              <a:xfrm>
                <a:off x="2905125" y="3657918"/>
                <a:ext cx="254000" cy="306388"/>
              </a:xfrm>
              <a:custGeom>
                <a:avLst/>
                <a:gdLst>
                  <a:gd name="T0" fmla="*/ 64 w 106"/>
                  <a:gd name="T1" fmla="*/ 37 h 128"/>
                  <a:gd name="T2" fmla="*/ 15 w 106"/>
                  <a:gd name="T3" fmla="*/ 0 h 128"/>
                  <a:gd name="T4" fmla="*/ 0 w 106"/>
                  <a:gd name="T5" fmla="*/ 1 h 128"/>
                  <a:gd name="T6" fmla="*/ 0 w 106"/>
                  <a:gd name="T7" fmla="*/ 127 h 128"/>
                  <a:gd name="T8" fmla="*/ 63 w 106"/>
                  <a:gd name="T9" fmla="*/ 127 h 128"/>
                  <a:gd name="T10" fmla="*/ 106 w 106"/>
                  <a:gd name="T11" fmla="*/ 84 h 128"/>
                  <a:gd name="T12" fmla="*/ 64 w 106"/>
                  <a:gd name="T13" fmla="*/ 3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28">
                    <a:moveTo>
                      <a:pt x="64" y="37"/>
                    </a:moveTo>
                    <a:cubicBezTo>
                      <a:pt x="64" y="37"/>
                      <a:pt x="49" y="0"/>
                      <a:pt x="15" y="0"/>
                    </a:cubicBezTo>
                    <a:cubicBezTo>
                      <a:pt x="9" y="0"/>
                      <a:pt x="4" y="0"/>
                      <a:pt x="0" y="1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30" y="127"/>
                      <a:pt x="59" y="127"/>
                      <a:pt x="63" y="127"/>
                    </a:cubicBezTo>
                    <a:cubicBezTo>
                      <a:pt x="74" y="128"/>
                      <a:pt x="105" y="124"/>
                      <a:pt x="106" y="84"/>
                    </a:cubicBezTo>
                    <a:cubicBezTo>
                      <a:pt x="106" y="40"/>
                      <a:pt x="64" y="37"/>
                      <a:pt x="64" y="37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58" name="组合 957"/>
            <p:cNvGrpSpPr/>
            <p:nvPr/>
          </p:nvGrpSpPr>
          <p:grpSpPr>
            <a:xfrm>
              <a:off x="7629580" y="3753387"/>
              <a:ext cx="534988" cy="288926"/>
              <a:chOff x="8780463" y="3784918"/>
              <a:chExt cx="534988" cy="288926"/>
            </a:xfrm>
          </p:grpSpPr>
          <p:sp>
            <p:nvSpPr>
              <p:cNvPr id="956" name="Freeform 286"/>
              <p:cNvSpPr>
                <a:spLocks/>
              </p:cNvSpPr>
              <p:nvPr/>
            </p:nvSpPr>
            <p:spPr bwMode="auto">
              <a:xfrm>
                <a:off x="8780463" y="3784918"/>
                <a:ext cx="534988" cy="288925"/>
              </a:xfrm>
              <a:custGeom>
                <a:avLst/>
                <a:gdLst>
                  <a:gd name="T0" fmla="*/ 20 w 223"/>
                  <a:gd name="T1" fmla="*/ 121 h 121"/>
                  <a:gd name="T2" fmla="*/ 192 w 223"/>
                  <a:gd name="T3" fmla="*/ 121 h 121"/>
                  <a:gd name="T4" fmla="*/ 223 w 223"/>
                  <a:gd name="T5" fmla="*/ 95 h 121"/>
                  <a:gd name="T6" fmla="*/ 193 w 223"/>
                  <a:gd name="T7" fmla="*/ 57 h 121"/>
                  <a:gd name="T8" fmla="*/ 177 w 223"/>
                  <a:gd name="T9" fmla="*/ 32 h 121"/>
                  <a:gd name="T10" fmla="*/ 139 w 223"/>
                  <a:gd name="T11" fmla="*/ 29 h 121"/>
                  <a:gd name="T12" fmla="*/ 102 w 223"/>
                  <a:gd name="T13" fmla="*/ 0 h 121"/>
                  <a:gd name="T14" fmla="*/ 66 w 223"/>
                  <a:gd name="T15" fmla="*/ 30 h 121"/>
                  <a:gd name="T16" fmla="*/ 31 w 223"/>
                  <a:gd name="T17" fmla="*/ 40 h 121"/>
                  <a:gd name="T18" fmla="*/ 23 w 223"/>
                  <a:gd name="T19" fmla="*/ 71 h 121"/>
                  <a:gd name="T20" fmla="*/ 0 w 223"/>
                  <a:gd name="T21" fmla="*/ 101 h 121"/>
                  <a:gd name="T22" fmla="*/ 20 w 223"/>
                  <a:gd name="T2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3" h="121">
                    <a:moveTo>
                      <a:pt x="20" y="121"/>
                    </a:moveTo>
                    <a:cubicBezTo>
                      <a:pt x="41" y="121"/>
                      <a:pt x="117" y="121"/>
                      <a:pt x="192" y="121"/>
                    </a:cubicBezTo>
                    <a:cubicBezTo>
                      <a:pt x="206" y="121"/>
                      <a:pt x="223" y="109"/>
                      <a:pt x="223" y="95"/>
                    </a:cubicBezTo>
                    <a:cubicBezTo>
                      <a:pt x="223" y="62"/>
                      <a:pt x="193" y="57"/>
                      <a:pt x="193" y="57"/>
                    </a:cubicBezTo>
                    <a:cubicBezTo>
                      <a:pt x="193" y="57"/>
                      <a:pt x="195" y="41"/>
                      <a:pt x="177" y="32"/>
                    </a:cubicBezTo>
                    <a:cubicBezTo>
                      <a:pt x="159" y="23"/>
                      <a:pt x="139" y="29"/>
                      <a:pt x="139" y="29"/>
                    </a:cubicBezTo>
                    <a:cubicBezTo>
                      <a:pt x="139" y="29"/>
                      <a:pt x="136" y="0"/>
                      <a:pt x="102" y="0"/>
                    </a:cubicBezTo>
                    <a:cubicBezTo>
                      <a:pt x="67" y="0"/>
                      <a:pt x="66" y="30"/>
                      <a:pt x="66" y="30"/>
                    </a:cubicBezTo>
                    <a:cubicBezTo>
                      <a:pt x="66" y="30"/>
                      <a:pt x="48" y="24"/>
                      <a:pt x="31" y="40"/>
                    </a:cubicBezTo>
                    <a:cubicBezTo>
                      <a:pt x="14" y="57"/>
                      <a:pt x="23" y="71"/>
                      <a:pt x="23" y="71"/>
                    </a:cubicBezTo>
                    <a:cubicBezTo>
                      <a:pt x="23" y="71"/>
                      <a:pt x="0" y="79"/>
                      <a:pt x="0" y="101"/>
                    </a:cubicBezTo>
                    <a:cubicBezTo>
                      <a:pt x="0" y="109"/>
                      <a:pt x="8" y="121"/>
                      <a:pt x="20" y="121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7" name="Freeform 287"/>
              <p:cNvSpPr>
                <a:spLocks/>
              </p:cNvSpPr>
              <p:nvPr/>
            </p:nvSpPr>
            <p:spPr bwMode="auto">
              <a:xfrm>
                <a:off x="9048750" y="3786506"/>
                <a:ext cx="266700" cy="287338"/>
              </a:xfrm>
              <a:custGeom>
                <a:avLst/>
                <a:gdLst>
                  <a:gd name="T0" fmla="*/ 81 w 111"/>
                  <a:gd name="T1" fmla="*/ 56 h 120"/>
                  <a:gd name="T2" fmla="*/ 65 w 111"/>
                  <a:gd name="T3" fmla="*/ 31 h 120"/>
                  <a:gd name="T4" fmla="*/ 27 w 111"/>
                  <a:gd name="T5" fmla="*/ 28 h 120"/>
                  <a:gd name="T6" fmla="*/ 0 w 111"/>
                  <a:gd name="T7" fmla="*/ 0 h 120"/>
                  <a:gd name="T8" fmla="*/ 0 w 111"/>
                  <a:gd name="T9" fmla="*/ 120 h 120"/>
                  <a:gd name="T10" fmla="*/ 80 w 111"/>
                  <a:gd name="T11" fmla="*/ 120 h 120"/>
                  <a:gd name="T12" fmla="*/ 111 w 111"/>
                  <a:gd name="T13" fmla="*/ 94 h 120"/>
                  <a:gd name="T14" fmla="*/ 81 w 111"/>
                  <a:gd name="T15" fmla="*/ 56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20">
                    <a:moveTo>
                      <a:pt x="81" y="56"/>
                    </a:moveTo>
                    <a:cubicBezTo>
                      <a:pt x="81" y="56"/>
                      <a:pt x="83" y="40"/>
                      <a:pt x="65" y="31"/>
                    </a:cubicBezTo>
                    <a:cubicBezTo>
                      <a:pt x="47" y="22"/>
                      <a:pt x="27" y="28"/>
                      <a:pt x="27" y="28"/>
                    </a:cubicBezTo>
                    <a:cubicBezTo>
                      <a:pt x="27" y="28"/>
                      <a:pt x="25" y="5"/>
                      <a:pt x="0" y="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5" y="120"/>
                      <a:pt x="52" y="120"/>
                      <a:pt x="80" y="120"/>
                    </a:cubicBezTo>
                    <a:cubicBezTo>
                      <a:pt x="94" y="120"/>
                      <a:pt x="111" y="108"/>
                      <a:pt x="111" y="94"/>
                    </a:cubicBezTo>
                    <a:cubicBezTo>
                      <a:pt x="111" y="61"/>
                      <a:pt x="81" y="56"/>
                      <a:pt x="81" y="5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85" name="组合 984"/>
            <p:cNvGrpSpPr/>
            <p:nvPr/>
          </p:nvGrpSpPr>
          <p:grpSpPr>
            <a:xfrm>
              <a:off x="6350848" y="5169756"/>
              <a:ext cx="331788" cy="265113"/>
              <a:chOff x="7501731" y="5201287"/>
              <a:chExt cx="331788" cy="265113"/>
            </a:xfrm>
          </p:grpSpPr>
          <p:sp>
            <p:nvSpPr>
              <p:cNvPr id="962" name="Freeform 234"/>
              <p:cNvSpPr>
                <a:spLocks/>
              </p:cNvSpPr>
              <p:nvPr/>
            </p:nvSpPr>
            <p:spPr bwMode="auto">
              <a:xfrm>
                <a:off x="7592219" y="5344162"/>
                <a:ext cx="19050" cy="122238"/>
              </a:xfrm>
              <a:custGeom>
                <a:avLst/>
                <a:gdLst>
                  <a:gd name="T0" fmla="*/ 12 w 12"/>
                  <a:gd name="T1" fmla="*/ 77 h 77"/>
                  <a:gd name="T2" fmla="*/ 1 w 12"/>
                  <a:gd name="T3" fmla="*/ 77 h 77"/>
                  <a:gd name="T4" fmla="*/ 0 w 12"/>
                  <a:gd name="T5" fmla="*/ 0 h 77"/>
                  <a:gd name="T6" fmla="*/ 10 w 12"/>
                  <a:gd name="T7" fmla="*/ 0 h 77"/>
                  <a:gd name="T8" fmla="*/ 12 w 12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7">
                    <a:moveTo>
                      <a:pt x="12" y="77"/>
                    </a:moveTo>
                    <a:lnTo>
                      <a:pt x="1" y="77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77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9" name="Freeform 241"/>
              <p:cNvSpPr>
                <a:spLocks/>
              </p:cNvSpPr>
              <p:nvPr/>
            </p:nvSpPr>
            <p:spPr bwMode="auto">
              <a:xfrm>
                <a:off x="7580313" y="5261293"/>
                <a:ext cx="211138" cy="125413"/>
              </a:xfrm>
              <a:custGeom>
                <a:avLst/>
                <a:gdLst>
                  <a:gd name="T0" fmla="*/ 88 w 88"/>
                  <a:gd name="T1" fmla="*/ 32 h 52"/>
                  <a:gd name="T2" fmla="*/ 75 w 88"/>
                  <a:gd name="T3" fmla="*/ 43 h 52"/>
                  <a:gd name="T4" fmla="*/ 14 w 88"/>
                  <a:gd name="T5" fmla="*/ 52 h 52"/>
                  <a:gd name="T6" fmla="*/ 1 w 88"/>
                  <a:gd name="T7" fmla="*/ 41 h 52"/>
                  <a:gd name="T8" fmla="*/ 0 w 88"/>
                  <a:gd name="T9" fmla="*/ 12 h 52"/>
                  <a:gd name="T10" fmla="*/ 13 w 88"/>
                  <a:gd name="T11" fmla="*/ 1 h 52"/>
                  <a:gd name="T12" fmla="*/ 74 w 88"/>
                  <a:gd name="T13" fmla="*/ 0 h 52"/>
                  <a:gd name="T14" fmla="*/ 87 w 88"/>
                  <a:gd name="T15" fmla="*/ 11 h 52"/>
                  <a:gd name="T16" fmla="*/ 88 w 88"/>
                  <a:gd name="T17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52">
                    <a:moveTo>
                      <a:pt x="88" y="32"/>
                    </a:moveTo>
                    <a:cubicBezTo>
                      <a:pt x="88" y="38"/>
                      <a:pt x="82" y="43"/>
                      <a:pt x="75" y="4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7" y="52"/>
                      <a:pt x="1" y="47"/>
                      <a:pt x="1" y="4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6"/>
                      <a:pt x="6" y="1"/>
                      <a:pt x="13" y="1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81" y="0"/>
                      <a:pt x="87" y="5"/>
                      <a:pt x="87" y="11"/>
                    </a:cubicBezTo>
                    <a:lnTo>
                      <a:pt x="88" y="32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0" name="Freeform 232"/>
              <p:cNvSpPr>
                <a:spLocks/>
              </p:cNvSpPr>
              <p:nvPr/>
            </p:nvSpPr>
            <p:spPr bwMode="auto">
              <a:xfrm>
                <a:off x="7554119" y="5201287"/>
                <a:ext cx="117475" cy="171450"/>
              </a:xfrm>
              <a:custGeom>
                <a:avLst/>
                <a:gdLst>
                  <a:gd name="T0" fmla="*/ 0 w 49"/>
                  <a:gd name="T1" fmla="*/ 25 h 71"/>
                  <a:gd name="T2" fmla="*/ 0 w 49"/>
                  <a:gd name="T3" fmla="*/ 1 h 71"/>
                  <a:gd name="T4" fmla="*/ 48 w 49"/>
                  <a:gd name="T5" fmla="*/ 36 h 71"/>
                  <a:gd name="T6" fmla="*/ 0 w 49"/>
                  <a:gd name="T7" fmla="*/ 2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71">
                    <a:moveTo>
                      <a:pt x="0" y="2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8" y="0"/>
                      <a:pt x="48" y="36"/>
                    </a:cubicBezTo>
                    <a:cubicBezTo>
                      <a:pt x="49" y="71"/>
                      <a:pt x="1" y="40"/>
                      <a:pt x="0" y="25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1" name="Freeform 247"/>
              <p:cNvSpPr>
                <a:spLocks/>
              </p:cNvSpPr>
              <p:nvPr/>
            </p:nvSpPr>
            <p:spPr bwMode="auto">
              <a:xfrm>
                <a:off x="7582694" y="5247325"/>
                <a:ext cx="52388" cy="139700"/>
              </a:xfrm>
              <a:custGeom>
                <a:avLst/>
                <a:gdLst>
                  <a:gd name="T0" fmla="*/ 0 w 22"/>
                  <a:gd name="T1" fmla="*/ 0 h 58"/>
                  <a:gd name="T2" fmla="*/ 6 w 22"/>
                  <a:gd name="T3" fmla="*/ 0 h 58"/>
                  <a:gd name="T4" fmla="*/ 22 w 22"/>
                  <a:gd name="T5" fmla="*/ 15 h 58"/>
                  <a:gd name="T6" fmla="*/ 17 w 22"/>
                  <a:gd name="T7" fmla="*/ 42 h 58"/>
                  <a:gd name="T8" fmla="*/ 2 w 22"/>
                  <a:gd name="T9" fmla="*/ 58 h 58"/>
                  <a:gd name="T10" fmla="*/ 0 w 22"/>
                  <a:gd name="T11" fmla="*/ 58 h 58"/>
                  <a:gd name="T12" fmla="*/ 0 w 22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5" y="0"/>
                      <a:pt x="22" y="7"/>
                      <a:pt x="22" y="15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5" y="52"/>
                      <a:pt x="10" y="58"/>
                      <a:pt x="2" y="58"/>
                    </a:cubicBezTo>
                    <a:cubicBezTo>
                      <a:pt x="0" y="58"/>
                      <a:pt x="0" y="58"/>
                      <a:pt x="0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3" name="Freeform 251"/>
              <p:cNvSpPr>
                <a:spLocks/>
              </p:cNvSpPr>
              <p:nvPr/>
            </p:nvSpPr>
            <p:spPr bwMode="auto">
              <a:xfrm>
                <a:off x="7583488" y="5343843"/>
                <a:ext cx="38100" cy="42863"/>
              </a:xfrm>
              <a:custGeom>
                <a:avLst/>
                <a:gdLst>
                  <a:gd name="T0" fmla="*/ 1 w 16"/>
                  <a:gd name="T1" fmla="*/ 1 h 18"/>
                  <a:gd name="T2" fmla="*/ 0 w 16"/>
                  <a:gd name="T3" fmla="*/ 1 h 18"/>
                  <a:gd name="T4" fmla="*/ 0 w 16"/>
                  <a:gd name="T5" fmla="*/ 18 h 18"/>
                  <a:gd name="T6" fmla="*/ 2 w 16"/>
                  <a:gd name="T7" fmla="*/ 18 h 18"/>
                  <a:gd name="T8" fmla="*/ 16 w 16"/>
                  <a:gd name="T9" fmla="*/ 5 h 18"/>
                  <a:gd name="T10" fmla="*/ 1 w 16"/>
                  <a:gd name="T1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9" y="18"/>
                      <a:pt x="14" y="13"/>
                      <a:pt x="16" y="5"/>
                    </a:cubicBezTo>
                    <a:cubicBezTo>
                      <a:pt x="13" y="2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9" name="Freeform 231"/>
              <p:cNvSpPr>
                <a:spLocks/>
              </p:cNvSpPr>
              <p:nvPr/>
            </p:nvSpPr>
            <p:spPr bwMode="auto">
              <a:xfrm>
                <a:off x="7747794" y="5271137"/>
                <a:ext cx="85725" cy="96838"/>
              </a:xfrm>
              <a:custGeom>
                <a:avLst/>
                <a:gdLst>
                  <a:gd name="T0" fmla="*/ 10 w 36"/>
                  <a:gd name="T1" fmla="*/ 3 h 40"/>
                  <a:gd name="T2" fmla="*/ 21 w 36"/>
                  <a:gd name="T3" fmla="*/ 0 h 40"/>
                  <a:gd name="T4" fmla="*/ 36 w 36"/>
                  <a:gd name="T5" fmla="*/ 21 h 40"/>
                  <a:gd name="T6" fmla="*/ 36 w 36"/>
                  <a:gd name="T7" fmla="*/ 40 h 40"/>
                  <a:gd name="T8" fmla="*/ 22 w 36"/>
                  <a:gd name="T9" fmla="*/ 40 h 40"/>
                  <a:gd name="T10" fmla="*/ 24 w 36"/>
                  <a:gd name="T11" fmla="*/ 19 h 40"/>
                  <a:gd name="T12" fmla="*/ 11 w 36"/>
                  <a:gd name="T13" fmla="*/ 7 h 40"/>
                  <a:gd name="T14" fmla="*/ 10 w 36"/>
                  <a:gd name="T15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10" y="3"/>
                    </a:moveTo>
                    <a:cubicBezTo>
                      <a:pt x="10" y="3"/>
                      <a:pt x="15" y="0"/>
                      <a:pt x="21" y="0"/>
                    </a:cubicBezTo>
                    <a:cubicBezTo>
                      <a:pt x="26" y="0"/>
                      <a:pt x="35" y="6"/>
                      <a:pt x="36" y="21"/>
                    </a:cubicBezTo>
                    <a:cubicBezTo>
                      <a:pt x="36" y="35"/>
                      <a:pt x="36" y="40"/>
                      <a:pt x="36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4" y="28"/>
                      <a:pt x="24" y="19"/>
                    </a:cubicBezTo>
                    <a:cubicBezTo>
                      <a:pt x="24" y="9"/>
                      <a:pt x="21" y="3"/>
                      <a:pt x="11" y="7"/>
                    </a:cubicBezTo>
                    <a:cubicBezTo>
                      <a:pt x="0" y="11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1" name="Freeform 233"/>
              <p:cNvSpPr>
                <a:spLocks/>
              </p:cNvSpPr>
              <p:nvPr/>
            </p:nvSpPr>
            <p:spPr bwMode="auto">
              <a:xfrm>
                <a:off x="7638256" y="5363212"/>
                <a:ext cx="15875" cy="100013"/>
              </a:xfrm>
              <a:custGeom>
                <a:avLst/>
                <a:gdLst>
                  <a:gd name="T0" fmla="*/ 10 w 10"/>
                  <a:gd name="T1" fmla="*/ 63 h 63"/>
                  <a:gd name="T2" fmla="*/ 0 w 10"/>
                  <a:gd name="T3" fmla="*/ 63 h 63"/>
                  <a:gd name="T4" fmla="*/ 0 w 10"/>
                  <a:gd name="T5" fmla="*/ 0 h 63"/>
                  <a:gd name="T6" fmla="*/ 9 w 10"/>
                  <a:gd name="T7" fmla="*/ 0 h 63"/>
                  <a:gd name="T8" fmla="*/ 10 w 10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lnTo>
                      <a:pt x="0" y="63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3" name="Rectangle 235"/>
              <p:cNvSpPr>
                <a:spLocks noChangeArrowheads="1"/>
              </p:cNvSpPr>
              <p:nvPr/>
            </p:nvSpPr>
            <p:spPr bwMode="auto">
              <a:xfrm>
                <a:off x="7593806" y="5455287"/>
                <a:ext cx="17463" cy="1111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4" name="Rectangle 236"/>
              <p:cNvSpPr>
                <a:spLocks noChangeArrowheads="1"/>
              </p:cNvSpPr>
              <p:nvPr/>
            </p:nvSpPr>
            <p:spPr bwMode="auto">
              <a:xfrm>
                <a:off x="7638256" y="5455287"/>
                <a:ext cx="1587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5" name="Freeform 237"/>
              <p:cNvSpPr>
                <a:spLocks/>
              </p:cNvSpPr>
              <p:nvPr/>
            </p:nvSpPr>
            <p:spPr bwMode="auto">
              <a:xfrm>
                <a:off x="7766844" y="5350512"/>
                <a:ext cx="17463" cy="112713"/>
              </a:xfrm>
              <a:custGeom>
                <a:avLst/>
                <a:gdLst>
                  <a:gd name="T0" fmla="*/ 11 w 11"/>
                  <a:gd name="T1" fmla="*/ 70 h 71"/>
                  <a:gd name="T2" fmla="*/ 2 w 11"/>
                  <a:gd name="T3" fmla="*/ 71 h 71"/>
                  <a:gd name="T4" fmla="*/ 0 w 11"/>
                  <a:gd name="T5" fmla="*/ 0 h 71"/>
                  <a:gd name="T6" fmla="*/ 11 w 11"/>
                  <a:gd name="T7" fmla="*/ 0 h 71"/>
                  <a:gd name="T8" fmla="*/ 11 w 11"/>
                  <a:gd name="T9" fmla="*/ 7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0"/>
                    </a:moveTo>
                    <a:lnTo>
                      <a:pt x="2" y="7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7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6" name="Freeform 238"/>
              <p:cNvSpPr>
                <a:spLocks/>
              </p:cNvSpPr>
              <p:nvPr/>
            </p:nvSpPr>
            <p:spPr bwMode="auto">
              <a:xfrm>
                <a:off x="7770019" y="5453700"/>
                <a:ext cx="14288" cy="9525"/>
              </a:xfrm>
              <a:custGeom>
                <a:avLst/>
                <a:gdLst>
                  <a:gd name="T0" fmla="*/ 0 w 9"/>
                  <a:gd name="T1" fmla="*/ 0 h 6"/>
                  <a:gd name="T2" fmla="*/ 0 w 9"/>
                  <a:gd name="T3" fmla="*/ 6 h 6"/>
                  <a:gd name="T4" fmla="*/ 9 w 9"/>
                  <a:gd name="T5" fmla="*/ 5 h 6"/>
                  <a:gd name="T6" fmla="*/ 9 w 9"/>
                  <a:gd name="T7" fmla="*/ 0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0" y="6"/>
                    </a:lnTo>
                    <a:lnTo>
                      <a:pt x="9" y="5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7" name="Freeform 239"/>
              <p:cNvSpPr>
                <a:spLocks/>
              </p:cNvSpPr>
              <p:nvPr/>
            </p:nvSpPr>
            <p:spPr bwMode="auto">
              <a:xfrm>
                <a:off x="7730331" y="5350512"/>
                <a:ext cx="17463" cy="112713"/>
              </a:xfrm>
              <a:custGeom>
                <a:avLst/>
                <a:gdLst>
                  <a:gd name="T0" fmla="*/ 11 w 11"/>
                  <a:gd name="T1" fmla="*/ 71 h 71"/>
                  <a:gd name="T2" fmla="*/ 0 w 11"/>
                  <a:gd name="T3" fmla="*/ 71 h 71"/>
                  <a:gd name="T4" fmla="*/ 0 w 11"/>
                  <a:gd name="T5" fmla="*/ 0 h 71"/>
                  <a:gd name="T6" fmla="*/ 10 w 11"/>
                  <a:gd name="T7" fmla="*/ 0 h 71"/>
                  <a:gd name="T8" fmla="*/ 11 w 11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1"/>
                    </a:moveTo>
                    <a:lnTo>
                      <a:pt x="0" y="7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1" y="7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8" name="Rectangle 240"/>
              <p:cNvSpPr>
                <a:spLocks noChangeArrowheads="1"/>
              </p:cNvSpPr>
              <p:nvPr/>
            </p:nvSpPr>
            <p:spPr bwMode="auto">
              <a:xfrm>
                <a:off x="7730331" y="5453700"/>
                <a:ext cx="17463" cy="9525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9" name="Freeform 242"/>
              <p:cNvSpPr>
                <a:spLocks/>
              </p:cNvSpPr>
              <p:nvPr/>
            </p:nvSpPr>
            <p:spPr bwMode="auto">
              <a:xfrm>
                <a:off x="7501731" y="5240975"/>
                <a:ext cx="58738" cy="47625"/>
              </a:xfrm>
              <a:custGeom>
                <a:avLst/>
                <a:gdLst>
                  <a:gd name="T0" fmla="*/ 25 w 25"/>
                  <a:gd name="T1" fmla="*/ 17 h 20"/>
                  <a:gd name="T2" fmla="*/ 13 w 25"/>
                  <a:gd name="T3" fmla="*/ 3 h 20"/>
                  <a:gd name="T4" fmla="*/ 0 w 25"/>
                  <a:gd name="T5" fmla="*/ 2 h 20"/>
                  <a:gd name="T6" fmla="*/ 11 w 25"/>
                  <a:gd name="T7" fmla="*/ 17 h 20"/>
                  <a:gd name="T8" fmla="*/ 25 w 25"/>
                  <a:gd name="T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5" y="17"/>
                    </a:moveTo>
                    <a:cubicBezTo>
                      <a:pt x="23" y="12"/>
                      <a:pt x="18" y="6"/>
                      <a:pt x="13" y="3"/>
                    </a:cubicBezTo>
                    <a:cubicBezTo>
                      <a:pt x="8" y="0"/>
                      <a:pt x="3" y="0"/>
                      <a:pt x="0" y="2"/>
                    </a:cubicBezTo>
                    <a:cubicBezTo>
                      <a:pt x="2" y="8"/>
                      <a:pt x="6" y="13"/>
                      <a:pt x="11" y="17"/>
                    </a:cubicBezTo>
                    <a:cubicBezTo>
                      <a:pt x="17" y="20"/>
                      <a:pt x="22" y="20"/>
                      <a:pt x="25" y="17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0" name="Freeform 246"/>
              <p:cNvSpPr>
                <a:spLocks/>
              </p:cNvSpPr>
              <p:nvPr/>
            </p:nvSpPr>
            <p:spPr bwMode="auto">
              <a:xfrm>
                <a:off x="7527131" y="5247325"/>
                <a:ext cx="55563" cy="139700"/>
              </a:xfrm>
              <a:custGeom>
                <a:avLst/>
                <a:gdLst>
                  <a:gd name="T0" fmla="*/ 23 w 23"/>
                  <a:gd name="T1" fmla="*/ 0 h 58"/>
                  <a:gd name="T2" fmla="*/ 16 w 23"/>
                  <a:gd name="T3" fmla="*/ 1 h 58"/>
                  <a:gd name="T4" fmla="*/ 1 w 23"/>
                  <a:gd name="T5" fmla="*/ 16 h 58"/>
                  <a:gd name="T6" fmla="*/ 6 w 23"/>
                  <a:gd name="T7" fmla="*/ 43 h 58"/>
                  <a:gd name="T8" fmla="*/ 22 w 23"/>
                  <a:gd name="T9" fmla="*/ 58 h 58"/>
                  <a:gd name="T10" fmla="*/ 23 w 23"/>
                  <a:gd name="T11" fmla="*/ 58 h 58"/>
                  <a:gd name="T12" fmla="*/ 23 w 23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8">
                    <a:moveTo>
                      <a:pt x="23" y="0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7" y="1"/>
                      <a:pt x="0" y="8"/>
                      <a:pt x="1" y="16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53"/>
                      <a:pt x="14" y="58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2" name="Freeform 248"/>
              <p:cNvSpPr>
                <a:spLocks/>
              </p:cNvSpPr>
              <p:nvPr/>
            </p:nvSpPr>
            <p:spPr bwMode="auto">
              <a:xfrm>
                <a:off x="7555706" y="5283837"/>
                <a:ext cx="14288" cy="14288"/>
              </a:xfrm>
              <a:custGeom>
                <a:avLst/>
                <a:gdLst>
                  <a:gd name="T0" fmla="*/ 6 w 6"/>
                  <a:gd name="T1" fmla="*/ 3 h 6"/>
                  <a:gd name="T2" fmla="*/ 3 w 6"/>
                  <a:gd name="T3" fmla="*/ 6 h 6"/>
                  <a:gd name="T4" fmla="*/ 0 w 6"/>
                  <a:gd name="T5" fmla="*/ 3 h 6"/>
                  <a:gd name="T6" fmla="*/ 3 w 6"/>
                  <a:gd name="T7" fmla="*/ 0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3" name="Freeform 249"/>
              <p:cNvSpPr>
                <a:spLocks/>
              </p:cNvSpPr>
              <p:nvPr/>
            </p:nvSpPr>
            <p:spPr bwMode="auto">
              <a:xfrm>
                <a:off x="7592219" y="5283837"/>
                <a:ext cx="15875" cy="14288"/>
              </a:xfrm>
              <a:custGeom>
                <a:avLst/>
                <a:gdLst>
                  <a:gd name="T0" fmla="*/ 7 w 7"/>
                  <a:gd name="T1" fmla="*/ 3 h 6"/>
                  <a:gd name="T2" fmla="*/ 3 w 7"/>
                  <a:gd name="T3" fmla="*/ 6 h 6"/>
                  <a:gd name="T4" fmla="*/ 0 w 7"/>
                  <a:gd name="T5" fmla="*/ 3 h 6"/>
                  <a:gd name="T6" fmla="*/ 3 w 7"/>
                  <a:gd name="T7" fmla="*/ 0 h 6"/>
                  <a:gd name="T8" fmla="*/ 7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4" name="Freeform 250"/>
              <p:cNvSpPr>
                <a:spLocks/>
              </p:cNvSpPr>
              <p:nvPr/>
            </p:nvSpPr>
            <p:spPr bwMode="auto">
              <a:xfrm>
                <a:off x="7544594" y="5345750"/>
                <a:ext cx="38100" cy="41275"/>
              </a:xfrm>
              <a:custGeom>
                <a:avLst/>
                <a:gdLst>
                  <a:gd name="T0" fmla="*/ 0 w 16"/>
                  <a:gd name="T1" fmla="*/ 5 h 17"/>
                  <a:gd name="T2" fmla="*/ 15 w 16"/>
                  <a:gd name="T3" fmla="*/ 17 h 17"/>
                  <a:gd name="T4" fmla="*/ 16 w 16"/>
                  <a:gd name="T5" fmla="*/ 17 h 17"/>
                  <a:gd name="T6" fmla="*/ 16 w 16"/>
                  <a:gd name="T7" fmla="*/ 0 h 17"/>
                  <a:gd name="T8" fmla="*/ 0 w 16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5"/>
                    </a:moveTo>
                    <a:cubicBezTo>
                      <a:pt x="3" y="13"/>
                      <a:pt x="8" y="17"/>
                      <a:pt x="15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0"/>
                      <a:pt x="3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5" name="Oval 252"/>
              <p:cNvSpPr>
                <a:spLocks noChangeArrowheads="1"/>
              </p:cNvSpPr>
              <p:nvPr/>
            </p:nvSpPr>
            <p:spPr bwMode="auto">
              <a:xfrm>
                <a:off x="7563644" y="5360037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6" name="Freeform 253"/>
              <p:cNvSpPr>
                <a:spLocks/>
              </p:cNvSpPr>
              <p:nvPr/>
            </p:nvSpPr>
            <p:spPr bwMode="auto">
              <a:xfrm>
                <a:off x="7592219" y="5360037"/>
                <a:ext cx="11113" cy="12700"/>
              </a:xfrm>
              <a:custGeom>
                <a:avLst/>
                <a:gdLst>
                  <a:gd name="T0" fmla="*/ 5 w 5"/>
                  <a:gd name="T1" fmla="*/ 2 h 5"/>
                  <a:gd name="T2" fmla="*/ 2 w 5"/>
                  <a:gd name="T3" fmla="*/ 5 h 5"/>
                  <a:gd name="T4" fmla="*/ 0 w 5"/>
                  <a:gd name="T5" fmla="*/ 2 h 5"/>
                  <a:gd name="T6" fmla="*/ 2 w 5"/>
                  <a:gd name="T7" fmla="*/ 0 h 5"/>
                  <a:gd name="T8" fmla="*/ 5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3"/>
                      <a:pt x="4" y="4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0" name="Freeform 243"/>
              <p:cNvSpPr>
                <a:spLocks/>
              </p:cNvSpPr>
              <p:nvPr/>
            </p:nvSpPr>
            <p:spPr bwMode="auto">
              <a:xfrm>
                <a:off x="7502525" y="5240656"/>
                <a:ext cx="58738" cy="39688"/>
              </a:xfrm>
              <a:custGeom>
                <a:avLst/>
                <a:gdLst>
                  <a:gd name="T0" fmla="*/ 13 w 25"/>
                  <a:gd name="T1" fmla="*/ 3 h 17"/>
                  <a:gd name="T2" fmla="*/ 25 w 25"/>
                  <a:gd name="T3" fmla="*/ 17 h 17"/>
                  <a:gd name="T4" fmla="*/ 0 w 25"/>
                  <a:gd name="T5" fmla="*/ 2 h 17"/>
                  <a:gd name="T6" fmla="*/ 13 w 25"/>
                  <a:gd name="T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13" y="3"/>
                    </a:moveTo>
                    <a:cubicBezTo>
                      <a:pt x="18" y="6"/>
                      <a:pt x="23" y="12"/>
                      <a:pt x="25" y="1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1" name="Freeform 244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7625"/>
              </a:xfrm>
              <a:custGeom>
                <a:avLst/>
                <a:gdLst>
                  <a:gd name="T0" fmla="*/ 0 w 25"/>
                  <a:gd name="T1" fmla="*/ 18 h 20"/>
                  <a:gd name="T2" fmla="*/ 12 w 25"/>
                  <a:gd name="T3" fmla="*/ 4 h 20"/>
                  <a:gd name="T4" fmla="*/ 25 w 25"/>
                  <a:gd name="T5" fmla="*/ 2 h 20"/>
                  <a:gd name="T6" fmla="*/ 14 w 25"/>
                  <a:gd name="T7" fmla="*/ 17 h 20"/>
                  <a:gd name="T8" fmla="*/ 0 w 25"/>
                  <a:gd name="T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0" y="18"/>
                    </a:moveTo>
                    <a:cubicBezTo>
                      <a:pt x="3" y="12"/>
                      <a:pt x="7" y="7"/>
                      <a:pt x="12" y="4"/>
                    </a:cubicBezTo>
                    <a:cubicBezTo>
                      <a:pt x="17" y="0"/>
                      <a:pt x="22" y="0"/>
                      <a:pt x="25" y="2"/>
                    </a:cubicBezTo>
                    <a:cubicBezTo>
                      <a:pt x="23" y="8"/>
                      <a:pt x="19" y="14"/>
                      <a:pt x="14" y="17"/>
                    </a:cubicBezTo>
                    <a:cubicBezTo>
                      <a:pt x="9" y="20"/>
                      <a:pt x="4" y="20"/>
                      <a:pt x="0" y="18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2" name="Freeform 245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2863"/>
              </a:xfrm>
              <a:custGeom>
                <a:avLst/>
                <a:gdLst>
                  <a:gd name="T0" fmla="*/ 12 w 25"/>
                  <a:gd name="T1" fmla="*/ 4 h 18"/>
                  <a:gd name="T2" fmla="*/ 0 w 25"/>
                  <a:gd name="T3" fmla="*/ 18 h 18"/>
                  <a:gd name="T4" fmla="*/ 25 w 25"/>
                  <a:gd name="T5" fmla="*/ 2 h 18"/>
                  <a:gd name="T6" fmla="*/ 12 w 25"/>
                  <a:gd name="T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8">
                    <a:moveTo>
                      <a:pt x="12" y="4"/>
                    </a:moveTo>
                    <a:cubicBezTo>
                      <a:pt x="7" y="7"/>
                      <a:pt x="3" y="12"/>
                      <a:pt x="0" y="18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2" y="0"/>
                      <a:pt x="17" y="0"/>
                      <a:pt x="12" y="4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3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70807" y="139137"/>
            <a:ext cx="10012808" cy="13088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上个月企业效益爆棚，管理层决定奖励大家一场别开生面的团建活动。问题来了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——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你们会选择去哪里？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816547" y="1836107"/>
            <a:ext cx="9441283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lvl="0" indent="-457200">
              <a:lnSpc>
                <a:spcPct val="250000"/>
              </a:lnSpc>
              <a:buFont typeface="+mj-lt"/>
              <a:buAutoNum type="alphaUcPeriod"/>
            </a:pP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飞跃大洋去美国</a:t>
            </a:r>
            <a:endParaRPr lang="en-US" altLang="zh-CN" sz="24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lvl="0" indent="-457200">
              <a:lnSpc>
                <a:spcPct val="250000"/>
              </a:lnSpc>
              <a:buFont typeface="+mj-lt"/>
              <a:buAutoNum type="alphaUcPeriod"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去新疆阿勒泰骑马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公司楼下的马路边种树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45334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423624" y="1219250"/>
            <a:ext cx="3566567" cy="84023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4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4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4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4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 </a:t>
            </a:r>
          </a:p>
          <a:p>
            <a:pPr marL="457200" marR="0" lvl="0" indent="-457200" algn="l" defTabSz="914400" rtl="0" eaLnBrk="1" fontAlgn="auto" latinLnBrk="0" hangingPunct="1">
              <a:lnSpc>
                <a:spcPct val="4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900" name="组合 899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2264423" y="2666206"/>
            <a:ext cx="4948286" cy="1001393"/>
            <a:chOff x="2450203" y="1936425"/>
            <a:chExt cx="4948286" cy="1001393"/>
          </a:xfrm>
        </p:grpSpPr>
        <p:sp>
          <p:nvSpPr>
            <p:cNvPr id="899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-5</a:t>
              </a:r>
            </a:p>
          </p:txBody>
        </p:sp>
        <p:pic>
          <p:nvPicPr>
            <p:cNvPr id="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-5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901" name="组合 90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2264423" y="3947729"/>
            <a:ext cx="4948286" cy="1001393"/>
            <a:chOff x="2450203" y="1936425"/>
            <a:chExt cx="4948286" cy="1001393"/>
          </a:xfrm>
        </p:grpSpPr>
        <p:sp>
          <p:nvSpPr>
            <p:cNvPr id="902" name="矩形: 圆角 901">
              <a:extLst>
                <a:ext uri="{FF2B5EF4-FFF2-40B4-BE49-F238E27FC236}">
                  <a16:creationId xmlns:a16="http://schemas.microsoft.com/office/drawing/2014/main" id="{F096A603-017D-21B2-9597-52E9F9DE2322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4" name="文本框 90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90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B59245E-E8FA-3D4F-6D8B-767097872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75933" y="2033721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0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3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43" name="文本框 42">
            <a:extLst>
              <a:ext uri="{FF2B5EF4-FFF2-40B4-BE49-F238E27FC236}">
                <a16:creationId xmlns:a16="http://schemas.microsoft.com/office/drawing/2014/main" id="{B0134E3D-29D9-405D-C311-B320B61A11BE}"/>
              </a:ext>
            </a:extLst>
          </p:cNvPr>
          <p:cNvSpPr txBox="1"/>
          <p:nvPr/>
        </p:nvSpPr>
        <p:spPr>
          <a:xfrm>
            <a:off x="5830990" y="4195295"/>
            <a:ext cx="8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24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-1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0</a:t>
            </a:r>
          </a:p>
        </p:txBody>
      </p:sp>
      <p:grpSp>
        <p:nvGrpSpPr>
          <p:cNvPr id="44" name="组合 43">
            <a:extLst>
              <a:ext uri="{FF2B5EF4-FFF2-40B4-BE49-F238E27FC236}">
                <a16:creationId xmlns:a16="http://schemas.microsoft.com/office/drawing/2014/main" id="{DF95F5E2-CEC8-8414-EDC1-46E4AC11098D}"/>
              </a:ext>
            </a:extLst>
          </p:cNvPr>
          <p:cNvGrpSpPr/>
          <p:nvPr/>
        </p:nvGrpSpPr>
        <p:grpSpPr>
          <a:xfrm>
            <a:off x="2264423" y="5323104"/>
            <a:ext cx="4948286" cy="1001393"/>
            <a:chOff x="2450203" y="1936425"/>
            <a:chExt cx="4948286" cy="1001393"/>
          </a:xfrm>
        </p:grpSpPr>
        <p:sp>
          <p:nvSpPr>
            <p:cNvPr id="45" name="矩形: 圆角 44">
              <a:extLst>
                <a:ext uri="{FF2B5EF4-FFF2-40B4-BE49-F238E27FC236}">
                  <a16:creationId xmlns:a16="http://schemas.microsoft.com/office/drawing/2014/main" id="{92513A86-5BA8-71DB-1799-C21CD0D05C89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" name="矩形: 圆角 45">
              <a:extLst>
                <a:ext uri="{FF2B5EF4-FFF2-40B4-BE49-F238E27FC236}">
                  <a16:creationId xmlns:a16="http://schemas.microsoft.com/office/drawing/2014/main" id="{F4B4384A-5D4A-D9C7-8902-5F3AAD834423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" name="文本框 46">
              <a:extLst>
                <a:ext uri="{FF2B5EF4-FFF2-40B4-BE49-F238E27FC236}">
                  <a16:creationId xmlns:a16="http://schemas.microsoft.com/office/drawing/2014/main" id="{F6780541-DDCC-ECA9-E90F-991EEE0E1C8D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48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30BC2DD-E01F-B11F-AFEC-F86CE040E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75933" y="2033721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9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8024D027-400F-327B-13AA-FD104424C1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0" name="文本框 49">
            <a:extLst>
              <a:ext uri="{FF2B5EF4-FFF2-40B4-BE49-F238E27FC236}">
                <a16:creationId xmlns:a16="http://schemas.microsoft.com/office/drawing/2014/main" id="{D8B5E706-42B8-1215-E499-0D5DF885CA64}"/>
              </a:ext>
            </a:extLst>
          </p:cNvPr>
          <p:cNvSpPr txBox="1"/>
          <p:nvPr/>
        </p:nvSpPr>
        <p:spPr>
          <a:xfrm>
            <a:off x="5830990" y="5539952"/>
            <a:ext cx="8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+5</a:t>
            </a:r>
          </a:p>
        </p:txBody>
      </p:sp>
      <p:sp>
        <p:nvSpPr>
          <p:cNvPr id="909" name="文本框 908">
            <a:extLst>
              <a:ext uri="{FF2B5EF4-FFF2-40B4-BE49-F238E27FC236}">
                <a16:creationId xmlns:a16="http://schemas.microsoft.com/office/drawing/2014/main" id="{E2963F80-4C63-B25A-9027-D9402143DC30}"/>
              </a:ext>
            </a:extLst>
          </p:cNvPr>
          <p:cNvSpPr txBox="1"/>
          <p:nvPr/>
        </p:nvSpPr>
        <p:spPr>
          <a:xfrm>
            <a:off x="2223936" y="1780912"/>
            <a:ext cx="5932434" cy="7752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董事长的签证被拒了，团建活动改为去北京环球影城</a:t>
            </a:r>
            <a:endParaRPr kumimoji="0" lang="zh-CN" altLang="en-US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50578C7A-91D6-302F-A6EA-585A9B5F3A9D}"/>
              </a:ext>
            </a:extLst>
          </p:cNvPr>
          <p:cNvSpPr txBox="1"/>
          <p:nvPr/>
        </p:nvSpPr>
        <p:spPr>
          <a:xfrm>
            <a:off x="1765237" y="201941"/>
            <a:ext cx="10012808" cy="13088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上个月企业效益爆棚，管理层决定奖励大家一场别开生面的团建活动。问题来了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——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你们会选择去哪里？</a:t>
            </a:r>
          </a:p>
        </p:txBody>
      </p:sp>
    </p:spTree>
    <p:extLst>
      <p:ext uri="{BB962C8B-B14F-4D97-AF65-F5344CB8AC3E}">
        <p14:creationId xmlns:p14="http://schemas.microsoft.com/office/powerpoint/2010/main" val="2910042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3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2250759" y="-22019"/>
            <a:ext cx="10012808" cy="2699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突发事件</a:t>
            </a:r>
            <a:r>
              <a:rPr kumimoji="0" lang="en-US" altLang="zh-CN" sz="6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: </a:t>
            </a:r>
            <a:r>
              <a:rPr lang="zh-CN" altLang="en-US" sz="6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疫情爆发</a:t>
            </a:r>
            <a:r>
              <a:rPr lang="en-US" altLang="zh-CN" sz="6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!!!</a:t>
            </a: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6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816547" y="1836107"/>
            <a:ext cx="9441283" cy="858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FA6EB60E-5ED5-3909-E7E5-48982BAB5381}"/>
              </a:ext>
            </a:extLst>
          </p:cNvPr>
          <p:cNvSpPr txBox="1"/>
          <p:nvPr/>
        </p:nvSpPr>
        <p:spPr>
          <a:xfrm>
            <a:off x="666487" y="1345845"/>
            <a:ext cx="7427675" cy="32125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A. </a:t>
            </a: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去环球影城的员工，由于人群密集，部分不幸感染</a:t>
            </a:r>
            <a:endParaRPr lang="en-US" altLang="zh-CN" sz="24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300000"/>
              </a:lnSpc>
            </a:pP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B. </a:t>
            </a: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去新疆骑马团建的员工因疫情爆发被困在酒店隔离</a:t>
            </a:r>
            <a:endParaRPr lang="en-US" altLang="zh-CN" sz="24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C. </a:t>
            </a: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在公司楼下种树的员工没有受到影响</a:t>
            </a:r>
          </a:p>
        </p:txBody>
      </p:sp>
      <p:grpSp>
        <p:nvGrpSpPr>
          <p:cNvPr id="44" name="组合 43">
            <a:extLst>
              <a:ext uri="{FF2B5EF4-FFF2-40B4-BE49-F238E27FC236}">
                <a16:creationId xmlns:a16="http://schemas.microsoft.com/office/drawing/2014/main" id="{A5D9B0B2-DDDF-DA13-D664-0E37D4A9D6D8}"/>
              </a:ext>
            </a:extLst>
          </p:cNvPr>
          <p:cNvGrpSpPr/>
          <p:nvPr/>
        </p:nvGrpSpPr>
        <p:grpSpPr>
          <a:xfrm>
            <a:off x="8257048" y="1578512"/>
            <a:ext cx="2513153" cy="1001393"/>
            <a:chOff x="8439238" y="1603097"/>
            <a:chExt cx="2513153" cy="1001393"/>
          </a:xfrm>
        </p:grpSpPr>
        <p:sp>
          <p:nvSpPr>
            <p:cNvPr id="35" name="矩形: 圆角 34">
              <a:extLst>
                <a:ext uri="{FF2B5EF4-FFF2-40B4-BE49-F238E27FC236}">
                  <a16:creationId xmlns:a16="http://schemas.microsoft.com/office/drawing/2014/main" id="{4EC07CCF-5292-6C4F-0D92-66BE20CF7D42}"/>
                </a:ext>
              </a:extLst>
            </p:cNvPr>
            <p:cNvSpPr/>
            <p:nvPr/>
          </p:nvSpPr>
          <p:spPr>
            <a:xfrm>
              <a:off x="8439238" y="1603097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EB6A8B6-47DA-B2D4-B058-C4020721AAFF}"/>
                </a:ext>
              </a:extLst>
            </p:cNvPr>
            <p:cNvSpPr txBox="1"/>
            <p:nvPr/>
          </p:nvSpPr>
          <p:spPr>
            <a:xfrm>
              <a:off x="9550497" y="1851875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-5</a:t>
              </a:r>
            </a:p>
          </p:txBody>
        </p:sp>
        <p:pic>
          <p:nvPicPr>
            <p:cNvPr id="38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DDA64D7C-47F7-9973-F704-91432F09B2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30497" y="1736838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53432A6E-2EA1-E378-77F1-B065230B5674}"/>
                </a:ext>
              </a:extLst>
            </p:cNvPr>
            <p:cNvSpPr txBox="1"/>
            <p:nvPr/>
          </p:nvSpPr>
          <p:spPr>
            <a:xfrm>
              <a:off x="8891788" y="2041707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40" name="矩形: 圆角 39">
            <a:extLst>
              <a:ext uri="{FF2B5EF4-FFF2-40B4-BE49-F238E27FC236}">
                <a16:creationId xmlns:a16="http://schemas.microsoft.com/office/drawing/2014/main" id="{11EF3F6F-A8B2-EE12-B885-A4D237639C2A}"/>
              </a:ext>
            </a:extLst>
          </p:cNvPr>
          <p:cNvSpPr/>
          <p:nvPr/>
        </p:nvSpPr>
        <p:spPr>
          <a:xfrm>
            <a:off x="8247112" y="2772598"/>
            <a:ext cx="2222518" cy="100139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4DBA8856-9C6B-46F5-80C0-529BE0CEDC44}"/>
              </a:ext>
            </a:extLst>
          </p:cNvPr>
          <p:cNvSpPr txBox="1"/>
          <p:nvPr/>
        </p:nvSpPr>
        <p:spPr>
          <a:xfrm>
            <a:off x="9358371" y="3021376"/>
            <a:ext cx="8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-10</a:t>
            </a:r>
          </a:p>
        </p:txBody>
      </p:sp>
      <p:pic>
        <p:nvPicPr>
          <p:cNvPr id="42" name="Picture 4" descr="金币icon元素_免抠素材_PNG图片下载-摄图网">
            <a:extLst>
              <a:ext uri="{FF2B5EF4-FFF2-40B4-BE49-F238E27FC236}">
                <a16:creationId xmlns:a16="http://schemas.microsoft.com/office/drawing/2014/main" id="{75512367-929C-53E0-ED30-C0A785B6E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38371" y="2906339"/>
            <a:ext cx="720000" cy="72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" name="文本框 42">
            <a:extLst>
              <a:ext uri="{FF2B5EF4-FFF2-40B4-BE49-F238E27FC236}">
                <a16:creationId xmlns:a16="http://schemas.microsoft.com/office/drawing/2014/main" id="{8844782B-FE10-22EA-C8E1-F0845AFC9DF4}"/>
              </a:ext>
            </a:extLst>
          </p:cNvPr>
          <p:cNvSpPr txBox="1"/>
          <p:nvPr/>
        </p:nvSpPr>
        <p:spPr>
          <a:xfrm>
            <a:off x="8699662" y="3211208"/>
            <a:ext cx="2060603" cy="5627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1026" name="Picture 2" descr="News Flash • Edwardsville, KS • CivicEngage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8726" y="3907732"/>
            <a:ext cx="3141807" cy="29261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88014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noProof="0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4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70807" y="139137"/>
            <a:ext cx="10012808" cy="1955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突如其来的疫情爆发引发了公共卫生危机，政府需要迅速决策以应对当前的紧急情况。企业的生产和运营将受到政府政策的直接影响，你们将如何决策？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549807" y="2366387"/>
            <a:ext cx="9441283" cy="17813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lvl="0" indent="-457200">
              <a:lnSpc>
                <a:spcPct val="250000"/>
              </a:lnSpc>
              <a:buFont typeface="+mj-lt"/>
              <a:buAutoNum type="alphaUcPeriod"/>
            </a:pP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停工停产：</a:t>
            </a:r>
            <a:r>
              <a:rPr lang="zh-CN" altLang="en-US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暂停所有生产活动</a:t>
            </a:r>
            <a:endParaRPr lang="en-US" altLang="zh-CN" sz="2400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lvl="0" indent="-457200">
              <a:lnSpc>
                <a:spcPct val="250000"/>
              </a:lnSpc>
              <a:buFont typeface="+mj-lt"/>
              <a:buAutoNum type="alphaUcPeriod"/>
            </a:pP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继续正常生产：</a:t>
            </a:r>
            <a:r>
              <a:rPr lang="zh-CN" altLang="en-US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允许企业继续正常运营</a:t>
            </a:r>
            <a:endParaRPr kumimoji="0" lang="zh-CN" altLang="en-US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362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5525" y="4301143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97608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5589979" y="1921246"/>
            <a:ext cx="3566567" cy="54285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R="0" lvl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B1.</a:t>
            </a:r>
          </a:p>
          <a:p>
            <a:pPr marR="0" lvl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B2.</a:t>
            </a:r>
          </a:p>
          <a:p>
            <a:pPr marR="0" lvl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B3.  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900" name="组合 899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6507415" y="2180964"/>
            <a:ext cx="4948286" cy="1001393"/>
            <a:chOff x="2450203" y="1936425"/>
            <a:chExt cx="4948286" cy="1001393"/>
          </a:xfrm>
        </p:grpSpPr>
        <p:sp>
          <p:nvSpPr>
            <p:cNvPr id="899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-10</a:t>
              </a:r>
            </a:p>
          </p:txBody>
        </p:sp>
        <p:pic>
          <p:nvPicPr>
            <p:cNvPr id="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901" name="组合 90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6507415" y="3381560"/>
            <a:ext cx="4948286" cy="1001393"/>
            <a:chOff x="2450203" y="1936425"/>
            <a:chExt cx="4948286" cy="1001393"/>
          </a:xfrm>
        </p:grpSpPr>
        <p:sp>
          <p:nvSpPr>
            <p:cNvPr id="902" name="矩形: 圆角 901">
              <a:extLst>
                <a:ext uri="{FF2B5EF4-FFF2-40B4-BE49-F238E27FC236}">
                  <a16:creationId xmlns:a16="http://schemas.microsoft.com/office/drawing/2014/main" id="{F096A603-017D-21B2-9597-52E9F9DE2322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4" name="文本框 90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90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B59245E-E8FA-3D4F-6D8B-767097872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75933" y="2033721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0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noProof="0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4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42" name="文本框 41">
            <a:extLst>
              <a:ext uri="{FF2B5EF4-FFF2-40B4-BE49-F238E27FC236}">
                <a16:creationId xmlns:a16="http://schemas.microsoft.com/office/drawing/2014/main" id="{2D37CACA-638D-807A-932F-563DF196793E}"/>
              </a:ext>
            </a:extLst>
          </p:cNvPr>
          <p:cNvSpPr txBox="1"/>
          <p:nvPr/>
        </p:nvSpPr>
        <p:spPr>
          <a:xfrm>
            <a:off x="1770807" y="139137"/>
            <a:ext cx="10012808" cy="1955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突如其来的疫情爆发引发了公共卫生危机，政府需要迅速决策以应对当前的紧急情况。企业的生产和运营将受到政府政策的直接影响，你们将如何决策？</a:t>
            </a:r>
          </a:p>
        </p:txBody>
      </p:sp>
      <p:sp>
        <p:nvSpPr>
          <p:cNvPr id="43" name="文本框 42">
            <a:extLst>
              <a:ext uri="{FF2B5EF4-FFF2-40B4-BE49-F238E27FC236}">
                <a16:creationId xmlns:a16="http://schemas.microsoft.com/office/drawing/2014/main" id="{B0134E3D-29D9-405D-C311-B320B61A11BE}"/>
              </a:ext>
            </a:extLst>
          </p:cNvPr>
          <p:cNvSpPr txBox="1"/>
          <p:nvPr/>
        </p:nvSpPr>
        <p:spPr>
          <a:xfrm>
            <a:off x="10099930" y="3631465"/>
            <a:ext cx="8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24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+0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44" name="组合 43">
            <a:extLst>
              <a:ext uri="{FF2B5EF4-FFF2-40B4-BE49-F238E27FC236}">
                <a16:creationId xmlns:a16="http://schemas.microsoft.com/office/drawing/2014/main" id="{DF95F5E2-CEC8-8414-EDC1-46E4AC11098D}"/>
              </a:ext>
            </a:extLst>
          </p:cNvPr>
          <p:cNvGrpSpPr/>
          <p:nvPr/>
        </p:nvGrpSpPr>
        <p:grpSpPr>
          <a:xfrm>
            <a:off x="6502592" y="4520204"/>
            <a:ext cx="4948286" cy="1001393"/>
            <a:chOff x="2450203" y="1936425"/>
            <a:chExt cx="4948286" cy="1001393"/>
          </a:xfrm>
        </p:grpSpPr>
        <p:sp>
          <p:nvSpPr>
            <p:cNvPr id="45" name="矩形: 圆角 44">
              <a:extLst>
                <a:ext uri="{FF2B5EF4-FFF2-40B4-BE49-F238E27FC236}">
                  <a16:creationId xmlns:a16="http://schemas.microsoft.com/office/drawing/2014/main" id="{92513A86-5BA8-71DB-1799-C21CD0D05C89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" name="矩形: 圆角 45">
              <a:extLst>
                <a:ext uri="{FF2B5EF4-FFF2-40B4-BE49-F238E27FC236}">
                  <a16:creationId xmlns:a16="http://schemas.microsoft.com/office/drawing/2014/main" id="{F4B4384A-5D4A-D9C7-8902-5F3AAD834423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" name="文本框 46">
              <a:extLst>
                <a:ext uri="{FF2B5EF4-FFF2-40B4-BE49-F238E27FC236}">
                  <a16:creationId xmlns:a16="http://schemas.microsoft.com/office/drawing/2014/main" id="{F6780541-DDCC-ECA9-E90F-991EEE0E1C8D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-5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48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30BC2DD-E01F-B11F-AFEC-F86CE040E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75933" y="2033721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9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8024D027-400F-327B-13AA-FD104424C1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0" name="文本框 49">
            <a:extLst>
              <a:ext uri="{FF2B5EF4-FFF2-40B4-BE49-F238E27FC236}">
                <a16:creationId xmlns:a16="http://schemas.microsoft.com/office/drawing/2014/main" id="{D8B5E706-42B8-1215-E499-0D5DF885CA64}"/>
              </a:ext>
            </a:extLst>
          </p:cNvPr>
          <p:cNvSpPr txBox="1"/>
          <p:nvPr/>
        </p:nvSpPr>
        <p:spPr>
          <a:xfrm>
            <a:off x="10095107" y="4770109"/>
            <a:ext cx="8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24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+0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51" name="组合 50">
            <a:extLst>
              <a:ext uri="{FF2B5EF4-FFF2-40B4-BE49-F238E27FC236}">
                <a16:creationId xmlns:a16="http://schemas.microsoft.com/office/drawing/2014/main" id="{7BDF163D-B5C7-F95D-B216-7B48F107BE8E}"/>
              </a:ext>
            </a:extLst>
          </p:cNvPr>
          <p:cNvGrpSpPr/>
          <p:nvPr/>
        </p:nvGrpSpPr>
        <p:grpSpPr>
          <a:xfrm>
            <a:off x="6497625" y="5674206"/>
            <a:ext cx="4948286" cy="1001393"/>
            <a:chOff x="2450203" y="1936425"/>
            <a:chExt cx="4948286" cy="1001393"/>
          </a:xfrm>
        </p:grpSpPr>
        <p:sp>
          <p:nvSpPr>
            <p:cNvPr id="52" name="矩形: 圆角 51">
              <a:extLst>
                <a:ext uri="{FF2B5EF4-FFF2-40B4-BE49-F238E27FC236}">
                  <a16:creationId xmlns:a16="http://schemas.microsoft.com/office/drawing/2014/main" id="{97D19868-BD9C-61B6-829A-17BDAC731B8C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" name="矩形: 圆角 52">
              <a:extLst>
                <a:ext uri="{FF2B5EF4-FFF2-40B4-BE49-F238E27FC236}">
                  <a16:creationId xmlns:a16="http://schemas.microsoft.com/office/drawing/2014/main" id="{B2BFA928-B34F-0340-9F33-8B33A8EB1634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" name="文本框 53">
              <a:extLst>
                <a:ext uri="{FF2B5EF4-FFF2-40B4-BE49-F238E27FC236}">
                  <a16:creationId xmlns:a16="http://schemas.microsoft.com/office/drawing/2014/main" id="{C2A1E2F7-D072-1A41-C2AB-84B4CDE7099C}"/>
                </a:ext>
              </a:extLst>
            </p:cNvPr>
            <p:cNvSpPr txBox="1"/>
            <p:nvPr/>
          </p:nvSpPr>
          <p:spPr>
            <a:xfrm>
              <a:off x="3628309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5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3CC0C48F-0695-4835-05EF-5A38BD95FF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75933" y="2033721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8F0B2631-B95C-B465-AFF2-14F1702C9E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7" name="文本框 56">
            <a:extLst>
              <a:ext uri="{FF2B5EF4-FFF2-40B4-BE49-F238E27FC236}">
                <a16:creationId xmlns:a16="http://schemas.microsoft.com/office/drawing/2014/main" id="{B2ABB67D-5D8A-132A-DBEE-E2DE854B9A4A}"/>
              </a:ext>
            </a:extLst>
          </p:cNvPr>
          <p:cNvSpPr txBox="1"/>
          <p:nvPr/>
        </p:nvSpPr>
        <p:spPr>
          <a:xfrm>
            <a:off x="10090140" y="5924111"/>
            <a:ext cx="8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24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+0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909" name="文本框 908">
            <a:extLst>
              <a:ext uri="{FF2B5EF4-FFF2-40B4-BE49-F238E27FC236}">
                <a16:creationId xmlns:a16="http://schemas.microsoft.com/office/drawing/2014/main" id="{E2963F80-4C63-B25A-9027-D9402143DC30}"/>
              </a:ext>
            </a:extLst>
          </p:cNvPr>
          <p:cNvSpPr txBox="1"/>
          <p:nvPr/>
        </p:nvSpPr>
        <p:spPr>
          <a:xfrm>
            <a:off x="916946" y="3266119"/>
            <a:ext cx="4606186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300000"/>
              </a:lnSpc>
            </a:pP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若政府选择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，请各企业继续掷骰子决定：</a:t>
            </a:r>
            <a:endParaRPr lang="en-US" altLang="zh-CN" sz="16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300000"/>
              </a:lnSpc>
            </a:pP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结果为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1,2——B1 </a:t>
            </a: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员工大规模阳了，无法工作</a:t>
            </a:r>
            <a:endParaRPr lang="en-US" altLang="zh-CN" sz="16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300000"/>
              </a:lnSpc>
            </a:pP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结果为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3,4——B2 </a:t>
            </a: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部分员工阳了，效率下降</a:t>
            </a:r>
            <a:endParaRPr lang="en-US" altLang="zh-CN" sz="16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300000"/>
              </a:lnSpc>
            </a:pP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结果为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5,6——B3 </a:t>
            </a: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大家都是天选打工人</a:t>
            </a:r>
            <a:endParaRPr lang="en-US" altLang="zh-CN" sz="16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300000"/>
              </a:lnSpc>
            </a:pPr>
            <a:endParaRPr lang="zh-CN" alt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42000056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5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63925" y="186667"/>
            <a:ext cx="10012808" cy="14826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公司面临是否在厂房屋顶安装光伏系统的选择，决策会影响未来的能源使用方式和电力费用，你们的选择是？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542162" y="2034132"/>
            <a:ext cx="11327825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不安装光伏：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继续维持现状，从电网买电，不在厂房屋顶安装光伏系统</a:t>
            </a:r>
            <a:endParaRPr kumimoji="0" lang="en-US" altLang="zh-CN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全额上网模式：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光伏发电全部并入电网售电，企业不自用，通过售电获取收益</a:t>
            </a:r>
            <a:endParaRPr kumimoji="0" lang="en-US" altLang="zh-CN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自发自用，余电上网模式：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企业优先使用光伏系统产生的电力，剩余的电力送入电网，企业可以获得额外收入</a:t>
            </a: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FE79DFE0-BE12-8067-A5E7-E35930C7893A}"/>
              </a:ext>
            </a:extLst>
          </p:cNvPr>
          <p:cNvGrpSpPr/>
          <p:nvPr/>
        </p:nvGrpSpPr>
        <p:grpSpPr>
          <a:xfrm>
            <a:off x="8125550" y="4109126"/>
            <a:ext cx="3744437" cy="2562207"/>
            <a:chOff x="252375" y="1153795"/>
            <a:chExt cx="5625909" cy="4934137"/>
          </a:xfrm>
        </p:grpSpPr>
        <p:grpSp>
          <p:nvGrpSpPr>
            <p:cNvPr id="35" name="组合 34">
              <a:extLst>
                <a:ext uri="{FF2B5EF4-FFF2-40B4-BE49-F238E27FC236}">
                  <a16:creationId xmlns:a16="http://schemas.microsoft.com/office/drawing/2014/main" id="{DB7614E7-DA9C-C461-F026-1072B1CBF7B6}"/>
                </a:ext>
              </a:extLst>
            </p:cNvPr>
            <p:cNvGrpSpPr/>
            <p:nvPr/>
          </p:nvGrpSpPr>
          <p:grpSpPr>
            <a:xfrm>
              <a:off x="5020854" y="1367160"/>
              <a:ext cx="857430" cy="857430"/>
              <a:chOff x="5020854" y="1367160"/>
              <a:chExt cx="857430" cy="857430"/>
            </a:xfrm>
          </p:grpSpPr>
          <p:sp>
            <p:nvSpPr>
              <p:cNvPr id="1163" name="Freeform 33">
                <a:extLst>
                  <a:ext uri="{FF2B5EF4-FFF2-40B4-BE49-F238E27FC236}">
                    <a16:creationId xmlns:a16="http://schemas.microsoft.com/office/drawing/2014/main" id="{669FE67E-5E9B-FE69-6C37-644E67066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642" y="1613948"/>
                <a:ext cx="367018" cy="363854"/>
              </a:xfrm>
              <a:custGeom>
                <a:avLst/>
                <a:gdLst>
                  <a:gd name="T0" fmla="*/ 97 w 98"/>
                  <a:gd name="T1" fmla="*/ 49 h 97"/>
                  <a:gd name="T2" fmla="*/ 48 w 98"/>
                  <a:gd name="T3" fmla="*/ 97 h 97"/>
                  <a:gd name="T4" fmla="*/ 0 w 98"/>
                  <a:gd name="T5" fmla="*/ 48 h 97"/>
                  <a:gd name="T6" fmla="*/ 50 w 98"/>
                  <a:gd name="T7" fmla="*/ 0 h 97"/>
                  <a:gd name="T8" fmla="*/ 97 w 98"/>
                  <a:gd name="T9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97">
                    <a:moveTo>
                      <a:pt x="97" y="49"/>
                    </a:moveTo>
                    <a:cubicBezTo>
                      <a:pt x="97" y="76"/>
                      <a:pt x="75" y="97"/>
                      <a:pt x="48" y="97"/>
                    </a:cubicBezTo>
                    <a:cubicBezTo>
                      <a:pt x="22" y="96"/>
                      <a:pt x="0" y="74"/>
                      <a:pt x="0" y="48"/>
                    </a:cubicBezTo>
                    <a:cubicBezTo>
                      <a:pt x="1" y="21"/>
                      <a:pt x="23" y="0"/>
                      <a:pt x="50" y="0"/>
                    </a:cubicBezTo>
                    <a:cubicBezTo>
                      <a:pt x="76" y="0"/>
                      <a:pt x="98" y="22"/>
                      <a:pt x="97" y="49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4" name="Freeform 34">
                <a:extLst>
                  <a:ext uri="{FF2B5EF4-FFF2-40B4-BE49-F238E27FC236}">
                    <a16:creationId xmlns:a16="http://schemas.microsoft.com/office/drawing/2014/main" id="{EAF9CB1C-22EB-2CCE-633D-D5B83E131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7987" y="1613948"/>
                <a:ext cx="186673" cy="363854"/>
              </a:xfrm>
              <a:custGeom>
                <a:avLst/>
                <a:gdLst>
                  <a:gd name="T0" fmla="*/ 49 w 50"/>
                  <a:gd name="T1" fmla="*/ 49 h 97"/>
                  <a:gd name="T2" fmla="*/ 2 w 50"/>
                  <a:gd name="T3" fmla="*/ 0 h 97"/>
                  <a:gd name="T4" fmla="*/ 0 w 50"/>
                  <a:gd name="T5" fmla="*/ 97 h 97"/>
                  <a:gd name="T6" fmla="*/ 49 w 50"/>
                  <a:gd name="T7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97">
                    <a:moveTo>
                      <a:pt x="49" y="49"/>
                    </a:moveTo>
                    <a:cubicBezTo>
                      <a:pt x="50" y="22"/>
                      <a:pt x="28" y="0"/>
                      <a:pt x="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27" y="97"/>
                      <a:pt x="49" y="76"/>
                      <a:pt x="49" y="49"/>
                    </a:cubicBezTo>
                    <a:close/>
                  </a:path>
                </a:pathLst>
              </a:custGeom>
              <a:solidFill>
                <a:srgbClr val="EAE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5" name="Freeform 35">
                <a:extLst>
                  <a:ext uri="{FF2B5EF4-FFF2-40B4-BE49-F238E27FC236}">
                    <a16:creationId xmlns:a16="http://schemas.microsoft.com/office/drawing/2014/main" id="{1D1EC7FF-9284-F2BA-6939-AE6E68371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8956" y="1778473"/>
                <a:ext cx="199328" cy="41131"/>
              </a:xfrm>
              <a:custGeom>
                <a:avLst/>
                <a:gdLst>
                  <a:gd name="T0" fmla="*/ 48 w 53"/>
                  <a:gd name="T1" fmla="*/ 0 h 11"/>
                  <a:gd name="T2" fmla="*/ 5 w 53"/>
                  <a:gd name="T3" fmla="*/ 0 h 11"/>
                  <a:gd name="T4" fmla="*/ 0 w 53"/>
                  <a:gd name="T5" fmla="*/ 5 h 11"/>
                  <a:gd name="T6" fmla="*/ 5 w 53"/>
                  <a:gd name="T7" fmla="*/ 11 h 11"/>
                  <a:gd name="T8" fmla="*/ 48 w 53"/>
                  <a:gd name="T9" fmla="*/ 11 h 11"/>
                  <a:gd name="T10" fmla="*/ 53 w 53"/>
                  <a:gd name="T11" fmla="*/ 6 h 11"/>
                  <a:gd name="T12" fmla="*/ 48 w 5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11">
                    <a:moveTo>
                      <a:pt x="4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1" y="11"/>
                      <a:pt x="53" y="9"/>
                      <a:pt x="53" y="6"/>
                    </a:cubicBezTo>
                    <a:cubicBezTo>
                      <a:pt x="53" y="3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6" name="Freeform 36">
                <a:extLst>
                  <a:ext uri="{FF2B5EF4-FFF2-40B4-BE49-F238E27FC236}">
                    <a16:creationId xmlns:a16="http://schemas.microsoft.com/office/drawing/2014/main" id="{37CECBE9-10F8-28A0-5C67-573CE67BC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854" y="1767399"/>
                <a:ext cx="202493" cy="44296"/>
              </a:xfrm>
              <a:custGeom>
                <a:avLst/>
                <a:gdLst>
                  <a:gd name="T0" fmla="*/ 54 w 54"/>
                  <a:gd name="T1" fmla="*/ 7 h 12"/>
                  <a:gd name="T2" fmla="*/ 49 w 54"/>
                  <a:gd name="T3" fmla="*/ 1 h 12"/>
                  <a:gd name="T4" fmla="*/ 6 w 54"/>
                  <a:gd name="T5" fmla="*/ 1 h 12"/>
                  <a:gd name="T6" fmla="*/ 0 w 54"/>
                  <a:gd name="T7" fmla="*/ 6 h 12"/>
                  <a:gd name="T8" fmla="*/ 6 w 54"/>
                  <a:gd name="T9" fmla="*/ 11 h 12"/>
                  <a:gd name="T10" fmla="*/ 48 w 54"/>
                  <a:gd name="T11" fmla="*/ 12 h 12"/>
                  <a:gd name="T12" fmla="*/ 54 w 54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12">
                    <a:moveTo>
                      <a:pt x="54" y="7"/>
                    </a:moveTo>
                    <a:cubicBezTo>
                      <a:pt x="54" y="4"/>
                      <a:pt x="52" y="1"/>
                      <a:pt x="49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51" y="12"/>
                      <a:pt x="54" y="10"/>
                      <a:pt x="54" y="7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7" name="Freeform 37">
                <a:extLst>
                  <a:ext uri="{FF2B5EF4-FFF2-40B4-BE49-F238E27FC236}">
                    <a16:creationId xmlns:a16="http://schemas.microsoft.com/office/drawing/2014/main" id="{6ADFEBB9-1F04-7AEB-0E4F-8894BA93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4602" y="1485808"/>
                <a:ext cx="161361" cy="158197"/>
              </a:xfrm>
              <a:custGeom>
                <a:avLst/>
                <a:gdLst>
                  <a:gd name="T0" fmla="*/ 10 w 43"/>
                  <a:gd name="T1" fmla="*/ 40 h 42"/>
                  <a:gd name="T2" fmla="*/ 41 w 43"/>
                  <a:gd name="T3" fmla="*/ 10 h 42"/>
                  <a:gd name="T4" fmla="*/ 41 w 43"/>
                  <a:gd name="T5" fmla="*/ 3 h 42"/>
                  <a:gd name="T6" fmla="*/ 33 w 43"/>
                  <a:gd name="T7" fmla="*/ 3 h 42"/>
                  <a:gd name="T8" fmla="*/ 3 w 43"/>
                  <a:gd name="T9" fmla="*/ 32 h 42"/>
                  <a:gd name="T10" fmla="*/ 2 w 43"/>
                  <a:gd name="T11" fmla="*/ 40 h 42"/>
                  <a:gd name="T12" fmla="*/ 10 w 43"/>
                  <a:gd name="T13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2">
                    <a:moveTo>
                      <a:pt x="10" y="40"/>
                    </a:moveTo>
                    <a:cubicBezTo>
                      <a:pt x="41" y="10"/>
                      <a:pt x="41" y="10"/>
                      <a:pt x="41" y="10"/>
                    </a:cubicBezTo>
                    <a:cubicBezTo>
                      <a:pt x="43" y="8"/>
                      <a:pt x="43" y="5"/>
                      <a:pt x="41" y="3"/>
                    </a:cubicBezTo>
                    <a:cubicBezTo>
                      <a:pt x="39" y="0"/>
                      <a:pt x="35" y="0"/>
                      <a:pt x="33" y="3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0" y="34"/>
                      <a:pt x="0" y="38"/>
                      <a:pt x="2" y="40"/>
                    </a:cubicBezTo>
                    <a:cubicBezTo>
                      <a:pt x="5" y="42"/>
                      <a:pt x="8" y="42"/>
                      <a:pt x="10" y="4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8" name="Freeform 38">
                <a:extLst>
                  <a:ext uri="{FF2B5EF4-FFF2-40B4-BE49-F238E27FC236}">
                    <a16:creationId xmlns:a16="http://schemas.microsoft.com/office/drawing/2014/main" id="{79656ED2-4049-3F0E-CB66-B1E56B007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920" y="1947744"/>
                <a:ext cx="156616" cy="153452"/>
              </a:xfrm>
              <a:custGeom>
                <a:avLst/>
                <a:gdLst>
                  <a:gd name="T0" fmla="*/ 33 w 42"/>
                  <a:gd name="T1" fmla="*/ 2 h 41"/>
                  <a:gd name="T2" fmla="*/ 2 w 42"/>
                  <a:gd name="T3" fmla="*/ 31 h 41"/>
                  <a:gd name="T4" fmla="*/ 2 w 42"/>
                  <a:gd name="T5" fmla="*/ 39 h 41"/>
                  <a:gd name="T6" fmla="*/ 10 w 42"/>
                  <a:gd name="T7" fmla="*/ 39 h 41"/>
                  <a:gd name="T8" fmla="*/ 40 w 42"/>
                  <a:gd name="T9" fmla="*/ 10 h 41"/>
                  <a:gd name="T10" fmla="*/ 40 w 42"/>
                  <a:gd name="T11" fmla="*/ 2 h 41"/>
                  <a:gd name="T12" fmla="*/ 33 w 42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1">
                    <a:moveTo>
                      <a:pt x="33" y="2"/>
                    </a:moveTo>
                    <a:cubicBezTo>
                      <a:pt x="2" y="31"/>
                      <a:pt x="2" y="31"/>
                      <a:pt x="2" y="31"/>
                    </a:cubicBezTo>
                    <a:cubicBezTo>
                      <a:pt x="0" y="34"/>
                      <a:pt x="0" y="37"/>
                      <a:pt x="2" y="39"/>
                    </a:cubicBezTo>
                    <a:cubicBezTo>
                      <a:pt x="4" y="41"/>
                      <a:pt x="7" y="41"/>
                      <a:pt x="10" y="3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7"/>
                      <a:pt x="42" y="4"/>
                      <a:pt x="40" y="2"/>
                    </a:cubicBezTo>
                    <a:cubicBezTo>
                      <a:pt x="38" y="0"/>
                      <a:pt x="35" y="0"/>
                      <a:pt x="33" y="2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9" name="Freeform 39">
                <a:extLst>
                  <a:ext uri="{FF2B5EF4-FFF2-40B4-BE49-F238E27FC236}">
                    <a16:creationId xmlns:a16="http://schemas.microsoft.com/office/drawing/2014/main" id="{606EA697-B45E-4091-3CC9-B66047D3D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1438" y="1950908"/>
                <a:ext cx="156616" cy="156616"/>
              </a:xfrm>
              <a:custGeom>
                <a:avLst/>
                <a:gdLst>
                  <a:gd name="T0" fmla="*/ 10 w 42"/>
                  <a:gd name="T1" fmla="*/ 2 h 42"/>
                  <a:gd name="T2" fmla="*/ 2 w 42"/>
                  <a:gd name="T3" fmla="*/ 2 h 42"/>
                  <a:gd name="T4" fmla="*/ 2 w 42"/>
                  <a:gd name="T5" fmla="*/ 10 h 42"/>
                  <a:gd name="T6" fmla="*/ 32 w 42"/>
                  <a:gd name="T7" fmla="*/ 40 h 42"/>
                  <a:gd name="T8" fmla="*/ 40 w 42"/>
                  <a:gd name="T9" fmla="*/ 40 h 42"/>
                  <a:gd name="T10" fmla="*/ 40 w 42"/>
                  <a:gd name="T11" fmla="*/ 33 h 42"/>
                  <a:gd name="T12" fmla="*/ 10 w 42"/>
                  <a:gd name="T1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10" y="2"/>
                    </a:moveTo>
                    <a:cubicBezTo>
                      <a:pt x="8" y="0"/>
                      <a:pt x="5" y="0"/>
                      <a:pt x="2" y="2"/>
                    </a:cubicBezTo>
                    <a:cubicBezTo>
                      <a:pt x="0" y="4"/>
                      <a:pt x="0" y="7"/>
                      <a:pt x="2" y="1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4" y="42"/>
                      <a:pt x="38" y="42"/>
                      <a:pt x="40" y="40"/>
                    </a:cubicBezTo>
                    <a:cubicBezTo>
                      <a:pt x="42" y="38"/>
                      <a:pt x="42" y="35"/>
                      <a:pt x="40" y="33"/>
                    </a:cubicBez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0" name="Freeform 40">
                <a:extLst>
                  <a:ext uri="{FF2B5EF4-FFF2-40B4-BE49-F238E27FC236}">
                    <a16:creationId xmlns:a16="http://schemas.microsoft.com/office/drawing/2014/main" id="{9D42066E-D647-ABE8-976B-9ABB89F86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248" y="1479479"/>
                <a:ext cx="158197" cy="159780"/>
              </a:xfrm>
              <a:custGeom>
                <a:avLst/>
                <a:gdLst>
                  <a:gd name="T0" fmla="*/ 10 w 42"/>
                  <a:gd name="T1" fmla="*/ 3 h 43"/>
                  <a:gd name="T2" fmla="*/ 2 w 42"/>
                  <a:gd name="T3" fmla="*/ 3 h 43"/>
                  <a:gd name="T4" fmla="*/ 2 w 42"/>
                  <a:gd name="T5" fmla="*/ 10 h 43"/>
                  <a:gd name="T6" fmla="*/ 32 w 42"/>
                  <a:gd name="T7" fmla="*/ 41 h 43"/>
                  <a:gd name="T8" fmla="*/ 39 w 42"/>
                  <a:gd name="T9" fmla="*/ 41 h 43"/>
                  <a:gd name="T10" fmla="*/ 40 w 42"/>
                  <a:gd name="T11" fmla="*/ 33 h 43"/>
                  <a:gd name="T12" fmla="*/ 10 w 42"/>
                  <a:gd name="T13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3">
                    <a:moveTo>
                      <a:pt x="10" y="3"/>
                    </a:moveTo>
                    <a:cubicBezTo>
                      <a:pt x="8" y="0"/>
                      <a:pt x="4" y="0"/>
                      <a:pt x="2" y="3"/>
                    </a:cubicBezTo>
                    <a:cubicBezTo>
                      <a:pt x="0" y="5"/>
                      <a:pt x="0" y="8"/>
                      <a:pt x="2" y="1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4" y="43"/>
                      <a:pt x="37" y="43"/>
                      <a:pt x="39" y="41"/>
                    </a:cubicBezTo>
                    <a:cubicBezTo>
                      <a:pt x="42" y="39"/>
                      <a:pt x="42" y="35"/>
                      <a:pt x="40" y="33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1" name="Freeform 41">
                <a:extLst>
                  <a:ext uri="{FF2B5EF4-FFF2-40B4-BE49-F238E27FC236}">
                    <a16:creationId xmlns:a16="http://schemas.microsoft.com/office/drawing/2014/main" id="{7BE7514A-9EE7-701D-BFF0-059C88058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5840" y="2022097"/>
                <a:ext cx="44296" cy="202493"/>
              </a:xfrm>
              <a:custGeom>
                <a:avLst/>
                <a:gdLst>
                  <a:gd name="T0" fmla="*/ 6 w 12"/>
                  <a:gd name="T1" fmla="*/ 0 h 54"/>
                  <a:gd name="T2" fmla="*/ 1 w 12"/>
                  <a:gd name="T3" fmla="*/ 6 h 54"/>
                  <a:gd name="T4" fmla="*/ 0 w 12"/>
                  <a:gd name="T5" fmla="*/ 48 h 54"/>
                  <a:gd name="T6" fmla="*/ 5 w 12"/>
                  <a:gd name="T7" fmla="*/ 54 h 54"/>
                  <a:gd name="T8" fmla="*/ 11 w 12"/>
                  <a:gd name="T9" fmla="*/ 48 h 54"/>
                  <a:gd name="T10" fmla="*/ 11 w 12"/>
                  <a:gd name="T11" fmla="*/ 6 h 54"/>
                  <a:gd name="T12" fmla="*/ 6 w 12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6" y="0"/>
                    </a:moveTo>
                    <a:cubicBezTo>
                      <a:pt x="3" y="0"/>
                      <a:pt x="1" y="3"/>
                      <a:pt x="1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1"/>
                      <a:pt x="2" y="54"/>
                      <a:pt x="5" y="54"/>
                    </a:cubicBezTo>
                    <a:cubicBezTo>
                      <a:pt x="8" y="54"/>
                      <a:pt x="11" y="51"/>
                      <a:pt x="11" y="4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3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2" name="Freeform 42">
                <a:extLst>
                  <a:ext uri="{FF2B5EF4-FFF2-40B4-BE49-F238E27FC236}">
                    <a16:creationId xmlns:a16="http://schemas.microsoft.com/office/drawing/2014/main" id="{3B452BF7-8940-BB49-BC70-F1669EDBE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2167" y="1367160"/>
                <a:ext cx="45878" cy="200911"/>
              </a:xfrm>
              <a:custGeom>
                <a:avLst/>
                <a:gdLst>
                  <a:gd name="T0" fmla="*/ 6 w 12"/>
                  <a:gd name="T1" fmla="*/ 0 h 54"/>
                  <a:gd name="T2" fmla="*/ 1 w 12"/>
                  <a:gd name="T3" fmla="*/ 6 h 54"/>
                  <a:gd name="T4" fmla="*/ 0 w 12"/>
                  <a:gd name="T5" fmla="*/ 48 h 54"/>
                  <a:gd name="T6" fmla="*/ 6 w 12"/>
                  <a:gd name="T7" fmla="*/ 54 h 54"/>
                  <a:gd name="T8" fmla="*/ 11 w 12"/>
                  <a:gd name="T9" fmla="*/ 48 h 54"/>
                  <a:gd name="T10" fmla="*/ 12 w 12"/>
                  <a:gd name="T11" fmla="*/ 6 h 54"/>
                  <a:gd name="T12" fmla="*/ 6 w 12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6" y="0"/>
                    </a:moveTo>
                    <a:cubicBezTo>
                      <a:pt x="3" y="0"/>
                      <a:pt x="1" y="2"/>
                      <a:pt x="1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1"/>
                      <a:pt x="3" y="54"/>
                      <a:pt x="6" y="54"/>
                    </a:cubicBezTo>
                    <a:cubicBezTo>
                      <a:pt x="9" y="54"/>
                      <a:pt x="11" y="51"/>
                      <a:pt x="11" y="4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36" name="Freeform 19">
              <a:extLst>
                <a:ext uri="{FF2B5EF4-FFF2-40B4-BE49-F238E27FC236}">
                  <a16:creationId xmlns:a16="http://schemas.microsoft.com/office/drawing/2014/main" id="{6F02D25B-84B2-ABBF-E1E6-37C81967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712" y="2931732"/>
              <a:ext cx="101246" cy="273682"/>
            </a:xfrm>
            <a:custGeom>
              <a:avLst/>
              <a:gdLst>
                <a:gd name="T0" fmla="*/ 14 w 64"/>
                <a:gd name="T1" fmla="*/ 0 h 173"/>
                <a:gd name="T2" fmla="*/ 0 w 64"/>
                <a:gd name="T3" fmla="*/ 173 h 173"/>
                <a:gd name="T4" fmla="*/ 64 w 64"/>
                <a:gd name="T5" fmla="*/ 173 h 173"/>
                <a:gd name="T6" fmla="*/ 50 w 64"/>
                <a:gd name="T7" fmla="*/ 0 h 173"/>
                <a:gd name="T8" fmla="*/ 14 w 64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173">
                  <a:moveTo>
                    <a:pt x="14" y="0"/>
                  </a:moveTo>
                  <a:lnTo>
                    <a:pt x="0" y="173"/>
                  </a:lnTo>
                  <a:lnTo>
                    <a:pt x="64" y="173"/>
                  </a:lnTo>
                  <a:lnTo>
                    <a:pt x="50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">
              <a:extLst>
                <a:ext uri="{FF2B5EF4-FFF2-40B4-BE49-F238E27FC236}">
                  <a16:creationId xmlns:a16="http://schemas.microsoft.com/office/drawing/2014/main" id="{352D783E-9A69-EBF8-EB7E-1493A32E3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916" y="2931732"/>
              <a:ext cx="49042" cy="273682"/>
            </a:xfrm>
            <a:custGeom>
              <a:avLst/>
              <a:gdLst>
                <a:gd name="T0" fmla="*/ 0 w 31"/>
                <a:gd name="T1" fmla="*/ 0 h 173"/>
                <a:gd name="T2" fmla="*/ 0 w 31"/>
                <a:gd name="T3" fmla="*/ 173 h 173"/>
                <a:gd name="T4" fmla="*/ 31 w 31"/>
                <a:gd name="T5" fmla="*/ 173 h 173"/>
                <a:gd name="T6" fmla="*/ 17 w 31"/>
                <a:gd name="T7" fmla="*/ 0 h 173"/>
                <a:gd name="T8" fmla="*/ 0 w 31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73">
                  <a:moveTo>
                    <a:pt x="0" y="0"/>
                  </a:moveTo>
                  <a:lnTo>
                    <a:pt x="0" y="173"/>
                  </a:lnTo>
                  <a:lnTo>
                    <a:pt x="31" y="173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1">
              <a:extLst>
                <a:ext uri="{FF2B5EF4-FFF2-40B4-BE49-F238E27FC236}">
                  <a16:creationId xmlns:a16="http://schemas.microsoft.com/office/drawing/2014/main" id="{277360BA-F4F7-618D-FBAA-FB2BF7987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071" y="1835425"/>
              <a:ext cx="550527" cy="1183317"/>
            </a:xfrm>
            <a:custGeom>
              <a:avLst/>
              <a:gdLst>
                <a:gd name="T0" fmla="*/ 0 w 348"/>
                <a:gd name="T1" fmla="*/ 748 h 748"/>
                <a:gd name="T2" fmla="*/ 175 w 348"/>
                <a:gd name="T3" fmla="*/ 0 h 748"/>
                <a:gd name="T4" fmla="*/ 348 w 348"/>
                <a:gd name="T5" fmla="*/ 748 h 748"/>
                <a:gd name="T6" fmla="*/ 0 w 348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8" h="748">
                  <a:moveTo>
                    <a:pt x="0" y="748"/>
                  </a:moveTo>
                  <a:lnTo>
                    <a:pt x="175" y="0"/>
                  </a:lnTo>
                  <a:lnTo>
                    <a:pt x="348" y="748"/>
                  </a:lnTo>
                  <a:lnTo>
                    <a:pt x="0" y="748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2">
              <a:extLst>
                <a:ext uri="{FF2B5EF4-FFF2-40B4-BE49-F238E27FC236}">
                  <a16:creationId xmlns:a16="http://schemas.microsoft.com/office/drawing/2014/main" id="{07536BE4-F43D-DF5A-2E87-EDD0B6F8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916" y="1835425"/>
              <a:ext cx="273682" cy="1183317"/>
            </a:xfrm>
            <a:custGeom>
              <a:avLst/>
              <a:gdLst>
                <a:gd name="T0" fmla="*/ 173 w 173"/>
                <a:gd name="T1" fmla="*/ 748 h 748"/>
                <a:gd name="T2" fmla="*/ 0 w 173"/>
                <a:gd name="T3" fmla="*/ 0 h 748"/>
                <a:gd name="T4" fmla="*/ 0 w 173"/>
                <a:gd name="T5" fmla="*/ 748 h 748"/>
                <a:gd name="T6" fmla="*/ 173 w 173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748">
                  <a:moveTo>
                    <a:pt x="173" y="748"/>
                  </a:moveTo>
                  <a:lnTo>
                    <a:pt x="0" y="0"/>
                  </a:lnTo>
                  <a:lnTo>
                    <a:pt x="0" y="748"/>
                  </a:lnTo>
                  <a:lnTo>
                    <a:pt x="173" y="748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15">
              <a:extLst>
                <a:ext uri="{FF2B5EF4-FFF2-40B4-BE49-F238E27FC236}">
                  <a16:creationId xmlns:a16="http://schemas.microsoft.com/office/drawing/2014/main" id="{817BA0BD-ABE1-0FB1-88AF-B5C2969D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951" y="2838395"/>
              <a:ext cx="134468" cy="367018"/>
            </a:xfrm>
            <a:custGeom>
              <a:avLst/>
              <a:gdLst>
                <a:gd name="T0" fmla="*/ 19 w 85"/>
                <a:gd name="T1" fmla="*/ 0 h 232"/>
                <a:gd name="T2" fmla="*/ 0 w 85"/>
                <a:gd name="T3" fmla="*/ 232 h 232"/>
                <a:gd name="T4" fmla="*/ 85 w 85"/>
                <a:gd name="T5" fmla="*/ 232 h 232"/>
                <a:gd name="T6" fmla="*/ 66 w 85"/>
                <a:gd name="T7" fmla="*/ 0 h 232"/>
                <a:gd name="T8" fmla="*/ 19 w 85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232">
                  <a:moveTo>
                    <a:pt x="19" y="0"/>
                  </a:moveTo>
                  <a:lnTo>
                    <a:pt x="0" y="232"/>
                  </a:lnTo>
                  <a:lnTo>
                    <a:pt x="85" y="232"/>
                  </a:lnTo>
                  <a:lnTo>
                    <a:pt x="66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6">
              <a:extLst>
                <a:ext uri="{FF2B5EF4-FFF2-40B4-BE49-F238E27FC236}">
                  <a16:creationId xmlns:a16="http://schemas.microsoft.com/office/drawing/2014/main" id="{9A934BB8-31DF-22EF-314A-7299DA351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976" y="2838395"/>
              <a:ext cx="66443" cy="367018"/>
            </a:xfrm>
            <a:custGeom>
              <a:avLst/>
              <a:gdLst>
                <a:gd name="T0" fmla="*/ 0 w 42"/>
                <a:gd name="T1" fmla="*/ 0 h 232"/>
                <a:gd name="T2" fmla="*/ 0 w 42"/>
                <a:gd name="T3" fmla="*/ 232 h 232"/>
                <a:gd name="T4" fmla="*/ 42 w 42"/>
                <a:gd name="T5" fmla="*/ 232 h 232"/>
                <a:gd name="T6" fmla="*/ 23 w 42"/>
                <a:gd name="T7" fmla="*/ 0 h 232"/>
                <a:gd name="T8" fmla="*/ 0 w 42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32">
                  <a:moveTo>
                    <a:pt x="0" y="0"/>
                  </a:moveTo>
                  <a:lnTo>
                    <a:pt x="0" y="232"/>
                  </a:lnTo>
                  <a:lnTo>
                    <a:pt x="42" y="232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17">
              <a:extLst>
                <a:ext uri="{FF2B5EF4-FFF2-40B4-BE49-F238E27FC236}">
                  <a16:creationId xmlns:a16="http://schemas.microsoft.com/office/drawing/2014/main" id="{8C0BA641-6A77-BF3B-2DAE-1B347570E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794" y="1362414"/>
              <a:ext cx="740364" cy="1591466"/>
            </a:xfrm>
            <a:custGeom>
              <a:avLst/>
              <a:gdLst>
                <a:gd name="T0" fmla="*/ 0 w 468"/>
                <a:gd name="T1" fmla="*/ 1006 h 1006"/>
                <a:gd name="T2" fmla="*/ 234 w 468"/>
                <a:gd name="T3" fmla="*/ 0 h 1006"/>
                <a:gd name="T4" fmla="*/ 468 w 468"/>
                <a:gd name="T5" fmla="*/ 1006 h 1006"/>
                <a:gd name="T6" fmla="*/ 0 w 468"/>
                <a:gd name="T7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8" h="1006">
                  <a:moveTo>
                    <a:pt x="0" y="1006"/>
                  </a:moveTo>
                  <a:lnTo>
                    <a:pt x="234" y="0"/>
                  </a:lnTo>
                  <a:lnTo>
                    <a:pt x="468" y="1006"/>
                  </a:lnTo>
                  <a:lnTo>
                    <a:pt x="0" y="1006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8">
              <a:extLst>
                <a:ext uri="{FF2B5EF4-FFF2-40B4-BE49-F238E27FC236}">
                  <a16:creationId xmlns:a16="http://schemas.microsoft.com/office/drawing/2014/main" id="{9D5DDF6B-BECC-B54A-5651-8088D3FE2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976" y="1362414"/>
              <a:ext cx="370182" cy="1591466"/>
            </a:xfrm>
            <a:custGeom>
              <a:avLst/>
              <a:gdLst>
                <a:gd name="T0" fmla="*/ 234 w 234"/>
                <a:gd name="T1" fmla="*/ 1006 h 1006"/>
                <a:gd name="T2" fmla="*/ 0 w 234"/>
                <a:gd name="T3" fmla="*/ 0 h 1006"/>
                <a:gd name="T4" fmla="*/ 0 w 234"/>
                <a:gd name="T5" fmla="*/ 1006 h 1006"/>
                <a:gd name="T6" fmla="*/ 234 w 234"/>
                <a:gd name="T7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4" h="1006">
                  <a:moveTo>
                    <a:pt x="234" y="1006"/>
                  </a:moveTo>
                  <a:lnTo>
                    <a:pt x="0" y="0"/>
                  </a:lnTo>
                  <a:lnTo>
                    <a:pt x="0" y="1006"/>
                  </a:lnTo>
                  <a:lnTo>
                    <a:pt x="234" y="1006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45" name="组合 44">
              <a:extLst>
                <a:ext uri="{FF2B5EF4-FFF2-40B4-BE49-F238E27FC236}">
                  <a16:creationId xmlns:a16="http://schemas.microsoft.com/office/drawing/2014/main" id="{E6898B94-204B-AFD2-EAD2-0D74719C8D6F}"/>
                </a:ext>
              </a:extLst>
            </p:cNvPr>
            <p:cNvGrpSpPr/>
            <p:nvPr/>
          </p:nvGrpSpPr>
          <p:grpSpPr>
            <a:xfrm>
              <a:off x="914483" y="1909725"/>
              <a:ext cx="1001648" cy="1009345"/>
              <a:chOff x="765867" y="4096848"/>
              <a:chExt cx="1922284" cy="1937054"/>
            </a:xfrm>
          </p:grpSpPr>
          <p:grpSp>
            <p:nvGrpSpPr>
              <p:cNvPr id="1148" name="组合 1147">
                <a:extLst>
                  <a:ext uri="{FF2B5EF4-FFF2-40B4-BE49-F238E27FC236}">
                    <a16:creationId xmlns:a16="http://schemas.microsoft.com/office/drawing/2014/main" id="{0D16FA1D-A0D4-D144-96B2-CE34821AD5B2}"/>
                  </a:ext>
                </a:extLst>
              </p:cNvPr>
              <p:cNvGrpSpPr/>
              <p:nvPr/>
            </p:nvGrpSpPr>
            <p:grpSpPr>
              <a:xfrm>
                <a:off x="765867" y="4206427"/>
                <a:ext cx="1590082" cy="1568468"/>
                <a:chOff x="765867" y="4206427"/>
                <a:chExt cx="1590082" cy="1568468"/>
              </a:xfrm>
            </p:grpSpPr>
            <p:sp>
              <p:nvSpPr>
                <p:cNvPr id="1152" name="Freeform 173">
                  <a:extLst>
                    <a:ext uri="{FF2B5EF4-FFF2-40B4-BE49-F238E27FC236}">
                      <a16:creationId xmlns:a16="http://schemas.microsoft.com/office/drawing/2014/main" id="{ED257802-FC20-9B27-1F9A-B77F47937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549" y="5059391"/>
                  <a:ext cx="664400" cy="715504"/>
                </a:xfrm>
                <a:custGeom>
                  <a:avLst/>
                  <a:gdLst>
                    <a:gd name="T0" fmla="*/ 0 w 178"/>
                    <a:gd name="T1" fmla="*/ 12 h 203"/>
                    <a:gd name="T2" fmla="*/ 178 w 178"/>
                    <a:gd name="T3" fmla="*/ 203 h 203"/>
                    <a:gd name="T4" fmla="*/ 178 w 178"/>
                    <a:gd name="T5" fmla="*/ 187 h 203"/>
                    <a:gd name="T6" fmla="*/ 71 w 178"/>
                    <a:gd name="T7" fmla="*/ 16 h 203"/>
                    <a:gd name="T8" fmla="*/ 14 w 178"/>
                    <a:gd name="T9" fmla="*/ 0 h 203"/>
                    <a:gd name="T10" fmla="*/ 0 w 178"/>
                    <a:gd name="T11" fmla="*/ 1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8" h="203">
                      <a:moveTo>
                        <a:pt x="0" y="12"/>
                      </a:moveTo>
                      <a:lnTo>
                        <a:pt x="178" y="203"/>
                      </a:lnTo>
                      <a:lnTo>
                        <a:pt x="178" y="187"/>
                      </a:lnTo>
                      <a:lnTo>
                        <a:pt x="71" y="16"/>
                      </a:lnTo>
                      <a:lnTo>
                        <a:pt x="14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3" name="Freeform 174">
                  <a:extLst>
                    <a:ext uri="{FF2B5EF4-FFF2-40B4-BE49-F238E27FC236}">
                      <a16:creationId xmlns:a16="http://schemas.microsoft.com/office/drawing/2014/main" id="{7FBA2C95-FC9F-57F2-184A-AB9F7D68A9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851" y="5249722"/>
                  <a:ext cx="515096" cy="525172"/>
                </a:xfrm>
                <a:custGeom>
                  <a:avLst/>
                  <a:gdLst>
                    <a:gd name="T0" fmla="*/ 0 w 138"/>
                    <a:gd name="T1" fmla="*/ 0 h 149"/>
                    <a:gd name="T2" fmla="*/ 138 w 138"/>
                    <a:gd name="T3" fmla="*/ 149 h 149"/>
                    <a:gd name="T4" fmla="*/ 138 w 138"/>
                    <a:gd name="T5" fmla="*/ 133 h 149"/>
                    <a:gd name="T6" fmla="*/ 71 w 138"/>
                    <a:gd name="T7" fmla="*/ 26 h 149"/>
                    <a:gd name="T8" fmla="*/ 0 w 138"/>
                    <a:gd name="T9" fmla="*/ 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9">
                      <a:moveTo>
                        <a:pt x="0" y="0"/>
                      </a:moveTo>
                      <a:lnTo>
                        <a:pt x="138" y="149"/>
                      </a:lnTo>
                      <a:lnTo>
                        <a:pt x="138" y="133"/>
                      </a:lnTo>
                      <a:lnTo>
                        <a:pt x="71" y="2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4" name="Freeform 175">
                  <a:extLst>
                    <a:ext uri="{FF2B5EF4-FFF2-40B4-BE49-F238E27FC236}">
                      <a16:creationId xmlns:a16="http://schemas.microsoft.com/office/drawing/2014/main" id="{66A41FFE-D697-DE13-F4DF-F2459C9F52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969" y="5334313"/>
                  <a:ext cx="432980" cy="440581"/>
                </a:xfrm>
                <a:custGeom>
                  <a:avLst/>
                  <a:gdLst>
                    <a:gd name="T0" fmla="*/ 61 w 116"/>
                    <a:gd name="T1" fmla="*/ 19 h 125"/>
                    <a:gd name="T2" fmla="*/ 0 w 116"/>
                    <a:gd name="T3" fmla="*/ 0 h 125"/>
                    <a:gd name="T4" fmla="*/ 116 w 116"/>
                    <a:gd name="T5" fmla="*/ 125 h 125"/>
                    <a:gd name="T6" fmla="*/ 116 w 116"/>
                    <a:gd name="T7" fmla="*/ 109 h 125"/>
                    <a:gd name="T8" fmla="*/ 61 w 116"/>
                    <a:gd name="T9" fmla="*/ 19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6" h="125">
                      <a:moveTo>
                        <a:pt x="61" y="19"/>
                      </a:moveTo>
                      <a:lnTo>
                        <a:pt x="0" y="0"/>
                      </a:lnTo>
                      <a:lnTo>
                        <a:pt x="116" y="125"/>
                      </a:lnTo>
                      <a:lnTo>
                        <a:pt x="116" y="109"/>
                      </a:lnTo>
                      <a:lnTo>
                        <a:pt x="61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5" name="Freeform 176">
                  <a:extLst>
                    <a:ext uri="{FF2B5EF4-FFF2-40B4-BE49-F238E27FC236}">
                      <a16:creationId xmlns:a16="http://schemas.microsoft.com/office/drawing/2014/main" id="{6B9B6378-1040-7C6F-A08D-B7D5E54D41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9293" y="4206427"/>
                  <a:ext cx="406854" cy="877638"/>
                </a:xfrm>
                <a:custGeom>
                  <a:avLst/>
                  <a:gdLst>
                    <a:gd name="T0" fmla="*/ 33 w 109"/>
                    <a:gd name="T1" fmla="*/ 249 h 249"/>
                    <a:gd name="T2" fmla="*/ 109 w 109"/>
                    <a:gd name="T3" fmla="*/ 0 h 249"/>
                    <a:gd name="T4" fmla="*/ 95 w 109"/>
                    <a:gd name="T5" fmla="*/ 7 h 249"/>
                    <a:gd name="T6" fmla="*/ 0 w 109"/>
                    <a:gd name="T7" fmla="*/ 185 h 249"/>
                    <a:gd name="T8" fmla="*/ 14 w 109"/>
                    <a:gd name="T9" fmla="*/ 244 h 249"/>
                    <a:gd name="T10" fmla="*/ 33 w 109"/>
                    <a:gd name="T11" fmla="*/ 249 h 2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9" h="249">
                      <a:moveTo>
                        <a:pt x="33" y="249"/>
                      </a:moveTo>
                      <a:lnTo>
                        <a:pt x="109" y="0"/>
                      </a:lnTo>
                      <a:lnTo>
                        <a:pt x="95" y="7"/>
                      </a:lnTo>
                      <a:lnTo>
                        <a:pt x="0" y="185"/>
                      </a:lnTo>
                      <a:lnTo>
                        <a:pt x="14" y="244"/>
                      </a:lnTo>
                      <a:lnTo>
                        <a:pt x="33" y="249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6" name="Freeform 177">
                  <a:extLst>
                    <a:ext uri="{FF2B5EF4-FFF2-40B4-BE49-F238E27FC236}">
                      <a16:creationId xmlns:a16="http://schemas.microsoft.com/office/drawing/2014/main" id="{C944F249-1D00-D265-13D7-696BAE956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9934" y="4206427"/>
                  <a:ext cx="276210" cy="683781"/>
                </a:xfrm>
                <a:custGeom>
                  <a:avLst/>
                  <a:gdLst>
                    <a:gd name="T0" fmla="*/ 15 w 74"/>
                    <a:gd name="T1" fmla="*/ 194 h 194"/>
                    <a:gd name="T2" fmla="*/ 74 w 74"/>
                    <a:gd name="T3" fmla="*/ 0 h 194"/>
                    <a:gd name="T4" fmla="*/ 60 w 74"/>
                    <a:gd name="T5" fmla="*/ 7 h 194"/>
                    <a:gd name="T6" fmla="*/ 0 w 74"/>
                    <a:gd name="T7" fmla="*/ 119 h 194"/>
                    <a:gd name="T8" fmla="*/ 15 w 74"/>
                    <a:gd name="T9" fmla="*/ 194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4" h="194">
                      <a:moveTo>
                        <a:pt x="15" y="194"/>
                      </a:moveTo>
                      <a:lnTo>
                        <a:pt x="74" y="0"/>
                      </a:lnTo>
                      <a:lnTo>
                        <a:pt x="60" y="7"/>
                      </a:lnTo>
                      <a:lnTo>
                        <a:pt x="0" y="119"/>
                      </a:lnTo>
                      <a:lnTo>
                        <a:pt x="15" y="194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7" name="Freeform 178">
                  <a:extLst>
                    <a:ext uri="{FF2B5EF4-FFF2-40B4-BE49-F238E27FC236}">
                      <a16:creationId xmlns:a16="http://schemas.microsoft.com/office/drawing/2014/main" id="{22015A3C-3739-94FF-376D-072FAEAF0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7259" y="4206427"/>
                  <a:ext cx="238885" cy="578041"/>
                </a:xfrm>
                <a:custGeom>
                  <a:avLst/>
                  <a:gdLst>
                    <a:gd name="T0" fmla="*/ 0 w 64"/>
                    <a:gd name="T1" fmla="*/ 100 h 164"/>
                    <a:gd name="T2" fmla="*/ 14 w 64"/>
                    <a:gd name="T3" fmla="*/ 164 h 164"/>
                    <a:gd name="T4" fmla="*/ 64 w 64"/>
                    <a:gd name="T5" fmla="*/ 0 h 164"/>
                    <a:gd name="T6" fmla="*/ 50 w 64"/>
                    <a:gd name="T7" fmla="*/ 7 h 164"/>
                    <a:gd name="T8" fmla="*/ 0 w 64"/>
                    <a:gd name="T9" fmla="*/ 10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" h="164">
                      <a:moveTo>
                        <a:pt x="0" y="100"/>
                      </a:moveTo>
                      <a:lnTo>
                        <a:pt x="14" y="164"/>
                      </a:lnTo>
                      <a:lnTo>
                        <a:pt x="64" y="0"/>
                      </a:lnTo>
                      <a:lnTo>
                        <a:pt x="50" y="7"/>
                      </a:lnTo>
                      <a:lnTo>
                        <a:pt x="0" y="1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8" name="Freeform 179">
                  <a:extLst>
                    <a:ext uri="{FF2B5EF4-FFF2-40B4-BE49-F238E27FC236}">
                      <a16:creationId xmlns:a16="http://schemas.microsoft.com/office/drawing/2014/main" id="{3AF13871-051F-A2BA-CC6B-615FAD9FB6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041766"/>
                  <a:ext cx="963008" cy="232627"/>
                </a:xfrm>
                <a:custGeom>
                  <a:avLst/>
                  <a:gdLst>
                    <a:gd name="T0" fmla="*/ 255 w 258"/>
                    <a:gd name="T1" fmla="*/ 0 h 66"/>
                    <a:gd name="T2" fmla="*/ 0 w 258"/>
                    <a:gd name="T3" fmla="*/ 59 h 66"/>
                    <a:gd name="T4" fmla="*/ 14 w 258"/>
                    <a:gd name="T5" fmla="*/ 66 h 66"/>
                    <a:gd name="T6" fmla="*/ 215 w 258"/>
                    <a:gd name="T7" fmla="*/ 59 h 66"/>
                    <a:gd name="T8" fmla="*/ 258 w 258"/>
                    <a:gd name="T9" fmla="*/ 17 h 66"/>
                    <a:gd name="T10" fmla="*/ 255 w 258"/>
                    <a:gd name="T11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8" h="66">
                      <a:moveTo>
                        <a:pt x="255" y="0"/>
                      </a:moveTo>
                      <a:lnTo>
                        <a:pt x="0" y="59"/>
                      </a:lnTo>
                      <a:lnTo>
                        <a:pt x="14" y="66"/>
                      </a:lnTo>
                      <a:lnTo>
                        <a:pt x="215" y="59"/>
                      </a:lnTo>
                      <a:lnTo>
                        <a:pt x="258" y="17"/>
                      </a:lnTo>
                      <a:lnTo>
                        <a:pt x="255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9" name="Freeform 180">
                  <a:extLst>
                    <a:ext uri="{FF2B5EF4-FFF2-40B4-BE49-F238E27FC236}">
                      <a16:creationId xmlns:a16="http://schemas.microsoft.com/office/drawing/2014/main" id="{003AC51E-2EDD-D194-537E-86529E5DC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084061"/>
                  <a:ext cx="742785" cy="190332"/>
                </a:xfrm>
                <a:custGeom>
                  <a:avLst/>
                  <a:gdLst>
                    <a:gd name="T0" fmla="*/ 199 w 199"/>
                    <a:gd name="T1" fmla="*/ 0 h 54"/>
                    <a:gd name="T2" fmla="*/ 0 w 199"/>
                    <a:gd name="T3" fmla="*/ 47 h 54"/>
                    <a:gd name="T4" fmla="*/ 14 w 199"/>
                    <a:gd name="T5" fmla="*/ 54 h 54"/>
                    <a:gd name="T6" fmla="*/ 139 w 199"/>
                    <a:gd name="T7" fmla="*/ 50 h 54"/>
                    <a:gd name="T8" fmla="*/ 199 w 199"/>
                    <a:gd name="T9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54">
                      <a:moveTo>
                        <a:pt x="199" y="0"/>
                      </a:moveTo>
                      <a:lnTo>
                        <a:pt x="0" y="47"/>
                      </a:lnTo>
                      <a:lnTo>
                        <a:pt x="14" y="54"/>
                      </a:lnTo>
                      <a:lnTo>
                        <a:pt x="139" y="50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0" name="Freeform 181">
                  <a:extLst>
                    <a:ext uri="{FF2B5EF4-FFF2-40B4-BE49-F238E27FC236}">
                      <a16:creationId xmlns:a16="http://schemas.microsoft.com/office/drawing/2014/main" id="{11A9E208-85E8-DA37-7084-B6DB44E0B2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108736"/>
                  <a:ext cx="627075" cy="165659"/>
                </a:xfrm>
                <a:custGeom>
                  <a:avLst/>
                  <a:gdLst>
                    <a:gd name="T0" fmla="*/ 118 w 168"/>
                    <a:gd name="T1" fmla="*/ 43 h 47"/>
                    <a:gd name="T2" fmla="*/ 168 w 168"/>
                    <a:gd name="T3" fmla="*/ 0 h 47"/>
                    <a:gd name="T4" fmla="*/ 0 w 168"/>
                    <a:gd name="T5" fmla="*/ 40 h 47"/>
                    <a:gd name="T6" fmla="*/ 14 w 168"/>
                    <a:gd name="T7" fmla="*/ 47 h 47"/>
                    <a:gd name="T8" fmla="*/ 118 w 168"/>
                    <a:gd name="T9" fmla="*/ 43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47">
                      <a:moveTo>
                        <a:pt x="118" y="43"/>
                      </a:moveTo>
                      <a:lnTo>
                        <a:pt x="168" y="0"/>
                      </a:lnTo>
                      <a:lnTo>
                        <a:pt x="0" y="40"/>
                      </a:lnTo>
                      <a:lnTo>
                        <a:pt x="14" y="47"/>
                      </a:lnTo>
                      <a:lnTo>
                        <a:pt x="118" y="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1" name="Freeform 182">
                  <a:extLst>
                    <a:ext uri="{FF2B5EF4-FFF2-40B4-BE49-F238E27FC236}">
                      <a16:creationId xmlns:a16="http://schemas.microsoft.com/office/drawing/2014/main" id="{02F67899-1419-F5C5-B772-FC68EDC4FF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3167" y="4974800"/>
                  <a:ext cx="220223" cy="200906"/>
                </a:xfrm>
                <a:custGeom>
                  <a:avLst/>
                  <a:gdLst>
                    <a:gd name="T0" fmla="*/ 0 w 59"/>
                    <a:gd name="T1" fmla="*/ 36 h 57"/>
                    <a:gd name="T2" fmla="*/ 9 w 59"/>
                    <a:gd name="T3" fmla="*/ 5 h 57"/>
                    <a:gd name="T4" fmla="*/ 38 w 59"/>
                    <a:gd name="T5" fmla="*/ 0 h 57"/>
                    <a:gd name="T6" fmla="*/ 59 w 59"/>
                    <a:gd name="T7" fmla="*/ 21 h 57"/>
                    <a:gd name="T8" fmla="*/ 50 w 59"/>
                    <a:gd name="T9" fmla="*/ 50 h 57"/>
                    <a:gd name="T10" fmla="*/ 21 w 59"/>
                    <a:gd name="T11" fmla="*/ 57 h 57"/>
                    <a:gd name="T12" fmla="*/ 0 w 59"/>
                    <a:gd name="T13" fmla="*/ 36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9" h="57">
                      <a:moveTo>
                        <a:pt x="0" y="36"/>
                      </a:moveTo>
                      <a:lnTo>
                        <a:pt x="9" y="5"/>
                      </a:lnTo>
                      <a:lnTo>
                        <a:pt x="38" y="0"/>
                      </a:lnTo>
                      <a:lnTo>
                        <a:pt x="59" y="21"/>
                      </a:lnTo>
                      <a:lnTo>
                        <a:pt x="50" y="50"/>
                      </a:lnTo>
                      <a:lnTo>
                        <a:pt x="21" y="57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2" name="Freeform 183">
                  <a:extLst>
                    <a:ext uri="{FF2B5EF4-FFF2-40B4-BE49-F238E27FC236}">
                      <a16:creationId xmlns:a16="http://schemas.microsoft.com/office/drawing/2014/main" id="{11C887A6-2880-7739-9354-BF22DE46E9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0630" y="5024145"/>
                  <a:ext cx="205293" cy="102216"/>
                </a:xfrm>
                <a:custGeom>
                  <a:avLst/>
                  <a:gdLst>
                    <a:gd name="T0" fmla="*/ 0 w 55"/>
                    <a:gd name="T1" fmla="*/ 15 h 29"/>
                    <a:gd name="T2" fmla="*/ 50 w 55"/>
                    <a:gd name="T3" fmla="*/ 29 h 29"/>
                    <a:gd name="T4" fmla="*/ 55 w 55"/>
                    <a:gd name="T5" fmla="*/ 15 h 29"/>
                    <a:gd name="T6" fmla="*/ 5 w 55"/>
                    <a:gd name="T7" fmla="*/ 0 h 29"/>
                    <a:gd name="T8" fmla="*/ 0 w 55"/>
                    <a:gd name="T9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5" h="29">
                      <a:moveTo>
                        <a:pt x="0" y="15"/>
                      </a:moveTo>
                      <a:lnTo>
                        <a:pt x="50" y="29"/>
                      </a:lnTo>
                      <a:lnTo>
                        <a:pt x="55" y="1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149" name="矩形 1148">
                <a:extLst>
                  <a:ext uri="{FF2B5EF4-FFF2-40B4-BE49-F238E27FC236}">
                    <a16:creationId xmlns:a16="http://schemas.microsoft.com/office/drawing/2014/main" id="{F97EE5F8-97A2-B41B-9F28-79C3D91812C8}"/>
                  </a:ext>
                </a:extLst>
              </p:cNvPr>
              <p:cNvSpPr/>
              <p:nvPr/>
            </p:nvSpPr>
            <p:spPr>
              <a:xfrm>
                <a:off x="2393871" y="4731822"/>
                <a:ext cx="294280" cy="98753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50" name="矩形 1149">
                <a:extLst>
                  <a:ext uri="{FF2B5EF4-FFF2-40B4-BE49-F238E27FC236}">
                    <a16:creationId xmlns:a16="http://schemas.microsoft.com/office/drawing/2014/main" id="{85F467A5-711B-8C91-7FE8-F93BB50D407B}"/>
                  </a:ext>
                </a:extLst>
              </p:cNvPr>
              <p:cNvSpPr/>
              <p:nvPr/>
            </p:nvSpPr>
            <p:spPr>
              <a:xfrm>
                <a:off x="1584646" y="4096848"/>
                <a:ext cx="294280" cy="849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51" name="矩形 1150">
                <a:extLst>
                  <a:ext uri="{FF2B5EF4-FFF2-40B4-BE49-F238E27FC236}">
                    <a16:creationId xmlns:a16="http://schemas.microsoft.com/office/drawing/2014/main" id="{0E97E6ED-3DEE-AC13-19E6-CB73B0C33472}"/>
                  </a:ext>
                </a:extLst>
              </p:cNvPr>
              <p:cNvSpPr/>
              <p:nvPr/>
            </p:nvSpPr>
            <p:spPr>
              <a:xfrm>
                <a:off x="1588273" y="5948997"/>
                <a:ext cx="294280" cy="849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" name="组合 45">
              <a:extLst>
                <a:ext uri="{FF2B5EF4-FFF2-40B4-BE49-F238E27FC236}">
                  <a16:creationId xmlns:a16="http://schemas.microsoft.com/office/drawing/2014/main" id="{76377A17-FABB-50E0-C5C1-0ABAFBB4C9BE}"/>
                </a:ext>
              </a:extLst>
            </p:cNvPr>
            <p:cNvGrpSpPr/>
            <p:nvPr/>
          </p:nvGrpSpPr>
          <p:grpSpPr>
            <a:xfrm>
              <a:off x="1749331" y="1860736"/>
              <a:ext cx="560020" cy="303739"/>
              <a:chOff x="1749331" y="1860736"/>
              <a:chExt cx="560020" cy="303739"/>
            </a:xfrm>
          </p:grpSpPr>
          <p:sp>
            <p:nvSpPr>
              <p:cNvPr id="1146" name="Freeform 13">
                <a:extLst>
                  <a:ext uri="{FF2B5EF4-FFF2-40B4-BE49-F238E27FC236}">
                    <a16:creationId xmlns:a16="http://schemas.microsoft.com/office/drawing/2014/main" id="{D901B4B8-59F5-543F-BDB3-18A974869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331" y="1860736"/>
                <a:ext cx="560019" cy="303739"/>
              </a:xfrm>
              <a:custGeom>
                <a:avLst/>
                <a:gdLst>
                  <a:gd name="T0" fmla="*/ 14 w 150"/>
                  <a:gd name="T1" fmla="*/ 81 h 81"/>
                  <a:gd name="T2" fmla="*/ 129 w 150"/>
                  <a:gd name="T3" fmla="*/ 81 h 81"/>
                  <a:gd name="T4" fmla="*/ 150 w 150"/>
                  <a:gd name="T5" fmla="*/ 63 h 81"/>
                  <a:gd name="T6" fmla="*/ 129 w 150"/>
                  <a:gd name="T7" fmla="*/ 38 h 81"/>
                  <a:gd name="T8" fmla="*/ 119 w 150"/>
                  <a:gd name="T9" fmla="*/ 21 h 81"/>
                  <a:gd name="T10" fmla="*/ 94 w 150"/>
                  <a:gd name="T11" fmla="*/ 19 h 81"/>
                  <a:gd name="T12" fmla="*/ 69 w 150"/>
                  <a:gd name="T13" fmla="*/ 0 h 81"/>
                  <a:gd name="T14" fmla="*/ 44 w 150"/>
                  <a:gd name="T15" fmla="*/ 20 h 81"/>
                  <a:gd name="T16" fmla="*/ 21 w 150"/>
                  <a:gd name="T17" fmla="*/ 26 h 81"/>
                  <a:gd name="T18" fmla="*/ 15 w 150"/>
                  <a:gd name="T19" fmla="*/ 47 h 81"/>
                  <a:gd name="T20" fmla="*/ 0 w 150"/>
                  <a:gd name="T21" fmla="*/ 67 h 81"/>
                  <a:gd name="T22" fmla="*/ 14 w 150"/>
                  <a:gd name="T2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0" h="81">
                    <a:moveTo>
                      <a:pt x="14" y="81"/>
                    </a:moveTo>
                    <a:cubicBezTo>
                      <a:pt x="28" y="81"/>
                      <a:pt x="78" y="81"/>
                      <a:pt x="129" y="81"/>
                    </a:cubicBezTo>
                    <a:cubicBezTo>
                      <a:pt x="138" y="81"/>
                      <a:pt x="150" y="73"/>
                      <a:pt x="150" y="63"/>
                    </a:cubicBezTo>
                    <a:cubicBezTo>
                      <a:pt x="150" y="41"/>
                      <a:pt x="129" y="38"/>
                      <a:pt x="129" y="38"/>
                    </a:cubicBezTo>
                    <a:cubicBezTo>
                      <a:pt x="129" y="38"/>
                      <a:pt x="131" y="27"/>
                      <a:pt x="119" y="21"/>
                    </a:cubicBezTo>
                    <a:cubicBezTo>
                      <a:pt x="107" y="15"/>
                      <a:pt x="94" y="19"/>
                      <a:pt x="94" y="19"/>
                    </a:cubicBezTo>
                    <a:cubicBezTo>
                      <a:pt x="94" y="19"/>
                      <a:pt x="91" y="0"/>
                      <a:pt x="69" y="0"/>
                    </a:cubicBezTo>
                    <a:cubicBezTo>
                      <a:pt x="45" y="0"/>
                      <a:pt x="44" y="20"/>
                      <a:pt x="44" y="20"/>
                    </a:cubicBezTo>
                    <a:cubicBezTo>
                      <a:pt x="44" y="20"/>
                      <a:pt x="33" y="15"/>
                      <a:pt x="21" y="26"/>
                    </a:cubicBezTo>
                    <a:cubicBezTo>
                      <a:pt x="10" y="38"/>
                      <a:pt x="15" y="47"/>
                      <a:pt x="15" y="47"/>
                    </a:cubicBezTo>
                    <a:cubicBezTo>
                      <a:pt x="15" y="47"/>
                      <a:pt x="0" y="52"/>
                      <a:pt x="0" y="67"/>
                    </a:cubicBezTo>
                    <a:cubicBezTo>
                      <a:pt x="0" y="73"/>
                      <a:pt x="5" y="81"/>
                      <a:pt x="14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7" name="Freeform 14">
                <a:extLst>
                  <a:ext uri="{FF2B5EF4-FFF2-40B4-BE49-F238E27FC236}">
                    <a16:creationId xmlns:a16="http://schemas.microsoft.com/office/drawing/2014/main" id="{8B7657CB-B8EF-AA3E-D07A-3867C264F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341" y="1860736"/>
                <a:ext cx="280010" cy="303739"/>
              </a:xfrm>
              <a:custGeom>
                <a:avLst/>
                <a:gdLst>
                  <a:gd name="T0" fmla="*/ 54 w 75"/>
                  <a:gd name="T1" fmla="*/ 38 h 81"/>
                  <a:gd name="T2" fmla="*/ 44 w 75"/>
                  <a:gd name="T3" fmla="*/ 21 h 81"/>
                  <a:gd name="T4" fmla="*/ 19 w 75"/>
                  <a:gd name="T5" fmla="*/ 19 h 81"/>
                  <a:gd name="T6" fmla="*/ 0 w 75"/>
                  <a:gd name="T7" fmla="*/ 0 h 81"/>
                  <a:gd name="T8" fmla="*/ 0 w 75"/>
                  <a:gd name="T9" fmla="*/ 81 h 81"/>
                  <a:gd name="T10" fmla="*/ 54 w 75"/>
                  <a:gd name="T11" fmla="*/ 81 h 81"/>
                  <a:gd name="T12" fmla="*/ 75 w 75"/>
                  <a:gd name="T13" fmla="*/ 63 h 81"/>
                  <a:gd name="T14" fmla="*/ 54 w 75"/>
                  <a:gd name="T15" fmla="*/ 3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81">
                    <a:moveTo>
                      <a:pt x="54" y="38"/>
                    </a:moveTo>
                    <a:cubicBezTo>
                      <a:pt x="54" y="38"/>
                      <a:pt x="56" y="27"/>
                      <a:pt x="44" y="21"/>
                    </a:cubicBezTo>
                    <a:cubicBezTo>
                      <a:pt x="32" y="15"/>
                      <a:pt x="19" y="19"/>
                      <a:pt x="19" y="19"/>
                    </a:cubicBezTo>
                    <a:cubicBezTo>
                      <a:pt x="19" y="19"/>
                      <a:pt x="17" y="4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7" y="81"/>
                      <a:pt x="35" y="81"/>
                      <a:pt x="54" y="81"/>
                    </a:cubicBezTo>
                    <a:cubicBezTo>
                      <a:pt x="63" y="81"/>
                      <a:pt x="75" y="73"/>
                      <a:pt x="75" y="63"/>
                    </a:cubicBezTo>
                    <a:cubicBezTo>
                      <a:pt x="75" y="41"/>
                      <a:pt x="54" y="38"/>
                      <a:pt x="54" y="38"/>
                    </a:cubicBezTo>
                    <a:close/>
                  </a:path>
                </a:pathLst>
              </a:custGeom>
              <a:solidFill>
                <a:srgbClr val="C8F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47" name="Oval 166">
              <a:extLst>
                <a:ext uri="{FF2B5EF4-FFF2-40B4-BE49-F238E27FC236}">
                  <a16:creationId xmlns:a16="http://schemas.microsoft.com/office/drawing/2014/main" id="{509E77B0-3F2A-A95B-22E0-CD0AA8A48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155" y="2187970"/>
              <a:ext cx="106543" cy="10060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Oval 221">
              <a:extLst>
                <a:ext uri="{FF2B5EF4-FFF2-40B4-BE49-F238E27FC236}">
                  <a16:creationId xmlns:a16="http://schemas.microsoft.com/office/drawing/2014/main" id="{92B4A386-FA52-4D84-1A9D-F9522994C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Oval 221">
              <a:extLst>
                <a:ext uri="{FF2B5EF4-FFF2-40B4-BE49-F238E27FC236}">
                  <a16:creationId xmlns:a16="http://schemas.microsoft.com/office/drawing/2014/main" id="{9668F6E7-5B31-0380-DB46-F061AC6FD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Oval 221">
              <a:extLst>
                <a:ext uri="{FF2B5EF4-FFF2-40B4-BE49-F238E27FC236}">
                  <a16:creationId xmlns:a16="http://schemas.microsoft.com/office/drawing/2014/main" id="{6379A85E-7830-6A6D-4186-2A3177BAB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Oval 221">
              <a:extLst>
                <a:ext uri="{FF2B5EF4-FFF2-40B4-BE49-F238E27FC236}">
                  <a16:creationId xmlns:a16="http://schemas.microsoft.com/office/drawing/2014/main" id="{29266014-1406-966E-A368-59467179E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Oval 221">
              <a:extLst>
                <a:ext uri="{FF2B5EF4-FFF2-40B4-BE49-F238E27FC236}">
                  <a16:creationId xmlns:a16="http://schemas.microsoft.com/office/drawing/2014/main" id="{843E0B97-6DF8-94D0-B553-D273C4043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Oval 221">
              <a:extLst>
                <a:ext uri="{FF2B5EF4-FFF2-40B4-BE49-F238E27FC236}">
                  <a16:creationId xmlns:a16="http://schemas.microsoft.com/office/drawing/2014/main" id="{32BEA666-320B-329C-11C1-AA08D0345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3">
              <a:extLst>
                <a:ext uri="{FF2B5EF4-FFF2-40B4-BE49-F238E27FC236}">
                  <a16:creationId xmlns:a16="http://schemas.microsoft.com/office/drawing/2014/main" id="{06029156-C26B-FBA8-E486-0B19460A5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340" y="3032978"/>
              <a:ext cx="63279" cy="172435"/>
            </a:xfrm>
            <a:custGeom>
              <a:avLst/>
              <a:gdLst>
                <a:gd name="T0" fmla="*/ 9 w 40"/>
                <a:gd name="T1" fmla="*/ 0 h 109"/>
                <a:gd name="T2" fmla="*/ 0 w 40"/>
                <a:gd name="T3" fmla="*/ 109 h 109"/>
                <a:gd name="T4" fmla="*/ 40 w 40"/>
                <a:gd name="T5" fmla="*/ 109 h 109"/>
                <a:gd name="T6" fmla="*/ 30 w 40"/>
                <a:gd name="T7" fmla="*/ 0 h 109"/>
                <a:gd name="T8" fmla="*/ 9 w 40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09">
                  <a:moveTo>
                    <a:pt x="9" y="0"/>
                  </a:moveTo>
                  <a:lnTo>
                    <a:pt x="0" y="109"/>
                  </a:lnTo>
                  <a:lnTo>
                    <a:pt x="40" y="109"/>
                  </a:lnTo>
                  <a:lnTo>
                    <a:pt x="3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4">
              <a:extLst>
                <a:ext uri="{FF2B5EF4-FFF2-40B4-BE49-F238E27FC236}">
                  <a16:creationId xmlns:a16="http://schemas.microsoft.com/office/drawing/2014/main" id="{E6BC63F2-CA10-5871-80E5-654C5AEAA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561" y="3032978"/>
              <a:ext cx="30058" cy="172435"/>
            </a:xfrm>
            <a:custGeom>
              <a:avLst/>
              <a:gdLst>
                <a:gd name="T0" fmla="*/ 0 w 19"/>
                <a:gd name="T1" fmla="*/ 0 h 109"/>
                <a:gd name="T2" fmla="*/ 0 w 19"/>
                <a:gd name="T3" fmla="*/ 109 h 109"/>
                <a:gd name="T4" fmla="*/ 19 w 19"/>
                <a:gd name="T5" fmla="*/ 109 h 109"/>
                <a:gd name="T6" fmla="*/ 9 w 19"/>
                <a:gd name="T7" fmla="*/ 0 h 109"/>
                <a:gd name="T8" fmla="*/ 0 w 19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9">
                  <a:moveTo>
                    <a:pt x="0" y="0"/>
                  </a:moveTo>
                  <a:lnTo>
                    <a:pt x="0" y="109"/>
                  </a:lnTo>
                  <a:lnTo>
                    <a:pt x="19" y="10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5">
              <a:extLst>
                <a:ext uri="{FF2B5EF4-FFF2-40B4-BE49-F238E27FC236}">
                  <a16:creationId xmlns:a16="http://schemas.microsoft.com/office/drawing/2014/main" id="{70B3BF18-4861-CF4E-02FE-6254C5853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126" y="2347984"/>
              <a:ext cx="344870" cy="741946"/>
            </a:xfrm>
            <a:custGeom>
              <a:avLst/>
              <a:gdLst>
                <a:gd name="T0" fmla="*/ 0 w 218"/>
                <a:gd name="T1" fmla="*/ 469 h 469"/>
                <a:gd name="T2" fmla="*/ 109 w 218"/>
                <a:gd name="T3" fmla="*/ 0 h 469"/>
                <a:gd name="T4" fmla="*/ 218 w 218"/>
                <a:gd name="T5" fmla="*/ 469 h 469"/>
                <a:gd name="T6" fmla="*/ 0 w 218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8" h="469">
                  <a:moveTo>
                    <a:pt x="0" y="469"/>
                  </a:moveTo>
                  <a:lnTo>
                    <a:pt x="109" y="0"/>
                  </a:lnTo>
                  <a:lnTo>
                    <a:pt x="218" y="469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6">
              <a:extLst>
                <a:ext uri="{FF2B5EF4-FFF2-40B4-BE49-F238E27FC236}">
                  <a16:creationId xmlns:a16="http://schemas.microsoft.com/office/drawing/2014/main" id="{8A0D7C95-3164-B09C-42FB-6994AD66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561" y="2347984"/>
              <a:ext cx="172436" cy="741946"/>
            </a:xfrm>
            <a:custGeom>
              <a:avLst/>
              <a:gdLst>
                <a:gd name="T0" fmla="*/ 109 w 109"/>
                <a:gd name="T1" fmla="*/ 469 h 469"/>
                <a:gd name="T2" fmla="*/ 0 w 109"/>
                <a:gd name="T3" fmla="*/ 0 h 469"/>
                <a:gd name="T4" fmla="*/ 0 w 109"/>
                <a:gd name="T5" fmla="*/ 469 h 469"/>
                <a:gd name="T6" fmla="*/ 109 w 109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469">
                  <a:moveTo>
                    <a:pt x="109" y="469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6" name="Freeform 27">
              <a:extLst>
                <a:ext uri="{FF2B5EF4-FFF2-40B4-BE49-F238E27FC236}">
                  <a16:creationId xmlns:a16="http://schemas.microsoft.com/office/drawing/2014/main" id="{AA8103D7-1CDB-9226-5DE9-206A5CB2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293" y="3032978"/>
              <a:ext cx="63279" cy="172435"/>
            </a:xfrm>
            <a:custGeom>
              <a:avLst/>
              <a:gdLst>
                <a:gd name="T0" fmla="*/ 9 w 40"/>
                <a:gd name="T1" fmla="*/ 0 h 109"/>
                <a:gd name="T2" fmla="*/ 0 w 40"/>
                <a:gd name="T3" fmla="*/ 109 h 109"/>
                <a:gd name="T4" fmla="*/ 40 w 40"/>
                <a:gd name="T5" fmla="*/ 109 h 109"/>
                <a:gd name="T6" fmla="*/ 30 w 40"/>
                <a:gd name="T7" fmla="*/ 0 h 109"/>
                <a:gd name="T8" fmla="*/ 9 w 40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09">
                  <a:moveTo>
                    <a:pt x="9" y="0"/>
                  </a:moveTo>
                  <a:lnTo>
                    <a:pt x="0" y="109"/>
                  </a:lnTo>
                  <a:lnTo>
                    <a:pt x="40" y="109"/>
                  </a:lnTo>
                  <a:lnTo>
                    <a:pt x="3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7" name="Freeform 28">
              <a:extLst>
                <a:ext uri="{FF2B5EF4-FFF2-40B4-BE49-F238E27FC236}">
                  <a16:creationId xmlns:a16="http://schemas.microsoft.com/office/drawing/2014/main" id="{EB22948A-05C0-FB23-CB6B-225CC973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515" y="3032978"/>
              <a:ext cx="30058" cy="172435"/>
            </a:xfrm>
            <a:custGeom>
              <a:avLst/>
              <a:gdLst>
                <a:gd name="T0" fmla="*/ 0 w 19"/>
                <a:gd name="T1" fmla="*/ 0 h 109"/>
                <a:gd name="T2" fmla="*/ 0 w 19"/>
                <a:gd name="T3" fmla="*/ 109 h 109"/>
                <a:gd name="T4" fmla="*/ 19 w 19"/>
                <a:gd name="T5" fmla="*/ 109 h 109"/>
                <a:gd name="T6" fmla="*/ 9 w 19"/>
                <a:gd name="T7" fmla="*/ 0 h 109"/>
                <a:gd name="T8" fmla="*/ 0 w 19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9">
                  <a:moveTo>
                    <a:pt x="0" y="0"/>
                  </a:moveTo>
                  <a:lnTo>
                    <a:pt x="0" y="109"/>
                  </a:lnTo>
                  <a:lnTo>
                    <a:pt x="19" y="10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8" name="Freeform 29">
              <a:extLst>
                <a:ext uri="{FF2B5EF4-FFF2-40B4-BE49-F238E27FC236}">
                  <a16:creationId xmlns:a16="http://schemas.microsoft.com/office/drawing/2014/main" id="{27D0B985-EDF8-30A1-A2EF-C544DA74F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916" y="2347984"/>
              <a:ext cx="348035" cy="741946"/>
            </a:xfrm>
            <a:custGeom>
              <a:avLst/>
              <a:gdLst>
                <a:gd name="T0" fmla="*/ 0 w 220"/>
                <a:gd name="T1" fmla="*/ 469 h 469"/>
                <a:gd name="T2" fmla="*/ 111 w 220"/>
                <a:gd name="T3" fmla="*/ 0 h 469"/>
                <a:gd name="T4" fmla="*/ 220 w 220"/>
                <a:gd name="T5" fmla="*/ 469 h 469"/>
                <a:gd name="T6" fmla="*/ 0 w 220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" h="469">
                  <a:moveTo>
                    <a:pt x="0" y="469"/>
                  </a:moveTo>
                  <a:lnTo>
                    <a:pt x="111" y="0"/>
                  </a:lnTo>
                  <a:lnTo>
                    <a:pt x="220" y="469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9" name="Freeform 30">
              <a:extLst>
                <a:ext uri="{FF2B5EF4-FFF2-40B4-BE49-F238E27FC236}">
                  <a16:creationId xmlns:a16="http://schemas.microsoft.com/office/drawing/2014/main" id="{21FACB16-175C-D50F-6466-648C686AE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515" y="2347984"/>
              <a:ext cx="172436" cy="741946"/>
            </a:xfrm>
            <a:custGeom>
              <a:avLst/>
              <a:gdLst>
                <a:gd name="T0" fmla="*/ 109 w 109"/>
                <a:gd name="T1" fmla="*/ 469 h 469"/>
                <a:gd name="T2" fmla="*/ 0 w 109"/>
                <a:gd name="T3" fmla="*/ 0 h 469"/>
                <a:gd name="T4" fmla="*/ 0 w 109"/>
                <a:gd name="T5" fmla="*/ 469 h 469"/>
                <a:gd name="T6" fmla="*/ 109 w 109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469">
                  <a:moveTo>
                    <a:pt x="109" y="469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0" name="Freeform 31">
              <a:extLst>
                <a:ext uri="{FF2B5EF4-FFF2-40B4-BE49-F238E27FC236}">
                  <a16:creationId xmlns:a16="http://schemas.microsoft.com/office/drawing/2014/main" id="{DB2FAFD9-DB35-65B3-605E-C2823BCB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802" y="3205413"/>
              <a:ext cx="4899374" cy="281591"/>
            </a:xfrm>
            <a:custGeom>
              <a:avLst/>
              <a:gdLst>
                <a:gd name="T0" fmla="*/ 1310 w 1310"/>
                <a:gd name="T1" fmla="*/ 37 h 75"/>
                <a:gd name="T2" fmla="*/ 1267 w 1310"/>
                <a:gd name="T3" fmla="*/ 75 h 75"/>
                <a:gd name="T4" fmla="*/ 43 w 1310"/>
                <a:gd name="T5" fmla="*/ 75 h 75"/>
                <a:gd name="T6" fmla="*/ 0 w 1310"/>
                <a:gd name="T7" fmla="*/ 37 h 75"/>
                <a:gd name="T8" fmla="*/ 0 w 1310"/>
                <a:gd name="T9" fmla="*/ 37 h 75"/>
                <a:gd name="T10" fmla="*/ 43 w 1310"/>
                <a:gd name="T11" fmla="*/ 0 h 75"/>
                <a:gd name="T12" fmla="*/ 1267 w 1310"/>
                <a:gd name="T13" fmla="*/ 0 h 75"/>
                <a:gd name="T14" fmla="*/ 1310 w 1310"/>
                <a:gd name="T15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0" h="75">
                  <a:moveTo>
                    <a:pt x="1310" y="37"/>
                  </a:moveTo>
                  <a:cubicBezTo>
                    <a:pt x="1310" y="58"/>
                    <a:pt x="1291" y="75"/>
                    <a:pt x="1267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19" y="75"/>
                    <a:pt x="0" y="58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9" y="0"/>
                    <a:pt x="43" y="0"/>
                  </a:cubicBezTo>
                  <a:cubicBezTo>
                    <a:pt x="1267" y="0"/>
                    <a:pt x="1267" y="0"/>
                    <a:pt x="1267" y="0"/>
                  </a:cubicBezTo>
                  <a:cubicBezTo>
                    <a:pt x="1291" y="0"/>
                    <a:pt x="1310" y="16"/>
                    <a:pt x="1310" y="37"/>
                  </a:cubicBezTo>
                  <a:close/>
                </a:path>
              </a:pathLst>
            </a:custGeom>
            <a:solidFill>
              <a:srgbClr val="ADE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1" name="Freeform 32">
              <a:extLst>
                <a:ext uri="{FF2B5EF4-FFF2-40B4-BE49-F238E27FC236}">
                  <a16:creationId xmlns:a16="http://schemas.microsoft.com/office/drawing/2014/main" id="{15EC3930-8216-B4A4-BA79-23073EB9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802" y="3344627"/>
              <a:ext cx="4899374" cy="142378"/>
            </a:xfrm>
            <a:custGeom>
              <a:avLst/>
              <a:gdLst>
                <a:gd name="T0" fmla="*/ 43 w 1310"/>
                <a:gd name="T1" fmla="*/ 38 h 38"/>
                <a:gd name="T2" fmla="*/ 1267 w 1310"/>
                <a:gd name="T3" fmla="*/ 38 h 38"/>
                <a:gd name="T4" fmla="*/ 1310 w 1310"/>
                <a:gd name="T5" fmla="*/ 0 h 38"/>
                <a:gd name="T6" fmla="*/ 0 w 1310"/>
                <a:gd name="T7" fmla="*/ 0 h 38"/>
                <a:gd name="T8" fmla="*/ 43 w 1310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0" h="38">
                  <a:moveTo>
                    <a:pt x="43" y="38"/>
                  </a:moveTo>
                  <a:cubicBezTo>
                    <a:pt x="1267" y="38"/>
                    <a:pt x="1267" y="38"/>
                    <a:pt x="1267" y="38"/>
                  </a:cubicBezTo>
                  <a:cubicBezTo>
                    <a:pt x="1291" y="38"/>
                    <a:pt x="1310" y="21"/>
                    <a:pt x="13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"/>
                    <a:pt x="19" y="38"/>
                    <a:pt x="43" y="38"/>
                  </a:cubicBezTo>
                  <a:close/>
                </a:path>
              </a:pathLst>
            </a:custGeom>
            <a:solidFill>
              <a:srgbClr val="73A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2" name="Rectangle 43">
              <a:extLst>
                <a:ext uri="{FF2B5EF4-FFF2-40B4-BE49-F238E27FC236}">
                  <a16:creationId xmlns:a16="http://schemas.microsoft.com/office/drawing/2014/main" id="{9B1610B4-CEB4-893B-25FB-0E30E6FE5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078" y="3138971"/>
              <a:ext cx="22148" cy="66443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3" name="Rectangle 44">
              <a:extLst>
                <a:ext uri="{FF2B5EF4-FFF2-40B4-BE49-F238E27FC236}">
                  <a16:creationId xmlns:a16="http://schemas.microsoft.com/office/drawing/2014/main" id="{41C390DB-CB7D-7696-122F-DCD0EAF28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078" y="3191175"/>
              <a:ext cx="22148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4" name="Rectangle 45">
              <a:extLst>
                <a:ext uri="{FF2B5EF4-FFF2-40B4-BE49-F238E27FC236}">
                  <a16:creationId xmlns:a16="http://schemas.microsoft.com/office/drawing/2014/main" id="{ADC88BD9-0155-91A2-CF1E-8E22B0195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193" y="3123151"/>
              <a:ext cx="18984" cy="82263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5" name="Rectangle 46">
              <a:extLst>
                <a:ext uri="{FF2B5EF4-FFF2-40B4-BE49-F238E27FC236}">
                  <a16:creationId xmlns:a16="http://schemas.microsoft.com/office/drawing/2014/main" id="{8D4F26AC-54A6-8A9F-BF22-DC67A0C97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193" y="3191175"/>
              <a:ext cx="18984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6" name="Rectangle 47">
              <a:extLst>
                <a:ext uri="{FF2B5EF4-FFF2-40B4-BE49-F238E27FC236}">
                  <a16:creationId xmlns:a16="http://schemas.microsoft.com/office/drawing/2014/main" id="{7BE86587-51B2-B97F-53AD-3C9BDB502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405" y="3063036"/>
              <a:ext cx="18984" cy="142378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7" name="Rectangle 48">
              <a:extLst>
                <a:ext uri="{FF2B5EF4-FFF2-40B4-BE49-F238E27FC236}">
                  <a16:creationId xmlns:a16="http://schemas.microsoft.com/office/drawing/2014/main" id="{3F526ECA-88E6-7264-D4CB-C81D59075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405" y="3191175"/>
              <a:ext cx="18984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8" name="Rectangle 49">
              <a:extLst>
                <a:ext uri="{FF2B5EF4-FFF2-40B4-BE49-F238E27FC236}">
                  <a16:creationId xmlns:a16="http://schemas.microsoft.com/office/drawing/2014/main" id="{A427C35A-3F97-86EA-F514-01B7EF5AE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446" y="3063036"/>
              <a:ext cx="22148" cy="142378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9" name="Rectangle 50">
              <a:extLst>
                <a:ext uri="{FF2B5EF4-FFF2-40B4-BE49-F238E27FC236}">
                  <a16:creationId xmlns:a16="http://schemas.microsoft.com/office/drawing/2014/main" id="{C80510C8-BDC3-3D0F-6D21-F374DDDD4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446" y="3191175"/>
              <a:ext cx="22148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0" name="Freeform 51">
              <a:extLst>
                <a:ext uri="{FF2B5EF4-FFF2-40B4-BE49-F238E27FC236}">
                  <a16:creationId xmlns:a16="http://schemas.microsoft.com/office/drawing/2014/main" id="{AFCB029B-4F00-709D-9128-0CCC99F84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217" y="2797265"/>
              <a:ext cx="389166" cy="359109"/>
            </a:xfrm>
            <a:custGeom>
              <a:avLst/>
              <a:gdLst>
                <a:gd name="T0" fmla="*/ 0 w 104"/>
                <a:gd name="T1" fmla="*/ 52 h 96"/>
                <a:gd name="T2" fmla="*/ 6 w 104"/>
                <a:gd name="T3" fmla="*/ 42 h 96"/>
                <a:gd name="T4" fmla="*/ 3 w 104"/>
                <a:gd name="T5" fmla="*/ 31 h 96"/>
                <a:gd name="T6" fmla="*/ 20 w 104"/>
                <a:gd name="T7" fmla="*/ 14 h 96"/>
                <a:gd name="T8" fmla="*/ 25 w 104"/>
                <a:gd name="T9" fmla="*/ 15 h 96"/>
                <a:gd name="T10" fmla="*/ 46 w 104"/>
                <a:gd name="T11" fmla="*/ 0 h 96"/>
                <a:gd name="T12" fmla="*/ 58 w 104"/>
                <a:gd name="T13" fmla="*/ 4 h 96"/>
                <a:gd name="T14" fmla="*/ 73 w 104"/>
                <a:gd name="T15" fmla="*/ 0 h 96"/>
                <a:gd name="T16" fmla="*/ 104 w 104"/>
                <a:gd name="T17" fmla="*/ 31 h 96"/>
                <a:gd name="T18" fmla="*/ 81 w 104"/>
                <a:gd name="T19" fmla="*/ 61 h 96"/>
                <a:gd name="T20" fmla="*/ 81 w 104"/>
                <a:gd name="T21" fmla="*/ 62 h 96"/>
                <a:gd name="T22" fmla="*/ 94 w 104"/>
                <a:gd name="T23" fmla="*/ 78 h 96"/>
                <a:gd name="T24" fmla="*/ 78 w 104"/>
                <a:gd name="T25" fmla="*/ 94 h 96"/>
                <a:gd name="T26" fmla="*/ 66 w 104"/>
                <a:gd name="T27" fmla="*/ 90 h 96"/>
                <a:gd name="T28" fmla="*/ 55 w 104"/>
                <a:gd name="T29" fmla="*/ 96 h 96"/>
                <a:gd name="T30" fmla="*/ 42 w 104"/>
                <a:gd name="T31" fmla="*/ 85 h 96"/>
                <a:gd name="T32" fmla="*/ 30 w 104"/>
                <a:gd name="T33" fmla="*/ 88 h 96"/>
                <a:gd name="T34" fmla="*/ 9 w 104"/>
                <a:gd name="T35" fmla="*/ 67 h 96"/>
                <a:gd name="T36" fmla="*/ 10 w 104"/>
                <a:gd name="T37" fmla="*/ 63 h 96"/>
                <a:gd name="T38" fmla="*/ 0 w 104"/>
                <a:gd name="T39" fmla="*/ 5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4" h="96">
                  <a:moveTo>
                    <a:pt x="0" y="52"/>
                  </a:moveTo>
                  <a:cubicBezTo>
                    <a:pt x="0" y="48"/>
                    <a:pt x="3" y="44"/>
                    <a:pt x="6" y="42"/>
                  </a:cubicBezTo>
                  <a:cubicBezTo>
                    <a:pt x="4" y="39"/>
                    <a:pt x="3" y="35"/>
                    <a:pt x="3" y="31"/>
                  </a:cubicBezTo>
                  <a:cubicBezTo>
                    <a:pt x="3" y="22"/>
                    <a:pt x="10" y="14"/>
                    <a:pt x="20" y="14"/>
                  </a:cubicBezTo>
                  <a:cubicBezTo>
                    <a:pt x="22" y="14"/>
                    <a:pt x="23" y="15"/>
                    <a:pt x="25" y="15"/>
                  </a:cubicBezTo>
                  <a:cubicBezTo>
                    <a:pt x="28" y="6"/>
                    <a:pt x="36" y="0"/>
                    <a:pt x="46" y="0"/>
                  </a:cubicBezTo>
                  <a:cubicBezTo>
                    <a:pt x="51" y="0"/>
                    <a:pt x="55" y="1"/>
                    <a:pt x="58" y="4"/>
                  </a:cubicBezTo>
                  <a:cubicBezTo>
                    <a:pt x="63" y="1"/>
                    <a:pt x="67" y="0"/>
                    <a:pt x="73" y="0"/>
                  </a:cubicBezTo>
                  <a:cubicBezTo>
                    <a:pt x="90" y="0"/>
                    <a:pt x="104" y="14"/>
                    <a:pt x="104" y="31"/>
                  </a:cubicBezTo>
                  <a:cubicBezTo>
                    <a:pt x="104" y="46"/>
                    <a:pt x="94" y="57"/>
                    <a:pt x="81" y="61"/>
                  </a:cubicBezTo>
                  <a:cubicBezTo>
                    <a:pt x="81" y="61"/>
                    <a:pt x="81" y="61"/>
                    <a:pt x="81" y="62"/>
                  </a:cubicBezTo>
                  <a:cubicBezTo>
                    <a:pt x="89" y="63"/>
                    <a:pt x="94" y="70"/>
                    <a:pt x="94" y="78"/>
                  </a:cubicBezTo>
                  <a:cubicBezTo>
                    <a:pt x="94" y="87"/>
                    <a:pt x="87" y="94"/>
                    <a:pt x="78" y="94"/>
                  </a:cubicBezTo>
                  <a:cubicBezTo>
                    <a:pt x="73" y="94"/>
                    <a:pt x="69" y="92"/>
                    <a:pt x="66" y="90"/>
                  </a:cubicBezTo>
                  <a:cubicBezTo>
                    <a:pt x="64" y="94"/>
                    <a:pt x="60" y="96"/>
                    <a:pt x="55" y="96"/>
                  </a:cubicBezTo>
                  <a:cubicBezTo>
                    <a:pt x="48" y="96"/>
                    <a:pt x="43" y="91"/>
                    <a:pt x="42" y="85"/>
                  </a:cubicBezTo>
                  <a:cubicBezTo>
                    <a:pt x="39" y="87"/>
                    <a:pt x="35" y="88"/>
                    <a:pt x="30" y="88"/>
                  </a:cubicBezTo>
                  <a:cubicBezTo>
                    <a:pt x="19" y="88"/>
                    <a:pt x="9" y="79"/>
                    <a:pt x="9" y="67"/>
                  </a:cubicBezTo>
                  <a:cubicBezTo>
                    <a:pt x="9" y="66"/>
                    <a:pt x="10" y="65"/>
                    <a:pt x="10" y="63"/>
                  </a:cubicBezTo>
                  <a:cubicBezTo>
                    <a:pt x="4" y="62"/>
                    <a:pt x="0" y="58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1" name="Freeform 52">
              <a:extLst>
                <a:ext uri="{FF2B5EF4-FFF2-40B4-BE49-F238E27FC236}">
                  <a16:creationId xmlns:a16="http://schemas.microsoft.com/office/drawing/2014/main" id="{DFA55649-EA3F-5EB6-3463-48BC4EDE0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488" y="2906420"/>
              <a:ext cx="123394" cy="96501"/>
            </a:xfrm>
            <a:custGeom>
              <a:avLst/>
              <a:gdLst>
                <a:gd name="T0" fmla="*/ 0 w 33"/>
                <a:gd name="T1" fmla="*/ 3 h 26"/>
                <a:gd name="T2" fmla="*/ 15 w 33"/>
                <a:gd name="T3" fmla="*/ 22 h 26"/>
                <a:gd name="T4" fmla="*/ 33 w 33"/>
                <a:gd name="T5" fmla="*/ 23 h 26"/>
                <a:gd name="T6" fmla="*/ 18 w 33"/>
                <a:gd name="T7" fmla="*/ 5 h 26"/>
                <a:gd name="T8" fmla="*/ 0 w 33"/>
                <a:gd name="T9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0" y="3"/>
                  </a:moveTo>
                  <a:cubicBezTo>
                    <a:pt x="3" y="11"/>
                    <a:pt x="9" y="18"/>
                    <a:pt x="15" y="22"/>
                  </a:cubicBezTo>
                  <a:cubicBezTo>
                    <a:pt x="22" y="26"/>
                    <a:pt x="29" y="26"/>
                    <a:pt x="33" y="23"/>
                  </a:cubicBezTo>
                  <a:cubicBezTo>
                    <a:pt x="30" y="16"/>
                    <a:pt x="25" y="9"/>
                    <a:pt x="18" y="5"/>
                  </a:cubicBezTo>
                  <a:cubicBezTo>
                    <a:pt x="11" y="1"/>
                    <a:pt x="5" y="0"/>
                    <a:pt x="0" y="3"/>
                  </a:cubicBezTo>
                  <a:close/>
                </a:path>
              </a:pathLst>
            </a:cu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2" name="Freeform 53">
              <a:extLst>
                <a:ext uri="{FF2B5EF4-FFF2-40B4-BE49-F238E27FC236}">
                  <a16:creationId xmlns:a16="http://schemas.microsoft.com/office/drawing/2014/main" id="{E1BA577C-8CC5-08E8-BD2E-66366ADBF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488" y="2917495"/>
              <a:ext cx="123394" cy="85427"/>
            </a:xfrm>
            <a:custGeom>
              <a:avLst/>
              <a:gdLst>
                <a:gd name="T0" fmla="*/ 15 w 33"/>
                <a:gd name="T1" fmla="*/ 19 h 23"/>
                <a:gd name="T2" fmla="*/ 0 w 33"/>
                <a:gd name="T3" fmla="*/ 0 h 23"/>
                <a:gd name="T4" fmla="*/ 33 w 33"/>
                <a:gd name="T5" fmla="*/ 20 h 23"/>
                <a:gd name="T6" fmla="*/ 15 w 33"/>
                <a:gd name="T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3">
                  <a:moveTo>
                    <a:pt x="15" y="19"/>
                  </a:moveTo>
                  <a:cubicBezTo>
                    <a:pt x="9" y="15"/>
                    <a:pt x="3" y="8"/>
                    <a:pt x="0" y="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29" y="23"/>
                    <a:pt x="22" y="23"/>
                    <a:pt x="15" y="19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3" name="Freeform 54">
              <a:extLst>
                <a:ext uri="{FF2B5EF4-FFF2-40B4-BE49-F238E27FC236}">
                  <a16:creationId xmlns:a16="http://schemas.microsoft.com/office/drawing/2014/main" id="{7E43DE71-8882-B380-6F44-3F5CCC835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67" y="2906420"/>
              <a:ext cx="123394" cy="96501"/>
            </a:xfrm>
            <a:custGeom>
              <a:avLst/>
              <a:gdLst>
                <a:gd name="T0" fmla="*/ 33 w 33"/>
                <a:gd name="T1" fmla="*/ 3 h 26"/>
                <a:gd name="T2" fmla="*/ 18 w 33"/>
                <a:gd name="T3" fmla="*/ 22 h 26"/>
                <a:gd name="T4" fmla="*/ 0 w 33"/>
                <a:gd name="T5" fmla="*/ 23 h 26"/>
                <a:gd name="T6" fmla="*/ 16 w 33"/>
                <a:gd name="T7" fmla="*/ 5 h 26"/>
                <a:gd name="T8" fmla="*/ 33 w 33"/>
                <a:gd name="T9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33" y="3"/>
                  </a:moveTo>
                  <a:cubicBezTo>
                    <a:pt x="30" y="11"/>
                    <a:pt x="25" y="18"/>
                    <a:pt x="18" y="22"/>
                  </a:cubicBezTo>
                  <a:cubicBezTo>
                    <a:pt x="11" y="26"/>
                    <a:pt x="5" y="26"/>
                    <a:pt x="0" y="23"/>
                  </a:cubicBezTo>
                  <a:cubicBezTo>
                    <a:pt x="3" y="16"/>
                    <a:pt x="9" y="9"/>
                    <a:pt x="16" y="5"/>
                  </a:cubicBezTo>
                  <a:cubicBezTo>
                    <a:pt x="22" y="1"/>
                    <a:pt x="29" y="0"/>
                    <a:pt x="33" y="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4" name="Freeform 55">
              <a:extLst>
                <a:ext uri="{FF2B5EF4-FFF2-40B4-BE49-F238E27FC236}">
                  <a16:creationId xmlns:a16="http://schemas.microsoft.com/office/drawing/2014/main" id="{8F4C437E-55AF-0A9C-FAEC-0A5C2E49D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67" y="2917495"/>
              <a:ext cx="123394" cy="85427"/>
            </a:xfrm>
            <a:custGeom>
              <a:avLst/>
              <a:gdLst>
                <a:gd name="T0" fmla="*/ 18 w 33"/>
                <a:gd name="T1" fmla="*/ 19 h 23"/>
                <a:gd name="T2" fmla="*/ 33 w 33"/>
                <a:gd name="T3" fmla="*/ 0 h 23"/>
                <a:gd name="T4" fmla="*/ 0 w 33"/>
                <a:gd name="T5" fmla="*/ 20 h 23"/>
                <a:gd name="T6" fmla="*/ 18 w 33"/>
                <a:gd name="T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3">
                  <a:moveTo>
                    <a:pt x="18" y="19"/>
                  </a:moveTo>
                  <a:cubicBezTo>
                    <a:pt x="25" y="15"/>
                    <a:pt x="30" y="8"/>
                    <a:pt x="33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3"/>
                    <a:pt x="11" y="23"/>
                    <a:pt x="18" y="19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5" name="Oval 56">
              <a:extLst>
                <a:ext uri="{FF2B5EF4-FFF2-40B4-BE49-F238E27FC236}">
                  <a16:creationId xmlns:a16="http://schemas.microsoft.com/office/drawing/2014/main" id="{9A5E24F2-810E-2C65-1F24-CB0EF0655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946" y="2865289"/>
              <a:ext cx="208820" cy="243624"/>
            </a:xfrm>
            <a:prstGeom prst="ellipse">
              <a:avLst/>
            </a:pr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6" name="Freeform 57">
              <a:extLst>
                <a:ext uri="{FF2B5EF4-FFF2-40B4-BE49-F238E27FC236}">
                  <a16:creationId xmlns:a16="http://schemas.microsoft.com/office/drawing/2014/main" id="{57C11835-A020-2E09-0161-85539BF00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946" y="2865289"/>
              <a:ext cx="104411" cy="243624"/>
            </a:xfrm>
            <a:custGeom>
              <a:avLst/>
              <a:gdLst>
                <a:gd name="T0" fmla="*/ 0 w 28"/>
                <a:gd name="T1" fmla="*/ 32 h 65"/>
                <a:gd name="T2" fmla="*/ 28 w 28"/>
                <a:gd name="T3" fmla="*/ 0 h 65"/>
                <a:gd name="T4" fmla="*/ 28 w 28"/>
                <a:gd name="T5" fmla="*/ 65 h 65"/>
                <a:gd name="T6" fmla="*/ 0 w 28"/>
                <a:gd name="T7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65">
                  <a:moveTo>
                    <a:pt x="0" y="32"/>
                  </a:moveTo>
                  <a:cubicBezTo>
                    <a:pt x="0" y="14"/>
                    <a:pt x="12" y="0"/>
                    <a:pt x="28" y="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12" y="65"/>
                    <a:pt x="0" y="50"/>
                    <a:pt x="0" y="3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7" name="Oval 58">
              <a:extLst>
                <a:ext uri="{FF2B5EF4-FFF2-40B4-BE49-F238E27FC236}">
                  <a16:creationId xmlns:a16="http://schemas.microsoft.com/office/drawing/2014/main" id="{2CE53689-E2E2-8495-C5D5-F7D587E00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176" y="2999757"/>
              <a:ext cx="25311" cy="25311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8" name="Oval 59">
              <a:extLst>
                <a:ext uri="{FF2B5EF4-FFF2-40B4-BE49-F238E27FC236}">
                  <a16:creationId xmlns:a16="http://schemas.microsoft.com/office/drawing/2014/main" id="{502CE553-76F1-7A1A-C110-940C6F58D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061" y="2999757"/>
              <a:ext cx="25311" cy="25311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9" name="Rectangle 60">
              <a:extLst>
                <a:ext uri="{FF2B5EF4-FFF2-40B4-BE49-F238E27FC236}">
                  <a16:creationId xmlns:a16="http://schemas.microsoft.com/office/drawing/2014/main" id="{AF66BB5C-077B-D9D2-D32B-67AE0C7DC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169" y="3156372"/>
              <a:ext cx="15819" cy="49042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0" name="Rectangle 61">
              <a:extLst>
                <a:ext uri="{FF2B5EF4-FFF2-40B4-BE49-F238E27FC236}">
                  <a16:creationId xmlns:a16="http://schemas.microsoft.com/office/drawing/2014/main" id="{BC811233-B177-5981-4552-7A75D5B28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169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1" name="Rectangle 62">
              <a:extLst>
                <a:ext uri="{FF2B5EF4-FFF2-40B4-BE49-F238E27FC236}">
                  <a16:creationId xmlns:a16="http://schemas.microsoft.com/office/drawing/2014/main" id="{9D6019B0-627E-581F-82DD-4F792C4EA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039" y="3150044"/>
              <a:ext cx="15819" cy="55370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2" name="Rectangle 63">
              <a:extLst>
                <a:ext uri="{FF2B5EF4-FFF2-40B4-BE49-F238E27FC236}">
                  <a16:creationId xmlns:a16="http://schemas.microsoft.com/office/drawing/2014/main" id="{D36D46AC-D77C-1E07-226B-71966034D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039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3" name="Rectangle 64">
              <a:extLst>
                <a:ext uri="{FF2B5EF4-FFF2-40B4-BE49-F238E27FC236}">
                  <a16:creationId xmlns:a16="http://schemas.microsoft.com/office/drawing/2014/main" id="{723D1C8F-8387-8617-F7FA-691A8E9D4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310" y="3108913"/>
              <a:ext cx="14238" cy="9650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4" name="Rectangle 65">
              <a:extLst>
                <a:ext uri="{FF2B5EF4-FFF2-40B4-BE49-F238E27FC236}">
                  <a16:creationId xmlns:a16="http://schemas.microsoft.com/office/drawing/2014/main" id="{A595F773-240F-B452-C072-739DD469E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310" y="3194340"/>
              <a:ext cx="14238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5" name="Rectangle 66">
              <a:extLst>
                <a:ext uri="{FF2B5EF4-FFF2-40B4-BE49-F238E27FC236}">
                  <a16:creationId xmlns:a16="http://schemas.microsoft.com/office/drawing/2014/main" id="{C1525711-00CD-475A-3696-1EC1E9B3F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507" y="3108913"/>
              <a:ext cx="15819" cy="9650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6" name="Rectangle 67">
              <a:extLst>
                <a:ext uri="{FF2B5EF4-FFF2-40B4-BE49-F238E27FC236}">
                  <a16:creationId xmlns:a16="http://schemas.microsoft.com/office/drawing/2014/main" id="{AAC128E6-B099-652E-B6F3-2C54AA9A5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507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7" name="Freeform 68">
              <a:extLst>
                <a:ext uri="{FF2B5EF4-FFF2-40B4-BE49-F238E27FC236}">
                  <a16:creationId xmlns:a16="http://schemas.microsoft.com/office/drawing/2014/main" id="{D4AF60F2-4EA4-BA15-7BDD-9CA65041B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817" y="2925403"/>
              <a:ext cx="265772" cy="246788"/>
            </a:xfrm>
            <a:custGeom>
              <a:avLst/>
              <a:gdLst>
                <a:gd name="T0" fmla="*/ 71 w 71"/>
                <a:gd name="T1" fmla="*/ 36 h 66"/>
                <a:gd name="T2" fmla="*/ 67 w 71"/>
                <a:gd name="T3" fmla="*/ 29 h 66"/>
                <a:gd name="T4" fmla="*/ 69 w 71"/>
                <a:gd name="T5" fmla="*/ 22 h 66"/>
                <a:gd name="T6" fmla="*/ 58 w 71"/>
                <a:gd name="T7" fmla="*/ 10 h 66"/>
                <a:gd name="T8" fmla="*/ 54 w 71"/>
                <a:gd name="T9" fmla="*/ 11 h 66"/>
                <a:gd name="T10" fmla="*/ 40 w 71"/>
                <a:gd name="T11" fmla="*/ 0 h 66"/>
                <a:gd name="T12" fmla="*/ 31 w 71"/>
                <a:gd name="T13" fmla="*/ 3 h 66"/>
                <a:gd name="T14" fmla="*/ 22 w 71"/>
                <a:gd name="T15" fmla="*/ 0 h 66"/>
                <a:gd name="T16" fmla="*/ 0 w 71"/>
                <a:gd name="T17" fmla="*/ 22 h 66"/>
                <a:gd name="T18" fmla="*/ 16 w 71"/>
                <a:gd name="T19" fmla="*/ 42 h 66"/>
                <a:gd name="T20" fmla="*/ 15 w 71"/>
                <a:gd name="T21" fmla="*/ 42 h 66"/>
                <a:gd name="T22" fmla="*/ 7 w 71"/>
                <a:gd name="T23" fmla="*/ 53 h 66"/>
                <a:gd name="T24" fmla="*/ 18 w 71"/>
                <a:gd name="T25" fmla="*/ 65 h 66"/>
                <a:gd name="T26" fmla="*/ 26 w 71"/>
                <a:gd name="T27" fmla="*/ 62 h 66"/>
                <a:gd name="T28" fmla="*/ 34 w 71"/>
                <a:gd name="T29" fmla="*/ 66 h 66"/>
                <a:gd name="T30" fmla="*/ 42 w 71"/>
                <a:gd name="T31" fmla="*/ 58 h 66"/>
                <a:gd name="T32" fmla="*/ 50 w 71"/>
                <a:gd name="T33" fmla="*/ 61 h 66"/>
                <a:gd name="T34" fmla="*/ 65 w 71"/>
                <a:gd name="T35" fmla="*/ 46 h 66"/>
                <a:gd name="T36" fmla="*/ 64 w 71"/>
                <a:gd name="T37" fmla="*/ 44 h 66"/>
                <a:gd name="T38" fmla="*/ 71 w 71"/>
                <a:gd name="T39" fmla="*/ 3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66">
                  <a:moveTo>
                    <a:pt x="71" y="36"/>
                  </a:moveTo>
                  <a:cubicBezTo>
                    <a:pt x="71" y="33"/>
                    <a:pt x="69" y="30"/>
                    <a:pt x="67" y="29"/>
                  </a:cubicBezTo>
                  <a:cubicBezTo>
                    <a:pt x="68" y="27"/>
                    <a:pt x="69" y="25"/>
                    <a:pt x="69" y="22"/>
                  </a:cubicBezTo>
                  <a:cubicBezTo>
                    <a:pt x="69" y="15"/>
                    <a:pt x="64" y="10"/>
                    <a:pt x="58" y="10"/>
                  </a:cubicBezTo>
                  <a:cubicBezTo>
                    <a:pt x="56" y="10"/>
                    <a:pt x="55" y="11"/>
                    <a:pt x="54" y="11"/>
                  </a:cubicBezTo>
                  <a:cubicBezTo>
                    <a:pt x="52" y="5"/>
                    <a:pt x="46" y="0"/>
                    <a:pt x="40" y="0"/>
                  </a:cubicBezTo>
                  <a:cubicBezTo>
                    <a:pt x="37" y="0"/>
                    <a:pt x="34" y="1"/>
                    <a:pt x="31" y="3"/>
                  </a:cubicBezTo>
                  <a:cubicBezTo>
                    <a:pt x="28" y="1"/>
                    <a:pt x="25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2"/>
                    <a:pt x="7" y="40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0" y="44"/>
                    <a:pt x="7" y="48"/>
                    <a:pt x="7" y="53"/>
                  </a:cubicBezTo>
                  <a:cubicBezTo>
                    <a:pt x="7" y="60"/>
                    <a:pt x="12" y="65"/>
                    <a:pt x="18" y="65"/>
                  </a:cubicBezTo>
                  <a:cubicBezTo>
                    <a:pt x="21" y="65"/>
                    <a:pt x="24" y="64"/>
                    <a:pt x="26" y="62"/>
                  </a:cubicBezTo>
                  <a:cubicBezTo>
                    <a:pt x="27" y="64"/>
                    <a:pt x="30" y="66"/>
                    <a:pt x="34" y="66"/>
                  </a:cubicBezTo>
                  <a:cubicBezTo>
                    <a:pt x="38" y="66"/>
                    <a:pt x="42" y="63"/>
                    <a:pt x="42" y="58"/>
                  </a:cubicBezTo>
                  <a:cubicBezTo>
                    <a:pt x="45" y="60"/>
                    <a:pt x="47" y="61"/>
                    <a:pt x="50" y="61"/>
                  </a:cubicBezTo>
                  <a:cubicBezTo>
                    <a:pt x="58" y="61"/>
                    <a:pt x="65" y="54"/>
                    <a:pt x="65" y="46"/>
                  </a:cubicBezTo>
                  <a:cubicBezTo>
                    <a:pt x="65" y="46"/>
                    <a:pt x="65" y="45"/>
                    <a:pt x="64" y="44"/>
                  </a:cubicBezTo>
                  <a:cubicBezTo>
                    <a:pt x="68" y="43"/>
                    <a:pt x="71" y="40"/>
                    <a:pt x="7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8" name="Freeform 69">
              <a:extLst>
                <a:ext uri="{FF2B5EF4-FFF2-40B4-BE49-F238E27FC236}">
                  <a16:creationId xmlns:a16="http://schemas.microsoft.com/office/drawing/2014/main" id="{75A997F2-44B4-6B0E-EC7C-DFDD3F87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374" y="3002921"/>
              <a:ext cx="85427" cy="64861"/>
            </a:xfrm>
            <a:custGeom>
              <a:avLst/>
              <a:gdLst>
                <a:gd name="T0" fmla="*/ 23 w 23"/>
                <a:gd name="T1" fmla="*/ 2 h 17"/>
                <a:gd name="T2" fmla="*/ 12 w 23"/>
                <a:gd name="T3" fmla="*/ 14 h 17"/>
                <a:gd name="T4" fmla="*/ 0 w 23"/>
                <a:gd name="T5" fmla="*/ 15 h 17"/>
                <a:gd name="T6" fmla="*/ 11 w 23"/>
                <a:gd name="T7" fmla="*/ 2 h 17"/>
                <a:gd name="T8" fmla="*/ 23 w 23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23" y="2"/>
                  </a:moveTo>
                  <a:cubicBezTo>
                    <a:pt x="21" y="7"/>
                    <a:pt x="17" y="12"/>
                    <a:pt x="12" y="14"/>
                  </a:cubicBezTo>
                  <a:cubicBezTo>
                    <a:pt x="8" y="17"/>
                    <a:pt x="3" y="17"/>
                    <a:pt x="0" y="15"/>
                  </a:cubicBezTo>
                  <a:cubicBezTo>
                    <a:pt x="2" y="10"/>
                    <a:pt x="6" y="5"/>
                    <a:pt x="11" y="2"/>
                  </a:cubicBezTo>
                  <a:cubicBezTo>
                    <a:pt x="15" y="0"/>
                    <a:pt x="20" y="0"/>
                    <a:pt x="23" y="2"/>
                  </a:cubicBezTo>
                  <a:close/>
                </a:path>
              </a:pathLst>
            </a:cu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9" name="Freeform 70">
              <a:extLst>
                <a:ext uri="{FF2B5EF4-FFF2-40B4-BE49-F238E27FC236}">
                  <a16:creationId xmlns:a16="http://schemas.microsoft.com/office/drawing/2014/main" id="{72ECA48A-688A-B506-697A-F9655ED1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374" y="3010830"/>
              <a:ext cx="85427" cy="56951"/>
            </a:xfrm>
            <a:custGeom>
              <a:avLst/>
              <a:gdLst>
                <a:gd name="T0" fmla="*/ 12 w 23"/>
                <a:gd name="T1" fmla="*/ 12 h 15"/>
                <a:gd name="T2" fmla="*/ 23 w 23"/>
                <a:gd name="T3" fmla="*/ 0 h 15"/>
                <a:gd name="T4" fmla="*/ 0 w 23"/>
                <a:gd name="T5" fmla="*/ 13 h 15"/>
                <a:gd name="T6" fmla="*/ 12 w 23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12" y="12"/>
                  </a:moveTo>
                  <a:cubicBezTo>
                    <a:pt x="17" y="10"/>
                    <a:pt x="21" y="5"/>
                    <a:pt x="23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5"/>
                    <a:pt x="8" y="15"/>
                    <a:pt x="12" y="1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0" name="Freeform 71">
              <a:extLst>
                <a:ext uri="{FF2B5EF4-FFF2-40B4-BE49-F238E27FC236}">
                  <a16:creationId xmlns:a16="http://schemas.microsoft.com/office/drawing/2014/main" id="{653B731F-31E5-4A59-0E5E-3BAB8B2FF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169" y="3002921"/>
              <a:ext cx="87009" cy="64861"/>
            </a:xfrm>
            <a:custGeom>
              <a:avLst/>
              <a:gdLst>
                <a:gd name="T0" fmla="*/ 0 w 23"/>
                <a:gd name="T1" fmla="*/ 2 h 17"/>
                <a:gd name="T2" fmla="*/ 11 w 23"/>
                <a:gd name="T3" fmla="*/ 14 h 17"/>
                <a:gd name="T4" fmla="*/ 23 w 23"/>
                <a:gd name="T5" fmla="*/ 15 h 17"/>
                <a:gd name="T6" fmla="*/ 12 w 23"/>
                <a:gd name="T7" fmla="*/ 2 h 17"/>
                <a:gd name="T8" fmla="*/ 0 w 23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0" y="2"/>
                  </a:moveTo>
                  <a:cubicBezTo>
                    <a:pt x="2" y="7"/>
                    <a:pt x="6" y="12"/>
                    <a:pt x="11" y="14"/>
                  </a:cubicBezTo>
                  <a:cubicBezTo>
                    <a:pt x="15" y="17"/>
                    <a:pt x="20" y="17"/>
                    <a:pt x="23" y="15"/>
                  </a:cubicBezTo>
                  <a:cubicBezTo>
                    <a:pt x="21" y="10"/>
                    <a:pt x="17" y="5"/>
                    <a:pt x="12" y="2"/>
                  </a:cubicBezTo>
                  <a:cubicBezTo>
                    <a:pt x="8" y="0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1" name="Freeform 72">
              <a:extLst>
                <a:ext uri="{FF2B5EF4-FFF2-40B4-BE49-F238E27FC236}">
                  <a16:creationId xmlns:a16="http://schemas.microsoft.com/office/drawing/2014/main" id="{40910C27-6518-4E69-AFC5-6692D18DC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169" y="3010830"/>
              <a:ext cx="87009" cy="56951"/>
            </a:xfrm>
            <a:custGeom>
              <a:avLst/>
              <a:gdLst>
                <a:gd name="T0" fmla="*/ 11 w 23"/>
                <a:gd name="T1" fmla="*/ 12 h 15"/>
                <a:gd name="T2" fmla="*/ 0 w 23"/>
                <a:gd name="T3" fmla="*/ 0 h 15"/>
                <a:gd name="T4" fmla="*/ 23 w 23"/>
                <a:gd name="T5" fmla="*/ 13 h 15"/>
                <a:gd name="T6" fmla="*/ 11 w 23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11" y="12"/>
                  </a:moveTo>
                  <a:cubicBezTo>
                    <a:pt x="6" y="10"/>
                    <a:pt x="2" y="5"/>
                    <a:pt x="0" y="0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0" y="15"/>
                    <a:pt x="15" y="15"/>
                    <a:pt x="11" y="12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2" name="Oval 73">
              <a:extLst>
                <a:ext uri="{FF2B5EF4-FFF2-40B4-BE49-F238E27FC236}">
                  <a16:creationId xmlns:a16="http://schemas.microsoft.com/office/drawing/2014/main" id="{54F228FB-4368-D6F0-1F5A-BFB556F32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670" y="2969699"/>
              <a:ext cx="142378" cy="169272"/>
            </a:xfrm>
            <a:prstGeom prst="ellipse">
              <a:avLst/>
            </a:pr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3" name="Freeform 74">
              <a:extLst>
                <a:ext uri="{FF2B5EF4-FFF2-40B4-BE49-F238E27FC236}">
                  <a16:creationId xmlns:a16="http://schemas.microsoft.com/office/drawing/2014/main" id="{3EED65F3-3343-3737-806B-D5FC927C6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858" y="2969699"/>
              <a:ext cx="71190" cy="169272"/>
            </a:xfrm>
            <a:custGeom>
              <a:avLst/>
              <a:gdLst>
                <a:gd name="T0" fmla="*/ 19 w 19"/>
                <a:gd name="T1" fmla="*/ 23 h 45"/>
                <a:gd name="T2" fmla="*/ 0 w 19"/>
                <a:gd name="T3" fmla="*/ 0 h 45"/>
                <a:gd name="T4" fmla="*/ 0 w 19"/>
                <a:gd name="T5" fmla="*/ 45 h 45"/>
                <a:gd name="T6" fmla="*/ 19 w 19"/>
                <a:gd name="T7" fmla="*/ 2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5">
                  <a:moveTo>
                    <a:pt x="19" y="23"/>
                  </a:moveTo>
                  <a:cubicBezTo>
                    <a:pt x="19" y="10"/>
                    <a:pt x="10" y="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0" y="45"/>
                    <a:pt x="19" y="35"/>
                    <a:pt x="19" y="2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4" name="Oval 75">
              <a:extLst>
                <a:ext uri="{FF2B5EF4-FFF2-40B4-BE49-F238E27FC236}">
                  <a16:creationId xmlns:a16="http://schemas.microsoft.com/office/drawing/2014/main" id="{4135EAD2-AEFF-91BC-0FD5-5D4C2CF52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800" y="3063036"/>
              <a:ext cx="14238" cy="1898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5" name="Oval 76">
              <a:extLst>
                <a:ext uri="{FF2B5EF4-FFF2-40B4-BE49-F238E27FC236}">
                  <a16:creationId xmlns:a16="http://schemas.microsoft.com/office/drawing/2014/main" id="{1B85CE60-C922-1184-4884-44ACE4EB3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3932" y="3063036"/>
              <a:ext cx="14238" cy="1898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6" name="Oval 165">
              <a:extLst>
                <a:ext uri="{FF2B5EF4-FFF2-40B4-BE49-F238E27FC236}">
                  <a16:creationId xmlns:a16="http://schemas.microsoft.com/office/drawing/2014/main" id="{04236287-4ED3-1CB0-9621-14886682F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1248" y="1961982"/>
              <a:ext cx="230968" cy="2325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7" name="Oval 166">
              <a:extLst>
                <a:ext uri="{FF2B5EF4-FFF2-40B4-BE49-F238E27FC236}">
                  <a16:creationId xmlns:a16="http://schemas.microsoft.com/office/drawing/2014/main" id="{2AB40D8C-7ED2-C275-15A0-7D1A30DC3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110" y="2235664"/>
              <a:ext cx="131305" cy="13130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8" name="Freeform 201">
              <a:extLst>
                <a:ext uri="{FF2B5EF4-FFF2-40B4-BE49-F238E27FC236}">
                  <a16:creationId xmlns:a16="http://schemas.microsoft.com/office/drawing/2014/main" id="{BC5B4EF1-29A8-F011-6A8C-6077A1F1B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322" y="2670706"/>
              <a:ext cx="164526" cy="534707"/>
            </a:xfrm>
            <a:custGeom>
              <a:avLst/>
              <a:gdLst>
                <a:gd name="T0" fmla="*/ 0 w 104"/>
                <a:gd name="T1" fmla="*/ 338 h 338"/>
                <a:gd name="T2" fmla="*/ 104 w 104"/>
                <a:gd name="T3" fmla="*/ 338 h 338"/>
                <a:gd name="T4" fmla="*/ 99 w 104"/>
                <a:gd name="T5" fmla="*/ 0 h 338"/>
                <a:gd name="T6" fmla="*/ 2 w 104"/>
                <a:gd name="T7" fmla="*/ 0 h 338"/>
                <a:gd name="T8" fmla="*/ 0 w 104"/>
                <a:gd name="T9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38">
                  <a:moveTo>
                    <a:pt x="0" y="338"/>
                  </a:moveTo>
                  <a:lnTo>
                    <a:pt x="104" y="338"/>
                  </a:lnTo>
                  <a:lnTo>
                    <a:pt x="99" y="0"/>
                  </a:lnTo>
                  <a:lnTo>
                    <a:pt x="2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9" name="Freeform 202">
              <a:extLst>
                <a:ext uri="{FF2B5EF4-FFF2-40B4-BE49-F238E27FC236}">
                  <a16:creationId xmlns:a16="http://schemas.microsoft.com/office/drawing/2014/main" id="{38E16F7E-BEFF-D6DF-24B0-CC7AB1F58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584" y="2670706"/>
              <a:ext cx="82263" cy="534707"/>
            </a:xfrm>
            <a:custGeom>
              <a:avLst/>
              <a:gdLst>
                <a:gd name="T0" fmla="*/ 47 w 52"/>
                <a:gd name="T1" fmla="*/ 0 h 338"/>
                <a:gd name="T2" fmla="*/ 0 w 52"/>
                <a:gd name="T3" fmla="*/ 0 h 338"/>
                <a:gd name="T4" fmla="*/ 0 w 52"/>
                <a:gd name="T5" fmla="*/ 338 h 338"/>
                <a:gd name="T6" fmla="*/ 52 w 52"/>
                <a:gd name="T7" fmla="*/ 338 h 338"/>
                <a:gd name="T8" fmla="*/ 47 w 52"/>
                <a:gd name="T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38">
                  <a:moveTo>
                    <a:pt x="47" y="0"/>
                  </a:moveTo>
                  <a:lnTo>
                    <a:pt x="0" y="0"/>
                  </a:lnTo>
                  <a:lnTo>
                    <a:pt x="0" y="338"/>
                  </a:lnTo>
                  <a:lnTo>
                    <a:pt x="52" y="338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0" name="Freeform 203">
              <a:extLst>
                <a:ext uri="{FF2B5EF4-FFF2-40B4-BE49-F238E27FC236}">
                  <a16:creationId xmlns:a16="http://schemas.microsoft.com/office/drawing/2014/main" id="{305E9C90-C875-D0B7-D0D8-42D5AC477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409" y="2670706"/>
              <a:ext cx="164526" cy="534707"/>
            </a:xfrm>
            <a:custGeom>
              <a:avLst/>
              <a:gdLst>
                <a:gd name="T0" fmla="*/ 0 w 104"/>
                <a:gd name="T1" fmla="*/ 338 h 338"/>
                <a:gd name="T2" fmla="*/ 104 w 104"/>
                <a:gd name="T3" fmla="*/ 338 h 338"/>
                <a:gd name="T4" fmla="*/ 100 w 104"/>
                <a:gd name="T5" fmla="*/ 0 h 338"/>
                <a:gd name="T6" fmla="*/ 5 w 104"/>
                <a:gd name="T7" fmla="*/ 0 h 338"/>
                <a:gd name="T8" fmla="*/ 0 w 104"/>
                <a:gd name="T9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38">
                  <a:moveTo>
                    <a:pt x="0" y="338"/>
                  </a:moveTo>
                  <a:lnTo>
                    <a:pt x="104" y="338"/>
                  </a:lnTo>
                  <a:lnTo>
                    <a:pt x="100" y="0"/>
                  </a:lnTo>
                  <a:lnTo>
                    <a:pt x="5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1" name="Freeform 204">
              <a:extLst>
                <a:ext uri="{FF2B5EF4-FFF2-40B4-BE49-F238E27FC236}">
                  <a16:creationId xmlns:a16="http://schemas.microsoft.com/office/drawing/2014/main" id="{B1A6CA75-862C-E726-86C7-68B73581F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672" y="2670706"/>
              <a:ext cx="82263" cy="534707"/>
            </a:xfrm>
            <a:custGeom>
              <a:avLst/>
              <a:gdLst>
                <a:gd name="T0" fmla="*/ 48 w 52"/>
                <a:gd name="T1" fmla="*/ 0 h 338"/>
                <a:gd name="T2" fmla="*/ 0 w 52"/>
                <a:gd name="T3" fmla="*/ 0 h 338"/>
                <a:gd name="T4" fmla="*/ 0 w 52"/>
                <a:gd name="T5" fmla="*/ 338 h 338"/>
                <a:gd name="T6" fmla="*/ 52 w 52"/>
                <a:gd name="T7" fmla="*/ 338 h 338"/>
                <a:gd name="T8" fmla="*/ 48 w 52"/>
                <a:gd name="T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38">
                  <a:moveTo>
                    <a:pt x="48" y="0"/>
                  </a:moveTo>
                  <a:lnTo>
                    <a:pt x="0" y="0"/>
                  </a:lnTo>
                  <a:lnTo>
                    <a:pt x="0" y="338"/>
                  </a:lnTo>
                  <a:lnTo>
                    <a:pt x="52" y="338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2" name="Rectangle 206">
              <a:extLst>
                <a:ext uri="{FF2B5EF4-FFF2-40B4-BE49-F238E27FC236}">
                  <a16:creationId xmlns:a16="http://schemas.microsoft.com/office/drawing/2014/main" id="{35B0B978-5961-5EF4-0364-B5F7282A6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738" y="1792710"/>
              <a:ext cx="1809778" cy="933365"/>
            </a:xfrm>
            <a:prstGeom prst="rect">
              <a:avLst/>
            </a:pr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3" name="Rectangle 207">
              <a:extLst>
                <a:ext uri="{FF2B5EF4-FFF2-40B4-BE49-F238E27FC236}">
                  <a16:creationId xmlns:a16="http://schemas.microsoft.com/office/drawing/2014/main" id="{0795F603-9CFD-2AB1-DB28-62596E953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4" name="Rectangle 208">
              <a:extLst>
                <a:ext uri="{FF2B5EF4-FFF2-40B4-BE49-F238E27FC236}">
                  <a16:creationId xmlns:a16="http://schemas.microsoft.com/office/drawing/2014/main" id="{3349481C-5127-76B8-5488-E78A21DD5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5" name="Rectangle 209">
              <a:extLst>
                <a:ext uri="{FF2B5EF4-FFF2-40B4-BE49-F238E27FC236}">
                  <a16:creationId xmlns:a16="http://schemas.microsoft.com/office/drawing/2014/main" id="{C10A43C4-9067-9E86-B1E0-376752417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6" name="Rectangle 210">
              <a:extLst>
                <a:ext uri="{FF2B5EF4-FFF2-40B4-BE49-F238E27FC236}">
                  <a16:creationId xmlns:a16="http://schemas.microsoft.com/office/drawing/2014/main" id="{CECBB5DB-2E34-78B4-54BC-6AADB9214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7" name="Rectangle 211">
              <a:extLst>
                <a:ext uri="{FF2B5EF4-FFF2-40B4-BE49-F238E27FC236}">
                  <a16:creationId xmlns:a16="http://schemas.microsoft.com/office/drawing/2014/main" id="{A7841D9E-CDE7-0529-3821-EDF51E694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8" name="Rectangle 212">
              <a:extLst>
                <a:ext uri="{FF2B5EF4-FFF2-40B4-BE49-F238E27FC236}">
                  <a16:creationId xmlns:a16="http://schemas.microsoft.com/office/drawing/2014/main" id="{B04BF4DA-5EDC-D059-3D94-FE1801633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9" name="Rectangle 213">
              <a:extLst>
                <a:ext uri="{FF2B5EF4-FFF2-40B4-BE49-F238E27FC236}">
                  <a16:creationId xmlns:a16="http://schemas.microsoft.com/office/drawing/2014/main" id="{7D87D536-89D3-D015-3BB0-09B6E7338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0" name="Rectangle 214">
              <a:extLst>
                <a:ext uri="{FF2B5EF4-FFF2-40B4-BE49-F238E27FC236}">
                  <a16:creationId xmlns:a16="http://schemas.microsoft.com/office/drawing/2014/main" id="{A50C6C26-DEAB-0AD6-F10D-E1EA0FE44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1" name="Rectangle 215">
              <a:extLst>
                <a:ext uri="{FF2B5EF4-FFF2-40B4-BE49-F238E27FC236}">
                  <a16:creationId xmlns:a16="http://schemas.microsoft.com/office/drawing/2014/main" id="{31D1E1E3-6557-CFF3-A21C-FDE393800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2" name="Rectangle 216">
              <a:extLst>
                <a:ext uri="{FF2B5EF4-FFF2-40B4-BE49-F238E27FC236}">
                  <a16:creationId xmlns:a16="http://schemas.microsoft.com/office/drawing/2014/main" id="{49CAC7C0-B51D-2283-E93A-D0FDF500F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3" name="Rectangle 217">
              <a:extLst>
                <a:ext uri="{FF2B5EF4-FFF2-40B4-BE49-F238E27FC236}">
                  <a16:creationId xmlns:a16="http://schemas.microsoft.com/office/drawing/2014/main" id="{9458AA5B-C93C-E389-5988-5D9220186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4" name="Rectangle 218">
              <a:extLst>
                <a:ext uri="{FF2B5EF4-FFF2-40B4-BE49-F238E27FC236}">
                  <a16:creationId xmlns:a16="http://schemas.microsoft.com/office/drawing/2014/main" id="{1619631A-A217-7712-9AA5-B2A82C862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5" name="Rectangle 219">
              <a:extLst>
                <a:ext uri="{FF2B5EF4-FFF2-40B4-BE49-F238E27FC236}">
                  <a16:creationId xmlns:a16="http://schemas.microsoft.com/office/drawing/2014/main" id="{58241318-1F83-5A39-2621-06FB21982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738" y="2684944"/>
              <a:ext cx="1809778" cy="41131"/>
            </a:xfrm>
            <a:prstGeom prst="rect">
              <a:avLst/>
            </a:prstGeom>
            <a:solidFill>
              <a:srgbClr val="448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84" name="组合 83">
              <a:extLst>
                <a:ext uri="{FF2B5EF4-FFF2-40B4-BE49-F238E27FC236}">
                  <a16:creationId xmlns:a16="http://schemas.microsoft.com/office/drawing/2014/main" id="{E9F4E89B-6428-8C84-8D80-D183C1CF1BB7}"/>
                </a:ext>
              </a:extLst>
            </p:cNvPr>
            <p:cNvGrpSpPr/>
            <p:nvPr/>
          </p:nvGrpSpPr>
          <p:grpSpPr>
            <a:xfrm>
              <a:off x="1366342" y="2410097"/>
              <a:ext cx="87754" cy="1594635"/>
              <a:chOff x="1631827" y="5041766"/>
              <a:chExt cx="186431" cy="3387760"/>
            </a:xfrm>
          </p:grpSpPr>
          <p:grpSp>
            <p:nvGrpSpPr>
              <p:cNvPr id="1134" name="组合 1133">
                <a:extLst>
                  <a:ext uri="{FF2B5EF4-FFF2-40B4-BE49-F238E27FC236}">
                    <a16:creationId xmlns:a16="http://schemas.microsoft.com/office/drawing/2014/main" id="{10E6D212-F83C-D956-B885-169226C9FBAD}"/>
                  </a:ext>
                </a:extLst>
              </p:cNvPr>
              <p:cNvGrpSpPr/>
              <p:nvPr/>
            </p:nvGrpSpPr>
            <p:grpSpPr>
              <a:xfrm>
                <a:off x="1631827" y="5041766"/>
                <a:ext cx="182898" cy="1702403"/>
                <a:chOff x="1631827" y="5041766"/>
                <a:chExt cx="182898" cy="1702403"/>
              </a:xfrm>
            </p:grpSpPr>
            <p:sp>
              <p:nvSpPr>
                <p:cNvPr id="1141" name="Freeform 167">
                  <a:extLst>
                    <a:ext uri="{FF2B5EF4-FFF2-40B4-BE49-F238E27FC236}">
                      <a16:creationId xmlns:a16="http://schemas.microsoft.com/office/drawing/2014/main" id="{8ACF44E8-C430-F290-A17C-97DAA529B0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5041766"/>
                  <a:ext cx="182898" cy="1702403"/>
                </a:xfrm>
                <a:custGeom>
                  <a:avLst/>
                  <a:gdLst>
                    <a:gd name="T0" fmla="*/ 9 w 49"/>
                    <a:gd name="T1" fmla="*/ 0 h 483"/>
                    <a:gd name="T2" fmla="*/ 0 w 49"/>
                    <a:gd name="T3" fmla="*/ 483 h 483"/>
                    <a:gd name="T4" fmla="*/ 49 w 49"/>
                    <a:gd name="T5" fmla="*/ 483 h 483"/>
                    <a:gd name="T6" fmla="*/ 40 w 49"/>
                    <a:gd name="T7" fmla="*/ 0 h 483"/>
                    <a:gd name="T8" fmla="*/ 9 w 49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83">
                      <a:moveTo>
                        <a:pt x="9" y="0"/>
                      </a:moveTo>
                      <a:lnTo>
                        <a:pt x="0" y="483"/>
                      </a:lnTo>
                      <a:lnTo>
                        <a:pt x="49" y="483"/>
                      </a:lnTo>
                      <a:lnTo>
                        <a:pt x="40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2" name="Freeform 168">
                  <a:extLst>
                    <a:ext uri="{FF2B5EF4-FFF2-40B4-BE49-F238E27FC236}">
                      <a16:creationId xmlns:a16="http://schemas.microsoft.com/office/drawing/2014/main" id="{0A681012-1287-B2D0-0961-6D03CF229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5041766"/>
                  <a:ext cx="85851" cy="1702403"/>
                </a:xfrm>
                <a:custGeom>
                  <a:avLst/>
                  <a:gdLst>
                    <a:gd name="T0" fmla="*/ 0 w 23"/>
                    <a:gd name="T1" fmla="*/ 0 h 483"/>
                    <a:gd name="T2" fmla="*/ 0 w 23"/>
                    <a:gd name="T3" fmla="*/ 483 h 483"/>
                    <a:gd name="T4" fmla="*/ 23 w 23"/>
                    <a:gd name="T5" fmla="*/ 483 h 483"/>
                    <a:gd name="T6" fmla="*/ 14 w 23"/>
                    <a:gd name="T7" fmla="*/ 0 h 483"/>
                    <a:gd name="T8" fmla="*/ 0 w 23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83">
                      <a:moveTo>
                        <a:pt x="0" y="0"/>
                      </a:moveTo>
                      <a:lnTo>
                        <a:pt x="0" y="483"/>
                      </a:lnTo>
                      <a:lnTo>
                        <a:pt x="23" y="483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3" name="Freeform 169">
                  <a:extLst>
                    <a:ext uri="{FF2B5EF4-FFF2-40B4-BE49-F238E27FC236}">
                      <a16:creationId xmlns:a16="http://schemas.microsoft.com/office/drawing/2014/main" id="{2BF6E005-11E8-4D64-955A-BB6198F19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6409326"/>
                  <a:ext cx="182898" cy="334843"/>
                </a:xfrm>
                <a:custGeom>
                  <a:avLst/>
                  <a:gdLst>
                    <a:gd name="T0" fmla="*/ 0 w 49"/>
                    <a:gd name="T1" fmla="*/ 95 h 95"/>
                    <a:gd name="T2" fmla="*/ 49 w 49"/>
                    <a:gd name="T3" fmla="*/ 95 h 95"/>
                    <a:gd name="T4" fmla="*/ 47 w 49"/>
                    <a:gd name="T5" fmla="*/ 0 h 95"/>
                    <a:gd name="T6" fmla="*/ 2 w 49"/>
                    <a:gd name="T7" fmla="*/ 0 h 95"/>
                    <a:gd name="T8" fmla="*/ 0 w 49"/>
                    <a:gd name="T9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95">
                      <a:moveTo>
                        <a:pt x="0" y="95"/>
                      </a:moveTo>
                      <a:lnTo>
                        <a:pt x="49" y="95"/>
                      </a:lnTo>
                      <a:lnTo>
                        <a:pt x="47" y="0"/>
                      </a:lnTo>
                      <a:lnTo>
                        <a:pt x="2" y="0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4" name="Freeform 170">
                  <a:extLst>
                    <a:ext uri="{FF2B5EF4-FFF2-40B4-BE49-F238E27FC236}">
                      <a16:creationId xmlns:a16="http://schemas.microsoft.com/office/drawing/2014/main" id="{4C3A488E-515D-3035-43E6-BCD1A1F59A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6409326"/>
                  <a:ext cx="85851" cy="334843"/>
                </a:xfrm>
                <a:custGeom>
                  <a:avLst/>
                  <a:gdLst>
                    <a:gd name="T0" fmla="*/ 21 w 23"/>
                    <a:gd name="T1" fmla="*/ 0 h 95"/>
                    <a:gd name="T2" fmla="*/ 0 w 23"/>
                    <a:gd name="T3" fmla="*/ 0 h 95"/>
                    <a:gd name="T4" fmla="*/ 0 w 23"/>
                    <a:gd name="T5" fmla="*/ 95 h 95"/>
                    <a:gd name="T6" fmla="*/ 23 w 23"/>
                    <a:gd name="T7" fmla="*/ 95 h 95"/>
                    <a:gd name="T8" fmla="*/ 21 w 23"/>
                    <a:gd name="T9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5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95"/>
                      </a:lnTo>
                      <a:lnTo>
                        <a:pt x="23" y="95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5" name="Rectangle 171">
                  <a:extLst>
                    <a:ext uri="{FF2B5EF4-FFF2-40B4-BE49-F238E27FC236}">
                      <a16:creationId xmlns:a16="http://schemas.microsoft.com/office/drawing/2014/main" id="{D8B49EF5-EAE5-F25F-A320-FB67EACD14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9293" y="6285967"/>
                  <a:ext cx="167969" cy="49345"/>
                </a:xfrm>
                <a:prstGeom prst="rect">
                  <a:avLst/>
                </a:pr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35" name="组合 1134">
                <a:extLst>
                  <a:ext uri="{FF2B5EF4-FFF2-40B4-BE49-F238E27FC236}">
                    <a16:creationId xmlns:a16="http://schemas.microsoft.com/office/drawing/2014/main" id="{4128AB78-746C-38EC-5252-93DDAADD10E8}"/>
                  </a:ext>
                </a:extLst>
              </p:cNvPr>
              <p:cNvGrpSpPr/>
              <p:nvPr/>
            </p:nvGrpSpPr>
            <p:grpSpPr>
              <a:xfrm flipV="1">
                <a:off x="1635360" y="6727123"/>
                <a:ext cx="182898" cy="1702403"/>
                <a:chOff x="1631827" y="5041766"/>
                <a:chExt cx="182898" cy="1702403"/>
              </a:xfrm>
              <a:noFill/>
            </p:grpSpPr>
            <p:sp>
              <p:nvSpPr>
                <p:cNvPr id="1136" name="Freeform 167">
                  <a:extLst>
                    <a:ext uri="{FF2B5EF4-FFF2-40B4-BE49-F238E27FC236}">
                      <a16:creationId xmlns:a16="http://schemas.microsoft.com/office/drawing/2014/main" id="{FFD3E7AB-4D2C-FF0B-0B00-8457072063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5041766"/>
                  <a:ext cx="182898" cy="1702403"/>
                </a:xfrm>
                <a:custGeom>
                  <a:avLst/>
                  <a:gdLst>
                    <a:gd name="T0" fmla="*/ 9 w 49"/>
                    <a:gd name="T1" fmla="*/ 0 h 483"/>
                    <a:gd name="T2" fmla="*/ 0 w 49"/>
                    <a:gd name="T3" fmla="*/ 483 h 483"/>
                    <a:gd name="T4" fmla="*/ 49 w 49"/>
                    <a:gd name="T5" fmla="*/ 483 h 483"/>
                    <a:gd name="T6" fmla="*/ 40 w 49"/>
                    <a:gd name="T7" fmla="*/ 0 h 483"/>
                    <a:gd name="T8" fmla="*/ 9 w 49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83">
                      <a:moveTo>
                        <a:pt x="9" y="0"/>
                      </a:moveTo>
                      <a:lnTo>
                        <a:pt x="0" y="483"/>
                      </a:lnTo>
                      <a:lnTo>
                        <a:pt x="49" y="483"/>
                      </a:lnTo>
                      <a:lnTo>
                        <a:pt x="40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7" name="Freeform 168">
                  <a:extLst>
                    <a:ext uri="{FF2B5EF4-FFF2-40B4-BE49-F238E27FC236}">
                      <a16:creationId xmlns:a16="http://schemas.microsoft.com/office/drawing/2014/main" id="{11DBF80F-F957-0FA4-4C63-E8925D65F3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5041766"/>
                  <a:ext cx="85851" cy="1702403"/>
                </a:xfrm>
                <a:custGeom>
                  <a:avLst/>
                  <a:gdLst>
                    <a:gd name="T0" fmla="*/ 0 w 23"/>
                    <a:gd name="T1" fmla="*/ 0 h 483"/>
                    <a:gd name="T2" fmla="*/ 0 w 23"/>
                    <a:gd name="T3" fmla="*/ 483 h 483"/>
                    <a:gd name="T4" fmla="*/ 23 w 23"/>
                    <a:gd name="T5" fmla="*/ 483 h 483"/>
                    <a:gd name="T6" fmla="*/ 14 w 23"/>
                    <a:gd name="T7" fmla="*/ 0 h 483"/>
                    <a:gd name="T8" fmla="*/ 0 w 23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83">
                      <a:moveTo>
                        <a:pt x="0" y="0"/>
                      </a:moveTo>
                      <a:lnTo>
                        <a:pt x="0" y="483"/>
                      </a:lnTo>
                      <a:lnTo>
                        <a:pt x="23" y="483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8" name="Freeform 169">
                  <a:extLst>
                    <a:ext uri="{FF2B5EF4-FFF2-40B4-BE49-F238E27FC236}">
                      <a16:creationId xmlns:a16="http://schemas.microsoft.com/office/drawing/2014/main" id="{D5CF70F0-F567-FA76-F679-235DBF6B6A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6409326"/>
                  <a:ext cx="182898" cy="334843"/>
                </a:xfrm>
                <a:custGeom>
                  <a:avLst/>
                  <a:gdLst>
                    <a:gd name="T0" fmla="*/ 0 w 49"/>
                    <a:gd name="T1" fmla="*/ 95 h 95"/>
                    <a:gd name="T2" fmla="*/ 49 w 49"/>
                    <a:gd name="T3" fmla="*/ 95 h 95"/>
                    <a:gd name="T4" fmla="*/ 47 w 49"/>
                    <a:gd name="T5" fmla="*/ 0 h 95"/>
                    <a:gd name="T6" fmla="*/ 2 w 49"/>
                    <a:gd name="T7" fmla="*/ 0 h 95"/>
                    <a:gd name="T8" fmla="*/ 0 w 49"/>
                    <a:gd name="T9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95">
                      <a:moveTo>
                        <a:pt x="0" y="95"/>
                      </a:moveTo>
                      <a:lnTo>
                        <a:pt x="49" y="95"/>
                      </a:lnTo>
                      <a:lnTo>
                        <a:pt x="47" y="0"/>
                      </a:lnTo>
                      <a:lnTo>
                        <a:pt x="2" y="0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9" name="Freeform 170">
                  <a:extLst>
                    <a:ext uri="{FF2B5EF4-FFF2-40B4-BE49-F238E27FC236}">
                      <a16:creationId xmlns:a16="http://schemas.microsoft.com/office/drawing/2014/main" id="{29243993-9D1F-6CC2-1A2E-AD00E3F51A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6409326"/>
                  <a:ext cx="85851" cy="334843"/>
                </a:xfrm>
                <a:custGeom>
                  <a:avLst/>
                  <a:gdLst>
                    <a:gd name="T0" fmla="*/ 21 w 23"/>
                    <a:gd name="T1" fmla="*/ 0 h 95"/>
                    <a:gd name="T2" fmla="*/ 0 w 23"/>
                    <a:gd name="T3" fmla="*/ 0 h 95"/>
                    <a:gd name="T4" fmla="*/ 0 w 23"/>
                    <a:gd name="T5" fmla="*/ 95 h 95"/>
                    <a:gd name="T6" fmla="*/ 23 w 23"/>
                    <a:gd name="T7" fmla="*/ 95 h 95"/>
                    <a:gd name="T8" fmla="*/ 21 w 23"/>
                    <a:gd name="T9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5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95"/>
                      </a:lnTo>
                      <a:lnTo>
                        <a:pt x="23" y="95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0" name="Rectangle 171">
                  <a:extLst>
                    <a:ext uri="{FF2B5EF4-FFF2-40B4-BE49-F238E27FC236}">
                      <a16:creationId xmlns:a16="http://schemas.microsoft.com/office/drawing/2014/main" id="{189B9F86-7119-D5DC-494F-2314459316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9293" y="6285967"/>
                  <a:ext cx="167969" cy="4934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5" name="组合 84">
              <a:extLst>
                <a:ext uri="{FF2B5EF4-FFF2-40B4-BE49-F238E27FC236}">
                  <a16:creationId xmlns:a16="http://schemas.microsoft.com/office/drawing/2014/main" id="{CF8FCC39-AF06-D682-3164-346A418D9367}"/>
                </a:ext>
              </a:extLst>
            </p:cNvPr>
            <p:cNvGrpSpPr/>
            <p:nvPr/>
          </p:nvGrpSpPr>
          <p:grpSpPr>
            <a:xfrm>
              <a:off x="1012618" y="1962149"/>
              <a:ext cx="137621" cy="2490931"/>
              <a:chOff x="880349" y="4090112"/>
              <a:chExt cx="292372" cy="5291916"/>
            </a:xfrm>
          </p:grpSpPr>
          <p:grpSp>
            <p:nvGrpSpPr>
              <p:cNvPr id="1122" name="组合 1121">
                <a:extLst>
                  <a:ext uri="{FF2B5EF4-FFF2-40B4-BE49-F238E27FC236}">
                    <a16:creationId xmlns:a16="http://schemas.microsoft.com/office/drawing/2014/main" id="{C404E5C9-54CD-C64C-E2F2-18450F33BBF3}"/>
                  </a:ext>
                </a:extLst>
              </p:cNvPr>
              <p:cNvGrpSpPr/>
              <p:nvPr/>
            </p:nvGrpSpPr>
            <p:grpSpPr>
              <a:xfrm>
                <a:off x="881579" y="4090112"/>
                <a:ext cx="291142" cy="2654059"/>
                <a:chOff x="881579" y="4090112"/>
                <a:chExt cx="291142" cy="2654059"/>
              </a:xfrm>
            </p:grpSpPr>
            <p:sp>
              <p:nvSpPr>
                <p:cNvPr id="1129" name="Freeform 184">
                  <a:extLst>
                    <a:ext uri="{FF2B5EF4-FFF2-40B4-BE49-F238E27FC236}">
                      <a16:creationId xmlns:a16="http://schemas.microsoft.com/office/drawing/2014/main" id="{810EDE48-CD2B-3384-0B35-3A12BA1417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4090112"/>
                  <a:ext cx="291142" cy="2654057"/>
                </a:xfrm>
                <a:custGeom>
                  <a:avLst/>
                  <a:gdLst>
                    <a:gd name="T0" fmla="*/ 16 w 78"/>
                    <a:gd name="T1" fmla="*/ 0 h 753"/>
                    <a:gd name="T2" fmla="*/ 0 w 78"/>
                    <a:gd name="T3" fmla="*/ 753 h 753"/>
                    <a:gd name="T4" fmla="*/ 78 w 78"/>
                    <a:gd name="T5" fmla="*/ 753 h 753"/>
                    <a:gd name="T6" fmla="*/ 61 w 78"/>
                    <a:gd name="T7" fmla="*/ 0 h 753"/>
                    <a:gd name="T8" fmla="*/ 16 w 78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753">
                      <a:moveTo>
                        <a:pt x="16" y="0"/>
                      </a:moveTo>
                      <a:lnTo>
                        <a:pt x="0" y="753"/>
                      </a:lnTo>
                      <a:lnTo>
                        <a:pt x="78" y="753"/>
                      </a:lnTo>
                      <a:lnTo>
                        <a:pt x="6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0" name="Freeform 185">
                  <a:extLst>
                    <a:ext uri="{FF2B5EF4-FFF2-40B4-BE49-F238E27FC236}">
                      <a16:creationId xmlns:a16="http://schemas.microsoft.com/office/drawing/2014/main" id="{38C8AACF-43EE-BB92-F6E0-673BC808E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4090112"/>
                  <a:ext cx="149304" cy="2654057"/>
                </a:xfrm>
                <a:custGeom>
                  <a:avLst/>
                  <a:gdLst>
                    <a:gd name="T0" fmla="*/ 0 w 40"/>
                    <a:gd name="T1" fmla="*/ 0 h 753"/>
                    <a:gd name="T2" fmla="*/ 0 w 40"/>
                    <a:gd name="T3" fmla="*/ 753 h 753"/>
                    <a:gd name="T4" fmla="*/ 40 w 40"/>
                    <a:gd name="T5" fmla="*/ 753 h 753"/>
                    <a:gd name="T6" fmla="*/ 23 w 40"/>
                    <a:gd name="T7" fmla="*/ 0 h 753"/>
                    <a:gd name="T8" fmla="*/ 0 w 40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753">
                      <a:moveTo>
                        <a:pt x="0" y="0"/>
                      </a:moveTo>
                      <a:lnTo>
                        <a:pt x="0" y="753"/>
                      </a:lnTo>
                      <a:lnTo>
                        <a:pt x="40" y="753"/>
                      </a:lnTo>
                      <a:lnTo>
                        <a:pt x="2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1" name="Freeform 186">
                  <a:extLst>
                    <a:ext uri="{FF2B5EF4-FFF2-40B4-BE49-F238E27FC236}">
                      <a16:creationId xmlns:a16="http://schemas.microsoft.com/office/drawing/2014/main" id="{8EF7B2CD-4C89-F42B-1318-9E7E11D719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6226047"/>
                  <a:ext cx="291142" cy="518124"/>
                </a:xfrm>
                <a:custGeom>
                  <a:avLst/>
                  <a:gdLst>
                    <a:gd name="T0" fmla="*/ 0 w 78"/>
                    <a:gd name="T1" fmla="*/ 147 h 147"/>
                    <a:gd name="T2" fmla="*/ 78 w 78"/>
                    <a:gd name="T3" fmla="*/ 147 h 147"/>
                    <a:gd name="T4" fmla="*/ 73 w 78"/>
                    <a:gd name="T5" fmla="*/ 0 h 147"/>
                    <a:gd name="T6" fmla="*/ 2 w 78"/>
                    <a:gd name="T7" fmla="*/ 0 h 147"/>
                    <a:gd name="T8" fmla="*/ 0 w 78"/>
                    <a:gd name="T9" fmla="*/ 14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47">
                      <a:moveTo>
                        <a:pt x="0" y="147"/>
                      </a:moveTo>
                      <a:lnTo>
                        <a:pt x="78" y="147"/>
                      </a:lnTo>
                      <a:lnTo>
                        <a:pt x="73" y="0"/>
                      </a:lnTo>
                      <a:lnTo>
                        <a:pt x="2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2" name="Freeform 187">
                  <a:extLst>
                    <a:ext uri="{FF2B5EF4-FFF2-40B4-BE49-F238E27FC236}">
                      <a16:creationId xmlns:a16="http://schemas.microsoft.com/office/drawing/2014/main" id="{EFD35091-CA9F-8376-5214-A041EE9708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6226047"/>
                  <a:ext cx="149304" cy="518124"/>
                </a:xfrm>
                <a:custGeom>
                  <a:avLst/>
                  <a:gdLst>
                    <a:gd name="T0" fmla="*/ 35 w 40"/>
                    <a:gd name="T1" fmla="*/ 0 h 147"/>
                    <a:gd name="T2" fmla="*/ 0 w 40"/>
                    <a:gd name="T3" fmla="*/ 0 h 147"/>
                    <a:gd name="T4" fmla="*/ 0 w 40"/>
                    <a:gd name="T5" fmla="*/ 147 h 147"/>
                    <a:gd name="T6" fmla="*/ 40 w 40"/>
                    <a:gd name="T7" fmla="*/ 147 h 147"/>
                    <a:gd name="T8" fmla="*/ 35 w 40"/>
                    <a:gd name="T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47">
                      <a:moveTo>
                        <a:pt x="35" y="0"/>
                      </a:moveTo>
                      <a:lnTo>
                        <a:pt x="0" y="0"/>
                      </a:lnTo>
                      <a:lnTo>
                        <a:pt x="0" y="147"/>
                      </a:lnTo>
                      <a:lnTo>
                        <a:pt x="40" y="14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3" name="Freeform 188">
                  <a:extLst>
                    <a:ext uri="{FF2B5EF4-FFF2-40B4-BE49-F238E27FC236}">
                      <a16:creationId xmlns:a16="http://schemas.microsoft.com/office/drawing/2014/main" id="{0C8451C7-BDFB-9F05-BA65-E559E5DAD2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044" y="6035715"/>
                  <a:ext cx="265014" cy="66970"/>
                </a:xfrm>
                <a:custGeom>
                  <a:avLst/>
                  <a:gdLst>
                    <a:gd name="T0" fmla="*/ 0 w 71"/>
                    <a:gd name="T1" fmla="*/ 19 h 19"/>
                    <a:gd name="T2" fmla="*/ 71 w 71"/>
                    <a:gd name="T3" fmla="*/ 19 h 19"/>
                    <a:gd name="T4" fmla="*/ 71 w 71"/>
                    <a:gd name="T5" fmla="*/ 0 h 19"/>
                    <a:gd name="T6" fmla="*/ 2 w 71"/>
                    <a:gd name="T7" fmla="*/ 0 h 19"/>
                    <a:gd name="T8" fmla="*/ 0 w 71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1" h="19">
                      <a:moveTo>
                        <a:pt x="0" y="19"/>
                      </a:moveTo>
                      <a:lnTo>
                        <a:pt x="71" y="19"/>
                      </a:lnTo>
                      <a:lnTo>
                        <a:pt x="71" y="0"/>
                      </a:lnTo>
                      <a:lnTo>
                        <a:pt x="2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23" name="组合 1122">
                <a:extLst>
                  <a:ext uri="{FF2B5EF4-FFF2-40B4-BE49-F238E27FC236}">
                    <a16:creationId xmlns:a16="http://schemas.microsoft.com/office/drawing/2014/main" id="{23D3CC3F-5D80-13DB-6BBE-7544F35D0383}"/>
                  </a:ext>
                </a:extLst>
              </p:cNvPr>
              <p:cNvGrpSpPr/>
              <p:nvPr/>
            </p:nvGrpSpPr>
            <p:grpSpPr>
              <a:xfrm flipV="1">
                <a:off x="880349" y="6727969"/>
                <a:ext cx="291142" cy="2654059"/>
                <a:chOff x="881579" y="4090112"/>
                <a:chExt cx="291142" cy="2654059"/>
              </a:xfrm>
              <a:noFill/>
            </p:grpSpPr>
            <p:sp>
              <p:nvSpPr>
                <p:cNvPr id="1124" name="Freeform 184">
                  <a:extLst>
                    <a:ext uri="{FF2B5EF4-FFF2-40B4-BE49-F238E27FC236}">
                      <a16:creationId xmlns:a16="http://schemas.microsoft.com/office/drawing/2014/main" id="{A08315E4-19C2-D2F4-63FF-324A9CE8A3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4090112"/>
                  <a:ext cx="291142" cy="2654057"/>
                </a:xfrm>
                <a:custGeom>
                  <a:avLst/>
                  <a:gdLst>
                    <a:gd name="T0" fmla="*/ 16 w 78"/>
                    <a:gd name="T1" fmla="*/ 0 h 753"/>
                    <a:gd name="T2" fmla="*/ 0 w 78"/>
                    <a:gd name="T3" fmla="*/ 753 h 753"/>
                    <a:gd name="T4" fmla="*/ 78 w 78"/>
                    <a:gd name="T5" fmla="*/ 753 h 753"/>
                    <a:gd name="T6" fmla="*/ 61 w 78"/>
                    <a:gd name="T7" fmla="*/ 0 h 753"/>
                    <a:gd name="T8" fmla="*/ 16 w 78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753">
                      <a:moveTo>
                        <a:pt x="16" y="0"/>
                      </a:moveTo>
                      <a:lnTo>
                        <a:pt x="0" y="753"/>
                      </a:lnTo>
                      <a:lnTo>
                        <a:pt x="78" y="753"/>
                      </a:lnTo>
                      <a:lnTo>
                        <a:pt x="6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5" name="Freeform 185">
                  <a:extLst>
                    <a:ext uri="{FF2B5EF4-FFF2-40B4-BE49-F238E27FC236}">
                      <a16:creationId xmlns:a16="http://schemas.microsoft.com/office/drawing/2014/main" id="{0EF908FF-B5C5-2C35-68CC-36808C47DD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4090112"/>
                  <a:ext cx="149304" cy="2654057"/>
                </a:xfrm>
                <a:custGeom>
                  <a:avLst/>
                  <a:gdLst>
                    <a:gd name="T0" fmla="*/ 0 w 40"/>
                    <a:gd name="T1" fmla="*/ 0 h 753"/>
                    <a:gd name="T2" fmla="*/ 0 w 40"/>
                    <a:gd name="T3" fmla="*/ 753 h 753"/>
                    <a:gd name="T4" fmla="*/ 40 w 40"/>
                    <a:gd name="T5" fmla="*/ 753 h 753"/>
                    <a:gd name="T6" fmla="*/ 23 w 40"/>
                    <a:gd name="T7" fmla="*/ 0 h 753"/>
                    <a:gd name="T8" fmla="*/ 0 w 40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753">
                      <a:moveTo>
                        <a:pt x="0" y="0"/>
                      </a:moveTo>
                      <a:lnTo>
                        <a:pt x="0" y="753"/>
                      </a:lnTo>
                      <a:lnTo>
                        <a:pt x="40" y="753"/>
                      </a:lnTo>
                      <a:lnTo>
                        <a:pt x="2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6" name="Freeform 186">
                  <a:extLst>
                    <a:ext uri="{FF2B5EF4-FFF2-40B4-BE49-F238E27FC236}">
                      <a16:creationId xmlns:a16="http://schemas.microsoft.com/office/drawing/2014/main" id="{A9D18B45-42B1-FF47-08B5-8D90F9C4FC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6226047"/>
                  <a:ext cx="291142" cy="518124"/>
                </a:xfrm>
                <a:custGeom>
                  <a:avLst/>
                  <a:gdLst>
                    <a:gd name="T0" fmla="*/ 0 w 78"/>
                    <a:gd name="T1" fmla="*/ 147 h 147"/>
                    <a:gd name="T2" fmla="*/ 78 w 78"/>
                    <a:gd name="T3" fmla="*/ 147 h 147"/>
                    <a:gd name="T4" fmla="*/ 73 w 78"/>
                    <a:gd name="T5" fmla="*/ 0 h 147"/>
                    <a:gd name="T6" fmla="*/ 2 w 78"/>
                    <a:gd name="T7" fmla="*/ 0 h 147"/>
                    <a:gd name="T8" fmla="*/ 0 w 78"/>
                    <a:gd name="T9" fmla="*/ 14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47">
                      <a:moveTo>
                        <a:pt x="0" y="147"/>
                      </a:moveTo>
                      <a:lnTo>
                        <a:pt x="78" y="147"/>
                      </a:lnTo>
                      <a:lnTo>
                        <a:pt x="73" y="0"/>
                      </a:lnTo>
                      <a:lnTo>
                        <a:pt x="2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7" name="Freeform 187">
                  <a:extLst>
                    <a:ext uri="{FF2B5EF4-FFF2-40B4-BE49-F238E27FC236}">
                      <a16:creationId xmlns:a16="http://schemas.microsoft.com/office/drawing/2014/main" id="{8A046858-57B9-96B1-AB68-29066AB29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6226047"/>
                  <a:ext cx="149304" cy="518124"/>
                </a:xfrm>
                <a:custGeom>
                  <a:avLst/>
                  <a:gdLst>
                    <a:gd name="T0" fmla="*/ 35 w 40"/>
                    <a:gd name="T1" fmla="*/ 0 h 147"/>
                    <a:gd name="T2" fmla="*/ 0 w 40"/>
                    <a:gd name="T3" fmla="*/ 0 h 147"/>
                    <a:gd name="T4" fmla="*/ 0 w 40"/>
                    <a:gd name="T5" fmla="*/ 147 h 147"/>
                    <a:gd name="T6" fmla="*/ 40 w 40"/>
                    <a:gd name="T7" fmla="*/ 147 h 147"/>
                    <a:gd name="T8" fmla="*/ 35 w 40"/>
                    <a:gd name="T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47">
                      <a:moveTo>
                        <a:pt x="35" y="0"/>
                      </a:moveTo>
                      <a:lnTo>
                        <a:pt x="0" y="0"/>
                      </a:lnTo>
                      <a:lnTo>
                        <a:pt x="0" y="147"/>
                      </a:lnTo>
                      <a:lnTo>
                        <a:pt x="40" y="14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8" name="Freeform 188">
                  <a:extLst>
                    <a:ext uri="{FF2B5EF4-FFF2-40B4-BE49-F238E27FC236}">
                      <a16:creationId xmlns:a16="http://schemas.microsoft.com/office/drawing/2014/main" id="{E36F7A50-0808-DDA2-B0C6-CB2944E883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044" y="6035715"/>
                  <a:ext cx="265014" cy="66970"/>
                </a:xfrm>
                <a:custGeom>
                  <a:avLst/>
                  <a:gdLst>
                    <a:gd name="T0" fmla="*/ 0 w 71"/>
                    <a:gd name="T1" fmla="*/ 19 h 19"/>
                    <a:gd name="T2" fmla="*/ 71 w 71"/>
                    <a:gd name="T3" fmla="*/ 19 h 19"/>
                    <a:gd name="T4" fmla="*/ 71 w 71"/>
                    <a:gd name="T5" fmla="*/ 0 h 19"/>
                    <a:gd name="T6" fmla="*/ 2 w 71"/>
                    <a:gd name="T7" fmla="*/ 0 h 19"/>
                    <a:gd name="T8" fmla="*/ 0 w 71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1" h="19">
                      <a:moveTo>
                        <a:pt x="0" y="19"/>
                      </a:moveTo>
                      <a:lnTo>
                        <a:pt x="71" y="19"/>
                      </a:lnTo>
                      <a:lnTo>
                        <a:pt x="71" y="0"/>
                      </a:lnTo>
                      <a:lnTo>
                        <a:pt x="2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6" name="组合 85">
              <a:extLst>
                <a:ext uri="{FF2B5EF4-FFF2-40B4-BE49-F238E27FC236}">
                  <a16:creationId xmlns:a16="http://schemas.microsoft.com/office/drawing/2014/main" id="{87A5CC72-07C4-1AB3-D05B-C401EF5ED8AA}"/>
                </a:ext>
              </a:extLst>
            </p:cNvPr>
            <p:cNvGrpSpPr/>
            <p:nvPr/>
          </p:nvGrpSpPr>
          <p:grpSpPr>
            <a:xfrm>
              <a:off x="2056235" y="1307045"/>
              <a:ext cx="680249" cy="367018"/>
              <a:chOff x="2056235" y="1307045"/>
              <a:chExt cx="680249" cy="367018"/>
            </a:xfrm>
          </p:grpSpPr>
          <p:sp>
            <p:nvSpPr>
              <p:cNvPr id="1120" name="Freeform 11">
                <a:extLst>
                  <a:ext uri="{FF2B5EF4-FFF2-40B4-BE49-F238E27FC236}">
                    <a16:creationId xmlns:a16="http://schemas.microsoft.com/office/drawing/2014/main" id="{21895672-4BDF-3536-5568-FE34CC8D0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235" y="1307045"/>
                <a:ext cx="680249" cy="367018"/>
              </a:xfrm>
              <a:custGeom>
                <a:avLst/>
                <a:gdLst>
                  <a:gd name="T0" fmla="*/ 16 w 182"/>
                  <a:gd name="T1" fmla="*/ 98 h 98"/>
                  <a:gd name="T2" fmla="*/ 156 w 182"/>
                  <a:gd name="T3" fmla="*/ 98 h 98"/>
                  <a:gd name="T4" fmla="*/ 182 w 182"/>
                  <a:gd name="T5" fmla="*/ 77 h 98"/>
                  <a:gd name="T6" fmla="*/ 157 w 182"/>
                  <a:gd name="T7" fmla="*/ 47 h 98"/>
                  <a:gd name="T8" fmla="*/ 144 w 182"/>
                  <a:gd name="T9" fmla="*/ 26 h 98"/>
                  <a:gd name="T10" fmla="*/ 113 w 182"/>
                  <a:gd name="T11" fmla="*/ 23 h 98"/>
                  <a:gd name="T12" fmla="*/ 83 w 182"/>
                  <a:gd name="T13" fmla="*/ 0 h 98"/>
                  <a:gd name="T14" fmla="*/ 53 w 182"/>
                  <a:gd name="T15" fmla="*/ 24 h 98"/>
                  <a:gd name="T16" fmla="*/ 25 w 182"/>
                  <a:gd name="T17" fmla="*/ 32 h 98"/>
                  <a:gd name="T18" fmla="*/ 18 w 182"/>
                  <a:gd name="T19" fmla="*/ 58 h 98"/>
                  <a:gd name="T20" fmla="*/ 0 w 182"/>
                  <a:gd name="T21" fmla="*/ 82 h 98"/>
                  <a:gd name="T22" fmla="*/ 16 w 182"/>
                  <a:gd name="T2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2" h="98">
                    <a:moveTo>
                      <a:pt x="16" y="98"/>
                    </a:moveTo>
                    <a:cubicBezTo>
                      <a:pt x="33" y="98"/>
                      <a:pt x="95" y="98"/>
                      <a:pt x="156" y="98"/>
                    </a:cubicBezTo>
                    <a:cubicBezTo>
                      <a:pt x="168" y="98"/>
                      <a:pt x="182" y="89"/>
                      <a:pt x="182" y="77"/>
                    </a:cubicBezTo>
                    <a:cubicBezTo>
                      <a:pt x="182" y="50"/>
                      <a:pt x="157" y="47"/>
                      <a:pt x="157" y="47"/>
                    </a:cubicBezTo>
                    <a:cubicBezTo>
                      <a:pt x="157" y="47"/>
                      <a:pt x="159" y="33"/>
                      <a:pt x="144" y="26"/>
                    </a:cubicBezTo>
                    <a:cubicBezTo>
                      <a:pt x="130" y="18"/>
                      <a:pt x="113" y="23"/>
                      <a:pt x="113" y="23"/>
                    </a:cubicBezTo>
                    <a:cubicBezTo>
                      <a:pt x="113" y="23"/>
                      <a:pt x="111" y="0"/>
                      <a:pt x="83" y="0"/>
                    </a:cubicBezTo>
                    <a:cubicBezTo>
                      <a:pt x="54" y="0"/>
                      <a:pt x="53" y="24"/>
                      <a:pt x="53" y="24"/>
                    </a:cubicBezTo>
                    <a:cubicBezTo>
                      <a:pt x="53" y="24"/>
                      <a:pt x="39" y="19"/>
                      <a:pt x="25" y="32"/>
                    </a:cubicBezTo>
                    <a:cubicBezTo>
                      <a:pt x="11" y="46"/>
                      <a:pt x="18" y="58"/>
                      <a:pt x="18" y="58"/>
                    </a:cubicBezTo>
                    <a:cubicBezTo>
                      <a:pt x="18" y="58"/>
                      <a:pt x="0" y="64"/>
                      <a:pt x="0" y="82"/>
                    </a:cubicBezTo>
                    <a:cubicBezTo>
                      <a:pt x="0" y="88"/>
                      <a:pt x="6" y="98"/>
                      <a:pt x="16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1" name="Freeform 12">
                <a:extLst>
                  <a:ext uri="{FF2B5EF4-FFF2-40B4-BE49-F238E27FC236}">
                    <a16:creationId xmlns:a16="http://schemas.microsoft.com/office/drawing/2014/main" id="{9FC528BB-EFC1-C597-4819-63806C038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359" y="1307045"/>
                <a:ext cx="340125" cy="367018"/>
              </a:xfrm>
              <a:custGeom>
                <a:avLst/>
                <a:gdLst>
                  <a:gd name="T0" fmla="*/ 66 w 91"/>
                  <a:gd name="T1" fmla="*/ 47 h 98"/>
                  <a:gd name="T2" fmla="*/ 53 w 91"/>
                  <a:gd name="T3" fmla="*/ 26 h 98"/>
                  <a:gd name="T4" fmla="*/ 22 w 91"/>
                  <a:gd name="T5" fmla="*/ 23 h 98"/>
                  <a:gd name="T6" fmla="*/ 0 w 91"/>
                  <a:gd name="T7" fmla="*/ 0 h 98"/>
                  <a:gd name="T8" fmla="*/ 0 w 91"/>
                  <a:gd name="T9" fmla="*/ 98 h 98"/>
                  <a:gd name="T10" fmla="*/ 65 w 91"/>
                  <a:gd name="T11" fmla="*/ 98 h 98"/>
                  <a:gd name="T12" fmla="*/ 91 w 91"/>
                  <a:gd name="T13" fmla="*/ 77 h 98"/>
                  <a:gd name="T14" fmla="*/ 66 w 91"/>
                  <a:gd name="T15" fmla="*/ 4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98">
                    <a:moveTo>
                      <a:pt x="66" y="47"/>
                    </a:moveTo>
                    <a:cubicBezTo>
                      <a:pt x="66" y="47"/>
                      <a:pt x="68" y="33"/>
                      <a:pt x="53" y="26"/>
                    </a:cubicBezTo>
                    <a:cubicBezTo>
                      <a:pt x="39" y="18"/>
                      <a:pt x="22" y="23"/>
                      <a:pt x="22" y="23"/>
                    </a:cubicBezTo>
                    <a:cubicBezTo>
                      <a:pt x="22" y="23"/>
                      <a:pt x="20" y="4"/>
                      <a:pt x="0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20" y="98"/>
                      <a:pt x="43" y="98"/>
                      <a:pt x="65" y="98"/>
                    </a:cubicBezTo>
                    <a:cubicBezTo>
                      <a:pt x="77" y="98"/>
                      <a:pt x="91" y="89"/>
                      <a:pt x="91" y="77"/>
                    </a:cubicBezTo>
                    <a:cubicBezTo>
                      <a:pt x="91" y="50"/>
                      <a:pt x="66" y="47"/>
                      <a:pt x="66" y="47"/>
                    </a:cubicBezTo>
                    <a:close/>
                  </a:path>
                </a:pathLst>
              </a:custGeom>
              <a:solidFill>
                <a:srgbClr val="C8F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552F4098-D011-0C20-41D9-1778922D6FD8}"/>
                </a:ext>
              </a:extLst>
            </p:cNvPr>
            <p:cNvGrpSpPr/>
            <p:nvPr/>
          </p:nvGrpSpPr>
          <p:grpSpPr>
            <a:xfrm>
              <a:off x="252375" y="1153795"/>
              <a:ext cx="1610496" cy="1620602"/>
              <a:chOff x="-551889" y="2494935"/>
              <a:chExt cx="3090736" cy="3110130"/>
            </a:xfrm>
          </p:grpSpPr>
          <p:grpSp>
            <p:nvGrpSpPr>
              <p:cNvPr id="1105" name="组合 1104">
                <a:extLst>
                  <a:ext uri="{FF2B5EF4-FFF2-40B4-BE49-F238E27FC236}">
                    <a16:creationId xmlns:a16="http://schemas.microsoft.com/office/drawing/2014/main" id="{22DB3091-309F-84E9-91A3-6EE7B2960378}"/>
                  </a:ext>
                </a:extLst>
              </p:cNvPr>
              <p:cNvGrpSpPr/>
              <p:nvPr/>
            </p:nvGrpSpPr>
            <p:grpSpPr>
              <a:xfrm>
                <a:off x="217179" y="2796569"/>
                <a:ext cx="2321668" cy="2488399"/>
                <a:chOff x="217179" y="2796569"/>
                <a:chExt cx="2321668" cy="2488399"/>
              </a:xfrm>
            </p:grpSpPr>
            <p:sp>
              <p:nvSpPr>
                <p:cNvPr id="1109" name="Freeform 190">
                  <a:extLst>
                    <a:ext uri="{FF2B5EF4-FFF2-40B4-BE49-F238E27FC236}">
                      <a16:creationId xmlns:a16="http://schemas.microsoft.com/office/drawing/2014/main" id="{FD26701F-890F-788A-371A-C68E59BC6D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3857487"/>
                  <a:ext cx="1515430" cy="267873"/>
                </a:xfrm>
                <a:custGeom>
                  <a:avLst/>
                  <a:gdLst>
                    <a:gd name="T0" fmla="*/ 0 w 406"/>
                    <a:gd name="T1" fmla="*/ 76 h 76"/>
                    <a:gd name="T2" fmla="*/ 406 w 406"/>
                    <a:gd name="T3" fmla="*/ 76 h 76"/>
                    <a:gd name="T4" fmla="*/ 387 w 406"/>
                    <a:gd name="T5" fmla="*/ 59 h 76"/>
                    <a:gd name="T6" fmla="*/ 82 w 406"/>
                    <a:gd name="T7" fmla="*/ 0 h 76"/>
                    <a:gd name="T8" fmla="*/ 0 w 406"/>
                    <a:gd name="T9" fmla="*/ 47 h 76"/>
                    <a:gd name="T10" fmla="*/ 0 w 406"/>
                    <a:gd name="T11" fmla="*/ 7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6" h="76">
                      <a:moveTo>
                        <a:pt x="0" y="76"/>
                      </a:moveTo>
                      <a:lnTo>
                        <a:pt x="406" y="76"/>
                      </a:lnTo>
                      <a:lnTo>
                        <a:pt x="387" y="59"/>
                      </a:lnTo>
                      <a:lnTo>
                        <a:pt x="82" y="0"/>
                      </a:lnTo>
                      <a:lnTo>
                        <a:pt x="0" y="47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0" name="Freeform 191">
                  <a:extLst>
                    <a:ext uri="{FF2B5EF4-FFF2-40B4-BE49-F238E27FC236}">
                      <a16:creationId xmlns:a16="http://schemas.microsoft.com/office/drawing/2014/main" id="{066032D4-4E1B-32DF-00E8-5A13089C2B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815" y="3931505"/>
                  <a:ext cx="1172032" cy="193857"/>
                </a:xfrm>
                <a:custGeom>
                  <a:avLst/>
                  <a:gdLst>
                    <a:gd name="T0" fmla="*/ 0 w 314"/>
                    <a:gd name="T1" fmla="*/ 55 h 55"/>
                    <a:gd name="T2" fmla="*/ 314 w 314"/>
                    <a:gd name="T3" fmla="*/ 55 h 55"/>
                    <a:gd name="T4" fmla="*/ 295 w 314"/>
                    <a:gd name="T5" fmla="*/ 38 h 55"/>
                    <a:gd name="T6" fmla="*/ 104 w 314"/>
                    <a:gd name="T7" fmla="*/ 0 h 55"/>
                    <a:gd name="T8" fmla="*/ 0 w 31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4" h="55">
                      <a:moveTo>
                        <a:pt x="0" y="55"/>
                      </a:moveTo>
                      <a:lnTo>
                        <a:pt x="314" y="55"/>
                      </a:lnTo>
                      <a:lnTo>
                        <a:pt x="295" y="38"/>
                      </a:lnTo>
                      <a:lnTo>
                        <a:pt x="104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1" name="Freeform 192">
                  <a:extLst>
                    <a:ext uri="{FF2B5EF4-FFF2-40B4-BE49-F238E27FC236}">
                      <a16:creationId xmlns:a16="http://schemas.microsoft.com/office/drawing/2014/main" id="{5A0FA685-7171-C5E0-FC17-27997F1F45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2245" y="3956176"/>
                  <a:ext cx="996602" cy="169182"/>
                </a:xfrm>
                <a:custGeom>
                  <a:avLst/>
                  <a:gdLst>
                    <a:gd name="T0" fmla="*/ 90 w 267"/>
                    <a:gd name="T1" fmla="*/ 0 h 48"/>
                    <a:gd name="T2" fmla="*/ 0 w 267"/>
                    <a:gd name="T3" fmla="*/ 48 h 48"/>
                    <a:gd name="T4" fmla="*/ 267 w 267"/>
                    <a:gd name="T5" fmla="*/ 48 h 48"/>
                    <a:gd name="T6" fmla="*/ 248 w 267"/>
                    <a:gd name="T7" fmla="*/ 31 h 48"/>
                    <a:gd name="T8" fmla="*/ 90 w 267"/>
                    <a:gd name="T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48">
                      <a:moveTo>
                        <a:pt x="90" y="0"/>
                      </a:moveTo>
                      <a:lnTo>
                        <a:pt x="0" y="48"/>
                      </a:lnTo>
                      <a:lnTo>
                        <a:pt x="267" y="48"/>
                      </a:lnTo>
                      <a:lnTo>
                        <a:pt x="248" y="3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2" name="Freeform 193">
                  <a:extLst>
                    <a:ext uri="{FF2B5EF4-FFF2-40B4-BE49-F238E27FC236}">
                      <a16:creationId xmlns:a16="http://schemas.microsoft.com/office/drawing/2014/main" id="{C5325F3E-F8BE-6260-1D20-1DC1ADB3B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776377" cy="1293545"/>
                </a:xfrm>
                <a:custGeom>
                  <a:avLst/>
                  <a:gdLst>
                    <a:gd name="T0" fmla="*/ 208 w 208"/>
                    <a:gd name="T1" fmla="*/ 353 h 367"/>
                    <a:gd name="T2" fmla="*/ 4 w 208"/>
                    <a:gd name="T3" fmla="*/ 0 h 367"/>
                    <a:gd name="T4" fmla="*/ 0 w 208"/>
                    <a:gd name="T5" fmla="*/ 26 h 367"/>
                    <a:gd name="T6" fmla="*/ 101 w 208"/>
                    <a:gd name="T7" fmla="*/ 320 h 367"/>
                    <a:gd name="T8" fmla="*/ 182 w 208"/>
                    <a:gd name="T9" fmla="*/ 367 h 367"/>
                    <a:gd name="T10" fmla="*/ 208 w 208"/>
                    <a:gd name="T11" fmla="*/ 353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8" h="367">
                      <a:moveTo>
                        <a:pt x="208" y="353"/>
                      </a:move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101" y="320"/>
                      </a:lnTo>
                      <a:lnTo>
                        <a:pt x="182" y="367"/>
                      </a:lnTo>
                      <a:lnTo>
                        <a:pt x="208" y="353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3" name="Freeform 194">
                  <a:extLst>
                    <a:ext uri="{FF2B5EF4-FFF2-40B4-BE49-F238E27FC236}">
                      <a16:creationId xmlns:a16="http://schemas.microsoft.com/office/drawing/2014/main" id="{1395F0D6-2E1A-1481-B7D0-53611CF04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608412" cy="969279"/>
                </a:xfrm>
                <a:custGeom>
                  <a:avLst/>
                  <a:gdLst>
                    <a:gd name="T0" fmla="*/ 163 w 163"/>
                    <a:gd name="T1" fmla="*/ 275 h 275"/>
                    <a:gd name="T2" fmla="*/ 4 w 163"/>
                    <a:gd name="T3" fmla="*/ 0 h 275"/>
                    <a:gd name="T4" fmla="*/ 0 w 163"/>
                    <a:gd name="T5" fmla="*/ 26 h 275"/>
                    <a:gd name="T6" fmla="*/ 64 w 163"/>
                    <a:gd name="T7" fmla="*/ 211 h 275"/>
                    <a:gd name="T8" fmla="*/ 163 w 163"/>
                    <a:gd name="T9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3" h="275">
                      <a:moveTo>
                        <a:pt x="163" y="275"/>
                      </a:move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64" y="211"/>
                      </a:lnTo>
                      <a:lnTo>
                        <a:pt x="163" y="27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4" name="Freeform 195">
                  <a:extLst>
                    <a:ext uri="{FF2B5EF4-FFF2-40B4-BE49-F238E27FC236}">
                      <a16:creationId xmlns:a16="http://schemas.microsoft.com/office/drawing/2014/main" id="{E18E4728-5EDD-4513-D439-D038F86167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511365" cy="817718"/>
                </a:xfrm>
                <a:custGeom>
                  <a:avLst/>
                  <a:gdLst>
                    <a:gd name="T0" fmla="*/ 52 w 137"/>
                    <a:gd name="T1" fmla="*/ 178 h 232"/>
                    <a:gd name="T2" fmla="*/ 137 w 137"/>
                    <a:gd name="T3" fmla="*/ 232 h 232"/>
                    <a:gd name="T4" fmla="*/ 4 w 137"/>
                    <a:gd name="T5" fmla="*/ 0 h 232"/>
                    <a:gd name="T6" fmla="*/ 0 w 137"/>
                    <a:gd name="T7" fmla="*/ 26 h 232"/>
                    <a:gd name="T8" fmla="*/ 52 w 137"/>
                    <a:gd name="T9" fmla="*/ 178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232">
                      <a:moveTo>
                        <a:pt x="52" y="178"/>
                      </a:moveTo>
                      <a:lnTo>
                        <a:pt x="137" y="232"/>
                      </a:ln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52" y="1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5" name="Freeform 196">
                  <a:extLst>
                    <a:ext uri="{FF2B5EF4-FFF2-40B4-BE49-F238E27FC236}">
                      <a16:creationId xmlns:a16="http://schemas.microsoft.com/office/drawing/2014/main" id="{61721164-E7CF-8F10-FA55-6068B360F1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040769"/>
                  <a:ext cx="847298" cy="1244199"/>
                </a:xfrm>
                <a:custGeom>
                  <a:avLst/>
                  <a:gdLst>
                    <a:gd name="T0" fmla="*/ 204 w 227"/>
                    <a:gd name="T1" fmla="*/ 0 h 353"/>
                    <a:gd name="T2" fmla="*/ 0 w 227"/>
                    <a:gd name="T3" fmla="*/ 353 h 353"/>
                    <a:gd name="T4" fmla="*/ 24 w 227"/>
                    <a:gd name="T5" fmla="*/ 343 h 353"/>
                    <a:gd name="T6" fmla="*/ 227 w 227"/>
                    <a:gd name="T7" fmla="*/ 109 h 353"/>
                    <a:gd name="T8" fmla="*/ 227 w 227"/>
                    <a:gd name="T9" fmla="*/ 14 h 353"/>
                    <a:gd name="T10" fmla="*/ 204 w 227"/>
                    <a:gd name="T11" fmla="*/ 0 h 3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7" h="353">
                      <a:moveTo>
                        <a:pt x="204" y="0"/>
                      </a:moveTo>
                      <a:lnTo>
                        <a:pt x="0" y="353"/>
                      </a:lnTo>
                      <a:lnTo>
                        <a:pt x="24" y="343"/>
                      </a:lnTo>
                      <a:lnTo>
                        <a:pt x="227" y="109"/>
                      </a:lnTo>
                      <a:lnTo>
                        <a:pt x="227" y="14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6" name="Freeform 197">
                  <a:extLst>
                    <a:ext uri="{FF2B5EF4-FFF2-40B4-BE49-F238E27FC236}">
                      <a16:creationId xmlns:a16="http://schemas.microsoft.com/office/drawing/2014/main" id="{85A80989-8F9E-7A6E-41BF-C01249D3B3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315689"/>
                  <a:ext cx="582284" cy="969279"/>
                </a:xfrm>
                <a:custGeom>
                  <a:avLst/>
                  <a:gdLst>
                    <a:gd name="T0" fmla="*/ 156 w 156"/>
                    <a:gd name="T1" fmla="*/ 0 h 275"/>
                    <a:gd name="T2" fmla="*/ 0 w 156"/>
                    <a:gd name="T3" fmla="*/ 275 h 275"/>
                    <a:gd name="T4" fmla="*/ 24 w 156"/>
                    <a:gd name="T5" fmla="*/ 265 h 275"/>
                    <a:gd name="T6" fmla="*/ 152 w 156"/>
                    <a:gd name="T7" fmla="*/ 119 h 275"/>
                    <a:gd name="T8" fmla="*/ 156 w 156"/>
                    <a:gd name="T9" fmla="*/ 0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6" h="275">
                      <a:moveTo>
                        <a:pt x="156" y="0"/>
                      </a:moveTo>
                      <a:lnTo>
                        <a:pt x="0" y="275"/>
                      </a:lnTo>
                      <a:lnTo>
                        <a:pt x="24" y="265"/>
                      </a:lnTo>
                      <a:lnTo>
                        <a:pt x="152" y="119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7" name="Freeform 198">
                  <a:extLst>
                    <a:ext uri="{FF2B5EF4-FFF2-40B4-BE49-F238E27FC236}">
                      <a16:creationId xmlns:a16="http://schemas.microsoft.com/office/drawing/2014/main" id="{24034C40-33CF-6091-A7DC-60B13E2B86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467250"/>
                  <a:ext cx="496435" cy="817718"/>
                </a:xfrm>
                <a:custGeom>
                  <a:avLst/>
                  <a:gdLst>
                    <a:gd name="T0" fmla="*/ 130 w 133"/>
                    <a:gd name="T1" fmla="*/ 102 h 232"/>
                    <a:gd name="T2" fmla="*/ 133 w 133"/>
                    <a:gd name="T3" fmla="*/ 0 h 232"/>
                    <a:gd name="T4" fmla="*/ 0 w 133"/>
                    <a:gd name="T5" fmla="*/ 232 h 232"/>
                    <a:gd name="T6" fmla="*/ 24 w 133"/>
                    <a:gd name="T7" fmla="*/ 222 h 232"/>
                    <a:gd name="T8" fmla="*/ 130 w 133"/>
                    <a:gd name="T9" fmla="*/ 102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" h="232">
                      <a:moveTo>
                        <a:pt x="130" y="102"/>
                      </a:moveTo>
                      <a:lnTo>
                        <a:pt x="133" y="0"/>
                      </a:lnTo>
                      <a:lnTo>
                        <a:pt x="0" y="232"/>
                      </a:lnTo>
                      <a:lnTo>
                        <a:pt x="24" y="222"/>
                      </a:lnTo>
                      <a:lnTo>
                        <a:pt x="130" y="1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8" name="Freeform 199">
                  <a:extLst>
                    <a:ext uri="{FF2B5EF4-FFF2-40B4-BE49-F238E27FC236}">
                      <a16:creationId xmlns:a16="http://schemas.microsoft.com/office/drawing/2014/main" id="{9A37DBD0-1ADC-16CB-5654-32F696F995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4254" y="3924455"/>
                  <a:ext cx="362061" cy="292547"/>
                </a:xfrm>
                <a:custGeom>
                  <a:avLst/>
                  <a:gdLst>
                    <a:gd name="T0" fmla="*/ 24 w 97"/>
                    <a:gd name="T1" fmla="*/ 83 h 83"/>
                    <a:gd name="T2" fmla="*/ 0 w 97"/>
                    <a:gd name="T3" fmla="*/ 40 h 83"/>
                    <a:gd name="T4" fmla="*/ 24 w 97"/>
                    <a:gd name="T5" fmla="*/ 0 h 83"/>
                    <a:gd name="T6" fmla="*/ 71 w 97"/>
                    <a:gd name="T7" fmla="*/ 0 h 83"/>
                    <a:gd name="T8" fmla="*/ 97 w 97"/>
                    <a:gd name="T9" fmla="*/ 40 h 83"/>
                    <a:gd name="T10" fmla="*/ 71 w 97"/>
                    <a:gd name="T11" fmla="*/ 83 h 83"/>
                    <a:gd name="T12" fmla="*/ 24 w 97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7" h="83">
                      <a:moveTo>
                        <a:pt x="24" y="83"/>
                      </a:moveTo>
                      <a:lnTo>
                        <a:pt x="0" y="40"/>
                      </a:lnTo>
                      <a:lnTo>
                        <a:pt x="24" y="0"/>
                      </a:lnTo>
                      <a:lnTo>
                        <a:pt x="71" y="0"/>
                      </a:lnTo>
                      <a:lnTo>
                        <a:pt x="97" y="40"/>
                      </a:lnTo>
                      <a:lnTo>
                        <a:pt x="71" y="83"/>
                      </a:lnTo>
                      <a:lnTo>
                        <a:pt x="24" y="83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9" name="Freeform 200">
                  <a:extLst>
                    <a:ext uri="{FF2B5EF4-FFF2-40B4-BE49-F238E27FC236}">
                      <a16:creationId xmlns:a16="http://schemas.microsoft.com/office/drawing/2014/main" id="{9C17DAD2-D07E-6104-C96F-AB92C9AC93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2914" y="3956176"/>
                  <a:ext cx="317270" cy="225577"/>
                </a:xfrm>
                <a:custGeom>
                  <a:avLst/>
                  <a:gdLst>
                    <a:gd name="T0" fmla="*/ 14 w 85"/>
                    <a:gd name="T1" fmla="*/ 64 h 64"/>
                    <a:gd name="T2" fmla="*/ 85 w 85"/>
                    <a:gd name="T3" fmla="*/ 22 h 64"/>
                    <a:gd name="T4" fmla="*/ 73 w 85"/>
                    <a:gd name="T5" fmla="*/ 0 h 64"/>
                    <a:gd name="T6" fmla="*/ 0 w 85"/>
                    <a:gd name="T7" fmla="*/ 43 h 64"/>
                    <a:gd name="T8" fmla="*/ 14 w 85"/>
                    <a:gd name="T9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5" h="64">
                      <a:moveTo>
                        <a:pt x="14" y="64"/>
                      </a:moveTo>
                      <a:lnTo>
                        <a:pt x="85" y="22"/>
                      </a:lnTo>
                      <a:lnTo>
                        <a:pt x="73" y="0"/>
                      </a:lnTo>
                      <a:lnTo>
                        <a:pt x="0" y="43"/>
                      </a:lnTo>
                      <a:lnTo>
                        <a:pt x="14" y="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106" name="矩形 1105">
                <a:extLst>
                  <a:ext uri="{FF2B5EF4-FFF2-40B4-BE49-F238E27FC236}">
                    <a16:creationId xmlns:a16="http://schemas.microsoft.com/office/drawing/2014/main" id="{F418B70A-B650-F119-1E9E-90B6EF33B599}"/>
                  </a:ext>
                </a:extLst>
              </p:cNvPr>
              <p:cNvSpPr/>
              <p:nvPr/>
            </p:nvSpPr>
            <p:spPr>
              <a:xfrm>
                <a:off x="-551889" y="2898783"/>
                <a:ext cx="472004" cy="209735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07" name="矩形 1106">
                <a:extLst>
                  <a:ext uri="{FF2B5EF4-FFF2-40B4-BE49-F238E27FC236}">
                    <a16:creationId xmlns:a16="http://schemas.microsoft.com/office/drawing/2014/main" id="{F644BDA7-A800-F321-E4C4-C28BD0E8B82C}"/>
                  </a:ext>
                </a:extLst>
              </p:cNvPr>
              <p:cNvSpPr/>
              <p:nvPr/>
            </p:nvSpPr>
            <p:spPr>
              <a:xfrm>
                <a:off x="659658" y="5299068"/>
                <a:ext cx="472004" cy="3059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08" name="矩形 1107">
                <a:extLst>
                  <a:ext uri="{FF2B5EF4-FFF2-40B4-BE49-F238E27FC236}">
                    <a16:creationId xmlns:a16="http://schemas.microsoft.com/office/drawing/2014/main" id="{AE075ADF-E8DE-6A30-51AC-2684E04196E6}"/>
                  </a:ext>
                </a:extLst>
              </p:cNvPr>
              <p:cNvSpPr/>
              <p:nvPr/>
            </p:nvSpPr>
            <p:spPr>
              <a:xfrm>
                <a:off x="720231" y="2494935"/>
                <a:ext cx="472004" cy="3059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0" name="组合 89">
              <a:extLst>
                <a:ext uri="{FF2B5EF4-FFF2-40B4-BE49-F238E27FC236}">
                  <a16:creationId xmlns:a16="http://schemas.microsoft.com/office/drawing/2014/main" id="{46BA4D14-4539-391D-556D-043C023B8545}"/>
                </a:ext>
              </a:extLst>
            </p:cNvPr>
            <p:cNvGrpSpPr/>
            <p:nvPr/>
          </p:nvGrpSpPr>
          <p:grpSpPr>
            <a:xfrm>
              <a:off x="1012132" y="2380296"/>
              <a:ext cx="427354" cy="2196689"/>
              <a:chOff x="1012132" y="2380296"/>
              <a:chExt cx="427354" cy="2196689"/>
            </a:xfrm>
          </p:grpSpPr>
          <p:grpSp>
            <p:nvGrpSpPr>
              <p:cNvPr id="1081" name="组合 1080">
                <a:extLst>
                  <a:ext uri="{FF2B5EF4-FFF2-40B4-BE49-F238E27FC236}">
                    <a16:creationId xmlns:a16="http://schemas.microsoft.com/office/drawing/2014/main" id="{B8DB10C4-0624-B4D7-81C7-EE901BFFF32A}"/>
                  </a:ext>
                </a:extLst>
              </p:cNvPr>
              <p:cNvGrpSpPr/>
              <p:nvPr/>
            </p:nvGrpSpPr>
            <p:grpSpPr>
              <a:xfrm>
                <a:off x="1012132" y="3487005"/>
                <a:ext cx="427133" cy="1089980"/>
                <a:chOff x="1012132" y="3487005"/>
                <a:chExt cx="427133" cy="1089980"/>
              </a:xfrm>
            </p:grpSpPr>
            <p:sp>
              <p:nvSpPr>
                <p:cNvPr id="1094" name="Freeform 77">
                  <a:extLst>
                    <a:ext uri="{FF2B5EF4-FFF2-40B4-BE49-F238E27FC236}">
                      <a16:creationId xmlns:a16="http://schemas.microsoft.com/office/drawing/2014/main" id="{1C1E9930-89C7-E98F-6543-C9F8F09DEA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172436" cy="33222"/>
                </a:xfrm>
                <a:custGeom>
                  <a:avLst/>
                  <a:gdLst>
                    <a:gd name="T0" fmla="*/ 42 w 46"/>
                    <a:gd name="T1" fmla="*/ 0 h 9"/>
                    <a:gd name="T2" fmla="*/ 5 w 46"/>
                    <a:gd name="T3" fmla="*/ 0 h 9"/>
                    <a:gd name="T4" fmla="*/ 0 w 46"/>
                    <a:gd name="T5" fmla="*/ 5 h 9"/>
                    <a:gd name="T6" fmla="*/ 5 w 46"/>
                    <a:gd name="T7" fmla="*/ 9 h 9"/>
                    <a:gd name="T8" fmla="*/ 42 w 46"/>
                    <a:gd name="T9" fmla="*/ 9 h 9"/>
                    <a:gd name="T10" fmla="*/ 46 w 46"/>
                    <a:gd name="T11" fmla="*/ 5 h 9"/>
                    <a:gd name="T12" fmla="*/ 42 w 46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42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5" name="Freeform 78">
                  <a:extLst>
                    <a:ext uri="{FF2B5EF4-FFF2-40B4-BE49-F238E27FC236}">
                      <a16:creationId xmlns:a16="http://schemas.microsoft.com/office/drawing/2014/main" id="{9A529C49-EADE-E8E4-1AAE-8668383640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5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5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6" name="Freeform 79">
                  <a:extLst>
                    <a:ext uri="{FF2B5EF4-FFF2-40B4-BE49-F238E27FC236}">
                      <a16:creationId xmlns:a16="http://schemas.microsoft.com/office/drawing/2014/main" id="{3C40936D-FE24-AB16-6E21-6E1B978D4C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4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4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4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7" name="Freeform 80">
                  <a:extLst>
                    <a:ext uri="{FF2B5EF4-FFF2-40B4-BE49-F238E27FC236}">
                      <a16:creationId xmlns:a16="http://schemas.microsoft.com/office/drawing/2014/main" id="{72FF5BDE-6DFF-9E15-5634-F421065BBF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90173" cy="33222"/>
                </a:xfrm>
                <a:custGeom>
                  <a:avLst/>
                  <a:gdLst>
                    <a:gd name="T0" fmla="*/ 4 w 24"/>
                    <a:gd name="T1" fmla="*/ 9 h 9"/>
                    <a:gd name="T2" fmla="*/ 20 w 24"/>
                    <a:gd name="T3" fmla="*/ 9 h 9"/>
                    <a:gd name="T4" fmla="*/ 24 w 24"/>
                    <a:gd name="T5" fmla="*/ 5 h 9"/>
                    <a:gd name="T6" fmla="*/ 20 w 24"/>
                    <a:gd name="T7" fmla="*/ 0 h 9"/>
                    <a:gd name="T8" fmla="*/ 4 w 24"/>
                    <a:gd name="T9" fmla="*/ 0 h 9"/>
                    <a:gd name="T10" fmla="*/ 0 w 24"/>
                    <a:gd name="T11" fmla="*/ 5 h 9"/>
                    <a:gd name="T12" fmla="*/ 4 w 24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9">
                      <a:moveTo>
                        <a:pt x="4" y="9"/>
                      </a:move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2" y="9"/>
                        <a:pt x="24" y="7"/>
                        <a:pt x="24" y="5"/>
                      </a:cubicBezTo>
                      <a:cubicBezTo>
                        <a:pt x="24" y="2"/>
                        <a:pt x="22" y="0"/>
                        <a:pt x="2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8" name="Freeform 81">
                  <a:extLst>
                    <a:ext uri="{FF2B5EF4-FFF2-40B4-BE49-F238E27FC236}">
                      <a16:creationId xmlns:a16="http://schemas.microsoft.com/office/drawing/2014/main" id="{31221AB9-4B93-DCC9-138A-1B0912E98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132" y="4032786"/>
                  <a:ext cx="427133" cy="544199"/>
                </a:xfrm>
                <a:custGeom>
                  <a:avLst/>
                  <a:gdLst>
                    <a:gd name="T0" fmla="*/ 58 w 114"/>
                    <a:gd name="T1" fmla="*/ 145 h 145"/>
                    <a:gd name="T2" fmla="*/ 114 w 114"/>
                    <a:gd name="T3" fmla="*/ 88 h 145"/>
                    <a:gd name="T4" fmla="*/ 102 w 114"/>
                    <a:gd name="T5" fmla="*/ 56 h 145"/>
                    <a:gd name="T6" fmla="*/ 86 w 114"/>
                    <a:gd name="T7" fmla="*/ 14 h 145"/>
                    <a:gd name="T8" fmla="*/ 74 w 114"/>
                    <a:gd name="T9" fmla="*/ 1 h 145"/>
                    <a:gd name="T10" fmla="*/ 58 w 114"/>
                    <a:gd name="T11" fmla="*/ 1 h 145"/>
                    <a:gd name="T12" fmla="*/ 36 w 114"/>
                    <a:gd name="T13" fmla="*/ 1 h 145"/>
                    <a:gd name="T14" fmla="*/ 21 w 114"/>
                    <a:gd name="T15" fmla="*/ 38 h 145"/>
                    <a:gd name="T16" fmla="*/ 0 w 114"/>
                    <a:gd name="T17" fmla="*/ 89 h 145"/>
                    <a:gd name="T18" fmla="*/ 58 w 114"/>
                    <a:gd name="T19" fmla="*/ 145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145">
                      <a:moveTo>
                        <a:pt x="58" y="145"/>
                      </a:moveTo>
                      <a:cubicBezTo>
                        <a:pt x="95" y="145"/>
                        <a:pt x="114" y="118"/>
                        <a:pt x="114" y="88"/>
                      </a:cubicBezTo>
                      <a:cubicBezTo>
                        <a:pt x="114" y="78"/>
                        <a:pt x="109" y="67"/>
                        <a:pt x="102" y="56"/>
                      </a:cubicBezTo>
                      <a:cubicBezTo>
                        <a:pt x="95" y="45"/>
                        <a:pt x="90" y="27"/>
                        <a:pt x="86" y="14"/>
                      </a:cubicBezTo>
                      <a:cubicBezTo>
                        <a:pt x="83" y="0"/>
                        <a:pt x="74" y="1"/>
                        <a:pt x="74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45" y="1"/>
                        <a:pt x="36" y="1"/>
                      </a:cubicBezTo>
                      <a:cubicBezTo>
                        <a:pt x="27" y="1"/>
                        <a:pt x="29" y="19"/>
                        <a:pt x="21" y="38"/>
                      </a:cubicBezTo>
                      <a:cubicBezTo>
                        <a:pt x="14" y="58"/>
                        <a:pt x="0" y="68"/>
                        <a:pt x="0" y="89"/>
                      </a:cubicBezTo>
                      <a:cubicBezTo>
                        <a:pt x="0" y="111"/>
                        <a:pt x="20" y="145"/>
                        <a:pt x="58" y="145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9" name="Freeform 82">
                  <a:extLst>
                    <a:ext uri="{FF2B5EF4-FFF2-40B4-BE49-F238E27FC236}">
                      <a16:creationId xmlns:a16="http://schemas.microsoft.com/office/drawing/2014/main" id="{082FF5E6-E140-3654-98DB-3B0AF2AB6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862" y="4032786"/>
                  <a:ext cx="210403" cy="544199"/>
                </a:xfrm>
                <a:custGeom>
                  <a:avLst/>
                  <a:gdLst>
                    <a:gd name="T0" fmla="*/ 56 w 56"/>
                    <a:gd name="T1" fmla="*/ 88 h 145"/>
                    <a:gd name="T2" fmla="*/ 44 w 56"/>
                    <a:gd name="T3" fmla="*/ 56 h 145"/>
                    <a:gd name="T4" fmla="*/ 28 w 56"/>
                    <a:gd name="T5" fmla="*/ 14 h 145"/>
                    <a:gd name="T6" fmla="*/ 16 w 56"/>
                    <a:gd name="T7" fmla="*/ 1 h 145"/>
                    <a:gd name="T8" fmla="*/ 0 w 56"/>
                    <a:gd name="T9" fmla="*/ 1 h 145"/>
                    <a:gd name="T10" fmla="*/ 0 w 56"/>
                    <a:gd name="T11" fmla="*/ 145 h 145"/>
                    <a:gd name="T12" fmla="*/ 56 w 56"/>
                    <a:gd name="T13" fmla="*/ 88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145">
                      <a:moveTo>
                        <a:pt x="56" y="88"/>
                      </a:moveTo>
                      <a:cubicBezTo>
                        <a:pt x="56" y="78"/>
                        <a:pt x="51" y="67"/>
                        <a:pt x="44" y="56"/>
                      </a:cubicBezTo>
                      <a:cubicBezTo>
                        <a:pt x="37" y="45"/>
                        <a:pt x="32" y="27"/>
                        <a:pt x="28" y="14"/>
                      </a:cubicBezTo>
                      <a:cubicBezTo>
                        <a:pt x="25" y="0"/>
                        <a:pt x="16" y="1"/>
                        <a:pt x="16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37" y="145"/>
                        <a:pt x="56" y="118"/>
                        <a:pt x="56" y="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0" name="Freeform 83">
                  <a:extLst>
                    <a:ext uri="{FF2B5EF4-FFF2-40B4-BE49-F238E27FC236}">
                      <a16:creationId xmlns:a16="http://schemas.microsoft.com/office/drawing/2014/main" id="{CDFC9684-851B-12B3-2C5F-230C36BE5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90173" cy="33222"/>
                </a:xfrm>
                <a:custGeom>
                  <a:avLst/>
                  <a:gdLst>
                    <a:gd name="T0" fmla="*/ 0 w 24"/>
                    <a:gd name="T1" fmla="*/ 5 h 9"/>
                    <a:gd name="T2" fmla="*/ 5 w 24"/>
                    <a:gd name="T3" fmla="*/ 9 h 9"/>
                    <a:gd name="T4" fmla="*/ 24 w 24"/>
                    <a:gd name="T5" fmla="*/ 9 h 9"/>
                    <a:gd name="T6" fmla="*/ 24 w 24"/>
                    <a:gd name="T7" fmla="*/ 0 h 9"/>
                    <a:gd name="T8" fmla="*/ 5 w 24"/>
                    <a:gd name="T9" fmla="*/ 0 h 9"/>
                    <a:gd name="T10" fmla="*/ 0 w 24"/>
                    <a:gd name="T11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0" y="5"/>
                      </a:move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1" name="Freeform 84">
                  <a:extLst>
                    <a:ext uri="{FF2B5EF4-FFF2-40B4-BE49-F238E27FC236}">
                      <a16:creationId xmlns:a16="http://schemas.microsoft.com/office/drawing/2014/main" id="{000AC303-9233-257D-DD18-494C8F7480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5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2" name="Freeform 85">
                  <a:extLst>
                    <a:ext uri="{FF2B5EF4-FFF2-40B4-BE49-F238E27FC236}">
                      <a16:creationId xmlns:a16="http://schemas.microsoft.com/office/drawing/2014/main" id="{65946A74-90E0-D4F5-4BE6-8B8C89EB74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4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3" name="Freeform 86">
                  <a:extLst>
                    <a:ext uri="{FF2B5EF4-FFF2-40B4-BE49-F238E27FC236}">
                      <a16:creationId xmlns:a16="http://schemas.microsoft.com/office/drawing/2014/main" id="{AC6BEBCD-6ADA-D0A4-9929-E21642AA2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49042" cy="33222"/>
                </a:xfrm>
                <a:custGeom>
                  <a:avLst/>
                  <a:gdLst>
                    <a:gd name="T0" fmla="*/ 4 w 13"/>
                    <a:gd name="T1" fmla="*/ 9 h 9"/>
                    <a:gd name="T2" fmla="*/ 13 w 13"/>
                    <a:gd name="T3" fmla="*/ 9 h 9"/>
                    <a:gd name="T4" fmla="*/ 13 w 13"/>
                    <a:gd name="T5" fmla="*/ 0 h 9"/>
                    <a:gd name="T6" fmla="*/ 4 w 13"/>
                    <a:gd name="T7" fmla="*/ 0 h 9"/>
                    <a:gd name="T8" fmla="*/ 0 w 13"/>
                    <a:gd name="T9" fmla="*/ 5 h 9"/>
                    <a:gd name="T10" fmla="*/ 4 w 13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9">
                      <a:moveTo>
                        <a:pt x="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4" name="Freeform 157">
                  <a:extLst>
                    <a:ext uri="{FF2B5EF4-FFF2-40B4-BE49-F238E27FC236}">
                      <a16:creationId xmlns:a16="http://schemas.microsoft.com/office/drawing/2014/main" id="{03853451-60C8-0A76-D819-E5FDADC273F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214624" y="3487005"/>
                  <a:ext cx="25311" cy="336961"/>
                </a:xfrm>
                <a:custGeom>
                  <a:avLst/>
                  <a:gdLst>
                    <a:gd name="T0" fmla="*/ 16 w 16"/>
                    <a:gd name="T1" fmla="*/ 213 h 213"/>
                    <a:gd name="T2" fmla="*/ 0 w 16"/>
                    <a:gd name="T3" fmla="*/ 213 h 213"/>
                    <a:gd name="T4" fmla="*/ 0 w 16"/>
                    <a:gd name="T5" fmla="*/ 156 h 213"/>
                    <a:gd name="T6" fmla="*/ 16 w 16"/>
                    <a:gd name="T7" fmla="*/ 156 h 213"/>
                    <a:gd name="T8" fmla="*/ 16 w 16"/>
                    <a:gd name="T9" fmla="*/ 213 h 213"/>
                    <a:gd name="T10" fmla="*/ 16 w 16"/>
                    <a:gd name="T11" fmla="*/ 113 h 213"/>
                    <a:gd name="T12" fmla="*/ 0 w 16"/>
                    <a:gd name="T13" fmla="*/ 113 h 213"/>
                    <a:gd name="T14" fmla="*/ 0 w 16"/>
                    <a:gd name="T15" fmla="*/ 54 h 213"/>
                    <a:gd name="T16" fmla="*/ 16 w 16"/>
                    <a:gd name="T17" fmla="*/ 54 h 213"/>
                    <a:gd name="T18" fmla="*/ 16 w 16"/>
                    <a:gd name="T19" fmla="*/ 113 h 213"/>
                    <a:gd name="T20" fmla="*/ 16 w 16"/>
                    <a:gd name="T21" fmla="*/ 12 h 213"/>
                    <a:gd name="T22" fmla="*/ 0 w 16"/>
                    <a:gd name="T23" fmla="*/ 12 h 213"/>
                    <a:gd name="T24" fmla="*/ 0 w 16"/>
                    <a:gd name="T25" fmla="*/ 0 h 213"/>
                    <a:gd name="T26" fmla="*/ 16 w 16"/>
                    <a:gd name="T27" fmla="*/ 0 h 213"/>
                    <a:gd name="T28" fmla="*/ 16 w 16"/>
                    <a:gd name="T29" fmla="*/ 12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13">
                      <a:moveTo>
                        <a:pt x="16" y="213"/>
                      </a:moveTo>
                      <a:lnTo>
                        <a:pt x="0" y="213"/>
                      </a:lnTo>
                      <a:lnTo>
                        <a:pt x="0" y="156"/>
                      </a:lnTo>
                      <a:lnTo>
                        <a:pt x="16" y="156"/>
                      </a:lnTo>
                      <a:lnTo>
                        <a:pt x="16" y="213"/>
                      </a:lnTo>
                      <a:close/>
                      <a:moveTo>
                        <a:pt x="16" y="113"/>
                      </a:moveTo>
                      <a:lnTo>
                        <a:pt x="0" y="113"/>
                      </a:lnTo>
                      <a:lnTo>
                        <a:pt x="0" y="54"/>
                      </a:lnTo>
                      <a:lnTo>
                        <a:pt x="16" y="54"/>
                      </a:lnTo>
                      <a:lnTo>
                        <a:pt x="16" y="113"/>
                      </a:lnTo>
                      <a:close/>
                      <a:moveTo>
                        <a:pt x="16" y="1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82" name="组合 1081">
                <a:extLst>
                  <a:ext uri="{FF2B5EF4-FFF2-40B4-BE49-F238E27FC236}">
                    <a16:creationId xmlns:a16="http://schemas.microsoft.com/office/drawing/2014/main" id="{AC9BBA12-1AB1-9C5D-DC0E-C36438E08963}"/>
                  </a:ext>
                </a:extLst>
              </p:cNvPr>
              <p:cNvGrpSpPr/>
              <p:nvPr/>
            </p:nvGrpSpPr>
            <p:grpSpPr>
              <a:xfrm flipV="1">
                <a:off x="1012353" y="2380296"/>
                <a:ext cx="427133" cy="1089980"/>
                <a:chOff x="1012132" y="3487005"/>
                <a:chExt cx="427133" cy="1089980"/>
              </a:xfrm>
              <a:noFill/>
            </p:grpSpPr>
            <p:sp>
              <p:nvSpPr>
                <p:cNvPr id="1083" name="Freeform 77">
                  <a:extLst>
                    <a:ext uri="{FF2B5EF4-FFF2-40B4-BE49-F238E27FC236}">
                      <a16:creationId xmlns:a16="http://schemas.microsoft.com/office/drawing/2014/main" id="{96E8F8D6-F74A-5E6F-AC7E-C7033D2EC6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172436" cy="33222"/>
                </a:xfrm>
                <a:custGeom>
                  <a:avLst/>
                  <a:gdLst>
                    <a:gd name="T0" fmla="*/ 42 w 46"/>
                    <a:gd name="T1" fmla="*/ 0 h 9"/>
                    <a:gd name="T2" fmla="*/ 5 w 46"/>
                    <a:gd name="T3" fmla="*/ 0 h 9"/>
                    <a:gd name="T4" fmla="*/ 0 w 46"/>
                    <a:gd name="T5" fmla="*/ 5 h 9"/>
                    <a:gd name="T6" fmla="*/ 5 w 46"/>
                    <a:gd name="T7" fmla="*/ 9 h 9"/>
                    <a:gd name="T8" fmla="*/ 42 w 46"/>
                    <a:gd name="T9" fmla="*/ 9 h 9"/>
                    <a:gd name="T10" fmla="*/ 46 w 46"/>
                    <a:gd name="T11" fmla="*/ 5 h 9"/>
                    <a:gd name="T12" fmla="*/ 42 w 46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42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4" name="Freeform 78">
                  <a:extLst>
                    <a:ext uri="{FF2B5EF4-FFF2-40B4-BE49-F238E27FC236}">
                      <a16:creationId xmlns:a16="http://schemas.microsoft.com/office/drawing/2014/main" id="{A7900E6F-6221-CBDA-67CF-F0E735CA04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5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5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5" name="Freeform 79">
                  <a:extLst>
                    <a:ext uri="{FF2B5EF4-FFF2-40B4-BE49-F238E27FC236}">
                      <a16:creationId xmlns:a16="http://schemas.microsoft.com/office/drawing/2014/main" id="{C7C92E53-8CD3-0EA8-AF8F-4D408378B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4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4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4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6" name="Freeform 80">
                  <a:extLst>
                    <a:ext uri="{FF2B5EF4-FFF2-40B4-BE49-F238E27FC236}">
                      <a16:creationId xmlns:a16="http://schemas.microsoft.com/office/drawing/2014/main" id="{DAE35722-197C-D3F6-D1C5-47D1C4D997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90173" cy="33222"/>
                </a:xfrm>
                <a:custGeom>
                  <a:avLst/>
                  <a:gdLst>
                    <a:gd name="T0" fmla="*/ 4 w 24"/>
                    <a:gd name="T1" fmla="*/ 9 h 9"/>
                    <a:gd name="T2" fmla="*/ 20 w 24"/>
                    <a:gd name="T3" fmla="*/ 9 h 9"/>
                    <a:gd name="T4" fmla="*/ 24 w 24"/>
                    <a:gd name="T5" fmla="*/ 5 h 9"/>
                    <a:gd name="T6" fmla="*/ 20 w 24"/>
                    <a:gd name="T7" fmla="*/ 0 h 9"/>
                    <a:gd name="T8" fmla="*/ 4 w 24"/>
                    <a:gd name="T9" fmla="*/ 0 h 9"/>
                    <a:gd name="T10" fmla="*/ 0 w 24"/>
                    <a:gd name="T11" fmla="*/ 5 h 9"/>
                    <a:gd name="T12" fmla="*/ 4 w 24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9">
                      <a:moveTo>
                        <a:pt x="4" y="9"/>
                      </a:move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2" y="9"/>
                        <a:pt x="24" y="7"/>
                        <a:pt x="24" y="5"/>
                      </a:cubicBezTo>
                      <a:cubicBezTo>
                        <a:pt x="24" y="2"/>
                        <a:pt x="22" y="0"/>
                        <a:pt x="2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7" name="Freeform 81">
                  <a:extLst>
                    <a:ext uri="{FF2B5EF4-FFF2-40B4-BE49-F238E27FC236}">
                      <a16:creationId xmlns:a16="http://schemas.microsoft.com/office/drawing/2014/main" id="{F96FDDF6-4708-5362-6009-BF682FB581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132" y="4032786"/>
                  <a:ext cx="427133" cy="544199"/>
                </a:xfrm>
                <a:custGeom>
                  <a:avLst/>
                  <a:gdLst>
                    <a:gd name="T0" fmla="*/ 58 w 114"/>
                    <a:gd name="T1" fmla="*/ 145 h 145"/>
                    <a:gd name="T2" fmla="*/ 114 w 114"/>
                    <a:gd name="T3" fmla="*/ 88 h 145"/>
                    <a:gd name="T4" fmla="*/ 102 w 114"/>
                    <a:gd name="T5" fmla="*/ 56 h 145"/>
                    <a:gd name="T6" fmla="*/ 86 w 114"/>
                    <a:gd name="T7" fmla="*/ 14 h 145"/>
                    <a:gd name="T8" fmla="*/ 74 w 114"/>
                    <a:gd name="T9" fmla="*/ 1 h 145"/>
                    <a:gd name="T10" fmla="*/ 58 w 114"/>
                    <a:gd name="T11" fmla="*/ 1 h 145"/>
                    <a:gd name="T12" fmla="*/ 36 w 114"/>
                    <a:gd name="T13" fmla="*/ 1 h 145"/>
                    <a:gd name="T14" fmla="*/ 21 w 114"/>
                    <a:gd name="T15" fmla="*/ 38 h 145"/>
                    <a:gd name="T16" fmla="*/ 0 w 114"/>
                    <a:gd name="T17" fmla="*/ 89 h 145"/>
                    <a:gd name="T18" fmla="*/ 58 w 114"/>
                    <a:gd name="T19" fmla="*/ 145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145">
                      <a:moveTo>
                        <a:pt x="58" y="145"/>
                      </a:moveTo>
                      <a:cubicBezTo>
                        <a:pt x="95" y="145"/>
                        <a:pt x="114" y="118"/>
                        <a:pt x="114" y="88"/>
                      </a:cubicBezTo>
                      <a:cubicBezTo>
                        <a:pt x="114" y="78"/>
                        <a:pt x="109" y="67"/>
                        <a:pt x="102" y="56"/>
                      </a:cubicBezTo>
                      <a:cubicBezTo>
                        <a:pt x="95" y="45"/>
                        <a:pt x="90" y="27"/>
                        <a:pt x="86" y="14"/>
                      </a:cubicBezTo>
                      <a:cubicBezTo>
                        <a:pt x="83" y="0"/>
                        <a:pt x="74" y="1"/>
                        <a:pt x="74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45" y="1"/>
                        <a:pt x="36" y="1"/>
                      </a:cubicBezTo>
                      <a:cubicBezTo>
                        <a:pt x="27" y="1"/>
                        <a:pt x="29" y="19"/>
                        <a:pt x="21" y="38"/>
                      </a:cubicBezTo>
                      <a:cubicBezTo>
                        <a:pt x="14" y="58"/>
                        <a:pt x="0" y="68"/>
                        <a:pt x="0" y="89"/>
                      </a:cubicBezTo>
                      <a:cubicBezTo>
                        <a:pt x="0" y="111"/>
                        <a:pt x="20" y="145"/>
                        <a:pt x="58" y="14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8" name="Freeform 82">
                  <a:extLst>
                    <a:ext uri="{FF2B5EF4-FFF2-40B4-BE49-F238E27FC236}">
                      <a16:creationId xmlns:a16="http://schemas.microsoft.com/office/drawing/2014/main" id="{ED5052EE-184D-9A73-5FB8-B23B51D06F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862" y="4032786"/>
                  <a:ext cx="210403" cy="544199"/>
                </a:xfrm>
                <a:custGeom>
                  <a:avLst/>
                  <a:gdLst>
                    <a:gd name="T0" fmla="*/ 56 w 56"/>
                    <a:gd name="T1" fmla="*/ 88 h 145"/>
                    <a:gd name="T2" fmla="*/ 44 w 56"/>
                    <a:gd name="T3" fmla="*/ 56 h 145"/>
                    <a:gd name="T4" fmla="*/ 28 w 56"/>
                    <a:gd name="T5" fmla="*/ 14 h 145"/>
                    <a:gd name="T6" fmla="*/ 16 w 56"/>
                    <a:gd name="T7" fmla="*/ 1 h 145"/>
                    <a:gd name="T8" fmla="*/ 0 w 56"/>
                    <a:gd name="T9" fmla="*/ 1 h 145"/>
                    <a:gd name="T10" fmla="*/ 0 w 56"/>
                    <a:gd name="T11" fmla="*/ 145 h 145"/>
                    <a:gd name="T12" fmla="*/ 56 w 56"/>
                    <a:gd name="T13" fmla="*/ 88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145">
                      <a:moveTo>
                        <a:pt x="56" y="88"/>
                      </a:moveTo>
                      <a:cubicBezTo>
                        <a:pt x="56" y="78"/>
                        <a:pt x="51" y="67"/>
                        <a:pt x="44" y="56"/>
                      </a:cubicBezTo>
                      <a:cubicBezTo>
                        <a:pt x="37" y="45"/>
                        <a:pt x="32" y="27"/>
                        <a:pt x="28" y="14"/>
                      </a:cubicBezTo>
                      <a:cubicBezTo>
                        <a:pt x="25" y="0"/>
                        <a:pt x="16" y="1"/>
                        <a:pt x="16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37" y="145"/>
                        <a:pt x="56" y="118"/>
                        <a:pt x="56" y="8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9" name="Freeform 83">
                  <a:extLst>
                    <a:ext uri="{FF2B5EF4-FFF2-40B4-BE49-F238E27FC236}">
                      <a16:creationId xmlns:a16="http://schemas.microsoft.com/office/drawing/2014/main" id="{29C1001C-DF60-1CB2-CB46-9E5F708178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90173" cy="33222"/>
                </a:xfrm>
                <a:custGeom>
                  <a:avLst/>
                  <a:gdLst>
                    <a:gd name="T0" fmla="*/ 0 w 24"/>
                    <a:gd name="T1" fmla="*/ 5 h 9"/>
                    <a:gd name="T2" fmla="*/ 5 w 24"/>
                    <a:gd name="T3" fmla="*/ 9 h 9"/>
                    <a:gd name="T4" fmla="*/ 24 w 24"/>
                    <a:gd name="T5" fmla="*/ 9 h 9"/>
                    <a:gd name="T6" fmla="*/ 24 w 24"/>
                    <a:gd name="T7" fmla="*/ 0 h 9"/>
                    <a:gd name="T8" fmla="*/ 5 w 24"/>
                    <a:gd name="T9" fmla="*/ 0 h 9"/>
                    <a:gd name="T10" fmla="*/ 0 w 24"/>
                    <a:gd name="T11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0" y="5"/>
                      </a:move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0" name="Freeform 84">
                  <a:extLst>
                    <a:ext uri="{FF2B5EF4-FFF2-40B4-BE49-F238E27FC236}">
                      <a16:creationId xmlns:a16="http://schemas.microsoft.com/office/drawing/2014/main" id="{D4DEF273-CA33-C750-CC1E-661E767E70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5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1" name="Freeform 85">
                  <a:extLst>
                    <a:ext uri="{FF2B5EF4-FFF2-40B4-BE49-F238E27FC236}">
                      <a16:creationId xmlns:a16="http://schemas.microsoft.com/office/drawing/2014/main" id="{904CB3D8-F14F-73C1-F525-0CB27C482B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4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2" name="Freeform 86">
                  <a:extLst>
                    <a:ext uri="{FF2B5EF4-FFF2-40B4-BE49-F238E27FC236}">
                      <a16:creationId xmlns:a16="http://schemas.microsoft.com/office/drawing/2014/main" id="{283F8BEF-E62D-4BAC-A6C1-88A8931AF9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49042" cy="33222"/>
                </a:xfrm>
                <a:custGeom>
                  <a:avLst/>
                  <a:gdLst>
                    <a:gd name="T0" fmla="*/ 4 w 13"/>
                    <a:gd name="T1" fmla="*/ 9 h 9"/>
                    <a:gd name="T2" fmla="*/ 13 w 13"/>
                    <a:gd name="T3" fmla="*/ 9 h 9"/>
                    <a:gd name="T4" fmla="*/ 13 w 13"/>
                    <a:gd name="T5" fmla="*/ 0 h 9"/>
                    <a:gd name="T6" fmla="*/ 4 w 13"/>
                    <a:gd name="T7" fmla="*/ 0 h 9"/>
                    <a:gd name="T8" fmla="*/ 0 w 13"/>
                    <a:gd name="T9" fmla="*/ 5 h 9"/>
                    <a:gd name="T10" fmla="*/ 4 w 13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9">
                      <a:moveTo>
                        <a:pt x="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3" name="Freeform 157">
                  <a:extLst>
                    <a:ext uri="{FF2B5EF4-FFF2-40B4-BE49-F238E27FC236}">
                      <a16:creationId xmlns:a16="http://schemas.microsoft.com/office/drawing/2014/main" id="{22902F13-8AC6-834C-44BE-FFACF535F0F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214624" y="3487005"/>
                  <a:ext cx="25311" cy="336961"/>
                </a:xfrm>
                <a:custGeom>
                  <a:avLst/>
                  <a:gdLst>
                    <a:gd name="T0" fmla="*/ 16 w 16"/>
                    <a:gd name="T1" fmla="*/ 213 h 213"/>
                    <a:gd name="T2" fmla="*/ 0 w 16"/>
                    <a:gd name="T3" fmla="*/ 213 h 213"/>
                    <a:gd name="T4" fmla="*/ 0 w 16"/>
                    <a:gd name="T5" fmla="*/ 156 h 213"/>
                    <a:gd name="T6" fmla="*/ 16 w 16"/>
                    <a:gd name="T7" fmla="*/ 156 h 213"/>
                    <a:gd name="T8" fmla="*/ 16 w 16"/>
                    <a:gd name="T9" fmla="*/ 213 h 213"/>
                    <a:gd name="T10" fmla="*/ 16 w 16"/>
                    <a:gd name="T11" fmla="*/ 113 h 213"/>
                    <a:gd name="T12" fmla="*/ 0 w 16"/>
                    <a:gd name="T13" fmla="*/ 113 h 213"/>
                    <a:gd name="T14" fmla="*/ 0 w 16"/>
                    <a:gd name="T15" fmla="*/ 54 h 213"/>
                    <a:gd name="T16" fmla="*/ 16 w 16"/>
                    <a:gd name="T17" fmla="*/ 54 h 213"/>
                    <a:gd name="T18" fmla="*/ 16 w 16"/>
                    <a:gd name="T19" fmla="*/ 113 h 213"/>
                    <a:gd name="T20" fmla="*/ 16 w 16"/>
                    <a:gd name="T21" fmla="*/ 12 h 213"/>
                    <a:gd name="T22" fmla="*/ 0 w 16"/>
                    <a:gd name="T23" fmla="*/ 12 h 213"/>
                    <a:gd name="T24" fmla="*/ 0 w 16"/>
                    <a:gd name="T25" fmla="*/ 0 h 213"/>
                    <a:gd name="T26" fmla="*/ 16 w 16"/>
                    <a:gd name="T27" fmla="*/ 0 h 213"/>
                    <a:gd name="T28" fmla="*/ 16 w 16"/>
                    <a:gd name="T29" fmla="*/ 12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13">
                      <a:moveTo>
                        <a:pt x="16" y="213"/>
                      </a:moveTo>
                      <a:lnTo>
                        <a:pt x="0" y="213"/>
                      </a:lnTo>
                      <a:lnTo>
                        <a:pt x="0" y="156"/>
                      </a:lnTo>
                      <a:lnTo>
                        <a:pt x="16" y="156"/>
                      </a:lnTo>
                      <a:lnTo>
                        <a:pt x="16" y="213"/>
                      </a:lnTo>
                      <a:close/>
                      <a:moveTo>
                        <a:pt x="16" y="113"/>
                      </a:moveTo>
                      <a:lnTo>
                        <a:pt x="0" y="113"/>
                      </a:lnTo>
                      <a:lnTo>
                        <a:pt x="0" y="54"/>
                      </a:lnTo>
                      <a:lnTo>
                        <a:pt x="16" y="54"/>
                      </a:lnTo>
                      <a:lnTo>
                        <a:pt x="16" y="113"/>
                      </a:lnTo>
                      <a:close/>
                      <a:moveTo>
                        <a:pt x="16" y="1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1" name="组合 90">
              <a:extLst>
                <a:ext uri="{FF2B5EF4-FFF2-40B4-BE49-F238E27FC236}">
                  <a16:creationId xmlns:a16="http://schemas.microsoft.com/office/drawing/2014/main" id="{7014E86E-6A09-E2A2-A40D-221F59E0F4B7}"/>
                </a:ext>
              </a:extLst>
            </p:cNvPr>
            <p:cNvGrpSpPr/>
            <p:nvPr/>
          </p:nvGrpSpPr>
          <p:grpSpPr>
            <a:xfrm>
              <a:off x="1867979" y="2537458"/>
              <a:ext cx="322944" cy="1889240"/>
              <a:chOff x="1867979" y="2537458"/>
              <a:chExt cx="322944" cy="1889240"/>
            </a:xfrm>
          </p:grpSpPr>
          <p:grpSp>
            <p:nvGrpSpPr>
              <p:cNvPr id="1057" name="组合 1056">
                <a:extLst>
                  <a:ext uri="{FF2B5EF4-FFF2-40B4-BE49-F238E27FC236}">
                    <a16:creationId xmlns:a16="http://schemas.microsoft.com/office/drawing/2014/main" id="{6CD54D2D-8C3E-548A-44F0-62E55C121A6C}"/>
                  </a:ext>
                </a:extLst>
              </p:cNvPr>
              <p:cNvGrpSpPr/>
              <p:nvPr/>
            </p:nvGrpSpPr>
            <p:grpSpPr>
              <a:xfrm>
                <a:off x="1867979" y="3487005"/>
                <a:ext cx="322723" cy="939693"/>
                <a:chOff x="1867979" y="3487005"/>
                <a:chExt cx="322723" cy="939693"/>
              </a:xfrm>
            </p:grpSpPr>
            <p:sp>
              <p:nvSpPr>
                <p:cNvPr id="1070" name="Freeform 107">
                  <a:extLst>
                    <a:ext uri="{FF2B5EF4-FFF2-40B4-BE49-F238E27FC236}">
                      <a16:creationId xmlns:a16="http://schemas.microsoft.com/office/drawing/2014/main" id="{C5423D17-C56D-E3E1-DA28-3BBE104D3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129722" cy="26894"/>
                </a:xfrm>
                <a:custGeom>
                  <a:avLst/>
                  <a:gdLst>
                    <a:gd name="T0" fmla="*/ 32 w 35"/>
                    <a:gd name="T1" fmla="*/ 0 h 7"/>
                    <a:gd name="T2" fmla="*/ 4 w 35"/>
                    <a:gd name="T3" fmla="*/ 0 h 7"/>
                    <a:gd name="T4" fmla="*/ 0 w 35"/>
                    <a:gd name="T5" fmla="*/ 4 h 7"/>
                    <a:gd name="T6" fmla="*/ 4 w 35"/>
                    <a:gd name="T7" fmla="*/ 7 h 7"/>
                    <a:gd name="T8" fmla="*/ 32 w 35"/>
                    <a:gd name="T9" fmla="*/ 7 h 7"/>
                    <a:gd name="T10" fmla="*/ 35 w 35"/>
                    <a:gd name="T11" fmla="*/ 4 h 7"/>
                    <a:gd name="T12" fmla="*/ 32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2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6"/>
                        <a:pt x="35" y="4"/>
                      </a:cubicBezTo>
                      <a:cubicBezTo>
                        <a:pt x="35" y="2"/>
                        <a:pt x="34" y="0"/>
                        <a:pt x="32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1" name="Freeform 108">
                  <a:extLst>
                    <a:ext uri="{FF2B5EF4-FFF2-40B4-BE49-F238E27FC236}">
                      <a16:creationId xmlns:a16="http://schemas.microsoft.com/office/drawing/2014/main" id="{3833F980-3CDB-8D4D-3081-3F1ED7B95C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129722" cy="25311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2" name="Freeform 109">
                  <a:extLst>
                    <a:ext uri="{FF2B5EF4-FFF2-40B4-BE49-F238E27FC236}">
                      <a16:creationId xmlns:a16="http://schemas.microsoft.com/office/drawing/2014/main" id="{CFD2AEC4-1E2C-4227-BBA6-43B003228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129722" cy="26894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3" name="Freeform 110">
                  <a:extLst>
                    <a:ext uri="{FF2B5EF4-FFF2-40B4-BE49-F238E27FC236}">
                      <a16:creationId xmlns:a16="http://schemas.microsoft.com/office/drawing/2014/main" id="{DF98EBC3-D599-8A21-1380-A55ACB1B9D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71190" cy="22148"/>
                </a:xfrm>
                <a:custGeom>
                  <a:avLst/>
                  <a:gdLst>
                    <a:gd name="T0" fmla="*/ 4 w 19"/>
                    <a:gd name="T1" fmla="*/ 6 h 6"/>
                    <a:gd name="T2" fmla="*/ 16 w 19"/>
                    <a:gd name="T3" fmla="*/ 6 h 6"/>
                    <a:gd name="T4" fmla="*/ 19 w 19"/>
                    <a:gd name="T5" fmla="*/ 3 h 6"/>
                    <a:gd name="T6" fmla="*/ 16 w 19"/>
                    <a:gd name="T7" fmla="*/ 0 h 6"/>
                    <a:gd name="T8" fmla="*/ 4 w 19"/>
                    <a:gd name="T9" fmla="*/ 0 h 6"/>
                    <a:gd name="T10" fmla="*/ 0 w 19"/>
                    <a:gd name="T11" fmla="*/ 3 h 6"/>
                    <a:gd name="T12" fmla="*/ 4 w 19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6">
                      <a:moveTo>
                        <a:pt x="4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5"/>
                        <a:pt x="19" y="3"/>
                      </a:cubicBezTo>
                      <a:cubicBezTo>
                        <a:pt x="19" y="1"/>
                        <a:pt x="17" y="0"/>
                        <a:pt x="16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4" name="Freeform 111">
                  <a:extLst>
                    <a:ext uri="{FF2B5EF4-FFF2-40B4-BE49-F238E27FC236}">
                      <a16:creationId xmlns:a16="http://schemas.microsoft.com/office/drawing/2014/main" id="{62EE8A04-C1A2-6904-0E65-7619D9B417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7979" y="4018548"/>
                  <a:ext cx="322723" cy="408150"/>
                </a:xfrm>
                <a:custGeom>
                  <a:avLst/>
                  <a:gdLst>
                    <a:gd name="T0" fmla="*/ 43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3 w 86"/>
                    <a:gd name="T11" fmla="*/ 1 h 109"/>
                    <a:gd name="T12" fmla="*/ 27 w 86"/>
                    <a:gd name="T13" fmla="*/ 1 h 109"/>
                    <a:gd name="T14" fmla="*/ 15 w 86"/>
                    <a:gd name="T15" fmla="*/ 29 h 109"/>
                    <a:gd name="T16" fmla="*/ 0 w 86"/>
                    <a:gd name="T17" fmla="*/ 67 h 109"/>
                    <a:gd name="T18" fmla="*/ 43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3" y="109"/>
                      </a:moveTo>
                      <a:cubicBezTo>
                        <a:pt x="71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7" y="20"/>
                        <a:pt x="65" y="10"/>
                      </a:cubicBezTo>
                      <a:cubicBezTo>
                        <a:pt x="62" y="0"/>
                        <a:pt x="56" y="1"/>
                        <a:pt x="56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33" y="1"/>
                        <a:pt x="27" y="1"/>
                      </a:cubicBezTo>
                      <a:cubicBezTo>
                        <a:pt x="20" y="1"/>
                        <a:pt x="21" y="14"/>
                        <a:pt x="15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3" y="109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5" name="Freeform 112">
                  <a:extLst>
                    <a:ext uri="{FF2B5EF4-FFF2-40B4-BE49-F238E27FC236}">
                      <a16:creationId xmlns:a16="http://schemas.microsoft.com/office/drawing/2014/main" id="{B0D8DCCF-AEC9-5DDA-56F5-32A2A7AE1B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9341" y="4018548"/>
                  <a:ext cx="161361" cy="408150"/>
                </a:xfrm>
                <a:custGeom>
                  <a:avLst/>
                  <a:gdLst>
                    <a:gd name="T0" fmla="*/ 43 w 43"/>
                    <a:gd name="T1" fmla="*/ 66 h 109"/>
                    <a:gd name="T2" fmla="*/ 34 w 43"/>
                    <a:gd name="T3" fmla="*/ 42 h 109"/>
                    <a:gd name="T4" fmla="*/ 22 w 43"/>
                    <a:gd name="T5" fmla="*/ 10 h 109"/>
                    <a:gd name="T6" fmla="*/ 13 w 43"/>
                    <a:gd name="T7" fmla="*/ 1 h 109"/>
                    <a:gd name="T8" fmla="*/ 0 w 43"/>
                    <a:gd name="T9" fmla="*/ 1 h 109"/>
                    <a:gd name="T10" fmla="*/ 0 w 43"/>
                    <a:gd name="T11" fmla="*/ 109 h 109"/>
                    <a:gd name="T12" fmla="*/ 43 w 43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09">
                      <a:moveTo>
                        <a:pt x="43" y="66"/>
                      </a:moveTo>
                      <a:cubicBezTo>
                        <a:pt x="43" y="59"/>
                        <a:pt x="39" y="51"/>
                        <a:pt x="34" y="42"/>
                      </a:cubicBezTo>
                      <a:cubicBezTo>
                        <a:pt x="29" y="34"/>
                        <a:pt x="24" y="20"/>
                        <a:pt x="22" y="10"/>
                      </a:cubicBezTo>
                      <a:cubicBezTo>
                        <a:pt x="19" y="0"/>
                        <a:pt x="13" y="1"/>
                        <a:pt x="1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3" y="89"/>
                        <a:pt x="43" y="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6" name="Freeform 113">
                  <a:extLst>
                    <a:ext uri="{FF2B5EF4-FFF2-40B4-BE49-F238E27FC236}">
                      <a16:creationId xmlns:a16="http://schemas.microsoft.com/office/drawing/2014/main" id="{A025D9F7-6B65-8A2C-BBB0-02C017C87D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66443" cy="26894"/>
                </a:xfrm>
                <a:custGeom>
                  <a:avLst/>
                  <a:gdLst>
                    <a:gd name="T0" fmla="*/ 0 w 18"/>
                    <a:gd name="T1" fmla="*/ 4 h 7"/>
                    <a:gd name="T2" fmla="*/ 4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4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7" name="Freeform 114">
                  <a:extLst>
                    <a:ext uri="{FF2B5EF4-FFF2-40B4-BE49-F238E27FC236}">
                      <a16:creationId xmlns:a16="http://schemas.microsoft.com/office/drawing/2014/main" id="{140EA50D-2EB4-D95B-D962-D9B446558D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66443" cy="25311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8" name="Freeform 115">
                  <a:extLst>
                    <a:ext uri="{FF2B5EF4-FFF2-40B4-BE49-F238E27FC236}">
                      <a16:creationId xmlns:a16="http://schemas.microsoft.com/office/drawing/2014/main" id="{A0056557-5744-8BBA-F546-4515D3EC0A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66443" cy="26894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9" name="Freeform 116">
                  <a:extLst>
                    <a:ext uri="{FF2B5EF4-FFF2-40B4-BE49-F238E27FC236}">
                      <a16:creationId xmlns:a16="http://schemas.microsoft.com/office/drawing/2014/main" id="{96AD999A-64AE-DAE5-EB9E-6D2BFFEAD0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37967" cy="22148"/>
                </a:xfrm>
                <a:custGeom>
                  <a:avLst/>
                  <a:gdLst>
                    <a:gd name="T0" fmla="*/ 4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4 w 10"/>
                    <a:gd name="T7" fmla="*/ 0 h 6"/>
                    <a:gd name="T8" fmla="*/ 0 w 10"/>
                    <a:gd name="T9" fmla="*/ 3 h 6"/>
                    <a:gd name="T10" fmla="*/ 4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4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0" name="Freeform 158">
                  <a:extLst>
                    <a:ext uri="{FF2B5EF4-FFF2-40B4-BE49-F238E27FC236}">
                      <a16:creationId xmlns:a16="http://schemas.microsoft.com/office/drawing/2014/main" id="{D75C92CB-F3D1-1B0A-02A8-724C946652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18267" y="3487005"/>
                  <a:ext cx="26894" cy="374928"/>
                </a:xfrm>
                <a:custGeom>
                  <a:avLst/>
                  <a:gdLst>
                    <a:gd name="T0" fmla="*/ 17 w 17"/>
                    <a:gd name="T1" fmla="*/ 237 h 237"/>
                    <a:gd name="T2" fmla="*/ 0 w 17"/>
                    <a:gd name="T3" fmla="*/ 237 h 237"/>
                    <a:gd name="T4" fmla="*/ 0 w 17"/>
                    <a:gd name="T5" fmla="*/ 177 h 237"/>
                    <a:gd name="T6" fmla="*/ 17 w 17"/>
                    <a:gd name="T7" fmla="*/ 177 h 237"/>
                    <a:gd name="T8" fmla="*/ 17 w 17"/>
                    <a:gd name="T9" fmla="*/ 237 h 237"/>
                    <a:gd name="T10" fmla="*/ 17 w 17"/>
                    <a:gd name="T11" fmla="*/ 135 h 237"/>
                    <a:gd name="T12" fmla="*/ 0 w 17"/>
                    <a:gd name="T13" fmla="*/ 135 h 237"/>
                    <a:gd name="T14" fmla="*/ 0 w 17"/>
                    <a:gd name="T15" fmla="*/ 75 h 237"/>
                    <a:gd name="T16" fmla="*/ 17 w 17"/>
                    <a:gd name="T17" fmla="*/ 75 h 237"/>
                    <a:gd name="T18" fmla="*/ 17 w 17"/>
                    <a:gd name="T19" fmla="*/ 135 h 237"/>
                    <a:gd name="T20" fmla="*/ 17 w 17"/>
                    <a:gd name="T21" fmla="*/ 35 h 237"/>
                    <a:gd name="T22" fmla="*/ 0 w 17"/>
                    <a:gd name="T23" fmla="*/ 35 h 237"/>
                    <a:gd name="T24" fmla="*/ 0 w 17"/>
                    <a:gd name="T25" fmla="*/ 0 h 237"/>
                    <a:gd name="T26" fmla="*/ 17 w 17"/>
                    <a:gd name="T27" fmla="*/ 0 h 237"/>
                    <a:gd name="T28" fmla="*/ 17 w 17"/>
                    <a:gd name="T29" fmla="*/ 35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37">
                      <a:moveTo>
                        <a:pt x="17" y="237"/>
                      </a:moveTo>
                      <a:lnTo>
                        <a:pt x="0" y="237"/>
                      </a:lnTo>
                      <a:lnTo>
                        <a:pt x="0" y="177"/>
                      </a:lnTo>
                      <a:lnTo>
                        <a:pt x="17" y="177"/>
                      </a:lnTo>
                      <a:lnTo>
                        <a:pt x="17" y="237"/>
                      </a:lnTo>
                      <a:close/>
                      <a:moveTo>
                        <a:pt x="17" y="135"/>
                      </a:moveTo>
                      <a:lnTo>
                        <a:pt x="0" y="135"/>
                      </a:lnTo>
                      <a:lnTo>
                        <a:pt x="0" y="75"/>
                      </a:lnTo>
                      <a:lnTo>
                        <a:pt x="17" y="75"/>
                      </a:lnTo>
                      <a:lnTo>
                        <a:pt x="17" y="135"/>
                      </a:lnTo>
                      <a:close/>
                      <a:moveTo>
                        <a:pt x="17" y="35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35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58" name="组合 1057">
                <a:extLst>
                  <a:ext uri="{FF2B5EF4-FFF2-40B4-BE49-F238E27FC236}">
                    <a16:creationId xmlns:a16="http://schemas.microsoft.com/office/drawing/2014/main" id="{F19DDBD1-E136-DA22-6B18-EC4C242C5F00}"/>
                  </a:ext>
                </a:extLst>
              </p:cNvPr>
              <p:cNvGrpSpPr/>
              <p:nvPr/>
            </p:nvGrpSpPr>
            <p:grpSpPr>
              <a:xfrm flipV="1">
                <a:off x="1868200" y="2537458"/>
                <a:ext cx="322723" cy="939693"/>
                <a:chOff x="1867979" y="3487005"/>
                <a:chExt cx="322723" cy="939693"/>
              </a:xfrm>
              <a:noFill/>
            </p:grpSpPr>
            <p:sp>
              <p:nvSpPr>
                <p:cNvPr id="1059" name="Freeform 107">
                  <a:extLst>
                    <a:ext uri="{FF2B5EF4-FFF2-40B4-BE49-F238E27FC236}">
                      <a16:creationId xmlns:a16="http://schemas.microsoft.com/office/drawing/2014/main" id="{C74CB8EC-80B0-4A33-DD42-101074BE02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129722" cy="26894"/>
                </a:xfrm>
                <a:custGeom>
                  <a:avLst/>
                  <a:gdLst>
                    <a:gd name="T0" fmla="*/ 32 w 35"/>
                    <a:gd name="T1" fmla="*/ 0 h 7"/>
                    <a:gd name="T2" fmla="*/ 4 w 35"/>
                    <a:gd name="T3" fmla="*/ 0 h 7"/>
                    <a:gd name="T4" fmla="*/ 0 w 35"/>
                    <a:gd name="T5" fmla="*/ 4 h 7"/>
                    <a:gd name="T6" fmla="*/ 4 w 35"/>
                    <a:gd name="T7" fmla="*/ 7 h 7"/>
                    <a:gd name="T8" fmla="*/ 32 w 35"/>
                    <a:gd name="T9" fmla="*/ 7 h 7"/>
                    <a:gd name="T10" fmla="*/ 35 w 35"/>
                    <a:gd name="T11" fmla="*/ 4 h 7"/>
                    <a:gd name="T12" fmla="*/ 32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2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6"/>
                        <a:pt x="35" y="4"/>
                      </a:cubicBezTo>
                      <a:cubicBezTo>
                        <a:pt x="35" y="2"/>
                        <a:pt x="34" y="0"/>
                        <a:pt x="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0" name="Freeform 108">
                  <a:extLst>
                    <a:ext uri="{FF2B5EF4-FFF2-40B4-BE49-F238E27FC236}">
                      <a16:creationId xmlns:a16="http://schemas.microsoft.com/office/drawing/2014/main" id="{08CB72BC-9E1E-2FCC-220B-D2B2DE08D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129722" cy="25311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1" name="Freeform 109">
                  <a:extLst>
                    <a:ext uri="{FF2B5EF4-FFF2-40B4-BE49-F238E27FC236}">
                      <a16:creationId xmlns:a16="http://schemas.microsoft.com/office/drawing/2014/main" id="{4E5630BF-50F9-5085-FCC5-6757456D66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129722" cy="26894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2" name="Freeform 110">
                  <a:extLst>
                    <a:ext uri="{FF2B5EF4-FFF2-40B4-BE49-F238E27FC236}">
                      <a16:creationId xmlns:a16="http://schemas.microsoft.com/office/drawing/2014/main" id="{A5F0F62F-8A22-C390-D7AB-ACB4A7DF13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71190" cy="22148"/>
                </a:xfrm>
                <a:custGeom>
                  <a:avLst/>
                  <a:gdLst>
                    <a:gd name="T0" fmla="*/ 4 w 19"/>
                    <a:gd name="T1" fmla="*/ 6 h 6"/>
                    <a:gd name="T2" fmla="*/ 16 w 19"/>
                    <a:gd name="T3" fmla="*/ 6 h 6"/>
                    <a:gd name="T4" fmla="*/ 19 w 19"/>
                    <a:gd name="T5" fmla="*/ 3 h 6"/>
                    <a:gd name="T6" fmla="*/ 16 w 19"/>
                    <a:gd name="T7" fmla="*/ 0 h 6"/>
                    <a:gd name="T8" fmla="*/ 4 w 19"/>
                    <a:gd name="T9" fmla="*/ 0 h 6"/>
                    <a:gd name="T10" fmla="*/ 0 w 19"/>
                    <a:gd name="T11" fmla="*/ 3 h 6"/>
                    <a:gd name="T12" fmla="*/ 4 w 19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6">
                      <a:moveTo>
                        <a:pt x="4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5"/>
                        <a:pt x="19" y="3"/>
                      </a:cubicBezTo>
                      <a:cubicBezTo>
                        <a:pt x="19" y="1"/>
                        <a:pt x="17" y="0"/>
                        <a:pt x="16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3" name="Freeform 111">
                  <a:extLst>
                    <a:ext uri="{FF2B5EF4-FFF2-40B4-BE49-F238E27FC236}">
                      <a16:creationId xmlns:a16="http://schemas.microsoft.com/office/drawing/2014/main" id="{1D6C5743-C2B4-533A-4C4D-DABD28516E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7979" y="4018548"/>
                  <a:ext cx="322723" cy="408150"/>
                </a:xfrm>
                <a:custGeom>
                  <a:avLst/>
                  <a:gdLst>
                    <a:gd name="T0" fmla="*/ 43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3 w 86"/>
                    <a:gd name="T11" fmla="*/ 1 h 109"/>
                    <a:gd name="T12" fmla="*/ 27 w 86"/>
                    <a:gd name="T13" fmla="*/ 1 h 109"/>
                    <a:gd name="T14" fmla="*/ 15 w 86"/>
                    <a:gd name="T15" fmla="*/ 29 h 109"/>
                    <a:gd name="T16" fmla="*/ 0 w 86"/>
                    <a:gd name="T17" fmla="*/ 67 h 109"/>
                    <a:gd name="T18" fmla="*/ 43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3" y="109"/>
                      </a:moveTo>
                      <a:cubicBezTo>
                        <a:pt x="71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7" y="20"/>
                        <a:pt x="65" y="10"/>
                      </a:cubicBezTo>
                      <a:cubicBezTo>
                        <a:pt x="62" y="0"/>
                        <a:pt x="56" y="1"/>
                        <a:pt x="56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33" y="1"/>
                        <a:pt x="27" y="1"/>
                      </a:cubicBezTo>
                      <a:cubicBezTo>
                        <a:pt x="20" y="1"/>
                        <a:pt x="21" y="14"/>
                        <a:pt x="15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3" y="10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4" name="Freeform 112">
                  <a:extLst>
                    <a:ext uri="{FF2B5EF4-FFF2-40B4-BE49-F238E27FC236}">
                      <a16:creationId xmlns:a16="http://schemas.microsoft.com/office/drawing/2014/main" id="{B7CB12A1-3D14-974D-525A-0CC0E1C2C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9341" y="4018548"/>
                  <a:ext cx="161361" cy="408150"/>
                </a:xfrm>
                <a:custGeom>
                  <a:avLst/>
                  <a:gdLst>
                    <a:gd name="T0" fmla="*/ 43 w 43"/>
                    <a:gd name="T1" fmla="*/ 66 h 109"/>
                    <a:gd name="T2" fmla="*/ 34 w 43"/>
                    <a:gd name="T3" fmla="*/ 42 h 109"/>
                    <a:gd name="T4" fmla="*/ 22 w 43"/>
                    <a:gd name="T5" fmla="*/ 10 h 109"/>
                    <a:gd name="T6" fmla="*/ 13 w 43"/>
                    <a:gd name="T7" fmla="*/ 1 h 109"/>
                    <a:gd name="T8" fmla="*/ 0 w 43"/>
                    <a:gd name="T9" fmla="*/ 1 h 109"/>
                    <a:gd name="T10" fmla="*/ 0 w 43"/>
                    <a:gd name="T11" fmla="*/ 109 h 109"/>
                    <a:gd name="T12" fmla="*/ 43 w 43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09">
                      <a:moveTo>
                        <a:pt x="43" y="66"/>
                      </a:moveTo>
                      <a:cubicBezTo>
                        <a:pt x="43" y="59"/>
                        <a:pt x="39" y="51"/>
                        <a:pt x="34" y="42"/>
                      </a:cubicBezTo>
                      <a:cubicBezTo>
                        <a:pt x="29" y="34"/>
                        <a:pt x="24" y="20"/>
                        <a:pt x="22" y="10"/>
                      </a:cubicBezTo>
                      <a:cubicBezTo>
                        <a:pt x="19" y="0"/>
                        <a:pt x="13" y="1"/>
                        <a:pt x="1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3" y="89"/>
                        <a:pt x="43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5" name="Freeform 113">
                  <a:extLst>
                    <a:ext uri="{FF2B5EF4-FFF2-40B4-BE49-F238E27FC236}">
                      <a16:creationId xmlns:a16="http://schemas.microsoft.com/office/drawing/2014/main" id="{DF12DFB2-EE1E-90E5-61EA-739962949E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66443" cy="26894"/>
                </a:xfrm>
                <a:custGeom>
                  <a:avLst/>
                  <a:gdLst>
                    <a:gd name="T0" fmla="*/ 0 w 18"/>
                    <a:gd name="T1" fmla="*/ 4 h 7"/>
                    <a:gd name="T2" fmla="*/ 4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4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6" name="Freeform 114">
                  <a:extLst>
                    <a:ext uri="{FF2B5EF4-FFF2-40B4-BE49-F238E27FC236}">
                      <a16:creationId xmlns:a16="http://schemas.microsoft.com/office/drawing/2014/main" id="{4E1557F0-B149-9D3B-4183-A68C2D8A56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66443" cy="25311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7" name="Freeform 115">
                  <a:extLst>
                    <a:ext uri="{FF2B5EF4-FFF2-40B4-BE49-F238E27FC236}">
                      <a16:creationId xmlns:a16="http://schemas.microsoft.com/office/drawing/2014/main" id="{082B90C8-967E-2FD1-3316-DB9A26CA9A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66443" cy="26894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8" name="Freeform 116">
                  <a:extLst>
                    <a:ext uri="{FF2B5EF4-FFF2-40B4-BE49-F238E27FC236}">
                      <a16:creationId xmlns:a16="http://schemas.microsoft.com/office/drawing/2014/main" id="{BD3BEF6E-2788-75D9-A1F7-A4874F8CB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37967" cy="22148"/>
                </a:xfrm>
                <a:custGeom>
                  <a:avLst/>
                  <a:gdLst>
                    <a:gd name="T0" fmla="*/ 4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4 w 10"/>
                    <a:gd name="T7" fmla="*/ 0 h 6"/>
                    <a:gd name="T8" fmla="*/ 0 w 10"/>
                    <a:gd name="T9" fmla="*/ 3 h 6"/>
                    <a:gd name="T10" fmla="*/ 4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4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9" name="Freeform 158">
                  <a:extLst>
                    <a:ext uri="{FF2B5EF4-FFF2-40B4-BE49-F238E27FC236}">
                      <a16:creationId xmlns:a16="http://schemas.microsoft.com/office/drawing/2014/main" id="{ADF53EB0-3684-276B-B71E-BA1C6B40A14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18267" y="3487005"/>
                  <a:ext cx="26894" cy="374928"/>
                </a:xfrm>
                <a:custGeom>
                  <a:avLst/>
                  <a:gdLst>
                    <a:gd name="T0" fmla="*/ 17 w 17"/>
                    <a:gd name="T1" fmla="*/ 237 h 237"/>
                    <a:gd name="T2" fmla="*/ 0 w 17"/>
                    <a:gd name="T3" fmla="*/ 237 h 237"/>
                    <a:gd name="T4" fmla="*/ 0 w 17"/>
                    <a:gd name="T5" fmla="*/ 177 h 237"/>
                    <a:gd name="T6" fmla="*/ 17 w 17"/>
                    <a:gd name="T7" fmla="*/ 177 h 237"/>
                    <a:gd name="T8" fmla="*/ 17 w 17"/>
                    <a:gd name="T9" fmla="*/ 237 h 237"/>
                    <a:gd name="T10" fmla="*/ 17 w 17"/>
                    <a:gd name="T11" fmla="*/ 135 h 237"/>
                    <a:gd name="T12" fmla="*/ 0 w 17"/>
                    <a:gd name="T13" fmla="*/ 135 h 237"/>
                    <a:gd name="T14" fmla="*/ 0 w 17"/>
                    <a:gd name="T15" fmla="*/ 75 h 237"/>
                    <a:gd name="T16" fmla="*/ 17 w 17"/>
                    <a:gd name="T17" fmla="*/ 75 h 237"/>
                    <a:gd name="T18" fmla="*/ 17 w 17"/>
                    <a:gd name="T19" fmla="*/ 135 h 237"/>
                    <a:gd name="T20" fmla="*/ 17 w 17"/>
                    <a:gd name="T21" fmla="*/ 35 h 237"/>
                    <a:gd name="T22" fmla="*/ 0 w 17"/>
                    <a:gd name="T23" fmla="*/ 35 h 237"/>
                    <a:gd name="T24" fmla="*/ 0 w 17"/>
                    <a:gd name="T25" fmla="*/ 0 h 237"/>
                    <a:gd name="T26" fmla="*/ 17 w 17"/>
                    <a:gd name="T27" fmla="*/ 0 h 237"/>
                    <a:gd name="T28" fmla="*/ 17 w 17"/>
                    <a:gd name="T29" fmla="*/ 35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37">
                      <a:moveTo>
                        <a:pt x="17" y="237"/>
                      </a:moveTo>
                      <a:lnTo>
                        <a:pt x="0" y="237"/>
                      </a:lnTo>
                      <a:lnTo>
                        <a:pt x="0" y="177"/>
                      </a:lnTo>
                      <a:lnTo>
                        <a:pt x="17" y="177"/>
                      </a:lnTo>
                      <a:lnTo>
                        <a:pt x="17" y="237"/>
                      </a:lnTo>
                      <a:close/>
                      <a:moveTo>
                        <a:pt x="17" y="135"/>
                      </a:moveTo>
                      <a:lnTo>
                        <a:pt x="0" y="135"/>
                      </a:lnTo>
                      <a:lnTo>
                        <a:pt x="0" y="75"/>
                      </a:lnTo>
                      <a:lnTo>
                        <a:pt x="17" y="75"/>
                      </a:lnTo>
                      <a:lnTo>
                        <a:pt x="17" y="135"/>
                      </a:lnTo>
                      <a:close/>
                      <a:moveTo>
                        <a:pt x="17" y="35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77" name="组合 976">
              <a:extLst>
                <a:ext uri="{FF2B5EF4-FFF2-40B4-BE49-F238E27FC236}">
                  <a16:creationId xmlns:a16="http://schemas.microsoft.com/office/drawing/2014/main" id="{68ACC2DB-7F31-6BE0-B08D-6F9A8CD5BAA5}"/>
                </a:ext>
              </a:extLst>
            </p:cNvPr>
            <p:cNvGrpSpPr/>
            <p:nvPr/>
          </p:nvGrpSpPr>
          <p:grpSpPr>
            <a:xfrm>
              <a:off x="2336244" y="2051683"/>
              <a:ext cx="691544" cy="2843279"/>
              <a:chOff x="2336244" y="2051683"/>
              <a:chExt cx="691544" cy="2843279"/>
            </a:xfrm>
          </p:grpSpPr>
          <p:grpSp>
            <p:nvGrpSpPr>
              <p:cNvPr id="1033" name="组合 1032">
                <a:extLst>
                  <a:ext uri="{FF2B5EF4-FFF2-40B4-BE49-F238E27FC236}">
                    <a16:creationId xmlns:a16="http://schemas.microsoft.com/office/drawing/2014/main" id="{51E89804-A3F6-A2A0-9BE6-5B3AB5808CF9}"/>
                  </a:ext>
                </a:extLst>
              </p:cNvPr>
              <p:cNvGrpSpPr/>
              <p:nvPr/>
            </p:nvGrpSpPr>
            <p:grpSpPr>
              <a:xfrm>
                <a:off x="2336244" y="3487005"/>
                <a:ext cx="691323" cy="1407957"/>
                <a:chOff x="2336244" y="3487005"/>
                <a:chExt cx="691323" cy="1407957"/>
              </a:xfrm>
            </p:grpSpPr>
            <p:sp>
              <p:nvSpPr>
                <p:cNvPr id="1046" name="Freeform 87">
                  <a:extLst>
                    <a:ext uri="{FF2B5EF4-FFF2-40B4-BE49-F238E27FC236}">
                      <a16:creationId xmlns:a16="http://schemas.microsoft.com/office/drawing/2014/main" id="{260EB9BC-1553-69E4-270A-C09F676694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280010" cy="55370"/>
                </a:xfrm>
                <a:custGeom>
                  <a:avLst/>
                  <a:gdLst>
                    <a:gd name="T0" fmla="*/ 68 w 75"/>
                    <a:gd name="T1" fmla="*/ 0 h 15"/>
                    <a:gd name="T2" fmla="*/ 7 w 75"/>
                    <a:gd name="T3" fmla="*/ 0 h 15"/>
                    <a:gd name="T4" fmla="*/ 0 w 75"/>
                    <a:gd name="T5" fmla="*/ 7 h 15"/>
                    <a:gd name="T6" fmla="*/ 7 w 75"/>
                    <a:gd name="T7" fmla="*/ 15 h 15"/>
                    <a:gd name="T8" fmla="*/ 68 w 75"/>
                    <a:gd name="T9" fmla="*/ 15 h 15"/>
                    <a:gd name="T10" fmla="*/ 75 w 75"/>
                    <a:gd name="T11" fmla="*/ 7 h 15"/>
                    <a:gd name="T12" fmla="*/ 68 w 75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6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7" name="Freeform 88">
                  <a:extLst>
                    <a:ext uri="{FF2B5EF4-FFF2-40B4-BE49-F238E27FC236}">
                      <a16:creationId xmlns:a16="http://schemas.microsoft.com/office/drawing/2014/main" id="{A169E440-F434-858A-030C-AB126C2AD7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8" name="Freeform 89">
                  <a:extLst>
                    <a:ext uri="{FF2B5EF4-FFF2-40B4-BE49-F238E27FC236}">
                      <a16:creationId xmlns:a16="http://schemas.microsoft.com/office/drawing/2014/main" id="{948542EC-90C3-E94C-7E72-EBAEA298BB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2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9" name="Freeform 90">
                  <a:extLst>
                    <a:ext uri="{FF2B5EF4-FFF2-40B4-BE49-F238E27FC236}">
                      <a16:creationId xmlns:a16="http://schemas.microsoft.com/office/drawing/2014/main" id="{184967A0-14DC-998C-2913-E0D9B9D13C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145542" cy="52205"/>
                </a:xfrm>
                <a:custGeom>
                  <a:avLst/>
                  <a:gdLst>
                    <a:gd name="T0" fmla="*/ 6 w 39"/>
                    <a:gd name="T1" fmla="*/ 14 h 14"/>
                    <a:gd name="T2" fmla="*/ 32 w 39"/>
                    <a:gd name="T3" fmla="*/ 14 h 14"/>
                    <a:gd name="T4" fmla="*/ 39 w 39"/>
                    <a:gd name="T5" fmla="*/ 7 h 14"/>
                    <a:gd name="T6" fmla="*/ 32 w 39"/>
                    <a:gd name="T7" fmla="*/ 0 h 14"/>
                    <a:gd name="T8" fmla="*/ 6 w 39"/>
                    <a:gd name="T9" fmla="*/ 0 h 14"/>
                    <a:gd name="T10" fmla="*/ 0 w 39"/>
                    <a:gd name="T11" fmla="*/ 7 h 14"/>
                    <a:gd name="T12" fmla="*/ 6 w 3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14">
                      <a:moveTo>
                        <a:pt x="6" y="14"/>
                      </a:move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6" y="14"/>
                        <a:pt x="39" y="11"/>
                        <a:pt x="39" y="7"/>
                      </a:cubicBezTo>
                      <a:cubicBezTo>
                        <a:pt x="39" y="3"/>
                        <a:pt x="36" y="0"/>
                        <a:pt x="32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0" name="Freeform 91">
                  <a:extLst>
                    <a:ext uri="{FF2B5EF4-FFF2-40B4-BE49-F238E27FC236}">
                      <a16:creationId xmlns:a16="http://schemas.microsoft.com/office/drawing/2014/main" id="{EB6ED14B-066F-EEE7-A7EE-8539B17B82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6244" y="4010638"/>
                  <a:ext cx="691323" cy="884324"/>
                </a:xfrm>
                <a:custGeom>
                  <a:avLst/>
                  <a:gdLst>
                    <a:gd name="T0" fmla="*/ 93 w 185"/>
                    <a:gd name="T1" fmla="*/ 236 h 236"/>
                    <a:gd name="T2" fmla="*/ 185 w 185"/>
                    <a:gd name="T3" fmla="*/ 143 h 236"/>
                    <a:gd name="T4" fmla="*/ 166 w 185"/>
                    <a:gd name="T5" fmla="*/ 92 h 236"/>
                    <a:gd name="T6" fmla="*/ 140 w 185"/>
                    <a:gd name="T7" fmla="*/ 22 h 236"/>
                    <a:gd name="T8" fmla="*/ 120 w 185"/>
                    <a:gd name="T9" fmla="*/ 2 h 236"/>
                    <a:gd name="T10" fmla="*/ 93 w 185"/>
                    <a:gd name="T11" fmla="*/ 2 h 236"/>
                    <a:gd name="T12" fmla="*/ 58 w 185"/>
                    <a:gd name="T13" fmla="*/ 2 h 236"/>
                    <a:gd name="T14" fmla="*/ 34 w 185"/>
                    <a:gd name="T15" fmla="*/ 62 h 236"/>
                    <a:gd name="T16" fmla="*/ 0 w 185"/>
                    <a:gd name="T17" fmla="*/ 146 h 236"/>
                    <a:gd name="T18" fmla="*/ 93 w 185"/>
                    <a:gd name="T19" fmla="*/ 236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5" h="236">
                      <a:moveTo>
                        <a:pt x="93" y="236"/>
                      </a:moveTo>
                      <a:cubicBezTo>
                        <a:pt x="154" y="236"/>
                        <a:pt x="185" y="193"/>
                        <a:pt x="185" y="143"/>
                      </a:cubicBezTo>
                      <a:cubicBezTo>
                        <a:pt x="185" y="127"/>
                        <a:pt x="177" y="110"/>
                        <a:pt x="166" y="92"/>
                      </a:cubicBezTo>
                      <a:cubicBezTo>
                        <a:pt x="155" y="74"/>
                        <a:pt x="146" y="44"/>
                        <a:pt x="140" y="22"/>
                      </a:cubicBezTo>
                      <a:cubicBezTo>
                        <a:pt x="135" y="0"/>
                        <a:pt x="120" y="2"/>
                        <a:pt x="120" y="2"/>
                      </a:cubicBezTo>
                      <a:cubicBezTo>
                        <a:pt x="93" y="2"/>
                        <a:pt x="93" y="2"/>
                        <a:pt x="93" y="2"/>
                      </a:cubicBezTo>
                      <a:cubicBezTo>
                        <a:pt x="93" y="2"/>
                        <a:pt x="72" y="2"/>
                        <a:pt x="58" y="2"/>
                      </a:cubicBezTo>
                      <a:cubicBezTo>
                        <a:pt x="44" y="2"/>
                        <a:pt x="46" y="31"/>
                        <a:pt x="34" y="62"/>
                      </a:cubicBezTo>
                      <a:cubicBezTo>
                        <a:pt x="22" y="94"/>
                        <a:pt x="0" y="111"/>
                        <a:pt x="0" y="146"/>
                      </a:cubicBezTo>
                      <a:cubicBezTo>
                        <a:pt x="0" y="180"/>
                        <a:pt x="32" y="236"/>
                        <a:pt x="93" y="236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1" name="Freeform 92">
                  <a:extLst>
                    <a:ext uri="{FF2B5EF4-FFF2-40B4-BE49-F238E27FC236}">
                      <a16:creationId xmlns:a16="http://schemas.microsoft.com/office/drawing/2014/main" id="{C3561B58-B782-2AAD-E578-37496FB4F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4278" y="4010638"/>
                  <a:ext cx="343289" cy="884324"/>
                </a:xfrm>
                <a:custGeom>
                  <a:avLst/>
                  <a:gdLst>
                    <a:gd name="T0" fmla="*/ 92 w 92"/>
                    <a:gd name="T1" fmla="*/ 143 h 236"/>
                    <a:gd name="T2" fmla="*/ 73 w 92"/>
                    <a:gd name="T3" fmla="*/ 92 h 236"/>
                    <a:gd name="T4" fmla="*/ 47 w 92"/>
                    <a:gd name="T5" fmla="*/ 22 h 236"/>
                    <a:gd name="T6" fmla="*/ 27 w 92"/>
                    <a:gd name="T7" fmla="*/ 2 h 236"/>
                    <a:gd name="T8" fmla="*/ 0 w 92"/>
                    <a:gd name="T9" fmla="*/ 2 h 236"/>
                    <a:gd name="T10" fmla="*/ 0 w 92"/>
                    <a:gd name="T11" fmla="*/ 236 h 236"/>
                    <a:gd name="T12" fmla="*/ 92 w 92"/>
                    <a:gd name="T13" fmla="*/ 14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2" h="236">
                      <a:moveTo>
                        <a:pt x="92" y="143"/>
                      </a:moveTo>
                      <a:cubicBezTo>
                        <a:pt x="92" y="127"/>
                        <a:pt x="84" y="110"/>
                        <a:pt x="73" y="92"/>
                      </a:cubicBezTo>
                      <a:cubicBezTo>
                        <a:pt x="62" y="74"/>
                        <a:pt x="53" y="44"/>
                        <a:pt x="47" y="22"/>
                      </a:cubicBezTo>
                      <a:cubicBezTo>
                        <a:pt x="42" y="0"/>
                        <a:pt x="27" y="2"/>
                        <a:pt x="27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36"/>
                        <a:pt x="0" y="236"/>
                        <a:pt x="0" y="236"/>
                      </a:cubicBezTo>
                      <a:cubicBezTo>
                        <a:pt x="61" y="236"/>
                        <a:pt x="92" y="193"/>
                        <a:pt x="92" y="1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2" name="Freeform 93">
                  <a:extLst>
                    <a:ext uri="{FF2B5EF4-FFF2-40B4-BE49-F238E27FC236}">
                      <a16:creationId xmlns:a16="http://schemas.microsoft.com/office/drawing/2014/main" id="{DB6844F8-F794-34C5-4AAC-8B4381E402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142378" cy="55370"/>
                </a:xfrm>
                <a:custGeom>
                  <a:avLst/>
                  <a:gdLst>
                    <a:gd name="T0" fmla="*/ 0 w 38"/>
                    <a:gd name="T1" fmla="*/ 7 h 15"/>
                    <a:gd name="T2" fmla="*/ 7 w 38"/>
                    <a:gd name="T3" fmla="*/ 15 h 15"/>
                    <a:gd name="T4" fmla="*/ 38 w 38"/>
                    <a:gd name="T5" fmla="*/ 15 h 15"/>
                    <a:gd name="T6" fmla="*/ 38 w 38"/>
                    <a:gd name="T7" fmla="*/ 0 h 15"/>
                    <a:gd name="T8" fmla="*/ 7 w 38"/>
                    <a:gd name="T9" fmla="*/ 0 h 15"/>
                    <a:gd name="T10" fmla="*/ 0 w 38"/>
                    <a:gd name="T11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0" y="7"/>
                      </a:move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3" name="Freeform 94">
                  <a:extLst>
                    <a:ext uri="{FF2B5EF4-FFF2-40B4-BE49-F238E27FC236}">
                      <a16:creationId xmlns:a16="http://schemas.microsoft.com/office/drawing/2014/main" id="{3D14ABF8-56EB-EB15-BD86-97D8EA420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4" name="Freeform 95">
                  <a:extLst>
                    <a:ext uri="{FF2B5EF4-FFF2-40B4-BE49-F238E27FC236}">
                      <a16:creationId xmlns:a16="http://schemas.microsoft.com/office/drawing/2014/main" id="{3118E699-D309-8FB8-2D97-8AB0BD211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5" name="Freeform 96">
                  <a:extLst>
                    <a:ext uri="{FF2B5EF4-FFF2-40B4-BE49-F238E27FC236}">
                      <a16:creationId xmlns:a16="http://schemas.microsoft.com/office/drawing/2014/main" id="{4E879A5F-EAA6-B12C-40AD-A57D426E59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74353" cy="52205"/>
                </a:xfrm>
                <a:custGeom>
                  <a:avLst/>
                  <a:gdLst>
                    <a:gd name="T0" fmla="*/ 6 w 20"/>
                    <a:gd name="T1" fmla="*/ 14 h 14"/>
                    <a:gd name="T2" fmla="*/ 20 w 20"/>
                    <a:gd name="T3" fmla="*/ 14 h 14"/>
                    <a:gd name="T4" fmla="*/ 20 w 20"/>
                    <a:gd name="T5" fmla="*/ 0 h 14"/>
                    <a:gd name="T6" fmla="*/ 6 w 20"/>
                    <a:gd name="T7" fmla="*/ 0 h 14"/>
                    <a:gd name="T8" fmla="*/ 0 w 20"/>
                    <a:gd name="T9" fmla="*/ 7 h 14"/>
                    <a:gd name="T10" fmla="*/ 6 w 20"/>
                    <a:gd name="T1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14">
                      <a:moveTo>
                        <a:pt x="6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6" name="Freeform 159">
                  <a:extLst>
                    <a:ext uri="{FF2B5EF4-FFF2-40B4-BE49-F238E27FC236}">
                      <a16:creationId xmlns:a16="http://schemas.microsoft.com/office/drawing/2014/main" id="{B1A4B79D-7C28-C22F-1ACF-D3DDAC13214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673205" y="3487005"/>
                  <a:ext cx="25311" cy="183509"/>
                </a:xfrm>
                <a:custGeom>
                  <a:avLst/>
                  <a:gdLst>
                    <a:gd name="T0" fmla="*/ 16 w 16"/>
                    <a:gd name="T1" fmla="*/ 116 h 116"/>
                    <a:gd name="T2" fmla="*/ 0 w 16"/>
                    <a:gd name="T3" fmla="*/ 116 h 116"/>
                    <a:gd name="T4" fmla="*/ 0 w 16"/>
                    <a:gd name="T5" fmla="*/ 57 h 116"/>
                    <a:gd name="T6" fmla="*/ 16 w 16"/>
                    <a:gd name="T7" fmla="*/ 57 h 116"/>
                    <a:gd name="T8" fmla="*/ 16 w 16"/>
                    <a:gd name="T9" fmla="*/ 116 h 116"/>
                    <a:gd name="T10" fmla="*/ 16 w 16"/>
                    <a:gd name="T11" fmla="*/ 14 h 116"/>
                    <a:gd name="T12" fmla="*/ 0 w 16"/>
                    <a:gd name="T13" fmla="*/ 14 h 116"/>
                    <a:gd name="T14" fmla="*/ 0 w 16"/>
                    <a:gd name="T15" fmla="*/ 0 h 116"/>
                    <a:gd name="T16" fmla="*/ 16 w 16"/>
                    <a:gd name="T17" fmla="*/ 0 h 116"/>
                    <a:gd name="T18" fmla="*/ 16 w 16"/>
                    <a:gd name="T19" fmla="*/ 1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16">
                      <a:moveTo>
                        <a:pt x="16" y="116"/>
                      </a:moveTo>
                      <a:lnTo>
                        <a:pt x="0" y="116"/>
                      </a:lnTo>
                      <a:lnTo>
                        <a:pt x="0" y="57"/>
                      </a:lnTo>
                      <a:lnTo>
                        <a:pt x="16" y="57"/>
                      </a:lnTo>
                      <a:lnTo>
                        <a:pt x="16" y="116"/>
                      </a:lnTo>
                      <a:close/>
                      <a:moveTo>
                        <a:pt x="16" y="1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4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34" name="组合 1033">
                <a:extLst>
                  <a:ext uri="{FF2B5EF4-FFF2-40B4-BE49-F238E27FC236}">
                    <a16:creationId xmlns:a16="http://schemas.microsoft.com/office/drawing/2014/main" id="{2309CCA2-A97A-1059-7A4E-A449A9843CE9}"/>
                  </a:ext>
                </a:extLst>
              </p:cNvPr>
              <p:cNvGrpSpPr/>
              <p:nvPr/>
            </p:nvGrpSpPr>
            <p:grpSpPr>
              <a:xfrm flipV="1">
                <a:off x="2336465" y="2051683"/>
                <a:ext cx="691323" cy="1407957"/>
                <a:chOff x="2336244" y="3487005"/>
                <a:chExt cx="691323" cy="1407957"/>
              </a:xfrm>
              <a:noFill/>
            </p:grpSpPr>
            <p:sp>
              <p:nvSpPr>
                <p:cNvPr id="1035" name="Freeform 87">
                  <a:extLst>
                    <a:ext uri="{FF2B5EF4-FFF2-40B4-BE49-F238E27FC236}">
                      <a16:creationId xmlns:a16="http://schemas.microsoft.com/office/drawing/2014/main" id="{272F4C8E-065C-C2BA-5F9B-01EAEACFCE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280010" cy="55370"/>
                </a:xfrm>
                <a:custGeom>
                  <a:avLst/>
                  <a:gdLst>
                    <a:gd name="T0" fmla="*/ 68 w 75"/>
                    <a:gd name="T1" fmla="*/ 0 h 15"/>
                    <a:gd name="T2" fmla="*/ 7 w 75"/>
                    <a:gd name="T3" fmla="*/ 0 h 15"/>
                    <a:gd name="T4" fmla="*/ 0 w 75"/>
                    <a:gd name="T5" fmla="*/ 7 h 15"/>
                    <a:gd name="T6" fmla="*/ 7 w 75"/>
                    <a:gd name="T7" fmla="*/ 15 h 15"/>
                    <a:gd name="T8" fmla="*/ 68 w 75"/>
                    <a:gd name="T9" fmla="*/ 15 h 15"/>
                    <a:gd name="T10" fmla="*/ 75 w 75"/>
                    <a:gd name="T11" fmla="*/ 7 h 15"/>
                    <a:gd name="T12" fmla="*/ 68 w 75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6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6" name="Freeform 88">
                  <a:extLst>
                    <a:ext uri="{FF2B5EF4-FFF2-40B4-BE49-F238E27FC236}">
                      <a16:creationId xmlns:a16="http://schemas.microsoft.com/office/drawing/2014/main" id="{302625EF-6A46-FB99-E338-B835CDC6E5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7" name="Freeform 89">
                  <a:extLst>
                    <a:ext uri="{FF2B5EF4-FFF2-40B4-BE49-F238E27FC236}">
                      <a16:creationId xmlns:a16="http://schemas.microsoft.com/office/drawing/2014/main" id="{ABEDD4B2-2639-E3CF-9CC1-4A943FA84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2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8" name="Freeform 90">
                  <a:extLst>
                    <a:ext uri="{FF2B5EF4-FFF2-40B4-BE49-F238E27FC236}">
                      <a16:creationId xmlns:a16="http://schemas.microsoft.com/office/drawing/2014/main" id="{1C1B8403-E4D4-6F16-EDCE-C696C7B27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145542" cy="52205"/>
                </a:xfrm>
                <a:custGeom>
                  <a:avLst/>
                  <a:gdLst>
                    <a:gd name="T0" fmla="*/ 6 w 39"/>
                    <a:gd name="T1" fmla="*/ 14 h 14"/>
                    <a:gd name="T2" fmla="*/ 32 w 39"/>
                    <a:gd name="T3" fmla="*/ 14 h 14"/>
                    <a:gd name="T4" fmla="*/ 39 w 39"/>
                    <a:gd name="T5" fmla="*/ 7 h 14"/>
                    <a:gd name="T6" fmla="*/ 32 w 39"/>
                    <a:gd name="T7" fmla="*/ 0 h 14"/>
                    <a:gd name="T8" fmla="*/ 6 w 39"/>
                    <a:gd name="T9" fmla="*/ 0 h 14"/>
                    <a:gd name="T10" fmla="*/ 0 w 39"/>
                    <a:gd name="T11" fmla="*/ 7 h 14"/>
                    <a:gd name="T12" fmla="*/ 6 w 3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14">
                      <a:moveTo>
                        <a:pt x="6" y="14"/>
                      </a:move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6" y="14"/>
                        <a:pt x="39" y="11"/>
                        <a:pt x="39" y="7"/>
                      </a:cubicBezTo>
                      <a:cubicBezTo>
                        <a:pt x="39" y="3"/>
                        <a:pt x="36" y="0"/>
                        <a:pt x="32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9" name="Freeform 91">
                  <a:extLst>
                    <a:ext uri="{FF2B5EF4-FFF2-40B4-BE49-F238E27FC236}">
                      <a16:creationId xmlns:a16="http://schemas.microsoft.com/office/drawing/2014/main" id="{0F65A359-AB1C-6452-D759-2B500775FE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6244" y="4010638"/>
                  <a:ext cx="691323" cy="884324"/>
                </a:xfrm>
                <a:custGeom>
                  <a:avLst/>
                  <a:gdLst>
                    <a:gd name="T0" fmla="*/ 93 w 185"/>
                    <a:gd name="T1" fmla="*/ 236 h 236"/>
                    <a:gd name="T2" fmla="*/ 185 w 185"/>
                    <a:gd name="T3" fmla="*/ 143 h 236"/>
                    <a:gd name="T4" fmla="*/ 166 w 185"/>
                    <a:gd name="T5" fmla="*/ 92 h 236"/>
                    <a:gd name="T6" fmla="*/ 140 w 185"/>
                    <a:gd name="T7" fmla="*/ 22 h 236"/>
                    <a:gd name="T8" fmla="*/ 120 w 185"/>
                    <a:gd name="T9" fmla="*/ 2 h 236"/>
                    <a:gd name="T10" fmla="*/ 93 w 185"/>
                    <a:gd name="T11" fmla="*/ 2 h 236"/>
                    <a:gd name="T12" fmla="*/ 58 w 185"/>
                    <a:gd name="T13" fmla="*/ 2 h 236"/>
                    <a:gd name="T14" fmla="*/ 34 w 185"/>
                    <a:gd name="T15" fmla="*/ 62 h 236"/>
                    <a:gd name="T16" fmla="*/ 0 w 185"/>
                    <a:gd name="T17" fmla="*/ 146 h 236"/>
                    <a:gd name="T18" fmla="*/ 93 w 185"/>
                    <a:gd name="T19" fmla="*/ 236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5" h="236">
                      <a:moveTo>
                        <a:pt x="93" y="236"/>
                      </a:moveTo>
                      <a:cubicBezTo>
                        <a:pt x="154" y="236"/>
                        <a:pt x="185" y="193"/>
                        <a:pt x="185" y="143"/>
                      </a:cubicBezTo>
                      <a:cubicBezTo>
                        <a:pt x="185" y="127"/>
                        <a:pt x="177" y="110"/>
                        <a:pt x="166" y="92"/>
                      </a:cubicBezTo>
                      <a:cubicBezTo>
                        <a:pt x="155" y="74"/>
                        <a:pt x="146" y="44"/>
                        <a:pt x="140" y="22"/>
                      </a:cubicBezTo>
                      <a:cubicBezTo>
                        <a:pt x="135" y="0"/>
                        <a:pt x="120" y="2"/>
                        <a:pt x="120" y="2"/>
                      </a:cubicBezTo>
                      <a:cubicBezTo>
                        <a:pt x="93" y="2"/>
                        <a:pt x="93" y="2"/>
                        <a:pt x="93" y="2"/>
                      </a:cubicBezTo>
                      <a:cubicBezTo>
                        <a:pt x="93" y="2"/>
                        <a:pt x="72" y="2"/>
                        <a:pt x="58" y="2"/>
                      </a:cubicBezTo>
                      <a:cubicBezTo>
                        <a:pt x="44" y="2"/>
                        <a:pt x="46" y="31"/>
                        <a:pt x="34" y="62"/>
                      </a:cubicBezTo>
                      <a:cubicBezTo>
                        <a:pt x="22" y="94"/>
                        <a:pt x="0" y="111"/>
                        <a:pt x="0" y="146"/>
                      </a:cubicBezTo>
                      <a:cubicBezTo>
                        <a:pt x="0" y="180"/>
                        <a:pt x="32" y="236"/>
                        <a:pt x="93" y="2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0" name="Freeform 92">
                  <a:extLst>
                    <a:ext uri="{FF2B5EF4-FFF2-40B4-BE49-F238E27FC236}">
                      <a16:creationId xmlns:a16="http://schemas.microsoft.com/office/drawing/2014/main" id="{70BF524B-66B2-803C-B23D-D5406BEE7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4278" y="4010638"/>
                  <a:ext cx="343289" cy="884324"/>
                </a:xfrm>
                <a:custGeom>
                  <a:avLst/>
                  <a:gdLst>
                    <a:gd name="T0" fmla="*/ 92 w 92"/>
                    <a:gd name="T1" fmla="*/ 143 h 236"/>
                    <a:gd name="T2" fmla="*/ 73 w 92"/>
                    <a:gd name="T3" fmla="*/ 92 h 236"/>
                    <a:gd name="T4" fmla="*/ 47 w 92"/>
                    <a:gd name="T5" fmla="*/ 22 h 236"/>
                    <a:gd name="T6" fmla="*/ 27 w 92"/>
                    <a:gd name="T7" fmla="*/ 2 h 236"/>
                    <a:gd name="T8" fmla="*/ 0 w 92"/>
                    <a:gd name="T9" fmla="*/ 2 h 236"/>
                    <a:gd name="T10" fmla="*/ 0 w 92"/>
                    <a:gd name="T11" fmla="*/ 236 h 236"/>
                    <a:gd name="T12" fmla="*/ 92 w 92"/>
                    <a:gd name="T13" fmla="*/ 14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2" h="236">
                      <a:moveTo>
                        <a:pt x="92" y="143"/>
                      </a:moveTo>
                      <a:cubicBezTo>
                        <a:pt x="92" y="127"/>
                        <a:pt x="84" y="110"/>
                        <a:pt x="73" y="92"/>
                      </a:cubicBezTo>
                      <a:cubicBezTo>
                        <a:pt x="62" y="74"/>
                        <a:pt x="53" y="44"/>
                        <a:pt x="47" y="22"/>
                      </a:cubicBezTo>
                      <a:cubicBezTo>
                        <a:pt x="42" y="0"/>
                        <a:pt x="27" y="2"/>
                        <a:pt x="27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36"/>
                        <a:pt x="0" y="236"/>
                        <a:pt x="0" y="236"/>
                      </a:cubicBezTo>
                      <a:cubicBezTo>
                        <a:pt x="61" y="236"/>
                        <a:pt x="92" y="193"/>
                        <a:pt x="92" y="14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1" name="Freeform 93">
                  <a:extLst>
                    <a:ext uri="{FF2B5EF4-FFF2-40B4-BE49-F238E27FC236}">
                      <a16:creationId xmlns:a16="http://schemas.microsoft.com/office/drawing/2014/main" id="{42757110-53CC-01BB-2439-F10C054F38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142378" cy="55370"/>
                </a:xfrm>
                <a:custGeom>
                  <a:avLst/>
                  <a:gdLst>
                    <a:gd name="T0" fmla="*/ 0 w 38"/>
                    <a:gd name="T1" fmla="*/ 7 h 15"/>
                    <a:gd name="T2" fmla="*/ 7 w 38"/>
                    <a:gd name="T3" fmla="*/ 15 h 15"/>
                    <a:gd name="T4" fmla="*/ 38 w 38"/>
                    <a:gd name="T5" fmla="*/ 15 h 15"/>
                    <a:gd name="T6" fmla="*/ 38 w 38"/>
                    <a:gd name="T7" fmla="*/ 0 h 15"/>
                    <a:gd name="T8" fmla="*/ 7 w 38"/>
                    <a:gd name="T9" fmla="*/ 0 h 15"/>
                    <a:gd name="T10" fmla="*/ 0 w 38"/>
                    <a:gd name="T11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0" y="7"/>
                      </a:move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2" name="Freeform 94">
                  <a:extLst>
                    <a:ext uri="{FF2B5EF4-FFF2-40B4-BE49-F238E27FC236}">
                      <a16:creationId xmlns:a16="http://schemas.microsoft.com/office/drawing/2014/main" id="{06A9EA04-3B7C-FE88-A805-FD69B42444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3" name="Freeform 95">
                  <a:extLst>
                    <a:ext uri="{FF2B5EF4-FFF2-40B4-BE49-F238E27FC236}">
                      <a16:creationId xmlns:a16="http://schemas.microsoft.com/office/drawing/2014/main" id="{89623E48-908B-5B6B-7609-AF72ED0688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4" name="Freeform 96">
                  <a:extLst>
                    <a:ext uri="{FF2B5EF4-FFF2-40B4-BE49-F238E27FC236}">
                      <a16:creationId xmlns:a16="http://schemas.microsoft.com/office/drawing/2014/main" id="{AB857840-8B8C-0FEC-5195-8BDCB4C812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74353" cy="52205"/>
                </a:xfrm>
                <a:custGeom>
                  <a:avLst/>
                  <a:gdLst>
                    <a:gd name="T0" fmla="*/ 6 w 20"/>
                    <a:gd name="T1" fmla="*/ 14 h 14"/>
                    <a:gd name="T2" fmla="*/ 20 w 20"/>
                    <a:gd name="T3" fmla="*/ 14 h 14"/>
                    <a:gd name="T4" fmla="*/ 20 w 20"/>
                    <a:gd name="T5" fmla="*/ 0 h 14"/>
                    <a:gd name="T6" fmla="*/ 6 w 20"/>
                    <a:gd name="T7" fmla="*/ 0 h 14"/>
                    <a:gd name="T8" fmla="*/ 0 w 20"/>
                    <a:gd name="T9" fmla="*/ 7 h 14"/>
                    <a:gd name="T10" fmla="*/ 6 w 20"/>
                    <a:gd name="T1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14">
                      <a:moveTo>
                        <a:pt x="6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5" name="Freeform 159">
                  <a:extLst>
                    <a:ext uri="{FF2B5EF4-FFF2-40B4-BE49-F238E27FC236}">
                      <a16:creationId xmlns:a16="http://schemas.microsoft.com/office/drawing/2014/main" id="{B8E76291-32A4-A6D3-0E99-E467FBBAB00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673205" y="3487005"/>
                  <a:ext cx="25311" cy="183509"/>
                </a:xfrm>
                <a:custGeom>
                  <a:avLst/>
                  <a:gdLst>
                    <a:gd name="T0" fmla="*/ 16 w 16"/>
                    <a:gd name="T1" fmla="*/ 116 h 116"/>
                    <a:gd name="T2" fmla="*/ 0 w 16"/>
                    <a:gd name="T3" fmla="*/ 116 h 116"/>
                    <a:gd name="T4" fmla="*/ 0 w 16"/>
                    <a:gd name="T5" fmla="*/ 57 h 116"/>
                    <a:gd name="T6" fmla="*/ 16 w 16"/>
                    <a:gd name="T7" fmla="*/ 57 h 116"/>
                    <a:gd name="T8" fmla="*/ 16 w 16"/>
                    <a:gd name="T9" fmla="*/ 116 h 116"/>
                    <a:gd name="T10" fmla="*/ 16 w 16"/>
                    <a:gd name="T11" fmla="*/ 14 h 116"/>
                    <a:gd name="T12" fmla="*/ 0 w 16"/>
                    <a:gd name="T13" fmla="*/ 14 h 116"/>
                    <a:gd name="T14" fmla="*/ 0 w 16"/>
                    <a:gd name="T15" fmla="*/ 0 h 116"/>
                    <a:gd name="T16" fmla="*/ 16 w 16"/>
                    <a:gd name="T17" fmla="*/ 0 h 116"/>
                    <a:gd name="T18" fmla="*/ 16 w 16"/>
                    <a:gd name="T19" fmla="*/ 1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16">
                      <a:moveTo>
                        <a:pt x="16" y="116"/>
                      </a:moveTo>
                      <a:lnTo>
                        <a:pt x="0" y="116"/>
                      </a:lnTo>
                      <a:lnTo>
                        <a:pt x="0" y="57"/>
                      </a:lnTo>
                      <a:lnTo>
                        <a:pt x="16" y="57"/>
                      </a:lnTo>
                      <a:lnTo>
                        <a:pt x="16" y="116"/>
                      </a:lnTo>
                      <a:close/>
                      <a:moveTo>
                        <a:pt x="16" y="1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78" name="组合 977">
              <a:extLst>
                <a:ext uri="{FF2B5EF4-FFF2-40B4-BE49-F238E27FC236}">
                  <a16:creationId xmlns:a16="http://schemas.microsoft.com/office/drawing/2014/main" id="{8FBE88DC-D143-2DC7-F62A-B64737BA0C96}"/>
                </a:ext>
              </a:extLst>
            </p:cNvPr>
            <p:cNvGrpSpPr/>
            <p:nvPr/>
          </p:nvGrpSpPr>
          <p:grpSpPr>
            <a:xfrm>
              <a:off x="1378428" y="1500079"/>
              <a:ext cx="524356" cy="3983377"/>
              <a:chOff x="1378428" y="1500079"/>
              <a:chExt cx="524356" cy="3983377"/>
            </a:xfrm>
          </p:grpSpPr>
          <p:grpSp>
            <p:nvGrpSpPr>
              <p:cNvPr id="369" name="组合 368">
                <a:extLst>
                  <a:ext uri="{FF2B5EF4-FFF2-40B4-BE49-F238E27FC236}">
                    <a16:creationId xmlns:a16="http://schemas.microsoft.com/office/drawing/2014/main" id="{82B16722-7B8D-067A-9D20-E810E4B85F44}"/>
                  </a:ext>
                </a:extLst>
              </p:cNvPr>
              <p:cNvGrpSpPr/>
              <p:nvPr/>
            </p:nvGrpSpPr>
            <p:grpSpPr>
              <a:xfrm>
                <a:off x="1379150" y="3512317"/>
                <a:ext cx="523634" cy="1971139"/>
                <a:chOff x="1379150" y="3512317"/>
                <a:chExt cx="523634" cy="1971139"/>
              </a:xfrm>
            </p:grpSpPr>
            <p:sp>
              <p:nvSpPr>
                <p:cNvPr id="382" name="Freeform 97">
                  <a:extLst>
                    <a:ext uri="{FF2B5EF4-FFF2-40B4-BE49-F238E27FC236}">
                      <a16:creationId xmlns:a16="http://schemas.microsoft.com/office/drawing/2014/main" id="{9A6A3447-9BE7-DB3B-5464-E6CC7AB353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213567" cy="44296"/>
                </a:xfrm>
                <a:custGeom>
                  <a:avLst/>
                  <a:gdLst>
                    <a:gd name="T0" fmla="*/ 51 w 57"/>
                    <a:gd name="T1" fmla="*/ 0 h 12"/>
                    <a:gd name="T2" fmla="*/ 5 w 57"/>
                    <a:gd name="T3" fmla="*/ 0 h 12"/>
                    <a:gd name="T4" fmla="*/ 0 w 57"/>
                    <a:gd name="T5" fmla="*/ 6 h 12"/>
                    <a:gd name="T6" fmla="*/ 5 w 57"/>
                    <a:gd name="T7" fmla="*/ 12 h 12"/>
                    <a:gd name="T8" fmla="*/ 51 w 57"/>
                    <a:gd name="T9" fmla="*/ 12 h 12"/>
                    <a:gd name="T10" fmla="*/ 57 w 57"/>
                    <a:gd name="T11" fmla="*/ 6 h 12"/>
                    <a:gd name="T12" fmla="*/ 51 w 57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1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" name="Freeform 98">
                  <a:extLst>
                    <a:ext uri="{FF2B5EF4-FFF2-40B4-BE49-F238E27FC236}">
                      <a16:creationId xmlns:a16="http://schemas.microsoft.com/office/drawing/2014/main" id="{AD57BDB3-355F-B96C-079F-2C84E44DD0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213567" cy="41131"/>
                </a:xfrm>
                <a:custGeom>
                  <a:avLst/>
                  <a:gdLst>
                    <a:gd name="T0" fmla="*/ 5 w 57"/>
                    <a:gd name="T1" fmla="*/ 11 h 11"/>
                    <a:gd name="T2" fmla="*/ 51 w 57"/>
                    <a:gd name="T3" fmla="*/ 11 h 11"/>
                    <a:gd name="T4" fmla="*/ 57 w 57"/>
                    <a:gd name="T5" fmla="*/ 5 h 11"/>
                    <a:gd name="T6" fmla="*/ 51 w 57"/>
                    <a:gd name="T7" fmla="*/ 0 h 11"/>
                    <a:gd name="T8" fmla="*/ 5 w 57"/>
                    <a:gd name="T9" fmla="*/ 0 h 11"/>
                    <a:gd name="T10" fmla="*/ 0 w 57"/>
                    <a:gd name="T11" fmla="*/ 5 h 11"/>
                    <a:gd name="T12" fmla="*/ 5 w 57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1">
                      <a:moveTo>
                        <a:pt x="5" y="11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4" y="11"/>
                        <a:pt x="57" y="9"/>
                        <a:pt x="57" y="5"/>
                      </a:cubicBezTo>
                      <a:cubicBezTo>
                        <a:pt x="57" y="2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4" name="Freeform 99">
                  <a:extLst>
                    <a:ext uri="{FF2B5EF4-FFF2-40B4-BE49-F238E27FC236}">
                      <a16:creationId xmlns:a16="http://schemas.microsoft.com/office/drawing/2014/main" id="{9A17BEF9-DBB4-24CC-E35D-882B4063B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213567" cy="45878"/>
                </a:xfrm>
                <a:custGeom>
                  <a:avLst/>
                  <a:gdLst>
                    <a:gd name="T0" fmla="*/ 5 w 57"/>
                    <a:gd name="T1" fmla="*/ 12 h 12"/>
                    <a:gd name="T2" fmla="*/ 51 w 57"/>
                    <a:gd name="T3" fmla="*/ 12 h 12"/>
                    <a:gd name="T4" fmla="*/ 57 w 57"/>
                    <a:gd name="T5" fmla="*/ 6 h 12"/>
                    <a:gd name="T6" fmla="*/ 51 w 57"/>
                    <a:gd name="T7" fmla="*/ 0 h 12"/>
                    <a:gd name="T8" fmla="*/ 5 w 57"/>
                    <a:gd name="T9" fmla="*/ 0 h 12"/>
                    <a:gd name="T10" fmla="*/ 0 w 57"/>
                    <a:gd name="T11" fmla="*/ 6 h 12"/>
                    <a:gd name="T12" fmla="*/ 5 w 57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" y="12"/>
                      </a:move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5" name="Freeform 100">
                  <a:extLst>
                    <a:ext uri="{FF2B5EF4-FFF2-40B4-BE49-F238E27FC236}">
                      <a16:creationId xmlns:a16="http://schemas.microsoft.com/office/drawing/2014/main" id="{021D8D82-1571-F8B8-482B-89CE1CDDBF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112320" cy="37967"/>
                </a:xfrm>
                <a:custGeom>
                  <a:avLst/>
                  <a:gdLst>
                    <a:gd name="T0" fmla="*/ 5 w 30"/>
                    <a:gd name="T1" fmla="*/ 10 h 10"/>
                    <a:gd name="T2" fmla="*/ 25 w 30"/>
                    <a:gd name="T3" fmla="*/ 10 h 10"/>
                    <a:gd name="T4" fmla="*/ 30 w 30"/>
                    <a:gd name="T5" fmla="*/ 5 h 10"/>
                    <a:gd name="T6" fmla="*/ 25 w 30"/>
                    <a:gd name="T7" fmla="*/ 0 h 10"/>
                    <a:gd name="T8" fmla="*/ 5 w 30"/>
                    <a:gd name="T9" fmla="*/ 0 h 10"/>
                    <a:gd name="T10" fmla="*/ 0 w 30"/>
                    <a:gd name="T11" fmla="*/ 5 h 10"/>
                    <a:gd name="T12" fmla="*/ 5 w 3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0" h="10">
                      <a:moveTo>
                        <a:pt x="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8" y="10"/>
                        <a:pt x="30" y="8"/>
                        <a:pt x="30" y="5"/>
                      </a:cubicBezTo>
                      <a:cubicBezTo>
                        <a:pt x="30" y="2"/>
                        <a:pt x="28" y="0"/>
                        <a:pt x="2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6" name="Freeform 101">
                  <a:extLst>
                    <a:ext uri="{FF2B5EF4-FFF2-40B4-BE49-F238E27FC236}">
                      <a16:creationId xmlns:a16="http://schemas.microsoft.com/office/drawing/2014/main" id="{F7F021BE-C08A-B3D3-39C9-F300D4D262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9150" y="4815863"/>
                  <a:ext cx="523634" cy="667593"/>
                </a:xfrm>
                <a:custGeom>
                  <a:avLst/>
                  <a:gdLst>
                    <a:gd name="T0" fmla="*/ 71 w 140"/>
                    <a:gd name="T1" fmla="*/ 178 h 178"/>
                    <a:gd name="T2" fmla="*/ 140 w 140"/>
                    <a:gd name="T3" fmla="*/ 108 h 178"/>
                    <a:gd name="T4" fmla="*/ 125 w 140"/>
                    <a:gd name="T5" fmla="*/ 69 h 178"/>
                    <a:gd name="T6" fmla="*/ 106 w 140"/>
                    <a:gd name="T7" fmla="*/ 17 h 178"/>
                    <a:gd name="T8" fmla="*/ 91 w 140"/>
                    <a:gd name="T9" fmla="*/ 2 h 178"/>
                    <a:gd name="T10" fmla="*/ 71 w 140"/>
                    <a:gd name="T11" fmla="*/ 2 h 178"/>
                    <a:gd name="T12" fmla="*/ 44 w 140"/>
                    <a:gd name="T13" fmla="*/ 2 h 178"/>
                    <a:gd name="T14" fmla="*/ 26 w 140"/>
                    <a:gd name="T15" fmla="*/ 47 h 178"/>
                    <a:gd name="T16" fmla="*/ 0 w 140"/>
                    <a:gd name="T17" fmla="*/ 110 h 178"/>
                    <a:gd name="T18" fmla="*/ 71 w 140"/>
                    <a:gd name="T19" fmla="*/ 17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0" h="178">
                      <a:moveTo>
                        <a:pt x="71" y="178"/>
                      </a:moveTo>
                      <a:cubicBezTo>
                        <a:pt x="117" y="178"/>
                        <a:pt x="140" y="146"/>
                        <a:pt x="140" y="108"/>
                      </a:cubicBezTo>
                      <a:cubicBezTo>
                        <a:pt x="140" y="96"/>
                        <a:pt x="134" y="83"/>
                        <a:pt x="125" y="69"/>
                      </a:cubicBezTo>
                      <a:cubicBezTo>
                        <a:pt x="117" y="56"/>
                        <a:pt x="110" y="33"/>
                        <a:pt x="106" y="17"/>
                      </a:cubicBezTo>
                      <a:cubicBezTo>
                        <a:pt x="102" y="0"/>
                        <a:pt x="91" y="2"/>
                        <a:pt x="91" y="2"/>
                      </a:cubicBezTo>
                      <a:cubicBezTo>
                        <a:pt x="71" y="2"/>
                        <a:pt x="71" y="2"/>
                        <a:pt x="71" y="2"/>
                      </a:cubicBezTo>
                      <a:cubicBezTo>
                        <a:pt x="71" y="2"/>
                        <a:pt x="55" y="2"/>
                        <a:pt x="44" y="2"/>
                      </a:cubicBezTo>
                      <a:cubicBezTo>
                        <a:pt x="34" y="2"/>
                        <a:pt x="35" y="24"/>
                        <a:pt x="26" y="47"/>
                      </a:cubicBezTo>
                      <a:cubicBezTo>
                        <a:pt x="17" y="71"/>
                        <a:pt x="0" y="84"/>
                        <a:pt x="0" y="110"/>
                      </a:cubicBezTo>
                      <a:cubicBezTo>
                        <a:pt x="0" y="136"/>
                        <a:pt x="25" y="178"/>
                        <a:pt x="71" y="178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7" name="Freeform 102">
                  <a:extLst>
                    <a:ext uri="{FF2B5EF4-FFF2-40B4-BE49-F238E27FC236}">
                      <a16:creationId xmlns:a16="http://schemas.microsoft.com/office/drawing/2014/main" id="{F2A1E9F6-D774-F8A0-E6EA-4C367F72C5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4921" y="4815863"/>
                  <a:ext cx="257862" cy="667593"/>
                </a:xfrm>
                <a:custGeom>
                  <a:avLst/>
                  <a:gdLst>
                    <a:gd name="T0" fmla="*/ 69 w 69"/>
                    <a:gd name="T1" fmla="*/ 108 h 178"/>
                    <a:gd name="T2" fmla="*/ 54 w 69"/>
                    <a:gd name="T3" fmla="*/ 69 h 178"/>
                    <a:gd name="T4" fmla="*/ 35 w 69"/>
                    <a:gd name="T5" fmla="*/ 17 h 178"/>
                    <a:gd name="T6" fmla="*/ 20 w 69"/>
                    <a:gd name="T7" fmla="*/ 2 h 178"/>
                    <a:gd name="T8" fmla="*/ 0 w 69"/>
                    <a:gd name="T9" fmla="*/ 2 h 178"/>
                    <a:gd name="T10" fmla="*/ 0 w 69"/>
                    <a:gd name="T11" fmla="*/ 178 h 178"/>
                    <a:gd name="T12" fmla="*/ 69 w 69"/>
                    <a:gd name="T13" fmla="*/ 10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78">
                      <a:moveTo>
                        <a:pt x="69" y="108"/>
                      </a:moveTo>
                      <a:cubicBezTo>
                        <a:pt x="69" y="96"/>
                        <a:pt x="63" y="83"/>
                        <a:pt x="54" y="69"/>
                      </a:cubicBezTo>
                      <a:cubicBezTo>
                        <a:pt x="46" y="56"/>
                        <a:pt x="39" y="33"/>
                        <a:pt x="35" y="17"/>
                      </a:cubicBezTo>
                      <a:cubicBezTo>
                        <a:pt x="31" y="0"/>
                        <a:pt x="20" y="2"/>
                        <a:pt x="2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46" y="178"/>
                        <a:pt x="69" y="146"/>
                        <a:pt x="69" y="1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8" name="Freeform 103">
                  <a:extLst>
                    <a:ext uri="{FF2B5EF4-FFF2-40B4-BE49-F238E27FC236}">
                      <a16:creationId xmlns:a16="http://schemas.microsoft.com/office/drawing/2014/main" id="{A15DF753-A3B7-2943-BEC2-29E764A06A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109157" cy="44296"/>
                </a:xfrm>
                <a:custGeom>
                  <a:avLst/>
                  <a:gdLst>
                    <a:gd name="T0" fmla="*/ 0 w 29"/>
                    <a:gd name="T1" fmla="*/ 6 h 12"/>
                    <a:gd name="T2" fmla="*/ 5 w 29"/>
                    <a:gd name="T3" fmla="*/ 12 h 12"/>
                    <a:gd name="T4" fmla="*/ 29 w 29"/>
                    <a:gd name="T5" fmla="*/ 12 h 12"/>
                    <a:gd name="T6" fmla="*/ 29 w 29"/>
                    <a:gd name="T7" fmla="*/ 0 h 12"/>
                    <a:gd name="T8" fmla="*/ 5 w 29"/>
                    <a:gd name="T9" fmla="*/ 0 h 12"/>
                    <a:gd name="T10" fmla="*/ 0 w 29"/>
                    <a:gd name="T11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0" y="6"/>
                      </a:move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9" name="Freeform 104">
                  <a:extLst>
                    <a:ext uri="{FF2B5EF4-FFF2-40B4-BE49-F238E27FC236}">
                      <a16:creationId xmlns:a16="http://schemas.microsoft.com/office/drawing/2014/main" id="{98EEF0F5-9308-2CEF-82B5-A67BEBEB93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109157" cy="41131"/>
                </a:xfrm>
                <a:custGeom>
                  <a:avLst/>
                  <a:gdLst>
                    <a:gd name="T0" fmla="*/ 5 w 29"/>
                    <a:gd name="T1" fmla="*/ 11 h 11"/>
                    <a:gd name="T2" fmla="*/ 29 w 29"/>
                    <a:gd name="T3" fmla="*/ 11 h 11"/>
                    <a:gd name="T4" fmla="*/ 29 w 29"/>
                    <a:gd name="T5" fmla="*/ 0 h 11"/>
                    <a:gd name="T6" fmla="*/ 5 w 29"/>
                    <a:gd name="T7" fmla="*/ 0 h 11"/>
                    <a:gd name="T8" fmla="*/ 0 w 29"/>
                    <a:gd name="T9" fmla="*/ 5 h 11"/>
                    <a:gd name="T10" fmla="*/ 5 w 29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1">
                      <a:moveTo>
                        <a:pt x="5" y="11"/>
                      </a:move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0" name="Freeform 105">
                  <a:extLst>
                    <a:ext uri="{FF2B5EF4-FFF2-40B4-BE49-F238E27FC236}">
                      <a16:creationId xmlns:a16="http://schemas.microsoft.com/office/drawing/2014/main" id="{25E29A33-312D-B63F-1F75-FDD49BB594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109157" cy="45878"/>
                </a:xfrm>
                <a:custGeom>
                  <a:avLst/>
                  <a:gdLst>
                    <a:gd name="T0" fmla="*/ 5 w 29"/>
                    <a:gd name="T1" fmla="*/ 12 h 12"/>
                    <a:gd name="T2" fmla="*/ 29 w 29"/>
                    <a:gd name="T3" fmla="*/ 12 h 12"/>
                    <a:gd name="T4" fmla="*/ 29 w 29"/>
                    <a:gd name="T5" fmla="*/ 0 h 12"/>
                    <a:gd name="T6" fmla="*/ 5 w 29"/>
                    <a:gd name="T7" fmla="*/ 0 h 12"/>
                    <a:gd name="T8" fmla="*/ 0 w 29"/>
                    <a:gd name="T9" fmla="*/ 6 h 12"/>
                    <a:gd name="T10" fmla="*/ 5 w 29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5" y="12"/>
                      </a:move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1" name="Freeform 106">
                  <a:extLst>
                    <a:ext uri="{FF2B5EF4-FFF2-40B4-BE49-F238E27FC236}">
                      <a16:creationId xmlns:a16="http://schemas.microsoft.com/office/drawing/2014/main" id="{F7D91879-21D1-6F2C-8D15-1734E4D742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60115" cy="37967"/>
                </a:xfrm>
                <a:custGeom>
                  <a:avLst/>
                  <a:gdLst>
                    <a:gd name="T0" fmla="*/ 5 w 16"/>
                    <a:gd name="T1" fmla="*/ 10 h 10"/>
                    <a:gd name="T2" fmla="*/ 16 w 16"/>
                    <a:gd name="T3" fmla="*/ 10 h 10"/>
                    <a:gd name="T4" fmla="*/ 16 w 16"/>
                    <a:gd name="T5" fmla="*/ 0 h 10"/>
                    <a:gd name="T6" fmla="*/ 5 w 16"/>
                    <a:gd name="T7" fmla="*/ 0 h 10"/>
                    <a:gd name="T8" fmla="*/ 0 w 16"/>
                    <a:gd name="T9" fmla="*/ 5 h 10"/>
                    <a:gd name="T10" fmla="*/ 5 w 16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10">
                      <a:moveTo>
                        <a:pt x="5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2" name="Freeform 160">
                  <a:extLst>
                    <a:ext uri="{FF2B5EF4-FFF2-40B4-BE49-F238E27FC236}">
                      <a16:creationId xmlns:a16="http://schemas.microsoft.com/office/drawing/2014/main" id="{15CAEE4B-8541-5EF5-87B0-E90FA607FE6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29102" y="3512317"/>
                  <a:ext cx="26894" cy="1048849"/>
                </a:xfrm>
                <a:custGeom>
                  <a:avLst/>
                  <a:gdLst>
                    <a:gd name="T0" fmla="*/ 17 w 17"/>
                    <a:gd name="T1" fmla="*/ 663 h 663"/>
                    <a:gd name="T2" fmla="*/ 0 w 17"/>
                    <a:gd name="T3" fmla="*/ 663 h 663"/>
                    <a:gd name="T4" fmla="*/ 0 w 17"/>
                    <a:gd name="T5" fmla="*/ 604 h 663"/>
                    <a:gd name="T6" fmla="*/ 17 w 17"/>
                    <a:gd name="T7" fmla="*/ 604 h 663"/>
                    <a:gd name="T8" fmla="*/ 17 w 17"/>
                    <a:gd name="T9" fmla="*/ 663 h 663"/>
                    <a:gd name="T10" fmla="*/ 17 w 17"/>
                    <a:gd name="T11" fmla="*/ 561 h 663"/>
                    <a:gd name="T12" fmla="*/ 0 w 17"/>
                    <a:gd name="T13" fmla="*/ 561 h 663"/>
                    <a:gd name="T14" fmla="*/ 0 w 17"/>
                    <a:gd name="T15" fmla="*/ 502 h 663"/>
                    <a:gd name="T16" fmla="*/ 17 w 17"/>
                    <a:gd name="T17" fmla="*/ 502 h 663"/>
                    <a:gd name="T18" fmla="*/ 17 w 17"/>
                    <a:gd name="T19" fmla="*/ 561 h 663"/>
                    <a:gd name="T20" fmla="*/ 17 w 17"/>
                    <a:gd name="T21" fmla="*/ 462 h 663"/>
                    <a:gd name="T22" fmla="*/ 0 w 17"/>
                    <a:gd name="T23" fmla="*/ 462 h 663"/>
                    <a:gd name="T24" fmla="*/ 0 w 17"/>
                    <a:gd name="T25" fmla="*/ 403 h 663"/>
                    <a:gd name="T26" fmla="*/ 17 w 17"/>
                    <a:gd name="T27" fmla="*/ 403 h 663"/>
                    <a:gd name="T28" fmla="*/ 17 w 17"/>
                    <a:gd name="T29" fmla="*/ 462 h 663"/>
                    <a:gd name="T30" fmla="*/ 17 w 17"/>
                    <a:gd name="T31" fmla="*/ 360 h 663"/>
                    <a:gd name="T32" fmla="*/ 0 w 17"/>
                    <a:gd name="T33" fmla="*/ 360 h 663"/>
                    <a:gd name="T34" fmla="*/ 0 w 17"/>
                    <a:gd name="T35" fmla="*/ 301 h 663"/>
                    <a:gd name="T36" fmla="*/ 17 w 17"/>
                    <a:gd name="T37" fmla="*/ 301 h 663"/>
                    <a:gd name="T38" fmla="*/ 17 w 17"/>
                    <a:gd name="T39" fmla="*/ 360 h 663"/>
                    <a:gd name="T40" fmla="*/ 17 w 17"/>
                    <a:gd name="T41" fmla="*/ 261 h 663"/>
                    <a:gd name="T42" fmla="*/ 0 w 17"/>
                    <a:gd name="T43" fmla="*/ 261 h 663"/>
                    <a:gd name="T44" fmla="*/ 0 w 17"/>
                    <a:gd name="T45" fmla="*/ 202 h 663"/>
                    <a:gd name="T46" fmla="*/ 17 w 17"/>
                    <a:gd name="T47" fmla="*/ 202 h 663"/>
                    <a:gd name="T48" fmla="*/ 17 w 17"/>
                    <a:gd name="T49" fmla="*/ 261 h 663"/>
                    <a:gd name="T50" fmla="*/ 17 w 17"/>
                    <a:gd name="T51" fmla="*/ 159 h 663"/>
                    <a:gd name="T52" fmla="*/ 0 w 17"/>
                    <a:gd name="T53" fmla="*/ 159 h 663"/>
                    <a:gd name="T54" fmla="*/ 0 w 17"/>
                    <a:gd name="T55" fmla="*/ 100 h 663"/>
                    <a:gd name="T56" fmla="*/ 17 w 17"/>
                    <a:gd name="T57" fmla="*/ 100 h 663"/>
                    <a:gd name="T58" fmla="*/ 17 w 17"/>
                    <a:gd name="T59" fmla="*/ 159 h 663"/>
                    <a:gd name="T60" fmla="*/ 17 w 17"/>
                    <a:gd name="T61" fmla="*/ 59 h 663"/>
                    <a:gd name="T62" fmla="*/ 0 w 17"/>
                    <a:gd name="T63" fmla="*/ 59 h 663"/>
                    <a:gd name="T64" fmla="*/ 0 w 17"/>
                    <a:gd name="T65" fmla="*/ 0 h 663"/>
                    <a:gd name="T66" fmla="*/ 17 w 17"/>
                    <a:gd name="T67" fmla="*/ 0 h 663"/>
                    <a:gd name="T68" fmla="*/ 17 w 17"/>
                    <a:gd name="T69" fmla="*/ 59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663"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1"/>
                      </a:moveTo>
                      <a:lnTo>
                        <a:pt x="0" y="561"/>
                      </a:lnTo>
                      <a:lnTo>
                        <a:pt x="0" y="502"/>
                      </a:lnTo>
                      <a:lnTo>
                        <a:pt x="17" y="502"/>
                      </a:lnTo>
                      <a:lnTo>
                        <a:pt x="17" y="561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0"/>
                      </a:moveTo>
                      <a:lnTo>
                        <a:pt x="0" y="360"/>
                      </a:lnTo>
                      <a:lnTo>
                        <a:pt x="0" y="301"/>
                      </a:lnTo>
                      <a:lnTo>
                        <a:pt x="17" y="301"/>
                      </a:lnTo>
                      <a:lnTo>
                        <a:pt x="17" y="360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59"/>
                      </a:moveTo>
                      <a:lnTo>
                        <a:pt x="0" y="159"/>
                      </a:lnTo>
                      <a:lnTo>
                        <a:pt x="0" y="100"/>
                      </a:lnTo>
                      <a:lnTo>
                        <a:pt x="17" y="100"/>
                      </a:lnTo>
                      <a:lnTo>
                        <a:pt x="17" y="159"/>
                      </a:lnTo>
                      <a:close/>
                      <a:moveTo>
                        <a:pt x="17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59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70" name="组合 369">
                <a:extLst>
                  <a:ext uri="{FF2B5EF4-FFF2-40B4-BE49-F238E27FC236}">
                    <a16:creationId xmlns:a16="http://schemas.microsoft.com/office/drawing/2014/main" id="{2D1FF418-09E2-002A-F9FD-F71A92B89476}"/>
                  </a:ext>
                </a:extLst>
              </p:cNvPr>
              <p:cNvGrpSpPr/>
              <p:nvPr/>
            </p:nvGrpSpPr>
            <p:grpSpPr>
              <a:xfrm flipV="1">
                <a:off x="1378428" y="1500079"/>
                <a:ext cx="523634" cy="1971139"/>
                <a:chOff x="1379150" y="3512317"/>
                <a:chExt cx="523634" cy="1971139"/>
              </a:xfrm>
              <a:noFill/>
            </p:grpSpPr>
            <p:sp>
              <p:nvSpPr>
                <p:cNvPr id="371" name="Freeform 97">
                  <a:extLst>
                    <a:ext uri="{FF2B5EF4-FFF2-40B4-BE49-F238E27FC236}">
                      <a16:creationId xmlns:a16="http://schemas.microsoft.com/office/drawing/2014/main" id="{6E28BC17-A134-4785-E84D-5DDB2BA610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213567" cy="44296"/>
                </a:xfrm>
                <a:custGeom>
                  <a:avLst/>
                  <a:gdLst>
                    <a:gd name="T0" fmla="*/ 51 w 57"/>
                    <a:gd name="T1" fmla="*/ 0 h 12"/>
                    <a:gd name="T2" fmla="*/ 5 w 57"/>
                    <a:gd name="T3" fmla="*/ 0 h 12"/>
                    <a:gd name="T4" fmla="*/ 0 w 57"/>
                    <a:gd name="T5" fmla="*/ 6 h 12"/>
                    <a:gd name="T6" fmla="*/ 5 w 57"/>
                    <a:gd name="T7" fmla="*/ 12 h 12"/>
                    <a:gd name="T8" fmla="*/ 51 w 57"/>
                    <a:gd name="T9" fmla="*/ 12 h 12"/>
                    <a:gd name="T10" fmla="*/ 57 w 57"/>
                    <a:gd name="T11" fmla="*/ 6 h 12"/>
                    <a:gd name="T12" fmla="*/ 51 w 57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1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" name="Freeform 98">
                  <a:extLst>
                    <a:ext uri="{FF2B5EF4-FFF2-40B4-BE49-F238E27FC236}">
                      <a16:creationId xmlns:a16="http://schemas.microsoft.com/office/drawing/2014/main" id="{3B50584F-DE49-70B0-6A90-979663152A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213567" cy="41131"/>
                </a:xfrm>
                <a:custGeom>
                  <a:avLst/>
                  <a:gdLst>
                    <a:gd name="T0" fmla="*/ 5 w 57"/>
                    <a:gd name="T1" fmla="*/ 11 h 11"/>
                    <a:gd name="T2" fmla="*/ 51 w 57"/>
                    <a:gd name="T3" fmla="*/ 11 h 11"/>
                    <a:gd name="T4" fmla="*/ 57 w 57"/>
                    <a:gd name="T5" fmla="*/ 5 h 11"/>
                    <a:gd name="T6" fmla="*/ 51 w 57"/>
                    <a:gd name="T7" fmla="*/ 0 h 11"/>
                    <a:gd name="T8" fmla="*/ 5 w 57"/>
                    <a:gd name="T9" fmla="*/ 0 h 11"/>
                    <a:gd name="T10" fmla="*/ 0 w 57"/>
                    <a:gd name="T11" fmla="*/ 5 h 11"/>
                    <a:gd name="T12" fmla="*/ 5 w 57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1">
                      <a:moveTo>
                        <a:pt x="5" y="11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4" y="11"/>
                        <a:pt x="57" y="9"/>
                        <a:pt x="57" y="5"/>
                      </a:cubicBezTo>
                      <a:cubicBezTo>
                        <a:pt x="57" y="2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3" name="Freeform 99">
                  <a:extLst>
                    <a:ext uri="{FF2B5EF4-FFF2-40B4-BE49-F238E27FC236}">
                      <a16:creationId xmlns:a16="http://schemas.microsoft.com/office/drawing/2014/main" id="{F4E1246C-8A6D-1687-8ECD-E708D8CAD0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213567" cy="45878"/>
                </a:xfrm>
                <a:custGeom>
                  <a:avLst/>
                  <a:gdLst>
                    <a:gd name="T0" fmla="*/ 5 w 57"/>
                    <a:gd name="T1" fmla="*/ 12 h 12"/>
                    <a:gd name="T2" fmla="*/ 51 w 57"/>
                    <a:gd name="T3" fmla="*/ 12 h 12"/>
                    <a:gd name="T4" fmla="*/ 57 w 57"/>
                    <a:gd name="T5" fmla="*/ 6 h 12"/>
                    <a:gd name="T6" fmla="*/ 51 w 57"/>
                    <a:gd name="T7" fmla="*/ 0 h 12"/>
                    <a:gd name="T8" fmla="*/ 5 w 57"/>
                    <a:gd name="T9" fmla="*/ 0 h 12"/>
                    <a:gd name="T10" fmla="*/ 0 w 57"/>
                    <a:gd name="T11" fmla="*/ 6 h 12"/>
                    <a:gd name="T12" fmla="*/ 5 w 57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" y="12"/>
                      </a:move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4" name="Freeform 100">
                  <a:extLst>
                    <a:ext uri="{FF2B5EF4-FFF2-40B4-BE49-F238E27FC236}">
                      <a16:creationId xmlns:a16="http://schemas.microsoft.com/office/drawing/2014/main" id="{AF624A05-68CC-BE7B-63DD-F41A5DB9B8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112320" cy="37967"/>
                </a:xfrm>
                <a:custGeom>
                  <a:avLst/>
                  <a:gdLst>
                    <a:gd name="T0" fmla="*/ 5 w 30"/>
                    <a:gd name="T1" fmla="*/ 10 h 10"/>
                    <a:gd name="T2" fmla="*/ 25 w 30"/>
                    <a:gd name="T3" fmla="*/ 10 h 10"/>
                    <a:gd name="T4" fmla="*/ 30 w 30"/>
                    <a:gd name="T5" fmla="*/ 5 h 10"/>
                    <a:gd name="T6" fmla="*/ 25 w 30"/>
                    <a:gd name="T7" fmla="*/ 0 h 10"/>
                    <a:gd name="T8" fmla="*/ 5 w 30"/>
                    <a:gd name="T9" fmla="*/ 0 h 10"/>
                    <a:gd name="T10" fmla="*/ 0 w 30"/>
                    <a:gd name="T11" fmla="*/ 5 h 10"/>
                    <a:gd name="T12" fmla="*/ 5 w 3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0" h="10">
                      <a:moveTo>
                        <a:pt x="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8" y="10"/>
                        <a:pt x="30" y="8"/>
                        <a:pt x="30" y="5"/>
                      </a:cubicBezTo>
                      <a:cubicBezTo>
                        <a:pt x="30" y="2"/>
                        <a:pt x="28" y="0"/>
                        <a:pt x="2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5" name="Freeform 101">
                  <a:extLst>
                    <a:ext uri="{FF2B5EF4-FFF2-40B4-BE49-F238E27FC236}">
                      <a16:creationId xmlns:a16="http://schemas.microsoft.com/office/drawing/2014/main" id="{05D9CF2F-1CC6-F955-0953-E098E357E3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9150" y="4815863"/>
                  <a:ext cx="523634" cy="667593"/>
                </a:xfrm>
                <a:custGeom>
                  <a:avLst/>
                  <a:gdLst>
                    <a:gd name="T0" fmla="*/ 71 w 140"/>
                    <a:gd name="T1" fmla="*/ 178 h 178"/>
                    <a:gd name="T2" fmla="*/ 140 w 140"/>
                    <a:gd name="T3" fmla="*/ 108 h 178"/>
                    <a:gd name="T4" fmla="*/ 125 w 140"/>
                    <a:gd name="T5" fmla="*/ 69 h 178"/>
                    <a:gd name="T6" fmla="*/ 106 w 140"/>
                    <a:gd name="T7" fmla="*/ 17 h 178"/>
                    <a:gd name="T8" fmla="*/ 91 w 140"/>
                    <a:gd name="T9" fmla="*/ 2 h 178"/>
                    <a:gd name="T10" fmla="*/ 71 w 140"/>
                    <a:gd name="T11" fmla="*/ 2 h 178"/>
                    <a:gd name="T12" fmla="*/ 44 w 140"/>
                    <a:gd name="T13" fmla="*/ 2 h 178"/>
                    <a:gd name="T14" fmla="*/ 26 w 140"/>
                    <a:gd name="T15" fmla="*/ 47 h 178"/>
                    <a:gd name="T16" fmla="*/ 0 w 140"/>
                    <a:gd name="T17" fmla="*/ 110 h 178"/>
                    <a:gd name="T18" fmla="*/ 71 w 140"/>
                    <a:gd name="T19" fmla="*/ 17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0" h="178">
                      <a:moveTo>
                        <a:pt x="71" y="178"/>
                      </a:moveTo>
                      <a:cubicBezTo>
                        <a:pt x="117" y="178"/>
                        <a:pt x="140" y="146"/>
                        <a:pt x="140" y="108"/>
                      </a:cubicBezTo>
                      <a:cubicBezTo>
                        <a:pt x="140" y="96"/>
                        <a:pt x="134" y="83"/>
                        <a:pt x="125" y="69"/>
                      </a:cubicBezTo>
                      <a:cubicBezTo>
                        <a:pt x="117" y="56"/>
                        <a:pt x="110" y="33"/>
                        <a:pt x="106" y="17"/>
                      </a:cubicBezTo>
                      <a:cubicBezTo>
                        <a:pt x="102" y="0"/>
                        <a:pt x="91" y="2"/>
                        <a:pt x="91" y="2"/>
                      </a:cubicBezTo>
                      <a:cubicBezTo>
                        <a:pt x="71" y="2"/>
                        <a:pt x="71" y="2"/>
                        <a:pt x="71" y="2"/>
                      </a:cubicBezTo>
                      <a:cubicBezTo>
                        <a:pt x="71" y="2"/>
                        <a:pt x="55" y="2"/>
                        <a:pt x="44" y="2"/>
                      </a:cubicBezTo>
                      <a:cubicBezTo>
                        <a:pt x="34" y="2"/>
                        <a:pt x="35" y="24"/>
                        <a:pt x="26" y="47"/>
                      </a:cubicBezTo>
                      <a:cubicBezTo>
                        <a:pt x="17" y="71"/>
                        <a:pt x="0" y="84"/>
                        <a:pt x="0" y="110"/>
                      </a:cubicBezTo>
                      <a:cubicBezTo>
                        <a:pt x="0" y="136"/>
                        <a:pt x="25" y="178"/>
                        <a:pt x="71" y="17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6" name="Freeform 102">
                  <a:extLst>
                    <a:ext uri="{FF2B5EF4-FFF2-40B4-BE49-F238E27FC236}">
                      <a16:creationId xmlns:a16="http://schemas.microsoft.com/office/drawing/2014/main" id="{07673378-1EC5-8667-971A-5780C80B8E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4921" y="4815863"/>
                  <a:ext cx="257862" cy="667593"/>
                </a:xfrm>
                <a:custGeom>
                  <a:avLst/>
                  <a:gdLst>
                    <a:gd name="T0" fmla="*/ 69 w 69"/>
                    <a:gd name="T1" fmla="*/ 108 h 178"/>
                    <a:gd name="T2" fmla="*/ 54 w 69"/>
                    <a:gd name="T3" fmla="*/ 69 h 178"/>
                    <a:gd name="T4" fmla="*/ 35 w 69"/>
                    <a:gd name="T5" fmla="*/ 17 h 178"/>
                    <a:gd name="T6" fmla="*/ 20 w 69"/>
                    <a:gd name="T7" fmla="*/ 2 h 178"/>
                    <a:gd name="T8" fmla="*/ 0 w 69"/>
                    <a:gd name="T9" fmla="*/ 2 h 178"/>
                    <a:gd name="T10" fmla="*/ 0 w 69"/>
                    <a:gd name="T11" fmla="*/ 178 h 178"/>
                    <a:gd name="T12" fmla="*/ 69 w 69"/>
                    <a:gd name="T13" fmla="*/ 10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78">
                      <a:moveTo>
                        <a:pt x="69" y="108"/>
                      </a:moveTo>
                      <a:cubicBezTo>
                        <a:pt x="69" y="96"/>
                        <a:pt x="63" y="83"/>
                        <a:pt x="54" y="69"/>
                      </a:cubicBezTo>
                      <a:cubicBezTo>
                        <a:pt x="46" y="56"/>
                        <a:pt x="39" y="33"/>
                        <a:pt x="35" y="17"/>
                      </a:cubicBezTo>
                      <a:cubicBezTo>
                        <a:pt x="31" y="0"/>
                        <a:pt x="20" y="2"/>
                        <a:pt x="2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46" y="178"/>
                        <a:pt x="69" y="146"/>
                        <a:pt x="69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7" name="Freeform 103">
                  <a:extLst>
                    <a:ext uri="{FF2B5EF4-FFF2-40B4-BE49-F238E27FC236}">
                      <a16:creationId xmlns:a16="http://schemas.microsoft.com/office/drawing/2014/main" id="{20075FD2-6299-76B0-14BD-FD1B942EEA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109157" cy="44296"/>
                </a:xfrm>
                <a:custGeom>
                  <a:avLst/>
                  <a:gdLst>
                    <a:gd name="T0" fmla="*/ 0 w 29"/>
                    <a:gd name="T1" fmla="*/ 6 h 12"/>
                    <a:gd name="T2" fmla="*/ 5 w 29"/>
                    <a:gd name="T3" fmla="*/ 12 h 12"/>
                    <a:gd name="T4" fmla="*/ 29 w 29"/>
                    <a:gd name="T5" fmla="*/ 12 h 12"/>
                    <a:gd name="T6" fmla="*/ 29 w 29"/>
                    <a:gd name="T7" fmla="*/ 0 h 12"/>
                    <a:gd name="T8" fmla="*/ 5 w 29"/>
                    <a:gd name="T9" fmla="*/ 0 h 12"/>
                    <a:gd name="T10" fmla="*/ 0 w 29"/>
                    <a:gd name="T11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0" y="6"/>
                      </a:move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8" name="Freeform 104">
                  <a:extLst>
                    <a:ext uri="{FF2B5EF4-FFF2-40B4-BE49-F238E27FC236}">
                      <a16:creationId xmlns:a16="http://schemas.microsoft.com/office/drawing/2014/main" id="{97C64666-81F7-04C7-E8D7-CAD0BF587D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109157" cy="41131"/>
                </a:xfrm>
                <a:custGeom>
                  <a:avLst/>
                  <a:gdLst>
                    <a:gd name="T0" fmla="*/ 5 w 29"/>
                    <a:gd name="T1" fmla="*/ 11 h 11"/>
                    <a:gd name="T2" fmla="*/ 29 w 29"/>
                    <a:gd name="T3" fmla="*/ 11 h 11"/>
                    <a:gd name="T4" fmla="*/ 29 w 29"/>
                    <a:gd name="T5" fmla="*/ 0 h 11"/>
                    <a:gd name="T6" fmla="*/ 5 w 29"/>
                    <a:gd name="T7" fmla="*/ 0 h 11"/>
                    <a:gd name="T8" fmla="*/ 0 w 29"/>
                    <a:gd name="T9" fmla="*/ 5 h 11"/>
                    <a:gd name="T10" fmla="*/ 5 w 29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1">
                      <a:moveTo>
                        <a:pt x="5" y="11"/>
                      </a:move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9" name="Freeform 105">
                  <a:extLst>
                    <a:ext uri="{FF2B5EF4-FFF2-40B4-BE49-F238E27FC236}">
                      <a16:creationId xmlns:a16="http://schemas.microsoft.com/office/drawing/2014/main" id="{DB935593-9E4E-A0F8-72F6-4200E5BE8F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109157" cy="45878"/>
                </a:xfrm>
                <a:custGeom>
                  <a:avLst/>
                  <a:gdLst>
                    <a:gd name="T0" fmla="*/ 5 w 29"/>
                    <a:gd name="T1" fmla="*/ 12 h 12"/>
                    <a:gd name="T2" fmla="*/ 29 w 29"/>
                    <a:gd name="T3" fmla="*/ 12 h 12"/>
                    <a:gd name="T4" fmla="*/ 29 w 29"/>
                    <a:gd name="T5" fmla="*/ 0 h 12"/>
                    <a:gd name="T6" fmla="*/ 5 w 29"/>
                    <a:gd name="T7" fmla="*/ 0 h 12"/>
                    <a:gd name="T8" fmla="*/ 0 w 29"/>
                    <a:gd name="T9" fmla="*/ 6 h 12"/>
                    <a:gd name="T10" fmla="*/ 5 w 29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5" y="12"/>
                      </a:move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0" name="Freeform 106">
                  <a:extLst>
                    <a:ext uri="{FF2B5EF4-FFF2-40B4-BE49-F238E27FC236}">
                      <a16:creationId xmlns:a16="http://schemas.microsoft.com/office/drawing/2014/main" id="{05C9FA71-D0DD-976B-B0EF-9A98A916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60115" cy="37967"/>
                </a:xfrm>
                <a:custGeom>
                  <a:avLst/>
                  <a:gdLst>
                    <a:gd name="T0" fmla="*/ 5 w 16"/>
                    <a:gd name="T1" fmla="*/ 10 h 10"/>
                    <a:gd name="T2" fmla="*/ 16 w 16"/>
                    <a:gd name="T3" fmla="*/ 10 h 10"/>
                    <a:gd name="T4" fmla="*/ 16 w 16"/>
                    <a:gd name="T5" fmla="*/ 0 h 10"/>
                    <a:gd name="T6" fmla="*/ 5 w 16"/>
                    <a:gd name="T7" fmla="*/ 0 h 10"/>
                    <a:gd name="T8" fmla="*/ 0 w 16"/>
                    <a:gd name="T9" fmla="*/ 5 h 10"/>
                    <a:gd name="T10" fmla="*/ 5 w 16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10">
                      <a:moveTo>
                        <a:pt x="5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1" name="Freeform 160">
                  <a:extLst>
                    <a:ext uri="{FF2B5EF4-FFF2-40B4-BE49-F238E27FC236}">
                      <a16:creationId xmlns:a16="http://schemas.microsoft.com/office/drawing/2014/main" id="{B52B9617-D252-B6C5-5242-BD484AFE43C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29102" y="3512317"/>
                  <a:ext cx="26894" cy="1048849"/>
                </a:xfrm>
                <a:custGeom>
                  <a:avLst/>
                  <a:gdLst>
                    <a:gd name="T0" fmla="*/ 17 w 17"/>
                    <a:gd name="T1" fmla="*/ 663 h 663"/>
                    <a:gd name="T2" fmla="*/ 0 w 17"/>
                    <a:gd name="T3" fmla="*/ 663 h 663"/>
                    <a:gd name="T4" fmla="*/ 0 w 17"/>
                    <a:gd name="T5" fmla="*/ 604 h 663"/>
                    <a:gd name="T6" fmla="*/ 17 w 17"/>
                    <a:gd name="T7" fmla="*/ 604 h 663"/>
                    <a:gd name="T8" fmla="*/ 17 w 17"/>
                    <a:gd name="T9" fmla="*/ 663 h 663"/>
                    <a:gd name="T10" fmla="*/ 17 w 17"/>
                    <a:gd name="T11" fmla="*/ 561 h 663"/>
                    <a:gd name="T12" fmla="*/ 0 w 17"/>
                    <a:gd name="T13" fmla="*/ 561 h 663"/>
                    <a:gd name="T14" fmla="*/ 0 w 17"/>
                    <a:gd name="T15" fmla="*/ 502 h 663"/>
                    <a:gd name="T16" fmla="*/ 17 w 17"/>
                    <a:gd name="T17" fmla="*/ 502 h 663"/>
                    <a:gd name="T18" fmla="*/ 17 w 17"/>
                    <a:gd name="T19" fmla="*/ 561 h 663"/>
                    <a:gd name="T20" fmla="*/ 17 w 17"/>
                    <a:gd name="T21" fmla="*/ 462 h 663"/>
                    <a:gd name="T22" fmla="*/ 0 w 17"/>
                    <a:gd name="T23" fmla="*/ 462 h 663"/>
                    <a:gd name="T24" fmla="*/ 0 w 17"/>
                    <a:gd name="T25" fmla="*/ 403 h 663"/>
                    <a:gd name="T26" fmla="*/ 17 w 17"/>
                    <a:gd name="T27" fmla="*/ 403 h 663"/>
                    <a:gd name="T28" fmla="*/ 17 w 17"/>
                    <a:gd name="T29" fmla="*/ 462 h 663"/>
                    <a:gd name="T30" fmla="*/ 17 w 17"/>
                    <a:gd name="T31" fmla="*/ 360 h 663"/>
                    <a:gd name="T32" fmla="*/ 0 w 17"/>
                    <a:gd name="T33" fmla="*/ 360 h 663"/>
                    <a:gd name="T34" fmla="*/ 0 w 17"/>
                    <a:gd name="T35" fmla="*/ 301 h 663"/>
                    <a:gd name="T36" fmla="*/ 17 w 17"/>
                    <a:gd name="T37" fmla="*/ 301 h 663"/>
                    <a:gd name="T38" fmla="*/ 17 w 17"/>
                    <a:gd name="T39" fmla="*/ 360 h 663"/>
                    <a:gd name="T40" fmla="*/ 17 w 17"/>
                    <a:gd name="T41" fmla="*/ 261 h 663"/>
                    <a:gd name="T42" fmla="*/ 0 w 17"/>
                    <a:gd name="T43" fmla="*/ 261 h 663"/>
                    <a:gd name="T44" fmla="*/ 0 w 17"/>
                    <a:gd name="T45" fmla="*/ 202 h 663"/>
                    <a:gd name="T46" fmla="*/ 17 w 17"/>
                    <a:gd name="T47" fmla="*/ 202 h 663"/>
                    <a:gd name="T48" fmla="*/ 17 w 17"/>
                    <a:gd name="T49" fmla="*/ 261 h 663"/>
                    <a:gd name="T50" fmla="*/ 17 w 17"/>
                    <a:gd name="T51" fmla="*/ 159 h 663"/>
                    <a:gd name="T52" fmla="*/ 0 w 17"/>
                    <a:gd name="T53" fmla="*/ 159 h 663"/>
                    <a:gd name="T54" fmla="*/ 0 w 17"/>
                    <a:gd name="T55" fmla="*/ 100 h 663"/>
                    <a:gd name="T56" fmla="*/ 17 w 17"/>
                    <a:gd name="T57" fmla="*/ 100 h 663"/>
                    <a:gd name="T58" fmla="*/ 17 w 17"/>
                    <a:gd name="T59" fmla="*/ 159 h 663"/>
                    <a:gd name="T60" fmla="*/ 17 w 17"/>
                    <a:gd name="T61" fmla="*/ 59 h 663"/>
                    <a:gd name="T62" fmla="*/ 0 w 17"/>
                    <a:gd name="T63" fmla="*/ 59 h 663"/>
                    <a:gd name="T64" fmla="*/ 0 w 17"/>
                    <a:gd name="T65" fmla="*/ 0 h 663"/>
                    <a:gd name="T66" fmla="*/ 17 w 17"/>
                    <a:gd name="T67" fmla="*/ 0 h 663"/>
                    <a:gd name="T68" fmla="*/ 17 w 17"/>
                    <a:gd name="T69" fmla="*/ 59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663"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1"/>
                      </a:moveTo>
                      <a:lnTo>
                        <a:pt x="0" y="561"/>
                      </a:lnTo>
                      <a:lnTo>
                        <a:pt x="0" y="502"/>
                      </a:lnTo>
                      <a:lnTo>
                        <a:pt x="17" y="502"/>
                      </a:lnTo>
                      <a:lnTo>
                        <a:pt x="17" y="561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0"/>
                      </a:moveTo>
                      <a:lnTo>
                        <a:pt x="0" y="360"/>
                      </a:lnTo>
                      <a:lnTo>
                        <a:pt x="0" y="301"/>
                      </a:lnTo>
                      <a:lnTo>
                        <a:pt x="17" y="301"/>
                      </a:lnTo>
                      <a:lnTo>
                        <a:pt x="17" y="360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59"/>
                      </a:moveTo>
                      <a:lnTo>
                        <a:pt x="0" y="159"/>
                      </a:lnTo>
                      <a:lnTo>
                        <a:pt x="0" y="100"/>
                      </a:lnTo>
                      <a:lnTo>
                        <a:pt x="17" y="100"/>
                      </a:lnTo>
                      <a:lnTo>
                        <a:pt x="17" y="159"/>
                      </a:lnTo>
                      <a:close/>
                      <a:moveTo>
                        <a:pt x="17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84" name="组合 983">
              <a:extLst>
                <a:ext uri="{FF2B5EF4-FFF2-40B4-BE49-F238E27FC236}">
                  <a16:creationId xmlns:a16="http://schemas.microsoft.com/office/drawing/2014/main" id="{0DE6927F-96DC-58EF-78BA-EE19D21753FF}"/>
                </a:ext>
              </a:extLst>
            </p:cNvPr>
            <p:cNvGrpSpPr/>
            <p:nvPr/>
          </p:nvGrpSpPr>
          <p:grpSpPr>
            <a:xfrm>
              <a:off x="3312322" y="2220164"/>
              <a:ext cx="486929" cy="2559314"/>
              <a:chOff x="3312322" y="2220164"/>
              <a:chExt cx="486929" cy="2559314"/>
            </a:xfrm>
          </p:grpSpPr>
          <p:grpSp>
            <p:nvGrpSpPr>
              <p:cNvPr id="693" name="组合 692">
                <a:extLst>
                  <a:ext uri="{FF2B5EF4-FFF2-40B4-BE49-F238E27FC236}">
                    <a16:creationId xmlns:a16="http://schemas.microsoft.com/office/drawing/2014/main" id="{50CD7447-4686-815D-2676-6B722EA90B25}"/>
                  </a:ext>
                </a:extLst>
              </p:cNvPr>
              <p:cNvGrpSpPr/>
              <p:nvPr/>
            </p:nvGrpSpPr>
            <p:grpSpPr>
              <a:xfrm>
                <a:off x="3312322" y="3509153"/>
                <a:ext cx="485667" cy="1270325"/>
                <a:chOff x="3312322" y="3509153"/>
                <a:chExt cx="485667" cy="1270325"/>
              </a:xfrm>
            </p:grpSpPr>
            <p:sp>
              <p:nvSpPr>
                <p:cNvPr id="340" name="Freeform 137">
                  <a:extLst>
                    <a:ext uri="{FF2B5EF4-FFF2-40B4-BE49-F238E27FC236}">
                      <a16:creationId xmlns:a16="http://schemas.microsoft.com/office/drawing/2014/main" id="{2695EFA3-BAF7-5C89-38A5-3917B71D18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97747" cy="37967"/>
                </a:xfrm>
                <a:custGeom>
                  <a:avLst/>
                  <a:gdLst>
                    <a:gd name="T0" fmla="*/ 47 w 53"/>
                    <a:gd name="T1" fmla="*/ 0 h 10"/>
                    <a:gd name="T2" fmla="*/ 5 w 53"/>
                    <a:gd name="T3" fmla="*/ 0 h 10"/>
                    <a:gd name="T4" fmla="*/ 0 w 53"/>
                    <a:gd name="T5" fmla="*/ 5 h 10"/>
                    <a:gd name="T6" fmla="*/ 5 w 53"/>
                    <a:gd name="T7" fmla="*/ 10 h 10"/>
                    <a:gd name="T8" fmla="*/ 47 w 53"/>
                    <a:gd name="T9" fmla="*/ 10 h 10"/>
                    <a:gd name="T10" fmla="*/ 53 w 53"/>
                    <a:gd name="T11" fmla="*/ 5 h 10"/>
                    <a:gd name="T12" fmla="*/ 47 w 5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1" name="Freeform 138">
                  <a:extLst>
                    <a:ext uri="{FF2B5EF4-FFF2-40B4-BE49-F238E27FC236}">
                      <a16:creationId xmlns:a16="http://schemas.microsoft.com/office/drawing/2014/main" id="{1B34FB86-3663-8D21-BF9F-774BCB703E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6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6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6"/>
                      </a:cubicBezTo>
                      <a:cubicBezTo>
                        <a:pt x="53" y="3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9" name="Freeform 139">
                  <a:extLst>
                    <a:ext uri="{FF2B5EF4-FFF2-40B4-BE49-F238E27FC236}">
                      <a16:creationId xmlns:a16="http://schemas.microsoft.com/office/drawing/2014/main" id="{EC301493-11F0-BE46-811E-2A647E26AB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5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5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6" name="Freeform 140">
                  <a:extLst>
                    <a:ext uri="{FF2B5EF4-FFF2-40B4-BE49-F238E27FC236}">
                      <a16:creationId xmlns:a16="http://schemas.microsoft.com/office/drawing/2014/main" id="{6E03EA8D-CA00-C198-2A2E-47F3F696D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104411" cy="34804"/>
                </a:xfrm>
                <a:custGeom>
                  <a:avLst/>
                  <a:gdLst>
                    <a:gd name="T0" fmla="*/ 5 w 28"/>
                    <a:gd name="T1" fmla="*/ 9 h 9"/>
                    <a:gd name="T2" fmla="*/ 23 w 28"/>
                    <a:gd name="T3" fmla="*/ 9 h 9"/>
                    <a:gd name="T4" fmla="*/ 28 w 28"/>
                    <a:gd name="T5" fmla="*/ 4 h 9"/>
                    <a:gd name="T6" fmla="*/ 23 w 28"/>
                    <a:gd name="T7" fmla="*/ 0 h 9"/>
                    <a:gd name="T8" fmla="*/ 5 w 28"/>
                    <a:gd name="T9" fmla="*/ 0 h 9"/>
                    <a:gd name="T10" fmla="*/ 0 w 28"/>
                    <a:gd name="T11" fmla="*/ 4 h 9"/>
                    <a:gd name="T12" fmla="*/ 5 w 28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9">
                      <a:moveTo>
                        <a:pt x="5" y="9"/>
                      </a:move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6" y="9"/>
                        <a:pt x="28" y="7"/>
                        <a:pt x="28" y="4"/>
                      </a:cubicBezTo>
                      <a:cubicBezTo>
                        <a:pt x="28" y="2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2" name="Freeform 141">
                  <a:extLst>
                    <a:ext uri="{FF2B5EF4-FFF2-40B4-BE49-F238E27FC236}">
                      <a16:creationId xmlns:a16="http://schemas.microsoft.com/office/drawing/2014/main" id="{0CBFCA71-2704-72B6-544D-054721BDC8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322" y="4157762"/>
                  <a:ext cx="485667" cy="621716"/>
                </a:xfrm>
                <a:custGeom>
                  <a:avLst/>
                  <a:gdLst>
                    <a:gd name="T0" fmla="*/ 66 w 130"/>
                    <a:gd name="T1" fmla="*/ 166 h 166"/>
                    <a:gd name="T2" fmla="*/ 130 w 130"/>
                    <a:gd name="T3" fmla="*/ 101 h 166"/>
                    <a:gd name="T4" fmla="*/ 117 w 130"/>
                    <a:gd name="T5" fmla="*/ 65 h 166"/>
                    <a:gd name="T6" fmla="*/ 99 w 130"/>
                    <a:gd name="T7" fmla="*/ 16 h 166"/>
                    <a:gd name="T8" fmla="*/ 85 w 130"/>
                    <a:gd name="T9" fmla="*/ 2 h 166"/>
                    <a:gd name="T10" fmla="*/ 66 w 130"/>
                    <a:gd name="T11" fmla="*/ 2 h 166"/>
                    <a:gd name="T12" fmla="*/ 41 w 130"/>
                    <a:gd name="T13" fmla="*/ 2 h 166"/>
                    <a:gd name="T14" fmla="*/ 24 w 130"/>
                    <a:gd name="T15" fmla="*/ 44 h 166"/>
                    <a:gd name="T16" fmla="*/ 0 w 130"/>
                    <a:gd name="T17" fmla="*/ 102 h 166"/>
                    <a:gd name="T18" fmla="*/ 66 w 130"/>
                    <a:gd name="T19" fmla="*/ 16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66">
                      <a:moveTo>
                        <a:pt x="66" y="166"/>
                      </a:moveTo>
                      <a:cubicBezTo>
                        <a:pt x="109" y="166"/>
                        <a:pt x="130" y="136"/>
                        <a:pt x="130" y="101"/>
                      </a:cubicBezTo>
                      <a:cubicBezTo>
                        <a:pt x="130" y="89"/>
                        <a:pt x="124" y="77"/>
                        <a:pt x="117" y="65"/>
                      </a:cubicBezTo>
                      <a:cubicBezTo>
                        <a:pt x="109" y="52"/>
                        <a:pt x="103" y="31"/>
                        <a:pt x="99" y="16"/>
                      </a:cubicBezTo>
                      <a:cubicBezTo>
                        <a:pt x="95" y="0"/>
                        <a:pt x="85" y="2"/>
                        <a:pt x="85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51" y="2"/>
                        <a:pt x="41" y="2"/>
                      </a:cubicBezTo>
                      <a:cubicBezTo>
                        <a:pt x="31" y="2"/>
                        <a:pt x="33" y="22"/>
                        <a:pt x="24" y="44"/>
                      </a:cubicBezTo>
                      <a:cubicBezTo>
                        <a:pt x="16" y="66"/>
                        <a:pt x="0" y="78"/>
                        <a:pt x="0" y="102"/>
                      </a:cubicBezTo>
                      <a:cubicBezTo>
                        <a:pt x="0" y="127"/>
                        <a:pt x="23" y="166"/>
                        <a:pt x="66" y="166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3" name="Freeform 142">
                  <a:extLst>
                    <a:ext uri="{FF2B5EF4-FFF2-40B4-BE49-F238E27FC236}">
                      <a16:creationId xmlns:a16="http://schemas.microsoft.com/office/drawing/2014/main" id="{E5D80889-FE0B-C9D7-E39F-8EFA43D909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9110" y="4157762"/>
                  <a:ext cx="238879" cy="621716"/>
                </a:xfrm>
                <a:custGeom>
                  <a:avLst/>
                  <a:gdLst>
                    <a:gd name="T0" fmla="*/ 64 w 64"/>
                    <a:gd name="T1" fmla="*/ 101 h 166"/>
                    <a:gd name="T2" fmla="*/ 51 w 64"/>
                    <a:gd name="T3" fmla="*/ 65 h 166"/>
                    <a:gd name="T4" fmla="*/ 33 w 64"/>
                    <a:gd name="T5" fmla="*/ 16 h 166"/>
                    <a:gd name="T6" fmla="*/ 19 w 64"/>
                    <a:gd name="T7" fmla="*/ 2 h 166"/>
                    <a:gd name="T8" fmla="*/ 0 w 64"/>
                    <a:gd name="T9" fmla="*/ 2 h 166"/>
                    <a:gd name="T10" fmla="*/ 0 w 64"/>
                    <a:gd name="T11" fmla="*/ 166 h 166"/>
                    <a:gd name="T12" fmla="*/ 64 w 64"/>
                    <a:gd name="T13" fmla="*/ 101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66">
                      <a:moveTo>
                        <a:pt x="64" y="101"/>
                      </a:moveTo>
                      <a:cubicBezTo>
                        <a:pt x="64" y="89"/>
                        <a:pt x="58" y="77"/>
                        <a:pt x="51" y="65"/>
                      </a:cubicBezTo>
                      <a:cubicBezTo>
                        <a:pt x="43" y="52"/>
                        <a:pt x="37" y="31"/>
                        <a:pt x="33" y="16"/>
                      </a:cubicBezTo>
                      <a:cubicBezTo>
                        <a:pt x="29" y="0"/>
                        <a:pt x="19" y="2"/>
                        <a:pt x="19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43" y="166"/>
                        <a:pt x="64" y="136"/>
                        <a:pt x="64" y="1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4" name="Freeform 143">
                  <a:extLst>
                    <a:ext uri="{FF2B5EF4-FFF2-40B4-BE49-F238E27FC236}">
                      <a16:creationId xmlns:a16="http://schemas.microsoft.com/office/drawing/2014/main" id="{3D6EC3D6-DABF-6350-3C50-77C2BA6FF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5" name="Freeform 144">
                  <a:extLst>
                    <a:ext uri="{FF2B5EF4-FFF2-40B4-BE49-F238E27FC236}">
                      <a16:creationId xmlns:a16="http://schemas.microsoft.com/office/drawing/2014/main" id="{DB76F52E-0099-FFCD-992B-6327C14B2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6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6" name="Freeform 145">
                  <a:extLst>
                    <a:ext uri="{FF2B5EF4-FFF2-40B4-BE49-F238E27FC236}">
                      <a16:creationId xmlns:a16="http://schemas.microsoft.com/office/drawing/2014/main" id="{ED6BE07D-9C42-D1EC-C529-A0C0CCF100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5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7" name="Freeform 146">
                  <a:extLst>
                    <a:ext uri="{FF2B5EF4-FFF2-40B4-BE49-F238E27FC236}">
                      <a16:creationId xmlns:a16="http://schemas.microsoft.com/office/drawing/2014/main" id="{5F7AE3EE-DF13-6237-CD36-DADE2B8143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55370" cy="34804"/>
                </a:xfrm>
                <a:custGeom>
                  <a:avLst/>
                  <a:gdLst>
                    <a:gd name="T0" fmla="*/ 5 w 15"/>
                    <a:gd name="T1" fmla="*/ 9 h 9"/>
                    <a:gd name="T2" fmla="*/ 15 w 15"/>
                    <a:gd name="T3" fmla="*/ 9 h 9"/>
                    <a:gd name="T4" fmla="*/ 15 w 15"/>
                    <a:gd name="T5" fmla="*/ 0 h 9"/>
                    <a:gd name="T6" fmla="*/ 5 w 15"/>
                    <a:gd name="T7" fmla="*/ 0 h 9"/>
                    <a:gd name="T8" fmla="*/ 0 w 15"/>
                    <a:gd name="T9" fmla="*/ 4 h 9"/>
                    <a:gd name="T10" fmla="*/ 5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8" name="Freeform 161">
                  <a:extLst>
                    <a:ext uri="{FF2B5EF4-FFF2-40B4-BE49-F238E27FC236}">
                      <a16:creationId xmlns:a16="http://schemas.microsoft.com/office/drawing/2014/main" id="{05992B2E-1390-CCDC-80E8-93DCCFBDF7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872" y="3509153"/>
                  <a:ext cx="28475" cy="411313"/>
                </a:xfrm>
                <a:custGeom>
                  <a:avLst/>
                  <a:gdLst>
                    <a:gd name="T0" fmla="*/ 18 w 18"/>
                    <a:gd name="T1" fmla="*/ 260 h 260"/>
                    <a:gd name="T2" fmla="*/ 0 w 18"/>
                    <a:gd name="T3" fmla="*/ 260 h 260"/>
                    <a:gd name="T4" fmla="*/ 0 w 18"/>
                    <a:gd name="T5" fmla="*/ 201 h 260"/>
                    <a:gd name="T6" fmla="*/ 18 w 18"/>
                    <a:gd name="T7" fmla="*/ 201 h 260"/>
                    <a:gd name="T8" fmla="*/ 18 w 18"/>
                    <a:gd name="T9" fmla="*/ 260 h 260"/>
                    <a:gd name="T10" fmla="*/ 18 w 18"/>
                    <a:gd name="T11" fmla="*/ 159 h 260"/>
                    <a:gd name="T12" fmla="*/ 0 w 18"/>
                    <a:gd name="T13" fmla="*/ 159 h 260"/>
                    <a:gd name="T14" fmla="*/ 0 w 18"/>
                    <a:gd name="T15" fmla="*/ 99 h 260"/>
                    <a:gd name="T16" fmla="*/ 18 w 18"/>
                    <a:gd name="T17" fmla="*/ 99 h 260"/>
                    <a:gd name="T18" fmla="*/ 18 w 18"/>
                    <a:gd name="T19" fmla="*/ 159 h 260"/>
                    <a:gd name="T20" fmla="*/ 18 w 18"/>
                    <a:gd name="T21" fmla="*/ 59 h 260"/>
                    <a:gd name="T22" fmla="*/ 0 w 18"/>
                    <a:gd name="T23" fmla="*/ 59 h 260"/>
                    <a:gd name="T24" fmla="*/ 0 w 18"/>
                    <a:gd name="T25" fmla="*/ 0 h 260"/>
                    <a:gd name="T26" fmla="*/ 18 w 18"/>
                    <a:gd name="T27" fmla="*/ 0 h 260"/>
                    <a:gd name="T28" fmla="*/ 18 w 18"/>
                    <a:gd name="T29" fmla="*/ 59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260">
                      <a:moveTo>
                        <a:pt x="18" y="260"/>
                      </a:moveTo>
                      <a:lnTo>
                        <a:pt x="0" y="260"/>
                      </a:lnTo>
                      <a:lnTo>
                        <a:pt x="0" y="201"/>
                      </a:lnTo>
                      <a:lnTo>
                        <a:pt x="18" y="201"/>
                      </a:lnTo>
                      <a:lnTo>
                        <a:pt x="18" y="260"/>
                      </a:lnTo>
                      <a:close/>
                      <a:moveTo>
                        <a:pt x="18" y="159"/>
                      </a:moveTo>
                      <a:lnTo>
                        <a:pt x="0" y="159"/>
                      </a:lnTo>
                      <a:lnTo>
                        <a:pt x="0" y="99"/>
                      </a:lnTo>
                      <a:lnTo>
                        <a:pt x="18" y="99"/>
                      </a:lnTo>
                      <a:lnTo>
                        <a:pt x="18" y="159"/>
                      </a:lnTo>
                      <a:close/>
                      <a:moveTo>
                        <a:pt x="18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8" y="0"/>
                      </a:lnTo>
                      <a:lnTo>
                        <a:pt x="18" y="59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94" name="组合 693">
                <a:extLst>
                  <a:ext uri="{FF2B5EF4-FFF2-40B4-BE49-F238E27FC236}">
                    <a16:creationId xmlns:a16="http://schemas.microsoft.com/office/drawing/2014/main" id="{843C9CB8-7D35-C8A9-1ADC-85495D35A64A}"/>
                  </a:ext>
                </a:extLst>
              </p:cNvPr>
              <p:cNvGrpSpPr/>
              <p:nvPr/>
            </p:nvGrpSpPr>
            <p:grpSpPr>
              <a:xfrm flipV="1">
                <a:off x="3313584" y="2220164"/>
                <a:ext cx="485667" cy="1270325"/>
                <a:chOff x="3312322" y="3509153"/>
                <a:chExt cx="485667" cy="1270325"/>
              </a:xfrm>
              <a:noFill/>
            </p:grpSpPr>
            <p:sp>
              <p:nvSpPr>
                <p:cNvPr id="695" name="Freeform 137">
                  <a:extLst>
                    <a:ext uri="{FF2B5EF4-FFF2-40B4-BE49-F238E27FC236}">
                      <a16:creationId xmlns:a16="http://schemas.microsoft.com/office/drawing/2014/main" id="{DC249C68-E88B-FEBF-C2AE-6E4838CF74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97747" cy="37967"/>
                </a:xfrm>
                <a:custGeom>
                  <a:avLst/>
                  <a:gdLst>
                    <a:gd name="T0" fmla="*/ 47 w 53"/>
                    <a:gd name="T1" fmla="*/ 0 h 10"/>
                    <a:gd name="T2" fmla="*/ 5 w 53"/>
                    <a:gd name="T3" fmla="*/ 0 h 10"/>
                    <a:gd name="T4" fmla="*/ 0 w 53"/>
                    <a:gd name="T5" fmla="*/ 5 h 10"/>
                    <a:gd name="T6" fmla="*/ 5 w 53"/>
                    <a:gd name="T7" fmla="*/ 10 h 10"/>
                    <a:gd name="T8" fmla="*/ 47 w 53"/>
                    <a:gd name="T9" fmla="*/ 10 h 10"/>
                    <a:gd name="T10" fmla="*/ 53 w 53"/>
                    <a:gd name="T11" fmla="*/ 5 h 10"/>
                    <a:gd name="T12" fmla="*/ 47 w 5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6" name="Freeform 138">
                  <a:extLst>
                    <a:ext uri="{FF2B5EF4-FFF2-40B4-BE49-F238E27FC236}">
                      <a16:creationId xmlns:a16="http://schemas.microsoft.com/office/drawing/2014/main" id="{F27AB6CB-0E43-28EB-AFC9-C2959D96C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6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6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6"/>
                      </a:cubicBezTo>
                      <a:cubicBezTo>
                        <a:pt x="53" y="3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7" name="Freeform 139">
                  <a:extLst>
                    <a:ext uri="{FF2B5EF4-FFF2-40B4-BE49-F238E27FC236}">
                      <a16:creationId xmlns:a16="http://schemas.microsoft.com/office/drawing/2014/main" id="{AD1E35A2-D3DC-A4A8-C02D-020C037F60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5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5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8" name="Freeform 140">
                  <a:extLst>
                    <a:ext uri="{FF2B5EF4-FFF2-40B4-BE49-F238E27FC236}">
                      <a16:creationId xmlns:a16="http://schemas.microsoft.com/office/drawing/2014/main" id="{B8C65FF5-8493-6DF0-9B18-073A63CDDC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104411" cy="34804"/>
                </a:xfrm>
                <a:custGeom>
                  <a:avLst/>
                  <a:gdLst>
                    <a:gd name="T0" fmla="*/ 5 w 28"/>
                    <a:gd name="T1" fmla="*/ 9 h 9"/>
                    <a:gd name="T2" fmla="*/ 23 w 28"/>
                    <a:gd name="T3" fmla="*/ 9 h 9"/>
                    <a:gd name="T4" fmla="*/ 28 w 28"/>
                    <a:gd name="T5" fmla="*/ 4 h 9"/>
                    <a:gd name="T6" fmla="*/ 23 w 28"/>
                    <a:gd name="T7" fmla="*/ 0 h 9"/>
                    <a:gd name="T8" fmla="*/ 5 w 28"/>
                    <a:gd name="T9" fmla="*/ 0 h 9"/>
                    <a:gd name="T10" fmla="*/ 0 w 28"/>
                    <a:gd name="T11" fmla="*/ 4 h 9"/>
                    <a:gd name="T12" fmla="*/ 5 w 28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9">
                      <a:moveTo>
                        <a:pt x="5" y="9"/>
                      </a:move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6" y="9"/>
                        <a:pt x="28" y="7"/>
                        <a:pt x="28" y="4"/>
                      </a:cubicBezTo>
                      <a:cubicBezTo>
                        <a:pt x="28" y="2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9" name="Freeform 141">
                  <a:extLst>
                    <a:ext uri="{FF2B5EF4-FFF2-40B4-BE49-F238E27FC236}">
                      <a16:creationId xmlns:a16="http://schemas.microsoft.com/office/drawing/2014/main" id="{FB12EFB3-2794-1D85-07A6-3F2813F22C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322" y="4157762"/>
                  <a:ext cx="485667" cy="621716"/>
                </a:xfrm>
                <a:custGeom>
                  <a:avLst/>
                  <a:gdLst>
                    <a:gd name="T0" fmla="*/ 66 w 130"/>
                    <a:gd name="T1" fmla="*/ 166 h 166"/>
                    <a:gd name="T2" fmla="*/ 130 w 130"/>
                    <a:gd name="T3" fmla="*/ 101 h 166"/>
                    <a:gd name="T4" fmla="*/ 117 w 130"/>
                    <a:gd name="T5" fmla="*/ 65 h 166"/>
                    <a:gd name="T6" fmla="*/ 99 w 130"/>
                    <a:gd name="T7" fmla="*/ 16 h 166"/>
                    <a:gd name="T8" fmla="*/ 85 w 130"/>
                    <a:gd name="T9" fmla="*/ 2 h 166"/>
                    <a:gd name="T10" fmla="*/ 66 w 130"/>
                    <a:gd name="T11" fmla="*/ 2 h 166"/>
                    <a:gd name="T12" fmla="*/ 41 w 130"/>
                    <a:gd name="T13" fmla="*/ 2 h 166"/>
                    <a:gd name="T14" fmla="*/ 24 w 130"/>
                    <a:gd name="T15" fmla="*/ 44 h 166"/>
                    <a:gd name="T16" fmla="*/ 0 w 130"/>
                    <a:gd name="T17" fmla="*/ 102 h 166"/>
                    <a:gd name="T18" fmla="*/ 66 w 130"/>
                    <a:gd name="T19" fmla="*/ 16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66">
                      <a:moveTo>
                        <a:pt x="66" y="166"/>
                      </a:moveTo>
                      <a:cubicBezTo>
                        <a:pt x="109" y="166"/>
                        <a:pt x="130" y="136"/>
                        <a:pt x="130" y="101"/>
                      </a:cubicBezTo>
                      <a:cubicBezTo>
                        <a:pt x="130" y="89"/>
                        <a:pt x="124" y="77"/>
                        <a:pt x="117" y="65"/>
                      </a:cubicBezTo>
                      <a:cubicBezTo>
                        <a:pt x="109" y="52"/>
                        <a:pt x="103" y="31"/>
                        <a:pt x="99" y="16"/>
                      </a:cubicBezTo>
                      <a:cubicBezTo>
                        <a:pt x="95" y="0"/>
                        <a:pt x="85" y="2"/>
                        <a:pt x="85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51" y="2"/>
                        <a:pt x="41" y="2"/>
                      </a:cubicBezTo>
                      <a:cubicBezTo>
                        <a:pt x="31" y="2"/>
                        <a:pt x="33" y="22"/>
                        <a:pt x="24" y="44"/>
                      </a:cubicBezTo>
                      <a:cubicBezTo>
                        <a:pt x="16" y="66"/>
                        <a:pt x="0" y="78"/>
                        <a:pt x="0" y="102"/>
                      </a:cubicBezTo>
                      <a:cubicBezTo>
                        <a:pt x="0" y="127"/>
                        <a:pt x="23" y="166"/>
                        <a:pt x="66" y="1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0" name="Freeform 142">
                  <a:extLst>
                    <a:ext uri="{FF2B5EF4-FFF2-40B4-BE49-F238E27FC236}">
                      <a16:creationId xmlns:a16="http://schemas.microsoft.com/office/drawing/2014/main" id="{403C95F3-D969-AC8B-A694-1603C42CA0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9110" y="4157762"/>
                  <a:ext cx="238879" cy="621716"/>
                </a:xfrm>
                <a:custGeom>
                  <a:avLst/>
                  <a:gdLst>
                    <a:gd name="T0" fmla="*/ 64 w 64"/>
                    <a:gd name="T1" fmla="*/ 101 h 166"/>
                    <a:gd name="T2" fmla="*/ 51 w 64"/>
                    <a:gd name="T3" fmla="*/ 65 h 166"/>
                    <a:gd name="T4" fmla="*/ 33 w 64"/>
                    <a:gd name="T5" fmla="*/ 16 h 166"/>
                    <a:gd name="T6" fmla="*/ 19 w 64"/>
                    <a:gd name="T7" fmla="*/ 2 h 166"/>
                    <a:gd name="T8" fmla="*/ 0 w 64"/>
                    <a:gd name="T9" fmla="*/ 2 h 166"/>
                    <a:gd name="T10" fmla="*/ 0 w 64"/>
                    <a:gd name="T11" fmla="*/ 166 h 166"/>
                    <a:gd name="T12" fmla="*/ 64 w 64"/>
                    <a:gd name="T13" fmla="*/ 101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66">
                      <a:moveTo>
                        <a:pt x="64" y="101"/>
                      </a:moveTo>
                      <a:cubicBezTo>
                        <a:pt x="64" y="89"/>
                        <a:pt x="58" y="77"/>
                        <a:pt x="51" y="65"/>
                      </a:cubicBezTo>
                      <a:cubicBezTo>
                        <a:pt x="43" y="52"/>
                        <a:pt x="37" y="31"/>
                        <a:pt x="33" y="16"/>
                      </a:cubicBezTo>
                      <a:cubicBezTo>
                        <a:pt x="29" y="0"/>
                        <a:pt x="19" y="2"/>
                        <a:pt x="19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43" y="166"/>
                        <a:pt x="64" y="136"/>
                        <a:pt x="64" y="1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1" name="Freeform 143">
                  <a:extLst>
                    <a:ext uri="{FF2B5EF4-FFF2-40B4-BE49-F238E27FC236}">
                      <a16:creationId xmlns:a16="http://schemas.microsoft.com/office/drawing/2014/main" id="{79980ACB-8AF1-7C9F-1A86-4CBAABB34F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2" name="Freeform 144">
                  <a:extLst>
                    <a:ext uri="{FF2B5EF4-FFF2-40B4-BE49-F238E27FC236}">
                      <a16:creationId xmlns:a16="http://schemas.microsoft.com/office/drawing/2014/main" id="{133AC38A-F5D0-C230-5124-4B0726F2A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6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3" name="Freeform 145">
                  <a:extLst>
                    <a:ext uri="{FF2B5EF4-FFF2-40B4-BE49-F238E27FC236}">
                      <a16:creationId xmlns:a16="http://schemas.microsoft.com/office/drawing/2014/main" id="{2565471F-DFC0-6C0D-63AE-29C586E2DA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5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8" name="Freeform 146">
                  <a:extLst>
                    <a:ext uri="{FF2B5EF4-FFF2-40B4-BE49-F238E27FC236}">
                      <a16:creationId xmlns:a16="http://schemas.microsoft.com/office/drawing/2014/main" id="{74BF88D2-D5C8-5920-607F-27D6248749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55370" cy="34804"/>
                </a:xfrm>
                <a:custGeom>
                  <a:avLst/>
                  <a:gdLst>
                    <a:gd name="T0" fmla="*/ 5 w 15"/>
                    <a:gd name="T1" fmla="*/ 9 h 9"/>
                    <a:gd name="T2" fmla="*/ 15 w 15"/>
                    <a:gd name="T3" fmla="*/ 9 h 9"/>
                    <a:gd name="T4" fmla="*/ 15 w 15"/>
                    <a:gd name="T5" fmla="*/ 0 h 9"/>
                    <a:gd name="T6" fmla="*/ 5 w 15"/>
                    <a:gd name="T7" fmla="*/ 0 h 9"/>
                    <a:gd name="T8" fmla="*/ 0 w 15"/>
                    <a:gd name="T9" fmla="*/ 4 h 9"/>
                    <a:gd name="T10" fmla="*/ 5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9" name="Freeform 161">
                  <a:extLst>
                    <a:ext uri="{FF2B5EF4-FFF2-40B4-BE49-F238E27FC236}">
                      <a16:creationId xmlns:a16="http://schemas.microsoft.com/office/drawing/2014/main" id="{A81B9FBA-BAC3-F126-C655-CBF36DFEE03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872" y="3509153"/>
                  <a:ext cx="28475" cy="411313"/>
                </a:xfrm>
                <a:custGeom>
                  <a:avLst/>
                  <a:gdLst>
                    <a:gd name="T0" fmla="*/ 18 w 18"/>
                    <a:gd name="T1" fmla="*/ 260 h 260"/>
                    <a:gd name="T2" fmla="*/ 0 w 18"/>
                    <a:gd name="T3" fmla="*/ 260 h 260"/>
                    <a:gd name="T4" fmla="*/ 0 w 18"/>
                    <a:gd name="T5" fmla="*/ 201 h 260"/>
                    <a:gd name="T6" fmla="*/ 18 w 18"/>
                    <a:gd name="T7" fmla="*/ 201 h 260"/>
                    <a:gd name="T8" fmla="*/ 18 w 18"/>
                    <a:gd name="T9" fmla="*/ 260 h 260"/>
                    <a:gd name="T10" fmla="*/ 18 w 18"/>
                    <a:gd name="T11" fmla="*/ 159 h 260"/>
                    <a:gd name="T12" fmla="*/ 0 w 18"/>
                    <a:gd name="T13" fmla="*/ 159 h 260"/>
                    <a:gd name="T14" fmla="*/ 0 w 18"/>
                    <a:gd name="T15" fmla="*/ 99 h 260"/>
                    <a:gd name="T16" fmla="*/ 18 w 18"/>
                    <a:gd name="T17" fmla="*/ 99 h 260"/>
                    <a:gd name="T18" fmla="*/ 18 w 18"/>
                    <a:gd name="T19" fmla="*/ 159 h 260"/>
                    <a:gd name="T20" fmla="*/ 18 w 18"/>
                    <a:gd name="T21" fmla="*/ 59 h 260"/>
                    <a:gd name="T22" fmla="*/ 0 w 18"/>
                    <a:gd name="T23" fmla="*/ 59 h 260"/>
                    <a:gd name="T24" fmla="*/ 0 w 18"/>
                    <a:gd name="T25" fmla="*/ 0 h 260"/>
                    <a:gd name="T26" fmla="*/ 18 w 18"/>
                    <a:gd name="T27" fmla="*/ 0 h 260"/>
                    <a:gd name="T28" fmla="*/ 18 w 18"/>
                    <a:gd name="T29" fmla="*/ 59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260">
                      <a:moveTo>
                        <a:pt x="18" y="260"/>
                      </a:moveTo>
                      <a:lnTo>
                        <a:pt x="0" y="260"/>
                      </a:lnTo>
                      <a:lnTo>
                        <a:pt x="0" y="201"/>
                      </a:lnTo>
                      <a:lnTo>
                        <a:pt x="18" y="201"/>
                      </a:lnTo>
                      <a:lnTo>
                        <a:pt x="18" y="260"/>
                      </a:lnTo>
                      <a:close/>
                      <a:moveTo>
                        <a:pt x="18" y="159"/>
                      </a:moveTo>
                      <a:lnTo>
                        <a:pt x="0" y="159"/>
                      </a:lnTo>
                      <a:lnTo>
                        <a:pt x="0" y="99"/>
                      </a:lnTo>
                      <a:lnTo>
                        <a:pt x="18" y="99"/>
                      </a:lnTo>
                      <a:lnTo>
                        <a:pt x="18" y="159"/>
                      </a:lnTo>
                      <a:close/>
                      <a:moveTo>
                        <a:pt x="18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8" y="0"/>
                      </a:lnTo>
                      <a:lnTo>
                        <a:pt x="18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86" name="组合 985">
              <a:extLst>
                <a:ext uri="{FF2B5EF4-FFF2-40B4-BE49-F238E27FC236}">
                  <a16:creationId xmlns:a16="http://schemas.microsoft.com/office/drawing/2014/main" id="{A02FE527-6F68-BC45-26C1-93FE22C7C3E6}"/>
                </a:ext>
              </a:extLst>
            </p:cNvPr>
            <p:cNvGrpSpPr/>
            <p:nvPr/>
          </p:nvGrpSpPr>
          <p:grpSpPr>
            <a:xfrm>
              <a:off x="4408630" y="2191891"/>
              <a:ext cx="590425" cy="2661939"/>
              <a:chOff x="4408630" y="2191891"/>
              <a:chExt cx="590425" cy="2661939"/>
            </a:xfrm>
          </p:grpSpPr>
          <p:grpSp>
            <p:nvGrpSpPr>
              <p:cNvPr id="650" name="组合 649">
                <a:extLst>
                  <a:ext uri="{FF2B5EF4-FFF2-40B4-BE49-F238E27FC236}">
                    <a16:creationId xmlns:a16="http://schemas.microsoft.com/office/drawing/2014/main" id="{461A8659-B15B-BD4E-C0A6-DCCCC440355F}"/>
                  </a:ext>
                </a:extLst>
              </p:cNvPr>
              <p:cNvGrpSpPr/>
              <p:nvPr/>
            </p:nvGrpSpPr>
            <p:grpSpPr>
              <a:xfrm>
                <a:off x="4408630" y="3487005"/>
                <a:ext cx="590077" cy="1366825"/>
                <a:chOff x="4408630" y="3487005"/>
                <a:chExt cx="590077" cy="1366825"/>
              </a:xfrm>
            </p:grpSpPr>
            <p:sp>
              <p:nvSpPr>
                <p:cNvPr id="682" name="Freeform 147">
                  <a:extLst>
                    <a:ext uri="{FF2B5EF4-FFF2-40B4-BE49-F238E27FC236}">
                      <a16:creationId xmlns:a16="http://schemas.microsoft.com/office/drawing/2014/main" id="{4CB884F4-946A-71AF-98F3-9EA0D68E38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238879" cy="47459"/>
                </a:xfrm>
                <a:custGeom>
                  <a:avLst/>
                  <a:gdLst>
                    <a:gd name="T0" fmla="*/ 58 w 64"/>
                    <a:gd name="T1" fmla="*/ 0 h 13"/>
                    <a:gd name="T2" fmla="*/ 7 w 64"/>
                    <a:gd name="T3" fmla="*/ 0 h 13"/>
                    <a:gd name="T4" fmla="*/ 0 w 64"/>
                    <a:gd name="T5" fmla="*/ 7 h 13"/>
                    <a:gd name="T6" fmla="*/ 7 w 64"/>
                    <a:gd name="T7" fmla="*/ 13 h 13"/>
                    <a:gd name="T8" fmla="*/ 58 w 64"/>
                    <a:gd name="T9" fmla="*/ 13 h 13"/>
                    <a:gd name="T10" fmla="*/ 64 w 64"/>
                    <a:gd name="T11" fmla="*/ 7 h 13"/>
                    <a:gd name="T12" fmla="*/ 58 w 64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5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3" name="Freeform 148">
                  <a:extLst>
                    <a:ext uri="{FF2B5EF4-FFF2-40B4-BE49-F238E27FC236}">
                      <a16:creationId xmlns:a16="http://schemas.microsoft.com/office/drawing/2014/main" id="{D837E9F9-65E2-580B-C939-791B42F8B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7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7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4" name="Freeform 149">
                  <a:extLst>
                    <a:ext uri="{FF2B5EF4-FFF2-40B4-BE49-F238E27FC236}">
                      <a16:creationId xmlns:a16="http://schemas.microsoft.com/office/drawing/2014/main" id="{B96381FE-BD35-0FDF-5335-5A8AE3A5F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6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6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6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5" name="Freeform 150">
                  <a:extLst>
                    <a:ext uri="{FF2B5EF4-FFF2-40B4-BE49-F238E27FC236}">
                      <a16:creationId xmlns:a16="http://schemas.microsoft.com/office/drawing/2014/main" id="{AB0B40F5-E6D5-C856-9CD5-1FEB0ADEF7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128140" cy="45878"/>
                </a:xfrm>
                <a:custGeom>
                  <a:avLst/>
                  <a:gdLst>
                    <a:gd name="T0" fmla="*/ 6 w 34"/>
                    <a:gd name="T1" fmla="*/ 12 h 12"/>
                    <a:gd name="T2" fmla="*/ 28 w 34"/>
                    <a:gd name="T3" fmla="*/ 12 h 12"/>
                    <a:gd name="T4" fmla="*/ 34 w 34"/>
                    <a:gd name="T5" fmla="*/ 6 h 12"/>
                    <a:gd name="T6" fmla="*/ 28 w 34"/>
                    <a:gd name="T7" fmla="*/ 0 h 12"/>
                    <a:gd name="T8" fmla="*/ 6 w 34"/>
                    <a:gd name="T9" fmla="*/ 0 h 12"/>
                    <a:gd name="T10" fmla="*/ 0 w 34"/>
                    <a:gd name="T11" fmla="*/ 6 h 12"/>
                    <a:gd name="T12" fmla="*/ 6 w 34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2">
                      <a:moveTo>
                        <a:pt x="6" y="12"/>
                      </a:move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2" y="12"/>
                        <a:pt x="34" y="9"/>
                        <a:pt x="34" y="6"/>
                      </a:cubicBezTo>
                      <a:cubicBezTo>
                        <a:pt x="34" y="3"/>
                        <a:pt x="32" y="0"/>
                        <a:pt x="2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6" name="Freeform 151">
                  <a:extLst>
                    <a:ext uri="{FF2B5EF4-FFF2-40B4-BE49-F238E27FC236}">
                      <a16:creationId xmlns:a16="http://schemas.microsoft.com/office/drawing/2014/main" id="{7F4B3027-FC9E-9111-89AB-0FF2A0782D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630" y="4100811"/>
                  <a:ext cx="590077" cy="753019"/>
                </a:xfrm>
                <a:custGeom>
                  <a:avLst/>
                  <a:gdLst>
                    <a:gd name="T0" fmla="*/ 80 w 158"/>
                    <a:gd name="T1" fmla="*/ 201 h 201"/>
                    <a:gd name="T2" fmla="*/ 158 w 158"/>
                    <a:gd name="T3" fmla="*/ 121 h 201"/>
                    <a:gd name="T4" fmla="*/ 142 w 158"/>
                    <a:gd name="T5" fmla="*/ 78 h 201"/>
                    <a:gd name="T6" fmla="*/ 120 w 158"/>
                    <a:gd name="T7" fmla="*/ 18 h 201"/>
                    <a:gd name="T8" fmla="*/ 103 w 158"/>
                    <a:gd name="T9" fmla="*/ 1 h 201"/>
                    <a:gd name="T10" fmla="*/ 80 w 158"/>
                    <a:gd name="T11" fmla="*/ 1 h 201"/>
                    <a:gd name="T12" fmla="*/ 50 w 158"/>
                    <a:gd name="T13" fmla="*/ 1 h 201"/>
                    <a:gd name="T14" fmla="*/ 29 w 158"/>
                    <a:gd name="T15" fmla="*/ 53 h 201"/>
                    <a:gd name="T16" fmla="*/ 0 w 158"/>
                    <a:gd name="T17" fmla="*/ 124 h 201"/>
                    <a:gd name="T18" fmla="*/ 80 w 158"/>
                    <a:gd name="T19" fmla="*/ 20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8" h="201">
                      <a:moveTo>
                        <a:pt x="80" y="201"/>
                      </a:moveTo>
                      <a:cubicBezTo>
                        <a:pt x="132" y="201"/>
                        <a:pt x="158" y="164"/>
                        <a:pt x="158" y="121"/>
                      </a:cubicBezTo>
                      <a:cubicBezTo>
                        <a:pt x="158" y="108"/>
                        <a:pt x="151" y="93"/>
                        <a:pt x="142" y="78"/>
                      </a:cubicBezTo>
                      <a:cubicBezTo>
                        <a:pt x="133" y="63"/>
                        <a:pt x="125" y="37"/>
                        <a:pt x="120" y="18"/>
                      </a:cubicBezTo>
                      <a:cubicBezTo>
                        <a:pt x="115" y="0"/>
                        <a:pt x="103" y="1"/>
                        <a:pt x="103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80" y="1"/>
                        <a:pt x="62" y="1"/>
                        <a:pt x="50" y="1"/>
                      </a:cubicBezTo>
                      <a:cubicBezTo>
                        <a:pt x="38" y="1"/>
                        <a:pt x="40" y="26"/>
                        <a:pt x="29" y="53"/>
                      </a:cubicBezTo>
                      <a:cubicBezTo>
                        <a:pt x="19" y="79"/>
                        <a:pt x="0" y="94"/>
                        <a:pt x="0" y="124"/>
                      </a:cubicBezTo>
                      <a:cubicBezTo>
                        <a:pt x="0" y="153"/>
                        <a:pt x="28" y="201"/>
                        <a:pt x="80" y="201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7" name="Freeform 152">
                  <a:extLst>
                    <a:ext uri="{FF2B5EF4-FFF2-40B4-BE49-F238E27FC236}">
                      <a16:creationId xmlns:a16="http://schemas.microsoft.com/office/drawing/2014/main" id="{25512908-3C75-6B00-9A2E-A916F722D5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7623" y="4100811"/>
                  <a:ext cx="291083" cy="753019"/>
                </a:xfrm>
                <a:custGeom>
                  <a:avLst/>
                  <a:gdLst>
                    <a:gd name="T0" fmla="*/ 78 w 78"/>
                    <a:gd name="T1" fmla="*/ 121 h 201"/>
                    <a:gd name="T2" fmla="*/ 62 w 78"/>
                    <a:gd name="T3" fmla="*/ 78 h 201"/>
                    <a:gd name="T4" fmla="*/ 40 w 78"/>
                    <a:gd name="T5" fmla="*/ 18 h 201"/>
                    <a:gd name="T6" fmla="*/ 23 w 78"/>
                    <a:gd name="T7" fmla="*/ 1 h 201"/>
                    <a:gd name="T8" fmla="*/ 0 w 78"/>
                    <a:gd name="T9" fmla="*/ 1 h 201"/>
                    <a:gd name="T10" fmla="*/ 0 w 78"/>
                    <a:gd name="T11" fmla="*/ 201 h 201"/>
                    <a:gd name="T12" fmla="*/ 78 w 78"/>
                    <a:gd name="T13" fmla="*/ 12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201">
                      <a:moveTo>
                        <a:pt x="78" y="121"/>
                      </a:moveTo>
                      <a:cubicBezTo>
                        <a:pt x="78" y="108"/>
                        <a:pt x="71" y="93"/>
                        <a:pt x="62" y="78"/>
                      </a:cubicBezTo>
                      <a:cubicBezTo>
                        <a:pt x="53" y="63"/>
                        <a:pt x="45" y="37"/>
                        <a:pt x="40" y="18"/>
                      </a:cubicBezTo>
                      <a:cubicBezTo>
                        <a:pt x="35" y="0"/>
                        <a:pt x="23" y="1"/>
                        <a:pt x="2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52" y="201"/>
                        <a:pt x="78" y="164"/>
                        <a:pt x="78" y="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8" name="Freeform 153">
                  <a:extLst>
                    <a:ext uri="{FF2B5EF4-FFF2-40B4-BE49-F238E27FC236}">
                      <a16:creationId xmlns:a16="http://schemas.microsoft.com/office/drawing/2014/main" id="{3AAA17A5-7B9F-1B4D-38C1-E1B774C39D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123394" cy="47459"/>
                </a:xfrm>
                <a:custGeom>
                  <a:avLst/>
                  <a:gdLst>
                    <a:gd name="T0" fmla="*/ 0 w 33"/>
                    <a:gd name="T1" fmla="*/ 7 h 13"/>
                    <a:gd name="T2" fmla="*/ 7 w 33"/>
                    <a:gd name="T3" fmla="*/ 13 h 13"/>
                    <a:gd name="T4" fmla="*/ 33 w 33"/>
                    <a:gd name="T5" fmla="*/ 13 h 13"/>
                    <a:gd name="T6" fmla="*/ 33 w 33"/>
                    <a:gd name="T7" fmla="*/ 0 h 13"/>
                    <a:gd name="T8" fmla="*/ 7 w 33"/>
                    <a:gd name="T9" fmla="*/ 0 h 13"/>
                    <a:gd name="T10" fmla="*/ 0 w 33"/>
                    <a:gd name="T11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0" y="7"/>
                      </a:move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9" name="Freeform 154">
                  <a:extLst>
                    <a:ext uri="{FF2B5EF4-FFF2-40B4-BE49-F238E27FC236}">
                      <a16:creationId xmlns:a16="http://schemas.microsoft.com/office/drawing/2014/main" id="{DB2D7813-7C3D-EEEA-40AC-F5C7AF9782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7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0" name="Freeform 155">
                  <a:extLst>
                    <a:ext uri="{FF2B5EF4-FFF2-40B4-BE49-F238E27FC236}">
                      <a16:creationId xmlns:a16="http://schemas.microsoft.com/office/drawing/2014/main" id="{A4043CBD-AE94-4CBA-CBAE-845BEB486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6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1" name="Freeform 156">
                  <a:extLst>
                    <a:ext uri="{FF2B5EF4-FFF2-40B4-BE49-F238E27FC236}">
                      <a16:creationId xmlns:a16="http://schemas.microsoft.com/office/drawing/2014/main" id="{CC6EB008-EC5B-19C6-1712-53A07D9D27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68026" cy="45878"/>
                </a:xfrm>
                <a:custGeom>
                  <a:avLst/>
                  <a:gdLst>
                    <a:gd name="T0" fmla="*/ 6 w 18"/>
                    <a:gd name="T1" fmla="*/ 12 h 12"/>
                    <a:gd name="T2" fmla="*/ 18 w 18"/>
                    <a:gd name="T3" fmla="*/ 12 h 12"/>
                    <a:gd name="T4" fmla="*/ 18 w 18"/>
                    <a:gd name="T5" fmla="*/ 0 h 12"/>
                    <a:gd name="T6" fmla="*/ 6 w 18"/>
                    <a:gd name="T7" fmla="*/ 0 h 12"/>
                    <a:gd name="T8" fmla="*/ 0 w 18"/>
                    <a:gd name="T9" fmla="*/ 6 h 12"/>
                    <a:gd name="T10" fmla="*/ 6 w 18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6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2" name="Freeform 162">
                  <a:extLst>
                    <a:ext uri="{FF2B5EF4-FFF2-40B4-BE49-F238E27FC236}">
                      <a16:creationId xmlns:a16="http://schemas.microsoft.com/office/drawing/2014/main" id="{EBBCA4D2-4383-9FC5-15AB-D798EE2964C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6549" y="3487005"/>
                  <a:ext cx="25311" cy="321141"/>
                </a:xfrm>
                <a:custGeom>
                  <a:avLst/>
                  <a:gdLst>
                    <a:gd name="T0" fmla="*/ 16 w 16"/>
                    <a:gd name="T1" fmla="*/ 203 h 203"/>
                    <a:gd name="T2" fmla="*/ 0 w 16"/>
                    <a:gd name="T3" fmla="*/ 203 h 203"/>
                    <a:gd name="T4" fmla="*/ 0 w 16"/>
                    <a:gd name="T5" fmla="*/ 144 h 203"/>
                    <a:gd name="T6" fmla="*/ 16 w 16"/>
                    <a:gd name="T7" fmla="*/ 144 h 203"/>
                    <a:gd name="T8" fmla="*/ 16 w 16"/>
                    <a:gd name="T9" fmla="*/ 203 h 203"/>
                    <a:gd name="T10" fmla="*/ 16 w 16"/>
                    <a:gd name="T11" fmla="*/ 104 h 203"/>
                    <a:gd name="T12" fmla="*/ 0 w 16"/>
                    <a:gd name="T13" fmla="*/ 104 h 203"/>
                    <a:gd name="T14" fmla="*/ 0 w 16"/>
                    <a:gd name="T15" fmla="*/ 45 h 203"/>
                    <a:gd name="T16" fmla="*/ 16 w 16"/>
                    <a:gd name="T17" fmla="*/ 45 h 203"/>
                    <a:gd name="T18" fmla="*/ 16 w 16"/>
                    <a:gd name="T19" fmla="*/ 104 h 203"/>
                    <a:gd name="T20" fmla="*/ 16 w 16"/>
                    <a:gd name="T21" fmla="*/ 2 h 203"/>
                    <a:gd name="T22" fmla="*/ 0 w 16"/>
                    <a:gd name="T23" fmla="*/ 2 h 203"/>
                    <a:gd name="T24" fmla="*/ 0 w 16"/>
                    <a:gd name="T25" fmla="*/ 0 h 203"/>
                    <a:gd name="T26" fmla="*/ 16 w 16"/>
                    <a:gd name="T27" fmla="*/ 0 h 203"/>
                    <a:gd name="T28" fmla="*/ 16 w 16"/>
                    <a:gd name="T29" fmla="*/ 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03">
                      <a:moveTo>
                        <a:pt x="16" y="203"/>
                      </a:moveTo>
                      <a:lnTo>
                        <a:pt x="0" y="203"/>
                      </a:lnTo>
                      <a:lnTo>
                        <a:pt x="0" y="144"/>
                      </a:lnTo>
                      <a:lnTo>
                        <a:pt x="16" y="144"/>
                      </a:lnTo>
                      <a:lnTo>
                        <a:pt x="16" y="203"/>
                      </a:lnTo>
                      <a:close/>
                      <a:moveTo>
                        <a:pt x="16" y="104"/>
                      </a:moveTo>
                      <a:lnTo>
                        <a:pt x="0" y="104"/>
                      </a:lnTo>
                      <a:lnTo>
                        <a:pt x="0" y="45"/>
                      </a:lnTo>
                      <a:lnTo>
                        <a:pt x="16" y="45"/>
                      </a:lnTo>
                      <a:lnTo>
                        <a:pt x="16" y="104"/>
                      </a:lnTo>
                      <a:close/>
                      <a:moveTo>
                        <a:pt x="16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51" name="组合 650">
                <a:extLst>
                  <a:ext uri="{FF2B5EF4-FFF2-40B4-BE49-F238E27FC236}">
                    <a16:creationId xmlns:a16="http://schemas.microsoft.com/office/drawing/2014/main" id="{69758352-F80A-1CCC-2A3F-2B802D498890}"/>
                  </a:ext>
                </a:extLst>
              </p:cNvPr>
              <p:cNvGrpSpPr/>
              <p:nvPr/>
            </p:nvGrpSpPr>
            <p:grpSpPr>
              <a:xfrm flipV="1">
                <a:off x="4408978" y="2191891"/>
                <a:ext cx="590077" cy="1366825"/>
                <a:chOff x="4408630" y="3487005"/>
                <a:chExt cx="590077" cy="1366825"/>
              </a:xfrm>
              <a:noFill/>
            </p:grpSpPr>
            <p:sp>
              <p:nvSpPr>
                <p:cNvPr id="652" name="Freeform 147">
                  <a:extLst>
                    <a:ext uri="{FF2B5EF4-FFF2-40B4-BE49-F238E27FC236}">
                      <a16:creationId xmlns:a16="http://schemas.microsoft.com/office/drawing/2014/main" id="{5F5D6CD0-C265-5511-3D81-2BCA25E8AC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238879" cy="47459"/>
                </a:xfrm>
                <a:custGeom>
                  <a:avLst/>
                  <a:gdLst>
                    <a:gd name="T0" fmla="*/ 58 w 64"/>
                    <a:gd name="T1" fmla="*/ 0 h 13"/>
                    <a:gd name="T2" fmla="*/ 7 w 64"/>
                    <a:gd name="T3" fmla="*/ 0 h 13"/>
                    <a:gd name="T4" fmla="*/ 0 w 64"/>
                    <a:gd name="T5" fmla="*/ 7 h 13"/>
                    <a:gd name="T6" fmla="*/ 7 w 64"/>
                    <a:gd name="T7" fmla="*/ 13 h 13"/>
                    <a:gd name="T8" fmla="*/ 58 w 64"/>
                    <a:gd name="T9" fmla="*/ 13 h 13"/>
                    <a:gd name="T10" fmla="*/ 64 w 64"/>
                    <a:gd name="T11" fmla="*/ 7 h 13"/>
                    <a:gd name="T12" fmla="*/ 58 w 64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5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3" name="Freeform 148">
                  <a:extLst>
                    <a:ext uri="{FF2B5EF4-FFF2-40B4-BE49-F238E27FC236}">
                      <a16:creationId xmlns:a16="http://schemas.microsoft.com/office/drawing/2014/main" id="{292B1A22-CBD1-58FC-EF13-3B0739DB21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7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7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4" name="Freeform 149">
                  <a:extLst>
                    <a:ext uri="{FF2B5EF4-FFF2-40B4-BE49-F238E27FC236}">
                      <a16:creationId xmlns:a16="http://schemas.microsoft.com/office/drawing/2014/main" id="{417E6BE5-CA87-00A6-239A-0BE1D701D1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6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6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6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4" name="Freeform 150">
                  <a:extLst>
                    <a:ext uri="{FF2B5EF4-FFF2-40B4-BE49-F238E27FC236}">
                      <a16:creationId xmlns:a16="http://schemas.microsoft.com/office/drawing/2014/main" id="{A38863D6-6496-777B-1533-A4D8FE864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128140" cy="45878"/>
                </a:xfrm>
                <a:custGeom>
                  <a:avLst/>
                  <a:gdLst>
                    <a:gd name="T0" fmla="*/ 6 w 34"/>
                    <a:gd name="T1" fmla="*/ 12 h 12"/>
                    <a:gd name="T2" fmla="*/ 28 w 34"/>
                    <a:gd name="T3" fmla="*/ 12 h 12"/>
                    <a:gd name="T4" fmla="*/ 34 w 34"/>
                    <a:gd name="T5" fmla="*/ 6 h 12"/>
                    <a:gd name="T6" fmla="*/ 28 w 34"/>
                    <a:gd name="T7" fmla="*/ 0 h 12"/>
                    <a:gd name="T8" fmla="*/ 6 w 34"/>
                    <a:gd name="T9" fmla="*/ 0 h 12"/>
                    <a:gd name="T10" fmla="*/ 0 w 34"/>
                    <a:gd name="T11" fmla="*/ 6 h 12"/>
                    <a:gd name="T12" fmla="*/ 6 w 34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2">
                      <a:moveTo>
                        <a:pt x="6" y="12"/>
                      </a:move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2" y="12"/>
                        <a:pt x="34" y="9"/>
                        <a:pt x="34" y="6"/>
                      </a:cubicBezTo>
                      <a:cubicBezTo>
                        <a:pt x="34" y="3"/>
                        <a:pt x="32" y="0"/>
                        <a:pt x="2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5" name="Freeform 151">
                  <a:extLst>
                    <a:ext uri="{FF2B5EF4-FFF2-40B4-BE49-F238E27FC236}">
                      <a16:creationId xmlns:a16="http://schemas.microsoft.com/office/drawing/2014/main" id="{0C34BD23-B54E-0E19-2C94-C18B81318D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630" y="4100811"/>
                  <a:ext cx="590077" cy="753019"/>
                </a:xfrm>
                <a:custGeom>
                  <a:avLst/>
                  <a:gdLst>
                    <a:gd name="T0" fmla="*/ 80 w 158"/>
                    <a:gd name="T1" fmla="*/ 201 h 201"/>
                    <a:gd name="T2" fmla="*/ 158 w 158"/>
                    <a:gd name="T3" fmla="*/ 121 h 201"/>
                    <a:gd name="T4" fmla="*/ 142 w 158"/>
                    <a:gd name="T5" fmla="*/ 78 h 201"/>
                    <a:gd name="T6" fmla="*/ 120 w 158"/>
                    <a:gd name="T7" fmla="*/ 18 h 201"/>
                    <a:gd name="T8" fmla="*/ 103 w 158"/>
                    <a:gd name="T9" fmla="*/ 1 h 201"/>
                    <a:gd name="T10" fmla="*/ 80 w 158"/>
                    <a:gd name="T11" fmla="*/ 1 h 201"/>
                    <a:gd name="T12" fmla="*/ 50 w 158"/>
                    <a:gd name="T13" fmla="*/ 1 h 201"/>
                    <a:gd name="T14" fmla="*/ 29 w 158"/>
                    <a:gd name="T15" fmla="*/ 53 h 201"/>
                    <a:gd name="T16" fmla="*/ 0 w 158"/>
                    <a:gd name="T17" fmla="*/ 124 h 201"/>
                    <a:gd name="T18" fmla="*/ 80 w 158"/>
                    <a:gd name="T19" fmla="*/ 20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8" h="201">
                      <a:moveTo>
                        <a:pt x="80" y="201"/>
                      </a:moveTo>
                      <a:cubicBezTo>
                        <a:pt x="132" y="201"/>
                        <a:pt x="158" y="164"/>
                        <a:pt x="158" y="121"/>
                      </a:cubicBezTo>
                      <a:cubicBezTo>
                        <a:pt x="158" y="108"/>
                        <a:pt x="151" y="93"/>
                        <a:pt x="142" y="78"/>
                      </a:cubicBezTo>
                      <a:cubicBezTo>
                        <a:pt x="133" y="63"/>
                        <a:pt x="125" y="37"/>
                        <a:pt x="120" y="18"/>
                      </a:cubicBezTo>
                      <a:cubicBezTo>
                        <a:pt x="115" y="0"/>
                        <a:pt x="103" y="1"/>
                        <a:pt x="103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80" y="1"/>
                        <a:pt x="62" y="1"/>
                        <a:pt x="50" y="1"/>
                      </a:cubicBezTo>
                      <a:cubicBezTo>
                        <a:pt x="38" y="1"/>
                        <a:pt x="40" y="26"/>
                        <a:pt x="29" y="53"/>
                      </a:cubicBezTo>
                      <a:cubicBezTo>
                        <a:pt x="19" y="79"/>
                        <a:pt x="0" y="94"/>
                        <a:pt x="0" y="124"/>
                      </a:cubicBezTo>
                      <a:cubicBezTo>
                        <a:pt x="0" y="153"/>
                        <a:pt x="28" y="201"/>
                        <a:pt x="80" y="2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6" name="Freeform 152">
                  <a:extLst>
                    <a:ext uri="{FF2B5EF4-FFF2-40B4-BE49-F238E27FC236}">
                      <a16:creationId xmlns:a16="http://schemas.microsoft.com/office/drawing/2014/main" id="{7ADBA612-4005-98E7-27C5-5CD59C5D82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7623" y="4100811"/>
                  <a:ext cx="291083" cy="753019"/>
                </a:xfrm>
                <a:custGeom>
                  <a:avLst/>
                  <a:gdLst>
                    <a:gd name="T0" fmla="*/ 78 w 78"/>
                    <a:gd name="T1" fmla="*/ 121 h 201"/>
                    <a:gd name="T2" fmla="*/ 62 w 78"/>
                    <a:gd name="T3" fmla="*/ 78 h 201"/>
                    <a:gd name="T4" fmla="*/ 40 w 78"/>
                    <a:gd name="T5" fmla="*/ 18 h 201"/>
                    <a:gd name="T6" fmla="*/ 23 w 78"/>
                    <a:gd name="T7" fmla="*/ 1 h 201"/>
                    <a:gd name="T8" fmla="*/ 0 w 78"/>
                    <a:gd name="T9" fmla="*/ 1 h 201"/>
                    <a:gd name="T10" fmla="*/ 0 w 78"/>
                    <a:gd name="T11" fmla="*/ 201 h 201"/>
                    <a:gd name="T12" fmla="*/ 78 w 78"/>
                    <a:gd name="T13" fmla="*/ 12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201">
                      <a:moveTo>
                        <a:pt x="78" y="121"/>
                      </a:moveTo>
                      <a:cubicBezTo>
                        <a:pt x="78" y="108"/>
                        <a:pt x="71" y="93"/>
                        <a:pt x="62" y="78"/>
                      </a:cubicBezTo>
                      <a:cubicBezTo>
                        <a:pt x="53" y="63"/>
                        <a:pt x="45" y="37"/>
                        <a:pt x="40" y="18"/>
                      </a:cubicBezTo>
                      <a:cubicBezTo>
                        <a:pt x="35" y="0"/>
                        <a:pt x="23" y="1"/>
                        <a:pt x="2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52" y="201"/>
                        <a:pt x="78" y="164"/>
                        <a:pt x="78" y="1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7" name="Freeform 153">
                  <a:extLst>
                    <a:ext uri="{FF2B5EF4-FFF2-40B4-BE49-F238E27FC236}">
                      <a16:creationId xmlns:a16="http://schemas.microsoft.com/office/drawing/2014/main" id="{2C7C6C1D-BD3C-55B2-0EBC-90CE55550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123394" cy="47459"/>
                </a:xfrm>
                <a:custGeom>
                  <a:avLst/>
                  <a:gdLst>
                    <a:gd name="T0" fmla="*/ 0 w 33"/>
                    <a:gd name="T1" fmla="*/ 7 h 13"/>
                    <a:gd name="T2" fmla="*/ 7 w 33"/>
                    <a:gd name="T3" fmla="*/ 13 h 13"/>
                    <a:gd name="T4" fmla="*/ 33 w 33"/>
                    <a:gd name="T5" fmla="*/ 13 h 13"/>
                    <a:gd name="T6" fmla="*/ 33 w 33"/>
                    <a:gd name="T7" fmla="*/ 0 h 13"/>
                    <a:gd name="T8" fmla="*/ 7 w 33"/>
                    <a:gd name="T9" fmla="*/ 0 h 13"/>
                    <a:gd name="T10" fmla="*/ 0 w 33"/>
                    <a:gd name="T11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0" y="7"/>
                      </a:move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8" name="Freeform 154">
                  <a:extLst>
                    <a:ext uri="{FF2B5EF4-FFF2-40B4-BE49-F238E27FC236}">
                      <a16:creationId xmlns:a16="http://schemas.microsoft.com/office/drawing/2014/main" id="{084061C7-0C92-BD52-FB11-6FA0FF2B9D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7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9" name="Freeform 155">
                  <a:extLst>
                    <a:ext uri="{FF2B5EF4-FFF2-40B4-BE49-F238E27FC236}">
                      <a16:creationId xmlns:a16="http://schemas.microsoft.com/office/drawing/2014/main" id="{964CDAA4-0214-00E7-EAED-49B50E007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6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0" name="Freeform 156">
                  <a:extLst>
                    <a:ext uri="{FF2B5EF4-FFF2-40B4-BE49-F238E27FC236}">
                      <a16:creationId xmlns:a16="http://schemas.microsoft.com/office/drawing/2014/main" id="{63E7BCB4-2D02-3596-D6F9-AD47D77856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68026" cy="45878"/>
                </a:xfrm>
                <a:custGeom>
                  <a:avLst/>
                  <a:gdLst>
                    <a:gd name="T0" fmla="*/ 6 w 18"/>
                    <a:gd name="T1" fmla="*/ 12 h 12"/>
                    <a:gd name="T2" fmla="*/ 18 w 18"/>
                    <a:gd name="T3" fmla="*/ 12 h 12"/>
                    <a:gd name="T4" fmla="*/ 18 w 18"/>
                    <a:gd name="T5" fmla="*/ 0 h 12"/>
                    <a:gd name="T6" fmla="*/ 6 w 18"/>
                    <a:gd name="T7" fmla="*/ 0 h 12"/>
                    <a:gd name="T8" fmla="*/ 0 w 18"/>
                    <a:gd name="T9" fmla="*/ 6 h 12"/>
                    <a:gd name="T10" fmla="*/ 6 w 18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6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1" name="Freeform 162">
                  <a:extLst>
                    <a:ext uri="{FF2B5EF4-FFF2-40B4-BE49-F238E27FC236}">
                      <a16:creationId xmlns:a16="http://schemas.microsoft.com/office/drawing/2014/main" id="{87554903-1471-9F8D-03C2-96E2DC0B86B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6549" y="3487005"/>
                  <a:ext cx="25311" cy="321141"/>
                </a:xfrm>
                <a:custGeom>
                  <a:avLst/>
                  <a:gdLst>
                    <a:gd name="T0" fmla="*/ 16 w 16"/>
                    <a:gd name="T1" fmla="*/ 203 h 203"/>
                    <a:gd name="T2" fmla="*/ 0 w 16"/>
                    <a:gd name="T3" fmla="*/ 203 h 203"/>
                    <a:gd name="T4" fmla="*/ 0 w 16"/>
                    <a:gd name="T5" fmla="*/ 144 h 203"/>
                    <a:gd name="T6" fmla="*/ 16 w 16"/>
                    <a:gd name="T7" fmla="*/ 144 h 203"/>
                    <a:gd name="T8" fmla="*/ 16 w 16"/>
                    <a:gd name="T9" fmla="*/ 203 h 203"/>
                    <a:gd name="T10" fmla="*/ 16 w 16"/>
                    <a:gd name="T11" fmla="*/ 104 h 203"/>
                    <a:gd name="T12" fmla="*/ 0 w 16"/>
                    <a:gd name="T13" fmla="*/ 104 h 203"/>
                    <a:gd name="T14" fmla="*/ 0 w 16"/>
                    <a:gd name="T15" fmla="*/ 45 h 203"/>
                    <a:gd name="T16" fmla="*/ 16 w 16"/>
                    <a:gd name="T17" fmla="*/ 45 h 203"/>
                    <a:gd name="T18" fmla="*/ 16 w 16"/>
                    <a:gd name="T19" fmla="*/ 104 h 203"/>
                    <a:gd name="T20" fmla="*/ 16 w 16"/>
                    <a:gd name="T21" fmla="*/ 2 h 203"/>
                    <a:gd name="T22" fmla="*/ 0 w 16"/>
                    <a:gd name="T23" fmla="*/ 2 h 203"/>
                    <a:gd name="T24" fmla="*/ 0 w 16"/>
                    <a:gd name="T25" fmla="*/ 0 h 203"/>
                    <a:gd name="T26" fmla="*/ 16 w 16"/>
                    <a:gd name="T27" fmla="*/ 0 h 203"/>
                    <a:gd name="T28" fmla="*/ 16 w 16"/>
                    <a:gd name="T29" fmla="*/ 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03">
                      <a:moveTo>
                        <a:pt x="16" y="203"/>
                      </a:moveTo>
                      <a:lnTo>
                        <a:pt x="0" y="203"/>
                      </a:lnTo>
                      <a:lnTo>
                        <a:pt x="0" y="144"/>
                      </a:lnTo>
                      <a:lnTo>
                        <a:pt x="16" y="144"/>
                      </a:lnTo>
                      <a:lnTo>
                        <a:pt x="16" y="203"/>
                      </a:lnTo>
                      <a:close/>
                      <a:moveTo>
                        <a:pt x="16" y="104"/>
                      </a:moveTo>
                      <a:lnTo>
                        <a:pt x="0" y="104"/>
                      </a:lnTo>
                      <a:lnTo>
                        <a:pt x="0" y="45"/>
                      </a:lnTo>
                      <a:lnTo>
                        <a:pt x="16" y="45"/>
                      </a:lnTo>
                      <a:lnTo>
                        <a:pt x="16" y="104"/>
                      </a:lnTo>
                      <a:close/>
                      <a:moveTo>
                        <a:pt x="16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87" name="组合 986">
              <a:extLst>
                <a:ext uri="{FF2B5EF4-FFF2-40B4-BE49-F238E27FC236}">
                  <a16:creationId xmlns:a16="http://schemas.microsoft.com/office/drawing/2014/main" id="{AFCCB50E-9526-FC74-7990-F0E06BF967BF}"/>
                </a:ext>
              </a:extLst>
            </p:cNvPr>
            <p:cNvGrpSpPr/>
            <p:nvPr/>
          </p:nvGrpSpPr>
          <p:grpSpPr>
            <a:xfrm>
              <a:off x="3910308" y="1468733"/>
              <a:ext cx="479974" cy="4108059"/>
              <a:chOff x="3910308" y="1468733"/>
              <a:chExt cx="479974" cy="4108059"/>
            </a:xfrm>
          </p:grpSpPr>
          <p:grpSp>
            <p:nvGrpSpPr>
              <p:cNvPr id="1021" name="组合 1020">
                <a:extLst>
                  <a:ext uri="{FF2B5EF4-FFF2-40B4-BE49-F238E27FC236}">
                    <a16:creationId xmlns:a16="http://schemas.microsoft.com/office/drawing/2014/main" id="{42DE14E4-0BF4-1EB3-F134-BAA8A6671DF7}"/>
                  </a:ext>
                </a:extLst>
              </p:cNvPr>
              <p:cNvGrpSpPr/>
              <p:nvPr/>
            </p:nvGrpSpPr>
            <p:grpSpPr>
              <a:xfrm>
                <a:off x="3910308" y="3523390"/>
                <a:ext cx="479338" cy="2053402"/>
                <a:chOff x="3910308" y="3523390"/>
                <a:chExt cx="479338" cy="2053402"/>
              </a:xfrm>
            </p:grpSpPr>
            <p:sp>
              <p:nvSpPr>
                <p:cNvPr id="159" name="Freeform 127">
                  <a:extLst>
                    <a:ext uri="{FF2B5EF4-FFF2-40B4-BE49-F238E27FC236}">
                      <a16:creationId xmlns:a16="http://schemas.microsoft.com/office/drawing/2014/main" id="{B37A079A-7618-E05D-D91C-28E2136DD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94583" cy="37967"/>
                </a:xfrm>
                <a:custGeom>
                  <a:avLst/>
                  <a:gdLst>
                    <a:gd name="T0" fmla="*/ 47 w 52"/>
                    <a:gd name="T1" fmla="*/ 0 h 10"/>
                    <a:gd name="T2" fmla="*/ 5 w 52"/>
                    <a:gd name="T3" fmla="*/ 0 h 10"/>
                    <a:gd name="T4" fmla="*/ 0 w 52"/>
                    <a:gd name="T5" fmla="*/ 5 h 10"/>
                    <a:gd name="T6" fmla="*/ 5 w 52"/>
                    <a:gd name="T7" fmla="*/ 10 h 10"/>
                    <a:gd name="T8" fmla="*/ 47 w 52"/>
                    <a:gd name="T9" fmla="*/ 10 h 10"/>
                    <a:gd name="T10" fmla="*/ 52 w 52"/>
                    <a:gd name="T11" fmla="*/ 5 h 10"/>
                    <a:gd name="T12" fmla="*/ 47 w 5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0" name="Freeform 128">
                  <a:extLst>
                    <a:ext uri="{FF2B5EF4-FFF2-40B4-BE49-F238E27FC236}">
                      <a16:creationId xmlns:a16="http://schemas.microsoft.com/office/drawing/2014/main" id="{46B3B3C7-E262-FEEE-2CBB-BD0127FA9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94583" cy="37967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1" name="Freeform 129">
                  <a:extLst>
                    <a:ext uri="{FF2B5EF4-FFF2-40B4-BE49-F238E27FC236}">
                      <a16:creationId xmlns:a16="http://schemas.microsoft.com/office/drawing/2014/main" id="{8F6A2C6C-5467-518D-DE81-6CEC167EF3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94583" cy="36386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2" name="Freeform 130">
                  <a:extLst>
                    <a:ext uri="{FF2B5EF4-FFF2-40B4-BE49-F238E27FC236}">
                      <a16:creationId xmlns:a16="http://schemas.microsoft.com/office/drawing/2014/main" id="{BB3608C9-C868-8521-0CCA-251D0BFF7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105993" cy="37967"/>
                </a:xfrm>
                <a:custGeom>
                  <a:avLst/>
                  <a:gdLst>
                    <a:gd name="T0" fmla="*/ 5 w 28"/>
                    <a:gd name="T1" fmla="*/ 10 h 10"/>
                    <a:gd name="T2" fmla="*/ 23 w 28"/>
                    <a:gd name="T3" fmla="*/ 10 h 10"/>
                    <a:gd name="T4" fmla="*/ 28 w 28"/>
                    <a:gd name="T5" fmla="*/ 5 h 10"/>
                    <a:gd name="T6" fmla="*/ 23 w 28"/>
                    <a:gd name="T7" fmla="*/ 0 h 10"/>
                    <a:gd name="T8" fmla="*/ 5 w 28"/>
                    <a:gd name="T9" fmla="*/ 0 h 10"/>
                    <a:gd name="T10" fmla="*/ 0 w 28"/>
                    <a:gd name="T11" fmla="*/ 5 h 10"/>
                    <a:gd name="T12" fmla="*/ 5 w 28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0">
                      <a:moveTo>
                        <a:pt x="5" y="10"/>
                      </a:move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6" y="10"/>
                        <a:pt x="28" y="8"/>
                        <a:pt x="28" y="5"/>
                      </a:cubicBezTo>
                      <a:cubicBezTo>
                        <a:pt x="28" y="3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3" name="Freeform 131">
                  <a:extLst>
                    <a:ext uri="{FF2B5EF4-FFF2-40B4-BE49-F238E27FC236}">
                      <a16:creationId xmlns:a16="http://schemas.microsoft.com/office/drawing/2014/main" id="{E3B83D66-229D-DAE5-E3D6-55D230D70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0308" y="4966150"/>
                  <a:ext cx="479338" cy="610642"/>
                </a:xfrm>
                <a:custGeom>
                  <a:avLst/>
                  <a:gdLst>
                    <a:gd name="T0" fmla="*/ 65 w 128"/>
                    <a:gd name="T1" fmla="*/ 163 h 163"/>
                    <a:gd name="T2" fmla="*/ 128 w 128"/>
                    <a:gd name="T3" fmla="*/ 99 h 163"/>
                    <a:gd name="T4" fmla="*/ 115 w 128"/>
                    <a:gd name="T5" fmla="*/ 63 h 163"/>
                    <a:gd name="T6" fmla="*/ 97 w 128"/>
                    <a:gd name="T7" fmla="*/ 15 h 163"/>
                    <a:gd name="T8" fmla="*/ 83 w 128"/>
                    <a:gd name="T9" fmla="*/ 1 h 163"/>
                    <a:gd name="T10" fmla="*/ 65 w 128"/>
                    <a:gd name="T11" fmla="*/ 1 h 163"/>
                    <a:gd name="T12" fmla="*/ 40 w 128"/>
                    <a:gd name="T13" fmla="*/ 1 h 163"/>
                    <a:gd name="T14" fmla="*/ 24 w 128"/>
                    <a:gd name="T15" fmla="*/ 43 h 163"/>
                    <a:gd name="T16" fmla="*/ 0 w 128"/>
                    <a:gd name="T17" fmla="*/ 100 h 163"/>
                    <a:gd name="T18" fmla="*/ 65 w 128"/>
                    <a:gd name="T1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8" h="163">
                      <a:moveTo>
                        <a:pt x="65" y="163"/>
                      </a:moveTo>
                      <a:cubicBezTo>
                        <a:pt x="107" y="163"/>
                        <a:pt x="128" y="133"/>
                        <a:pt x="128" y="99"/>
                      </a:cubicBezTo>
                      <a:cubicBezTo>
                        <a:pt x="128" y="88"/>
                        <a:pt x="122" y="76"/>
                        <a:pt x="115" y="63"/>
                      </a:cubicBezTo>
                      <a:cubicBezTo>
                        <a:pt x="107" y="51"/>
                        <a:pt x="101" y="30"/>
                        <a:pt x="97" y="15"/>
                      </a:cubicBezTo>
                      <a:cubicBezTo>
                        <a:pt x="93" y="0"/>
                        <a:pt x="83" y="1"/>
                        <a:pt x="83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50" y="1"/>
                        <a:pt x="40" y="1"/>
                      </a:cubicBezTo>
                      <a:cubicBezTo>
                        <a:pt x="31" y="1"/>
                        <a:pt x="32" y="21"/>
                        <a:pt x="24" y="43"/>
                      </a:cubicBezTo>
                      <a:cubicBezTo>
                        <a:pt x="15" y="65"/>
                        <a:pt x="0" y="76"/>
                        <a:pt x="0" y="100"/>
                      </a:cubicBezTo>
                      <a:cubicBezTo>
                        <a:pt x="0" y="124"/>
                        <a:pt x="23" y="163"/>
                        <a:pt x="65" y="163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4" name="Freeform 132">
                  <a:extLst>
                    <a:ext uri="{FF2B5EF4-FFF2-40B4-BE49-F238E27FC236}">
                      <a16:creationId xmlns:a16="http://schemas.microsoft.com/office/drawing/2014/main" id="{2048418B-F737-51D3-E29C-C439FE9D71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53932" y="4966150"/>
                  <a:ext cx="235714" cy="610642"/>
                </a:xfrm>
                <a:custGeom>
                  <a:avLst/>
                  <a:gdLst>
                    <a:gd name="T0" fmla="*/ 63 w 63"/>
                    <a:gd name="T1" fmla="*/ 99 h 163"/>
                    <a:gd name="T2" fmla="*/ 50 w 63"/>
                    <a:gd name="T3" fmla="*/ 63 h 163"/>
                    <a:gd name="T4" fmla="*/ 32 w 63"/>
                    <a:gd name="T5" fmla="*/ 15 h 163"/>
                    <a:gd name="T6" fmla="*/ 18 w 63"/>
                    <a:gd name="T7" fmla="*/ 1 h 163"/>
                    <a:gd name="T8" fmla="*/ 0 w 63"/>
                    <a:gd name="T9" fmla="*/ 1 h 163"/>
                    <a:gd name="T10" fmla="*/ 0 w 63"/>
                    <a:gd name="T11" fmla="*/ 163 h 163"/>
                    <a:gd name="T12" fmla="*/ 63 w 63"/>
                    <a:gd name="T13" fmla="*/ 99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163">
                      <a:moveTo>
                        <a:pt x="63" y="99"/>
                      </a:moveTo>
                      <a:cubicBezTo>
                        <a:pt x="63" y="88"/>
                        <a:pt x="57" y="76"/>
                        <a:pt x="50" y="63"/>
                      </a:cubicBezTo>
                      <a:cubicBezTo>
                        <a:pt x="42" y="51"/>
                        <a:pt x="36" y="30"/>
                        <a:pt x="32" y="15"/>
                      </a:cubicBezTo>
                      <a:cubicBezTo>
                        <a:pt x="28" y="0"/>
                        <a:pt x="18" y="1"/>
                        <a:pt x="18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42" y="163"/>
                        <a:pt x="63" y="133"/>
                        <a:pt x="63" y="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5" name="Freeform 133">
                  <a:extLst>
                    <a:ext uri="{FF2B5EF4-FFF2-40B4-BE49-F238E27FC236}">
                      <a16:creationId xmlns:a16="http://schemas.microsoft.com/office/drawing/2014/main" id="{FAB45454-D0D2-283B-151E-D2D8FFDD7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6" name="Freeform 134">
                  <a:extLst>
                    <a:ext uri="{FF2B5EF4-FFF2-40B4-BE49-F238E27FC236}">
                      <a16:creationId xmlns:a16="http://schemas.microsoft.com/office/drawing/2014/main" id="{BB9D352C-19F3-8F13-5F15-4D73EECC2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01246" cy="37967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7" name="Freeform 135">
                  <a:extLst>
                    <a:ext uri="{FF2B5EF4-FFF2-40B4-BE49-F238E27FC236}">
                      <a16:creationId xmlns:a16="http://schemas.microsoft.com/office/drawing/2014/main" id="{620011A3-646F-65DA-2010-5EBD39F005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01246" cy="36386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8" name="Freeform 136">
                  <a:extLst>
                    <a:ext uri="{FF2B5EF4-FFF2-40B4-BE49-F238E27FC236}">
                      <a16:creationId xmlns:a16="http://schemas.microsoft.com/office/drawing/2014/main" id="{FFDB263C-85CD-E816-F69B-AFF366CEEF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56951" cy="37967"/>
                </a:xfrm>
                <a:custGeom>
                  <a:avLst/>
                  <a:gdLst>
                    <a:gd name="T0" fmla="*/ 5 w 15"/>
                    <a:gd name="T1" fmla="*/ 10 h 10"/>
                    <a:gd name="T2" fmla="*/ 15 w 15"/>
                    <a:gd name="T3" fmla="*/ 10 h 10"/>
                    <a:gd name="T4" fmla="*/ 15 w 15"/>
                    <a:gd name="T5" fmla="*/ 0 h 10"/>
                    <a:gd name="T6" fmla="*/ 5 w 15"/>
                    <a:gd name="T7" fmla="*/ 0 h 10"/>
                    <a:gd name="T8" fmla="*/ 0 w 15"/>
                    <a:gd name="T9" fmla="*/ 5 h 10"/>
                    <a:gd name="T10" fmla="*/ 5 w 1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9" name="Freeform 163">
                  <a:extLst>
                    <a:ext uri="{FF2B5EF4-FFF2-40B4-BE49-F238E27FC236}">
                      <a16:creationId xmlns:a16="http://schemas.microsoft.com/office/drawing/2014/main" id="{35EB153C-66B8-675C-594B-FD33B213AD2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138112" y="3523390"/>
                  <a:ext cx="26894" cy="1207046"/>
                </a:xfrm>
                <a:custGeom>
                  <a:avLst/>
                  <a:gdLst>
                    <a:gd name="T0" fmla="*/ 17 w 17"/>
                    <a:gd name="T1" fmla="*/ 763 h 763"/>
                    <a:gd name="T2" fmla="*/ 0 w 17"/>
                    <a:gd name="T3" fmla="*/ 763 h 763"/>
                    <a:gd name="T4" fmla="*/ 0 w 17"/>
                    <a:gd name="T5" fmla="*/ 706 h 763"/>
                    <a:gd name="T6" fmla="*/ 17 w 17"/>
                    <a:gd name="T7" fmla="*/ 706 h 763"/>
                    <a:gd name="T8" fmla="*/ 17 w 17"/>
                    <a:gd name="T9" fmla="*/ 763 h 763"/>
                    <a:gd name="T10" fmla="*/ 17 w 17"/>
                    <a:gd name="T11" fmla="*/ 663 h 763"/>
                    <a:gd name="T12" fmla="*/ 0 w 17"/>
                    <a:gd name="T13" fmla="*/ 663 h 763"/>
                    <a:gd name="T14" fmla="*/ 0 w 17"/>
                    <a:gd name="T15" fmla="*/ 604 h 763"/>
                    <a:gd name="T16" fmla="*/ 17 w 17"/>
                    <a:gd name="T17" fmla="*/ 604 h 763"/>
                    <a:gd name="T18" fmla="*/ 17 w 17"/>
                    <a:gd name="T19" fmla="*/ 663 h 763"/>
                    <a:gd name="T20" fmla="*/ 17 w 17"/>
                    <a:gd name="T21" fmla="*/ 562 h 763"/>
                    <a:gd name="T22" fmla="*/ 0 w 17"/>
                    <a:gd name="T23" fmla="*/ 562 h 763"/>
                    <a:gd name="T24" fmla="*/ 0 w 17"/>
                    <a:gd name="T25" fmla="*/ 505 h 763"/>
                    <a:gd name="T26" fmla="*/ 17 w 17"/>
                    <a:gd name="T27" fmla="*/ 505 h 763"/>
                    <a:gd name="T28" fmla="*/ 17 w 17"/>
                    <a:gd name="T29" fmla="*/ 562 h 763"/>
                    <a:gd name="T30" fmla="*/ 17 w 17"/>
                    <a:gd name="T31" fmla="*/ 462 h 763"/>
                    <a:gd name="T32" fmla="*/ 0 w 17"/>
                    <a:gd name="T33" fmla="*/ 462 h 763"/>
                    <a:gd name="T34" fmla="*/ 0 w 17"/>
                    <a:gd name="T35" fmla="*/ 403 h 763"/>
                    <a:gd name="T36" fmla="*/ 17 w 17"/>
                    <a:gd name="T37" fmla="*/ 403 h 763"/>
                    <a:gd name="T38" fmla="*/ 17 w 17"/>
                    <a:gd name="T39" fmla="*/ 462 h 763"/>
                    <a:gd name="T40" fmla="*/ 17 w 17"/>
                    <a:gd name="T41" fmla="*/ 363 h 763"/>
                    <a:gd name="T42" fmla="*/ 0 w 17"/>
                    <a:gd name="T43" fmla="*/ 363 h 763"/>
                    <a:gd name="T44" fmla="*/ 0 w 17"/>
                    <a:gd name="T45" fmla="*/ 303 h 763"/>
                    <a:gd name="T46" fmla="*/ 17 w 17"/>
                    <a:gd name="T47" fmla="*/ 303 h 763"/>
                    <a:gd name="T48" fmla="*/ 17 w 17"/>
                    <a:gd name="T49" fmla="*/ 363 h 763"/>
                    <a:gd name="T50" fmla="*/ 17 w 17"/>
                    <a:gd name="T51" fmla="*/ 261 h 763"/>
                    <a:gd name="T52" fmla="*/ 0 w 17"/>
                    <a:gd name="T53" fmla="*/ 261 h 763"/>
                    <a:gd name="T54" fmla="*/ 0 w 17"/>
                    <a:gd name="T55" fmla="*/ 202 h 763"/>
                    <a:gd name="T56" fmla="*/ 17 w 17"/>
                    <a:gd name="T57" fmla="*/ 202 h 763"/>
                    <a:gd name="T58" fmla="*/ 17 w 17"/>
                    <a:gd name="T59" fmla="*/ 261 h 763"/>
                    <a:gd name="T60" fmla="*/ 17 w 17"/>
                    <a:gd name="T61" fmla="*/ 161 h 763"/>
                    <a:gd name="T62" fmla="*/ 0 w 17"/>
                    <a:gd name="T63" fmla="*/ 161 h 763"/>
                    <a:gd name="T64" fmla="*/ 0 w 17"/>
                    <a:gd name="T65" fmla="*/ 102 h 763"/>
                    <a:gd name="T66" fmla="*/ 17 w 17"/>
                    <a:gd name="T67" fmla="*/ 102 h 763"/>
                    <a:gd name="T68" fmla="*/ 17 w 17"/>
                    <a:gd name="T69" fmla="*/ 161 h 763"/>
                    <a:gd name="T70" fmla="*/ 17 w 17"/>
                    <a:gd name="T71" fmla="*/ 60 h 763"/>
                    <a:gd name="T72" fmla="*/ 0 w 17"/>
                    <a:gd name="T73" fmla="*/ 60 h 763"/>
                    <a:gd name="T74" fmla="*/ 0 w 17"/>
                    <a:gd name="T75" fmla="*/ 0 h 763"/>
                    <a:gd name="T76" fmla="*/ 17 w 17"/>
                    <a:gd name="T77" fmla="*/ 0 h 763"/>
                    <a:gd name="T78" fmla="*/ 17 w 17"/>
                    <a:gd name="T79" fmla="*/ 60 h 7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" h="763">
                      <a:moveTo>
                        <a:pt x="17" y="763"/>
                      </a:moveTo>
                      <a:lnTo>
                        <a:pt x="0" y="763"/>
                      </a:lnTo>
                      <a:lnTo>
                        <a:pt x="0" y="706"/>
                      </a:lnTo>
                      <a:lnTo>
                        <a:pt x="17" y="706"/>
                      </a:lnTo>
                      <a:lnTo>
                        <a:pt x="17" y="763"/>
                      </a:lnTo>
                      <a:close/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2"/>
                      </a:moveTo>
                      <a:lnTo>
                        <a:pt x="0" y="562"/>
                      </a:lnTo>
                      <a:lnTo>
                        <a:pt x="0" y="505"/>
                      </a:lnTo>
                      <a:lnTo>
                        <a:pt x="17" y="505"/>
                      </a:lnTo>
                      <a:lnTo>
                        <a:pt x="17" y="562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3"/>
                      </a:moveTo>
                      <a:lnTo>
                        <a:pt x="0" y="363"/>
                      </a:lnTo>
                      <a:lnTo>
                        <a:pt x="0" y="303"/>
                      </a:lnTo>
                      <a:lnTo>
                        <a:pt x="17" y="303"/>
                      </a:lnTo>
                      <a:lnTo>
                        <a:pt x="17" y="363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61"/>
                      </a:moveTo>
                      <a:lnTo>
                        <a:pt x="0" y="161"/>
                      </a:lnTo>
                      <a:lnTo>
                        <a:pt x="0" y="102"/>
                      </a:lnTo>
                      <a:lnTo>
                        <a:pt x="17" y="102"/>
                      </a:lnTo>
                      <a:lnTo>
                        <a:pt x="17" y="161"/>
                      </a:lnTo>
                      <a:close/>
                      <a:moveTo>
                        <a:pt x="17" y="60"/>
                      </a:moveTo>
                      <a:lnTo>
                        <a:pt x="0" y="6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60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22" name="组合 1021">
                <a:extLst>
                  <a:ext uri="{FF2B5EF4-FFF2-40B4-BE49-F238E27FC236}">
                    <a16:creationId xmlns:a16="http://schemas.microsoft.com/office/drawing/2014/main" id="{AE91008E-BA8C-6872-A851-86E03E6FB601}"/>
                  </a:ext>
                </a:extLst>
              </p:cNvPr>
              <p:cNvGrpSpPr/>
              <p:nvPr/>
            </p:nvGrpSpPr>
            <p:grpSpPr>
              <a:xfrm flipV="1">
                <a:off x="3910944" y="1468733"/>
                <a:ext cx="479338" cy="2053402"/>
                <a:chOff x="3910308" y="3523390"/>
                <a:chExt cx="479338" cy="2053402"/>
              </a:xfrm>
              <a:noFill/>
            </p:grpSpPr>
            <p:sp>
              <p:nvSpPr>
                <p:cNvPr id="1023" name="Freeform 127">
                  <a:extLst>
                    <a:ext uri="{FF2B5EF4-FFF2-40B4-BE49-F238E27FC236}">
                      <a16:creationId xmlns:a16="http://schemas.microsoft.com/office/drawing/2014/main" id="{AB4F3588-4F07-BC85-1D0D-48E2A8453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94583" cy="37967"/>
                </a:xfrm>
                <a:custGeom>
                  <a:avLst/>
                  <a:gdLst>
                    <a:gd name="T0" fmla="*/ 47 w 52"/>
                    <a:gd name="T1" fmla="*/ 0 h 10"/>
                    <a:gd name="T2" fmla="*/ 5 w 52"/>
                    <a:gd name="T3" fmla="*/ 0 h 10"/>
                    <a:gd name="T4" fmla="*/ 0 w 52"/>
                    <a:gd name="T5" fmla="*/ 5 h 10"/>
                    <a:gd name="T6" fmla="*/ 5 w 52"/>
                    <a:gd name="T7" fmla="*/ 10 h 10"/>
                    <a:gd name="T8" fmla="*/ 47 w 52"/>
                    <a:gd name="T9" fmla="*/ 10 h 10"/>
                    <a:gd name="T10" fmla="*/ 52 w 52"/>
                    <a:gd name="T11" fmla="*/ 5 h 10"/>
                    <a:gd name="T12" fmla="*/ 47 w 5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" name="Freeform 128">
                  <a:extLst>
                    <a:ext uri="{FF2B5EF4-FFF2-40B4-BE49-F238E27FC236}">
                      <a16:creationId xmlns:a16="http://schemas.microsoft.com/office/drawing/2014/main" id="{F3667ED6-7FF2-EEF7-C70A-A3C850DD7E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94583" cy="37967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0" name="Freeform 129">
                  <a:extLst>
                    <a:ext uri="{FF2B5EF4-FFF2-40B4-BE49-F238E27FC236}">
                      <a16:creationId xmlns:a16="http://schemas.microsoft.com/office/drawing/2014/main" id="{464FD58C-FBAD-69E7-DCD8-1E3C99A995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94583" cy="36386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" name="Freeform 130">
                  <a:extLst>
                    <a:ext uri="{FF2B5EF4-FFF2-40B4-BE49-F238E27FC236}">
                      <a16:creationId xmlns:a16="http://schemas.microsoft.com/office/drawing/2014/main" id="{AEE00E2B-BDEE-6915-7E7C-333EB1F0EA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105993" cy="37967"/>
                </a:xfrm>
                <a:custGeom>
                  <a:avLst/>
                  <a:gdLst>
                    <a:gd name="T0" fmla="*/ 5 w 28"/>
                    <a:gd name="T1" fmla="*/ 10 h 10"/>
                    <a:gd name="T2" fmla="*/ 23 w 28"/>
                    <a:gd name="T3" fmla="*/ 10 h 10"/>
                    <a:gd name="T4" fmla="*/ 28 w 28"/>
                    <a:gd name="T5" fmla="*/ 5 h 10"/>
                    <a:gd name="T6" fmla="*/ 23 w 28"/>
                    <a:gd name="T7" fmla="*/ 0 h 10"/>
                    <a:gd name="T8" fmla="*/ 5 w 28"/>
                    <a:gd name="T9" fmla="*/ 0 h 10"/>
                    <a:gd name="T10" fmla="*/ 0 w 28"/>
                    <a:gd name="T11" fmla="*/ 5 h 10"/>
                    <a:gd name="T12" fmla="*/ 5 w 28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0">
                      <a:moveTo>
                        <a:pt x="5" y="10"/>
                      </a:move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6" y="10"/>
                        <a:pt x="28" y="8"/>
                        <a:pt x="28" y="5"/>
                      </a:cubicBezTo>
                      <a:cubicBezTo>
                        <a:pt x="28" y="3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" name="Freeform 131">
                  <a:extLst>
                    <a:ext uri="{FF2B5EF4-FFF2-40B4-BE49-F238E27FC236}">
                      <a16:creationId xmlns:a16="http://schemas.microsoft.com/office/drawing/2014/main" id="{FD5025AD-9C16-133B-73C6-B8DA20F9D8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0308" y="4966150"/>
                  <a:ext cx="479338" cy="610642"/>
                </a:xfrm>
                <a:custGeom>
                  <a:avLst/>
                  <a:gdLst>
                    <a:gd name="T0" fmla="*/ 65 w 128"/>
                    <a:gd name="T1" fmla="*/ 163 h 163"/>
                    <a:gd name="T2" fmla="*/ 128 w 128"/>
                    <a:gd name="T3" fmla="*/ 99 h 163"/>
                    <a:gd name="T4" fmla="*/ 115 w 128"/>
                    <a:gd name="T5" fmla="*/ 63 h 163"/>
                    <a:gd name="T6" fmla="*/ 97 w 128"/>
                    <a:gd name="T7" fmla="*/ 15 h 163"/>
                    <a:gd name="T8" fmla="*/ 83 w 128"/>
                    <a:gd name="T9" fmla="*/ 1 h 163"/>
                    <a:gd name="T10" fmla="*/ 65 w 128"/>
                    <a:gd name="T11" fmla="*/ 1 h 163"/>
                    <a:gd name="T12" fmla="*/ 40 w 128"/>
                    <a:gd name="T13" fmla="*/ 1 h 163"/>
                    <a:gd name="T14" fmla="*/ 24 w 128"/>
                    <a:gd name="T15" fmla="*/ 43 h 163"/>
                    <a:gd name="T16" fmla="*/ 0 w 128"/>
                    <a:gd name="T17" fmla="*/ 100 h 163"/>
                    <a:gd name="T18" fmla="*/ 65 w 128"/>
                    <a:gd name="T1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8" h="163">
                      <a:moveTo>
                        <a:pt x="65" y="163"/>
                      </a:moveTo>
                      <a:cubicBezTo>
                        <a:pt x="107" y="163"/>
                        <a:pt x="128" y="133"/>
                        <a:pt x="128" y="99"/>
                      </a:cubicBezTo>
                      <a:cubicBezTo>
                        <a:pt x="128" y="88"/>
                        <a:pt x="122" y="76"/>
                        <a:pt x="115" y="63"/>
                      </a:cubicBezTo>
                      <a:cubicBezTo>
                        <a:pt x="107" y="51"/>
                        <a:pt x="101" y="30"/>
                        <a:pt x="97" y="15"/>
                      </a:cubicBezTo>
                      <a:cubicBezTo>
                        <a:pt x="93" y="0"/>
                        <a:pt x="83" y="1"/>
                        <a:pt x="83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50" y="1"/>
                        <a:pt x="40" y="1"/>
                      </a:cubicBezTo>
                      <a:cubicBezTo>
                        <a:pt x="31" y="1"/>
                        <a:pt x="32" y="21"/>
                        <a:pt x="24" y="43"/>
                      </a:cubicBezTo>
                      <a:cubicBezTo>
                        <a:pt x="15" y="65"/>
                        <a:pt x="0" y="76"/>
                        <a:pt x="0" y="100"/>
                      </a:cubicBezTo>
                      <a:cubicBezTo>
                        <a:pt x="0" y="124"/>
                        <a:pt x="23" y="163"/>
                        <a:pt x="65" y="16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7" name="Freeform 132">
                  <a:extLst>
                    <a:ext uri="{FF2B5EF4-FFF2-40B4-BE49-F238E27FC236}">
                      <a16:creationId xmlns:a16="http://schemas.microsoft.com/office/drawing/2014/main" id="{BC979396-B966-9D7D-2958-FD8FB14D2C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53932" y="4966150"/>
                  <a:ext cx="235714" cy="610642"/>
                </a:xfrm>
                <a:custGeom>
                  <a:avLst/>
                  <a:gdLst>
                    <a:gd name="T0" fmla="*/ 63 w 63"/>
                    <a:gd name="T1" fmla="*/ 99 h 163"/>
                    <a:gd name="T2" fmla="*/ 50 w 63"/>
                    <a:gd name="T3" fmla="*/ 63 h 163"/>
                    <a:gd name="T4" fmla="*/ 32 w 63"/>
                    <a:gd name="T5" fmla="*/ 15 h 163"/>
                    <a:gd name="T6" fmla="*/ 18 w 63"/>
                    <a:gd name="T7" fmla="*/ 1 h 163"/>
                    <a:gd name="T8" fmla="*/ 0 w 63"/>
                    <a:gd name="T9" fmla="*/ 1 h 163"/>
                    <a:gd name="T10" fmla="*/ 0 w 63"/>
                    <a:gd name="T11" fmla="*/ 163 h 163"/>
                    <a:gd name="T12" fmla="*/ 63 w 63"/>
                    <a:gd name="T13" fmla="*/ 99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163">
                      <a:moveTo>
                        <a:pt x="63" y="99"/>
                      </a:moveTo>
                      <a:cubicBezTo>
                        <a:pt x="63" y="88"/>
                        <a:pt x="57" y="76"/>
                        <a:pt x="50" y="63"/>
                      </a:cubicBezTo>
                      <a:cubicBezTo>
                        <a:pt x="42" y="51"/>
                        <a:pt x="36" y="30"/>
                        <a:pt x="32" y="15"/>
                      </a:cubicBezTo>
                      <a:cubicBezTo>
                        <a:pt x="28" y="0"/>
                        <a:pt x="18" y="1"/>
                        <a:pt x="18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42" y="163"/>
                        <a:pt x="63" y="133"/>
                        <a:pt x="63" y="9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8" name="Freeform 133">
                  <a:extLst>
                    <a:ext uri="{FF2B5EF4-FFF2-40B4-BE49-F238E27FC236}">
                      <a16:creationId xmlns:a16="http://schemas.microsoft.com/office/drawing/2014/main" id="{5FEC1BAA-7CB0-3690-2040-A2A08EB7EB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9" name="Freeform 134">
                  <a:extLst>
                    <a:ext uri="{FF2B5EF4-FFF2-40B4-BE49-F238E27FC236}">
                      <a16:creationId xmlns:a16="http://schemas.microsoft.com/office/drawing/2014/main" id="{AFEBE0FF-68CE-02AE-82C8-0D53CA3E4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01246" cy="37967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2" name="Freeform 135">
                  <a:extLst>
                    <a:ext uri="{FF2B5EF4-FFF2-40B4-BE49-F238E27FC236}">
                      <a16:creationId xmlns:a16="http://schemas.microsoft.com/office/drawing/2014/main" id="{AD364637-BE03-F089-14B9-803ACBB0C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01246" cy="36386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6" name="Freeform 136">
                  <a:extLst>
                    <a:ext uri="{FF2B5EF4-FFF2-40B4-BE49-F238E27FC236}">
                      <a16:creationId xmlns:a16="http://schemas.microsoft.com/office/drawing/2014/main" id="{53FEE437-B5A1-D6F9-057B-80D9A4CF0B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56951" cy="37967"/>
                </a:xfrm>
                <a:custGeom>
                  <a:avLst/>
                  <a:gdLst>
                    <a:gd name="T0" fmla="*/ 5 w 15"/>
                    <a:gd name="T1" fmla="*/ 10 h 10"/>
                    <a:gd name="T2" fmla="*/ 15 w 15"/>
                    <a:gd name="T3" fmla="*/ 10 h 10"/>
                    <a:gd name="T4" fmla="*/ 15 w 15"/>
                    <a:gd name="T5" fmla="*/ 0 h 10"/>
                    <a:gd name="T6" fmla="*/ 5 w 15"/>
                    <a:gd name="T7" fmla="*/ 0 h 10"/>
                    <a:gd name="T8" fmla="*/ 0 w 15"/>
                    <a:gd name="T9" fmla="*/ 5 h 10"/>
                    <a:gd name="T10" fmla="*/ 5 w 1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8" name="Freeform 163">
                  <a:extLst>
                    <a:ext uri="{FF2B5EF4-FFF2-40B4-BE49-F238E27FC236}">
                      <a16:creationId xmlns:a16="http://schemas.microsoft.com/office/drawing/2014/main" id="{0FBCC134-52D1-27E7-B970-8D1A86562A0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138112" y="3523390"/>
                  <a:ext cx="26894" cy="1207046"/>
                </a:xfrm>
                <a:custGeom>
                  <a:avLst/>
                  <a:gdLst>
                    <a:gd name="T0" fmla="*/ 17 w 17"/>
                    <a:gd name="T1" fmla="*/ 763 h 763"/>
                    <a:gd name="T2" fmla="*/ 0 w 17"/>
                    <a:gd name="T3" fmla="*/ 763 h 763"/>
                    <a:gd name="T4" fmla="*/ 0 w 17"/>
                    <a:gd name="T5" fmla="*/ 706 h 763"/>
                    <a:gd name="T6" fmla="*/ 17 w 17"/>
                    <a:gd name="T7" fmla="*/ 706 h 763"/>
                    <a:gd name="T8" fmla="*/ 17 w 17"/>
                    <a:gd name="T9" fmla="*/ 763 h 763"/>
                    <a:gd name="T10" fmla="*/ 17 w 17"/>
                    <a:gd name="T11" fmla="*/ 663 h 763"/>
                    <a:gd name="T12" fmla="*/ 0 w 17"/>
                    <a:gd name="T13" fmla="*/ 663 h 763"/>
                    <a:gd name="T14" fmla="*/ 0 w 17"/>
                    <a:gd name="T15" fmla="*/ 604 h 763"/>
                    <a:gd name="T16" fmla="*/ 17 w 17"/>
                    <a:gd name="T17" fmla="*/ 604 h 763"/>
                    <a:gd name="T18" fmla="*/ 17 w 17"/>
                    <a:gd name="T19" fmla="*/ 663 h 763"/>
                    <a:gd name="T20" fmla="*/ 17 w 17"/>
                    <a:gd name="T21" fmla="*/ 562 h 763"/>
                    <a:gd name="T22" fmla="*/ 0 w 17"/>
                    <a:gd name="T23" fmla="*/ 562 h 763"/>
                    <a:gd name="T24" fmla="*/ 0 w 17"/>
                    <a:gd name="T25" fmla="*/ 505 h 763"/>
                    <a:gd name="T26" fmla="*/ 17 w 17"/>
                    <a:gd name="T27" fmla="*/ 505 h 763"/>
                    <a:gd name="T28" fmla="*/ 17 w 17"/>
                    <a:gd name="T29" fmla="*/ 562 h 763"/>
                    <a:gd name="T30" fmla="*/ 17 w 17"/>
                    <a:gd name="T31" fmla="*/ 462 h 763"/>
                    <a:gd name="T32" fmla="*/ 0 w 17"/>
                    <a:gd name="T33" fmla="*/ 462 h 763"/>
                    <a:gd name="T34" fmla="*/ 0 w 17"/>
                    <a:gd name="T35" fmla="*/ 403 h 763"/>
                    <a:gd name="T36" fmla="*/ 17 w 17"/>
                    <a:gd name="T37" fmla="*/ 403 h 763"/>
                    <a:gd name="T38" fmla="*/ 17 w 17"/>
                    <a:gd name="T39" fmla="*/ 462 h 763"/>
                    <a:gd name="T40" fmla="*/ 17 w 17"/>
                    <a:gd name="T41" fmla="*/ 363 h 763"/>
                    <a:gd name="T42" fmla="*/ 0 w 17"/>
                    <a:gd name="T43" fmla="*/ 363 h 763"/>
                    <a:gd name="T44" fmla="*/ 0 w 17"/>
                    <a:gd name="T45" fmla="*/ 303 h 763"/>
                    <a:gd name="T46" fmla="*/ 17 w 17"/>
                    <a:gd name="T47" fmla="*/ 303 h 763"/>
                    <a:gd name="T48" fmla="*/ 17 w 17"/>
                    <a:gd name="T49" fmla="*/ 363 h 763"/>
                    <a:gd name="T50" fmla="*/ 17 w 17"/>
                    <a:gd name="T51" fmla="*/ 261 h 763"/>
                    <a:gd name="T52" fmla="*/ 0 w 17"/>
                    <a:gd name="T53" fmla="*/ 261 h 763"/>
                    <a:gd name="T54" fmla="*/ 0 w 17"/>
                    <a:gd name="T55" fmla="*/ 202 h 763"/>
                    <a:gd name="T56" fmla="*/ 17 w 17"/>
                    <a:gd name="T57" fmla="*/ 202 h 763"/>
                    <a:gd name="T58" fmla="*/ 17 w 17"/>
                    <a:gd name="T59" fmla="*/ 261 h 763"/>
                    <a:gd name="T60" fmla="*/ 17 w 17"/>
                    <a:gd name="T61" fmla="*/ 161 h 763"/>
                    <a:gd name="T62" fmla="*/ 0 w 17"/>
                    <a:gd name="T63" fmla="*/ 161 h 763"/>
                    <a:gd name="T64" fmla="*/ 0 w 17"/>
                    <a:gd name="T65" fmla="*/ 102 h 763"/>
                    <a:gd name="T66" fmla="*/ 17 w 17"/>
                    <a:gd name="T67" fmla="*/ 102 h 763"/>
                    <a:gd name="T68" fmla="*/ 17 w 17"/>
                    <a:gd name="T69" fmla="*/ 161 h 763"/>
                    <a:gd name="T70" fmla="*/ 17 w 17"/>
                    <a:gd name="T71" fmla="*/ 60 h 763"/>
                    <a:gd name="T72" fmla="*/ 0 w 17"/>
                    <a:gd name="T73" fmla="*/ 60 h 763"/>
                    <a:gd name="T74" fmla="*/ 0 w 17"/>
                    <a:gd name="T75" fmla="*/ 0 h 763"/>
                    <a:gd name="T76" fmla="*/ 17 w 17"/>
                    <a:gd name="T77" fmla="*/ 0 h 763"/>
                    <a:gd name="T78" fmla="*/ 17 w 17"/>
                    <a:gd name="T79" fmla="*/ 60 h 7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" h="763">
                      <a:moveTo>
                        <a:pt x="17" y="763"/>
                      </a:moveTo>
                      <a:lnTo>
                        <a:pt x="0" y="763"/>
                      </a:lnTo>
                      <a:lnTo>
                        <a:pt x="0" y="706"/>
                      </a:lnTo>
                      <a:lnTo>
                        <a:pt x="17" y="706"/>
                      </a:lnTo>
                      <a:lnTo>
                        <a:pt x="17" y="763"/>
                      </a:lnTo>
                      <a:close/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2"/>
                      </a:moveTo>
                      <a:lnTo>
                        <a:pt x="0" y="562"/>
                      </a:lnTo>
                      <a:lnTo>
                        <a:pt x="0" y="505"/>
                      </a:lnTo>
                      <a:lnTo>
                        <a:pt x="17" y="505"/>
                      </a:lnTo>
                      <a:lnTo>
                        <a:pt x="17" y="562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3"/>
                      </a:moveTo>
                      <a:lnTo>
                        <a:pt x="0" y="363"/>
                      </a:lnTo>
                      <a:lnTo>
                        <a:pt x="0" y="303"/>
                      </a:lnTo>
                      <a:lnTo>
                        <a:pt x="17" y="303"/>
                      </a:lnTo>
                      <a:lnTo>
                        <a:pt x="17" y="363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61"/>
                      </a:moveTo>
                      <a:lnTo>
                        <a:pt x="0" y="161"/>
                      </a:lnTo>
                      <a:lnTo>
                        <a:pt x="0" y="102"/>
                      </a:lnTo>
                      <a:lnTo>
                        <a:pt x="17" y="102"/>
                      </a:lnTo>
                      <a:lnTo>
                        <a:pt x="17" y="161"/>
                      </a:lnTo>
                      <a:close/>
                      <a:moveTo>
                        <a:pt x="17" y="60"/>
                      </a:moveTo>
                      <a:lnTo>
                        <a:pt x="0" y="6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88" name="组合 987">
              <a:extLst>
                <a:ext uri="{FF2B5EF4-FFF2-40B4-BE49-F238E27FC236}">
                  <a16:creationId xmlns:a16="http://schemas.microsoft.com/office/drawing/2014/main" id="{831B3368-D75B-C99F-A957-46624BF157FA}"/>
                </a:ext>
              </a:extLst>
            </p:cNvPr>
            <p:cNvGrpSpPr/>
            <p:nvPr/>
          </p:nvGrpSpPr>
          <p:grpSpPr>
            <a:xfrm>
              <a:off x="3005419" y="1377441"/>
              <a:ext cx="327468" cy="4172459"/>
              <a:chOff x="3005419" y="1377441"/>
              <a:chExt cx="327468" cy="4172459"/>
            </a:xfrm>
          </p:grpSpPr>
          <p:grpSp>
            <p:nvGrpSpPr>
              <p:cNvPr id="997" name="组合 996">
                <a:extLst>
                  <a:ext uri="{FF2B5EF4-FFF2-40B4-BE49-F238E27FC236}">
                    <a16:creationId xmlns:a16="http://schemas.microsoft.com/office/drawing/2014/main" id="{610165E2-5183-42B0-6E5E-9D59C40C1510}"/>
                  </a:ext>
                </a:extLst>
              </p:cNvPr>
              <p:cNvGrpSpPr/>
              <p:nvPr/>
            </p:nvGrpSpPr>
            <p:grpSpPr>
              <a:xfrm>
                <a:off x="3005419" y="3487005"/>
                <a:ext cx="321142" cy="2062895"/>
                <a:chOff x="3005419" y="3487005"/>
                <a:chExt cx="321142" cy="2062895"/>
              </a:xfrm>
            </p:grpSpPr>
            <p:sp>
              <p:nvSpPr>
                <p:cNvPr id="1010" name="Freeform 117">
                  <a:extLst>
                    <a:ext uri="{FF2B5EF4-FFF2-40B4-BE49-F238E27FC236}">
                      <a16:creationId xmlns:a16="http://schemas.microsoft.com/office/drawing/2014/main" id="{C8EE6B51-7A80-22AF-011B-6EE669281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129722" cy="25311"/>
                </a:xfrm>
                <a:custGeom>
                  <a:avLst/>
                  <a:gdLst>
                    <a:gd name="T0" fmla="*/ 31 w 35"/>
                    <a:gd name="T1" fmla="*/ 0 h 7"/>
                    <a:gd name="T2" fmla="*/ 3 w 35"/>
                    <a:gd name="T3" fmla="*/ 0 h 7"/>
                    <a:gd name="T4" fmla="*/ 0 w 35"/>
                    <a:gd name="T5" fmla="*/ 4 h 7"/>
                    <a:gd name="T6" fmla="*/ 3 w 35"/>
                    <a:gd name="T7" fmla="*/ 7 h 7"/>
                    <a:gd name="T8" fmla="*/ 31 w 35"/>
                    <a:gd name="T9" fmla="*/ 7 h 7"/>
                    <a:gd name="T10" fmla="*/ 35 w 35"/>
                    <a:gd name="T11" fmla="*/ 4 h 7"/>
                    <a:gd name="T12" fmla="*/ 31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1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6"/>
                        <a:pt x="35" y="4"/>
                      </a:cubicBezTo>
                      <a:cubicBezTo>
                        <a:pt x="35" y="2"/>
                        <a:pt x="33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1" name="Freeform 118">
                  <a:extLst>
                    <a:ext uri="{FF2B5EF4-FFF2-40B4-BE49-F238E27FC236}">
                      <a16:creationId xmlns:a16="http://schemas.microsoft.com/office/drawing/2014/main" id="{687364E6-005B-E0FB-FC07-5268D2546F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129722" cy="26894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2" name="Freeform 119">
                  <a:extLst>
                    <a:ext uri="{FF2B5EF4-FFF2-40B4-BE49-F238E27FC236}">
                      <a16:creationId xmlns:a16="http://schemas.microsoft.com/office/drawing/2014/main" id="{478C52D6-FA6C-CF60-595E-4D1B8DEB2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129722" cy="25311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3" name="Freeform 120">
                  <a:extLst>
                    <a:ext uri="{FF2B5EF4-FFF2-40B4-BE49-F238E27FC236}">
                      <a16:creationId xmlns:a16="http://schemas.microsoft.com/office/drawing/2014/main" id="{87DDC0A8-B4DC-774F-2696-D9D9870250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66443" cy="22148"/>
                </a:xfrm>
                <a:custGeom>
                  <a:avLst/>
                  <a:gdLst>
                    <a:gd name="T0" fmla="*/ 3 w 18"/>
                    <a:gd name="T1" fmla="*/ 6 h 6"/>
                    <a:gd name="T2" fmla="*/ 15 w 18"/>
                    <a:gd name="T3" fmla="*/ 6 h 6"/>
                    <a:gd name="T4" fmla="*/ 18 w 18"/>
                    <a:gd name="T5" fmla="*/ 3 h 6"/>
                    <a:gd name="T6" fmla="*/ 15 w 18"/>
                    <a:gd name="T7" fmla="*/ 0 h 6"/>
                    <a:gd name="T8" fmla="*/ 3 w 18"/>
                    <a:gd name="T9" fmla="*/ 0 h 6"/>
                    <a:gd name="T10" fmla="*/ 0 w 18"/>
                    <a:gd name="T11" fmla="*/ 3 h 6"/>
                    <a:gd name="T12" fmla="*/ 3 w 18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6">
                      <a:moveTo>
                        <a:pt x="3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7" y="6"/>
                        <a:pt x="18" y="5"/>
                        <a:pt x="18" y="3"/>
                      </a:cubicBezTo>
                      <a:cubicBezTo>
                        <a:pt x="18" y="1"/>
                        <a:pt x="17" y="0"/>
                        <a:pt x="15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4" name="Freeform 121">
                  <a:extLst>
                    <a:ext uri="{FF2B5EF4-FFF2-40B4-BE49-F238E27FC236}">
                      <a16:creationId xmlns:a16="http://schemas.microsoft.com/office/drawing/2014/main" id="{FA6704CB-E96A-5BE2-7AD7-ABCD0425AC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5419" y="5141750"/>
                  <a:ext cx="321141" cy="408150"/>
                </a:xfrm>
                <a:custGeom>
                  <a:avLst/>
                  <a:gdLst>
                    <a:gd name="T0" fmla="*/ 44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4 w 86"/>
                    <a:gd name="T11" fmla="*/ 1 h 109"/>
                    <a:gd name="T12" fmla="*/ 27 w 86"/>
                    <a:gd name="T13" fmla="*/ 1 h 109"/>
                    <a:gd name="T14" fmla="*/ 16 w 86"/>
                    <a:gd name="T15" fmla="*/ 29 h 109"/>
                    <a:gd name="T16" fmla="*/ 0 w 86"/>
                    <a:gd name="T17" fmla="*/ 67 h 109"/>
                    <a:gd name="T18" fmla="*/ 44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4" y="109"/>
                      </a:moveTo>
                      <a:cubicBezTo>
                        <a:pt x="72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8" y="20"/>
                        <a:pt x="65" y="10"/>
                      </a:cubicBezTo>
                      <a:cubicBezTo>
                        <a:pt x="63" y="0"/>
                        <a:pt x="56" y="1"/>
                        <a:pt x="56" y="1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34" y="1"/>
                        <a:pt x="27" y="1"/>
                      </a:cubicBezTo>
                      <a:cubicBezTo>
                        <a:pt x="21" y="1"/>
                        <a:pt x="22" y="14"/>
                        <a:pt x="16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4" y="109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5" name="Freeform 122">
                  <a:extLst>
                    <a:ext uri="{FF2B5EF4-FFF2-40B4-BE49-F238E27FC236}">
                      <a16:creationId xmlns:a16="http://schemas.microsoft.com/office/drawing/2014/main" id="{3FD3259A-0D1A-1B66-076C-EA2F280DAD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9945" y="5141750"/>
                  <a:ext cx="156616" cy="408150"/>
                </a:xfrm>
                <a:custGeom>
                  <a:avLst/>
                  <a:gdLst>
                    <a:gd name="T0" fmla="*/ 42 w 42"/>
                    <a:gd name="T1" fmla="*/ 66 h 109"/>
                    <a:gd name="T2" fmla="*/ 33 w 42"/>
                    <a:gd name="T3" fmla="*/ 42 h 109"/>
                    <a:gd name="T4" fmla="*/ 21 w 42"/>
                    <a:gd name="T5" fmla="*/ 10 h 109"/>
                    <a:gd name="T6" fmla="*/ 12 w 42"/>
                    <a:gd name="T7" fmla="*/ 1 h 109"/>
                    <a:gd name="T8" fmla="*/ 0 w 42"/>
                    <a:gd name="T9" fmla="*/ 1 h 109"/>
                    <a:gd name="T10" fmla="*/ 0 w 42"/>
                    <a:gd name="T11" fmla="*/ 109 h 109"/>
                    <a:gd name="T12" fmla="*/ 42 w 42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109">
                      <a:moveTo>
                        <a:pt x="42" y="66"/>
                      </a:moveTo>
                      <a:cubicBezTo>
                        <a:pt x="42" y="59"/>
                        <a:pt x="38" y="51"/>
                        <a:pt x="33" y="42"/>
                      </a:cubicBezTo>
                      <a:cubicBezTo>
                        <a:pt x="28" y="34"/>
                        <a:pt x="24" y="20"/>
                        <a:pt x="21" y="10"/>
                      </a:cubicBezTo>
                      <a:cubicBezTo>
                        <a:pt x="19" y="0"/>
                        <a:pt x="12" y="1"/>
                        <a:pt x="12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2" y="89"/>
                        <a:pt x="42" y="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6" name="Freeform 123">
                  <a:extLst>
                    <a:ext uri="{FF2B5EF4-FFF2-40B4-BE49-F238E27FC236}">
                      <a16:creationId xmlns:a16="http://schemas.microsoft.com/office/drawing/2014/main" id="{ACB5E722-DD01-205C-4BA1-9759ECB7F4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66443" cy="25311"/>
                </a:xfrm>
                <a:custGeom>
                  <a:avLst/>
                  <a:gdLst>
                    <a:gd name="T0" fmla="*/ 0 w 18"/>
                    <a:gd name="T1" fmla="*/ 4 h 7"/>
                    <a:gd name="T2" fmla="*/ 3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3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7" name="Freeform 124">
                  <a:extLst>
                    <a:ext uri="{FF2B5EF4-FFF2-40B4-BE49-F238E27FC236}">
                      <a16:creationId xmlns:a16="http://schemas.microsoft.com/office/drawing/2014/main" id="{CEA79823-7172-8C78-B140-0E80D771B5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66443" cy="26894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8" name="Freeform 125">
                  <a:extLst>
                    <a:ext uri="{FF2B5EF4-FFF2-40B4-BE49-F238E27FC236}">
                      <a16:creationId xmlns:a16="http://schemas.microsoft.com/office/drawing/2014/main" id="{AF8CA9DC-632E-036E-383B-AC574469B9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66443" cy="25311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9" name="Freeform 126">
                  <a:extLst>
                    <a:ext uri="{FF2B5EF4-FFF2-40B4-BE49-F238E27FC236}">
                      <a16:creationId xmlns:a16="http://schemas.microsoft.com/office/drawing/2014/main" id="{8E47C0B8-03BA-15DA-505E-88E70A55FC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36386" cy="22148"/>
                </a:xfrm>
                <a:custGeom>
                  <a:avLst/>
                  <a:gdLst>
                    <a:gd name="T0" fmla="*/ 3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3 w 10"/>
                    <a:gd name="T7" fmla="*/ 0 h 6"/>
                    <a:gd name="T8" fmla="*/ 0 w 10"/>
                    <a:gd name="T9" fmla="*/ 3 h 6"/>
                    <a:gd name="T10" fmla="*/ 3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3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0" name="Freeform 164">
                  <a:extLst>
                    <a:ext uri="{FF2B5EF4-FFF2-40B4-BE49-F238E27FC236}">
                      <a16:creationId xmlns:a16="http://schemas.microsoft.com/office/drawing/2014/main" id="{E2843155-EF42-1286-5F00-DB679D4F3B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55706" y="3487005"/>
                  <a:ext cx="25311" cy="1498129"/>
                </a:xfrm>
                <a:custGeom>
                  <a:avLst/>
                  <a:gdLst>
                    <a:gd name="T0" fmla="*/ 16 w 16"/>
                    <a:gd name="T1" fmla="*/ 947 h 947"/>
                    <a:gd name="T2" fmla="*/ 0 w 16"/>
                    <a:gd name="T3" fmla="*/ 947 h 947"/>
                    <a:gd name="T4" fmla="*/ 0 w 16"/>
                    <a:gd name="T5" fmla="*/ 888 h 947"/>
                    <a:gd name="T6" fmla="*/ 16 w 16"/>
                    <a:gd name="T7" fmla="*/ 888 h 947"/>
                    <a:gd name="T8" fmla="*/ 16 w 16"/>
                    <a:gd name="T9" fmla="*/ 947 h 947"/>
                    <a:gd name="T10" fmla="*/ 16 w 16"/>
                    <a:gd name="T11" fmla="*/ 845 h 947"/>
                    <a:gd name="T12" fmla="*/ 0 w 16"/>
                    <a:gd name="T13" fmla="*/ 845 h 947"/>
                    <a:gd name="T14" fmla="*/ 0 w 16"/>
                    <a:gd name="T15" fmla="*/ 786 h 947"/>
                    <a:gd name="T16" fmla="*/ 16 w 16"/>
                    <a:gd name="T17" fmla="*/ 786 h 947"/>
                    <a:gd name="T18" fmla="*/ 16 w 16"/>
                    <a:gd name="T19" fmla="*/ 845 h 947"/>
                    <a:gd name="T20" fmla="*/ 16 w 16"/>
                    <a:gd name="T21" fmla="*/ 746 h 947"/>
                    <a:gd name="T22" fmla="*/ 0 w 16"/>
                    <a:gd name="T23" fmla="*/ 746 h 947"/>
                    <a:gd name="T24" fmla="*/ 0 w 16"/>
                    <a:gd name="T25" fmla="*/ 686 h 947"/>
                    <a:gd name="T26" fmla="*/ 16 w 16"/>
                    <a:gd name="T27" fmla="*/ 686 h 947"/>
                    <a:gd name="T28" fmla="*/ 16 w 16"/>
                    <a:gd name="T29" fmla="*/ 746 h 947"/>
                    <a:gd name="T30" fmla="*/ 16 w 16"/>
                    <a:gd name="T31" fmla="*/ 644 h 947"/>
                    <a:gd name="T32" fmla="*/ 0 w 16"/>
                    <a:gd name="T33" fmla="*/ 644 h 947"/>
                    <a:gd name="T34" fmla="*/ 0 w 16"/>
                    <a:gd name="T35" fmla="*/ 585 h 947"/>
                    <a:gd name="T36" fmla="*/ 16 w 16"/>
                    <a:gd name="T37" fmla="*/ 585 h 947"/>
                    <a:gd name="T38" fmla="*/ 16 w 16"/>
                    <a:gd name="T39" fmla="*/ 644 h 947"/>
                    <a:gd name="T40" fmla="*/ 16 w 16"/>
                    <a:gd name="T41" fmla="*/ 544 h 947"/>
                    <a:gd name="T42" fmla="*/ 0 w 16"/>
                    <a:gd name="T43" fmla="*/ 544 h 947"/>
                    <a:gd name="T44" fmla="*/ 0 w 16"/>
                    <a:gd name="T45" fmla="*/ 485 h 947"/>
                    <a:gd name="T46" fmla="*/ 16 w 16"/>
                    <a:gd name="T47" fmla="*/ 485 h 947"/>
                    <a:gd name="T48" fmla="*/ 16 w 16"/>
                    <a:gd name="T49" fmla="*/ 544 h 947"/>
                    <a:gd name="T50" fmla="*/ 16 w 16"/>
                    <a:gd name="T51" fmla="*/ 443 h 947"/>
                    <a:gd name="T52" fmla="*/ 0 w 16"/>
                    <a:gd name="T53" fmla="*/ 443 h 947"/>
                    <a:gd name="T54" fmla="*/ 0 w 16"/>
                    <a:gd name="T55" fmla="*/ 383 h 947"/>
                    <a:gd name="T56" fmla="*/ 16 w 16"/>
                    <a:gd name="T57" fmla="*/ 383 h 947"/>
                    <a:gd name="T58" fmla="*/ 16 w 16"/>
                    <a:gd name="T59" fmla="*/ 443 h 947"/>
                    <a:gd name="T60" fmla="*/ 16 w 16"/>
                    <a:gd name="T61" fmla="*/ 343 h 947"/>
                    <a:gd name="T62" fmla="*/ 0 w 16"/>
                    <a:gd name="T63" fmla="*/ 343 h 947"/>
                    <a:gd name="T64" fmla="*/ 0 w 16"/>
                    <a:gd name="T65" fmla="*/ 284 h 947"/>
                    <a:gd name="T66" fmla="*/ 16 w 16"/>
                    <a:gd name="T67" fmla="*/ 284 h 947"/>
                    <a:gd name="T68" fmla="*/ 16 w 16"/>
                    <a:gd name="T69" fmla="*/ 343 h 947"/>
                    <a:gd name="T70" fmla="*/ 16 w 16"/>
                    <a:gd name="T71" fmla="*/ 241 h 947"/>
                    <a:gd name="T72" fmla="*/ 0 w 16"/>
                    <a:gd name="T73" fmla="*/ 241 h 947"/>
                    <a:gd name="T74" fmla="*/ 0 w 16"/>
                    <a:gd name="T75" fmla="*/ 182 h 947"/>
                    <a:gd name="T76" fmla="*/ 16 w 16"/>
                    <a:gd name="T77" fmla="*/ 182 h 947"/>
                    <a:gd name="T78" fmla="*/ 16 w 16"/>
                    <a:gd name="T79" fmla="*/ 241 h 947"/>
                    <a:gd name="T80" fmla="*/ 16 w 16"/>
                    <a:gd name="T81" fmla="*/ 142 h 947"/>
                    <a:gd name="T82" fmla="*/ 0 w 16"/>
                    <a:gd name="T83" fmla="*/ 142 h 947"/>
                    <a:gd name="T84" fmla="*/ 0 w 16"/>
                    <a:gd name="T85" fmla="*/ 83 h 947"/>
                    <a:gd name="T86" fmla="*/ 16 w 16"/>
                    <a:gd name="T87" fmla="*/ 83 h 947"/>
                    <a:gd name="T88" fmla="*/ 16 w 16"/>
                    <a:gd name="T89" fmla="*/ 142 h 947"/>
                    <a:gd name="T90" fmla="*/ 16 w 16"/>
                    <a:gd name="T91" fmla="*/ 40 h 947"/>
                    <a:gd name="T92" fmla="*/ 0 w 16"/>
                    <a:gd name="T93" fmla="*/ 40 h 947"/>
                    <a:gd name="T94" fmla="*/ 0 w 16"/>
                    <a:gd name="T95" fmla="*/ 0 h 947"/>
                    <a:gd name="T96" fmla="*/ 16 w 16"/>
                    <a:gd name="T97" fmla="*/ 0 h 947"/>
                    <a:gd name="T98" fmla="*/ 16 w 16"/>
                    <a:gd name="T99" fmla="*/ 4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6" h="947">
                      <a:moveTo>
                        <a:pt x="16" y="947"/>
                      </a:moveTo>
                      <a:lnTo>
                        <a:pt x="0" y="947"/>
                      </a:lnTo>
                      <a:lnTo>
                        <a:pt x="0" y="888"/>
                      </a:lnTo>
                      <a:lnTo>
                        <a:pt x="16" y="888"/>
                      </a:lnTo>
                      <a:lnTo>
                        <a:pt x="16" y="947"/>
                      </a:lnTo>
                      <a:close/>
                      <a:moveTo>
                        <a:pt x="16" y="845"/>
                      </a:moveTo>
                      <a:lnTo>
                        <a:pt x="0" y="845"/>
                      </a:lnTo>
                      <a:lnTo>
                        <a:pt x="0" y="786"/>
                      </a:lnTo>
                      <a:lnTo>
                        <a:pt x="16" y="786"/>
                      </a:lnTo>
                      <a:lnTo>
                        <a:pt x="16" y="845"/>
                      </a:lnTo>
                      <a:close/>
                      <a:moveTo>
                        <a:pt x="16" y="746"/>
                      </a:moveTo>
                      <a:lnTo>
                        <a:pt x="0" y="746"/>
                      </a:lnTo>
                      <a:lnTo>
                        <a:pt x="0" y="686"/>
                      </a:lnTo>
                      <a:lnTo>
                        <a:pt x="16" y="686"/>
                      </a:lnTo>
                      <a:lnTo>
                        <a:pt x="16" y="746"/>
                      </a:lnTo>
                      <a:close/>
                      <a:moveTo>
                        <a:pt x="16" y="644"/>
                      </a:moveTo>
                      <a:lnTo>
                        <a:pt x="0" y="644"/>
                      </a:lnTo>
                      <a:lnTo>
                        <a:pt x="0" y="585"/>
                      </a:lnTo>
                      <a:lnTo>
                        <a:pt x="16" y="585"/>
                      </a:lnTo>
                      <a:lnTo>
                        <a:pt x="16" y="644"/>
                      </a:lnTo>
                      <a:close/>
                      <a:moveTo>
                        <a:pt x="16" y="544"/>
                      </a:moveTo>
                      <a:lnTo>
                        <a:pt x="0" y="544"/>
                      </a:lnTo>
                      <a:lnTo>
                        <a:pt x="0" y="485"/>
                      </a:lnTo>
                      <a:lnTo>
                        <a:pt x="16" y="485"/>
                      </a:lnTo>
                      <a:lnTo>
                        <a:pt x="16" y="544"/>
                      </a:lnTo>
                      <a:close/>
                      <a:moveTo>
                        <a:pt x="16" y="443"/>
                      </a:moveTo>
                      <a:lnTo>
                        <a:pt x="0" y="443"/>
                      </a:lnTo>
                      <a:lnTo>
                        <a:pt x="0" y="383"/>
                      </a:lnTo>
                      <a:lnTo>
                        <a:pt x="16" y="383"/>
                      </a:lnTo>
                      <a:lnTo>
                        <a:pt x="16" y="443"/>
                      </a:lnTo>
                      <a:close/>
                      <a:moveTo>
                        <a:pt x="16" y="343"/>
                      </a:moveTo>
                      <a:lnTo>
                        <a:pt x="0" y="343"/>
                      </a:lnTo>
                      <a:lnTo>
                        <a:pt x="0" y="284"/>
                      </a:lnTo>
                      <a:lnTo>
                        <a:pt x="16" y="284"/>
                      </a:lnTo>
                      <a:lnTo>
                        <a:pt x="16" y="343"/>
                      </a:lnTo>
                      <a:close/>
                      <a:moveTo>
                        <a:pt x="16" y="241"/>
                      </a:moveTo>
                      <a:lnTo>
                        <a:pt x="0" y="241"/>
                      </a:lnTo>
                      <a:lnTo>
                        <a:pt x="0" y="182"/>
                      </a:lnTo>
                      <a:lnTo>
                        <a:pt x="16" y="182"/>
                      </a:lnTo>
                      <a:lnTo>
                        <a:pt x="16" y="241"/>
                      </a:lnTo>
                      <a:close/>
                      <a:moveTo>
                        <a:pt x="16" y="142"/>
                      </a:moveTo>
                      <a:lnTo>
                        <a:pt x="0" y="142"/>
                      </a:lnTo>
                      <a:lnTo>
                        <a:pt x="0" y="83"/>
                      </a:lnTo>
                      <a:lnTo>
                        <a:pt x="16" y="83"/>
                      </a:lnTo>
                      <a:lnTo>
                        <a:pt x="16" y="142"/>
                      </a:lnTo>
                      <a:close/>
                      <a:moveTo>
                        <a:pt x="16" y="40"/>
                      </a:move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98" name="组合 997">
                <a:extLst>
                  <a:ext uri="{FF2B5EF4-FFF2-40B4-BE49-F238E27FC236}">
                    <a16:creationId xmlns:a16="http://schemas.microsoft.com/office/drawing/2014/main" id="{01361C6D-F7D3-D859-E9C0-3FD7FB540491}"/>
                  </a:ext>
                </a:extLst>
              </p:cNvPr>
              <p:cNvGrpSpPr/>
              <p:nvPr/>
            </p:nvGrpSpPr>
            <p:grpSpPr>
              <a:xfrm flipV="1">
                <a:off x="3011745" y="1377441"/>
                <a:ext cx="321142" cy="2062895"/>
                <a:chOff x="3005419" y="3487005"/>
                <a:chExt cx="321142" cy="2062895"/>
              </a:xfrm>
              <a:noFill/>
            </p:grpSpPr>
            <p:sp>
              <p:nvSpPr>
                <p:cNvPr id="999" name="Freeform 117">
                  <a:extLst>
                    <a:ext uri="{FF2B5EF4-FFF2-40B4-BE49-F238E27FC236}">
                      <a16:creationId xmlns:a16="http://schemas.microsoft.com/office/drawing/2014/main" id="{174A708E-9762-1EC1-81D1-31DBA7134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129722" cy="25311"/>
                </a:xfrm>
                <a:custGeom>
                  <a:avLst/>
                  <a:gdLst>
                    <a:gd name="T0" fmla="*/ 31 w 35"/>
                    <a:gd name="T1" fmla="*/ 0 h 7"/>
                    <a:gd name="T2" fmla="*/ 3 w 35"/>
                    <a:gd name="T3" fmla="*/ 0 h 7"/>
                    <a:gd name="T4" fmla="*/ 0 w 35"/>
                    <a:gd name="T5" fmla="*/ 4 h 7"/>
                    <a:gd name="T6" fmla="*/ 3 w 35"/>
                    <a:gd name="T7" fmla="*/ 7 h 7"/>
                    <a:gd name="T8" fmla="*/ 31 w 35"/>
                    <a:gd name="T9" fmla="*/ 7 h 7"/>
                    <a:gd name="T10" fmla="*/ 35 w 35"/>
                    <a:gd name="T11" fmla="*/ 4 h 7"/>
                    <a:gd name="T12" fmla="*/ 31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1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6"/>
                        <a:pt x="35" y="4"/>
                      </a:cubicBezTo>
                      <a:cubicBezTo>
                        <a:pt x="35" y="2"/>
                        <a:pt x="33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0" name="Freeform 118">
                  <a:extLst>
                    <a:ext uri="{FF2B5EF4-FFF2-40B4-BE49-F238E27FC236}">
                      <a16:creationId xmlns:a16="http://schemas.microsoft.com/office/drawing/2014/main" id="{3603B984-C1B2-0874-A21B-0EACFE6C24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129722" cy="26894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1" name="Freeform 119">
                  <a:extLst>
                    <a:ext uri="{FF2B5EF4-FFF2-40B4-BE49-F238E27FC236}">
                      <a16:creationId xmlns:a16="http://schemas.microsoft.com/office/drawing/2014/main" id="{AD87720F-3C89-A910-CBCF-86D9B91879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129722" cy="25311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2" name="Freeform 120">
                  <a:extLst>
                    <a:ext uri="{FF2B5EF4-FFF2-40B4-BE49-F238E27FC236}">
                      <a16:creationId xmlns:a16="http://schemas.microsoft.com/office/drawing/2014/main" id="{A8531830-11C6-39D1-A179-934399AAAB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66443" cy="22148"/>
                </a:xfrm>
                <a:custGeom>
                  <a:avLst/>
                  <a:gdLst>
                    <a:gd name="T0" fmla="*/ 3 w 18"/>
                    <a:gd name="T1" fmla="*/ 6 h 6"/>
                    <a:gd name="T2" fmla="*/ 15 w 18"/>
                    <a:gd name="T3" fmla="*/ 6 h 6"/>
                    <a:gd name="T4" fmla="*/ 18 w 18"/>
                    <a:gd name="T5" fmla="*/ 3 h 6"/>
                    <a:gd name="T6" fmla="*/ 15 w 18"/>
                    <a:gd name="T7" fmla="*/ 0 h 6"/>
                    <a:gd name="T8" fmla="*/ 3 w 18"/>
                    <a:gd name="T9" fmla="*/ 0 h 6"/>
                    <a:gd name="T10" fmla="*/ 0 w 18"/>
                    <a:gd name="T11" fmla="*/ 3 h 6"/>
                    <a:gd name="T12" fmla="*/ 3 w 18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6">
                      <a:moveTo>
                        <a:pt x="3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7" y="6"/>
                        <a:pt x="18" y="5"/>
                        <a:pt x="18" y="3"/>
                      </a:cubicBezTo>
                      <a:cubicBezTo>
                        <a:pt x="18" y="1"/>
                        <a:pt x="17" y="0"/>
                        <a:pt x="15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3" name="Freeform 121">
                  <a:extLst>
                    <a:ext uri="{FF2B5EF4-FFF2-40B4-BE49-F238E27FC236}">
                      <a16:creationId xmlns:a16="http://schemas.microsoft.com/office/drawing/2014/main" id="{9F588EB1-37A8-CDE3-4196-8A3A0B7A69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5419" y="5141750"/>
                  <a:ext cx="321141" cy="408150"/>
                </a:xfrm>
                <a:custGeom>
                  <a:avLst/>
                  <a:gdLst>
                    <a:gd name="T0" fmla="*/ 44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4 w 86"/>
                    <a:gd name="T11" fmla="*/ 1 h 109"/>
                    <a:gd name="T12" fmla="*/ 27 w 86"/>
                    <a:gd name="T13" fmla="*/ 1 h 109"/>
                    <a:gd name="T14" fmla="*/ 16 w 86"/>
                    <a:gd name="T15" fmla="*/ 29 h 109"/>
                    <a:gd name="T16" fmla="*/ 0 w 86"/>
                    <a:gd name="T17" fmla="*/ 67 h 109"/>
                    <a:gd name="T18" fmla="*/ 44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4" y="109"/>
                      </a:moveTo>
                      <a:cubicBezTo>
                        <a:pt x="72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8" y="20"/>
                        <a:pt x="65" y="10"/>
                      </a:cubicBezTo>
                      <a:cubicBezTo>
                        <a:pt x="63" y="0"/>
                        <a:pt x="56" y="1"/>
                        <a:pt x="56" y="1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34" y="1"/>
                        <a:pt x="27" y="1"/>
                      </a:cubicBezTo>
                      <a:cubicBezTo>
                        <a:pt x="21" y="1"/>
                        <a:pt x="22" y="14"/>
                        <a:pt x="16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4" y="10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4" name="Freeform 122">
                  <a:extLst>
                    <a:ext uri="{FF2B5EF4-FFF2-40B4-BE49-F238E27FC236}">
                      <a16:creationId xmlns:a16="http://schemas.microsoft.com/office/drawing/2014/main" id="{D6B972F5-4BFC-2131-E9B7-99A88E5929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9945" y="5141750"/>
                  <a:ext cx="156616" cy="408150"/>
                </a:xfrm>
                <a:custGeom>
                  <a:avLst/>
                  <a:gdLst>
                    <a:gd name="T0" fmla="*/ 42 w 42"/>
                    <a:gd name="T1" fmla="*/ 66 h 109"/>
                    <a:gd name="T2" fmla="*/ 33 w 42"/>
                    <a:gd name="T3" fmla="*/ 42 h 109"/>
                    <a:gd name="T4" fmla="*/ 21 w 42"/>
                    <a:gd name="T5" fmla="*/ 10 h 109"/>
                    <a:gd name="T6" fmla="*/ 12 w 42"/>
                    <a:gd name="T7" fmla="*/ 1 h 109"/>
                    <a:gd name="T8" fmla="*/ 0 w 42"/>
                    <a:gd name="T9" fmla="*/ 1 h 109"/>
                    <a:gd name="T10" fmla="*/ 0 w 42"/>
                    <a:gd name="T11" fmla="*/ 109 h 109"/>
                    <a:gd name="T12" fmla="*/ 42 w 42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109">
                      <a:moveTo>
                        <a:pt x="42" y="66"/>
                      </a:moveTo>
                      <a:cubicBezTo>
                        <a:pt x="42" y="59"/>
                        <a:pt x="38" y="51"/>
                        <a:pt x="33" y="42"/>
                      </a:cubicBezTo>
                      <a:cubicBezTo>
                        <a:pt x="28" y="34"/>
                        <a:pt x="24" y="20"/>
                        <a:pt x="21" y="10"/>
                      </a:cubicBezTo>
                      <a:cubicBezTo>
                        <a:pt x="19" y="0"/>
                        <a:pt x="12" y="1"/>
                        <a:pt x="12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2" y="89"/>
                        <a:pt x="42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5" name="Freeform 123">
                  <a:extLst>
                    <a:ext uri="{FF2B5EF4-FFF2-40B4-BE49-F238E27FC236}">
                      <a16:creationId xmlns:a16="http://schemas.microsoft.com/office/drawing/2014/main" id="{43E40211-87EA-A294-889D-A8088B8E94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66443" cy="25311"/>
                </a:xfrm>
                <a:custGeom>
                  <a:avLst/>
                  <a:gdLst>
                    <a:gd name="T0" fmla="*/ 0 w 18"/>
                    <a:gd name="T1" fmla="*/ 4 h 7"/>
                    <a:gd name="T2" fmla="*/ 3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3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6" name="Freeform 124">
                  <a:extLst>
                    <a:ext uri="{FF2B5EF4-FFF2-40B4-BE49-F238E27FC236}">
                      <a16:creationId xmlns:a16="http://schemas.microsoft.com/office/drawing/2014/main" id="{CE61531C-2AA9-C7E9-E269-C93BD4B1A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66443" cy="26894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7" name="Freeform 125">
                  <a:extLst>
                    <a:ext uri="{FF2B5EF4-FFF2-40B4-BE49-F238E27FC236}">
                      <a16:creationId xmlns:a16="http://schemas.microsoft.com/office/drawing/2014/main" id="{D8DE1338-1506-B848-E26F-E9E54BE7B9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66443" cy="25311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8" name="Freeform 126">
                  <a:extLst>
                    <a:ext uri="{FF2B5EF4-FFF2-40B4-BE49-F238E27FC236}">
                      <a16:creationId xmlns:a16="http://schemas.microsoft.com/office/drawing/2014/main" id="{40A774B3-F740-FF02-BE66-478F73E300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36386" cy="22148"/>
                </a:xfrm>
                <a:custGeom>
                  <a:avLst/>
                  <a:gdLst>
                    <a:gd name="T0" fmla="*/ 3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3 w 10"/>
                    <a:gd name="T7" fmla="*/ 0 h 6"/>
                    <a:gd name="T8" fmla="*/ 0 w 10"/>
                    <a:gd name="T9" fmla="*/ 3 h 6"/>
                    <a:gd name="T10" fmla="*/ 3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3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9" name="Freeform 164">
                  <a:extLst>
                    <a:ext uri="{FF2B5EF4-FFF2-40B4-BE49-F238E27FC236}">
                      <a16:creationId xmlns:a16="http://schemas.microsoft.com/office/drawing/2014/main" id="{AE9E0DC7-993D-1E16-D6F7-B5CDB42CA5B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55706" y="3487005"/>
                  <a:ext cx="25311" cy="1498129"/>
                </a:xfrm>
                <a:custGeom>
                  <a:avLst/>
                  <a:gdLst>
                    <a:gd name="T0" fmla="*/ 16 w 16"/>
                    <a:gd name="T1" fmla="*/ 947 h 947"/>
                    <a:gd name="T2" fmla="*/ 0 w 16"/>
                    <a:gd name="T3" fmla="*/ 947 h 947"/>
                    <a:gd name="T4" fmla="*/ 0 w 16"/>
                    <a:gd name="T5" fmla="*/ 888 h 947"/>
                    <a:gd name="T6" fmla="*/ 16 w 16"/>
                    <a:gd name="T7" fmla="*/ 888 h 947"/>
                    <a:gd name="T8" fmla="*/ 16 w 16"/>
                    <a:gd name="T9" fmla="*/ 947 h 947"/>
                    <a:gd name="T10" fmla="*/ 16 w 16"/>
                    <a:gd name="T11" fmla="*/ 845 h 947"/>
                    <a:gd name="T12" fmla="*/ 0 w 16"/>
                    <a:gd name="T13" fmla="*/ 845 h 947"/>
                    <a:gd name="T14" fmla="*/ 0 w 16"/>
                    <a:gd name="T15" fmla="*/ 786 h 947"/>
                    <a:gd name="T16" fmla="*/ 16 w 16"/>
                    <a:gd name="T17" fmla="*/ 786 h 947"/>
                    <a:gd name="T18" fmla="*/ 16 w 16"/>
                    <a:gd name="T19" fmla="*/ 845 h 947"/>
                    <a:gd name="T20" fmla="*/ 16 w 16"/>
                    <a:gd name="T21" fmla="*/ 746 h 947"/>
                    <a:gd name="T22" fmla="*/ 0 w 16"/>
                    <a:gd name="T23" fmla="*/ 746 h 947"/>
                    <a:gd name="T24" fmla="*/ 0 w 16"/>
                    <a:gd name="T25" fmla="*/ 686 h 947"/>
                    <a:gd name="T26" fmla="*/ 16 w 16"/>
                    <a:gd name="T27" fmla="*/ 686 h 947"/>
                    <a:gd name="T28" fmla="*/ 16 w 16"/>
                    <a:gd name="T29" fmla="*/ 746 h 947"/>
                    <a:gd name="T30" fmla="*/ 16 w 16"/>
                    <a:gd name="T31" fmla="*/ 644 h 947"/>
                    <a:gd name="T32" fmla="*/ 0 w 16"/>
                    <a:gd name="T33" fmla="*/ 644 h 947"/>
                    <a:gd name="T34" fmla="*/ 0 w 16"/>
                    <a:gd name="T35" fmla="*/ 585 h 947"/>
                    <a:gd name="T36" fmla="*/ 16 w 16"/>
                    <a:gd name="T37" fmla="*/ 585 h 947"/>
                    <a:gd name="T38" fmla="*/ 16 w 16"/>
                    <a:gd name="T39" fmla="*/ 644 h 947"/>
                    <a:gd name="T40" fmla="*/ 16 w 16"/>
                    <a:gd name="T41" fmla="*/ 544 h 947"/>
                    <a:gd name="T42" fmla="*/ 0 w 16"/>
                    <a:gd name="T43" fmla="*/ 544 h 947"/>
                    <a:gd name="T44" fmla="*/ 0 w 16"/>
                    <a:gd name="T45" fmla="*/ 485 h 947"/>
                    <a:gd name="T46" fmla="*/ 16 w 16"/>
                    <a:gd name="T47" fmla="*/ 485 h 947"/>
                    <a:gd name="T48" fmla="*/ 16 w 16"/>
                    <a:gd name="T49" fmla="*/ 544 h 947"/>
                    <a:gd name="T50" fmla="*/ 16 w 16"/>
                    <a:gd name="T51" fmla="*/ 443 h 947"/>
                    <a:gd name="T52" fmla="*/ 0 w 16"/>
                    <a:gd name="T53" fmla="*/ 443 h 947"/>
                    <a:gd name="T54" fmla="*/ 0 w 16"/>
                    <a:gd name="T55" fmla="*/ 383 h 947"/>
                    <a:gd name="T56" fmla="*/ 16 w 16"/>
                    <a:gd name="T57" fmla="*/ 383 h 947"/>
                    <a:gd name="T58" fmla="*/ 16 w 16"/>
                    <a:gd name="T59" fmla="*/ 443 h 947"/>
                    <a:gd name="T60" fmla="*/ 16 w 16"/>
                    <a:gd name="T61" fmla="*/ 343 h 947"/>
                    <a:gd name="T62" fmla="*/ 0 w 16"/>
                    <a:gd name="T63" fmla="*/ 343 h 947"/>
                    <a:gd name="T64" fmla="*/ 0 w 16"/>
                    <a:gd name="T65" fmla="*/ 284 h 947"/>
                    <a:gd name="T66" fmla="*/ 16 w 16"/>
                    <a:gd name="T67" fmla="*/ 284 h 947"/>
                    <a:gd name="T68" fmla="*/ 16 w 16"/>
                    <a:gd name="T69" fmla="*/ 343 h 947"/>
                    <a:gd name="T70" fmla="*/ 16 w 16"/>
                    <a:gd name="T71" fmla="*/ 241 h 947"/>
                    <a:gd name="T72" fmla="*/ 0 w 16"/>
                    <a:gd name="T73" fmla="*/ 241 h 947"/>
                    <a:gd name="T74" fmla="*/ 0 w 16"/>
                    <a:gd name="T75" fmla="*/ 182 h 947"/>
                    <a:gd name="T76" fmla="*/ 16 w 16"/>
                    <a:gd name="T77" fmla="*/ 182 h 947"/>
                    <a:gd name="T78" fmla="*/ 16 w 16"/>
                    <a:gd name="T79" fmla="*/ 241 h 947"/>
                    <a:gd name="T80" fmla="*/ 16 w 16"/>
                    <a:gd name="T81" fmla="*/ 142 h 947"/>
                    <a:gd name="T82" fmla="*/ 0 w 16"/>
                    <a:gd name="T83" fmla="*/ 142 h 947"/>
                    <a:gd name="T84" fmla="*/ 0 w 16"/>
                    <a:gd name="T85" fmla="*/ 83 h 947"/>
                    <a:gd name="T86" fmla="*/ 16 w 16"/>
                    <a:gd name="T87" fmla="*/ 83 h 947"/>
                    <a:gd name="T88" fmla="*/ 16 w 16"/>
                    <a:gd name="T89" fmla="*/ 142 h 947"/>
                    <a:gd name="T90" fmla="*/ 16 w 16"/>
                    <a:gd name="T91" fmla="*/ 40 h 947"/>
                    <a:gd name="T92" fmla="*/ 0 w 16"/>
                    <a:gd name="T93" fmla="*/ 40 h 947"/>
                    <a:gd name="T94" fmla="*/ 0 w 16"/>
                    <a:gd name="T95" fmla="*/ 0 h 947"/>
                    <a:gd name="T96" fmla="*/ 16 w 16"/>
                    <a:gd name="T97" fmla="*/ 0 h 947"/>
                    <a:gd name="T98" fmla="*/ 16 w 16"/>
                    <a:gd name="T99" fmla="*/ 4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6" h="947">
                      <a:moveTo>
                        <a:pt x="16" y="947"/>
                      </a:moveTo>
                      <a:lnTo>
                        <a:pt x="0" y="947"/>
                      </a:lnTo>
                      <a:lnTo>
                        <a:pt x="0" y="888"/>
                      </a:lnTo>
                      <a:lnTo>
                        <a:pt x="16" y="888"/>
                      </a:lnTo>
                      <a:lnTo>
                        <a:pt x="16" y="947"/>
                      </a:lnTo>
                      <a:close/>
                      <a:moveTo>
                        <a:pt x="16" y="845"/>
                      </a:moveTo>
                      <a:lnTo>
                        <a:pt x="0" y="845"/>
                      </a:lnTo>
                      <a:lnTo>
                        <a:pt x="0" y="786"/>
                      </a:lnTo>
                      <a:lnTo>
                        <a:pt x="16" y="786"/>
                      </a:lnTo>
                      <a:lnTo>
                        <a:pt x="16" y="845"/>
                      </a:lnTo>
                      <a:close/>
                      <a:moveTo>
                        <a:pt x="16" y="746"/>
                      </a:moveTo>
                      <a:lnTo>
                        <a:pt x="0" y="746"/>
                      </a:lnTo>
                      <a:lnTo>
                        <a:pt x="0" y="686"/>
                      </a:lnTo>
                      <a:lnTo>
                        <a:pt x="16" y="686"/>
                      </a:lnTo>
                      <a:lnTo>
                        <a:pt x="16" y="746"/>
                      </a:lnTo>
                      <a:close/>
                      <a:moveTo>
                        <a:pt x="16" y="644"/>
                      </a:moveTo>
                      <a:lnTo>
                        <a:pt x="0" y="644"/>
                      </a:lnTo>
                      <a:lnTo>
                        <a:pt x="0" y="585"/>
                      </a:lnTo>
                      <a:lnTo>
                        <a:pt x="16" y="585"/>
                      </a:lnTo>
                      <a:lnTo>
                        <a:pt x="16" y="644"/>
                      </a:lnTo>
                      <a:close/>
                      <a:moveTo>
                        <a:pt x="16" y="544"/>
                      </a:moveTo>
                      <a:lnTo>
                        <a:pt x="0" y="544"/>
                      </a:lnTo>
                      <a:lnTo>
                        <a:pt x="0" y="485"/>
                      </a:lnTo>
                      <a:lnTo>
                        <a:pt x="16" y="485"/>
                      </a:lnTo>
                      <a:lnTo>
                        <a:pt x="16" y="544"/>
                      </a:lnTo>
                      <a:close/>
                      <a:moveTo>
                        <a:pt x="16" y="443"/>
                      </a:moveTo>
                      <a:lnTo>
                        <a:pt x="0" y="443"/>
                      </a:lnTo>
                      <a:lnTo>
                        <a:pt x="0" y="383"/>
                      </a:lnTo>
                      <a:lnTo>
                        <a:pt x="16" y="383"/>
                      </a:lnTo>
                      <a:lnTo>
                        <a:pt x="16" y="443"/>
                      </a:lnTo>
                      <a:close/>
                      <a:moveTo>
                        <a:pt x="16" y="343"/>
                      </a:moveTo>
                      <a:lnTo>
                        <a:pt x="0" y="343"/>
                      </a:lnTo>
                      <a:lnTo>
                        <a:pt x="0" y="284"/>
                      </a:lnTo>
                      <a:lnTo>
                        <a:pt x="16" y="284"/>
                      </a:lnTo>
                      <a:lnTo>
                        <a:pt x="16" y="343"/>
                      </a:lnTo>
                      <a:close/>
                      <a:moveTo>
                        <a:pt x="16" y="241"/>
                      </a:moveTo>
                      <a:lnTo>
                        <a:pt x="0" y="241"/>
                      </a:lnTo>
                      <a:lnTo>
                        <a:pt x="0" y="182"/>
                      </a:lnTo>
                      <a:lnTo>
                        <a:pt x="16" y="182"/>
                      </a:lnTo>
                      <a:lnTo>
                        <a:pt x="16" y="241"/>
                      </a:lnTo>
                      <a:close/>
                      <a:moveTo>
                        <a:pt x="16" y="142"/>
                      </a:moveTo>
                      <a:lnTo>
                        <a:pt x="0" y="142"/>
                      </a:lnTo>
                      <a:lnTo>
                        <a:pt x="0" y="83"/>
                      </a:lnTo>
                      <a:lnTo>
                        <a:pt x="16" y="83"/>
                      </a:lnTo>
                      <a:lnTo>
                        <a:pt x="16" y="142"/>
                      </a:lnTo>
                      <a:close/>
                      <a:moveTo>
                        <a:pt x="16" y="40"/>
                      </a:move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89" name="椭圆 988">
              <a:extLst>
                <a:ext uri="{FF2B5EF4-FFF2-40B4-BE49-F238E27FC236}">
                  <a16:creationId xmlns:a16="http://schemas.microsoft.com/office/drawing/2014/main" id="{E3F9E29B-A3D9-3B75-C04D-7D31CBCD98E0}"/>
                </a:ext>
              </a:extLst>
            </p:cNvPr>
            <p:cNvSpPr/>
            <p:nvPr/>
          </p:nvSpPr>
          <p:spPr>
            <a:xfrm>
              <a:off x="3315404" y="4418789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0" name="椭圆 989">
              <a:extLst>
                <a:ext uri="{FF2B5EF4-FFF2-40B4-BE49-F238E27FC236}">
                  <a16:creationId xmlns:a16="http://schemas.microsoft.com/office/drawing/2014/main" id="{C3C1A087-36F4-C8FA-6C3F-60B05060ABE9}"/>
                </a:ext>
              </a:extLst>
            </p:cNvPr>
            <p:cNvSpPr/>
            <p:nvPr/>
          </p:nvSpPr>
          <p:spPr>
            <a:xfrm>
              <a:off x="3921464" y="3671888"/>
              <a:ext cx="1552608" cy="1552608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1" name="椭圆 990">
              <a:extLst>
                <a:ext uri="{FF2B5EF4-FFF2-40B4-BE49-F238E27FC236}">
                  <a16:creationId xmlns:a16="http://schemas.microsoft.com/office/drawing/2014/main" id="{58EF4C35-3E53-E29F-8C7D-3E9DB4941B4C}"/>
                </a:ext>
              </a:extLst>
            </p:cNvPr>
            <p:cNvSpPr/>
            <p:nvPr/>
          </p:nvSpPr>
          <p:spPr>
            <a:xfrm>
              <a:off x="1799711" y="3676841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2" name="椭圆 991">
              <a:extLst>
                <a:ext uri="{FF2B5EF4-FFF2-40B4-BE49-F238E27FC236}">
                  <a16:creationId xmlns:a16="http://schemas.microsoft.com/office/drawing/2014/main" id="{F12B2B2E-9D02-031B-8441-4646A103F4FA}"/>
                </a:ext>
              </a:extLst>
            </p:cNvPr>
            <p:cNvSpPr/>
            <p:nvPr/>
          </p:nvSpPr>
          <p:spPr>
            <a:xfrm>
              <a:off x="823019" y="4388647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3" name="椭圆 992">
              <a:extLst>
                <a:ext uri="{FF2B5EF4-FFF2-40B4-BE49-F238E27FC236}">
                  <a16:creationId xmlns:a16="http://schemas.microsoft.com/office/drawing/2014/main" id="{A45F2A9F-B0CD-0D29-74B1-179E626BE18A}"/>
                </a:ext>
              </a:extLst>
            </p:cNvPr>
            <p:cNvSpPr/>
            <p:nvPr/>
          </p:nvSpPr>
          <p:spPr>
            <a:xfrm>
              <a:off x="2501755" y="4691063"/>
              <a:ext cx="1320713" cy="132071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4" name="椭圆 993">
              <a:extLst>
                <a:ext uri="{FF2B5EF4-FFF2-40B4-BE49-F238E27FC236}">
                  <a16:creationId xmlns:a16="http://schemas.microsoft.com/office/drawing/2014/main" id="{638D33CB-1CBF-928A-012F-8A5C2168BFE4}"/>
                </a:ext>
              </a:extLst>
            </p:cNvPr>
            <p:cNvSpPr/>
            <p:nvPr/>
          </p:nvSpPr>
          <p:spPr>
            <a:xfrm>
              <a:off x="2873375" y="3765327"/>
              <a:ext cx="1432418" cy="1432418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5" name="椭圆 994">
              <a:extLst>
                <a:ext uri="{FF2B5EF4-FFF2-40B4-BE49-F238E27FC236}">
                  <a16:creationId xmlns:a16="http://schemas.microsoft.com/office/drawing/2014/main" id="{F4EA22F0-4199-D8B3-7979-DB03B7F9DF8B}"/>
                </a:ext>
              </a:extLst>
            </p:cNvPr>
            <p:cNvSpPr/>
            <p:nvPr/>
          </p:nvSpPr>
          <p:spPr>
            <a:xfrm>
              <a:off x="1476787" y="3659535"/>
              <a:ext cx="1090835" cy="1090835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6" name="椭圆 995">
              <a:extLst>
                <a:ext uri="{FF2B5EF4-FFF2-40B4-BE49-F238E27FC236}">
                  <a16:creationId xmlns:a16="http://schemas.microsoft.com/office/drawing/2014/main" id="{E55E9993-BE11-15F5-D358-F4D14865D4CA}"/>
                </a:ext>
              </a:extLst>
            </p:cNvPr>
            <p:cNvSpPr/>
            <p:nvPr/>
          </p:nvSpPr>
          <p:spPr>
            <a:xfrm>
              <a:off x="531694" y="3625850"/>
              <a:ext cx="1394974" cy="1394974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pic>
        <p:nvPicPr>
          <p:cNvPr id="5122" name="Picture 2" descr="https://imgcdn.yicai.com/uppics/images/2024/06/35a63a1eb4f03eb972199f7408f547e2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8423" y="3890682"/>
            <a:ext cx="4695230" cy="26410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260561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485575" y="2089092"/>
            <a:ext cx="3566567" cy="43205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900" name="组合 899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2402020" y="2283968"/>
            <a:ext cx="4948286" cy="1001393"/>
            <a:chOff x="2450203" y="1936425"/>
            <a:chExt cx="4948286" cy="1001393"/>
          </a:xfrm>
        </p:grpSpPr>
        <p:sp>
          <p:nvSpPr>
            <p:cNvPr id="899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94772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-0</a:t>
              </a:r>
            </a:p>
          </p:txBody>
        </p:sp>
        <p:pic>
          <p:nvPicPr>
            <p:cNvPr id="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69440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901" name="组合 90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2402020" y="3469906"/>
            <a:ext cx="4948286" cy="1016051"/>
            <a:chOff x="2450203" y="1921767"/>
            <a:chExt cx="4948286" cy="1016051"/>
          </a:xfrm>
        </p:grpSpPr>
        <p:sp>
          <p:nvSpPr>
            <p:cNvPr id="902" name="矩形: 圆角 901">
              <a:extLst>
                <a:ext uri="{FF2B5EF4-FFF2-40B4-BE49-F238E27FC236}">
                  <a16:creationId xmlns:a16="http://schemas.microsoft.com/office/drawing/2014/main" id="{F096A603-017D-21B2-9597-52E9F9DE2322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4" name="文本框 90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-20</a:t>
              </a:r>
            </a:p>
          </p:txBody>
        </p:sp>
        <p:pic>
          <p:nvPicPr>
            <p:cNvPr id="90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B59245E-E8FA-3D4F-6D8B-767097872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0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7" name="文本框 906">
              <a:extLst>
                <a:ext uri="{FF2B5EF4-FFF2-40B4-BE49-F238E27FC236}">
                  <a16:creationId xmlns:a16="http://schemas.microsoft.com/office/drawing/2014/main" id="{CE0C599C-E8E2-B7C5-EFD8-7C4A0F0FB9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+2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908" name="文本框 907">
              <a:extLst>
                <a:ext uri="{FF2B5EF4-FFF2-40B4-BE49-F238E27FC236}">
                  <a16:creationId xmlns:a16="http://schemas.microsoft.com/office/drawing/2014/main" id="{AE6DCB75-6FAA-4DAE-D662-870A9603C8E5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909" name="组合 908">
            <a:extLst>
              <a:ext uri="{FF2B5EF4-FFF2-40B4-BE49-F238E27FC236}">
                <a16:creationId xmlns:a16="http://schemas.microsoft.com/office/drawing/2014/main" id="{4F84A1CB-6BCA-119E-F052-E4A50F167C60}"/>
              </a:ext>
            </a:extLst>
          </p:cNvPr>
          <p:cNvGrpSpPr/>
          <p:nvPr/>
        </p:nvGrpSpPr>
        <p:grpSpPr>
          <a:xfrm>
            <a:off x="2405725" y="4672219"/>
            <a:ext cx="4948286" cy="1016051"/>
            <a:chOff x="2450203" y="1921767"/>
            <a:chExt cx="4948286" cy="1016051"/>
          </a:xfrm>
        </p:grpSpPr>
        <p:sp>
          <p:nvSpPr>
            <p:cNvPr id="910" name="矩形: 圆角 909">
              <a:extLst>
                <a:ext uri="{FF2B5EF4-FFF2-40B4-BE49-F238E27FC236}">
                  <a16:creationId xmlns:a16="http://schemas.microsoft.com/office/drawing/2014/main" id="{B3B96055-1FF1-8643-5627-2C606F84579A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" name="矩形: 圆角 910">
              <a:extLst>
                <a:ext uri="{FF2B5EF4-FFF2-40B4-BE49-F238E27FC236}">
                  <a16:creationId xmlns:a16="http://schemas.microsoft.com/office/drawing/2014/main" id="{02AB656B-1955-6E15-8468-05E6763C51BF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2" name="文本框 911">
              <a:extLst>
                <a:ext uri="{FF2B5EF4-FFF2-40B4-BE49-F238E27FC236}">
                  <a16:creationId xmlns:a16="http://schemas.microsoft.com/office/drawing/2014/main" id="{85959BDC-4CDF-6743-101E-9593FE9A1FC6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-20</a:t>
              </a:r>
            </a:p>
          </p:txBody>
        </p:sp>
        <p:pic>
          <p:nvPicPr>
            <p:cNvPr id="913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D396BD2F-3BF4-663C-1AD5-B776F6BCD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14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CD475263-0111-EADD-C4FD-810E800D2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15" name="文本框 914">
              <a:extLst>
                <a:ext uri="{FF2B5EF4-FFF2-40B4-BE49-F238E27FC236}">
                  <a16:creationId xmlns:a16="http://schemas.microsoft.com/office/drawing/2014/main" id="{26BA0084-2EC0-BE5D-905D-D438F7BC503C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+2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916" name="文本框 915">
              <a:extLst>
                <a:ext uri="{FF2B5EF4-FFF2-40B4-BE49-F238E27FC236}">
                  <a16:creationId xmlns:a16="http://schemas.microsoft.com/office/drawing/2014/main" id="{56D43D3A-32ED-6EB6-2066-84895C37D15A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</a:t>
              </a: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10</a:t>
              </a:r>
            </a:p>
          </p:txBody>
        </p:sp>
      </p:grpSp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5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9912B49C-FC2A-70CB-5AFC-889AF64C1ABA}"/>
              </a:ext>
            </a:extLst>
          </p:cNvPr>
          <p:cNvSpPr txBox="1"/>
          <p:nvPr/>
        </p:nvSpPr>
        <p:spPr>
          <a:xfrm>
            <a:off x="1763925" y="186667"/>
            <a:ext cx="10012808" cy="14826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公司面临是否在厂房屋顶安装光伏系统的选择，决策会影响未来的能源使用方式和电力费用，你们的选择是？</a:t>
            </a:r>
          </a:p>
        </p:txBody>
      </p:sp>
      <p:grpSp>
        <p:nvGrpSpPr>
          <p:cNvPr id="41" name="组合 40">
            <a:extLst>
              <a:ext uri="{FF2B5EF4-FFF2-40B4-BE49-F238E27FC236}">
                <a16:creationId xmlns:a16="http://schemas.microsoft.com/office/drawing/2014/main" id="{785CF19E-09DF-5915-6FA4-BBFC6571A1A2}"/>
              </a:ext>
            </a:extLst>
          </p:cNvPr>
          <p:cNvGrpSpPr/>
          <p:nvPr/>
        </p:nvGrpSpPr>
        <p:grpSpPr>
          <a:xfrm>
            <a:off x="8319514" y="4295793"/>
            <a:ext cx="3744437" cy="2562207"/>
            <a:chOff x="252375" y="1153795"/>
            <a:chExt cx="5625909" cy="4934137"/>
          </a:xfrm>
        </p:grpSpPr>
        <p:grpSp>
          <p:nvGrpSpPr>
            <p:cNvPr id="42" name="组合 41">
              <a:extLst>
                <a:ext uri="{FF2B5EF4-FFF2-40B4-BE49-F238E27FC236}">
                  <a16:creationId xmlns:a16="http://schemas.microsoft.com/office/drawing/2014/main" id="{9B1FDBB6-979F-24C2-0A09-F58F6BF9B6A6}"/>
                </a:ext>
              </a:extLst>
            </p:cNvPr>
            <p:cNvGrpSpPr/>
            <p:nvPr/>
          </p:nvGrpSpPr>
          <p:grpSpPr>
            <a:xfrm>
              <a:off x="5020854" y="1367160"/>
              <a:ext cx="857430" cy="857430"/>
              <a:chOff x="5020854" y="1367160"/>
              <a:chExt cx="857430" cy="857430"/>
            </a:xfrm>
          </p:grpSpPr>
          <p:sp>
            <p:nvSpPr>
              <p:cNvPr id="1196" name="Freeform 33">
                <a:extLst>
                  <a:ext uri="{FF2B5EF4-FFF2-40B4-BE49-F238E27FC236}">
                    <a16:creationId xmlns:a16="http://schemas.microsoft.com/office/drawing/2014/main" id="{9002211C-C634-1A56-7663-479DF5FBD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642" y="1613948"/>
                <a:ext cx="367018" cy="363854"/>
              </a:xfrm>
              <a:custGeom>
                <a:avLst/>
                <a:gdLst>
                  <a:gd name="T0" fmla="*/ 97 w 98"/>
                  <a:gd name="T1" fmla="*/ 49 h 97"/>
                  <a:gd name="T2" fmla="*/ 48 w 98"/>
                  <a:gd name="T3" fmla="*/ 97 h 97"/>
                  <a:gd name="T4" fmla="*/ 0 w 98"/>
                  <a:gd name="T5" fmla="*/ 48 h 97"/>
                  <a:gd name="T6" fmla="*/ 50 w 98"/>
                  <a:gd name="T7" fmla="*/ 0 h 97"/>
                  <a:gd name="T8" fmla="*/ 97 w 98"/>
                  <a:gd name="T9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97">
                    <a:moveTo>
                      <a:pt x="97" y="49"/>
                    </a:moveTo>
                    <a:cubicBezTo>
                      <a:pt x="97" y="76"/>
                      <a:pt x="75" y="97"/>
                      <a:pt x="48" y="97"/>
                    </a:cubicBezTo>
                    <a:cubicBezTo>
                      <a:pt x="22" y="96"/>
                      <a:pt x="0" y="74"/>
                      <a:pt x="0" y="48"/>
                    </a:cubicBezTo>
                    <a:cubicBezTo>
                      <a:pt x="1" y="21"/>
                      <a:pt x="23" y="0"/>
                      <a:pt x="50" y="0"/>
                    </a:cubicBezTo>
                    <a:cubicBezTo>
                      <a:pt x="76" y="0"/>
                      <a:pt x="98" y="22"/>
                      <a:pt x="97" y="49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7" name="Freeform 34">
                <a:extLst>
                  <a:ext uri="{FF2B5EF4-FFF2-40B4-BE49-F238E27FC236}">
                    <a16:creationId xmlns:a16="http://schemas.microsoft.com/office/drawing/2014/main" id="{11AD28E0-8D9D-5AA7-4B0E-EAF8E22E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7987" y="1613948"/>
                <a:ext cx="186673" cy="363854"/>
              </a:xfrm>
              <a:custGeom>
                <a:avLst/>
                <a:gdLst>
                  <a:gd name="T0" fmla="*/ 49 w 50"/>
                  <a:gd name="T1" fmla="*/ 49 h 97"/>
                  <a:gd name="T2" fmla="*/ 2 w 50"/>
                  <a:gd name="T3" fmla="*/ 0 h 97"/>
                  <a:gd name="T4" fmla="*/ 0 w 50"/>
                  <a:gd name="T5" fmla="*/ 97 h 97"/>
                  <a:gd name="T6" fmla="*/ 49 w 50"/>
                  <a:gd name="T7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97">
                    <a:moveTo>
                      <a:pt x="49" y="49"/>
                    </a:moveTo>
                    <a:cubicBezTo>
                      <a:pt x="50" y="22"/>
                      <a:pt x="28" y="0"/>
                      <a:pt x="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27" y="97"/>
                      <a:pt x="49" y="76"/>
                      <a:pt x="49" y="49"/>
                    </a:cubicBezTo>
                    <a:close/>
                  </a:path>
                </a:pathLst>
              </a:custGeom>
              <a:solidFill>
                <a:srgbClr val="EAE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8" name="Freeform 35">
                <a:extLst>
                  <a:ext uri="{FF2B5EF4-FFF2-40B4-BE49-F238E27FC236}">
                    <a16:creationId xmlns:a16="http://schemas.microsoft.com/office/drawing/2014/main" id="{1D76B632-16FD-0E7F-9A5C-095261A20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8956" y="1778473"/>
                <a:ext cx="199328" cy="41131"/>
              </a:xfrm>
              <a:custGeom>
                <a:avLst/>
                <a:gdLst>
                  <a:gd name="T0" fmla="*/ 48 w 53"/>
                  <a:gd name="T1" fmla="*/ 0 h 11"/>
                  <a:gd name="T2" fmla="*/ 5 w 53"/>
                  <a:gd name="T3" fmla="*/ 0 h 11"/>
                  <a:gd name="T4" fmla="*/ 0 w 53"/>
                  <a:gd name="T5" fmla="*/ 5 h 11"/>
                  <a:gd name="T6" fmla="*/ 5 w 53"/>
                  <a:gd name="T7" fmla="*/ 11 h 11"/>
                  <a:gd name="T8" fmla="*/ 48 w 53"/>
                  <a:gd name="T9" fmla="*/ 11 h 11"/>
                  <a:gd name="T10" fmla="*/ 53 w 53"/>
                  <a:gd name="T11" fmla="*/ 6 h 11"/>
                  <a:gd name="T12" fmla="*/ 48 w 5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11">
                    <a:moveTo>
                      <a:pt x="4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1" y="11"/>
                      <a:pt x="53" y="9"/>
                      <a:pt x="53" y="6"/>
                    </a:cubicBezTo>
                    <a:cubicBezTo>
                      <a:pt x="53" y="3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9" name="Freeform 36">
                <a:extLst>
                  <a:ext uri="{FF2B5EF4-FFF2-40B4-BE49-F238E27FC236}">
                    <a16:creationId xmlns:a16="http://schemas.microsoft.com/office/drawing/2014/main" id="{77859950-D293-B88C-AED6-87139E29F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854" y="1767399"/>
                <a:ext cx="202493" cy="44296"/>
              </a:xfrm>
              <a:custGeom>
                <a:avLst/>
                <a:gdLst>
                  <a:gd name="T0" fmla="*/ 54 w 54"/>
                  <a:gd name="T1" fmla="*/ 7 h 12"/>
                  <a:gd name="T2" fmla="*/ 49 w 54"/>
                  <a:gd name="T3" fmla="*/ 1 h 12"/>
                  <a:gd name="T4" fmla="*/ 6 w 54"/>
                  <a:gd name="T5" fmla="*/ 1 h 12"/>
                  <a:gd name="T6" fmla="*/ 0 w 54"/>
                  <a:gd name="T7" fmla="*/ 6 h 12"/>
                  <a:gd name="T8" fmla="*/ 6 w 54"/>
                  <a:gd name="T9" fmla="*/ 11 h 12"/>
                  <a:gd name="T10" fmla="*/ 48 w 54"/>
                  <a:gd name="T11" fmla="*/ 12 h 12"/>
                  <a:gd name="T12" fmla="*/ 54 w 54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12">
                    <a:moveTo>
                      <a:pt x="54" y="7"/>
                    </a:moveTo>
                    <a:cubicBezTo>
                      <a:pt x="54" y="4"/>
                      <a:pt x="52" y="1"/>
                      <a:pt x="49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51" y="12"/>
                      <a:pt x="54" y="10"/>
                      <a:pt x="54" y="7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0" name="Freeform 37">
                <a:extLst>
                  <a:ext uri="{FF2B5EF4-FFF2-40B4-BE49-F238E27FC236}">
                    <a16:creationId xmlns:a16="http://schemas.microsoft.com/office/drawing/2014/main" id="{442A50C3-823B-2F58-A57D-AA1CD130C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4602" y="1485808"/>
                <a:ext cx="161361" cy="158197"/>
              </a:xfrm>
              <a:custGeom>
                <a:avLst/>
                <a:gdLst>
                  <a:gd name="T0" fmla="*/ 10 w 43"/>
                  <a:gd name="T1" fmla="*/ 40 h 42"/>
                  <a:gd name="T2" fmla="*/ 41 w 43"/>
                  <a:gd name="T3" fmla="*/ 10 h 42"/>
                  <a:gd name="T4" fmla="*/ 41 w 43"/>
                  <a:gd name="T5" fmla="*/ 3 h 42"/>
                  <a:gd name="T6" fmla="*/ 33 w 43"/>
                  <a:gd name="T7" fmla="*/ 3 h 42"/>
                  <a:gd name="T8" fmla="*/ 3 w 43"/>
                  <a:gd name="T9" fmla="*/ 32 h 42"/>
                  <a:gd name="T10" fmla="*/ 2 w 43"/>
                  <a:gd name="T11" fmla="*/ 40 h 42"/>
                  <a:gd name="T12" fmla="*/ 10 w 43"/>
                  <a:gd name="T13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2">
                    <a:moveTo>
                      <a:pt x="10" y="40"/>
                    </a:moveTo>
                    <a:cubicBezTo>
                      <a:pt x="41" y="10"/>
                      <a:pt x="41" y="10"/>
                      <a:pt x="41" y="10"/>
                    </a:cubicBezTo>
                    <a:cubicBezTo>
                      <a:pt x="43" y="8"/>
                      <a:pt x="43" y="5"/>
                      <a:pt x="41" y="3"/>
                    </a:cubicBezTo>
                    <a:cubicBezTo>
                      <a:pt x="39" y="0"/>
                      <a:pt x="35" y="0"/>
                      <a:pt x="33" y="3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0" y="34"/>
                      <a:pt x="0" y="38"/>
                      <a:pt x="2" y="40"/>
                    </a:cubicBezTo>
                    <a:cubicBezTo>
                      <a:pt x="5" y="42"/>
                      <a:pt x="8" y="42"/>
                      <a:pt x="10" y="4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1" name="Freeform 38">
                <a:extLst>
                  <a:ext uri="{FF2B5EF4-FFF2-40B4-BE49-F238E27FC236}">
                    <a16:creationId xmlns:a16="http://schemas.microsoft.com/office/drawing/2014/main" id="{2CB5D678-E6BB-DEFE-98E2-98D259FE9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920" y="1947744"/>
                <a:ext cx="156616" cy="153452"/>
              </a:xfrm>
              <a:custGeom>
                <a:avLst/>
                <a:gdLst>
                  <a:gd name="T0" fmla="*/ 33 w 42"/>
                  <a:gd name="T1" fmla="*/ 2 h 41"/>
                  <a:gd name="T2" fmla="*/ 2 w 42"/>
                  <a:gd name="T3" fmla="*/ 31 h 41"/>
                  <a:gd name="T4" fmla="*/ 2 w 42"/>
                  <a:gd name="T5" fmla="*/ 39 h 41"/>
                  <a:gd name="T6" fmla="*/ 10 w 42"/>
                  <a:gd name="T7" fmla="*/ 39 h 41"/>
                  <a:gd name="T8" fmla="*/ 40 w 42"/>
                  <a:gd name="T9" fmla="*/ 10 h 41"/>
                  <a:gd name="T10" fmla="*/ 40 w 42"/>
                  <a:gd name="T11" fmla="*/ 2 h 41"/>
                  <a:gd name="T12" fmla="*/ 33 w 42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1">
                    <a:moveTo>
                      <a:pt x="33" y="2"/>
                    </a:moveTo>
                    <a:cubicBezTo>
                      <a:pt x="2" y="31"/>
                      <a:pt x="2" y="31"/>
                      <a:pt x="2" y="31"/>
                    </a:cubicBezTo>
                    <a:cubicBezTo>
                      <a:pt x="0" y="34"/>
                      <a:pt x="0" y="37"/>
                      <a:pt x="2" y="39"/>
                    </a:cubicBezTo>
                    <a:cubicBezTo>
                      <a:pt x="4" y="41"/>
                      <a:pt x="7" y="41"/>
                      <a:pt x="10" y="3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7"/>
                      <a:pt x="42" y="4"/>
                      <a:pt x="40" y="2"/>
                    </a:cubicBezTo>
                    <a:cubicBezTo>
                      <a:pt x="38" y="0"/>
                      <a:pt x="35" y="0"/>
                      <a:pt x="33" y="2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2" name="Freeform 39">
                <a:extLst>
                  <a:ext uri="{FF2B5EF4-FFF2-40B4-BE49-F238E27FC236}">
                    <a16:creationId xmlns:a16="http://schemas.microsoft.com/office/drawing/2014/main" id="{94A0E63C-5E74-1325-75F2-A5C215F31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1438" y="1950908"/>
                <a:ext cx="156616" cy="156616"/>
              </a:xfrm>
              <a:custGeom>
                <a:avLst/>
                <a:gdLst>
                  <a:gd name="T0" fmla="*/ 10 w 42"/>
                  <a:gd name="T1" fmla="*/ 2 h 42"/>
                  <a:gd name="T2" fmla="*/ 2 w 42"/>
                  <a:gd name="T3" fmla="*/ 2 h 42"/>
                  <a:gd name="T4" fmla="*/ 2 w 42"/>
                  <a:gd name="T5" fmla="*/ 10 h 42"/>
                  <a:gd name="T6" fmla="*/ 32 w 42"/>
                  <a:gd name="T7" fmla="*/ 40 h 42"/>
                  <a:gd name="T8" fmla="*/ 40 w 42"/>
                  <a:gd name="T9" fmla="*/ 40 h 42"/>
                  <a:gd name="T10" fmla="*/ 40 w 42"/>
                  <a:gd name="T11" fmla="*/ 33 h 42"/>
                  <a:gd name="T12" fmla="*/ 10 w 42"/>
                  <a:gd name="T1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10" y="2"/>
                    </a:moveTo>
                    <a:cubicBezTo>
                      <a:pt x="8" y="0"/>
                      <a:pt x="5" y="0"/>
                      <a:pt x="2" y="2"/>
                    </a:cubicBezTo>
                    <a:cubicBezTo>
                      <a:pt x="0" y="4"/>
                      <a:pt x="0" y="7"/>
                      <a:pt x="2" y="1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4" y="42"/>
                      <a:pt x="38" y="42"/>
                      <a:pt x="40" y="40"/>
                    </a:cubicBezTo>
                    <a:cubicBezTo>
                      <a:pt x="42" y="38"/>
                      <a:pt x="42" y="35"/>
                      <a:pt x="40" y="33"/>
                    </a:cubicBez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3" name="Freeform 40">
                <a:extLst>
                  <a:ext uri="{FF2B5EF4-FFF2-40B4-BE49-F238E27FC236}">
                    <a16:creationId xmlns:a16="http://schemas.microsoft.com/office/drawing/2014/main" id="{8A1A2CFD-A4DA-22CE-6A9B-8014ACEF2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248" y="1479479"/>
                <a:ext cx="158197" cy="159780"/>
              </a:xfrm>
              <a:custGeom>
                <a:avLst/>
                <a:gdLst>
                  <a:gd name="T0" fmla="*/ 10 w 42"/>
                  <a:gd name="T1" fmla="*/ 3 h 43"/>
                  <a:gd name="T2" fmla="*/ 2 w 42"/>
                  <a:gd name="T3" fmla="*/ 3 h 43"/>
                  <a:gd name="T4" fmla="*/ 2 w 42"/>
                  <a:gd name="T5" fmla="*/ 10 h 43"/>
                  <a:gd name="T6" fmla="*/ 32 w 42"/>
                  <a:gd name="T7" fmla="*/ 41 h 43"/>
                  <a:gd name="T8" fmla="*/ 39 w 42"/>
                  <a:gd name="T9" fmla="*/ 41 h 43"/>
                  <a:gd name="T10" fmla="*/ 40 w 42"/>
                  <a:gd name="T11" fmla="*/ 33 h 43"/>
                  <a:gd name="T12" fmla="*/ 10 w 42"/>
                  <a:gd name="T13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3">
                    <a:moveTo>
                      <a:pt x="10" y="3"/>
                    </a:moveTo>
                    <a:cubicBezTo>
                      <a:pt x="8" y="0"/>
                      <a:pt x="4" y="0"/>
                      <a:pt x="2" y="3"/>
                    </a:cubicBezTo>
                    <a:cubicBezTo>
                      <a:pt x="0" y="5"/>
                      <a:pt x="0" y="8"/>
                      <a:pt x="2" y="1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4" y="43"/>
                      <a:pt x="37" y="43"/>
                      <a:pt x="39" y="41"/>
                    </a:cubicBezTo>
                    <a:cubicBezTo>
                      <a:pt x="42" y="39"/>
                      <a:pt x="42" y="35"/>
                      <a:pt x="40" y="33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4" name="Freeform 41">
                <a:extLst>
                  <a:ext uri="{FF2B5EF4-FFF2-40B4-BE49-F238E27FC236}">
                    <a16:creationId xmlns:a16="http://schemas.microsoft.com/office/drawing/2014/main" id="{991C296D-7F5E-6803-EDE2-F345903FE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5840" y="2022097"/>
                <a:ext cx="44296" cy="202493"/>
              </a:xfrm>
              <a:custGeom>
                <a:avLst/>
                <a:gdLst>
                  <a:gd name="T0" fmla="*/ 6 w 12"/>
                  <a:gd name="T1" fmla="*/ 0 h 54"/>
                  <a:gd name="T2" fmla="*/ 1 w 12"/>
                  <a:gd name="T3" fmla="*/ 6 h 54"/>
                  <a:gd name="T4" fmla="*/ 0 w 12"/>
                  <a:gd name="T5" fmla="*/ 48 h 54"/>
                  <a:gd name="T6" fmla="*/ 5 w 12"/>
                  <a:gd name="T7" fmla="*/ 54 h 54"/>
                  <a:gd name="T8" fmla="*/ 11 w 12"/>
                  <a:gd name="T9" fmla="*/ 48 h 54"/>
                  <a:gd name="T10" fmla="*/ 11 w 12"/>
                  <a:gd name="T11" fmla="*/ 6 h 54"/>
                  <a:gd name="T12" fmla="*/ 6 w 12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6" y="0"/>
                    </a:moveTo>
                    <a:cubicBezTo>
                      <a:pt x="3" y="0"/>
                      <a:pt x="1" y="3"/>
                      <a:pt x="1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1"/>
                      <a:pt x="2" y="54"/>
                      <a:pt x="5" y="54"/>
                    </a:cubicBezTo>
                    <a:cubicBezTo>
                      <a:pt x="8" y="54"/>
                      <a:pt x="11" y="51"/>
                      <a:pt x="11" y="4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3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5" name="Freeform 42">
                <a:extLst>
                  <a:ext uri="{FF2B5EF4-FFF2-40B4-BE49-F238E27FC236}">
                    <a16:creationId xmlns:a16="http://schemas.microsoft.com/office/drawing/2014/main" id="{ACED7A4E-F4AC-94C9-3ED4-5460C37BA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2167" y="1367160"/>
                <a:ext cx="45878" cy="200911"/>
              </a:xfrm>
              <a:custGeom>
                <a:avLst/>
                <a:gdLst>
                  <a:gd name="T0" fmla="*/ 6 w 12"/>
                  <a:gd name="T1" fmla="*/ 0 h 54"/>
                  <a:gd name="T2" fmla="*/ 1 w 12"/>
                  <a:gd name="T3" fmla="*/ 6 h 54"/>
                  <a:gd name="T4" fmla="*/ 0 w 12"/>
                  <a:gd name="T5" fmla="*/ 48 h 54"/>
                  <a:gd name="T6" fmla="*/ 6 w 12"/>
                  <a:gd name="T7" fmla="*/ 54 h 54"/>
                  <a:gd name="T8" fmla="*/ 11 w 12"/>
                  <a:gd name="T9" fmla="*/ 48 h 54"/>
                  <a:gd name="T10" fmla="*/ 12 w 12"/>
                  <a:gd name="T11" fmla="*/ 6 h 54"/>
                  <a:gd name="T12" fmla="*/ 6 w 12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6" y="0"/>
                    </a:moveTo>
                    <a:cubicBezTo>
                      <a:pt x="3" y="0"/>
                      <a:pt x="1" y="2"/>
                      <a:pt x="1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1"/>
                      <a:pt x="3" y="54"/>
                      <a:pt x="6" y="54"/>
                    </a:cubicBezTo>
                    <a:cubicBezTo>
                      <a:pt x="9" y="54"/>
                      <a:pt x="11" y="51"/>
                      <a:pt x="11" y="4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43" name="Freeform 19">
              <a:extLst>
                <a:ext uri="{FF2B5EF4-FFF2-40B4-BE49-F238E27FC236}">
                  <a16:creationId xmlns:a16="http://schemas.microsoft.com/office/drawing/2014/main" id="{872E7326-9501-EBF1-9E7E-202B1181B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712" y="2931732"/>
              <a:ext cx="101246" cy="273682"/>
            </a:xfrm>
            <a:custGeom>
              <a:avLst/>
              <a:gdLst>
                <a:gd name="T0" fmla="*/ 14 w 64"/>
                <a:gd name="T1" fmla="*/ 0 h 173"/>
                <a:gd name="T2" fmla="*/ 0 w 64"/>
                <a:gd name="T3" fmla="*/ 173 h 173"/>
                <a:gd name="T4" fmla="*/ 64 w 64"/>
                <a:gd name="T5" fmla="*/ 173 h 173"/>
                <a:gd name="T6" fmla="*/ 50 w 64"/>
                <a:gd name="T7" fmla="*/ 0 h 173"/>
                <a:gd name="T8" fmla="*/ 14 w 64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173">
                  <a:moveTo>
                    <a:pt x="14" y="0"/>
                  </a:moveTo>
                  <a:lnTo>
                    <a:pt x="0" y="173"/>
                  </a:lnTo>
                  <a:lnTo>
                    <a:pt x="64" y="173"/>
                  </a:lnTo>
                  <a:lnTo>
                    <a:pt x="50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">
              <a:extLst>
                <a:ext uri="{FF2B5EF4-FFF2-40B4-BE49-F238E27FC236}">
                  <a16:creationId xmlns:a16="http://schemas.microsoft.com/office/drawing/2014/main" id="{331FA034-FE29-7473-B7CB-C59141DE4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916" y="2931732"/>
              <a:ext cx="49042" cy="273682"/>
            </a:xfrm>
            <a:custGeom>
              <a:avLst/>
              <a:gdLst>
                <a:gd name="T0" fmla="*/ 0 w 31"/>
                <a:gd name="T1" fmla="*/ 0 h 173"/>
                <a:gd name="T2" fmla="*/ 0 w 31"/>
                <a:gd name="T3" fmla="*/ 173 h 173"/>
                <a:gd name="T4" fmla="*/ 31 w 31"/>
                <a:gd name="T5" fmla="*/ 173 h 173"/>
                <a:gd name="T6" fmla="*/ 17 w 31"/>
                <a:gd name="T7" fmla="*/ 0 h 173"/>
                <a:gd name="T8" fmla="*/ 0 w 31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73">
                  <a:moveTo>
                    <a:pt x="0" y="0"/>
                  </a:moveTo>
                  <a:lnTo>
                    <a:pt x="0" y="173"/>
                  </a:lnTo>
                  <a:lnTo>
                    <a:pt x="31" y="173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1">
              <a:extLst>
                <a:ext uri="{FF2B5EF4-FFF2-40B4-BE49-F238E27FC236}">
                  <a16:creationId xmlns:a16="http://schemas.microsoft.com/office/drawing/2014/main" id="{884BDFA6-AEF1-4039-1A65-117E0D541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071" y="1835425"/>
              <a:ext cx="550527" cy="1183317"/>
            </a:xfrm>
            <a:custGeom>
              <a:avLst/>
              <a:gdLst>
                <a:gd name="T0" fmla="*/ 0 w 348"/>
                <a:gd name="T1" fmla="*/ 748 h 748"/>
                <a:gd name="T2" fmla="*/ 175 w 348"/>
                <a:gd name="T3" fmla="*/ 0 h 748"/>
                <a:gd name="T4" fmla="*/ 348 w 348"/>
                <a:gd name="T5" fmla="*/ 748 h 748"/>
                <a:gd name="T6" fmla="*/ 0 w 348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8" h="748">
                  <a:moveTo>
                    <a:pt x="0" y="748"/>
                  </a:moveTo>
                  <a:lnTo>
                    <a:pt x="175" y="0"/>
                  </a:lnTo>
                  <a:lnTo>
                    <a:pt x="348" y="748"/>
                  </a:lnTo>
                  <a:lnTo>
                    <a:pt x="0" y="748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2">
              <a:extLst>
                <a:ext uri="{FF2B5EF4-FFF2-40B4-BE49-F238E27FC236}">
                  <a16:creationId xmlns:a16="http://schemas.microsoft.com/office/drawing/2014/main" id="{6D2FBCB7-6C61-050A-E480-9A63DCCE2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916" y="1835425"/>
              <a:ext cx="273682" cy="1183317"/>
            </a:xfrm>
            <a:custGeom>
              <a:avLst/>
              <a:gdLst>
                <a:gd name="T0" fmla="*/ 173 w 173"/>
                <a:gd name="T1" fmla="*/ 748 h 748"/>
                <a:gd name="T2" fmla="*/ 0 w 173"/>
                <a:gd name="T3" fmla="*/ 0 h 748"/>
                <a:gd name="T4" fmla="*/ 0 w 173"/>
                <a:gd name="T5" fmla="*/ 748 h 748"/>
                <a:gd name="T6" fmla="*/ 173 w 173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748">
                  <a:moveTo>
                    <a:pt x="173" y="748"/>
                  </a:moveTo>
                  <a:lnTo>
                    <a:pt x="0" y="0"/>
                  </a:lnTo>
                  <a:lnTo>
                    <a:pt x="0" y="748"/>
                  </a:lnTo>
                  <a:lnTo>
                    <a:pt x="173" y="748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15">
              <a:extLst>
                <a:ext uri="{FF2B5EF4-FFF2-40B4-BE49-F238E27FC236}">
                  <a16:creationId xmlns:a16="http://schemas.microsoft.com/office/drawing/2014/main" id="{9FB97FEB-82D8-9614-7898-C9AC003F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951" y="2838395"/>
              <a:ext cx="134468" cy="367018"/>
            </a:xfrm>
            <a:custGeom>
              <a:avLst/>
              <a:gdLst>
                <a:gd name="T0" fmla="*/ 19 w 85"/>
                <a:gd name="T1" fmla="*/ 0 h 232"/>
                <a:gd name="T2" fmla="*/ 0 w 85"/>
                <a:gd name="T3" fmla="*/ 232 h 232"/>
                <a:gd name="T4" fmla="*/ 85 w 85"/>
                <a:gd name="T5" fmla="*/ 232 h 232"/>
                <a:gd name="T6" fmla="*/ 66 w 85"/>
                <a:gd name="T7" fmla="*/ 0 h 232"/>
                <a:gd name="T8" fmla="*/ 19 w 85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232">
                  <a:moveTo>
                    <a:pt x="19" y="0"/>
                  </a:moveTo>
                  <a:lnTo>
                    <a:pt x="0" y="232"/>
                  </a:lnTo>
                  <a:lnTo>
                    <a:pt x="85" y="232"/>
                  </a:lnTo>
                  <a:lnTo>
                    <a:pt x="66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16">
              <a:extLst>
                <a:ext uri="{FF2B5EF4-FFF2-40B4-BE49-F238E27FC236}">
                  <a16:creationId xmlns:a16="http://schemas.microsoft.com/office/drawing/2014/main" id="{AA8D238F-A1A5-30E6-4F32-61808460E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976" y="2838395"/>
              <a:ext cx="66443" cy="367018"/>
            </a:xfrm>
            <a:custGeom>
              <a:avLst/>
              <a:gdLst>
                <a:gd name="T0" fmla="*/ 0 w 42"/>
                <a:gd name="T1" fmla="*/ 0 h 232"/>
                <a:gd name="T2" fmla="*/ 0 w 42"/>
                <a:gd name="T3" fmla="*/ 232 h 232"/>
                <a:gd name="T4" fmla="*/ 42 w 42"/>
                <a:gd name="T5" fmla="*/ 232 h 232"/>
                <a:gd name="T6" fmla="*/ 23 w 42"/>
                <a:gd name="T7" fmla="*/ 0 h 232"/>
                <a:gd name="T8" fmla="*/ 0 w 42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32">
                  <a:moveTo>
                    <a:pt x="0" y="0"/>
                  </a:moveTo>
                  <a:lnTo>
                    <a:pt x="0" y="232"/>
                  </a:lnTo>
                  <a:lnTo>
                    <a:pt x="42" y="232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7">
              <a:extLst>
                <a:ext uri="{FF2B5EF4-FFF2-40B4-BE49-F238E27FC236}">
                  <a16:creationId xmlns:a16="http://schemas.microsoft.com/office/drawing/2014/main" id="{25613DD7-9360-4E5F-9019-13B20265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794" y="1362414"/>
              <a:ext cx="740364" cy="1591466"/>
            </a:xfrm>
            <a:custGeom>
              <a:avLst/>
              <a:gdLst>
                <a:gd name="T0" fmla="*/ 0 w 468"/>
                <a:gd name="T1" fmla="*/ 1006 h 1006"/>
                <a:gd name="T2" fmla="*/ 234 w 468"/>
                <a:gd name="T3" fmla="*/ 0 h 1006"/>
                <a:gd name="T4" fmla="*/ 468 w 468"/>
                <a:gd name="T5" fmla="*/ 1006 h 1006"/>
                <a:gd name="T6" fmla="*/ 0 w 468"/>
                <a:gd name="T7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8" h="1006">
                  <a:moveTo>
                    <a:pt x="0" y="1006"/>
                  </a:moveTo>
                  <a:lnTo>
                    <a:pt x="234" y="0"/>
                  </a:lnTo>
                  <a:lnTo>
                    <a:pt x="468" y="1006"/>
                  </a:lnTo>
                  <a:lnTo>
                    <a:pt x="0" y="1006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8">
              <a:extLst>
                <a:ext uri="{FF2B5EF4-FFF2-40B4-BE49-F238E27FC236}">
                  <a16:creationId xmlns:a16="http://schemas.microsoft.com/office/drawing/2014/main" id="{D863A724-4364-DF50-2CB7-14508AF04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976" y="1362414"/>
              <a:ext cx="370182" cy="1591466"/>
            </a:xfrm>
            <a:custGeom>
              <a:avLst/>
              <a:gdLst>
                <a:gd name="T0" fmla="*/ 234 w 234"/>
                <a:gd name="T1" fmla="*/ 1006 h 1006"/>
                <a:gd name="T2" fmla="*/ 0 w 234"/>
                <a:gd name="T3" fmla="*/ 0 h 1006"/>
                <a:gd name="T4" fmla="*/ 0 w 234"/>
                <a:gd name="T5" fmla="*/ 1006 h 1006"/>
                <a:gd name="T6" fmla="*/ 234 w 234"/>
                <a:gd name="T7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4" h="1006">
                  <a:moveTo>
                    <a:pt x="234" y="1006"/>
                  </a:moveTo>
                  <a:lnTo>
                    <a:pt x="0" y="0"/>
                  </a:lnTo>
                  <a:lnTo>
                    <a:pt x="0" y="1006"/>
                  </a:lnTo>
                  <a:lnTo>
                    <a:pt x="234" y="1006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51" name="组合 50">
              <a:extLst>
                <a:ext uri="{FF2B5EF4-FFF2-40B4-BE49-F238E27FC236}">
                  <a16:creationId xmlns:a16="http://schemas.microsoft.com/office/drawing/2014/main" id="{A1E637B3-96E3-5A45-A247-27304BC4D070}"/>
                </a:ext>
              </a:extLst>
            </p:cNvPr>
            <p:cNvGrpSpPr/>
            <p:nvPr/>
          </p:nvGrpSpPr>
          <p:grpSpPr>
            <a:xfrm>
              <a:off x="914483" y="1909725"/>
              <a:ext cx="1001648" cy="1009345"/>
              <a:chOff x="765867" y="4096848"/>
              <a:chExt cx="1922284" cy="1937054"/>
            </a:xfrm>
          </p:grpSpPr>
          <p:grpSp>
            <p:nvGrpSpPr>
              <p:cNvPr id="1181" name="组合 1180">
                <a:extLst>
                  <a:ext uri="{FF2B5EF4-FFF2-40B4-BE49-F238E27FC236}">
                    <a16:creationId xmlns:a16="http://schemas.microsoft.com/office/drawing/2014/main" id="{0B12BE99-65BF-9EAF-56AB-F7A89CC7531F}"/>
                  </a:ext>
                </a:extLst>
              </p:cNvPr>
              <p:cNvGrpSpPr/>
              <p:nvPr/>
            </p:nvGrpSpPr>
            <p:grpSpPr>
              <a:xfrm>
                <a:off x="765867" y="4206427"/>
                <a:ext cx="1590082" cy="1568468"/>
                <a:chOff x="765867" y="4206427"/>
                <a:chExt cx="1590082" cy="1568468"/>
              </a:xfrm>
            </p:grpSpPr>
            <p:sp>
              <p:nvSpPr>
                <p:cNvPr id="1185" name="Freeform 173">
                  <a:extLst>
                    <a:ext uri="{FF2B5EF4-FFF2-40B4-BE49-F238E27FC236}">
                      <a16:creationId xmlns:a16="http://schemas.microsoft.com/office/drawing/2014/main" id="{0185926C-F30B-AD78-A0F9-109CE58B76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549" y="5059391"/>
                  <a:ext cx="664400" cy="715504"/>
                </a:xfrm>
                <a:custGeom>
                  <a:avLst/>
                  <a:gdLst>
                    <a:gd name="T0" fmla="*/ 0 w 178"/>
                    <a:gd name="T1" fmla="*/ 12 h 203"/>
                    <a:gd name="T2" fmla="*/ 178 w 178"/>
                    <a:gd name="T3" fmla="*/ 203 h 203"/>
                    <a:gd name="T4" fmla="*/ 178 w 178"/>
                    <a:gd name="T5" fmla="*/ 187 h 203"/>
                    <a:gd name="T6" fmla="*/ 71 w 178"/>
                    <a:gd name="T7" fmla="*/ 16 h 203"/>
                    <a:gd name="T8" fmla="*/ 14 w 178"/>
                    <a:gd name="T9" fmla="*/ 0 h 203"/>
                    <a:gd name="T10" fmla="*/ 0 w 178"/>
                    <a:gd name="T11" fmla="*/ 1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8" h="203">
                      <a:moveTo>
                        <a:pt x="0" y="12"/>
                      </a:moveTo>
                      <a:lnTo>
                        <a:pt x="178" y="203"/>
                      </a:lnTo>
                      <a:lnTo>
                        <a:pt x="178" y="187"/>
                      </a:lnTo>
                      <a:lnTo>
                        <a:pt x="71" y="16"/>
                      </a:lnTo>
                      <a:lnTo>
                        <a:pt x="14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86" name="Freeform 174">
                  <a:extLst>
                    <a:ext uri="{FF2B5EF4-FFF2-40B4-BE49-F238E27FC236}">
                      <a16:creationId xmlns:a16="http://schemas.microsoft.com/office/drawing/2014/main" id="{811BD247-EA0B-E8E3-8647-44A9AE7BF1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851" y="5249722"/>
                  <a:ext cx="515096" cy="525172"/>
                </a:xfrm>
                <a:custGeom>
                  <a:avLst/>
                  <a:gdLst>
                    <a:gd name="T0" fmla="*/ 0 w 138"/>
                    <a:gd name="T1" fmla="*/ 0 h 149"/>
                    <a:gd name="T2" fmla="*/ 138 w 138"/>
                    <a:gd name="T3" fmla="*/ 149 h 149"/>
                    <a:gd name="T4" fmla="*/ 138 w 138"/>
                    <a:gd name="T5" fmla="*/ 133 h 149"/>
                    <a:gd name="T6" fmla="*/ 71 w 138"/>
                    <a:gd name="T7" fmla="*/ 26 h 149"/>
                    <a:gd name="T8" fmla="*/ 0 w 138"/>
                    <a:gd name="T9" fmla="*/ 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9">
                      <a:moveTo>
                        <a:pt x="0" y="0"/>
                      </a:moveTo>
                      <a:lnTo>
                        <a:pt x="138" y="149"/>
                      </a:lnTo>
                      <a:lnTo>
                        <a:pt x="138" y="133"/>
                      </a:lnTo>
                      <a:lnTo>
                        <a:pt x="71" y="2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87" name="Freeform 175">
                  <a:extLst>
                    <a:ext uri="{FF2B5EF4-FFF2-40B4-BE49-F238E27FC236}">
                      <a16:creationId xmlns:a16="http://schemas.microsoft.com/office/drawing/2014/main" id="{0B0C2CBF-6F25-116B-16FB-EAD392E2BD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969" y="5334313"/>
                  <a:ext cx="432980" cy="440581"/>
                </a:xfrm>
                <a:custGeom>
                  <a:avLst/>
                  <a:gdLst>
                    <a:gd name="T0" fmla="*/ 61 w 116"/>
                    <a:gd name="T1" fmla="*/ 19 h 125"/>
                    <a:gd name="T2" fmla="*/ 0 w 116"/>
                    <a:gd name="T3" fmla="*/ 0 h 125"/>
                    <a:gd name="T4" fmla="*/ 116 w 116"/>
                    <a:gd name="T5" fmla="*/ 125 h 125"/>
                    <a:gd name="T6" fmla="*/ 116 w 116"/>
                    <a:gd name="T7" fmla="*/ 109 h 125"/>
                    <a:gd name="T8" fmla="*/ 61 w 116"/>
                    <a:gd name="T9" fmla="*/ 19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6" h="125">
                      <a:moveTo>
                        <a:pt x="61" y="19"/>
                      </a:moveTo>
                      <a:lnTo>
                        <a:pt x="0" y="0"/>
                      </a:lnTo>
                      <a:lnTo>
                        <a:pt x="116" y="125"/>
                      </a:lnTo>
                      <a:lnTo>
                        <a:pt x="116" y="109"/>
                      </a:lnTo>
                      <a:lnTo>
                        <a:pt x="61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88" name="Freeform 176">
                  <a:extLst>
                    <a:ext uri="{FF2B5EF4-FFF2-40B4-BE49-F238E27FC236}">
                      <a16:creationId xmlns:a16="http://schemas.microsoft.com/office/drawing/2014/main" id="{783DD3D4-2F25-8436-9285-DB0A029EA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9293" y="4206427"/>
                  <a:ext cx="406854" cy="877638"/>
                </a:xfrm>
                <a:custGeom>
                  <a:avLst/>
                  <a:gdLst>
                    <a:gd name="T0" fmla="*/ 33 w 109"/>
                    <a:gd name="T1" fmla="*/ 249 h 249"/>
                    <a:gd name="T2" fmla="*/ 109 w 109"/>
                    <a:gd name="T3" fmla="*/ 0 h 249"/>
                    <a:gd name="T4" fmla="*/ 95 w 109"/>
                    <a:gd name="T5" fmla="*/ 7 h 249"/>
                    <a:gd name="T6" fmla="*/ 0 w 109"/>
                    <a:gd name="T7" fmla="*/ 185 h 249"/>
                    <a:gd name="T8" fmla="*/ 14 w 109"/>
                    <a:gd name="T9" fmla="*/ 244 h 249"/>
                    <a:gd name="T10" fmla="*/ 33 w 109"/>
                    <a:gd name="T11" fmla="*/ 249 h 2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9" h="249">
                      <a:moveTo>
                        <a:pt x="33" y="249"/>
                      </a:moveTo>
                      <a:lnTo>
                        <a:pt x="109" y="0"/>
                      </a:lnTo>
                      <a:lnTo>
                        <a:pt x="95" y="7"/>
                      </a:lnTo>
                      <a:lnTo>
                        <a:pt x="0" y="185"/>
                      </a:lnTo>
                      <a:lnTo>
                        <a:pt x="14" y="244"/>
                      </a:lnTo>
                      <a:lnTo>
                        <a:pt x="33" y="249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89" name="Freeform 177">
                  <a:extLst>
                    <a:ext uri="{FF2B5EF4-FFF2-40B4-BE49-F238E27FC236}">
                      <a16:creationId xmlns:a16="http://schemas.microsoft.com/office/drawing/2014/main" id="{9E18D556-38DF-D785-3D55-0B8E49D8FF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9934" y="4206427"/>
                  <a:ext cx="276210" cy="683781"/>
                </a:xfrm>
                <a:custGeom>
                  <a:avLst/>
                  <a:gdLst>
                    <a:gd name="T0" fmla="*/ 15 w 74"/>
                    <a:gd name="T1" fmla="*/ 194 h 194"/>
                    <a:gd name="T2" fmla="*/ 74 w 74"/>
                    <a:gd name="T3" fmla="*/ 0 h 194"/>
                    <a:gd name="T4" fmla="*/ 60 w 74"/>
                    <a:gd name="T5" fmla="*/ 7 h 194"/>
                    <a:gd name="T6" fmla="*/ 0 w 74"/>
                    <a:gd name="T7" fmla="*/ 119 h 194"/>
                    <a:gd name="T8" fmla="*/ 15 w 74"/>
                    <a:gd name="T9" fmla="*/ 194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4" h="194">
                      <a:moveTo>
                        <a:pt x="15" y="194"/>
                      </a:moveTo>
                      <a:lnTo>
                        <a:pt x="74" y="0"/>
                      </a:lnTo>
                      <a:lnTo>
                        <a:pt x="60" y="7"/>
                      </a:lnTo>
                      <a:lnTo>
                        <a:pt x="0" y="119"/>
                      </a:lnTo>
                      <a:lnTo>
                        <a:pt x="15" y="194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0" name="Freeform 178">
                  <a:extLst>
                    <a:ext uri="{FF2B5EF4-FFF2-40B4-BE49-F238E27FC236}">
                      <a16:creationId xmlns:a16="http://schemas.microsoft.com/office/drawing/2014/main" id="{F8D48605-3CB0-2B6A-F5ED-F47CAAEC26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7259" y="4206427"/>
                  <a:ext cx="238885" cy="578041"/>
                </a:xfrm>
                <a:custGeom>
                  <a:avLst/>
                  <a:gdLst>
                    <a:gd name="T0" fmla="*/ 0 w 64"/>
                    <a:gd name="T1" fmla="*/ 100 h 164"/>
                    <a:gd name="T2" fmla="*/ 14 w 64"/>
                    <a:gd name="T3" fmla="*/ 164 h 164"/>
                    <a:gd name="T4" fmla="*/ 64 w 64"/>
                    <a:gd name="T5" fmla="*/ 0 h 164"/>
                    <a:gd name="T6" fmla="*/ 50 w 64"/>
                    <a:gd name="T7" fmla="*/ 7 h 164"/>
                    <a:gd name="T8" fmla="*/ 0 w 64"/>
                    <a:gd name="T9" fmla="*/ 10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" h="164">
                      <a:moveTo>
                        <a:pt x="0" y="100"/>
                      </a:moveTo>
                      <a:lnTo>
                        <a:pt x="14" y="164"/>
                      </a:lnTo>
                      <a:lnTo>
                        <a:pt x="64" y="0"/>
                      </a:lnTo>
                      <a:lnTo>
                        <a:pt x="50" y="7"/>
                      </a:lnTo>
                      <a:lnTo>
                        <a:pt x="0" y="1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1" name="Freeform 179">
                  <a:extLst>
                    <a:ext uri="{FF2B5EF4-FFF2-40B4-BE49-F238E27FC236}">
                      <a16:creationId xmlns:a16="http://schemas.microsoft.com/office/drawing/2014/main" id="{A3EF3490-6045-8FCF-EF06-C88722941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041766"/>
                  <a:ext cx="963008" cy="232627"/>
                </a:xfrm>
                <a:custGeom>
                  <a:avLst/>
                  <a:gdLst>
                    <a:gd name="T0" fmla="*/ 255 w 258"/>
                    <a:gd name="T1" fmla="*/ 0 h 66"/>
                    <a:gd name="T2" fmla="*/ 0 w 258"/>
                    <a:gd name="T3" fmla="*/ 59 h 66"/>
                    <a:gd name="T4" fmla="*/ 14 w 258"/>
                    <a:gd name="T5" fmla="*/ 66 h 66"/>
                    <a:gd name="T6" fmla="*/ 215 w 258"/>
                    <a:gd name="T7" fmla="*/ 59 h 66"/>
                    <a:gd name="T8" fmla="*/ 258 w 258"/>
                    <a:gd name="T9" fmla="*/ 17 h 66"/>
                    <a:gd name="T10" fmla="*/ 255 w 258"/>
                    <a:gd name="T11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8" h="66">
                      <a:moveTo>
                        <a:pt x="255" y="0"/>
                      </a:moveTo>
                      <a:lnTo>
                        <a:pt x="0" y="59"/>
                      </a:lnTo>
                      <a:lnTo>
                        <a:pt x="14" y="66"/>
                      </a:lnTo>
                      <a:lnTo>
                        <a:pt x="215" y="59"/>
                      </a:lnTo>
                      <a:lnTo>
                        <a:pt x="258" y="17"/>
                      </a:lnTo>
                      <a:lnTo>
                        <a:pt x="255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2" name="Freeform 180">
                  <a:extLst>
                    <a:ext uri="{FF2B5EF4-FFF2-40B4-BE49-F238E27FC236}">
                      <a16:creationId xmlns:a16="http://schemas.microsoft.com/office/drawing/2014/main" id="{6DDA2DFE-FD63-FAB2-E621-CF377B2A02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084061"/>
                  <a:ext cx="742785" cy="190332"/>
                </a:xfrm>
                <a:custGeom>
                  <a:avLst/>
                  <a:gdLst>
                    <a:gd name="T0" fmla="*/ 199 w 199"/>
                    <a:gd name="T1" fmla="*/ 0 h 54"/>
                    <a:gd name="T2" fmla="*/ 0 w 199"/>
                    <a:gd name="T3" fmla="*/ 47 h 54"/>
                    <a:gd name="T4" fmla="*/ 14 w 199"/>
                    <a:gd name="T5" fmla="*/ 54 h 54"/>
                    <a:gd name="T6" fmla="*/ 139 w 199"/>
                    <a:gd name="T7" fmla="*/ 50 h 54"/>
                    <a:gd name="T8" fmla="*/ 199 w 199"/>
                    <a:gd name="T9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54">
                      <a:moveTo>
                        <a:pt x="199" y="0"/>
                      </a:moveTo>
                      <a:lnTo>
                        <a:pt x="0" y="47"/>
                      </a:lnTo>
                      <a:lnTo>
                        <a:pt x="14" y="54"/>
                      </a:lnTo>
                      <a:lnTo>
                        <a:pt x="139" y="50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3" name="Freeform 181">
                  <a:extLst>
                    <a:ext uri="{FF2B5EF4-FFF2-40B4-BE49-F238E27FC236}">
                      <a16:creationId xmlns:a16="http://schemas.microsoft.com/office/drawing/2014/main" id="{C0AD16F0-D0BF-988F-2DC4-0057B48474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108736"/>
                  <a:ext cx="627075" cy="165659"/>
                </a:xfrm>
                <a:custGeom>
                  <a:avLst/>
                  <a:gdLst>
                    <a:gd name="T0" fmla="*/ 118 w 168"/>
                    <a:gd name="T1" fmla="*/ 43 h 47"/>
                    <a:gd name="T2" fmla="*/ 168 w 168"/>
                    <a:gd name="T3" fmla="*/ 0 h 47"/>
                    <a:gd name="T4" fmla="*/ 0 w 168"/>
                    <a:gd name="T5" fmla="*/ 40 h 47"/>
                    <a:gd name="T6" fmla="*/ 14 w 168"/>
                    <a:gd name="T7" fmla="*/ 47 h 47"/>
                    <a:gd name="T8" fmla="*/ 118 w 168"/>
                    <a:gd name="T9" fmla="*/ 43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47">
                      <a:moveTo>
                        <a:pt x="118" y="43"/>
                      </a:moveTo>
                      <a:lnTo>
                        <a:pt x="168" y="0"/>
                      </a:lnTo>
                      <a:lnTo>
                        <a:pt x="0" y="40"/>
                      </a:lnTo>
                      <a:lnTo>
                        <a:pt x="14" y="47"/>
                      </a:lnTo>
                      <a:lnTo>
                        <a:pt x="118" y="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4" name="Freeform 182">
                  <a:extLst>
                    <a:ext uri="{FF2B5EF4-FFF2-40B4-BE49-F238E27FC236}">
                      <a16:creationId xmlns:a16="http://schemas.microsoft.com/office/drawing/2014/main" id="{BBA1D1D9-605B-020C-9B0E-75B867836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3167" y="4974800"/>
                  <a:ext cx="220223" cy="200906"/>
                </a:xfrm>
                <a:custGeom>
                  <a:avLst/>
                  <a:gdLst>
                    <a:gd name="T0" fmla="*/ 0 w 59"/>
                    <a:gd name="T1" fmla="*/ 36 h 57"/>
                    <a:gd name="T2" fmla="*/ 9 w 59"/>
                    <a:gd name="T3" fmla="*/ 5 h 57"/>
                    <a:gd name="T4" fmla="*/ 38 w 59"/>
                    <a:gd name="T5" fmla="*/ 0 h 57"/>
                    <a:gd name="T6" fmla="*/ 59 w 59"/>
                    <a:gd name="T7" fmla="*/ 21 h 57"/>
                    <a:gd name="T8" fmla="*/ 50 w 59"/>
                    <a:gd name="T9" fmla="*/ 50 h 57"/>
                    <a:gd name="T10" fmla="*/ 21 w 59"/>
                    <a:gd name="T11" fmla="*/ 57 h 57"/>
                    <a:gd name="T12" fmla="*/ 0 w 59"/>
                    <a:gd name="T13" fmla="*/ 36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9" h="57">
                      <a:moveTo>
                        <a:pt x="0" y="36"/>
                      </a:moveTo>
                      <a:lnTo>
                        <a:pt x="9" y="5"/>
                      </a:lnTo>
                      <a:lnTo>
                        <a:pt x="38" y="0"/>
                      </a:lnTo>
                      <a:lnTo>
                        <a:pt x="59" y="21"/>
                      </a:lnTo>
                      <a:lnTo>
                        <a:pt x="50" y="50"/>
                      </a:lnTo>
                      <a:lnTo>
                        <a:pt x="21" y="57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5" name="Freeform 183">
                  <a:extLst>
                    <a:ext uri="{FF2B5EF4-FFF2-40B4-BE49-F238E27FC236}">
                      <a16:creationId xmlns:a16="http://schemas.microsoft.com/office/drawing/2014/main" id="{8D7AE067-2D0E-C514-E58B-62B418B48F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0630" y="5024145"/>
                  <a:ext cx="205293" cy="102216"/>
                </a:xfrm>
                <a:custGeom>
                  <a:avLst/>
                  <a:gdLst>
                    <a:gd name="T0" fmla="*/ 0 w 55"/>
                    <a:gd name="T1" fmla="*/ 15 h 29"/>
                    <a:gd name="T2" fmla="*/ 50 w 55"/>
                    <a:gd name="T3" fmla="*/ 29 h 29"/>
                    <a:gd name="T4" fmla="*/ 55 w 55"/>
                    <a:gd name="T5" fmla="*/ 15 h 29"/>
                    <a:gd name="T6" fmla="*/ 5 w 55"/>
                    <a:gd name="T7" fmla="*/ 0 h 29"/>
                    <a:gd name="T8" fmla="*/ 0 w 55"/>
                    <a:gd name="T9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5" h="29">
                      <a:moveTo>
                        <a:pt x="0" y="15"/>
                      </a:moveTo>
                      <a:lnTo>
                        <a:pt x="50" y="29"/>
                      </a:lnTo>
                      <a:lnTo>
                        <a:pt x="55" y="1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182" name="矩形 1181">
                <a:extLst>
                  <a:ext uri="{FF2B5EF4-FFF2-40B4-BE49-F238E27FC236}">
                    <a16:creationId xmlns:a16="http://schemas.microsoft.com/office/drawing/2014/main" id="{AB05D7FE-7660-0307-1C92-28EA6FF14BCA}"/>
                  </a:ext>
                </a:extLst>
              </p:cNvPr>
              <p:cNvSpPr/>
              <p:nvPr/>
            </p:nvSpPr>
            <p:spPr>
              <a:xfrm>
                <a:off x="2393871" y="4731822"/>
                <a:ext cx="294280" cy="98753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83" name="矩形 1182">
                <a:extLst>
                  <a:ext uri="{FF2B5EF4-FFF2-40B4-BE49-F238E27FC236}">
                    <a16:creationId xmlns:a16="http://schemas.microsoft.com/office/drawing/2014/main" id="{3C392B1B-C1E5-E101-34C5-125B337E2BDF}"/>
                  </a:ext>
                </a:extLst>
              </p:cNvPr>
              <p:cNvSpPr/>
              <p:nvPr/>
            </p:nvSpPr>
            <p:spPr>
              <a:xfrm>
                <a:off x="1584646" y="4096848"/>
                <a:ext cx="294280" cy="849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84" name="矩形 1183">
                <a:extLst>
                  <a:ext uri="{FF2B5EF4-FFF2-40B4-BE49-F238E27FC236}">
                    <a16:creationId xmlns:a16="http://schemas.microsoft.com/office/drawing/2014/main" id="{BB1FAE01-1D9E-4F9E-B1BD-DD74323DED57}"/>
                  </a:ext>
                </a:extLst>
              </p:cNvPr>
              <p:cNvSpPr/>
              <p:nvPr/>
            </p:nvSpPr>
            <p:spPr>
              <a:xfrm>
                <a:off x="1588273" y="5948997"/>
                <a:ext cx="294280" cy="849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2" name="组合 51">
              <a:extLst>
                <a:ext uri="{FF2B5EF4-FFF2-40B4-BE49-F238E27FC236}">
                  <a16:creationId xmlns:a16="http://schemas.microsoft.com/office/drawing/2014/main" id="{77375158-AD20-D29B-747F-B8DC07DF52F5}"/>
                </a:ext>
              </a:extLst>
            </p:cNvPr>
            <p:cNvGrpSpPr/>
            <p:nvPr/>
          </p:nvGrpSpPr>
          <p:grpSpPr>
            <a:xfrm>
              <a:off x="1749331" y="1860736"/>
              <a:ext cx="560020" cy="303739"/>
              <a:chOff x="1749331" y="1860736"/>
              <a:chExt cx="560020" cy="303739"/>
            </a:xfrm>
          </p:grpSpPr>
          <p:sp>
            <p:nvSpPr>
              <p:cNvPr id="1179" name="Freeform 13">
                <a:extLst>
                  <a:ext uri="{FF2B5EF4-FFF2-40B4-BE49-F238E27FC236}">
                    <a16:creationId xmlns:a16="http://schemas.microsoft.com/office/drawing/2014/main" id="{DC91C0CC-929E-D2E1-9650-3F2FDF450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331" y="1860736"/>
                <a:ext cx="560019" cy="303739"/>
              </a:xfrm>
              <a:custGeom>
                <a:avLst/>
                <a:gdLst>
                  <a:gd name="T0" fmla="*/ 14 w 150"/>
                  <a:gd name="T1" fmla="*/ 81 h 81"/>
                  <a:gd name="T2" fmla="*/ 129 w 150"/>
                  <a:gd name="T3" fmla="*/ 81 h 81"/>
                  <a:gd name="T4" fmla="*/ 150 w 150"/>
                  <a:gd name="T5" fmla="*/ 63 h 81"/>
                  <a:gd name="T6" fmla="*/ 129 w 150"/>
                  <a:gd name="T7" fmla="*/ 38 h 81"/>
                  <a:gd name="T8" fmla="*/ 119 w 150"/>
                  <a:gd name="T9" fmla="*/ 21 h 81"/>
                  <a:gd name="T10" fmla="*/ 94 w 150"/>
                  <a:gd name="T11" fmla="*/ 19 h 81"/>
                  <a:gd name="T12" fmla="*/ 69 w 150"/>
                  <a:gd name="T13" fmla="*/ 0 h 81"/>
                  <a:gd name="T14" fmla="*/ 44 w 150"/>
                  <a:gd name="T15" fmla="*/ 20 h 81"/>
                  <a:gd name="T16" fmla="*/ 21 w 150"/>
                  <a:gd name="T17" fmla="*/ 26 h 81"/>
                  <a:gd name="T18" fmla="*/ 15 w 150"/>
                  <a:gd name="T19" fmla="*/ 47 h 81"/>
                  <a:gd name="T20" fmla="*/ 0 w 150"/>
                  <a:gd name="T21" fmla="*/ 67 h 81"/>
                  <a:gd name="T22" fmla="*/ 14 w 150"/>
                  <a:gd name="T2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0" h="81">
                    <a:moveTo>
                      <a:pt x="14" y="81"/>
                    </a:moveTo>
                    <a:cubicBezTo>
                      <a:pt x="28" y="81"/>
                      <a:pt x="78" y="81"/>
                      <a:pt x="129" y="81"/>
                    </a:cubicBezTo>
                    <a:cubicBezTo>
                      <a:pt x="138" y="81"/>
                      <a:pt x="150" y="73"/>
                      <a:pt x="150" y="63"/>
                    </a:cubicBezTo>
                    <a:cubicBezTo>
                      <a:pt x="150" y="41"/>
                      <a:pt x="129" y="38"/>
                      <a:pt x="129" y="38"/>
                    </a:cubicBezTo>
                    <a:cubicBezTo>
                      <a:pt x="129" y="38"/>
                      <a:pt x="131" y="27"/>
                      <a:pt x="119" y="21"/>
                    </a:cubicBezTo>
                    <a:cubicBezTo>
                      <a:pt x="107" y="15"/>
                      <a:pt x="94" y="19"/>
                      <a:pt x="94" y="19"/>
                    </a:cubicBezTo>
                    <a:cubicBezTo>
                      <a:pt x="94" y="19"/>
                      <a:pt x="91" y="0"/>
                      <a:pt x="69" y="0"/>
                    </a:cubicBezTo>
                    <a:cubicBezTo>
                      <a:pt x="45" y="0"/>
                      <a:pt x="44" y="20"/>
                      <a:pt x="44" y="20"/>
                    </a:cubicBezTo>
                    <a:cubicBezTo>
                      <a:pt x="44" y="20"/>
                      <a:pt x="33" y="15"/>
                      <a:pt x="21" y="26"/>
                    </a:cubicBezTo>
                    <a:cubicBezTo>
                      <a:pt x="10" y="38"/>
                      <a:pt x="15" y="47"/>
                      <a:pt x="15" y="47"/>
                    </a:cubicBezTo>
                    <a:cubicBezTo>
                      <a:pt x="15" y="47"/>
                      <a:pt x="0" y="52"/>
                      <a:pt x="0" y="67"/>
                    </a:cubicBezTo>
                    <a:cubicBezTo>
                      <a:pt x="0" y="73"/>
                      <a:pt x="5" y="81"/>
                      <a:pt x="14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0" name="Freeform 14">
                <a:extLst>
                  <a:ext uri="{FF2B5EF4-FFF2-40B4-BE49-F238E27FC236}">
                    <a16:creationId xmlns:a16="http://schemas.microsoft.com/office/drawing/2014/main" id="{C9FCE624-D24A-0266-2AD3-E3EFEE35E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341" y="1860736"/>
                <a:ext cx="280010" cy="303739"/>
              </a:xfrm>
              <a:custGeom>
                <a:avLst/>
                <a:gdLst>
                  <a:gd name="T0" fmla="*/ 54 w 75"/>
                  <a:gd name="T1" fmla="*/ 38 h 81"/>
                  <a:gd name="T2" fmla="*/ 44 w 75"/>
                  <a:gd name="T3" fmla="*/ 21 h 81"/>
                  <a:gd name="T4" fmla="*/ 19 w 75"/>
                  <a:gd name="T5" fmla="*/ 19 h 81"/>
                  <a:gd name="T6" fmla="*/ 0 w 75"/>
                  <a:gd name="T7" fmla="*/ 0 h 81"/>
                  <a:gd name="T8" fmla="*/ 0 w 75"/>
                  <a:gd name="T9" fmla="*/ 81 h 81"/>
                  <a:gd name="T10" fmla="*/ 54 w 75"/>
                  <a:gd name="T11" fmla="*/ 81 h 81"/>
                  <a:gd name="T12" fmla="*/ 75 w 75"/>
                  <a:gd name="T13" fmla="*/ 63 h 81"/>
                  <a:gd name="T14" fmla="*/ 54 w 75"/>
                  <a:gd name="T15" fmla="*/ 3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81">
                    <a:moveTo>
                      <a:pt x="54" y="38"/>
                    </a:moveTo>
                    <a:cubicBezTo>
                      <a:pt x="54" y="38"/>
                      <a:pt x="56" y="27"/>
                      <a:pt x="44" y="21"/>
                    </a:cubicBezTo>
                    <a:cubicBezTo>
                      <a:pt x="32" y="15"/>
                      <a:pt x="19" y="19"/>
                      <a:pt x="19" y="19"/>
                    </a:cubicBezTo>
                    <a:cubicBezTo>
                      <a:pt x="19" y="19"/>
                      <a:pt x="17" y="4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7" y="81"/>
                      <a:pt x="35" y="81"/>
                      <a:pt x="54" y="81"/>
                    </a:cubicBezTo>
                    <a:cubicBezTo>
                      <a:pt x="63" y="81"/>
                      <a:pt x="75" y="73"/>
                      <a:pt x="75" y="63"/>
                    </a:cubicBezTo>
                    <a:cubicBezTo>
                      <a:pt x="75" y="41"/>
                      <a:pt x="54" y="38"/>
                      <a:pt x="54" y="38"/>
                    </a:cubicBezTo>
                    <a:close/>
                  </a:path>
                </a:pathLst>
              </a:custGeom>
              <a:solidFill>
                <a:srgbClr val="C8F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53" name="Oval 166">
              <a:extLst>
                <a:ext uri="{FF2B5EF4-FFF2-40B4-BE49-F238E27FC236}">
                  <a16:creationId xmlns:a16="http://schemas.microsoft.com/office/drawing/2014/main" id="{C1302810-82B6-E6D8-5E28-C1A534473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155" y="2187970"/>
              <a:ext cx="106543" cy="10060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Oval 221">
              <a:extLst>
                <a:ext uri="{FF2B5EF4-FFF2-40B4-BE49-F238E27FC236}">
                  <a16:creationId xmlns:a16="http://schemas.microsoft.com/office/drawing/2014/main" id="{5B62C445-009B-E07F-9218-556553807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Oval 221">
              <a:extLst>
                <a:ext uri="{FF2B5EF4-FFF2-40B4-BE49-F238E27FC236}">
                  <a16:creationId xmlns:a16="http://schemas.microsoft.com/office/drawing/2014/main" id="{05E0A3CF-553E-788B-1B68-08F7BE8B8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Oval 221">
              <a:extLst>
                <a:ext uri="{FF2B5EF4-FFF2-40B4-BE49-F238E27FC236}">
                  <a16:creationId xmlns:a16="http://schemas.microsoft.com/office/drawing/2014/main" id="{142CAB2F-52FF-A08C-1F14-9A9FC9140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Oval 221">
              <a:extLst>
                <a:ext uri="{FF2B5EF4-FFF2-40B4-BE49-F238E27FC236}">
                  <a16:creationId xmlns:a16="http://schemas.microsoft.com/office/drawing/2014/main" id="{2E9DBE15-0515-2F01-BBBE-5A5676145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6" name="Oval 221">
              <a:extLst>
                <a:ext uri="{FF2B5EF4-FFF2-40B4-BE49-F238E27FC236}">
                  <a16:creationId xmlns:a16="http://schemas.microsoft.com/office/drawing/2014/main" id="{EF840FC2-E2E7-9EA2-2084-111C69DF2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7" name="Oval 221">
              <a:extLst>
                <a:ext uri="{FF2B5EF4-FFF2-40B4-BE49-F238E27FC236}">
                  <a16:creationId xmlns:a16="http://schemas.microsoft.com/office/drawing/2014/main" id="{FD15DF51-9B1A-396F-E810-219460C15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6" name="Freeform 23">
              <a:extLst>
                <a:ext uri="{FF2B5EF4-FFF2-40B4-BE49-F238E27FC236}">
                  <a16:creationId xmlns:a16="http://schemas.microsoft.com/office/drawing/2014/main" id="{9FFE6BAC-2F88-B4AB-3124-2ABC8A99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340" y="3032978"/>
              <a:ext cx="63279" cy="172435"/>
            </a:xfrm>
            <a:custGeom>
              <a:avLst/>
              <a:gdLst>
                <a:gd name="T0" fmla="*/ 9 w 40"/>
                <a:gd name="T1" fmla="*/ 0 h 109"/>
                <a:gd name="T2" fmla="*/ 0 w 40"/>
                <a:gd name="T3" fmla="*/ 109 h 109"/>
                <a:gd name="T4" fmla="*/ 40 w 40"/>
                <a:gd name="T5" fmla="*/ 109 h 109"/>
                <a:gd name="T6" fmla="*/ 30 w 40"/>
                <a:gd name="T7" fmla="*/ 0 h 109"/>
                <a:gd name="T8" fmla="*/ 9 w 40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09">
                  <a:moveTo>
                    <a:pt x="9" y="0"/>
                  </a:moveTo>
                  <a:lnTo>
                    <a:pt x="0" y="109"/>
                  </a:lnTo>
                  <a:lnTo>
                    <a:pt x="40" y="109"/>
                  </a:lnTo>
                  <a:lnTo>
                    <a:pt x="3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7" name="Freeform 24">
              <a:extLst>
                <a:ext uri="{FF2B5EF4-FFF2-40B4-BE49-F238E27FC236}">
                  <a16:creationId xmlns:a16="http://schemas.microsoft.com/office/drawing/2014/main" id="{B1D4E39A-1AFD-0DBC-BDC6-89F2A833A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561" y="3032978"/>
              <a:ext cx="30058" cy="172435"/>
            </a:xfrm>
            <a:custGeom>
              <a:avLst/>
              <a:gdLst>
                <a:gd name="T0" fmla="*/ 0 w 19"/>
                <a:gd name="T1" fmla="*/ 0 h 109"/>
                <a:gd name="T2" fmla="*/ 0 w 19"/>
                <a:gd name="T3" fmla="*/ 109 h 109"/>
                <a:gd name="T4" fmla="*/ 19 w 19"/>
                <a:gd name="T5" fmla="*/ 109 h 109"/>
                <a:gd name="T6" fmla="*/ 9 w 19"/>
                <a:gd name="T7" fmla="*/ 0 h 109"/>
                <a:gd name="T8" fmla="*/ 0 w 19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9">
                  <a:moveTo>
                    <a:pt x="0" y="0"/>
                  </a:moveTo>
                  <a:lnTo>
                    <a:pt x="0" y="109"/>
                  </a:lnTo>
                  <a:lnTo>
                    <a:pt x="19" y="10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8" name="Freeform 25">
              <a:extLst>
                <a:ext uri="{FF2B5EF4-FFF2-40B4-BE49-F238E27FC236}">
                  <a16:creationId xmlns:a16="http://schemas.microsoft.com/office/drawing/2014/main" id="{91D24551-4A23-5116-C4BC-81784058C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126" y="2347984"/>
              <a:ext cx="344870" cy="741946"/>
            </a:xfrm>
            <a:custGeom>
              <a:avLst/>
              <a:gdLst>
                <a:gd name="T0" fmla="*/ 0 w 218"/>
                <a:gd name="T1" fmla="*/ 469 h 469"/>
                <a:gd name="T2" fmla="*/ 109 w 218"/>
                <a:gd name="T3" fmla="*/ 0 h 469"/>
                <a:gd name="T4" fmla="*/ 218 w 218"/>
                <a:gd name="T5" fmla="*/ 469 h 469"/>
                <a:gd name="T6" fmla="*/ 0 w 218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8" h="469">
                  <a:moveTo>
                    <a:pt x="0" y="469"/>
                  </a:moveTo>
                  <a:lnTo>
                    <a:pt x="109" y="0"/>
                  </a:lnTo>
                  <a:lnTo>
                    <a:pt x="218" y="469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9" name="Freeform 26">
              <a:extLst>
                <a:ext uri="{FF2B5EF4-FFF2-40B4-BE49-F238E27FC236}">
                  <a16:creationId xmlns:a16="http://schemas.microsoft.com/office/drawing/2014/main" id="{4A119441-F6CC-ADA3-F0B4-2B0C3E8BB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561" y="2347984"/>
              <a:ext cx="172436" cy="741946"/>
            </a:xfrm>
            <a:custGeom>
              <a:avLst/>
              <a:gdLst>
                <a:gd name="T0" fmla="*/ 109 w 109"/>
                <a:gd name="T1" fmla="*/ 469 h 469"/>
                <a:gd name="T2" fmla="*/ 0 w 109"/>
                <a:gd name="T3" fmla="*/ 0 h 469"/>
                <a:gd name="T4" fmla="*/ 0 w 109"/>
                <a:gd name="T5" fmla="*/ 469 h 469"/>
                <a:gd name="T6" fmla="*/ 109 w 109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469">
                  <a:moveTo>
                    <a:pt x="109" y="469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0" name="Freeform 27">
              <a:extLst>
                <a:ext uri="{FF2B5EF4-FFF2-40B4-BE49-F238E27FC236}">
                  <a16:creationId xmlns:a16="http://schemas.microsoft.com/office/drawing/2014/main" id="{66B5ACB5-5708-F9D7-9D6C-BB1EA7F2D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293" y="3032978"/>
              <a:ext cx="63279" cy="172435"/>
            </a:xfrm>
            <a:custGeom>
              <a:avLst/>
              <a:gdLst>
                <a:gd name="T0" fmla="*/ 9 w 40"/>
                <a:gd name="T1" fmla="*/ 0 h 109"/>
                <a:gd name="T2" fmla="*/ 0 w 40"/>
                <a:gd name="T3" fmla="*/ 109 h 109"/>
                <a:gd name="T4" fmla="*/ 40 w 40"/>
                <a:gd name="T5" fmla="*/ 109 h 109"/>
                <a:gd name="T6" fmla="*/ 30 w 40"/>
                <a:gd name="T7" fmla="*/ 0 h 109"/>
                <a:gd name="T8" fmla="*/ 9 w 40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09">
                  <a:moveTo>
                    <a:pt x="9" y="0"/>
                  </a:moveTo>
                  <a:lnTo>
                    <a:pt x="0" y="109"/>
                  </a:lnTo>
                  <a:lnTo>
                    <a:pt x="40" y="109"/>
                  </a:lnTo>
                  <a:lnTo>
                    <a:pt x="3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1" name="Freeform 28">
              <a:extLst>
                <a:ext uri="{FF2B5EF4-FFF2-40B4-BE49-F238E27FC236}">
                  <a16:creationId xmlns:a16="http://schemas.microsoft.com/office/drawing/2014/main" id="{92EA1498-F455-8B17-D13D-1A79889A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515" y="3032978"/>
              <a:ext cx="30058" cy="172435"/>
            </a:xfrm>
            <a:custGeom>
              <a:avLst/>
              <a:gdLst>
                <a:gd name="T0" fmla="*/ 0 w 19"/>
                <a:gd name="T1" fmla="*/ 0 h 109"/>
                <a:gd name="T2" fmla="*/ 0 w 19"/>
                <a:gd name="T3" fmla="*/ 109 h 109"/>
                <a:gd name="T4" fmla="*/ 19 w 19"/>
                <a:gd name="T5" fmla="*/ 109 h 109"/>
                <a:gd name="T6" fmla="*/ 9 w 19"/>
                <a:gd name="T7" fmla="*/ 0 h 109"/>
                <a:gd name="T8" fmla="*/ 0 w 19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9">
                  <a:moveTo>
                    <a:pt x="0" y="0"/>
                  </a:moveTo>
                  <a:lnTo>
                    <a:pt x="0" y="109"/>
                  </a:lnTo>
                  <a:lnTo>
                    <a:pt x="19" y="10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2" name="Freeform 29">
              <a:extLst>
                <a:ext uri="{FF2B5EF4-FFF2-40B4-BE49-F238E27FC236}">
                  <a16:creationId xmlns:a16="http://schemas.microsoft.com/office/drawing/2014/main" id="{69E62BA1-87AC-9E24-50C1-4682E686E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916" y="2347984"/>
              <a:ext cx="348035" cy="741946"/>
            </a:xfrm>
            <a:custGeom>
              <a:avLst/>
              <a:gdLst>
                <a:gd name="T0" fmla="*/ 0 w 220"/>
                <a:gd name="T1" fmla="*/ 469 h 469"/>
                <a:gd name="T2" fmla="*/ 111 w 220"/>
                <a:gd name="T3" fmla="*/ 0 h 469"/>
                <a:gd name="T4" fmla="*/ 220 w 220"/>
                <a:gd name="T5" fmla="*/ 469 h 469"/>
                <a:gd name="T6" fmla="*/ 0 w 220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" h="469">
                  <a:moveTo>
                    <a:pt x="0" y="469"/>
                  </a:moveTo>
                  <a:lnTo>
                    <a:pt x="111" y="0"/>
                  </a:lnTo>
                  <a:lnTo>
                    <a:pt x="220" y="469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3" name="Freeform 30">
              <a:extLst>
                <a:ext uri="{FF2B5EF4-FFF2-40B4-BE49-F238E27FC236}">
                  <a16:creationId xmlns:a16="http://schemas.microsoft.com/office/drawing/2014/main" id="{371411EB-D4BC-BE0B-86B5-E66333D4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515" y="2347984"/>
              <a:ext cx="172436" cy="741946"/>
            </a:xfrm>
            <a:custGeom>
              <a:avLst/>
              <a:gdLst>
                <a:gd name="T0" fmla="*/ 109 w 109"/>
                <a:gd name="T1" fmla="*/ 469 h 469"/>
                <a:gd name="T2" fmla="*/ 0 w 109"/>
                <a:gd name="T3" fmla="*/ 0 h 469"/>
                <a:gd name="T4" fmla="*/ 0 w 109"/>
                <a:gd name="T5" fmla="*/ 469 h 469"/>
                <a:gd name="T6" fmla="*/ 109 w 109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469">
                  <a:moveTo>
                    <a:pt x="109" y="469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4" name="Freeform 31">
              <a:extLst>
                <a:ext uri="{FF2B5EF4-FFF2-40B4-BE49-F238E27FC236}">
                  <a16:creationId xmlns:a16="http://schemas.microsoft.com/office/drawing/2014/main" id="{4EEF1399-6EBC-DAED-DE34-79D425A98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802" y="3205413"/>
              <a:ext cx="4899374" cy="281591"/>
            </a:xfrm>
            <a:custGeom>
              <a:avLst/>
              <a:gdLst>
                <a:gd name="T0" fmla="*/ 1310 w 1310"/>
                <a:gd name="T1" fmla="*/ 37 h 75"/>
                <a:gd name="T2" fmla="*/ 1267 w 1310"/>
                <a:gd name="T3" fmla="*/ 75 h 75"/>
                <a:gd name="T4" fmla="*/ 43 w 1310"/>
                <a:gd name="T5" fmla="*/ 75 h 75"/>
                <a:gd name="T6" fmla="*/ 0 w 1310"/>
                <a:gd name="T7" fmla="*/ 37 h 75"/>
                <a:gd name="T8" fmla="*/ 0 w 1310"/>
                <a:gd name="T9" fmla="*/ 37 h 75"/>
                <a:gd name="T10" fmla="*/ 43 w 1310"/>
                <a:gd name="T11" fmla="*/ 0 h 75"/>
                <a:gd name="T12" fmla="*/ 1267 w 1310"/>
                <a:gd name="T13" fmla="*/ 0 h 75"/>
                <a:gd name="T14" fmla="*/ 1310 w 1310"/>
                <a:gd name="T15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0" h="75">
                  <a:moveTo>
                    <a:pt x="1310" y="37"/>
                  </a:moveTo>
                  <a:cubicBezTo>
                    <a:pt x="1310" y="58"/>
                    <a:pt x="1291" y="75"/>
                    <a:pt x="1267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19" y="75"/>
                    <a:pt x="0" y="58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9" y="0"/>
                    <a:pt x="43" y="0"/>
                  </a:cubicBezTo>
                  <a:cubicBezTo>
                    <a:pt x="1267" y="0"/>
                    <a:pt x="1267" y="0"/>
                    <a:pt x="1267" y="0"/>
                  </a:cubicBezTo>
                  <a:cubicBezTo>
                    <a:pt x="1291" y="0"/>
                    <a:pt x="1310" y="16"/>
                    <a:pt x="1310" y="37"/>
                  </a:cubicBezTo>
                  <a:close/>
                </a:path>
              </a:pathLst>
            </a:custGeom>
            <a:solidFill>
              <a:srgbClr val="ADE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5" name="Freeform 32">
              <a:extLst>
                <a:ext uri="{FF2B5EF4-FFF2-40B4-BE49-F238E27FC236}">
                  <a16:creationId xmlns:a16="http://schemas.microsoft.com/office/drawing/2014/main" id="{A17CF49F-53B2-315F-595A-40D1BB36A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802" y="3344627"/>
              <a:ext cx="4899374" cy="142378"/>
            </a:xfrm>
            <a:custGeom>
              <a:avLst/>
              <a:gdLst>
                <a:gd name="T0" fmla="*/ 43 w 1310"/>
                <a:gd name="T1" fmla="*/ 38 h 38"/>
                <a:gd name="T2" fmla="*/ 1267 w 1310"/>
                <a:gd name="T3" fmla="*/ 38 h 38"/>
                <a:gd name="T4" fmla="*/ 1310 w 1310"/>
                <a:gd name="T5" fmla="*/ 0 h 38"/>
                <a:gd name="T6" fmla="*/ 0 w 1310"/>
                <a:gd name="T7" fmla="*/ 0 h 38"/>
                <a:gd name="T8" fmla="*/ 43 w 1310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0" h="38">
                  <a:moveTo>
                    <a:pt x="43" y="38"/>
                  </a:moveTo>
                  <a:cubicBezTo>
                    <a:pt x="1267" y="38"/>
                    <a:pt x="1267" y="38"/>
                    <a:pt x="1267" y="38"/>
                  </a:cubicBezTo>
                  <a:cubicBezTo>
                    <a:pt x="1291" y="38"/>
                    <a:pt x="1310" y="21"/>
                    <a:pt x="13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"/>
                    <a:pt x="19" y="38"/>
                    <a:pt x="43" y="38"/>
                  </a:cubicBezTo>
                  <a:close/>
                </a:path>
              </a:pathLst>
            </a:custGeom>
            <a:solidFill>
              <a:srgbClr val="73A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6" name="Rectangle 43">
              <a:extLst>
                <a:ext uri="{FF2B5EF4-FFF2-40B4-BE49-F238E27FC236}">
                  <a16:creationId xmlns:a16="http://schemas.microsoft.com/office/drawing/2014/main" id="{139EE485-C377-68FB-444D-452B12DC7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078" y="3138971"/>
              <a:ext cx="22148" cy="66443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7" name="Rectangle 44">
              <a:extLst>
                <a:ext uri="{FF2B5EF4-FFF2-40B4-BE49-F238E27FC236}">
                  <a16:creationId xmlns:a16="http://schemas.microsoft.com/office/drawing/2014/main" id="{48C403A9-A1BD-7D37-C374-26193E48F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078" y="3191175"/>
              <a:ext cx="22148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8" name="Rectangle 45">
              <a:extLst>
                <a:ext uri="{FF2B5EF4-FFF2-40B4-BE49-F238E27FC236}">
                  <a16:creationId xmlns:a16="http://schemas.microsoft.com/office/drawing/2014/main" id="{EAA73155-2CC3-21DF-1953-FF54BD625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193" y="3123151"/>
              <a:ext cx="18984" cy="82263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9" name="Rectangle 46">
              <a:extLst>
                <a:ext uri="{FF2B5EF4-FFF2-40B4-BE49-F238E27FC236}">
                  <a16:creationId xmlns:a16="http://schemas.microsoft.com/office/drawing/2014/main" id="{8BE9AE09-B83D-9153-6DAB-BF8B27399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193" y="3191175"/>
              <a:ext cx="18984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0" name="Rectangle 47">
              <a:extLst>
                <a:ext uri="{FF2B5EF4-FFF2-40B4-BE49-F238E27FC236}">
                  <a16:creationId xmlns:a16="http://schemas.microsoft.com/office/drawing/2014/main" id="{C68A97D9-5944-2AC7-0811-E0E8169C3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405" y="3063036"/>
              <a:ext cx="18984" cy="142378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1" name="Rectangle 48">
              <a:extLst>
                <a:ext uri="{FF2B5EF4-FFF2-40B4-BE49-F238E27FC236}">
                  <a16:creationId xmlns:a16="http://schemas.microsoft.com/office/drawing/2014/main" id="{A285E177-C8B9-950A-334C-AFDA6528A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405" y="3191175"/>
              <a:ext cx="18984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2" name="Rectangle 49">
              <a:extLst>
                <a:ext uri="{FF2B5EF4-FFF2-40B4-BE49-F238E27FC236}">
                  <a16:creationId xmlns:a16="http://schemas.microsoft.com/office/drawing/2014/main" id="{29ACEC93-3C84-31D3-ADC4-5D7320DCC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446" y="3063036"/>
              <a:ext cx="22148" cy="142378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3" name="Rectangle 50">
              <a:extLst>
                <a:ext uri="{FF2B5EF4-FFF2-40B4-BE49-F238E27FC236}">
                  <a16:creationId xmlns:a16="http://schemas.microsoft.com/office/drawing/2014/main" id="{C79FD5B9-9237-A46A-CE3E-BC39DEF07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446" y="3191175"/>
              <a:ext cx="22148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4" name="Freeform 51">
              <a:extLst>
                <a:ext uri="{FF2B5EF4-FFF2-40B4-BE49-F238E27FC236}">
                  <a16:creationId xmlns:a16="http://schemas.microsoft.com/office/drawing/2014/main" id="{DD23D40C-EECA-60DF-C86D-E5ED1EE2A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217" y="2797265"/>
              <a:ext cx="389166" cy="359109"/>
            </a:xfrm>
            <a:custGeom>
              <a:avLst/>
              <a:gdLst>
                <a:gd name="T0" fmla="*/ 0 w 104"/>
                <a:gd name="T1" fmla="*/ 52 h 96"/>
                <a:gd name="T2" fmla="*/ 6 w 104"/>
                <a:gd name="T3" fmla="*/ 42 h 96"/>
                <a:gd name="T4" fmla="*/ 3 w 104"/>
                <a:gd name="T5" fmla="*/ 31 h 96"/>
                <a:gd name="T6" fmla="*/ 20 w 104"/>
                <a:gd name="T7" fmla="*/ 14 h 96"/>
                <a:gd name="T8" fmla="*/ 25 w 104"/>
                <a:gd name="T9" fmla="*/ 15 h 96"/>
                <a:gd name="T10" fmla="*/ 46 w 104"/>
                <a:gd name="T11" fmla="*/ 0 h 96"/>
                <a:gd name="T12" fmla="*/ 58 w 104"/>
                <a:gd name="T13" fmla="*/ 4 h 96"/>
                <a:gd name="T14" fmla="*/ 73 w 104"/>
                <a:gd name="T15" fmla="*/ 0 h 96"/>
                <a:gd name="T16" fmla="*/ 104 w 104"/>
                <a:gd name="T17" fmla="*/ 31 h 96"/>
                <a:gd name="T18" fmla="*/ 81 w 104"/>
                <a:gd name="T19" fmla="*/ 61 h 96"/>
                <a:gd name="T20" fmla="*/ 81 w 104"/>
                <a:gd name="T21" fmla="*/ 62 h 96"/>
                <a:gd name="T22" fmla="*/ 94 w 104"/>
                <a:gd name="T23" fmla="*/ 78 h 96"/>
                <a:gd name="T24" fmla="*/ 78 w 104"/>
                <a:gd name="T25" fmla="*/ 94 h 96"/>
                <a:gd name="T26" fmla="*/ 66 w 104"/>
                <a:gd name="T27" fmla="*/ 90 h 96"/>
                <a:gd name="T28" fmla="*/ 55 w 104"/>
                <a:gd name="T29" fmla="*/ 96 h 96"/>
                <a:gd name="T30" fmla="*/ 42 w 104"/>
                <a:gd name="T31" fmla="*/ 85 h 96"/>
                <a:gd name="T32" fmla="*/ 30 w 104"/>
                <a:gd name="T33" fmla="*/ 88 h 96"/>
                <a:gd name="T34" fmla="*/ 9 w 104"/>
                <a:gd name="T35" fmla="*/ 67 h 96"/>
                <a:gd name="T36" fmla="*/ 10 w 104"/>
                <a:gd name="T37" fmla="*/ 63 h 96"/>
                <a:gd name="T38" fmla="*/ 0 w 104"/>
                <a:gd name="T39" fmla="*/ 5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4" h="96">
                  <a:moveTo>
                    <a:pt x="0" y="52"/>
                  </a:moveTo>
                  <a:cubicBezTo>
                    <a:pt x="0" y="48"/>
                    <a:pt x="3" y="44"/>
                    <a:pt x="6" y="42"/>
                  </a:cubicBezTo>
                  <a:cubicBezTo>
                    <a:pt x="4" y="39"/>
                    <a:pt x="3" y="35"/>
                    <a:pt x="3" y="31"/>
                  </a:cubicBezTo>
                  <a:cubicBezTo>
                    <a:pt x="3" y="22"/>
                    <a:pt x="10" y="14"/>
                    <a:pt x="20" y="14"/>
                  </a:cubicBezTo>
                  <a:cubicBezTo>
                    <a:pt x="22" y="14"/>
                    <a:pt x="23" y="15"/>
                    <a:pt x="25" y="15"/>
                  </a:cubicBezTo>
                  <a:cubicBezTo>
                    <a:pt x="28" y="6"/>
                    <a:pt x="36" y="0"/>
                    <a:pt x="46" y="0"/>
                  </a:cubicBezTo>
                  <a:cubicBezTo>
                    <a:pt x="51" y="0"/>
                    <a:pt x="55" y="1"/>
                    <a:pt x="58" y="4"/>
                  </a:cubicBezTo>
                  <a:cubicBezTo>
                    <a:pt x="63" y="1"/>
                    <a:pt x="67" y="0"/>
                    <a:pt x="73" y="0"/>
                  </a:cubicBezTo>
                  <a:cubicBezTo>
                    <a:pt x="90" y="0"/>
                    <a:pt x="104" y="14"/>
                    <a:pt x="104" y="31"/>
                  </a:cubicBezTo>
                  <a:cubicBezTo>
                    <a:pt x="104" y="46"/>
                    <a:pt x="94" y="57"/>
                    <a:pt x="81" y="61"/>
                  </a:cubicBezTo>
                  <a:cubicBezTo>
                    <a:pt x="81" y="61"/>
                    <a:pt x="81" y="61"/>
                    <a:pt x="81" y="62"/>
                  </a:cubicBezTo>
                  <a:cubicBezTo>
                    <a:pt x="89" y="63"/>
                    <a:pt x="94" y="70"/>
                    <a:pt x="94" y="78"/>
                  </a:cubicBezTo>
                  <a:cubicBezTo>
                    <a:pt x="94" y="87"/>
                    <a:pt x="87" y="94"/>
                    <a:pt x="78" y="94"/>
                  </a:cubicBezTo>
                  <a:cubicBezTo>
                    <a:pt x="73" y="94"/>
                    <a:pt x="69" y="92"/>
                    <a:pt x="66" y="90"/>
                  </a:cubicBezTo>
                  <a:cubicBezTo>
                    <a:pt x="64" y="94"/>
                    <a:pt x="60" y="96"/>
                    <a:pt x="55" y="96"/>
                  </a:cubicBezTo>
                  <a:cubicBezTo>
                    <a:pt x="48" y="96"/>
                    <a:pt x="43" y="91"/>
                    <a:pt x="42" y="85"/>
                  </a:cubicBezTo>
                  <a:cubicBezTo>
                    <a:pt x="39" y="87"/>
                    <a:pt x="35" y="88"/>
                    <a:pt x="30" y="88"/>
                  </a:cubicBezTo>
                  <a:cubicBezTo>
                    <a:pt x="19" y="88"/>
                    <a:pt x="9" y="79"/>
                    <a:pt x="9" y="67"/>
                  </a:cubicBezTo>
                  <a:cubicBezTo>
                    <a:pt x="9" y="66"/>
                    <a:pt x="10" y="65"/>
                    <a:pt x="10" y="63"/>
                  </a:cubicBezTo>
                  <a:cubicBezTo>
                    <a:pt x="4" y="62"/>
                    <a:pt x="0" y="58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5" name="Freeform 52">
              <a:extLst>
                <a:ext uri="{FF2B5EF4-FFF2-40B4-BE49-F238E27FC236}">
                  <a16:creationId xmlns:a16="http://schemas.microsoft.com/office/drawing/2014/main" id="{BC9DBC11-8B49-89B1-B632-1E19DBF9F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488" y="2906420"/>
              <a:ext cx="123394" cy="96501"/>
            </a:xfrm>
            <a:custGeom>
              <a:avLst/>
              <a:gdLst>
                <a:gd name="T0" fmla="*/ 0 w 33"/>
                <a:gd name="T1" fmla="*/ 3 h 26"/>
                <a:gd name="T2" fmla="*/ 15 w 33"/>
                <a:gd name="T3" fmla="*/ 22 h 26"/>
                <a:gd name="T4" fmla="*/ 33 w 33"/>
                <a:gd name="T5" fmla="*/ 23 h 26"/>
                <a:gd name="T6" fmla="*/ 18 w 33"/>
                <a:gd name="T7" fmla="*/ 5 h 26"/>
                <a:gd name="T8" fmla="*/ 0 w 33"/>
                <a:gd name="T9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0" y="3"/>
                  </a:moveTo>
                  <a:cubicBezTo>
                    <a:pt x="3" y="11"/>
                    <a:pt x="9" y="18"/>
                    <a:pt x="15" y="22"/>
                  </a:cubicBezTo>
                  <a:cubicBezTo>
                    <a:pt x="22" y="26"/>
                    <a:pt x="29" y="26"/>
                    <a:pt x="33" y="23"/>
                  </a:cubicBezTo>
                  <a:cubicBezTo>
                    <a:pt x="30" y="16"/>
                    <a:pt x="25" y="9"/>
                    <a:pt x="18" y="5"/>
                  </a:cubicBezTo>
                  <a:cubicBezTo>
                    <a:pt x="11" y="1"/>
                    <a:pt x="5" y="0"/>
                    <a:pt x="0" y="3"/>
                  </a:cubicBezTo>
                  <a:close/>
                </a:path>
              </a:pathLst>
            </a:cu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6" name="Freeform 53">
              <a:extLst>
                <a:ext uri="{FF2B5EF4-FFF2-40B4-BE49-F238E27FC236}">
                  <a16:creationId xmlns:a16="http://schemas.microsoft.com/office/drawing/2014/main" id="{BFECFBF0-9576-0026-2F09-927FA567D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488" y="2917495"/>
              <a:ext cx="123394" cy="85427"/>
            </a:xfrm>
            <a:custGeom>
              <a:avLst/>
              <a:gdLst>
                <a:gd name="T0" fmla="*/ 15 w 33"/>
                <a:gd name="T1" fmla="*/ 19 h 23"/>
                <a:gd name="T2" fmla="*/ 0 w 33"/>
                <a:gd name="T3" fmla="*/ 0 h 23"/>
                <a:gd name="T4" fmla="*/ 33 w 33"/>
                <a:gd name="T5" fmla="*/ 20 h 23"/>
                <a:gd name="T6" fmla="*/ 15 w 33"/>
                <a:gd name="T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3">
                  <a:moveTo>
                    <a:pt x="15" y="19"/>
                  </a:moveTo>
                  <a:cubicBezTo>
                    <a:pt x="9" y="15"/>
                    <a:pt x="3" y="8"/>
                    <a:pt x="0" y="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29" y="23"/>
                    <a:pt x="22" y="23"/>
                    <a:pt x="15" y="19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7" name="Freeform 54">
              <a:extLst>
                <a:ext uri="{FF2B5EF4-FFF2-40B4-BE49-F238E27FC236}">
                  <a16:creationId xmlns:a16="http://schemas.microsoft.com/office/drawing/2014/main" id="{C8B9ACE0-D23C-7D8A-E702-CB9012909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67" y="2906420"/>
              <a:ext cx="123394" cy="96501"/>
            </a:xfrm>
            <a:custGeom>
              <a:avLst/>
              <a:gdLst>
                <a:gd name="T0" fmla="*/ 33 w 33"/>
                <a:gd name="T1" fmla="*/ 3 h 26"/>
                <a:gd name="T2" fmla="*/ 18 w 33"/>
                <a:gd name="T3" fmla="*/ 22 h 26"/>
                <a:gd name="T4" fmla="*/ 0 w 33"/>
                <a:gd name="T5" fmla="*/ 23 h 26"/>
                <a:gd name="T6" fmla="*/ 16 w 33"/>
                <a:gd name="T7" fmla="*/ 5 h 26"/>
                <a:gd name="T8" fmla="*/ 33 w 33"/>
                <a:gd name="T9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33" y="3"/>
                  </a:moveTo>
                  <a:cubicBezTo>
                    <a:pt x="30" y="11"/>
                    <a:pt x="25" y="18"/>
                    <a:pt x="18" y="22"/>
                  </a:cubicBezTo>
                  <a:cubicBezTo>
                    <a:pt x="11" y="26"/>
                    <a:pt x="5" y="26"/>
                    <a:pt x="0" y="23"/>
                  </a:cubicBezTo>
                  <a:cubicBezTo>
                    <a:pt x="3" y="16"/>
                    <a:pt x="9" y="9"/>
                    <a:pt x="16" y="5"/>
                  </a:cubicBezTo>
                  <a:cubicBezTo>
                    <a:pt x="22" y="1"/>
                    <a:pt x="29" y="0"/>
                    <a:pt x="33" y="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8" name="Freeform 55">
              <a:extLst>
                <a:ext uri="{FF2B5EF4-FFF2-40B4-BE49-F238E27FC236}">
                  <a16:creationId xmlns:a16="http://schemas.microsoft.com/office/drawing/2014/main" id="{1E040AAC-F44F-6FC4-50D5-199833DC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67" y="2917495"/>
              <a:ext cx="123394" cy="85427"/>
            </a:xfrm>
            <a:custGeom>
              <a:avLst/>
              <a:gdLst>
                <a:gd name="T0" fmla="*/ 18 w 33"/>
                <a:gd name="T1" fmla="*/ 19 h 23"/>
                <a:gd name="T2" fmla="*/ 33 w 33"/>
                <a:gd name="T3" fmla="*/ 0 h 23"/>
                <a:gd name="T4" fmla="*/ 0 w 33"/>
                <a:gd name="T5" fmla="*/ 20 h 23"/>
                <a:gd name="T6" fmla="*/ 18 w 33"/>
                <a:gd name="T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3">
                  <a:moveTo>
                    <a:pt x="18" y="19"/>
                  </a:moveTo>
                  <a:cubicBezTo>
                    <a:pt x="25" y="15"/>
                    <a:pt x="30" y="8"/>
                    <a:pt x="33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3"/>
                    <a:pt x="11" y="23"/>
                    <a:pt x="18" y="19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9" name="Oval 56">
              <a:extLst>
                <a:ext uri="{FF2B5EF4-FFF2-40B4-BE49-F238E27FC236}">
                  <a16:creationId xmlns:a16="http://schemas.microsoft.com/office/drawing/2014/main" id="{A78B3135-700F-CE40-E735-43CB9FF9D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946" y="2865289"/>
              <a:ext cx="208820" cy="243624"/>
            </a:xfrm>
            <a:prstGeom prst="ellipse">
              <a:avLst/>
            </a:pr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0" name="Freeform 57">
              <a:extLst>
                <a:ext uri="{FF2B5EF4-FFF2-40B4-BE49-F238E27FC236}">
                  <a16:creationId xmlns:a16="http://schemas.microsoft.com/office/drawing/2014/main" id="{53F406EF-D736-005F-800F-E39C65DB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946" y="2865289"/>
              <a:ext cx="104411" cy="243624"/>
            </a:xfrm>
            <a:custGeom>
              <a:avLst/>
              <a:gdLst>
                <a:gd name="T0" fmla="*/ 0 w 28"/>
                <a:gd name="T1" fmla="*/ 32 h 65"/>
                <a:gd name="T2" fmla="*/ 28 w 28"/>
                <a:gd name="T3" fmla="*/ 0 h 65"/>
                <a:gd name="T4" fmla="*/ 28 w 28"/>
                <a:gd name="T5" fmla="*/ 65 h 65"/>
                <a:gd name="T6" fmla="*/ 0 w 28"/>
                <a:gd name="T7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65">
                  <a:moveTo>
                    <a:pt x="0" y="32"/>
                  </a:moveTo>
                  <a:cubicBezTo>
                    <a:pt x="0" y="14"/>
                    <a:pt x="12" y="0"/>
                    <a:pt x="28" y="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12" y="65"/>
                    <a:pt x="0" y="50"/>
                    <a:pt x="0" y="3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1" name="Oval 58">
              <a:extLst>
                <a:ext uri="{FF2B5EF4-FFF2-40B4-BE49-F238E27FC236}">
                  <a16:creationId xmlns:a16="http://schemas.microsoft.com/office/drawing/2014/main" id="{B4909688-0CEF-BFB7-55C7-E92BB9C6C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176" y="2999757"/>
              <a:ext cx="25311" cy="25311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2" name="Oval 59">
              <a:extLst>
                <a:ext uri="{FF2B5EF4-FFF2-40B4-BE49-F238E27FC236}">
                  <a16:creationId xmlns:a16="http://schemas.microsoft.com/office/drawing/2014/main" id="{E753CCD2-D903-BB1D-5E53-372BEABAA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061" y="2999757"/>
              <a:ext cx="25311" cy="25311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3" name="Rectangle 60">
              <a:extLst>
                <a:ext uri="{FF2B5EF4-FFF2-40B4-BE49-F238E27FC236}">
                  <a16:creationId xmlns:a16="http://schemas.microsoft.com/office/drawing/2014/main" id="{C9173B0E-728B-D7CE-67FF-CFE9747D6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169" y="3156372"/>
              <a:ext cx="15819" cy="49042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4" name="Rectangle 61">
              <a:extLst>
                <a:ext uri="{FF2B5EF4-FFF2-40B4-BE49-F238E27FC236}">
                  <a16:creationId xmlns:a16="http://schemas.microsoft.com/office/drawing/2014/main" id="{71D8F1BB-C64E-D95E-120C-65DA08CA9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169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5" name="Rectangle 62">
              <a:extLst>
                <a:ext uri="{FF2B5EF4-FFF2-40B4-BE49-F238E27FC236}">
                  <a16:creationId xmlns:a16="http://schemas.microsoft.com/office/drawing/2014/main" id="{A9E3DBBE-60A1-2E20-9BB9-D9565FEEA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039" y="3150044"/>
              <a:ext cx="15819" cy="55370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Rectangle 63">
              <a:extLst>
                <a:ext uri="{FF2B5EF4-FFF2-40B4-BE49-F238E27FC236}">
                  <a16:creationId xmlns:a16="http://schemas.microsoft.com/office/drawing/2014/main" id="{5BCEB1BA-6AEB-ED88-52B0-3DA901216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039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Rectangle 64">
              <a:extLst>
                <a:ext uri="{FF2B5EF4-FFF2-40B4-BE49-F238E27FC236}">
                  <a16:creationId xmlns:a16="http://schemas.microsoft.com/office/drawing/2014/main" id="{D096EADD-89BB-951E-66EE-EDFB2ED0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310" y="3108913"/>
              <a:ext cx="14238" cy="9650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Rectangle 65">
              <a:extLst>
                <a:ext uri="{FF2B5EF4-FFF2-40B4-BE49-F238E27FC236}">
                  <a16:creationId xmlns:a16="http://schemas.microsoft.com/office/drawing/2014/main" id="{E761B27E-0EF3-F9A3-3BF3-9B8961EB3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310" y="3194340"/>
              <a:ext cx="14238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Rectangle 66">
              <a:extLst>
                <a:ext uri="{FF2B5EF4-FFF2-40B4-BE49-F238E27FC236}">
                  <a16:creationId xmlns:a16="http://schemas.microsoft.com/office/drawing/2014/main" id="{B66B9CF3-45E6-180D-4769-6C68120D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507" y="3108913"/>
              <a:ext cx="15819" cy="9650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Rectangle 67">
              <a:extLst>
                <a:ext uri="{FF2B5EF4-FFF2-40B4-BE49-F238E27FC236}">
                  <a16:creationId xmlns:a16="http://schemas.microsoft.com/office/drawing/2014/main" id="{2059286B-6C87-C6A0-D4B6-E7B6E05EC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507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68">
              <a:extLst>
                <a:ext uri="{FF2B5EF4-FFF2-40B4-BE49-F238E27FC236}">
                  <a16:creationId xmlns:a16="http://schemas.microsoft.com/office/drawing/2014/main" id="{2B1168F2-833B-3F60-C9B6-5F42BF82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817" y="2925403"/>
              <a:ext cx="265772" cy="246788"/>
            </a:xfrm>
            <a:custGeom>
              <a:avLst/>
              <a:gdLst>
                <a:gd name="T0" fmla="*/ 71 w 71"/>
                <a:gd name="T1" fmla="*/ 36 h 66"/>
                <a:gd name="T2" fmla="*/ 67 w 71"/>
                <a:gd name="T3" fmla="*/ 29 h 66"/>
                <a:gd name="T4" fmla="*/ 69 w 71"/>
                <a:gd name="T5" fmla="*/ 22 h 66"/>
                <a:gd name="T6" fmla="*/ 58 w 71"/>
                <a:gd name="T7" fmla="*/ 10 h 66"/>
                <a:gd name="T8" fmla="*/ 54 w 71"/>
                <a:gd name="T9" fmla="*/ 11 h 66"/>
                <a:gd name="T10" fmla="*/ 40 w 71"/>
                <a:gd name="T11" fmla="*/ 0 h 66"/>
                <a:gd name="T12" fmla="*/ 31 w 71"/>
                <a:gd name="T13" fmla="*/ 3 h 66"/>
                <a:gd name="T14" fmla="*/ 22 w 71"/>
                <a:gd name="T15" fmla="*/ 0 h 66"/>
                <a:gd name="T16" fmla="*/ 0 w 71"/>
                <a:gd name="T17" fmla="*/ 22 h 66"/>
                <a:gd name="T18" fmla="*/ 16 w 71"/>
                <a:gd name="T19" fmla="*/ 42 h 66"/>
                <a:gd name="T20" fmla="*/ 15 w 71"/>
                <a:gd name="T21" fmla="*/ 42 h 66"/>
                <a:gd name="T22" fmla="*/ 7 w 71"/>
                <a:gd name="T23" fmla="*/ 53 h 66"/>
                <a:gd name="T24" fmla="*/ 18 w 71"/>
                <a:gd name="T25" fmla="*/ 65 h 66"/>
                <a:gd name="T26" fmla="*/ 26 w 71"/>
                <a:gd name="T27" fmla="*/ 62 h 66"/>
                <a:gd name="T28" fmla="*/ 34 w 71"/>
                <a:gd name="T29" fmla="*/ 66 h 66"/>
                <a:gd name="T30" fmla="*/ 42 w 71"/>
                <a:gd name="T31" fmla="*/ 58 h 66"/>
                <a:gd name="T32" fmla="*/ 50 w 71"/>
                <a:gd name="T33" fmla="*/ 61 h 66"/>
                <a:gd name="T34" fmla="*/ 65 w 71"/>
                <a:gd name="T35" fmla="*/ 46 h 66"/>
                <a:gd name="T36" fmla="*/ 64 w 71"/>
                <a:gd name="T37" fmla="*/ 44 h 66"/>
                <a:gd name="T38" fmla="*/ 71 w 71"/>
                <a:gd name="T39" fmla="*/ 3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66">
                  <a:moveTo>
                    <a:pt x="71" y="36"/>
                  </a:moveTo>
                  <a:cubicBezTo>
                    <a:pt x="71" y="33"/>
                    <a:pt x="69" y="30"/>
                    <a:pt x="67" y="29"/>
                  </a:cubicBezTo>
                  <a:cubicBezTo>
                    <a:pt x="68" y="27"/>
                    <a:pt x="69" y="25"/>
                    <a:pt x="69" y="22"/>
                  </a:cubicBezTo>
                  <a:cubicBezTo>
                    <a:pt x="69" y="15"/>
                    <a:pt x="64" y="10"/>
                    <a:pt x="58" y="10"/>
                  </a:cubicBezTo>
                  <a:cubicBezTo>
                    <a:pt x="56" y="10"/>
                    <a:pt x="55" y="11"/>
                    <a:pt x="54" y="11"/>
                  </a:cubicBezTo>
                  <a:cubicBezTo>
                    <a:pt x="52" y="5"/>
                    <a:pt x="46" y="0"/>
                    <a:pt x="40" y="0"/>
                  </a:cubicBezTo>
                  <a:cubicBezTo>
                    <a:pt x="37" y="0"/>
                    <a:pt x="34" y="1"/>
                    <a:pt x="31" y="3"/>
                  </a:cubicBezTo>
                  <a:cubicBezTo>
                    <a:pt x="28" y="1"/>
                    <a:pt x="25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2"/>
                    <a:pt x="7" y="40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0" y="44"/>
                    <a:pt x="7" y="48"/>
                    <a:pt x="7" y="53"/>
                  </a:cubicBezTo>
                  <a:cubicBezTo>
                    <a:pt x="7" y="60"/>
                    <a:pt x="12" y="65"/>
                    <a:pt x="18" y="65"/>
                  </a:cubicBezTo>
                  <a:cubicBezTo>
                    <a:pt x="21" y="65"/>
                    <a:pt x="24" y="64"/>
                    <a:pt x="26" y="62"/>
                  </a:cubicBezTo>
                  <a:cubicBezTo>
                    <a:pt x="27" y="64"/>
                    <a:pt x="30" y="66"/>
                    <a:pt x="34" y="66"/>
                  </a:cubicBezTo>
                  <a:cubicBezTo>
                    <a:pt x="38" y="66"/>
                    <a:pt x="42" y="63"/>
                    <a:pt x="42" y="58"/>
                  </a:cubicBezTo>
                  <a:cubicBezTo>
                    <a:pt x="45" y="60"/>
                    <a:pt x="47" y="61"/>
                    <a:pt x="50" y="61"/>
                  </a:cubicBezTo>
                  <a:cubicBezTo>
                    <a:pt x="58" y="61"/>
                    <a:pt x="65" y="54"/>
                    <a:pt x="65" y="46"/>
                  </a:cubicBezTo>
                  <a:cubicBezTo>
                    <a:pt x="65" y="46"/>
                    <a:pt x="65" y="45"/>
                    <a:pt x="64" y="44"/>
                  </a:cubicBezTo>
                  <a:cubicBezTo>
                    <a:pt x="68" y="43"/>
                    <a:pt x="71" y="40"/>
                    <a:pt x="7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7" name="Freeform 69">
              <a:extLst>
                <a:ext uri="{FF2B5EF4-FFF2-40B4-BE49-F238E27FC236}">
                  <a16:creationId xmlns:a16="http://schemas.microsoft.com/office/drawing/2014/main" id="{63D2C8F8-E390-A6DC-C841-C0878C62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374" y="3002921"/>
              <a:ext cx="85427" cy="64861"/>
            </a:xfrm>
            <a:custGeom>
              <a:avLst/>
              <a:gdLst>
                <a:gd name="T0" fmla="*/ 23 w 23"/>
                <a:gd name="T1" fmla="*/ 2 h 17"/>
                <a:gd name="T2" fmla="*/ 12 w 23"/>
                <a:gd name="T3" fmla="*/ 14 h 17"/>
                <a:gd name="T4" fmla="*/ 0 w 23"/>
                <a:gd name="T5" fmla="*/ 15 h 17"/>
                <a:gd name="T6" fmla="*/ 11 w 23"/>
                <a:gd name="T7" fmla="*/ 2 h 17"/>
                <a:gd name="T8" fmla="*/ 23 w 23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23" y="2"/>
                  </a:moveTo>
                  <a:cubicBezTo>
                    <a:pt x="21" y="7"/>
                    <a:pt x="17" y="12"/>
                    <a:pt x="12" y="14"/>
                  </a:cubicBezTo>
                  <a:cubicBezTo>
                    <a:pt x="8" y="17"/>
                    <a:pt x="3" y="17"/>
                    <a:pt x="0" y="15"/>
                  </a:cubicBezTo>
                  <a:cubicBezTo>
                    <a:pt x="2" y="10"/>
                    <a:pt x="6" y="5"/>
                    <a:pt x="11" y="2"/>
                  </a:cubicBezTo>
                  <a:cubicBezTo>
                    <a:pt x="15" y="0"/>
                    <a:pt x="20" y="0"/>
                    <a:pt x="23" y="2"/>
                  </a:cubicBezTo>
                  <a:close/>
                </a:path>
              </a:pathLst>
            </a:cu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8" name="Freeform 70">
              <a:extLst>
                <a:ext uri="{FF2B5EF4-FFF2-40B4-BE49-F238E27FC236}">
                  <a16:creationId xmlns:a16="http://schemas.microsoft.com/office/drawing/2014/main" id="{AFDA9B02-6E87-36EE-2705-BA41C9A68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374" y="3010830"/>
              <a:ext cx="85427" cy="56951"/>
            </a:xfrm>
            <a:custGeom>
              <a:avLst/>
              <a:gdLst>
                <a:gd name="T0" fmla="*/ 12 w 23"/>
                <a:gd name="T1" fmla="*/ 12 h 15"/>
                <a:gd name="T2" fmla="*/ 23 w 23"/>
                <a:gd name="T3" fmla="*/ 0 h 15"/>
                <a:gd name="T4" fmla="*/ 0 w 23"/>
                <a:gd name="T5" fmla="*/ 13 h 15"/>
                <a:gd name="T6" fmla="*/ 12 w 23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12" y="12"/>
                  </a:moveTo>
                  <a:cubicBezTo>
                    <a:pt x="17" y="10"/>
                    <a:pt x="21" y="5"/>
                    <a:pt x="23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5"/>
                    <a:pt x="8" y="15"/>
                    <a:pt x="12" y="1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4" name="Freeform 71">
              <a:extLst>
                <a:ext uri="{FF2B5EF4-FFF2-40B4-BE49-F238E27FC236}">
                  <a16:creationId xmlns:a16="http://schemas.microsoft.com/office/drawing/2014/main" id="{8560EE08-B447-260D-1FE9-EC6BE409D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169" y="3002921"/>
              <a:ext cx="87009" cy="64861"/>
            </a:xfrm>
            <a:custGeom>
              <a:avLst/>
              <a:gdLst>
                <a:gd name="T0" fmla="*/ 0 w 23"/>
                <a:gd name="T1" fmla="*/ 2 h 17"/>
                <a:gd name="T2" fmla="*/ 11 w 23"/>
                <a:gd name="T3" fmla="*/ 14 h 17"/>
                <a:gd name="T4" fmla="*/ 23 w 23"/>
                <a:gd name="T5" fmla="*/ 15 h 17"/>
                <a:gd name="T6" fmla="*/ 12 w 23"/>
                <a:gd name="T7" fmla="*/ 2 h 17"/>
                <a:gd name="T8" fmla="*/ 0 w 23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0" y="2"/>
                  </a:moveTo>
                  <a:cubicBezTo>
                    <a:pt x="2" y="7"/>
                    <a:pt x="6" y="12"/>
                    <a:pt x="11" y="14"/>
                  </a:cubicBezTo>
                  <a:cubicBezTo>
                    <a:pt x="15" y="17"/>
                    <a:pt x="20" y="17"/>
                    <a:pt x="23" y="15"/>
                  </a:cubicBezTo>
                  <a:cubicBezTo>
                    <a:pt x="21" y="10"/>
                    <a:pt x="17" y="5"/>
                    <a:pt x="12" y="2"/>
                  </a:cubicBezTo>
                  <a:cubicBezTo>
                    <a:pt x="8" y="0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6" name="Freeform 72">
              <a:extLst>
                <a:ext uri="{FF2B5EF4-FFF2-40B4-BE49-F238E27FC236}">
                  <a16:creationId xmlns:a16="http://schemas.microsoft.com/office/drawing/2014/main" id="{C584A77B-40A0-4386-6731-B609C3081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169" y="3010830"/>
              <a:ext cx="87009" cy="56951"/>
            </a:xfrm>
            <a:custGeom>
              <a:avLst/>
              <a:gdLst>
                <a:gd name="T0" fmla="*/ 11 w 23"/>
                <a:gd name="T1" fmla="*/ 12 h 15"/>
                <a:gd name="T2" fmla="*/ 0 w 23"/>
                <a:gd name="T3" fmla="*/ 0 h 15"/>
                <a:gd name="T4" fmla="*/ 23 w 23"/>
                <a:gd name="T5" fmla="*/ 13 h 15"/>
                <a:gd name="T6" fmla="*/ 11 w 23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11" y="12"/>
                  </a:moveTo>
                  <a:cubicBezTo>
                    <a:pt x="6" y="10"/>
                    <a:pt x="2" y="5"/>
                    <a:pt x="0" y="0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0" y="15"/>
                    <a:pt x="15" y="15"/>
                    <a:pt x="11" y="12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7" name="Oval 73">
              <a:extLst>
                <a:ext uri="{FF2B5EF4-FFF2-40B4-BE49-F238E27FC236}">
                  <a16:creationId xmlns:a16="http://schemas.microsoft.com/office/drawing/2014/main" id="{B015EDDA-4858-63EB-EC6C-00FD9504D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670" y="2969699"/>
              <a:ext cx="142378" cy="169272"/>
            </a:xfrm>
            <a:prstGeom prst="ellipse">
              <a:avLst/>
            </a:pr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8" name="Freeform 74">
              <a:extLst>
                <a:ext uri="{FF2B5EF4-FFF2-40B4-BE49-F238E27FC236}">
                  <a16:creationId xmlns:a16="http://schemas.microsoft.com/office/drawing/2014/main" id="{8D528B0B-1ED8-1541-51C8-165C9A07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858" y="2969699"/>
              <a:ext cx="71190" cy="169272"/>
            </a:xfrm>
            <a:custGeom>
              <a:avLst/>
              <a:gdLst>
                <a:gd name="T0" fmla="*/ 19 w 19"/>
                <a:gd name="T1" fmla="*/ 23 h 45"/>
                <a:gd name="T2" fmla="*/ 0 w 19"/>
                <a:gd name="T3" fmla="*/ 0 h 45"/>
                <a:gd name="T4" fmla="*/ 0 w 19"/>
                <a:gd name="T5" fmla="*/ 45 h 45"/>
                <a:gd name="T6" fmla="*/ 19 w 19"/>
                <a:gd name="T7" fmla="*/ 2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5">
                  <a:moveTo>
                    <a:pt x="19" y="23"/>
                  </a:moveTo>
                  <a:cubicBezTo>
                    <a:pt x="19" y="10"/>
                    <a:pt x="10" y="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0" y="45"/>
                    <a:pt x="19" y="35"/>
                    <a:pt x="19" y="2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9" name="Oval 75">
              <a:extLst>
                <a:ext uri="{FF2B5EF4-FFF2-40B4-BE49-F238E27FC236}">
                  <a16:creationId xmlns:a16="http://schemas.microsoft.com/office/drawing/2014/main" id="{7330C0E8-BEF0-2001-46F7-B1C5575A0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800" y="3063036"/>
              <a:ext cx="14238" cy="1898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0" name="Oval 76">
              <a:extLst>
                <a:ext uri="{FF2B5EF4-FFF2-40B4-BE49-F238E27FC236}">
                  <a16:creationId xmlns:a16="http://schemas.microsoft.com/office/drawing/2014/main" id="{BC845B19-DEE8-D9AF-A3BD-3737DE388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3932" y="3063036"/>
              <a:ext cx="14238" cy="1898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1" name="Oval 165">
              <a:extLst>
                <a:ext uri="{FF2B5EF4-FFF2-40B4-BE49-F238E27FC236}">
                  <a16:creationId xmlns:a16="http://schemas.microsoft.com/office/drawing/2014/main" id="{5F98C5D1-C5C0-4084-2F17-0C9248C59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1248" y="1961982"/>
              <a:ext cx="230968" cy="2325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2" name="Oval 166">
              <a:extLst>
                <a:ext uri="{FF2B5EF4-FFF2-40B4-BE49-F238E27FC236}">
                  <a16:creationId xmlns:a16="http://schemas.microsoft.com/office/drawing/2014/main" id="{B283B3D3-B364-A762-FF0A-C9CF95902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110" y="2235664"/>
              <a:ext cx="131305" cy="13130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3" name="Freeform 201">
              <a:extLst>
                <a:ext uri="{FF2B5EF4-FFF2-40B4-BE49-F238E27FC236}">
                  <a16:creationId xmlns:a16="http://schemas.microsoft.com/office/drawing/2014/main" id="{C3C90118-563B-B0DD-05D3-42DBC2FA7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322" y="2670706"/>
              <a:ext cx="164526" cy="534707"/>
            </a:xfrm>
            <a:custGeom>
              <a:avLst/>
              <a:gdLst>
                <a:gd name="T0" fmla="*/ 0 w 104"/>
                <a:gd name="T1" fmla="*/ 338 h 338"/>
                <a:gd name="T2" fmla="*/ 104 w 104"/>
                <a:gd name="T3" fmla="*/ 338 h 338"/>
                <a:gd name="T4" fmla="*/ 99 w 104"/>
                <a:gd name="T5" fmla="*/ 0 h 338"/>
                <a:gd name="T6" fmla="*/ 2 w 104"/>
                <a:gd name="T7" fmla="*/ 0 h 338"/>
                <a:gd name="T8" fmla="*/ 0 w 104"/>
                <a:gd name="T9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38">
                  <a:moveTo>
                    <a:pt x="0" y="338"/>
                  </a:moveTo>
                  <a:lnTo>
                    <a:pt x="104" y="338"/>
                  </a:lnTo>
                  <a:lnTo>
                    <a:pt x="99" y="0"/>
                  </a:lnTo>
                  <a:lnTo>
                    <a:pt x="2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4" name="Freeform 202">
              <a:extLst>
                <a:ext uri="{FF2B5EF4-FFF2-40B4-BE49-F238E27FC236}">
                  <a16:creationId xmlns:a16="http://schemas.microsoft.com/office/drawing/2014/main" id="{1400A433-57FC-3C46-8B0A-664AFFDBC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584" y="2670706"/>
              <a:ext cx="82263" cy="534707"/>
            </a:xfrm>
            <a:custGeom>
              <a:avLst/>
              <a:gdLst>
                <a:gd name="T0" fmla="*/ 47 w 52"/>
                <a:gd name="T1" fmla="*/ 0 h 338"/>
                <a:gd name="T2" fmla="*/ 0 w 52"/>
                <a:gd name="T3" fmla="*/ 0 h 338"/>
                <a:gd name="T4" fmla="*/ 0 w 52"/>
                <a:gd name="T5" fmla="*/ 338 h 338"/>
                <a:gd name="T6" fmla="*/ 52 w 52"/>
                <a:gd name="T7" fmla="*/ 338 h 338"/>
                <a:gd name="T8" fmla="*/ 47 w 52"/>
                <a:gd name="T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38">
                  <a:moveTo>
                    <a:pt x="47" y="0"/>
                  </a:moveTo>
                  <a:lnTo>
                    <a:pt x="0" y="0"/>
                  </a:lnTo>
                  <a:lnTo>
                    <a:pt x="0" y="338"/>
                  </a:lnTo>
                  <a:lnTo>
                    <a:pt x="52" y="338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5" name="Freeform 203">
              <a:extLst>
                <a:ext uri="{FF2B5EF4-FFF2-40B4-BE49-F238E27FC236}">
                  <a16:creationId xmlns:a16="http://schemas.microsoft.com/office/drawing/2014/main" id="{D1E2533C-2301-2492-92F8-BF2EBEC1A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409" y="2670706"/>
              <a:ext cx="164526" cy="534707"/>
            </a:xfrm>
            <a:custGeom>
              <a:avLst/>
              <a:gdLst>
                <a:gd name="T0" fmla="*/ 0 w 104"/>
                <a:gd name="T1" fmla="*/ 338 h 338"/>
                <a:gd name="T2" fmla="*/ 104 w 104"/>
                <a:gd name="T3" fmla="*/ 338 h 338"/>
                <a:gd name="T4" fmla="*/ 100 w 104"/>
                <a:gd name="T5" fmla="*/ 0 h 338"/>
                <a:gd name="T6" fmla="*/ 5 w 104"/>
                <a:gd name="T7" fmla="*/ 0 h 338"/>
                <a:gd name="T8" fmla="*/ 0 w 104"/>
                <a:gd name="T9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38">
                  <a:moveTo>
                    <a:pt x="0" y="338"/>
                  </a:moveTo>
                  <a:lnTo>
                    <a:pt x="104" y="338"/>
                  </a:lnTo>
                  <a:lnTo>
                    <a:pt x="100" y="0"/>
                  </a:lnTo>
                  <a:lnTo>
                    <a:pt x="5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6" name="Freeform 204">
              <a:extLst>
                <a:ext uri="{FF2B5EF4-FFF2-40B4-BE49-F238E27FC236}">
                  <a16:creationId xmlns:a16="http://schemas.microsoft.com/office/drawing/2014/main" id="{33F55CB7-6677-24D4-BE51-D563D93D5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672" y="2670706"/>
              <a:ext cx="82263" cy="534707"/>
            </a:xfrm>
            <a:custGeom>
              <a:avLst/>
              <a:gdLst>
                <a:gd name="T0" fmla="*/ 48 w 52"/>
                <a:gd name="T1" fmla="*/ 0 h 338"/>
                <a:gd name="T2" fmla="*/ 0 w 52"/>
                <a:gd name="T3" fmla="*/ 0 h 338"/>
                <a:gd name="T4" fmla="*/ 0 w 52"/>
                <a:gd name="T5" fmla="*/ 338 h 338"/>
                <a:gd name="T6" fmla="*/ 52 w 52"/>
                <a:gd name="T7" fmla="*/ 338 h 338"/>
                <a:gd name="T8" fmla="*/ 48 w 52"/>
                <a:gd name="T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38">
                  <a:moveTo>
                    <a:pt x="48" y="0"/>
                  </a:moveTo>
                  <a:lnTo>
                    <a:pt x="0" y="0"/>
                  </a:lnTo>
                  <a:lnTo>
                    <a:pt x="0" y="338"/>
                  </a:lnTo>
                  <a:lnTo>
                    <a:pt x="52" y="338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7" name="Rectangle 206">
              <a:extLst>
                <a:ext uri="{FF2B5EF4-FFF2-40B4-BE49-F238E27FC236}">
                  <a16:creationId xmlns:a16="http://schemas.microsoft.com/office/drawing/2014/main" id="{38C0CBAF-FDE9-EBAF-DD6B-FFC741B57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738" y="1792710"/>
              <a:ext cx="1809778" cy="933365"/>
            </a:xfrm>
            <a:prstGeom prst="rect">
              <a:avLst/>
            </a:pr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8" name="Rectangle 207">
              <a:extLst>
                <a:ext uri="{FF2B5EF4-FFF2-40B4-BE49-F238E27FC236}">
                  <a16:creationId xmlns:a16="http://schemas.microsoft.com/office/drawing/2014/main" id="{558A9846-D7DD-8D26-5054-E88EB002C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9" name="Rectangle 208">
              <a:extLst>
                <a:ext uri="{FF2B5EF4-FFF2-40B4-BE49-F238E27FC236}">
                  <a16:creationId xmlns:a16="http://schemas.microsoft.com/office/drawing/2014/main" id="{21F0FD46-7FB7-EC37-BE30-E574536A6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0" name="Rectangle 209">
              <a:extLst>
                <a:ext uri="{FF2B5EF4-FFF2-40B4-BE49-F238E27FC236}">
                  <a16:creationId xmlns:a16="http://schemas.microsoft.com/office/drawing/2014/main" id="{D9413B3F-3DBC-11DC-8CC4-E65BC9104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1" name="Rectangle 210">
              <a:extLst>
                <a:ext uri="{FF2B5EF4-FFF2-40B4-BE49-F238E27FC236}">
                  <a16:creationId xmlns:a16="http://schemas.microsoft.com/office/drawing/2014/main" id="{0E9A305B-5D5C-82A1-6A78-853DF86B0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2" name="Rectangle 211">
              <a:extLst>
                <a:ext uri="{FF2B5EF4-FFF2-40B4-BE49-F238E27FC236}">
                  <a16:creationId xmlns:a16="http://schemas.microsoft.com/office/drawing/2014/main" id="{744C559D-9334-CA9D-8558-FE696E385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3" name="Rectangle 212">
              <a:extLst>
                <a:ext uri="{FF2B5EF4-FFF2-40B4-BE49-F238E27FC236}">
                  <a16:creationId xmlns:a16="http://schemas.microsoft.com/office/drawing/2014/main" id="{4BA0A03B-51AC-7CCC-55E7-F314DAFA3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4" name="Rectangle 213">
              <a:extLst>
                <a:ext uri="{FF2B5EF4-FFF2-40B4-BE49-F238E27FC236}">
                  <a16:creationId xmlns:a16="http://schemas.microsoft.com/office/drawing/2014/main" id="{BAEFC1E8-C22C-8648-13AD-A5A4B1B53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5" name="Rectangle 214">
              <a:extLst>
                <a:ext uri="{FF2B5EF4-FFF2-40B4-BE49-F238E27FC236}">
                  <a16:creationId xmlns:a16="http://schemas.microsoft.com/office/drawing/2014/main" id="{740B06F4-295D-BF2C-4D8C-E960F1162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6" name="Rectangle 215">
              <a:extLst>
                <a:ext uri="{FF2B5EF4-FFF2-40B4-BE49-F238E27FC236}">
                  <a16:creationId xmlns:a16="http://schemas.microsoft.com/office/drawing/2014/main" id="{0D5F3455-EA6B-F206-1D0E-B593E1C0C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7" name="Rectangle 216">
              <a:extLst>
                <a:ext uri="{FF2B5EF4-FFF2-40B4-BE49-F238E27FC236}">
                  <a16:creationId xmlns:a16="http://schemas.microsoft.com/office/drawing/2014/main" id="{55EE3ECA-7564-2DB6-E8BA-0DC29E825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8" name="Rectangle 217">
              <a:extLst>
                <a:ext uri="{FF2B5EF4-FFF2-40B4-BE49-F238E27FC236}">
                  <a16:creationId xmlns:a16="http://schemas.microsoft.com/office/drawing/2014/main" id="{2F84C979-529D-3FAC-BC8E-2DDDC886B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9" name="Rectangle 218">
              <a:extLst>
                <a:ext uri="{FF2B5EF4-FFF2-40B4-BE49-F238E27FC236}">
                  <a16:creationId xmlns:a16="http://schemas.microsoft.com/office/drawing/2014/main" id="{FB4CC826-3880-DAB7-4DC5-783076B15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0" name="Rectangle 219">
              <a:extLst>
                <a:ext uri="{FF2B5EF4-FFF2-40B4-BE49-F238E27FC236}">
                  <a16:creationId xmlns:a16="http://schemas.microsoft.com/office/drawing/2014/main" id="{40C2C58D-A448-3E9C-BEA4-F89005E92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738" y="2684944"/>
              <a:ext cx="1809778" cy="41131"/>
            </a:xfrm>
            <a:prstGeom prst="rect">
              <a:avLst/>
            </a:prstGeom>
            <a:solidFill>
              <a:srgbClr val="448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1011" name="组合 1010">
              <a:extLst>
                <a:ext uri="{FF2B5EF4-FFF2-40B4-BE49-F238E27FC236}">
                  <a16:creationId xmlns:a16="http://schemas.microsoft.com/office/drawing/2014/main" id="{9E6CEB6A-F151-7E01-6180-692F4E941253}"/>
                </a:ext>
              </a:extLst>
            </p:cNvPr>
            <p:cNvGrpSpPr/>
            <p:nvPr/>
          </p:nvGrpSpPr>
          <p:grpSpPr>
            <a:xfrm>
              <a:off x="1366342" y="2410097"/>
              <a:ext cx="87754" cy="1594635"/>
              <a:chOff x="1631827" y="5041766"/>
              <a:chExt cx="186431" cy="3387760"/>
            </a:xfrm>
          </p:grpSpPr>
          <p:grpSp>
            <p:nvGrpSpPr>
              <p:cNvPr id="1167" name="组合 1166">
                <a:extLst>
                  <a:ext uri="{FF2B5EF4-FFF2-40B4-BE49-F238E27FC236}">
                    <a16:creationId xmlns:a16="http://schemas.microsoft.com/office/drawing/2014/main" id="{16768793-0054-3086-A9AE-8D835F63E6D0}"/>
                  </a:ext>
                </a:extLst>
              </p:cNvPr>
              <p:cNvGrpSpPr/>
              <p:nvPr/>
            </p:nvGrpSpPr>
            <p:grpSpPr>
              <a:xfrm>
                <a:off x="1631827" y="5041766"/>
                <a:ext cx="182898" cy="1702403"/>
                <a:chOff x="1631827" y="5041766"/>
                <a:chExt cx="182898" cy="1702403"/>
              </a:xfrm>
            </p:grpSpPr>
            <p:sp>
              <p:nvSpPr>
                <p:cNvPr id="1174" name="Freeform 167">
                  <a:extLst>
                    <a:ext uri="{FF2B5EF4-FFF2-40B4-BE49-F238E27FC236}">
                      <a16:creationId xmlns:a16="http://schemas.microsoft.com/office/drawing/2014/main" id="{3EA86C4E-99A8-A78E-A3A9-14C332056F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5041766"/>
                  <a:ext cx="182898" cy="1702403"/>
                </a:xfrm>
                <a:custGeom>
                  <a:avLst/>
                  <a:gdLst>
                    <a:gd name="T0" fmla="*/ 9 w 49"/>
                    <a:gd name="T1" fmla="*/ 0 h 483"/>
                    <a:gd name="T2" fmla="*/ 0 w 49"/>
                    <a:gd name="T3" fmla="*/ 483 h 483"/>
                    <a:gd name="T4" fmla="*/ 49 w 49"/>
                    <a:gd name="T5" fmla="*/ 483 h 483"/>
                    <a:gd name="T6" fmla="*/ 40 w 49"/>
                    <a:gd name="T7" fmla="*/ 0 h 483"/>
                    <a:gd name="T8" fmla="*/ 9 w 49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83">
                      <a:moveTo>
                        <a:pt x="9" y="0"/>
                      </a:moveTo>
                      <a:lnTo>
                        <a:pt x="0" y="483"/>
                      </a:lnTo>
                      <a:lnTo>
                        <a:pt x="49" y="483"/>
                      </a:lnTo>
                      <a:lnTo>
                        <a:pt x="40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5" name="Freeform 168">
                  <a:extLst>
                    <a:ext uri="{FF2B5EF4-FFF2-40B4-BE49-F238E27FC236}">
                      <a16:creationId xmlns:a16="http://schemas.microsoft.com/office/drawing/2014/main" id="{EB1526EE-45DE-0FF8-2237-AF51A4C3C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5041766"/>
                  <a:ext cx="85851" cy="1702403"/>
                </a:xfrm>
                <a:custGeom>
                  <a:avLst/>
                  <a:gdLst>
                    <a:gd name="T0" fmla="*/ 0 w 23"/>
                    <a:gd name="T1" fmla="*/ 0 h 483"/>
                    <a:gd name="T2" fmla="*/ 0 w 23"/>
                    <a:gd name="T3" fmla="*/ 483 h 483"/>
                    <a:gd name="T4" fmla="*/ 23 w 23"/>
                    <a:gd name="T5" fmla="*/ 483 h 483"/>
                    <a:gd name="T6" fmla="*/ 14 w 23"/>
                    <a:gd name="T7" fmla="*/ 0 h 483"/>
                    <a:gd name="T8" fmla="*/ 0 w 23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83">
                      <a:moveTo>
                        <a:pt x="0" y="0"/>
                      </a:moveTo>
                      <a:lnTo>
                        <a:pt x="0" y="483"/>
                      </a:lnTo>
                      <a:lnTo>
                        <a:pt x="23" y="483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6" name="Freeform 169">
                  <a:extLst>
                    <a:ext uri="{FF2B5EF4-FFF2-40B4-BE49-F238E27FC236}">
                      <a16:creationId xmlns:a16="http://schemas.microsoft.com/office/drawing/2014/main" id="{70DB90E3-3BBD-7C19-2559-A766215D6D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6409326"/>
                  <a:ext cx="182898" cy="334843"/>
                </a:xfrm>
                <a:custGeom>
                  <a:avLst/>
                  <a:gdLst>
                    <a:gd name="T0" fmla="*/ 0 w 49"/>
                    <a:gd name="T1" fmla="*/ 95 h 95"/>
                    <a:gd name="T2" fmla="*/ 49 w 49"/>
                    <a:gd name="T3" fmla="*/ 95 h 95"/>
                    <a:gd name="T4" fmla="*/ 47 w 49"/>
                    <a:gd name="T5" fmla="*/ 0 h 95"/>
                    <a:gd name="T6" fmla="*/ 2 w 49"/>
                    <a:gd name="T7" fmla="*/ 0 h 95"/>
                    <a:gd name="T8" fmla="*/ 0 w 49"/>
                    <a:gd name="T9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95">
                      <a:moveTo>
                        <a:pt x="0" y="95"/>
                      </a:moveTo>
                      <a:lnTo>
                        <a:pt x="49" y="95"/>
                      </a:lnTo>
                      <a:lnTo>
                        <a:pt x="47" y="0"/>
                      </a:lnTo>
                      <a:lnTo>
                        <a:pt x="2" y="0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7" name="Freeform 170">
                  <a:extLst>
                    <a:ext uri="{FF2B5EF4-FFF2-40B4-BE49-F238E27FC236}">
                      <a16:creationId xmlns:a16="http://schemas.microsoft.com/office/drawing/2014/main" id="{7BACFA10-4764-CDA8-7FC3-A4CDCDCDE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6409326"/>
                  <a:ext cx="85851" cy="334843"/>
                </a:xfrm>
                <a:custGeom>
                  <a:avLst/>
                  <a:gdLst>
                    <a:gd name="T0" fmla="*/ 21 w 23"/>
                    <a:gd name="T1" fmla="*/ 0 h 95"/>
                    <a:gd name="T2" fmla="*/ 0 w 23"/>
                    <a:gd name="T3" fmla="*/ 0 h 95"/>
                    <a:gd name="T4" fmla="*/ 0 w 23"/>
                    <a:gd name="T5" fmla="*/ 95 h 95"/>
                    <a:gd name="T6" fmla="*/ 23 w 23"/>
                    <a:gd name="T7" fmla="*/ 95 h 95"/>
                    <a:gd name="T8" fmla="*/ 21 w 23"/>
                    <a:gd name="T9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5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95"/>
                      </a:lnTo>
                      <a:lnTo>
                        <a:pt x="23" y="95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8" name="Rectangle 171">
                  <a:extLst>
                    <a:ext uri="{FF2B5EF4-FFF2-40B4-BE49-F238E27FC236}">
                      <a16:creationId xmlns:a16="http://schemas.microsoft.com/office/drawing/2014/main" id="{60F69377-AF55-D733-97CE-4A4D567F5D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9293" y="6285967"/>
                  <a:ext cx="167969" cy="49345"/>
                </a:xfrm>
                <a:prstGeom prst="rect">
                  <a:avLst/>
                </a:pr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68" name="组合 1167">
                <a:extLst>
                  <a:ext uri="{FF2B5EF4-FFF2-40B4-BE49-F238E27FC236}">
                    <a16:creationId xmlns:a16="http://schemas.microsoft.com/office/drawing/2014/main" id="{390B2A1D-3C88-7B12-60F9-A68FD7663BAF}"/>
                  </a:ext>
                </a:extLst>
              </p:cNvPr>
              <p:cNvGrpSpPr/>
              <p:nvPr/>
            </p:nvGrpSpPr>
            <p:grpSpPr>
              <a:xfrm flipV="1">
                <a:off x="1635360" y="6727123"/>
                <a:ext cx="182898" cy="1702403"/>
                <a:chOff x="1631827" y="5041766"/>
                <a:chExt cx="182898" cy="1702403"/>
              </a:xfrm>
              <a:noFill/>
            </p:grpSpPr>
            <p:sp>
              <p:nvSpPr>
                <p:cNvPr id="1169" name="Freeform 167">
                  <a:extLst>
                    <a:ext uri="{FF2B5EF4-FFF2-40B4-BE49-F238E27FC236}">
                      <a16:creationId xmlns:a16="http://schemas.microsoft.com/office/drawing/2014/main" id="{64B7C777-C2B3-C894-7E5F-72424E76AD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5041766"/>
                  <a:ext cx="182898" cy="1702403"/>
                </a:xfrm>
                <a:custGeom>
                  <a:avLst/>
                  <a:gdLst>
                    <a:gd name="T0" fmla="*/ 9 w 49"/>
                    <a:gd name="T1" fmla="*/ 0 h 483"/>
                    <a:gd name="T2" fmla="*/ 0 w 49"/>
                    <a:gd name="T3" fmla="*/ 483 h 483"/>
                    <a:gd name="T4" fmla="*/ 49 w 49"/>
                    <a:gd name="T5" fmla="*/ 483 h 483"/>
                    <a:gd name="T6" fmla="*/ 40 w 49"/>
                    <a:gd name="T7" fmla="*/ 0 h 483"/>
                    <a:gd name="T8" fmla="*/ 9 w 49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83">
                      <a:moveTo>
                        <a:pt x="9" y="0"/>
                      </a:moveTo>
                      <a:lnTo>
                        <a:pt x="0" y="483"/>
                      </a:lnTo>
                      <a:lnTo>
                        <a:pt x="49" y="483"/>
                      </a:lnTo>
                      <a:lnTo>
                        <a:pt x="40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0" name="Freeform 168">
                  <a:extLst>
                    <a:ext uri="{FF2B5EF4-FFF2-40B4-BE49-F238E27FC236}">
                      <a16:creationId xmlns:a16="http://schemas.microsoft.com/office/drawing/2014/main" id="{929C29DB-CC97-E447-0734-3D81189525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5041766"/>
                  <a:ext cx="85851" cy="1702403"/>
                </a:xfrm>
                <a:custGeom>
                  <a:avLst/>
                  <a:gdLst>
                    <a:gd name="T0" fmla="*/ 0 w 23"/>
                    <a:gd name="T1" fmla="*/ 0 h 483"/>
                    <a:gd name="T2" fmla="*/ 0 w 23"/>
                    <a:gd name="T3" fmla="*/ 483 h 483"/>
                    <a:gd name="T4" fmla="*/ 23 w 23"/>
                    <a:gd name="T5" fmla="*/ 483 h 483"/>
                    <a:gd name="T6" fmla="*/ 14 w 23"/>
                    <a:gd name="T7" fmla="*/ 0 h 483"/>
                    <a:gd name="T8" fmla="*/ 0 w 23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83">
                      <a:moveTo>
                        <a:pt x="0" y="0"/>
                      </a:moveTo>
                      <a:lnTo>
                        <a:pt x="0" y="483"/>
                      </a:lnTo>
                      <a:lnTo>
                        <a:pt x="23" y="483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1" name="Freeform 169">
                  <a:extLst>
                    <a:ext uri="{FF2B5EF4-FFF2-40B4-BE49-F238E27FC236}">
                      <a16:creationId xmlns:a16="http://schemas.microsoft.com/office/drawing/2014/main" id="{78C44958-681A-F1D8-C7FF-288E52107F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6409326"/>
                  <a:ext cx="182898" cy="334843"/>
                </a:xfrm>
                <a:custGeom>
                  <a:avLst/>
                  <a:gdLst>
                    <a:gd name="T0" fmla="*/ 0 w 49"/>
                    <a:gd name="T1" fmla="*/ 95 h 95"/>
                    <a:gd name="T2" fmla="*/ 49 w 49"/>
                    <a:gd name="T3" fmla="*/ 95 h 95"/>
                    <a:gd name="T4" fmla="*/ 47 w 49"/>
                    <a:gd name="T5" fmla="*/ 0 h 95"/>
                    <a:gd name="T6" fmla="*/ 2 w 49"/>
                    <a:gd name="T7" fmla="*/ 0 h 95"/>
                    <a:gd name="T8" fmla="*/ 0 w 49"/>
                    <a:gd name="T9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95">
                      <a:moveTo>
                        <a:pt x="0" y="95"/>
                      </a:moveTo>
                      <a:lnTo>
                        <a:pt x="49" y="95"/>
                      </a:lnTo>
                      <a:lnTo>
                        <a:pt x="47" y="0"/>
                      </a:lnTo>
                      <a:lnTo>
                        <a:pt x="2" y="0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2" name="Freeform 170">
                  <a:extLst>
                    <a:ext uri="{FF2B5EF4-FFF2-40B4-BE49-F238E27FC236}">
                      <a16:creationId xmlns:a16="http://schemas.microsoft.com/office/drawing/2014/main" id="{27077DE9-2A36-89BB-F667-015B959B1D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6409326"/>
                  <a:ext cx="85851" cy="334843"/>
                </a:xfrm>
                <a:custGeom>
                  <a:avLst/>
                  <a:gdLst>
                    <a:gd name="T0" fmla="*/ 21 w 23"/>
                    <a:gd name="T1" fmla="*/ 0 h 95"/>
                    <a:gd name="T2" fmla="*/ 0 w 23"/>
                    <a:gd name="T3" fmla="*/ 0 h 95"/>
                    <a:gd name="T4" fmla="*/ 0 w 23"/>
                    <a:gd name="T5" fmla="*/ 95 h 95"/>
                    <a:gd name="T6" fmla="*/ 23 w 23"/>
                    <a:gd name="T7" fmla="*/ 95 h 95"/>
                    <a:gd name="T8" fmla="*/ 21 w 23"/>
                    <a:gd name="T9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5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95"/>
                      </a:lnTo>
                      <a:lnTo>
                        <a:pt x="23" y="95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3" name="Rectangle 171">
                  <a:extLst>
                    <a:ext uri="{FF2B5EF4-FFF2-40B4-BE49-F238E27FC236}">
                      <a16:creationId xmlns:a16="http://schemas.microsoft.com/office/drawing/2014/main" id="{F8C614BE-FA50-0D6F-95BB-C22D435FA5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9293" y="6285967"/>
                  <a:ext cx="167969" cy="4934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2" name="组合 1011">
              <a:extLst>
                <a:ext uri="{FF2B5EF4-FFF2-40B4-BE49-F238E27FC236}">
                  <a16:creationId xmlns:a16="http://schemas.microsoft.com/office/drawing/2014/main" id="{618D150D-FDAD-BBA2-6735-B9FA165607C3}"/>
                </a:ext>
              </a:extLst>
            </p:cNvPr>
            <p:cNvGrpSpPr/>
            <p:nvPr/>
          </p:nvGrpSpPr>
          <p:grpSpPr>
            <a:xfrm>
              <a:off x="1012618" y="1962149"/>
              <a:ext cx="137621" cy="2490931"/>
              <a:chOff x="880349" y="4090112"/>
              <a:chExt cx="292372" cy="5291916"/>
            </a:xfrm>
          </p:grpSpPr>
          <p:grpSp>
            <p:nvGrpSpPr>
              <p:cNvPr id="1155" name="组合 1154">
                <a:extLst>
                  <a:ext uri="{FF2B5EF4-FFF2-40B4-BE49-F238E27FC236}">
                    <a16:creationId xmlns:a16="http://schemas.microsoft.com/office/drawing/2014/main" id="{40223659-670B-D96A-5FCC-4B3F18E784D1}"/>
                  </a:ext>
                </a:extLst>
              </p:cNvPr>
              <p:cNvGrpSpPr/>
              <p:nvPr/>
            </p:nvGrpSpPr>
            <p:grpSpPr>
              <a:xfrm>
                <a:off x="881579" y="4090112"/>
                <a:ext cx="291142" cy="2654059"/>
                <a:chOff x="881579" y="4090112"/>
                <a:chExt cx="291142" cy="2654059"/>
              </a:xfrm>
            </p:grpSpPr>
            <p:sp>
              <p:nvSpPr>
                <p:cNvPr id="1162" name="Freeform 184">
                  <a:extLst>
                    <a:ext uri="{FF2B5EF4-FFF2-40B4-BE49-F238E27FC236}">
                      <a16:creationId xmlns:a16="http://schemas.microsoft.com/office/drawing/2014/main" id="{5BDC89BE-82B1-2464-029D-345F8A68E1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4090112"/>
                  <a:ext cx="291142" cy="2654057"/>
                </a:xfrm>
                <a:custGeom>
                  <a:avLst/>
                  <a:gdLst>
                    <a:gd name="T0" fmla="*/ 16 w 78"/>
                    <a:gd name="T1" fmla="*/ 0 h 753"/>
                    <a:gd name="T2" fmla="*/ 0 w 78"/>
                    <a:gd name="T3" fmla="*/ 753 h 753"/>
                    <a:gd name="T4" fmla="*/ 78 w 78"/>
                    <a:gd name="T5" fmla="*/ 753 h 753"/>
                    <a:gd name="T6" fmla="*/ 61 w 78"/>
                    <a:gd name="T7" fmla="*/ 0 h 753"/>
                    <a:gd name="T8" fmla="*/ 16 w 78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753">
                      <a:moveTo>
                        <a:pt x="16" y="0"/>
                      </a:moveTo>
                      <a:lnTo>
                        <a:pt x="0" y="753"/>
                      </a:lnTo>
                      <a:lnTo>
                        <a:pt x="78" y="753"/>
                      </a:lnTo>
                      <a:lnTo>
                        <a:pt x="6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3" name="Freeform 185">
                  <a:extLst>
                    <a:ext uri="{FF2B5EF4-FFF2-40B4-BE49-F238E27FC236}">
                      <a16:creationId xmlns:a16="http://schemas.microsoft.com/office/drawing/2014/main" id="{DE95E300-3C4C-5F12-0BE0-0B8510E2F9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4090112"/>
                  <a:ext cx="149304" cy="2654057"/>
                </a:xfrm>
                <a:custGeom>
                  <a:avLst/>
                  <a:gdLst>
                    <a:gd name="T0" fmla="*/ 0 w 40"/>
                    <a:gd name="T1" fmla="*/ 0 h 753"/>
                    <a:gd name="T2" fmla="*/ 0 w 40"/>
                    <a:gd name="T3" fmla="*/ 753 h 753"/>
                    <a:gd name="T4" fmla="*/ 40 w 40"/>
                    <a:gd name="T5" fmla="*/ 753 h 753"/>
                    <a:gd name="T6" fmla="*/ 23 w 40"/>
                    <a:gd name="T7" fmla="*/ 0 h 753"/>
                    <a:gd name="T8" fmla="*/ 0 w 40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753">
                      <a:moveTo>
                        <a:pt x="0" y="0"/>
                      </a:moveTo>
                      <a:lnTo>
                        <a:pt x="0" y="753"/>
                      </a:lnTo>
                      <a:lnTo>
                        <a:pt x="40" y="753"/>
                      </a:lnTo>
                      <a:lnTo>
                        <a:pt x="2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4" name="Freeform 186">
                  <a:extLst>
                    <a:ext uri="{FF2B5EF4-FFF2-40B4-BE49-F238E27FC236}">
                      <a16:creationId xmlns:a16="http://schemas.microsoft.com/office/drawing/2014/main" id="{950EF5E0-8D86-9A64-5871-A1AAE1D785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6226047"/>
                  <a:ext cx="291142" cy="518124"/>
                </a:xfrm>
                <a:custGeom>
                  <a:avLst/>
                  <a:gdLst>
                    <a:gd name="T0" fmla="*/ 0 w 78"/>
                    <a:gd name="T1" fmla="*/ 147 h 147"/>
                    <a:gd name="T2" fmla="*/ 78 w 78"/>
                    <a:gd name="T3" fmla="*/ 147 h 147"/>
                    <a:gd name="T4" fmla="*/ 73 w 78"/>
                    <a:gd name="T5" fmla="*/ 0 h 147"/>
                    <a:gd name="T6" fmla="*/ 2 w 78"/>
                    <a:gd name="T7" fmla="*/ 0 h 147"/>
                    <a:gd name="T8" fmla="*/ 0 w 78"/>
                    <a:gd name="T9" fmla="*/ 14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47">
                      <a:moveTo>
                        <a:pt x="0" y="147"/>
                      </a:moveTo>
                      <a:lnTo>
                        <a:pt x="78" y="147"/>
                      </a:lnTo>
                      <a:lnTo>
                        <a:pt x="73" y="0"/>
                      </a:lnTo>
                      <a:lnTo>
                        <a:pt x="2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5" name="Freeform 187">
                  <a:extLst>
                    <a:ext uri="{FF2B5EF4-FFF2-40B4-BE49-F238E27FC236}">
                      <a16:creationId xmlns:a16="http://schemas.microsoft.com/office/drawing/2014/main" id="{206ABC1D-8685-0DC5-CC58-9B98EA1403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6226047"/>
                  <a:ext cx="149304" cy="518124"/>
                </a:xfrm>
                <a:custGeom>
                  <a:avLst/>
                  <a:gdLst>
                    <a:gd name="T0" fmla="*/ 35 w 40"/>
                    <a:gd name="T1" fmla="*/ 0 h 147"/>
                    <a:gd name="T2" fmla="*/ 0 w 40"/>
                    <a:gd name="T3" fmla="*/ 0 h 147"/>
                    <a:gd name="T4" fmla="*/ 0 w 40"/>
                    <a:gd name="T5" fmla="*/ 147 h 147"/>
                    <a:gd name="T6" fmla="*/ 40 w 40"/>
                    <a:gd name="T7" fmla="*/ 147 h 147"/>
                    <a:gd name="T8" fmla="*/ 35 w 40"/>
                    <a:gd name="T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47">
                      <a:moveTo>
                        <a:pt x="35" y="0"/>
                      </a:moveTo>
                      <a:lnTo>
                        <a:pt x="0" y="0"/>
                      </a:lnTo>
                      <a:lnTo>
                        <a:pt x="0" y="147"/>
                      </a:lnTo>
                      <a:lnTo>
                        <a:pt x="40" y="14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6" name="Freeform 188">
                  <a:extLst>
                    <a:ext uri="{FF2B5EF4-FFF2-40B4-BE49-F238E27FC236}">
                      <a16:creationId xmlns:a16="http://schemas.microsoft.com/office/drawing/2014/main" id="{E2603CB1-9113-D111-BE80-81F3D0EA7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044" y="6035715"/>
                  <a:ext cx="265014" cy="66970"/>
                </a:xfrm>
                <a:custGeom>
                  <a:avLst/>
                  <a:gdLst>
                    <a:gd name="T0" fmla="*/ 0 w 71"/>
                    <a:gd name="T1" fmla="*/ 19 h 19"/>
                    <a:gd name="T2" fmla="*/ 71 w 71"/>
                    <a:gd name="T3" fmla="*/ 19 h 19"/>
                    <a:gd name="T4" fmla="*/ 71 w 71"/>
                    <a:gd name="T5" fmla="*/ 0 h 19"/>
                    <a:gd name="T6" fmla="*/ 2 w 71"/>
                    <a:gd name="T7" fmla="*/ 0 h 19"/>
                    <a:gd name="T8" fmla="*/ 0 w 71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1" h="19">
                      <a:moveTo>
                        <a:pt x="0" y="19"/>
                      </a:moveTo>
                      <a:lnTo>
                        <a:pt x="71" y="19"/>
                      </a:lnTo>
                      <a:lnTo>
                        <a:pt x="71" y="0"/>
                      </a:lnTo>
                      <a:lnTo>
                        <a:pt x="2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56" name="组合 1155">
                <a:extLst>
                  <a:ext uri="{FF2B5EF4-FFF2-40B4-BE49-F238E27FC236}">
                    <a16:creationId xmlns:a16="http://schemas.microsoft.com/office/drawing/2014/main" id="{4829D63F-AC63-436D-15D9-554690D94451}"/>
                  </a:ext>
                </a:extLst>
              </p:cNvPr>
              <p:cNvGrpSpPr/>
              <p:nvPr/>
            </p:nvGrpSpPr>
            <p:grpSpPr>
              <a:xfrm flipV="1">
                <a:off x="880349" y="6727969"/>
                <a:ext cx="291142" cy="2654059"/>
                <a:chOff x="881579" y="4090112"/>
                <a:chExt cx="291142" cy="2654059"/>
              </a:xfrm>
              <a:noFill/>
            </p:grpSpPr>
            <p:sp>
              <p:nvSpPr>
                <p:cNvPr id="1157" name="Freeform 184">
                  <a:extLst>
                    <a:ext uri="{FF2B5EF4-FFF2-40B4-BE49-F238E27FC236}">
                      <a16:creationId xmlns:a16="http://schemas.microsoft.com/office/drawing/2014/main" id="{30D58899-9B2D-BE96-6B48-AB8FEA4B34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4090112"/>
                  <a:ext cx="291142" cy="2654057"/>
                </a:xfrm>
                <a:custGeom>
                  <a:avLst/>
                  <a:gdLst>
                    <a:gd name="T0" fmla="*/ 16 w 78"/>
                    <a:gd name="T1" fmla="*/ 0 h 753"/>
                    <a:gd name="T2" fmla="*/ 0 w 78"/>
                    <a:gd name="T3" fmla="*/ 753 h 753"/>
                    <a:gd name="T4" fmla="*/ 78 w 78"/>
                    <a:gd name="T5" fmla="*/ 753 h 753"/>
                    <a:gd name="T6" fmla="*/ 61 w 78"/>
                    <a:gd name="T7" fmla="*/ 0 h 753"/>
                    <a:gd name="T8" fmla="*/ 16 w 78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753">
                      <a:moveTo>
                        <a:pt x="16" y="0"/>
                      </a:moveTo>
                      <a:lnTo>
                        <a:pt x="0" y="753"/>
                      </a:lnTo>
                      <a:lnTo>
                        <a:pt x="78" y="753"/>
                      </a:lnTo>
                      <a:lnTo>
                        <a:pt x="6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8" name="Freeform 185">
                  <a:extLst>
                    <a:ext uri="{FF2B5EF4-FFF2-40B4-BE49-F238E27FC236}">
                      <a16:creationId xmlns:a16="http://schemas.microsoft.com/office/drawing/2014/main" id="{BD1A481B-2A98-2B66-9ABC-8B9DDC960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4090112"/>
                  <a:ext cx="149304" cy="2654057"/>
                </a:xfrm>
                <a:custGeom>
                  <a:avLst/>
                  <a:gdLst>
                    <a:gd name="T0" fmla="*/ 0 w 40"/>
                    <a:gd name="T1" fmla="*/ 0 h 753"/>
                    <a:gd name="T2" fmla="*/ 0 w 40"/>
                    <a:gd name="T3" fmla="*/ 753 h 753"/>
                    <a:gd name="T4" fmla="*/ 40 w 40"/>
                    <a:gd name="T5" fmla="*/ 753 h 753"/>
                    <a:gd name="T6" fmla="*/ 23 w 40"/>
                    <a:gd name="T7" fmla="*/ 0 h 753"/>
                    <a:gd name="T8" fmla="*/ 0 w 40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753">
                      <a:moveTo>
                        <a:pt x="0" y="0"/>
                      </a:moveTo>
                      <a:lnTo>
                        <a:pt x="0" y="753"/>
                      </a:lnTo>
                      <a:lnTo>
                        <a:pt x="40" y="753"/>
                      </a:lnTo>
                      <a:lnTo>
                        <a:pt x="2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9" name="Freeform 186">
                  <a:extLst>
                    <a:ext uri="{FF2B5EF4-FFF2-40B4-BE49-F238E27FC236}">
                      <a16:creationId xmlns:a16="http://schemas.microsoft.com/office/drawing/2014/main" id="{F61421E8-0716-3B4F-5481-6773158DFD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6226047"/>
                  <a:ext cx="291142" cy="518124"/>
                </a:xfrm>
                <a:custGeom>
                  <a:avLst/>
                  <a:gdLst>
                    <a:gd name="T0" fmla="*/ 0 w 78"/>
                    <a:gd name="T1" fmla="*/ 147 h 147"/>
                    <a:gd name="T2" fmla="*/ 78 w 78"/>
                    <a:gd name="T3" fmla="*/ 147 h 147"/>
                    <a:gd name="T4" fmla="*/ 73 w 78"/>
                    <a:gd name="T5" fmla="*/ 0 h 147"/>
                    <a:gd name="T6" fmla="*/ 2 w 78"/>
                    <a:gd name="T7" fmla="*/ 0 h 147"/>
                    <a:gd name="T8" fmla="*/ 0 w 78"/>
                    <a:gd name="T9" fmla="*/ 14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47">
                      <a:moveTo>
                        <a:pt x="0" y="147"/>
                      </a:moveTo>
                      <a:lnTo>
                        <a:pt x="78" y="147"/>
                      </a:lnTo>
                      <a:lnTo>
                        <a:pt x="73" y="0"/>
                      </a:lnTo>
                      <a:lnTo>
                        <a:pt x="2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0" name="Freeform 187">
                  <a:extLst>
                    <a:ext uri="{FF2B5EF4-FFF2-40B4-BE49-F238E27FC236}">
                      <a16:creationId xmlns:a16="http://schemas.microsoft.com/office/drawing/2014/main" id="{CCE0A164-DF8D-B68A-DE7B-E86AC58D46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6226047"/>
                  <a:ext cx="149304" cy="518124"/>
                </a:xfrm>
                <a:custGeom>
                  <a:avLst/>
                  <a:gdLst>
                    <a:gd name="T0" fmla="*/ 35 w 40"/>
                    <a:gd name="T1" fmla="*/ 0 h 147"/>
                    <a:gd name="T2" fmla="*/ 0 w 40"/>
                    <a:gd name="T3" fmla="*/ 0 h 147"/>
                    <a:gd name="T4" fmla="*/ 0 w 40"/>
                    <a:gd name="T5" fmla="*/ 147 h 147"/>
                    <a:gd name="T6" fmla="*/ 40 w 40"/>
                    <a:gd name="T7" fmla="*/ 147 h 147"/>
                    <a:gd name="T8" fmla="*/ 35 w 40"/>
                    <a:gd name="T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47">
                      <a:moveTo>
                        <a:pt x="35" y="0"/>
                      </a:moveTo>
                      <a:lnTo>
                        <a:pt x="0" y="0"/>
                      </a:lnTo>
                      <a:lnTo>
                        <a:pt x="0" y="147"/>
                      </a:lnTo>
                      <a:lnTo>
                        <a:pt x="40" y="14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1" name="Freeform 188">
                  <a:extLst>
                    <a:ext uri="{FF2B5EF4-FFF2-40B4-BE49-F238E27FC236}">
                      <a16:creationId xmlns:a16="http://schemas.microsoft.com/office/drawing/2014/main" id="{576185EA-1DB6-8A13-C2C0-5907C588C8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044" y="6035715"/>
                  <a:ext cx="265014" cy="66970"/>
                </a:xfrm>
                <a:custGeom>
                  <a:avLst/>
                  <a:gdLst>
                    <a:gd name="T0" fmla="*/ 0 w 71"/>
                    <a:gd name="T1" fmla="*/ 19 h 19"/>
                    <a:gd name="T2" fmla="*/ 71 w 71"/>
                    <a:gd name="T3" fmla="*/ 19 h 19"/>
                    <a:gd name="T4" fmla="*/ 71 w 71"/>
                    <a:gd name="T5" fmla="*/ 0 h 19"/>
                    <a:gd name="T6" fmla="*/ 2 w 71"/>
                    <a:gd name="T7" fmla="*/ 0 h 19"/>
                    <a:gd name="T8" fmla="*/ 0 w 71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1" h="19">
                      <a:moveTo>
                        <a:pt x="0" y="19"/>
                      </a:moveTo>
                      <a:lnTo>
                        <a:pt x="71" y="19"/>
                      </a:lnTo>
                      <a:lnTo>
                        <a:pt x="71" y="0"/>
                      </a:lnTo>
                      <a:lnTo>
                        <a:pt x="2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3" name="组合 1012">
              <a:extLst>
                <a:ext uri="{FF2B5EF4-FFF2-40B4-BE49-F238E27FC236}">
                  <a16:creationId xmlns:a16="http://schemas.microsoft.com/office/drawing/2014/main" id="{1957CAB8-B06F-78B9-2D4F-CB815E5CA668}"/>
                </a:ext>
              </a:extLst>
            </p:cNvPr>
            <p:cNvGrpSpPr/>
            <p:nvPr/>
          </p:nvGrpSpPr>
          <p:grpSpPr>
            <a:xfrm>
              <a:off x="2056235" y="1307045"/>
              <a:ext cx="680249" cy="367018"/>
              <a:chOff x="2056235" y="1307045"/>
              <a:chExt cx="680249" cy="367018"/>
            </a:xfrm>
          </p:grpSpPr>
          <p:sp>
            <p:nvSpPr>
              <p:cNvPr id="1153" name="Freeform 11">
                <a:extLst>
                  <a:ext uri="{FF2B5EF4-FFF2-40B4-BE49-F238E27FC236}">
                    <a16:creationId xmlns:a16="http://schemas.microsoft.com/office/drawing/2014/main" id="{A4B3C601-F523-1A92-E222-2477E0C54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235" y="1307045"/>
                <a:ext cx="680249" cy="367018"/>
              </a:xfrm>
              <a:custGeom>
                <a:avLst/>
                <a:gdLst>
                  <a:gd name="T0" fmla="*/ 16 w 182"/>
                  <a:gd name="T1" fmla="*/ 98 h 98"/>
                  <a:gd name="T2" fmla="*/ 156 w 182"/>
                  <a:gd name="T3" fmla="*/ 98 h 98"/>
                  <a:gd name="T4" fmla="*/ 182 w 182"/>
                  <a:gd name="T5" fmla="*/ 77 h 98"/>
                  <a:gd name="T6" fmla="*/ 157 w 182"/>
                  <a:gd name="T7" fmla="*/ 47 h 98"/>
                  <a:gd name="T8" fmla="*/ 144 w 182"/>
                  <a:gd name="T9" fmla="*/ 26 h 98"/>
                  <a:gd name="T10" fmla="*/ 113 w 182"/>
                  <a:gd name="T11" fmla="*/ 23 h 98"/>
                  <a:gd name="T12" fmla="*/ 83 w 182"/>
                  <a:gd name="T13" fmla="*/ 0 h 98"/>
                  <a:gd name="T14" fmla="*/ 53 w 182"/>
                  <a:gd name="T15" fmla="*/ 24 h 98"/>
                  <a:gd name="T16" fmla="*/ 25 w 182"/>
                  <a:gd name="T17" fmla="*/ 32 h 98"/>
                  <a:gd name="T18" fmla="*/ 18 w 182"/>
                  <a:gd name="T19" fmla="*/ 58 h 98"/>
                  <a:gd name="T20" fmla="*/ 0 w 182"/>
                  <a:gd name="T21" fmla="*/ 82 h 98"/>
                  <a:gd name="T22" fmla="*/ 16 w 182"/>
                  <a:gd name="T2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2" h="98">
                    <a:moveTo>
                      <a:pt x="16" y="98"/>
                    </a:moveTo>
                    <a:cubicBezTo>
                      <a:pt x="33" y="98"/>
                      <a:pt x="95" y="98"/>
                      <a:pt x="156" y="98"/>
                    </a:cubicBezTo>
                    <a:cubicBezTo>
                      <a:pt x="168" y="98"/>
                      <a:pt x="182" y="89"/>
                      <a:pt x="182" y="77"/>
                    </a:cubicBezTo>
                    <a:cubicBezTo>
                      <a:pt x="182" y="50"/>
                      <a:pt x="157" y="47"/>
                      <a:pt x="157" y="47"/>
                    </a:cubicBezTo>
                    <a:cubicBezTo>
                      <a:pt x="157" y="47"/>
                      <a:pt x="159" y="33"/>
                      <a:pt x="144" y="26"/>
                    </a:cubicBezTo>
                    <a:cubicBezTo>
                      <a:pt x="130" y="18"/>
                      <a:pt x="113" y="23"/>
                      <a:pt x="113" y="23"/>
                    </a:cubicBezTo>
                    <a:cubicBezTo>
                      <a:pt x="113" y="23"/>
                      <a:pt x="111" y="0"/>
                      <a:pt x="83" y="0"/>
                    </a:cubicBezTo>
                    <a:cubicBezTo>
                      <a:pt x="54" y="0"/>
                      <a:pt x="53" y="24"/>
                      <a:pt x="53" y="24"/>
                    </a:cubicBezTo>
                    <a:cubicBezTo>
                      <a:pt x="53" y="24"/>
                      <a:pt x="39" y="19"/>
                      <a:pt x="25" y="32"/>
                    </a:cubicBezTo>
                    <a:cubicBezTo>
                      <a:pt x="11" y="46"/>
                      <a:pt x="18" y="58"/>
                      <a:pt x="18" y="58"/>
                    </a:cubicBezTo>
                    <a:cubicBezTo>
                      <a:pt x="18" y="58"/>
                      <a:pt x="0" y="64"/>
                      <a:pt x="0" y="82"/>
                    </a:cubicBezTo>
                    <a:cubicBezTo>
                      <a:pt x="0" y="88"/>
                      <a:pt x="6" y="98"/>
                      <a:pt x="16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4" name="Freeform 12">
                <a:extLst>
                  <a:ext uri="{FF2B5EF4-FFF2-40B4-BE49-F238E27FC236}">
                    <a16:creationId xmlns:a16="http://schemas.microsoft.com/office/drawing/2014/main" id="{08A65F76-689B-8356-7A4E-7DFD4CAF1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359" y="1307045"/>
                <a:ext cx="340125" cy="367018"/>
              </a:xfrm>
              <a:custGeom>
                <a:avLst/>
                <a:gdLst>
                  <a:gd name="T0" fmla="*/ 66 w 91"/>
                  <a:gd name="T1" fmla="*/ 47 h 98"/>
                  <a:gd name="T2" fmla="*/ 53 w 91"/>
                  <a:gd name="T3" fmla="*/ 26 h 98"/>
                  <a:gd name="T4" fmla="*/ 22 w 91"/>
                  <a:gd name="T5" fmla="*/ 23 h 98"/>
                  <a:gd name="T6" fmla="*/ 0 w 91"/>
                  <a:gd name="T7" fmla="*/ 0 h 98"/>
                  <a:gd name="T8" fmla="*/ 0 w 91"/>
                  <a:gd name="T9" fmla="*/ 98 h 98"/>
                  <a:gd name="T10" fmla="*/ 65 w 91"/>
                  <a:gd name="T11" fmla="*/ 98 h 98"/>
                  <a:gd name="T12" fmla="*/ 91 w 91"/>
                  <a:gd name="T13" fmla="*/ 77 h 98"/>
                  <a:gd name="T14" fmla="*/ 66 w 91"/>
                  <a:gd name="T15" fmla="*/ 4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98">
                    <a:moveTo>
                      <a:pt x="66" y="47"/>
                    </a:moveTo>
                    <a:cubicBezTo>
                      <a:pt x="66" y="47"/>
                      <a:pt x="68" y="33"/>
                      <a:pt x="53" y="26"/>
                    </a:cubicBezTo>
                    <a:cubicBezTo>
                      <a:pt x="39" y="18"/>
                      <a:pt x="22" y="23"/>
                      <a:pt x="22" y="23"/>
                    </a:cubicBezTo>
                    <a:cubicBezTo>
                      <a:pt x="22" y="23"/>
                      <a:pt x="20" y="4"/>
                      <a:pt x="0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20" y="98"/>
                      <a:pt x="43" y="98"/>
                      <a:pt x="65" y="98"/>
                    </a:cubicBezTo>
                    <a:cubicBezTo>
                      <a:pt x="77" y="98"/>
                      <a:pt x="91" y="89"/>
                      <a:pt x="91" y="77"/>
                    </a:cubicBezTo>
                    <a:cubicBezTo>
                      <a:pt x="91" y="50"/>
                      <a:pt x="66" y="47"/>
                      <a:pt x="66" y="47"/>
                    </a:cubicBezTo>
                    <a:close/>
                  </a:path>
                </a:pathLst>
              </a:custGeom>
              <a:solidFill>
                <a:srgbClr val="C8F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014" name="组合 1013">
              <a:extLst>
                <a:ext uri="{FF2B5EF4-FFF2-40B4-BE49-F238E27FC236}">
                  <a16:creationId xmlns:a16="http://schemas.microsoft.com/office/drawing/2014/main" id="{3BAD086B-E5ED-A03C-FD7C-4CA678F114A2}"/>
                </a:ext>
              </a:extLst>
            </p:cNvPr>
            <p:cNvGrpSpPr/>
            <p:nvPr/>
          </p:nvGrpSpPr>
          <p:grpSpPr>
            <a:xfrm>
              <a:off x="252375" y="1153795"/>
              <a:ext cx="1610496" cy="1620602"/>
              <a:chOff x="-551889" y="2494935"/>
              <a:chExt cx="3090736" cy="3110130"/>
            </a:xfrm>
          </p:grpSpPr>
          <p:grpSp>
            <p:nvGrpSpPr>
              <p:cNvPr id="1138" name="组合 1137">
                <a:extLst>
                  <a:ext uri="{FF2B5EF4-FFF2-40B4-BE49-F238E27FC236}">
                    <a16:creationId xmlns:a16="http://schemas.microsoft.com/office/drawing/2014/main" id="{B66F7CFC-B13F-A212-F5F7-E69917BA991C}"/>
                  </a:ext>
                </a:extLst>
              </p:cNvPr>
              <p:cNvGrpSpPr/>
              <p:nvPr/>
            </p:nvGrpSpPr>
            <p:grpSpPr>
              <a:xfrm>
                <a:off x="217179" y="2796569"/>
                <a:ext cx="2321668" cy="2488399"/>
                <a:chOff x="217179" y="2796569"/>
                <a:chExt cx="2321668" cy="2488399"/>
              </a:xfrm>
            </p:grpSpPr>
            <p:sp>
              <p:nvSpPr>
                <p:cNvPr id="1142" name="Freeform 190">
                  <a:extLst>
                    <a:ext uri="{FF2B5EF4-FFF2-40B4-BE49-F238E27FC236}">
                      <a16:creationId xmlns:a16="http://schemas.microsoft.com/office/drawing/2014/main" id="{5A20D5A6-160F-EFF0-DDD3-D14BFB6027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3857487"/>
                  <a:ext cx="1515430" cy="267873"/>
                </a:xfrm>
                <a:custGeom>
                  <a:avLst/>
                  <a:gdLst>
                    <a:gd name="T0" fmla="*/ 0 w 406"/>
                    <a:gd name="T1" fmla="*/ 76 h 76"/>
                    <a:gd name="T2" fmla="*/ 406 w 406"/>
                    <a:gd name="T3" fmla="*/ 76 h 76"/>
                    <a:gd name="T4" fmla="*/ 387 w 406"/>
                    <a:gd name="T5" fmla="*/ 59 h 76"/>
                    <a:gd name="T6" fmla="*/ 82 w 406"/>
                    <a:gd name="T7" fmla="*/ 0 h 76"/>
                    <a:gd name="T8" fmla="*/ 0 w 406"/>
                    <a:gd name="T9" fmla="*/ 47 h 76"/>
                    <a:gd name="T10" fmla="*/ 0 w 406"/>
                    <a:gd name="T11" fmla="*/ 7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6" h="76">
                      <a:moveTo>
                        <a:pt x="0" y="76"/>
                      </a:moveTo>
                      <a:lnTo>
                        <a:pt x="406" y="76"/>
                      </a:lnTo>
                      <a:lnTo>
                        <a:pt x="387" y="59"/>
                      </a:lnTo>
                      <a:lnTo>
                        <a:pt x="82" y="0"/>
                      </a:lnTo>
                      <a:lnTo>
                        <a:pt x="0" y="47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3" name="Freeform 191">
                  <a:extLst>
                    <a:ext uri="{FF2B5EF4-FFF2-40B4-BE49-F238E27FC236}">
                      <a16:creationId xmlns:a16="http://schemas.microsoft.com/office/drawing/2014/main" id="{D701BAFA-412C-53AB-A28D-B264026B82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815" y="3931505"/>
                  <a:ext cx="1172032" cy="193857"/>
                </a:xfrm>
                <a:custGeom>
                  <a:avLst/>
                  <a:gdLst>
                    <a:gd name="T0" fmla="*/ 0 w 314"/>
                    <a:gd name="T1" fmla="*/ 55 h 55"/>
                    <a:gd name="T2" fmla="*/ 314 w 314"/>
                    <a:gd name="T3" fmla="*/ 55 h 55"/>
                    <a:gd name="T4" fmla="*/ 295 w 314"/>
                    <a:gd name="T5" fmla="*/ 38 h 55"/>
                    <a:gd name="T6" fmla="*/ 104 w 314"/>
                    <a:gd name="T7" fmla="*/ 0 h 55"/>
                    <a:gd name="T8" fmla="*/ 0 w 31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4" h="55">
                      <a:moveTo>
                        <a:pt x="0" y="55"/>
                      </a:moveTo>
                      <a:lnTo>
                        <a:pt x="314" y="55"/>
                      </a:lnTo>
                      <a:lnTo>
                        <a:pt x="295" y="38"/>
                      </a:lnTo>
                      <a:lnTo>
                        <a:pt x="104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4" name="Freeform 192">
                  <a:extLst>
                    <a:ext uri="{FF2B5EF4-FFF2-40B4-BE49-F238E27FC236}">
                      <a16:creationId xmlns:a16="http://schemas.microsoft.com/office/drawing/2014/main" id="{A22D91F6-E12B-4638-DA34-F8C6E6F3B3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2245" y="3956176"/>
                  <a:ext cx="996602" cy="169182"/>
                </a:xfrm>
                <a:custGeom>
                  <a:avLst/>
                  <a:gdLst>
                    <a:gd name="T0" fmla="*/ 90 w 267"/>
                    <a:gd name="T1" fmla="*/ 0 h 48"/>
                    <a:gd name="T2" fmla="*/ 0 w 267"/>
                    <a:gd name="T3" fmla="*/ 48 h 48"/>
                    <a:gd name="T4" fmla="*/ 267 w 267"/>
                    <a:gd name="T5" fmla="*/ 48 h 48"/>
                    <a:gd name="T6" fmla="*/ 248 w 267"/>
                    <a:gd name="T7" fmla="*/ 31 h 48"/>
                    <a:gd name="T8" fmla="*/ 90 w 267"/>
                    <a:gd name="T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48">
                      <a:moveTo>
                        <a:pt x="90" y="0"/>
                      </a:moveTo>
                      <a:lnTo>
                        <a:pt x="0" y="48"/>
                      </a:lnTo>
                      <a:lnTo>
                        <a:pt x="267" y="48"/>
                      </a:lnTo>
                      <a:lnTo>
                        <a:pt x="248" y="3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5" name="Freeform 193">
                  <a:extLst>
                    <a:ext uri="{FF2B5EF4-FFF2-40B4-BE49-F238E27FC236}">
                      <a16:creationId xmlns:a16="http://schemas.microsoft.com/office/drawing/2014/main" id="{BEECADAA-3C6C-E81B-D89A-E19FA1D2A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776377" cy="1293545"/>
                </a:xfrm>
                <a:custGeom>
                  <a:avLst/>
                  <a:gdLst>
                    <a:gd name="T0" fmla="*/ 208 w 208"/>
                    <a:gd name="T1" fmla="*/ 353 h 367"/>
                    <a:gd name="T2" fmla="*/ 4 w 208"/>
                    <a:gd name="T3" fmla="*/ 0 h 367"/>
                    <a:gd name="T4" fmla="*/ 0 w 208"/>
                    <a:gd name="T5" fmla="*/ 26 h 367"/>
                    <a:gd name="T6" fmla="*/ 101 w 208"/>
                    <a:gd name="T7" fmla="*/ 320 h 367"/>
                    <a:gd name="T8" fmla="*/ 182 w 208"/>
                    <a:gd name="T9" fmla="*/ 367 h 367"/>
                    <a:gd name="T10" fmla="*/ 208 w 208"/>
                    <a:gd name="T11" fmla="*/ 353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8" h="367">
                      <a:moveTo>
                        <a:pt x="208" y="353"/>
                      </a:move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101" y="320"/>
                      </a:lnTo>
                      <a:lnTo>
                        <a:pt x="182" y="367"/>
                      </a:lnTo>
                      <a:lnTo>
                        <a:pt x="208" y="353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6" name="Freeform 194">
                  <a:extLst>
                    <a:ext uri="{FF2B5EF4-FFF2-40B4-BE49-F238E27FC236}">
                      <a16:creationId xmlns:a16="http://schemas.microsoft.com/office/drawing/2014/main" id="{A7D6C464-5B79-DD63-C50D-8158621103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608412" cy="969279"/>
                </a:xfrm>
                <a:custGeom>
                  <a:avLst/>
                  <a:gdLst>
                    <a:gd name="T0" fmla="*/ 163 w 163"/>
                    <a:gd name="T1" fmla="*/ 275 h 275"/>
                    <a:gd name="T2" fmla="*/ 4 w 163"/>
                    <a:gd name="T3" fmla="*/ 0 h 275"/>
                    <a:gd name="T4" fmla="*/ 0 w 163"/>
                    <a:gd name="T5" fmla="*/ 26 h 275"/>
                    <a:gd name="T6" fmla="*/ 64 w 163"/>
                    <a:gd name="T7" fmla="*/ 211 h 275"/>
                    <a:gd name="T8" fmla="*/ 163 w 163"/>
                    <a:gd name="T9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3" h="275">
                      <a:moveTo>
                        <a:pt x="163" y="275"/>
                      </a:move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64" y="211"/>
                      </a:lnTo>
                      <a:lnTo>
                        <a:pt x="163" y="27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7" name="Freeform 195">
                  <a:extLst>
                    <a:ext uri="{FF2B5EF4-FFF2-40B4-BE49-F238E27FC236}">
                      <a16:creationId xmlns:a16="http://schemas.microsoft.com/office/drawing/2014/main" id="{A5536F15-CF88-C548-31F5-D75CB3E734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511365" cy="817718"/>
                </a:xfrm>
                <a:custGeom>
                  <a:avLst/>
                  <a:gdLst>
                    <a:gd name="T0" fmla="*/ 52 w 137"/>
                    <a:gd name="T1" fmla="*/ 178 h 232"/>
                    <a:gd name="T2" fmla="*/ 137 w 137"/>
                    <a:gd name="T3" fmla="*/ 232 h 232"/>
                    <a:gd name="T4" fmla="*/ 4 w 137"/>
                    <a:gd name="T5" fmla="*/ 0 h 232"/>
                    <a:gd name="T6" fmla="*/ 0 w 137"/>
                    <a:gd name="T7" fmla="*/ 26 h 232"/>
                    <a:gd name="T8" fmla="*/ 52 w 137"/>
                    <a:gd name="T9" fmla="*/ 178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232">
                      <a:moveTo>
                        <a:pt x="52" y="178"/>
                      </a:moveTo>
                      <a:lnTo>
                        <a:pt x="137" y="232"/>
                      </a:ln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52" y="1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8" name="Freeform 196">
                  <a:extLst>
                    <a:ext uri="{FF2B5EF4-FFF2-40B4-BE49-F238E27FC236}">
                      <a16:creationId xmlns:a16="http://schemas.microsoft.com/office/drawing/2014/main" id="{0E769167-8DF3-0F54-F7FE-D64A13A76B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040769"/>
                  <a:ext cx="847298" cy="1244199"/>
                </a:xfrm>
                <a:custGeom>
                  <a:avLst/>
                  <a:gdLst>
                    <a:gd name="T0" fmla="*/ 204 w 227"/>
                    <a:gd name="T1" fmla="*/ 0 h 353"/>
                    <a:gd name="T2" fmla="*/ 0 w 227"/>
                    <a:gd name="T3" fmla="*/ 353 h 353"/>
                    <a:gd name="T4" fmla="*/ 24 w 227"/>
                    <a:gd name="T5" fmla="*/ 343 h 353"/>
                    <a:gd name="T6" fmla="*/ 227 w 227"/>
                    <a:gd name="T7" fmla="*/ 109 h 353"/>
                    <a:gd name="T8" fmla="*/ 227 w 227"/>
                    <a:gd name="T9" fmla="*/ 14 h 353"/>
                    <a:gd name="T10" fmla="*/ 204 w 227"/>
                    <a:gd name="T11" fmla="*/ 0 h 3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7" h="353">
                      <a:moveTo>
                        <a:pt x="204" y="0"/>
                      </a:moveTo>
                      <a:lnTo>
                        <a:pt x="0" y="353"/>
                      </a:lnTo>
                      <a:lnTo>
                        <a:pt x="24" y="343"/>
                      </a:lnTo>
                      <a:lnTo>
                        <a:pt x="227" y="109"/>
                      </a:lnTo>
                      <a:lnTo>
                        <a:pt x="227" y="14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9" name="Freeform 197">
                  <a:extLst>
                    <a:ext uri="{FF2B5EF4-FFF2-40B4-BE49-F238E27FC236}">
                      <a16:creationId xmlns:a16="http://schemas.microsoft.com/office/drawing/2014/main" id="{5E285299-A7D9-C3BD-8960-4FBE22B27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315689"/>
                  <a:ext cx="582284" cy="969279"/>
                </a:xfrm>
                <a:custGeom>
                  <a:avLst/>
                  <a:gdLst>
                    <a:gd name="T0" fmla="*/ 156 w 156"/>
                    <a:gd name="T1" fmla="*/ 0 h 275"/>
                    <a:gd name="T2" fmla="*/ 0 w 156"/>
                    <a:gd name="T3" fmla="*/ 275 h 275"/>
                    <a:gd name="T4" fmla="*/ 24 w 156"/>
                    <a:gd name="T5" fmla="*/ 265 h 275"/>
                    <a:gd name="T6" fmla="*/ 152 w 156"/>
                    <a:gd name="T7" fmla="*/ 119 h 275"/>
                    <a:gd name="T8" fmla="*/ 156 w 156"/>
                    <a:gd name="T9" fmla="*/ 0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6" h="275">
                      <a:moveTo>
                        <a:pt x="156" y="0"/>
                      </a:moveTo>
                      <a:lnTo>
                        <a:pt x="0" y="275"/>
                      </a:lnTo>
                      <a:lnTo>
                        <a:pt x="24" y="265"/>
                      </a:lnTo>
                      <a:lnTo>
                        <a:pt x="152" y="119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0" name="Freeform 198">
                  <a:extLst>
                    <a:ext uri="{FF2B5EF4-FFF2-40B4-BE49-F238E27FC236}">
                      <a16:creationId xmlns:a16="http://schemas.microsoft.com/office/drawing/2014/main" id="{F2BE10B3-FBF0-B99F-CB55-29A4C49145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467250"/>
                  <a:ext cx="496435" cy="817718"/>
                </a:xfrm>
                <a:custGeom>
                  <a:avLst/>
                  <a:gdLst>
                    <a:gd name="T0" fmla="*/ 130 w 133"/>
                    <a:gd name="T1" fmla="*/ 102 h 232"/>
                    <a:gd name="T2" fmla="*/ 133 w 133"/>
                    <a:gd name="T3" fmla="*/ 0 h 232"/>
                    <a:gd name="T4" fmla="*/ 0 w 133"/>
                    <a:gd name="T5" fmla="*/ 232 h 232"/>
                    <a:gd name="T6" fmla="*/ 24 w 133"/>
                    <a:gd name="T7" fmla="*/ 222 h 232"/>
                    <a:gd name="T8" fmla="*/ 130 w 133"/>
                    <a:gd name="T9" fmla="*/ 102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" h="232">
                      <a:moveTo>
                        <a:pt x="130" y="102"/>
                      </a:moveTo>
                      <a:lnTo>
                        <a:pt x="133" y="0"/>
                      </a:lnTo>
                      <a:lnTo>
                        <a:pt x="0" y="232"/>
                      </a:lnTo>
                      <a:lnTo>
                        <a:pt x="24" y="222"/>
                      </a:lnTo>
                      <a:lnTo>
                        <a:pt x="130" y="1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1" name="Freeform 199">
                  <a:extLst>
                    <a:ext uri="{FF2B5EF4-FFF2-40B4-BE49-F238E27FC236}">
                      <a16:creationId xmlns:a16="http://schemas.microsoft.com/office/drawing/2014/main" id="{21F5D85C-ABDF-BBC5-B7F4-6389B12E83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4254" y="3924455"/>
                  <a:ext cx="362061" cy="292547"/>
                </a:xfrm>
                <a:custGeom>
                  <a:avLst/>
                  <a:gdLst>
                    <a:gd name="T0" fmla="*/ 24 w 97"/>
                    <a:gd name="T1" fmla="*/ 83 h 83"/>
                    <a:gd name="T2" fmla="*/ 0 w 97"/>
                    <a:gd name="T3" fmla="*/ 40 h 83"/>
                    <a:gd name="T4" fmla="*/ 24 w 97"/>
                    <a:gd name="T5" fmla="*/ 0 h 83"/>
                    <a:gd name="T6" fmla="*/ 71 w 97"/>
                    <a:gd name="T7" fmla="*/ 0 h 83"/>
                    <a:gd name="T8" fmla="*/ 97 w 97"/>
                    <a:gd name="T9" fmla="*/ 40 h 83"/>
                    <a:gd name="T10" fmla="*/ 71 w 97"/>
                    <a:gd name="T11" fmla="*/ 83 h 83"/>
                    <a:gd name="T12" fmla="*/ 24 w 97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7" h="83">
                      <a:moveTo>
                        <a:pt x="24" y="83"/>
                      </a:moveTo>
                      <a:lnTo>
                        <a:pt x="0" y="40"/>
                      </a:lnTo>
                      <a:lnTo>
                        <a:pt x="24" y="0"/>
                      </a:lnTo>
                      <a:lnTo>
                        <a:pt x="71" y="0"/>
                      </a:lnTo>
                      <a:lnTo>
                        <a:pt x="97" y="40"/>
                      </a:lnTo>
                      <a:lnTo>
                        <a:pt x="71" y="83"/>
                      </a:lnTo>
                      <a:lnTo>
                        <a:pt x="24" y="83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2" name="Freeform 200">
                  <a:extLst>
                    <a:ext uri="{FF2B5EF4-FFF2-40B4-BE49-F238E27FC236}">
                      <a16:creationId xmlns:a16="http://schemas.microsoft.com/office/drawing/2014/main" id="{8BE85DBD-C0DA-4F60-D2FA-AC83760170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2914" y="3956176"/>
                  <a:ext cx="317270" cy="225577"/>
                </a:xfrm>
                <a:custGeom>
                  <a:avLst/>
                  <a:gdLst>
                    <a:gd name="T0" fmla="*/ 14 w 85"/>
                    <a:gd name="T1" fmla="*/ 64 h 64"/>
                    <a:gd name="T2" fmla="*/ 85 w 85"/>
                    <a:gd name="T3" fmla="*/ 22 h 64"/>
                    <a:gd name="T4" fmla="*/ 73 w 85"/>
                    <a:gd name="T5" fmla="*/ 0 h 64"/>
                    <a:gd name="T6" fmla="*/ 0 w 85"/>
                    <a:gd name="T7" fmla="*/ 43 h 64"/>
                    <a:gd name="T8" fmla="*/ 14 w 85"/>
                    <a:gd name="T9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5" h="64">
                      <a:moveTo>
                        <a:pt x="14" y="64"/>
                      </a:moveTo>
                      <a:lnTo>
                        <a:pt x="85" y="22"/>
                      </a:lnTo>
                      <a:lnTo>
                        <a:pt x="73" y="0"/>
                      </a:lnTo>
                      <a:lnTo>
                        <a:pt x="0" y="43"/>
                      </a:lnTo>
                      <a:lnTo>
                        <a:pt x="14" y="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139" name="矩形 1138">
                <a:extLst>
                  <a:ext uri="{FF2B5EF4-FFF2-40B4-BE49-F238E27FC236}">
                    <a16:creationId xmlns:a16="http://schemas.microsoft.com/office/drawing/2014/main" id="{6EF2361E-753D-7D36-3712-4BA3736230CC}"/>
                  </a:ext>
                </a:extLst>
              </p:cNvPr>
              <p:cNvSpPr/>
              <p:nvPr/>
            </p:nvSpPr>
            <p:spPr>
              <a:xfrm>
                <a:off x="-551889" y="2898783"/>
                <a:ext cx="472004" cy="209735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40" name="矩形 1139">
                <a:extLst>
                  <a:ext uri="{FF2B5EF4-FFF2-40B4-BE49-F238E27FC236}">
                    <a16:creationId xmlns:a16="http://schemas.microsoft.com/office/drawing/2014/main" id="{3DADF4ED-3972-F072-6531-1C2710FA03EA}"/>
                  </a:ext>
                </a:extLst>
              </p:cNvPr>
              <p:cNvSpPr/>
              <p:nvPr/>
            </p:nvSpPr>
            <p:spPr>
              <a:xfrm>
                <a:off x="659658" y="5299068"/>
                <a:ext cx="472004" cy="3059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41" name="矩形 1140">
                <a:extLst>
                  <a:ext uri="{FF2B5EF4-FFF2-40B4-BE49-F238E27FC236}">
                    <a16:creationId xmlns:a16="http://schemas.microsoft.com/office/drawing/2014/main" id="{884C9341-6F95-C632-F918-2F400845BA07}"/>
                  </a:ext>
                </a:extLst>
              </p:cNvPr>
              <p:cNvSpPr/>
              <p:nvPr/>
            </p:nvSpPr>
            <p:spPr>
              <a:xfrm>
                <a:off x="720231" y="2494935"/>
                <a:ext cx="472004" cy="3059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15" name="组合 1014">
              <a:extLst>
                <a:ext uri="{FF2B5EF4-FFF2-40B4-BE49-F238E27FC236}">
                  <a16:creationId xmlns:a16="http://schemas.microsoft.com/office/drawing/2014/main" id="{EEC9F695-3D77-7D14-0264-4E32AF381380}"/>
                </a:ext>
              </a:extLst>
            </p:cNvPr>
            <p:cNvGrpSpPr/>
            <p:nvPr/>
          </p:nvGrpSpPr>
          <p:grpSpPr>
            <a:xfrm>
              <a:off x="1012132" y="2380296"/>
              <a:ext cx="427354" cy="2196689"/>
              <a:chOff x="1012132" y="2380296"/>
              <a:chExt cx="427354" cy="2196689"/>
            </a:xfrm>
          </p:grpSpPr>
          <p:grpSp>
            <p:nvGrpSpPr>
              <p:cNvPr id="1114" name="组合 1113">
                <a:extLst>
                  <a:ext uri="{FF2B5EF4-FFF2-40B4-BE49-F238E27FC236}">
                    <a16:creationId xmlns:a16="http://schemas.microsoft.com/office/drawing/2014/main" id="{A7AD8BDC-CAA4-9157-A632-CB3576055C95}"/>
                  </a:ext>
                </a:extLst>
              </p:cNvPr>
              <p:cNvGrpSpPr/>
              <p:nvPr/>
            </p:nvGrpSpPr>
            <p:grpSpPr>
              <a:xfrm>
                <a:off x="1012132" y="3487005"/>
                <a:ext cx="427133" cy="1089980"/>
                <a:chOff x="1012132" y="3487005"/>
                <a:chExt cx="427133" cy="1089980"/>
              </a:xfrm>
            </p:grpSpPr>
            <p:sp>
              <p:nvSpPr>
                <p:cNvPr id="1127" name="Freeform 77">
                  <a:extLst>
                    <a:ext uri="{FF2B5EF4-FFF2-40B4-BE49-F238E27FC236}">
                      <a16:creationId xmlns:a16="http://schemas.microsoft.com/office/drawing/2014/main" id="{D9A22455-C40D-6B34-3622-3A1F20995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172436" cy="33222"/>
                </a:xfrm>
                <a:custGeom>
                  <a:avLst/>
                  <a:gdLst>
                    <a:gd name="T0" fmla="*/ 42 w 46"/>
                    <a:gd name="T1" fmla="*/ 0 h 9"/>
                    <a:gd name="T2" fmla="*/ 5 w 46"/>
                    <a:gd name="T3" fmla="*/ 0 h 9"/>
                    <a:gd name="T4" fmla="*/ 0 w 46"/>
                    <a:gd name="T5" fmla="*/ 5 h 9"/>
                    <a:gd name="T6" fmla="*/ 5 w 46"/>
                    <a:gd name="T7" fmla="*/ 9 h 9"/>
                    <a:gd name="T8" fmla="*/ 42 w 46"/>
                    <a:gd name="T9" fmla="*/ 9 h 9"/>
                    <a:gd name="T10" fmla="*/ 46 w 46"/>
                    <a:gd name="T11" fmla="*/ 5 h 9"/>
                    <a:gd name="T12" fmla="*/ 42 w 46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42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8" name="Freeform 78">
                  <a:extLst>
                    <a:ext uri="{FF2B5EF4-FFF2-40B4-BE49-F238E27FC236}">
                      <a16:creationId xmlns:a16="http://schemas.microsoft.com/office/drawing/2014/main" id="{119179C7-BA34-1269-EFB7-3C45D7772D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5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5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9" name="Freeform 79">
                  <a:extLst>
                    <a:ext uri="{FF2B5EF4-FFF2-40B4-BE49-F238E27FC236}">
                      <a16:creationId xmlns:a16="http://schemas.microsoft.com/office/drawing/2014/main" id="{A7EA69A4-CB69-380A-DBC5-2E40916BD5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4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4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4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0" name="Freeform 80">
                  <a:extLst>
                    <a:ext uri="{FF2B5EF4-FFF2-40B4-BE49-F238E27FC236}">
                      <a16:creationId xmlns:a16="http://schemas.microsoft.com/office/drawing/2014/main" id="{29F18789-CF0C-C6E5-B748-CEF1614451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90173" cy="33222"/>
                </a:xfrm>
                <a:custGeom>
                  <a:avLst/>
                  <a:gdLst>
                    <a:gd name="T0" fmla="*/ 4 w 24"/>
                    <a:gd name="T1" fmla="*/ 9 h 9"/>
                    <a:gd name="T2" fmla="*/ 20 w 24"/>
                    <a:gd name="T3" fmla="*/ 9 h 9"/>
                    <a:gd name="T4" fmla="*/ 24 w 24"/>
                    <a:gd name="T5" fmla="*/ 5 h 9"/>
                    <a:gd name="T6" fmla="*/ 20 w 24"/>
                    <a:gd name="T7" fmla="*/ 0 h 9"/>
                    <a:gd name="T8" fmla="*/ 4 w 24"/>
                    <a:gd name="T9" fmla="*/ 0 h 9"/>
                    <a:gd name="T10" fmla="*/ 0 w 24"/>
                    <a:gd name="T11" fmla="*/ 5 h 9"/>
                    <a:gd name="T12" fmla="*/ 4 w 24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9">
                      <a:moveTo>
                        <a:pt x="4" y="9"/>
                      </a:move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2" y="9"/>
                        <a:pt x="24" y="7"/>
                        <a:pt x="24" y="5"/>
                      </a:cubicBezTo>
                      <a:cubicBezTo>
                        <a:pt x="24" y="2"/>
                        <a:pt x="22" y="0"/>
                        <a:pt x="2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1" name="Freeform 81">
                  <a:extLst>
                    <a:ext uri="{FF2B5EF4-FFF2-40B4-BE49-F238E27FC236}">
                      <a16:creationId xmlns:a16="http://schemas.microsoft.com/office/drawing/2014/main" id="{F0FD60FE-B7CB-38A0-7DDC-187A7C6E55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132" y="4032786"/>
                  <a:ext cx="427133" cy="544199"/>
                </a:xfrm>
                <a:custGeom>
                  <a:avLst/>
                  <a:gdLst>
                    <a:gd name="T0" fmla="*/ 58 w 114"/>
                    <a:gd name="T1" fmla="*/ 145 h 145"/>
                    <a:gd name="T2" fmla="*/ 114 w 114"/>
                    <a:gd name="T3" fmla="*/ 88 h 145"/>
                    <a:gd name="T4" fmla="*/ 102 w 114"/>
                    <a:gd name="T5" fmla="*/ 56 h 145"/>
                    <a:gd name="T6" fmla="*/ 86 w 114"/>
                    <a:gd name="T7" fmla="*/ 14 h 145"/>
                    <a:gd name="T8" fmla="*/ 74 w 114"/>
                    <a:gd name="T9" fmla="*/ 1 h 145"/>
                    <a:gd name="T10" fmla="*/ 58 w 114"/>
                    <a:gd name="T11" fmla="*/ 1 h 145"/>
                    <a:gd name="T12" fmla="*/ 36 w 114"/>
                    <a:gd name="T13" fmla="*/ 1 h 145"/>
                    <a:gd name="T14" fmla="*/ 21 w 114"/>
                    <a:gd name="T15" fmla="*/ 38 h 145"/>
                    <a:gd name="T16" fmla="*/ 0 w 114"/>
                    <a:gd name="T17" fmla="*/ 89 h 145"/>
                    <a:gd name="T18" fmla="*/ 58 w 114"/>
                    <a:gd name="T19" fmla="*/ 145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145">
                      <a:moveTo>
                        <a:pt x="58" y="145"/>
                      </a:moveTo>
                      <a:cubicBezTo>
                        <a:pt x="95" y="145"/>
                        <a:pt x="114" y="118"/>
                        <a:pt x="114" y="88"/>
                      </a:cubicBezTo>
                      <a:cubicBezTo>
                        <a:pt x="114" y="78"/>
                        <a:pt x="109" y="67"/>
                        <a:pt x="102" y="56"/>
                      </a:cubicBezTo>
                      <a:cubicBezTo>
                        <a:pt x="95" y="45"/>
                        <a:pt x="90" y="27"/>
                        <a:pt x="86" y="14"/>
                      </a:cubicBezTo>
                      <a:cubicBezTo>
                        <a:pt x="83" y="0"/>
                        <a:pt x="74" y="1"/>
                        <a:pt x="74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45" y="1"/>
                        <a:pt x="36" y="1"/>
                      </a:cubicBezTo>
                      <a:cubicBezTo>
                        <a:pt x="27" y="1"/>
                        <a:pt x="29" y="19"/>
                        <a:pt x="21" y="38"/>
                      </a:cubicBezTo>
                      <a:cubicBezTo>
                        <a:pt x="14" y="58"/>
                        <a:pt x="0" y="68"/>
                        <a:pt x="0" y="89"/>
                      </a:cubicBezTo>
                      <a:cubicBezTo>
                        <a:pt x="0" y="111"/>
                        <a:pt x="20" y="145"/>
                        <a:pt x="58" y="145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2" name="Freeform 82">
                  <a:extLst>
                    <a:ext uri="{FF2B5EF4-FFF2-40B4-BE49-F238E27FC236}">
                      <a16:creationId xmlns:a16="http://schemas.microsoft.com/office/drawing/2014/main" id="{E22A6C55-A111-CEBF-508D-CC3E9E8F73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862" y="4032786"/>
                  <a:ext cx="210403" cy="544199"/>
                </a:xfrm>
                <a:custGeom>
                  <a:avLst/>
                  <a:gdLst>
                    <a:gd name="T0" fmla="*/ 56 w 56"/>
                    <a:gd name="T1" fmla="*/ 88 h 145"/>
                    <a:gd name="T2" fmla="*/ 44 w 56"/>
                    <a:gd name="T3" fmla="*/ 56 h 145"/>
                    <a:gd name="T4" fmla="*/ 28 w 56"/>
                    <a:gd name="T5" fmla="*/ 14 h 145"/>
                    <a:gd name="T6" fmla="*/ 16 w 56"/>
                    <a:gd name="T7" fmla="*/ 1 h 145"/>
                    <a:gd name="T8" fmla="*/ 0 w 56"/>
                    <a:gd name="T9" fmla="*/ 1 h 145"/>
                    <a:gd name="T10" fmla="*/ 0 w 56"/>
                    <a:gd name="T11" fmla="*/ 145 h 145"/>
                    <a:gd name="T12" fmla="*/ 56 w 56"/>
                    <a:gd name="T13" fmla="*/ 88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145">
                      <a:moveTo>
                        <a:pt x="56" y="88"/>
                      </a:moveTo>
                      <a:cubicBezTo>
                        <a:pt x="56" y="78"/>
                        <a:pt x="51" y="67"/>
                        <a:pt x="44" y="56"/>
                      </a:cubicBezTo>
                      <a:cubicBezTo>
                        <a:pt x="37" y="45"/>
                        <a:pt x="32" y="27"/>
                        <a:pt x="28" y="14"/>
                      </a:cubicBezTo>
                      <a:cubicBezTo>
                        <a:pt x="25" y="0"/>
                        <a:pt x="16" y="1"/>
                        <a:pt x="16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37" y="145"/>
                        <a:pt x="56" y="118"/>
                        <a:pt x="56" y="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3" name="Freeform 83">
                  <a:extLst>
                    <a:ext uri="{FF2B5EF4-FFF2-40B4-BE49-F238E27FC236}">
                      <a16:creationId xmlns:a16="http://schemas.microsoft.com/office/drawing/2014/main" id="{4C6EAD4D-F1C3-F5F7-89F2-3DCF8B14AC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90173" cy="33222"/>
                </a:xfrm>
                <a:custGeom>
                  <a:avLst/>
                  <a:gdLst>
                    <a:gd name="T0" fmla="*/ 0 w 24"/>
                    <a:gd name="T1" fmla="*/ 5 h 9"/>
                    <a:gd name="T2" fmla="*/ 5 w 24"/>
                    <a:gd name="T3" fmla="*/ 9 h 9"/>
                    <a:gd name="T4" fmla="*/ 24 w 24"/>
                    <a:gd name="T5" fmla="*/ 9 h 9"/>
                    <a:gd name="T6" fmla="*/ 24 w 24"/>
                    <a:gd name="T7" fmla="*/ 0 h 9"/>
                    <a:gd name="T8" fmla="*/ 5 w 24"/>
                    <a:gd name="T9" fmla="*/ 0 h 9"/>
                    <a:gd name="T10" fmla="*/ 0 w 24"/>
                    <a:gd name="T11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0" y="5"/>
                      </a:move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4" name="Freeform 84">
                  <a:extLst>
                    <a:ext uri="{FF2B5EF4-FFF2-40B4-BE49-F238E27FC236}">
                      <a16:creationId xmlns:a16="http://schemas.microsoft.com/office/drawing/2014/main" id="{3F11F7CD-43D9-D3F1-80E4-24333D91F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5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5" name="Freeform 85">
                  <a:extLst>
                    <a:ext uri="{FF2B5EF4-FFF2-40B4-BE49-F238E27FC236}">
                      <a16:creationId xmlns:a16="http://schemas.microsoft.com/office/drawing/2014/main" id="{8190D530-1635-F09C-5A95-85B32559D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4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6" name="Freeform 86">
                  <a:extLst>
                    <a:ext uri="{FF2B5EF4-FFF2-40B4-BE49-F238E27FC236}">
                      <a16:creationId xmlns:a16="http://schemas.microsoft.com/office/drawing/2014/main" id="{E5E378B3-1A12-0B9B-5FDA-AC4391B8A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49042" cy="33222"/>
                </a:xfrm>
                <a:custGeom>
                  <a:avLst/>
                  <a:gdLst>
                    <a:gd name="T0" fmla="*/ 4 w 13"/>
                    <a:gd name="T1" fmla="*/ 9 h 9"/>
                    <a:gd name="T2" fmla="*/ 13 w 13"/>
                    <a:gd name="T3" fmla="*/ 9 h 9"/>
                    <a:gd name="T4" fmla="*/ 13 w 13"/>
                    <a:gd name="T5" fmla="*/ 0 h 9"/>
                    <a:gd name="T6" fmla="*/ 4 w 13"/>
                    <a:gd name="T7" fmla="*/ 0 h 9"/>
                    <a:gd name="T8" fmla="*/ 0 w 13"/>
                    <a:gd name="T9" fmla="*/ 5 h 9"/>
                    <a:gd name="T10" fmla="*/ 4 w 13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9">
                      <a:moveTo>
                        <a:pt x="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7" name="Freeform 157">
                  <a:extLst>
                    <a:ext uri="{FF2B5EF4-FFF2-40B4-BE49-F238E27FC236}">
                      <a16:creationId xmlns:a16="http://schemas.microsoft.com/office/drawing/2014/main" id="{E504B20E-9641-C77B-C63D-D2513D5A120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214624" y="3487005"/>
                  <a:ext cx="25311" cy="336961"/>
                </a:xfrm>
                <a:custGeom>
                  <a:avLst/>
                  <a:gdLst>
                    <a:gd name="T0" fmla="*/ 16 w 16"/>
                    <a:gd name="T1" fmla="*/ 213 h 213"/>
                    <a:gd name="T2" fmla="*/ 0 w 16"/>
                    <a:gd name="T3" fmla="*/ 213 h 213"/>
                    <a:gd name="T4" fmla="*/ 0 w 16"/>
                    <a:gd name="T5" fmla="*/ 156 h 213"/>
                    <a:gd name="T6" fmla="*/ 16 w 16"/>
                    <a:gd name="T7" fmla="*/ 156 h 213"/>
                    <a:gd name="T8" fmla="*/ 16 w 16"/>
                    <a:gd name="T9" fmla="*/ 213 h 213"/>
                    <a:gd name="T10" fmla="*/ 16 w 16"/>
                    <a:gd name="T11" fmla="*/ 113 h 213"/>
                    <a:gd name="T12" fmla="*/ 0 w 16"/>
                    <a:gd name="T13" fmla="*/ 113 h 213"/>
                    <a:gd name="T14" fmla="*/ 0 w 16"/>
                    <a:gd name="T15" fmla="*/ 54 h 213"/>
                    <a:gd name="T16" fmla="*/ 16 w 16"/>
                    <a:gd name="T17" fmla="*/ 54 h 213"/>
                    <a:gd name="T18" fmla="*/ 16 w 16"/>
                    <a:gd name="T19" fmla="*/ 113 h 213"/>
                    <a:gd name="T20" fmla="*/ 16 w 16"/>
                    <a:gd name="T21" fmla="*/ 12 h 213"/>
                    <a:gd name="T22" fmla="*/ 0 w 16"/>
                    <a:gd name="T23" fmla="*/ 12 h 213"/>
                    <a:gd name="T24" fmla="*/ 0 w 16"/>
                    <a:gd name="T25" fmla="*/ 0 h 213"/>
                    <a:gd name="T26" fmla="*/ 16 w 16"/>
                    <a:gd name="T27" fmla="*/ 0 h 213"/>
                    <a:gd name="T28" fmla="*/ 16 w 16"/>
                    <a:gd name="T29" fmla="*/ 12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13">
                      <a:moveTo>
                        <a:pt x="16" y="213"/>
                      </a:moveTo>
                      <a:lnTo>
                        <a:pt x="0" y="213"/>
                      </a:lnTo>
                      <a:lnTo>
                        <a:pt x="0" y="156"/>
                      </a:lnTo>
                      <a:lnTo>
                        <a:pt x="16" y="156"/>
                      </a:lnTo>
                      <a:lnTo>
                        <a:pt x="16" y="213"/>
                      </a:lnTo>
                      <a:close/>
                      <a:moveTo>
                        <a:pt x="16" y="113"/>
                      </a:moveTo>
                      <a:lnTo>
                        <a:pt x="0" y="113"/>
                      </a:lnTo>
                      <a:lnTo>
                        <a:pt x="0" y="54"/>
                      </a:lnTo>
                      <a:lnTo>
                        <a:pt x="16" y="54"/>
                      </a:lnTo>
                      <a:lnTo>
                        <a:pt x="16" y="113"/>
                      </a:lnTo>
                      <a:close/>
                      <a:moveTo>
                        <a:pt x="16" y="1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15" name="组合 1114">
                <a:extLst>
                  <a:ext uri="{FF2B5EF4-FFF2-40B4-BE49-F238E27FC236}">
                    <a16:creationId xmlns:a16="http://schemas.microsoft.com/office/drawing/2014/main" id="{EA5B1C7A-6250-2065-2296-7BEF791D1810}"/>
                  </a:ext>
                </a:extLst>
              </p:cNvPr>
              <p:cNvGrpSpPr/>
              <p:nvPr/>
            </p:nvGrpSpPr>
            <p:grpSpPr>
              <a:xfrm flipV="1">
                <a:off x="1012353" y="2380296"/>
                <a:ext cx="427133" cy="1089980"/>
                <a:chOff x="1012132" y="3487005"/>
                <a:chExt cx="427133" cy="1089980"/>
              </a:xfrm>
              <a:noFill/>
            </p:grpSpPr>
            <p:sp>
              <p:nvSpPr>
                <p:cNvPr id="1116" name="Freeform 77">
                  <a:extLst>
                    <a:ext uri="{FF2B5EF4-FFF2-40B4-BE49-F238E27FC236}">
                      <a16:creationId xmlns:a16="http://schemas.microsoft.com/office/drawing/2014/main" id="{201D8630-BF39-8012-B55C-79EAD5F04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172436" cy="33222"/>
                </a:xfrm>
                <a:custGeom>
                  <a:avLst/>
                  <a:gdLst>
                    <a:gd name="T0" fmla="*/ 42 w 46"/>
                    <a:gd name="T1" fmla="*/ 0 h 9"/>
                    <a:gd name="T2" fmla="*/ 5 w 46"/>
                    <a:gd name="T3" fmla="*/ 0 h 9"/>
                    <a:gd name="T4" fmla="*/ 0 w 46"/>
                    <a:gd name="T5" fmla="*/ 5 h 9"/>
                    <a:gd name="T6" fmla="*/ 5 w 46"/>
                    <a:gd name="T7" fmla="*/ 9 h 9"/>
                    <a:gd name="T8" fmla="*/ 42 w 46"/>
                    <a:gd name="T9" fmla="*/ 9 h 9"/>
                    <a:gd name="T10" fmla="*/ 46 w 46"/>
                    <a:gd name="T11" fmla="*/ 5 h 9"/>
                    <a:gd name="T12" fmla="*/ 42 w 46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42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7" name="Freeform 78">
                  <a:extLst>
                    <a:ext uri="{FF2B5EF4-FFF2-40B4-BE49-F238E27FC236}">
                      <a16:creationId xmlns:a16="http://schemas.microsoft.com/office/drawing/2014/main" id="{557717E4-8FB4-E092-AC77-0B95FE85EC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5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5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8" name="Freeform 79">
                  <a:extLst>
                    <a:ext uri="{FF2B5EF4-FFF2-40B4-BE49-F238E27FC236}">
                      <a16:creationId xmlns:a16="http://schemas.microsoft.com/office/drawing/2014/main" id="{0A90D8E0-11C4-0D09-64B9-3B62CCF8B6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4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4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4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9" name="Freeform 80">
                  <a:extLst>
                    <a:ext uri="{FF2B5EF4-FFF2-40B4-BE49-F238E27FC236}">
                      <a16:creationId xmlns:a16="http://schemas.microsoft.com/office/drawing/2014/main" id="{99CD208E-AFC9-CA85-D13B-3D5CBEAEE7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90173" cy="33222"/>
                </a:xfrm>
                <a:custGeom>
                  <a:avLst/>
                  <a:gdLst>
                    <a:gd name="T0" fmla="*/ 4 w 24"/>
                    <a:gd name="T1" fmla="*/ 9 h 9"/>
                    <a:gd name="T2" fmla="*/ 20 w 24"/>
                    <a:gd name="T3" fmla="*/ 9 h 9"/>
                    <a:gd name="T4" fmla="*/ 24 w 24"/>
                    <a:gd name="T5" fmla="*/ 5 h 9"/>
                    <a:gd name="T6" fmla="*/ 20 w 24"/>
                    <a:gd name="T7" fmla="*/ 0 h 9"/>
                    <a:gd name="T8" fmla="*/ 4 w 24"/>
                    <a:gd name="T9" fmla="*/ 0 h 9"/>
                    <a:gd name="T10" fmla="*/ 0 w 24"/>
                    <a:gd name="T11" fmla="*/ 5 h 9"/>
                    <a:gd name="T12" fmla="*/ 4 w 24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9">
                      <a:moveTo>
                        <a:pt x="4" y="9"/>
                      </a:move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2" y="9"/>
                        <a:pt x="24" y="7"/>
                        <a:pt x="24" y="5"/>
                      </a:cubicBezTo>
                      <a:cubicBezTo>
                        <a:pt x="24" y="2"/>
                        <a:pt x="22" y="0"/>
                        <a:pt x="2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0" name="Freeform 81">
                  <a:extLst>
                    <a:ext uri="{FF2B5EF4-FFF2-40B4-BE49-F238E27FC236}">
                      <a16:creationId xmlns:a16="http://schemas.microsoft.com/office/drawing/2014/main" id="{0A58F41B-C3F9-1E13-24FE-4FAE3F4707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132" y="4032786"/>
                  <a:ext cx="427133" cy="544199"/>
                </a:xfrm>
                <a:custGeom>
                  <a:avLst/>
                  <a:gdLst>
                    <a:gd name="T0" fmla="*/ 58 w 114"/>
                    <a:gd name="T1" fmla="*/ 145 h 145"/>
                    <a:gd name="T2" fmla="*/ 114 w 114"/>
                    <a:gd name="T3" fmla="*/ 88 h 145"/>
                    <a:gd name="T4" fmla="*/ 102 w 114"/>
                    <a:gd name="T5" fmla="*/ 56 h 145"/>
                    <a:gd name="T6" fmla="*/ 86 w 114"/>
                    <a:gd name="T7" fmla="*/ 14 h 145"/>
                    <a:gd name="T8" fmla="*/ 74 w 114"/>
                    <a:gd name="T9" fmla="*/ 1 h 145"/>
                    <a:gd name="T10" fmla="*/ 58 w 114"/>
                    <a:gd name="T11" fmla="*/ 1 h 145"/>
                    <a:gd name="T12" fmla="*/ 36 w 114"/>
                    <a:gd name="T13" fmla="*/ 1 h 145"/>
                    <a:gd name="T14" fmla="*/ 21 w 114"/>
                    <a:gd name="T15" fmla="*/ 38 h 145"/>
                    <a:gd name="T16" fmla="*/ 0 w 114"/>
                    <a:gd name="T17" fmla="*/ 89 h 145"/>
                    <a:gd name="T18" fmla="*/ 58 w 114"/>
                    <a:gd name="T19" fmla="*/ 145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145">
                      <a:moveTo>
                        <a:pt x="58" y="145"/>
                      </a:moveTo>
                      <a:cubicBezTo>
                        <a:pt x="95" y="145"/>
                        <a:pt x="114" y="118"/>
                        <a:pt x="114" y="88"/>
                      </a:cubicBezTo>
                      <a:cubicBezTo>
                        <a:pt x="114" y="78"/>
                        <a:pt x="109" y="67"/>
                        <a:pt x="102" y="56"/>
                      </a:cubicBezTo>
                      <a:cubicBezTo>
                        <a:pt x="95" y="45"/>
                        <a:pt x="90" y="27"/>
                        <a:pt x="86" y="14"/>
                      </a:cubicBezTo>
                      <a:cubicBezTo>
                        <a:pt x="83" y="0"/>
                        <a:pt x="74" y="1"/>
                        <a:pt x="74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45" y="1"/>
                        <a:pt x="36" y="1"/>
                      </a:cubicBezTo>
                      <a:cubicBezTo>
                        <a:pt x="27" y="1"/>
                        <a:pt x="29" y="19"/>
                        <a:pt x="21" y="38"/>
                      </a:cubicBezTo>
                      <a:cubicBezTo>
                        <a:pt x="14" y="58"/>
                        <a:pt x="0" y="68"/>
                        <a:pt x="0" y="89"/>
                      </a:cubicBezTo>
                      <a:cubicBezTo>
                        <a:pt x="0" y="111"/>
                        <a:pt x="20" y="145"/>
                        <a:pt x="58" y="14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1" name="Freeform 82">
                  <a:extLst>
                    <a:ext uri="{FF2B5EF4-FFF2-40B4-BE49-F238E27FC236}">
                      <a16:creationId xmlns:a16="http://schemas.microsoft.com/office/drawing/2014/main" id="{1B7AE2FB-4BFB-28CA-813E-E188722AB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862" y="4032786"/>
                  <a:ext cx="210403" cy="544199"/>
                </a:xfrm>
                <a:custGeom>
                  <a:avLst/>
                  <a:gdLst>
                    <a:gd name="T0" fmla="*/ 56 w 56"/>
                    <a:gd name="T1" fmla="*/ 88 h 145"/>
                    <a:gd name="T2" fmla="*/ 44 w 56"/>
                    <a:gd name="T3" fmla="*/ 56 h 145"/>
                    <a:gd name="T4" fmla="*/ 28 w 56"/>
                    <a:gd name="T5" fmla="*/ 14 h 145"/>
                    <a:gd name="T6" fmla="*/ 16 w 56"/>
                    <a:gd name="T7" fmla="*/ 1 h 145"/>
                    <a:gd name="T8" fmla="*/ 0 w 56"/>
                    <a:gd name="T9" fmla="*/ 1 h 145"/>
                    <a:gd name="T10" fmla="*/ 0 w 56"/>
                    <a:gd name="T11" fmla="*/ 145 h 145"/>
                    <a:gd name="T12" fmla="*/ 56 w 56"/>
                    <a:gd name="T13" fmla="*/ 88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145">
                      <a:moveTo>
                        <a:pt x="56" y="88"/>
                      </a:moveTo>
                      <a:cubicBezTo>
                        <a:pt x="56" y="78"/>
                        <a:pt x="51" y="67"/>
                        <a:pt x="44" y="56"/>
                      </a:cubicBezTo>
                      <a:cubicBezTo>
                        <a:pt x="37" y="45"/>
                        <a:pt x="32" y="27"/>
                        <a:pt x="28" y="14"/>
                      </a:cubicBezTo>
                      <a:cubicBezTo>
                        <a:pt x="25" y="0"/>
                        <a:pt x="16" y="1"/>
                        <a:pt x="16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37" y="145"/>
                        <a:pt x="56" y="118"/>
                        <a:pt x="56" y="8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2" name="Freeform 83">
                  <a:extLst>
                    <a:ext uri="{FF2B5EF4-FFF2-40B4-BE49-F238E27FC236}">
                      <a16:creationId xmlns:a16="http://schemas.microsoft.com/office/drawing/2014/main" id="{2135B149-11E5-B9CB-5AE4-19FFF553D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90173" cy="33222"/>
                </a:xfrm>
                <a:custGeom>
                  <a:avLst/>
                  <a:gdLst>
                    <a:gd name="T0" fmla="*/ 0 w 24"/>
                    <a:gd name="T1" fmla="*/ 5 h 9"/>
                    <a:gd name="T2" fmla="*/ 5 w 24"/>
                    <a:gd name="T3" fmla="*/ 9 h 9"/>
                    <a:gd name="T4" fmla="*/ 24 w 24"/>
                    <a:gd name="T5" fmla="*/ 9 h 9"/>
                    <a:gd name="T6" fmla="*/ 24 w 24"/>
                    <a:gd name="T7" fmla="*/ 0 h 9"/>
                    <a:gd name="T8" fmla="*/ 5 w 24"/>
                    <a:gd name="T9" fmla="*/ 0 h 9"/>
                    <a:gd name="T10" fmla="*/ 0 w 24"/>
                    <a:gd name="T11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0" y="5"/>
                      </a:move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3" name="Freeform 84">
                  <a:extLst>
                    <a:ext uri="{FF2B5EF4-FFF2-40B4-BE49-F238E27FC236}">
                      <a16:creationId xmlns:a16="http://schemas.microsoft.com/office/drawing/2014/main" id="{4B80FCF8-E52E-69AE-B140-82FA405C2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5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4" name="Freeform 85">
                  <a:extLst>
                    <a:ext uri="{FF2B5EF4-FFF2-40B4-BE49-F238E27FC236}">
                      <a16:creationId xmlns:a16="http://schemas.microsoft.com/office/drawing/2014/main" id="{B8039971-C09A-6C5F-650E-43E7A38DE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4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5" name="Freeform 86">
                  <a:extLst>
                    <a:ext uri="{FF2B5EF4-FFF2-40B4-BE49-F238E27FC236}">
                      <a16:creationId xmlns:a16="http://schemas.microsoft.com/office/drawing/2014/main" id="{696AB74E-36C2-D652-BBF1-96BD7E895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49042" cy="33222"/>
                </a:xfrm>
                <a:custGeom>
                  <a:avLst/>
                  <a:gdLst>
                    <a:gd name="T0" fmla="*/ 4 w 13"/>
                    <a:gd name="T1" fmla="*/ 9 h 9"/>
                    <a:gd name="T2" fmla="*/ 13 w 13"/>
                    <a:gd name="T3" fmla="*/ 9 h 9"/>
                    <a:gd name="T4" fmla="*/ 13 w 13"/>
                    <a:gd name="T5" fmla="*/ 0 h 9"/>
                    <a:gd name="T6" fmla="*/ 4 w 13"/>
                    <a:gd name="T7" fmla="*/ 0 h 9"/>
                    <a:gd name="T8" fmla="*/ 0 w 13"/>
                    <a:gd name="T9" fmla="*/ 5 h 9"/>
                    <a:gd name="T10" fmla="*/ 4 w 13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9">
                      <a:moveTo>
                        <a:pt x="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6" name="Freeform 157">
                  <a:extLst>
                    <a:ext uri="{FF2B5EF4-FFF2-40B4-BE49-F238E27FC236}">
                      <a16:creationId xmlns:a16="http://schemas.microsoft.com/office/drawing/2014/main" id="{12012513-3F25-B9F7-EE3C-04F28EE004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214624" y="3487005"/>
                  <a:ext cx="25311" cy="336961"/>
                </a:xfrm>
                <a:custGeom>
                  <a:avLst/>
                  <a:gdLst>
                    <a:gd name="T0" fmla="*/ 16 w 16"/>
                    <a:gd name="T1" fmla="*/ 213 h 213"/>
                    <a:gd name="T2" fmla="*/ 0 w 16"/>
                    <a:gd name="T3" fmla="*/ 213 h 213"/>
                    <a:gd name="T4" fmla="*/ 0 w 16"/>
                    <a:gd name="T5" fmla="*/ 156 h 213"/>
                    <a:gd name="T6" fmla="*/ 16 w 16"/>
                    <a:gd name="T7" fmla="*/ 156 h 213"/>
                    <a:gd name="T8" fmla="*/ 16 w 16"/>
                    <a:gd name="T9" fmla="*/ 213 h 213"/>
                    <a:gd name="T10" fmla="*/ 16 w 16"/>
                    <a:gd name="T11" fmla="*/ 113 h 213"/>
                    <a:gd name="T12" fmla="*/ 0 w 16"/>
                    <a:gd name="T13" fmla="*/ 113 h 213"/>
                    <a:gd name="T14" fmla="*/ 0 w 16"/>
                    <a:gd name="T15" fmla="*/ 54 h 213"/>
                    <a:gd name="T16" fmla="*/ 16 w 16"/>
                    <a:gd name="T17" fmla="*/ 54 h 213"/>
                    <a:gd name="T18" fmla="*/ 16 w 16"/>
                    <a:gd name="T19" fmla="*/ 113 h 213"/>
                    <a:gd name="T20" fmla="*/ 16 w 16"/>
                    <a:gd name="T21" fmla="*/ 12 h 213"/>
                    <a:gd name="T22" fmla="*/ 0 w 16"/>
                    <a:gd name="T23" fmla="*/ 12 h 213"/>
                    <a:gd name="T24" fmla="*/ 0 w 16"/>
                    <a:gd name="T25" fmla="*/ 0 h 213"/>
                    <a:gd name="T26" fmla="*/ 16 w 16"/>
                    <a:gd name="T27" fmla="*/ 0 h 213"/>
                    <a:gd name="T28" fmla="*/ 16 w 16"/>
                    <a:gd name="T29" fmla="*/ 12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13">
                      <a:moveTo>
                        <a:pt x="16" y="213"/>
                      </a:moveTo>
                      <a:lnTo>
                        <a:pt x="0" y="213"/>
                      </a:lnTo>
                      <a:lnTo>
                        <a:pt x="0" y="156"/>
                      </a:lnTo>
                      <a:lnTo>
                        <a:pt x="16" y="156"/>
                      </a:lnTo>
                      <a:lnTo>
                        <a:pt x="16" y="213"/>
                      </a:lnTo>
                      <a:close/>
                      <a:moveTo>
                        <a:pt x="16" y="113"/>
                      </a:moveTo>
                      <a:lnTo>
                        <a:pt x="0" y="113"/>
                      </a:lnTo>
                      <a:lnTo>
                        <a:pt x="0" y="54"/>
                      </a:lnTo>
                      <a:lnTo>
                        <a:pt x="16" y="54"/>
                      </a:lnTo>
                      <a:lnTo>
                        <a:pt x="16" y="113"/>
                      </a:lnTo>
                      <a:close/>
                      <a:moveTo>
                        <a:pt x="16" y="1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6" name="组合 1015">
              <a:extLst>
                <a:ext uri="{FF2B5EF4-FFF2-40B4-BE49-F238E27FC236}">
                  <a16:creationId xmlns:a16="http://schemas.microsoft.com/office/drawing/2014/main" id="{0B2B6FDC-8DBA-4F91-D49B-6286C23733DA}"/>
                </a:ext>
              </a:extLst>
            </p:cNvPr>
            <p:cNvGrpSpPr/>
            <p:nvPr/>
          </p:nvGrpSpPr>
          <p:grpSpPr>
            <a:xfrm>
              <a:off x="1867979" y="2537458"/>
              <a:ext cx="322944" cy="1889240"/>
              <a:chOff x="1867979" y="2537458"/>
              <a:chExt cx="322944" cy="1889240"/>
            </a:xfrm>
          </p:grpSpPr>
          <p:grpSp>
            <p:nvGrpSpPr>
              <p:cNvPr id="1090" name="组合 1089">
                <a:extLst>
                  <a:ext uri="{FF2B5EF4-FFF2-40B4-BE49-F238E27FC236}">
                    <a16:creationId xmlns:a16="http://schemas.microsoft.com/office/drawing/2014/main" id="{683D2CD4-DF9C-FB80-4EF8-B6A9CA8EB193}"/>
                  </a:ext>
                </a:extLst>
              </p:cNvPr>
              <p:cNvGrpSpPr/>
              <p:nvPr/>
            </p:nvGrpSpPr>
            <p:grpSpPr>
              <a:xfrm>
                <a:off x="1867979" y="3487005"/>
                <a:ext cx="322723" cy="939693"/>
                <a:chOff x="1867979" y="3487005"/>
                <a:chExt cx="322723" cy="939693"/>
              </a:xfrm>
            </p:grpSpPr>
            <p:sp>
              <p:nvSpPr>
                <p:cNvPr id="1103" name="Freeform 107">
                  <a:extLst>
                    <a:ext uri="{FF2B5EF4-FFF2-40B4-BE49-F238E27FC236}">
                      <a16:creationId xmlns:a16="http://schemas.microsoft.com/office/drawing/2014/main" id="{058A3A3A-95DA-C144-550E-B9DDC3A6B2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129722" cy="26894"/>
                </a:xfrm>
                <a:custGeom>
                  <a:avLst/>
                  <a:gdLst>
                    <a:gd name="T0" fmla="*/ 32 w 35"/>
                    <a:gd name="T1" fmla="*/ 0 h 7"/>
                    <a:gd name="T2" fmla="*/ 4 w 35"/>
                    <a:gd name="T3" fmla="*/ 0 h 7"/>
                    <a:gd name="T4" fmla="*/ 0 w 35"/>
                    <a:gd name="T5" fmla="*/ 4 h 7"/>
                    <a:gd name="T6" fmla="*/ 4 w 35"/>
                    <a:gd name="T7" fmla="*/ 7 h 7"/>
                    <a:gd name="T8" fmla="*/ 32 w 35"/>
                    <a:gd name="T9" fmla="*/ 7 h 7"/>
                    <a:gd name="T10" fmla="*/ 35 w 35"/>
                    <a:gd name="T11" fmla="*/ 4 h 7"/>
                    <a:gd name="T12" fmla="*/ 32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2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6"/>
                        <a:pt x="35" y="4"/>
                      </a:cubicBezTo>
                      <a:cubicBezTo>
                        <a:pt x="35" y="2"/>
                        <a:pt x="34" y="0"/>
                        <a:pt x="32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4" name="Freeform 108">
                  <a:extLst>
                    <a:ext uri="{FF2B5EF4-FFF2-40B4-BE49-F238E27FC236}">
                      <a16:creationId xmlns:a16="http://schemas.microsoft.com/office/drawing/2014/main" id="{77243711-9CAF-274A-3A56-03BE55C1B9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129722" cy="25311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5" name="Freeform 109">
                  <a:extLst>
                    <a:ext uri="{FF2B5EF4-FFF2-40B4-BE49-F238E27FC236}">
                      <a16:creationId xmlns:a16="http://schemas.microsoft.com/office/drawing/2014/main" id="{EECE36FE-5E6B-64EE-E364-E05B2365B0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129722" cy="26894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6" name="Freeform 110">
                  <a:extLst>
                    <a:ext uri="{FF2B5EF4-FFF2-40B4-BE49-F238E27FC236}">
                      <a16:creationId xmlns:a16="http://schemas.microsoft.com/office/drawing/2014/main" id="{0017F9FC-DFAA-8CFA-70F3-2C9FF475B5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71190" cy="22148"/>
                </a:xfrm>
                <a:custGeom>
                  <a:avLst/>
                  <a:gdLst>
                    <a:gd name="T0" fmla="*/ 4 w 19"/>
                    <a:gd name="T1" fmla="*/ 6 h 6"/>
                    <a:gd name="T2" fmla="*/ 16 w 19"/>
                    <a:gd name="T3" fmla="*/ 6 h 6"/>
                    <a:gd name="T4" fmla="*/ 19 w 19"/>
                    <a:gd name="T5" fmla="*/ 3 h 6"/>
                    <a:gd name="T6" fmla="*/ 16 w 19"/>
                    <a:gd name="T7" fmla="*/ 0 h 6"/>
                    <a:gd name="T8" fmla="*/ 4 w 19"/>
                    <a:gd name="T9" fmla="*/ 0 h 6"/>
                    <a:gd name="T10" fmla="*/ 0 w 19"/>
                    <a:gd name="T11" fmla="*/ 3 h 6"/>
                    <a:gd name="T12" fmla="*/ 4 w 19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6">
                      <a:moveTo>
                        <a:pt x="4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5"/>
                        <a:pt x="19" y="3"/>
                      </a:cubicBezTo>
                      <a:cubicBezTo>
                        <a:pt x="19" y="1"/>
                        <a:pt x="17" y="0"/>
                        <a:pt x="16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7" name="Freeform 111">
                  <a:extLst>
                    <a:ext uri="{FF2B5EF4-FFF2-40B4-BE49-F238E27FC236}">
                      <a16:creationId xmlns:a16="http://schemas.microsoft.com/office/drawing/2014/main" id="{9FE25737-372C-D7EA-7BED-19DCE6FF6A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7979" y="4018548"/>
                  <a:ext cx="322723" cy="408150"/>
                </a:xfrm>
                <a:custGeom>
                  <a:avLst/>
                  <a:gdLst>
                    <a:gd name="T0" fmla="*/ 43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3 w 86"/>
                    <a:gd name="T11" fmla="*/ 1 h 109"/>
                    <a:gd name="T12" fmla="*/ 27 w 86"/>
                    <a:gd name="T13" fmla="*/ 1 h 109"/>
                    <a:gd name="T14" fmla="*/ 15 w 86"/>
                    <a:gd name="T15" fmla="*/ 29 h 109"/>
                    <a:gd name="T16" fmla="*/ 0 w 86"/>
                    <a:gd name="T17" fmla="*/ 67 h 109"/>
                    <a:gd name="T18" fmla="*/ 43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3" y="109"/>
                      </a:moveTo>
                      <a:cubicBezTo>
                        <a:pt x="71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7" y="20"/>
                        <a:pt x="65" y="10"/>
                      </a:cubicBezTo>
                      <a:cubicBezTo>
                        <a:pt x="62" y="0"/>
                        <a:pt x="56" y="1"/>
                        <a:pt x="56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33" y="1"/>
                        <a:pt x="27" y="1"/>
                      </a:cubicBezTo>
                      <a:cubicBezTo>
                        <a:pt x="20" y="1"/>
                        <a:pt x="21" y="14"/>
                        <a:pt x="15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3" y="109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8" name="Freeform 112">
                  <a:extLst>
                    <a:ext uri="{FF2B5EF4-FFF2-40B4-BE49-F238E27FC236}">
                      <a16:creationId xmlns:a16="http://schemas.microsoft.com/office/drawing/2014/main" id="{8010DC65-C028-5D01-943F-8376FAFF77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9341" y="4018548"/>
                  <a:ext cx="161361" cy="408150"/>
                </a:xfrm>
                <a:custGeom>
                  <a:avLst/>
                  <a:gdLst>
                    <a:gd name="T0" fmla="*/ 43 w 43"/>
                    <a:gd name="T1" fmla="*/ 66 h 109"/>
                    <a:gd name="T2" fmla="*/ 34 w 43"/>
                    <a:gd name="T3" fmla="*/ 42 h 109"/>
                    <a:gd name="T4" fmla="*/ 22 w 43"/>
                    <a:gd name="T5" fmla="*/ 10 h 109"/>
                    <a:gd name="T6" fmla="*/ 13 w 43"/>
                    <a:gd name="T7" fmla="*/ 1 h 109"/>
                    <a:gd name="T8" fmla="*/ 0 w 43"/>
                    <a:gd name="T9" fmla="*/ 1 h 109"/>
                    <a:gd name="T10" fmla="*/ 0 w 43"/>
                    <a:gd name="T11" fmla="*/ 109 h 109"/>
                    <a:gd name="T12" fmla="*/ 43 w 43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09">
                      <a:moveTo>
                        <a:pt x="43" y="66"/>
                      </a:moveTo>
                      <a:cubicBezTo>
                        <a:pt x="43" y="59"/>
                        <a:pt x="39" y="51"/>
                        <a:pt x="34" y="42"/>
                      </a:cubicBezTo>
                      <a:cubicBezTo>
                        <a:pt x="29" y="34"/>
                        <a:pt x="24" y="20"/>
                        <a:pt x="22" y="10"/>
                      </a:cubicBezTo>
                      <a:cubicBezTo>
                        <a:pt x="19" y="0"/>
                        <a:pt x="13" y="1"/>
                        <a:pt x="1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3" y="89"/>
                        <a:pt x="43" y="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9" name="Freeform 113">
                  <a:extLst>
                    <a:ext uri="{FF2B5EF4-FFF2-40B4-BE49-F238E27FC236}">
                      <a16:creationId xmlns:a16="http://schemas.microsoft.com/office/drawing/2014/main" id="{4959F60C-1D23-CD64-C08D-9CDE7C6C7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66443" cy="26894"/>
                </a:xfrm>
                <a:custGeom>
                  <a:avLst/>
                  <a:gdLst>
                    <a:gd name="T0" fmla="*/ 0 w 18"/>
                    <a:gd name="T1" fmla="*/ 4 h 7"/>
                    <a:gd name="T2" fmla="*/ 4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4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0" name="Freeform 114">
                  <a:extLst>
                    <a:ext uri="{FF2B5EF4-FFF2-40B4-BE49-F238E27FC236}">
                      <a16:creationId xmlns:a16="http://schemas.microsoft.com/office/drawing/2014/main" id="{5912B6AD-1897-0312-FE76-162A226182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66443" cy="25311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1" name="Freeform 115">
                  <a:extLst>
                    <a:ext uri="{FF2B5EF4-FFF2-40B4-BE49-F238E27FC236}">
                      <a16:creationId xmlns:a16="http://schemas.microsoft.com/office/drawing/2014/main" id="{78DE66FA-15C8-E932-ADB8-AC158B8B58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66443" cy="26894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2" name="Freeform 116">
                  <a:extLst>
                    <a:ext uri="{FF2B5EF4-FFF2-40B4-BE49-F238E27FC236}">
                      <a16:creationId xmlns:a16="http://schemas.microsoft.com/office/drawing/2014/main" id="{AF0F43D2-20C7-5F1B-A09C-B8393583FA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37967" cy="22148"/>
                </a:xfrm>
                <a:custGeom>
                  <a:avLst/>
                  <a:gdLst>
                    <a:gd name="T0" fmla="*/ 4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4 w 10"/>
                    <a:gd name="T7" fmla="*/ 0 h 6"/>
                    <a:gd name="T8" fmla="*/ 0 w 10"/>
                    <a:gd name="T9" fmla="*/ 3 h 6"/>
                    <a:gd name="T10" fmla="*/ 4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4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3" name="Freeform 158">
                  <a:extLst>
                    <a:ext uri="{FF2B5EF4-FFF2-40B4-BE49-F238E27FC236}">
                      <a16:creationId xmlns:a16="http://schemas.microsoft.com/office/drawing/2014/main" id="{C417450C-02D5-6F88-4374-3EFB56DEAC0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18267" y="3487005"/>
                  <a:ext cx="26894" cy="374928"/>
                </a:xfrm>
                <a:custGeom>
                  <a:avLst/>
                  <a:gdLst>
                    <a:gd name="T0" fmla="*/ 17 w 17"/>
                    <a:gd name="T1" fmla="*/ 237 h 237"/>
                    <a:gd name="T2" fmla="*/ 0 w 17"/>
                    <a:gd name="T3" fmla="*/ 237 h 237"/>
                    <a:gd name="T4" fmla="*/ 0 w 17"/>
                    <a:gd name="T5" fmla="*/ 177 h 237"/>
                    <a:gd name="T6" fmla="*/ 17 w 17"/>
                    <a:gd name="T7" fmla="*/ 177 h 237"/>
                    <a:gd name="T8" fmla="*/ 17 w 17"/>
                    <a:gd name="T9" fmla="*/ 237 h 237"/>
                    <a:gd name="T10" fmla="*/ 17 w 17"/>
                    <a:gd name="T11" fmla="*/ 135 h 237"/>
                    <a:gd name="T12" fmla="*/ 0 w 17"/>
                    <a:gd name="T13" fmla="*/ 135 h 237"/>
                    <a:gd name="T14" fmla="*/ 0 w 17"/>
                    <a:gd name="T15" fmla="*/ 75 h 237"/>
                    <a:gd name="T16" fmla="*/ 17 w 17"/>
                    <a:gd name="T17" fmla="*/ 75 h 237"/>
                    <a:gd name="T18" fmla="*/ 17 w 17"/>
                    <a:gd name="T19" fmla="*/ 135 h 237"/>
                    <a:gd name="T20" fmla="*/ 17 w 17"/>
                    <a:gd name="T21" fmla="*/ 35 h 237"/>
                    <a:gd name="T22" fmla="*/ 0 w 17"/>
                    <a:gd name="T23" fmla="*/ 35 h 237"/>
                    <a:gd name="T24" fmla="*/ 0 w 17"/>
                    <a:gd name="T25" fmla="*/ 0 h 237"/>
                    <a:gd name="T26" fmla="*/ 17 w 17"/>
                    <a:gd name="T27" fmla="*/ 0 h 237"/>
                    <a:gd name="T28" fmla="*/ 17 w 17"/>
                    <a:gd name="T29" fmla="*/ 35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37">
                      <a:moveTo>
                        <a:pt x="17" y="237"/>
                      </a:moveTo>
                      <a:lnTo>
                        <a:pt x="0" y="237"/>
                      </a:lnTo>
                      <a:lnTo>
                        <a:pt x="0" y="177"/>
                      </a:lnTo>
                      <a:lnTo>
                        <a:pt x="17" y="177"/>
                      </a:lnTo>
                      <a:lnTo>
                        <a:pt x="17" y="237"/>
                      </a:lnTo>
                      <a:close/>
                      <a:moveTo>
                        <a:pt x="17" y="135"/>
                      </a:moveTo>
                      <a:lnTo>
                        <a:pt x="0" y="135"/>
                      </a:lnTo>
                      <a:lnTo>
                        <a:pt x="0" y="75"/>
                      </a:lnTo>
                      <a:lnTo>
                        <a:pt x="17" y="75"/>
                      </a:lnTo>
                      <a:lnTo>
                        <a:pt x="17" y="135"/>
                      </a:lnTo>
                      <a:close/>
                      <a:moveTo>
                        <a:pt x="17" y="35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35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91" name="组合 1090">
                <a:extLst>
                  <a:ext uri="{FF2B5EF4-FFF2-40B4-BE49-F238E27FC236}">
                    <a16:creationId xmlns:a16="http://schemas.microsoft.com/office/drawing/2014/main" id="{4FB036CB-8E51-2CFB-1920-E186D16BB1C1}"/>
                  </a:ext>
                </a:extLst>
              </p:cNvPr>
              <p:cNvGrpSpPr/>
              <p:nvPr/>
            </p:nvGrpSpPr>
            <p:grpSpPr>
              <a:xfrm flipV="1">
                <a:off x="1868200" y="2537458"/>
                <a:ext cx="322723" cy="939693"/>
                <a:chOff x="1867979" y="3487005"/>
                <a:chExt cx="322723" cy="939693"/>
              </a:xfrm>
              <a:noFill/>
            </p:grpSpPr>
            <p:sp>
              <p:nvSpPr>
                <p:cNvPr id="1092" name="Freeform 107">
                  <a:extLst>
                    <a:ext uri="{FF2B5EF4-FFF2-40B4-BE49-F238E27FC236}">
                      <a16:creationId xmlns:a16="http://schemas.microsoft.com/office/drawing/2014/main" id="{2752AECB-312E-FA93-A828-84309BE349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129722" cy="26894"/>
                </a:xfrm>
                <a:custGeom>
                  <a:avLst/>
                  <a:gdLst>
                    <a:gd name="T0" fmla="*/ 32 w 35"/>
                    <a:gd name="T1" fmla="*/ 0 h 7"/>
                    <a:gd name="T2" fmla="*/ 4 w 35"/>
                    <a:gd name="T3" fmla="*/ 0 h 7"/>
                    <a:gd name="T4" fmla="*/ 0 w 35"/>
                    <a:gd name="T5" fmla="*/ 4 h 7"/>
                    <a:gd name="T6" fmla="*/ 4 w 35"/>
                    <a:gd name="T7" fmla="*/ 7 h 7"/>
                    <a:gd name="T8" fmla="*/ 32 w 35"/>
                    <a:gd name="T9" fmla="*/ 7 h 7"/>
                    <a:gd name="T10" fmla="*/ 35 w 35"/>
                    <a:gd name="T11" fmla="*/ 4 h 7"/>
                    <a:gd name="T12" fmla="*/ 32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2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6"/>
                        <a:pt x="35" y="4"/>
                      </a:cubicBezTo>
                      <a:cubicBezTo>
                        <a:pt x="35" y="2"/>
                        <a:pt x="34" y="0"/>
                        <a:pt x="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3" name="Freeform 108">
                  <a:extLst>
                    <a:ext uri="{FF2B5EF4-FFF2-40B4-BE49-F238E27FC236}">
                      <a16:creationId xmlns:a16="http://schemas.microsoft.com/office/drawing/2014/main" id="{ABBF4802-EE1F-8BCF-D4A6-CC7FC62697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129722" cy="25311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4" name="Freeform 109">
                  <a:extLst>
                    <a:ext uri="{FF2B5EF4-FFF2-40B4-BE49-F238E27FC236}">
                      <a16:creationId xmlns:a16="http://schemas.microsoft.com/office/drawing/2014/main" id="{1EA89900-D06F-B234-6E55-653D5BBA7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129722" cy="26894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5" name="Freeform 110">
                  <a:extLst>
                    <a:ext uri="{FF2B5EF4-FFF2-40B4-BE49-F238E27FC236}">
                      <a16:creationId xmlns:a16="http://schemas.microsoft.com/office/drawing/2014/main" id="{CAE7B8FA-3331-17A1-F2DE-8FADA9604E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71190" cy="22148"/>
                </a:xfrm>
                <a:custGeom>
                  <a:avLst/>
                  <a:gdLst>
                    <a:gd name="T0" fmla="*/ 4 w 19"/>
                    <a:gd name="T1" fmla="*/ 6 h 6"/>
                    <a:gd name="T2" fmla="*/ 16 w 19"/>
                    <a:gd name="T3" fmla="*/ 6 h 6"/>
                    <a:gd name="T4" fmla="*/ 19 w 19"/>
                    <a:gd name="T5" fmla="*/ 3 h 6"/>
                    <a:gd name="T6" fmla="*/ 16 w 19"/>
                    <a:gd name="T7" fmla="*/ 0 h 6"/>
                    <a:gd name="T8" fmla="*/ 4 w 19"/>
                    <a:gd name="T9" fmla="*/ 0 h 6"/>
                    <a:gd name="T10" fmla="*/ 0 w 19"/>
                    <a:gd name="T11" fmla="*/ 3 h 6"/>
                    <a:gd name="T12" fmla="*/ 4 w 19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6">
                      <a:moveTo>
                        <a:pt x="4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5"/>
                        <a:pt x="19" y="3"/>
                      </a:cubicBezTo>
                      <a:cubicBezTo>
                        <a:pt x="19" y="1"/>
                        <a:pt x="17" y="0"/>
                        <a:pt x="16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6" name="Freeform 111">
                  <a:extLst>
                    <a:ext uri="{FF2B5EF4-FFF2-40B4-BE49-F238E27FC236}">
                      <a16:creationId xmlns:a16="http://schemas.microsoft.com/office/drawing/2014/main" id="{AE64402D-F633-AA36-4245-B4ED1B4724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7979" y="4018548"/>
                  <a:ext cx="322723" cy="408150"/>
                </a:xfrm>
                <a:custGeom>
                  <a:avLst/>
                  <a:gdLst>
                    <a:gd name="T0" fmla="*/ 43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3 w 86"/>
                    <a:gd name="T11" fmla="*/ 1 h 109"/>
                    <a:gd name="T12" fmla="*/ 27 w 86"/>
                    <a:gd name="T13" fmla="*/ 1 h 109"/>
                    <a:gd name="T14" fmla="*/ 15 w 86"/>
                    <a:gd name="T15" fmla="*/ 29 h 109"/>
                    <a:gd name="T16" fmla="*/ 0 w 86"/>
                    <a:gd name="T17" fmla="*/ 67 h 109"/>
                    <a:gd name="T18" fmla="*/ 43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3" y="109"/>
                      </a:moveTo>
                      <a:cubicBezTo>
                        <a:pt x="71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7" y="20"/>
                        <a:pt x="65" y="10"/>
                      </a:cubicBezTo>
                      <a:cubicBezTo>
                        <a:pt x="62" y="0"/>
                        <a:pt x="56" y="1"/>
                        <a:pt x="56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33" y="1"/>
                        <a:pt x="27" y="1"/>
                      </a:cubicBezTo>
                      <a:cubicBezTo>
                        <a:pt x="20" y="1"/>
                        <a:pt x="21" y="14"/>
                        <a:pt x="15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3" y="10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7" name="Freeform 112">
                  <a:extLst>
                    <a:ext uri="{FF2B5EF4-FFF2-40B4-BE49-F238E27FC236}">
                      <a16:creationId xmlns:a16="http://schemas.microsoft.com/office/drawing/2014/main" id="{10341CF6-42DE-6F1D-CBB0-6A7EEBEEE1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9341" y="4018548"/>
                  <a:ext cx="161361" cy="408150"/>
                </a:xfrm>
                <a:custGeom>
                  <a:avLst/>
                  <a:gdLst>
                    <a:gd name="T0" fmla="*/ 43 w 43"/>
                    <a:gd name="T1" fmla="*/ 66 h 109"/>
                    <a:gd name="T2" fmla="*/ 34 w 43"/>
                    <a:gd name="T3" fmla="*/ 42 h 109"/>
                    <a:gd name="T4" fmla="*/ 22 w 43"/>
                    <a:gd name="T5" fmla="*/ 10 h 109"/>
                    <a:gd name="T6" fmla="*/ 13 w 43"/>
                    <a:gd name="T7" fmla="*/ 1 h 109"/>
                    <a:gd name="T8" fmla="*/ 0 w 43"/>
                    <a:gd name="T9" fmla="*/ 1 h 109"/>
                    <a:gd name="T10" fmla="*/ 0 w 43"/>
                    <a:gd name="T11" fmla="*/ 109 h 109"/>
                    <a:gd name="T12" fmla="*/ 43 w 43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09">
                      <a:moveTo>
                        <a:pt x="43" y="66"/>
                      </a:moveTo>
                      <a:cubicBezTo>
                        <a:pt x="43" y="59"/>
                        <a:pt x="39" y="51"/>
                        <a:pt x="34" y="42"/>
                      </a:cubicBezTo>
                      <a:cubicBezTo>
                        <a:pt x="29" y="34"/>
                        <a:pt x="24" y="20"/>
                        <a:pt x="22" y="10"/>
                      </a:cubicBezTo>
                      <a:cubicBezTo>
                        <a:pt x="19" y="0"/>
                        <a:pt x="13" y="1"/>
                        <a:pt x="1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3" y="89"/>
                        <a:pt x="43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8" name="Freeform 113">
                  <a:extLst>
                    <a:ext uri="{FF2B5EF4-FFF2-40B4-BE49-F238E27FC236}">
                      <a16:creationId xmlns:a16="http://schemas.microsoft.com/office/drawing/2014/main" id="{AE0BC10C-32CE-7315-7FC8-6C3DD91C2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66443" cy="26894"/>
                </a:xfrm>
                <a:custGeom>
                  <a:avLst/>
                  <a:gdLst>
                    <a:gd name="T0" fmla="*/ 0 w 18"/>
                    <a:gd name="T1" fmla="*/ 4 h 7"/>
                    <a:gd name="T2" fmla="*/ 4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4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9" name="Freeform 114">
                  <a:extLst>
                    <a:ext uri="{FF2B5EF4-FFF2-40B4-BE49-F238E27FC236}">
                      <a16:creationId xmlns:a16="http://schemas.microsoft.com/office/drawing/2014/main" id="{9445E540-0B8F-5063-B1E8-6459A4863D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66443" cy="25311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0" name="Freeform 115">
                  <a:extLst>
                    <a:ext uri="{FF2B5EF4-FFF2-40B4-BE49-F238E27FC236}">
                      <a16:creationId xmlns:a16="http://schemas.microsoft.com/office/drawing/2014/main" id="{21AC3C09-2447-FAD9-DFB8-C402A3A25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66443" cy="26894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1" name="Freeform 116">
                  <a:extLst>
                    <a:ext uri="{FF2B5EF4-FFF2-40B4-BE49-F238E27FC236}">
                      <a16:creationId xmlns:a16="http://schemas.microsoft.com/office/drawing/2014/main" id="{56C7F686-03F5-4666-16EA-0F24E69AFC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37967" cy="22148"/>
                </a:xfrm>
                <a:custGeom>
                  <a:avLst/>
                  <a:gdLst>
                    <a:gd name="T0" fmla="*/ 4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4 w 10"/>
                    <a:gd name="T7" fmla="*/ 0 h 6"/>
                    <a:gd name="T8" fmla="*/ 0 w 10"/>
                    <a:gd name="T9" fmla="*/ 3 h 6"/>
                    <a:gd name="T10" fmla="*/ 4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4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2" name="Freeform 158">
                  <a:extLst>
                    <a:ext uri="{FF2B5EF4-FFF2-40B4-BE49-F238E27FC236}">
                      <a16:creationId xmlns:a16="http://schemas.microsoft.com/office/drawing/2014/main" id="{F02E8172-3960-D437-C60A-35F018F645F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18267" y="3487005"/>
                  <a:ext cx="26894" cy="374928"/>
                </a:xfrm>
                <a:custGeom>
                  <a:avLst/>
                  <a:gdLst>
                    <a:gd name="T0" fmla="*/ 17 w 17"/>
                    <a:gd name="T1" fmla="*/ 237 h 237"/>
                    <a:gd name="T2" fmla="*/ 0 w 17"/>
                    <a:gd name="T3" fmla="*/ 237 h 237"/>
                    <a:gd name="T4" fmla="*/ 0 w 17"/>
                    <a:gd name="T5" fmla="*/ 177 h 237"/>
                    <a:gd name="T6" fmla="*/ 17 w 17"/>
                    <a:gd name="T7" fmla="*/ 177 h 237"/>
                    <a:gd name="T8" fmla="*/ 17 w 17"/>
                    <a:gd name="T9" fmla="*/ 237 h 237"/>
                    <a:gd name="T10" fmla="*/ 17 w 17"/>
                    <a:gd name="T11" fmla="*/ 135 h 237"/>
                    <a:gd name="T12" fmla="*/ 0 w 17"/>
                    <a:gd name="T13" fmla="*/ 135 h 237"/>
                    <a:gd name="T14" fmla="*/ 0 w 17"/>
                    <a:gd name="T15" fmla="*/ 75 h 237"/>
                    <a:gd name="T16" fmla="*/ 17 w 17"/>
                    <a:gd name="T17" fmla="*/ 75 h 237"/>
                    <a:gd name="T18" fmla="*/ 17 w 17"/>
                    <a:gd name="T19" fmla="*/ 135 h 237"/>
                    <a:gd name="T20" fmla="*/ 17 w 17"/>
                    <a:gd name="T21" fmla="*/ 35 h 237"/>
                    <a:gd name="T22" fmla="*/ 0 w 17"/>
                    <a:gd name="T23" fmla="*/ 35 h 237"/>
                    <a:gd name="T24" fmla="*/ 0 w 17"/>
                    <a:gd name="T25" fmla="*/ 0 h 237"/>
                    <a:gd name="T26" fmla="*/ 17 w 17"/>
                    <a:gd name="T27" fmla="*/ 0 h 237"/>
                    <a:gd name="T28" fmla="*/ 17 w 17"/>
                    <a:gd name="T29" fmla="*/ 35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37">
                      <a:moveTo>
                        <a:pt x="17" y="237"/>
                      </a:moveTo>
                      <a:lnTo>
                        <a:pt x="0" y="237"/>
                      </a:lnTo>
                      <a:lnTo>
                        <a:pt x="0" y="177"/>
                      </a:lnTo>
                      <a:lnTo>
                        <a:pt x="17" y="177"/>
                      </a:lnTo>
                      <a:lnTo>
                        <a:pt x="17" y="237"/>
                      </a:lnTo>
                      <a:close/>
                      <a:moveTo>
                        <a:pt x="17" y="135"/>
                      </a:moveTo>
                      <a:lnTo>
                        <a:pt x="0" y="135"/>
                      </a:lnTo>
                      <a:lnTo>
                        <a:pt x="0" y="75"/>
                      </a:lnTo>
                      <a:lnTo>
                        <a:pt x="17" y="75"/>
                      </a:lnTo>
                      <a:lnTo>
                        <a:pt x="17" y="135"/>
                      </a:lnTo>
                      <a:close/>
                      <a:moveTo>
                        <a:pt x="17" y="35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7" name="组合 1016">
              <a:extLst>
                <a:ext uri="{FF2B5EF4-FFF2-40B4-BE49-F238E27FC236}">
                  <a16:creationId xmlns:a16="http://schemas.microsoft.com/office/drawing/2014/main" id="{1EE90479-7160-CEF6-27F8-A5610F3A446D}"/>
                </a:ext>
              </a:extLst>
            </p:cNvPr>
            <p:cNvGrpSpPr/>
            <p:nvPr/>
          </p:nvGrpSpPr>
          <p:grpSpPr>
            <a:xfrm>
              <a:off x="2336244" y="2051683"/>
              <a:ext cx="691544" cy="2843279"/>
              <a:chOff x="2336244" y="2051683"/>
              <a:chExt cx="691544" cy="2843279"/>
            </a:xfrm>
          </p:grpSpPr>
          <p:grpSp>
            <p:nvGrpSpPr>
              <p:cNvPr id="1066" name="组合 1065">
                <a:extLst>
                  <a:ext uri="{FF2B5EF4-FFF2-40B4-BE49-F238E27FC236}">
                    <a16:creationId xmlns:a16="http://schemas.microsoft.com/office/drawing/2014/main" id="{EF5C08AD-90AA-4FDB-7D27-89529CBC9EB3}"/>
                  </a:ext>
                </a:extLst>
              </p:cNvPr>
              <p:cNvGrpSpPr/>
              <p:nvPr/>
            </p:nvGrpSpPr>
            <p:grpSpPr>
              <a:xfrm>
                <a:off x="2336244" y="3487005"/>
                <a:ext cx="691323" cy="1407957"/>
                <a:chOff x="2336244" y="3487005"/>
                <a:chExt cx="691323" cy="1407957"/>
              </a:xfrm>
            </p:grpSpPr>
            <p:sp>
              <p:nvSpPr>
                <p:cNvPr id="1079" name="Freeform 87">
                  <a:extLst>
                    <a:ext uri="{FF2B5EF4-FFF2-40B4-BE49-F238E27FC236}">
                      <a16:creationId xmlns:a16="http://schemas.microsoft.com/office/drawing/2014/main" id="{5D6B8AB6-BD00-B229-891C-0F11CBD60E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280010" cy="55370"/>
                </a:xfrm>
                <a:custGeom>
                  <a:avLst/>
                  <a:gdLst>
                    <a:gd name="T0" fmla="*/ 68 w 75"/>
                    <a:gd name="T1" fmla="*/ 0 h 15"/>
                    <a:gd name="T2" fmla="*/ 7 w 75"/>
                    <a:gd name="T3" fmla="*/ 0 h 15"/>
                    <a:gd name="T4" fmla="*/ 0 w 75"/>
                    <a:gd name="T5" fmla="*/ 7 h 15"/>
                    <a:gd name="T6" fmla="*/ 7 w 75"/>
                    <a:gd name="T7" fmla="*/ 15 h 15"/>
                    <a:gd name="T8" fmla="*/ 68 w 75"/>
                    <a:gd name="T9" fmla="*/ 15 h 15"/>
                    <a:gd name="T10" fmla="*/ 75 w 75"/>
                    <a:gd name="T11" fmla="*/ 7 h 15"/>
                    <a:gd name="T12" fmla="*/ 68 w 75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6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0" name="Freeform 88">
                  <a:extLst>
                    <a:ext uri="{FF2B5EF4-FFF2-40B4-BE49-F238E27FC236}">
                      <a16:creationId xmlns:a16="http://schemas.microsoft.com/office/drawing/2014/main" id="{80DB246D-BF7A-36BA-0285-687E6D57F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1" name="Freeform 89">
                  <a:extLst>
                    <a:ext uri="{FF2B5EF4-FFF2-40B4-BE49-F238E27FC236}">
                      <a16:creationId xmlns:a16="http://schemas.microsoft.com/office/drawing/2014/main" id="{C463DCAD-FD29-3C6D-202A-467D8AF394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2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2" name="Freeform 90">
                  <a:extLst>
                    <a:ext uri="{FF2B5EF4-FFF2-40B4-BE49-F238E27FC236}">
                      <a16:creationId xmlns:a16="http://schemas.microsoft.com/office/drawing/2014/main" id="{B114731A-2787-7A05-1D9A-127212380C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145542" cy="52205"/>
                </a:xfrm>
                <a:custGeom>
                  <a:avLst/>
                  <a:gdLst>
                    <a:gd name="T0" fmla="*/ 6 w 39"/>
                    <a:gd name="T1" fmla="*/ 14 h 14"/>
                    <a:gd name="T2" fmla="*/ 32 w 39"/>
                    <a:gd name="T3" fmla="*/ 14 h 14"/>
                    <a:gd name="T4" fmla="*/ 39 w 39"/>
                    <a:gd name="T5" fmla="*/ 7 h 14"/>
                    <a:gd name="T6" fmla="*/ 32 w 39"/>
                    <a:gd name="T7" fmla="*/ 0 h 14"/>
                    <a:gd name="T8" fmla="*/ 6 w 39"/>
                    <a:gd name="T9" fmla="*/ 0 h 14"/>
                    <a:gd name="T10" fmla="*/ 0 w 39"/>
                    <a:gd name="T11" fmla="*/ 7 h 14"/>
                    <a:gd name="T12" fmla="*/ 6 w 3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14">
                      <a:moveTo>
                        <a:pt x="6" y="14"/>
                      </a:move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6" y="14"/>
                        <a:pt x="39" y="11"/>
                        <a:pt x="39" y="7"/>
                      </a:cubicBezTo>
                      <a:cubicBezTo>
                        <a:pt x="39" y="3"/>
                        <a:pt x="36" y="0"/>
                        <a:pt x="32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3" name="Freeform 91">
                  <a:extLst>
                    <a:ext uri="{FF2B5EF4-FFF2-40B4-BE49-F238E27FC236}">
                      <a16:creationId xmlns:a16="http://schemas.microsoft.com/office/drawing/2014/main" id="{3235706B-26E6-BF2E-CDD5-685B21FA55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6244" y="4010638"/>
                  <a:ext cx="691323" cy="884324"/>
                </a:xfrm>
                <a:custGeom>
                  <a:avLst/>
                  <a:gdLst>
                    <a:gd name="T0" fmla="*/ 93 w 185"/>
                    <a:gd name="T1" fmla="*/ 236 h 236"/>
                    <a:gd name="T2" fmla="*/ 185 w 185"/>
                    <a:gd name="T3" fmla="*/ 143 h 236"/>
                    <a:gd name="T4" fmla="*/ 166 w 185"/>
                    <a:gd name="T5" fmla="*/ 92 h 236"/>
                    <a:gd name="T6" fmla="*/ 140 w 185"/>
                    <a:gd name="T7" fmla="*/ 22 h 236"/>
                    <a:gd name="T8" fmla="*/ 120 w 185"/>
                    <a:gd name="T9" fmla="*/ 2 h 236"/>
                    <a:gd name="T10" fmla="*/ 93 w 185"/>
                    <a:gd name="T11" fmla="*/ 2 h 236"/>
                    <a:gd name="T12" fmla="*/ 58 w 185"/>
                    <a:gd name="T13" fmla="*/ 2 h 236"/>
                    <a:gd name="T14" fmla="*/ 34 w 185"/>
                    <a:gd name="T15" fmla="*/ 62 h 236"/>
                    <a:gd name="T16" fmla="*/ 0 w 185"/>
                    <a:gd name="T17" fmla="*/ 146 h 236"/>
                    <a:gd name="T18" fmla="*/ 93 w 185"/>
                    <a:gd name="T19" fmla="*/ 236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5" h="236">
                      <a:moveTo>
                        <a:pt x="93" y="236"/>
                      </a:moveTo>
                      <a:cubicBezTo>
                        <a:pt x="154" y="236"/>
                        <a:pt x="185" y="193"/>
                        <a:pt x="185" y="143"/>
                      </a:cubicBezTo>
                      <a:cubicBezTo>
                        <a:pt x="185" y="127"/>
                        <a:pt x="177" y="110"/>
                        <a:pt x="166" y="92"/>
                      </a:cubicBezTo>
                      <a:cubicBezTo>
                        <a:pt x="155" y="74"/>
                        <a:pt x="146" y="44"/>
                        <a:pt x="140" y="22"/>
                      </a:cubicBezTo>
                      <a:cubicBezTo>
                        <a:pt x="135" y="0"/>
                        <a:pt x="120" y="2"/>
                        <a:pt x="120" y="2"/>
                      </a:cubicBezTo>
                      <a:cubicBezTo>
                        <a:pt x="93" y="2"/>
                        <a:pt x="93" y="2"/>
                        <a:pt x="93" y="2"/>
                      </a:cubicBezTo>
                      <a:cubicBezTo>
                        <a:pt x="93" y="2"/>
                        <a:pt x="72" y="2"/>
                        <a:pt x="58" y="2"/>
                      </a:cubicBezTo>
                      <a:cubicBezTo>
                        <a:pt x="44" y="2"/>
                        <a:pt x="46" y="31"/>
                        <a:pt x="34" y="62"/>
                      </a:cubicBezTo>
                      <a:cubicBezTo>
                        <a:pt x="22" y="94"/>
                        <a:pt x="0" y="111"/>
                        <a:pt x="0" y="146"/>
                      </a:cubicBezTo>
                      <a:cubicBezTo>
                        <a:pt x="0" y="180"/>
                        <a:pt x="32" y="236"/>
                        <a:pt x="93" y="236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4" name="Freeform 92">
                  <a:extLst>
                    <a:ext uri="{FF2B5EF4-FFF2-40B4-BE49-F238E27FC236}">
                      <a16:creationId xmlns:a16="http://schemas.microsoft.com/office/drawing/2014/main" id="{32650B9B-9AEC-C6FE-D100-12247ED2F3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4278" y="4010638"/>
                  <a:ext cx="343289" cy="884324"/>
                </a:xfrm>
                <a:custGeom>
                  <a:avLst/>
                  <a:gdLst>
                    <a:gd name="T0" fmla="*/ 92 w 92"/>
                    <a:gd name="T1" fmla="*/ 143 h 236"/>
                    <a:gd name="T2" fmla="*/ 73 w 92"/>
                    <a:gd name="T3" fmla="*/ 92 h 236"/>
                    <a:gd name="T4" fmla="*/ 47 w 92"/>
                    <a:gd name="T5" fmla="*/ 22 h 236"/>
                    <a:gd name="T6" fmla="*/ 27 w 92"/>
                    <a:gd name="T7" fmla="*/ 2 h 236"/>
                    <a:gd name="T8" fmla="*/ 0 w 92"/>
                    <a:gd name="T9" fmla="*/ 2 h 236"/>
                    <a:gd name="T10" fmla="*/ 0 w 92"/>
                    <a:gd name="T11" fmla="*/ 236 h 236"/>
                    <a:gd name="T12" fmla="*/ 92 w 92"/>
                    <a:gd name="T13" fmla="*/ 14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2" h="236">
                      <a:moveTo>
                        <a:pt x="92" y="143"/>
                      </a:moveTo>
                      <a:cubicBezTo>
                        <a:pt x="92" y="127"/>
                        <a:pt x="84" y="110"/>
                        <a:pt x="73" y="92"/>
                      </a:cubicBezTo>
                      <a:cubicBezTo>
                        <a:pt x="62" y="74"/>
                        <a:pt x="53" y="44"/>
                        <a:pt x="47" y="22"/>
                      </a:cubicBezTo>
                      <a:cubicBezTo>
                        <a:pt x="42" y="0"/>
                        <a:pt x="27" y="2"/>
                        <a:pt x="27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36"/>
                        <a:pt x="0" y="236"/>
                        <a:pt x="0" y="236"/>
                      </a:cubicBezTo>
                      <a:cubicBezTo>
                        <a:pt x="61" y="236"/>
                        <a:pt x="92" y="193"/>
                        <a:pt x="92" y="1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5" name="Freeform 93">
                  <a:extLst>
                    <a:ext uri="{FF2B5EF4-FFF2-40B4-BE49-F238E27FC236}">
                      <a16:creationId xmlns:a16="http://schemas.microsoft.com/office/drawing/2014/main" id="{1941CEF4-33EE-BCEF-B05B-29A15D45EA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142378" cy="55370"/>
                </a:xfrm>
                <a:custGeom>
                  <a:avLst/>
                  <a:gdLst>
                    <a:gd name="T0" fmla="*/ 0 w 38"/>
                    <a:gd name="T1" fmla="*/ 7 h 15"/>
                    <a:gd name="T2" fmla="*/ 7 w 38"/>
                    <a:gd name="T3" fmla="*/ 15 h 15"/>
                    <a:gd name="T4" fmla="*/ 38 w 38"/>
                    <a:gd name="T5" fmla="*/ 15 h 15"/>
                    <a:gd name="T6" fmla="*/ 38 w 38"/>
                    <a:gd name="T7" fmla="*/ 0 h 15"/>
                    <a:gd name="T8" fmla="*/ 7 w 38"/>
                    <a:gd name="T9" fmla="*/ 0 h 15"/>
                    <a:gd name="T10" fmla="*/ 0 w 38"/>
                    <a:gd name="T11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0" y="7"/>
                      </a:move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6" name="Freeform 94">
                  <a:extLst>
                    <a:ext uri="{FF2B5EF4-FFF2-40B4-BE49-F238E27FC236}">
                      <a16:creationId xmlns:a16="http://schemas.microsoft.com/office/drawing/2014/main" id="{83B38D19-6354-C6AF-AF16-B65819FEB1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7" name="Freeform 95">
                  <a:extLst>
                    <a:ext uri="{FF2B5EF4-FFF2-40B4-BE49-F238E27FC236}">
                      <a16:creationId xmlns:a16="http://schemas.microsoft.com/office/drawing/2014/main" id="{0F044CD7-902C-F34D-11FA-88DB6D996F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8" name="Freeform 96">
                  <a:extLst>
                    <a:ext uri="{FF2B5EF4-FFF2-40B4-BE49-F238E27FC236}">
                      <a16:creationId xmlns:a16="http://schemas.microsoft.com/office/drawing/2014/main" id="{B4D66FE1-E9F9-024E-1E10-A80303D35C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74353" cy="52205"/>
                </a:xfrm>
                <a:custGeom>
                  <a:avLst/>
                  <a:gdLst>
                    <a:gd name="T0" fmla="*/ 6 w 20"/>
                    <a:gd name="T1" fmla="*/ 14 h 14"/>
                    <a:gd name="T2" fmla="*/ 20 w 20"/>
                    <a:gd name="T3" fmla="*/ 14 h 14"/>
                    <a:gd name="T4" fmla="*/ 20 w 20"/>
                    <a:gd name="T5" fmla="*/ 0 h 14"/>
                    <a:gd name="T6" fmla="*/ 6 w 20"/>
                    <a:gd name="T7" fmla="*/ 0 h 14"/>
                    <a:gd name="T8" fmla="*/ 0 w 20"/>
                    <a:gd name="T9" fmla="*/ 7 h 14"/>
                    <a:gd name="T10" fmla="*/ 6 w 20"/>
                    <a:gd name="T1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14">
                      <a:moveTo>
                        <a:pt x="6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9" name="Freeform 159">
                  <a:extLst>
                    <a:ext uri="{FF2B5EF4-FFF2-40B4-BE49-F238E27FC236}">
                      <a16:creationId xmlns:a16="http://schemas.microsoft.com/office/drawing/2014/main" id="{278FA518-A832-CBA4-985A-1A977FA776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673205" y="3487005"/>
                  <a:ext cx="25311" cy="183509"/>
                </a:xfrm>
                <a:custGeom>
                  <a:avLst/>
                  <a:gdLst>
                    <a:gd name="T0" fmla="*/ 16 w 16"/>
                    <a:gd name="T1" fmla="*/ 116 h 116"/>
                    <a:gd name="T2" fmla="*/ 0 w 16"/>
                    <a:gd name="T3" fmla="*/ 116 h 116"/>
                    <a:gd name="T4" fmla="*/ 0 w 16"/>
                    <a:gd name="T5" fmla="*/ 57 h 116"/>
                    <a:gd name="T6" fmla="*/ 16 w 16"/>
                    <a:gd name="T7" fmla="*/ 57 h 116"/>
                    <a:gd name="T8" fmla="*/ 16 w 16"/>
                    <a:gd name="T9" fmla="*/ 116 h 116"/>
                    <a:gd name="T10" fmla="*/ 16 w 16"/>
                    <a:gd name="T11" fmla="*/ 14 h 116"/>
                    <a:gd name="T12" fmla="*/ 0 w 16"/>
                    <a:gd name="T13" fmla="*/ 14 h 116"/>
                    <a:gd name="T14" fmla="*/ 0 w 16"/>
                    <a:gd name="T15" fmla="*/ 0 h 116"/>
                    <a:gd name="T16" fmla="*/ 16 w 16"/>
                    <a:gd name="T17" fmla="*/ 0 h 116"/>
                    <a:gd name="T18" fmla="*/ 16 w 16"/>
                    <a:gd name="T19" fmla="*/ 1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16">
                      <a:moveTo>
                        <a:pt x="16" y="116"/>
                      </a:moveTo>
                      <a:lnTo>
                        <a:pt x="0" y="116"/>
                      </a:lnTo>
                      <a:lnTo>
                        <a:pt x="0" y="57"/>
                      </a:lnTo>
                      <a:lnTo>
                        <a:pt x="16" y="57"/>
                      </a:lnTo>
                      <a:lnTo>
                        <a:pt x="16" y="116"/>
                      </a:lnTo>
                      <a:close/>
                      <a:moveTo>
                        <a:pt x="16" y="1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4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67" name="组合 1066">
                <a:extLst>
                  <a:ext uri="{FF2B5EF4-FFF2-40B4-BE49-F238E27FC236}">
                    <a16:creationId xmlns:a16="http://schemas.microsoft.com/office/drawing/2014/main" id="{1F7C8F28-36FE-5315-96CF-2AC1C000B00F}"/>
                  </a:ext>
                </a:extLst>
              </p:cNvPr>
              <p:cNvGrpSpPr/>
              <p:nvPr/>
            </p:nvGrpSpPr>
            <p:grpSpPr>
              <a:xfrm flipV="1">
                <a:off x="2336465" y="2051683"/>
                <a:ext cx="691323" cy="1407957"/>
                <a:chOff x="2336244" y="3487005"/>
                <a:chExt cx="691323" cy="1407957"/>
              </a:xfrm>
              <a:noFill/>
            </p:grpSpPr>
            <p:sp>
              <p:nvSpPr>
                <p:cNvPr id="1068" name="Freeform 87">
                  <a:extLst>
                    <a:ext uri="{FF2B5EF4-FFF2-40B4-BE49-F238E27FC236}">
                      <a16:creationId xmlns:a16="http://schemas.microsoft.com/office/drawing/2014/main" id="{C5DFB0D1-94CB-9B64-0FC7-A56FC83BA8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280010" cy="55370"/>
                </a:xfrm>
                <a:custGeom>
                  <a:avLst/>
                  <a:gdLst>
                    <a:gd name="T0" fmla="*/ 68 w 75"/>
                    <a:gd name="T1" fmla="*/ 0 h 15"/>
                    <a:gd name="T2" fmla="*/ 7 w 75"/>
                    <a:gd name="T3" fmla="*/ 0 h 15"/>
                    <a:gd name="T4" fmla="*/ 0 w 75"/>
                    <a:gd name="T5" fmla="*/ 7 h 15"/>
                    <a:gd name="T6" fmla="*/ 7 w 75"/>
                    <a:gd name="T7" fmla="*/ 15 h 15"/>
                    <a:gd name="T8" fmla="*/ 68 w 75"/>
                    <a:gd name="T9" fmla="*/ 15 h 15"/>
                    <a:gd name="T10" fmla="*/ 75 w 75"/>
                    <a:gd name="T11" fmla="*/ 7 h 15"/>
                    <a:gd name="T12" fmla="*/ 68 w 75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6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9" name="Freeform 88">
                  <a:extLst>
                    <a:ext uri="{FF2B5EF4-FFF2-40B4-BE49-F238E27FC236}">
                      <a16:creationId xmlns:a16="http://schemas.microsoft.com/office/drawing/2014/main" id="{8E07A98E-57C8-8A69-0016-B2B2CD6F7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0" name="Freeform 89">
                  <a:extLst>
                    <a:ext uri="{FF2B5EF4-FFF2-40B4-BE49-F238E27FC236}">
                      <a16:creationId xmlns:a16="http://schemas.microsoft.com/office/drawing/2014/main" id="{F7058149-5EA1-068F-185F-49B86BD055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2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1" name="Freeform 90">
                  <a:extLst>
                    <a:ext uri="{FF2B5EF4-FFF2-40B4-BE49-F238E27FC236}">
                      <a16:creationId xmlns:a16="http://schemas.microsoft.com/office/drawing/2014/main" id="{6AEFF2FD-42AF-DA0A-43FF-BBA5AB1797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145542" cy="52205"/>
                </a:xfrm>
                <a:custGeom>
                  <a:avLst/>
                  <a:gdLst>
                    <a:gd name="T0" fmla="*/ 6 w 39"/>
                    <a:gd name="T1" fmla="*/ 14 h 14"/>
                    <a:gd name="T2" fmla="*/ 32 w 39"/>
                    <a:gd name="T3" fmla="*/ 14 h 14"/>
                    <a:gd name="T4" fmla="*/ 39 w 39"/>
                    <a:gd name="T5" fmla="*/ 7 h 14"/>
                    <a:gd name="T6" fmla="*/ 32 w 39"/>
                    <a:gd name="T7" fmla="*/ 0 h 14"/>
                    <a:gd name="T8" fmla="*/ 6 w 39"/>
                    <a:gd name="T9" fmla="*/ 0 h 14"/>
                    <a:gd name="T10" fmla="*/ 0 w 39"/>
                    <a:gd name="T11" fmla="*/ 7 h 14"/>
                    <a:gd name="T12" fmla="*/ 6 w 3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14">
                      <a:moveTo>
                        <a:pt x="6" y="14"/>
                      </a:move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6" y="14"/>
                        <a:pt x="39" y="11"/>
                        <a:pt x="39" y="7"/>
                      </a:cubicBezTo>
                      <a:cubicBezTo>
                        <a:pt x="39" y="3"/>
                        <a:pt x="36" y="0"/>
                        <a:pt x="32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2" name="Freeform 91">
                  <a:extLst>
                    <a:ext uri="{FF2B5EF4-FFF2-40B4-BE49-F238E27FC236}">
                      <a16:creationId xmlns:a16="http://schemas.microsoft.com/office/drawing/2014/main" id="{5720A9EA-8427-D72A-EE33-09CAEA4F6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6244" y="4010638"/>
                  <a:ext cx="691323" cy="884324"/>
                </a:xfrm>
                <a:custGeom>
                  <a:avLst/>
                  <a:gdLst>
                    <a:gd name="T0" fmla="*/ 93 w 185"/>
                    <a:gd name="T1" fmla="*/ 236 h 236"/>
                    <a:gd name="T2" fmla="*/ 185 w 185"/>
                    <a:gd name="T3" fmla="*/ 143 h 236"/>
                    <a:gd name="T4" fmla="*/ 166 w 185"/>
                    <a:gd name="T5" fmla="*/ 92 h 236"/>
                    <a:gd name="T6" fmla="*/ 140 w 185"/>
                    <a:gd name="T7" fmla="*/ 22 h 236"/>
                    <a:gd name="T8" fmla="*/ 120 w 185"/>
                    <a:gd name="T9" fmla="*/ 2 h 236"/>
                    <a:gd name="T10" fmla="*/ 93 w 185"/>
                    <a:gd name="T11" fmla="*/ 2 h 236"/>
                    <a:gd name="T12" fmla="*/ 58 w 185"/>
                    <a:gd name="T13" fmla="*/ 2 h 236"/>
                    <a:gd name="T14" fmla="*/ 34 w 185"/>
                    <a:gd name="T15" fmla="*/ 62 h 236"/>
                    <a:gd name="T16" fmla="*/ 0 w 185"/>
                    <a:gd name="T17" fmla="*/ 146 h 236"/>
                    <a:gd name="T18" fmla="*/ 93 w 185"/>
                    <a:gd name="T19" fmla="*/ 236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5" h="236">
                      <a:moveTo>
                        <a:pt x="93" y="236"/>
                      </a:moveTo>
                      <a:cubicBezTo>
                        <a:pt x="154" y="236"/>
                        <a:pt x="185" y="193"/>
                        <a:pt x="185" y="143"/>
                      </a:cubicBezTo>
                      <a:cubicBezTo>
                        <a:pt x="185" y="127"/>
                        <a:pt x="177" y="110"/>
                        <a:pt x="166" y="92"/>
                      </a:cubicBezTo>
                      <a:cubicBezTo>
                        <a:pt x="155" y="74"/>
                        <a:pt x="146" y="44"/>
                        <a:pt x="140" y="22"/>
                      </a:cubicBezTo>
                      <a:cubicBezTo>
                        <a:pt x="135" y="0"/>
                        <a:pt x="120" y="2"/>
                        <a:pt x="120" y="2"/>
                      </a:cubicBezTo>
                      <a:cubicBezTo>
                        <a:pt x="93" y="2"/>
                        <a:pt x="93" y="2"/>
                        <a:pt x="93" y="2"/>
                      </a:cubicBezTo>
                      <a:cubicBezTo>
                        <a:pt x="93" y="2"/>
                        <a:pt x="72" y="2"/>
                        <a:pt x="58" y="2"/>
                      </a:cubicBezTo>
                      <a:cubicBezTo>
                        <a:pt x="44" y="2"/>
                        <a:pt x="46" y="31"/>
                        <a:pt x="34" y="62"/>
                      </a:cubicBezTo>
                      <a:cubicBezTo>
                        <a:pt x="22" y="94"/>
                        <a:pt x="0" y="111"/>
                        <a:pt x="0" y="146"/>
                      </a:cubicBezTo>
                      <a:cubicBezTo>
                        <a:pt x="0" y="180"/>
                        <a:pt x="32" y="236"/>
                        <a:pt x="93" y="2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3" name="Freeform 92">
                  <a:extLst>
                    <a:ext uri="{FF2B5EF4-FFF2-40B4-BE49-F238E27FC236}">
                      <a16:creationId xmlns:a16="http://schemas.microsoft.com/office/drawing/2014/main" id="{031566A7-EF5E-3D49-5305-0633631342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4278" y="4010638"/>
                  <a:ext cx="343289" cy="884324"/>
                </a:xfrm>
                <a:custGeom>
                  <a:avLst/>
                  <a:gdLst>
                    <a:gd name="T0" fmla="*/ 92 w 92"/>
                    <a:gd name="T1" fmla="*/ 143 h 236"/>
                    <a:gd name="T2" fmla="*/ 73 w 92"/>
                    <a:gd name="T3" fmla="*/ 92 h 236"/>
                    <a:gd name="T4" fmla="*/ 47 w 92"/>
                    <a:gd name="T5" fmla="*/ 22 h 236"/>
                    <a:gd name="T6" fmla="*/ 27 w 92"/>
                    <a:gd name="T7" fmla="*/ 2 h 236"/>
                    <a:gd name="T8" fmla="*/ 0 w 92"/>
                    <a:gd name="T9" fmla="*/ 2 h 236"/>
                    <a:gd name="T10" fmla="*/ 0 w 92"/>
                    <a:gd name="T11" fmla="*/ 236 h 236"/>
                    <a:gd name="T12" fmla="*/ 92 w 92"/>
                    <a:gd name="T13" fmla="*/ 14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2" h="236">
                      <a:moveTo>
                        <a:pt x="92" y="143"/>
                      </a:moveTo>
                      <a:cubicBezTo>
                        <a:pt x="92" y="127"/>
                        <a:pt x="84" y="110"/>
                        <a:pt x="73" y="92"/>
                      </a:cubicBezTo>
                      <a:cubicBezTo>
                        <a:pt x="62" y="74"/>
                        <a:pt x="53" y="44"/>
                        <a:pt x="47" y="22"/>
                      </a:cubicBezTo>
                      <a:cubicBezTo>
                        <a:pt x="42" y="0"/>
                        <a:pt x="27" y="2"/>
                        <a:pt x="27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36"/>
                        <a:pt x="0" y="236"/>
                        <a:pt x="0" y="236"/>
                      </a:cubicBezTo>
                      <a:cubicBezTo>
                        <a:pt x="61" y="236"/>
                        <a:pt x="92" y="193"/>
                        <a:pt x="92" y="14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4" name="Freeform 93">
                  <a:extLst>
                    <a:ext uri="{FF2B5EF4-FFF2-40B4-BE49-F238E27FC236}">
                      <a16:creationId xmlns:a16="http://schemas.microsoft.com/office/drawing/2014/main" id="{4E8A353D-B916-D3DF-E702-1465FC8A78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142378" cy="55370"/>
                </a:xfrm>
                <a:custGeom>
                  <a:avLst/>
                  <a:gdLst>
                    <a:gd name="T0" fmla="*/ 0 w 38"/>
                    <a:gd name="T1" fmla="*/ 7 h 15"/>
                    <a:gd name="T2" fmla="*/ 7 w 38"/>
                    <a:gd name="T3" fmla="*/ 15 h 15"/>
                    <a:gd name="T4" fmla="*/ 38 w 38"/>
                    <a:gd name="T5" fmla="*/ 15 h 15"/>
                    <a:gd name="T6" fmla="*/ 38 w 38"/>
                    <a:gd name="T7" fmla="*/ 0 h 15"/>
                    <a:gd name="T8" fmla="*/ 7 w 38"/>
                    <a:gd name="T9" fmla="*/ 0 h 15"/>
                    <a:gd name="T10" fmla="*/ 0 w 38"/>
                    <a:gd name="T11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0" y="7"/>
                      </a:move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5" name="Freeform 94">
                  <a:extLst>
                    <a:ext uri="{FF2B5EF4-FFF2-40B4-BE49-F238E27FC236}">
                      <a16:creationId xmlns:a16="http://schemas.microsoft.com/office/drawing/2014/main" id="{511A8C97-1DD8-FB11-61A7-AD8DDEF9D2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6" name="Freeform 95">
                  <a:extLst>
                    <a:ext uri="{FF2B5EF4-FFF2-40B4-BE49-F238E27FC236}">
                      <a16:creationId xmlns:a16="http://schemas.microsoft.com/office/drawing/2014/main" id="{996ABAF9-F1DD-E4D6-2D63-BE328B051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7" name="Freeform 96">
                  <a:extLst>
                    <a:ext uri="{FF2B5EF4-FFF2-40B4-BE49-F238E27FC236}">
                      <a16:creationId xmlns:a16="http://schemas.microsoft.com/office/drawing/2014/main" id="{324FD289-D48E-439D-B043-D114F8E263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74353" cy="52205"/>
                </a:xfrm>
                <a:custGeom>
                  <a:avLst/>
                  <a:gdLst>
                    <a:gd name="T0" fmla="*/ 6 w 20"/>
                    <a:gd name="T1" fmla="*/ 14 h 14"/>
                    <a:gd name="T2" fmla="*/ 20 w 20"/>
                    <a:gd name="T3" fmla="*/ 14 h 14"/>
                    <a:gd name="T4" fmla="*/ 20 w 20"/>
                    <a:gd name="T5" fmla="*/ 0 h 14"/>
                    <a:gd name="T6" fmla="*/ 6 w 20"/>
                    <a:gd name="T7" fmla="*/ 0 h 14"/>
                    <a:gd name="T8" fmla="*/ 0 w 20"/>
                    <a:gd name="T9" fmla="*/ 7 h 14"/>
                    <a:gd name="T10" fmla="*/ 6 w 20"/>
                    <a:gd name="T1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14">
                      <a:moveTo>
                        <a:pt x="6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8" name="Freeform 159">
                  <a:extLst>
                    <a:ext uri="{FF2B5EF4-FFF2-40B4-BE49-F238E27FC236}">
                      <a16:creationId xmlns:a16="http://schemas.microsoft.com/office/drawing/2014/main" id="{3CF14F36-48AE-1BE5-709D-CF4AC95BD59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673205" y="3487005"/>
                  <a:ext cx="25311" cy="183509"/>
                </a:xfrm>
                <a:custGeom>
                  <a:avLst/>
                  <a:gdLst>
                    <a:gd name="T0" fmla="*/ 16 w 16"/>
                    <a:gd name="T1" fmla="*/ 116 h 116"/>
                    <a:gd name="T2" fmla="*/ 0 w 16"/>
                    <a:gd name="T3" fmla="*/ 116 h 116"/>
                    <a:gd name="T4" fmla="*/ 0 w 16"/>
                    <a:gd name="T5" fmla="*/ 57 h 116"/>
                    <a:gd name="T6" fmla="*/ 16 w 16"/>
                    <a:gd name="T7" fmla="*/ 57 h 116"/>
                    <a:gd name="T8" fmla="*/ 16 w 16"/>
                    <a:gd name="T9" fmla="*/ 116 h 116"/>
                    <a:gd name="T10" fmla="*/ 16 w 16"/>
                    <a:gd name="T11" fmla="*/ 14 h 116"/>
                    <a:gd name="T12" fmla="*/ 0 w 16"/>
                    <a:gd name="T13" fmla="*/ 14 h 116"/>
                    <a:gd name="T14" fmla="*/ 0 w 16"/>
                    <a:gd name="T15" fmla="*/ 0 h 116"/>
                    <a:gd name="T16" fmla="*/ 16 w 16"/>
                    <a:gd name="T17" fmla="*/ 0 h 116"/>
                    <a:gd name="T18" fmla="*/ 16 w 16"/>
                    <a:gd name="T19" fmla="*/ 1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16">
                      <a:moveTo>
                        <a:pt x="16" y="116"/>
                      </a:moveTo>
                      <a:lnTo>
                        <a:pt x="0" y="116"/>
                      </a:lnTo>
                      <a:lnTo>
                        <a:pt x="0" y="57"/>
                      </a:lnTo>
                      <a:lnTo>
                        <a:pt x="16" y="57"/>
                      </a:lnTo>
                      <a:lnTo>
                        <a:pt x="16" y="116"/>
                      </a:lnTo>
                      <a:close/>
                      <a:moveTo>
                        <a:pt x="16" y="1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8" name="组合 1017">
              <a:extLst>
                <a:ext uri="{FF2B5EF4-FFF2-40B4-BE49-F238E27FC236}">
                  <a16:creationId xmlns:a16="http://schemas.microsoft.com/office/drawing/2014/main" id="{60F8959C-BDD2-017E-FC1C-07067A7F4DBB}"/>
                </a:ext>
              </a:extLst>
            </p:cNvPr>
            <p:cNvGrpSpPr/>
            <p:nvPr/>
          </p:nvGrpSpPr>
          <p:grpSpPr>
            <a:xfrm>
              <a:off x="1378428" y="1500079"/>
              <a:ext cx="524356" cy="3983377"/>
              <a:chOff x="1378428" y="1500079"/>
              <a:chExt cx="524356" cy="3983377"/>
            </a:xfrm>
          </p:grpSpPr>
          <p:grpSp>
            <p:nvGrpSpPr>
              <p:cNvPr id="1042" name="组合 1041">
                <a:extLst>
                  <a:ext uri="{FF2B5EF4-FFF2-40B4-BE49-F238E27FC236}">
                    <a16:creationId xmlns:a16="http://schemas.microsoft.com/office/drawing/2014/main" id="{00F61FD2-54B0-2936-4AA6-ECD869300F34}"/>
                  </a:ext>
                </a:extLst>
              </p:cNvPr>
              <p:cNvGrpSpPr/>
              <p:nvPr/>
            </p:nvGrpSpPr>
            <p:grpSpPr>
              <a:xfrm>
                <a:off x="1379150" y="3512317"/>
                <a:ext cx="523634" cy="1971139"/>
                <a:chOff x="1379150" y="3512317"/>
                <a:chExt cx="523634" cy="1971139"/>
              </a:xfrm>
            </p:grpSpPr>
            <p:sp>
              <p:nvSpPr>
                <p:cNvPr id="1055" name="Freeform 97">
                  <a:extLst>
                    <a:ext uri="{FF2B5EF4-FFF2-40B4-BE49-F238E27FC236}">
                      <a16:creationId xmlns:a16="http://schemas.microsoft.com/office/drawing/2014/main" id="{5EC92442-FCAD-D245-55A5-0E317BE156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213567" cy="44296"/>
                </a:xfrm>
                <a:custGeom>
                  <a:avLst/>
                  <a:gdLst>
                    <a:gd name="T0" fmla="*/ 51 w 57"/>
                    <a:gd name="T1" fmla="*/ 0 h 12"/>
                    <a:gd name="T2" fmla="*/ 5 w 57"/>
                    <a:gd name="T3" fmla="*/ 0 h 12"/>
                    <a:gd name="T4" fmla="*/ 0 w 57"/>
                    <a:gd name="T5" fmla="*/ 6 h 12"/>
                    <a:gd name="T6" fmla="*/ 5 w 57"/>
                    <a:gd name="T7" fmla="*/ 12 h 12"/>
                    <a:gd name="T8" fmla="*/ 51 w 57"/>
                    <a:gd name="T9" fmla="*/ 12 h 12"/>
                    <a:gd name="T10" fmla="*/ 57 w 57"/>
                    <a:gd name="T11" fmla="*/ 6 h 12"/>
                    <a:gd name="T12" fmla="*/ 51 w 57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1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6" name="Freeform 98">
                  <a:extLst>
                    <a:ext uri="{FF2B5EF4-FFF2-40B4-BE49-F238E27FC236}">
                      <a16:creationId xmlns:a16="http://schemas.microsoft.com/office/drawing/2014/main" id="{2E2BA0B8-0F26-9EB9-75D8-B102678237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213567" cy="41131"/>
                </a:xfrm>
                <a:custGeom>
                  <a:avLst/>
                  <a:gdLst>
                    <a:gd name="T0" fmla="*/ 5 w 57"/>
                    <a:gd name="T1" fmla="*/ 11 h 11"/>
                    <a:gd name="T2" fmla="*/ 51 w 57"/>
                    <a:gd name="T3" fmla="*/ 11 h 11"/>
                    <a:gd name="T4" fmla="*/ 57 w 57"/>
                    <a:gd name="T5" fmla="*/ 5 h 11"/>
                    <a:gd name="T6" fmla="*/ 51 w 57"/>
                    <a:gd name="T7" fmla="*/ 0 h 11"/>
                    <a:gd name="T8" fmla="*/ 5 w 57"/>
                    <a:gd name="T9" fmla="*/ 0 h 11"/>
                    <a:gd name="T10" fmla="*/ 0 w 57"/>
                    <a:gd name="T11" fmla="*/ 5 h 11"/>
                    <a:gd name="T12" fmla="*/ 5 w 57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1">
                      <a:moveTo>
                        <a:pt x="5" y="11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4" y="11"/>
                        <a:pt x="57" y="9"/>
                        <a:pt x="57" y="5"/>
                      </a:cubicBezTo>
                      <a:cubicBezTo>
                        <a:pt x="57" y="2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7" name="Freeform 99">
                  <a:extLst>
                    <a:ext uri="{FF2B5EF4-FFF2-40B4-BE49-F238E27FC236}">
                      <a16:creationId xmlns:a16="http://schemas.microsoft.com/office/drawing/2014/main" id="{1FF89B7F-1821-8D5B-DDF7-2850054DEA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213567" cy="45878"/>
                </a:xfrm>
                <a:custGeom>
                  <a:avLst/>
                  <a:gdLst>
                    <a:gd name="T0" fmla="*/ 5 w 57"/>
                    <a:gd name="T1" fmla="*/ 12 h 12"/>
                    <a:gd name="T2" fmla="*/ 51 w 57"/>
                    <a:gd name="T3" fmla="*/ 12 h 12"/>
                    <a:gd name="T4" fmla="*/ 57 w 57"/>
                    <a:gd name="T5" fmla="*/ 6 h 12"/>
                    <a:gd name="T6" fmla="*/ 51 w 57"/>
                    <a:gd name="T7" fmla="*/ 0 h 12"/>
                    <a:gd name="T8" fmla="*/ 5 w 57"/>
                    <a:gd name="T9" fmla="*/ 0 h 12"/>
                    <a:gd name="T10" fmla="*/ 0 w 57"/>
                    <a:gd name="T11" fmla="*/ 6 h 12"/>
                    <a:gd name="T12" fmla="*/ 5 w 57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" y="12"/>
                      </a:move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8" name="Freeform 100">
                  <a:extLst>
                    <a:ext uri="{FF2B5EF4-FFF2-40B4-BE49-F238E27FC236}">
                      <a16:creationId xmlns:a16="http://schemas.microsoft.com/office/drawing/2014/main" id="{9CD6C80E-3700-ED69-813D-67B9DFCD68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112320" cy="37967"/>
                </a:xfrm>
                <a:custGeom>
                  <a:avLst/>
                  <a:gdLst>
                    <a:gd name="T0" fmla="*/ 5 w 30"/>
                    <a:gd name="T1" fmla="*/ 10 h 10"/>
                    <a:gd name="T2" fmla="*/ 25 w 30"/>
                    <a:gd name="T3" fmla="*/ 10 h 10"/>
                    <a:gd name="T4" fmla="*/ 30 w 30"/>
                    <a:gd name="T5" fmla="*/ 5 h 10"/>
                    <a:gd name="T6" fmla="*/ 25 w 30"/>
                    <a:gd name="T7" fmla="*/ 0 h 10"/>
                    <a:gd name="T8" fmla="*/ 5 w 30"/>
                    <a:gd name="T9" fmla="*/ 0 h 10"/>
                    <a:gd name="T10" fmla="*/ 0 w 30"/>
                    <a:gd name="T11" fmla="*/ 5 h 10"/>
                    <a:gd name="T12" fmla="*/ 5 w 3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0" h="10">
                      <a:moveTo>
                        <a:pt x="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8" y="10"/>
                        <a:pt x="30" y="8"/>
                        <a:pt x="30" y="5"/>
                      </a:cubicBezTo>
                      <a:cubicBezTo>
                        <a:pt x="30" y="2"/>
                        <a:pt x="28" y="0"/>
                        <a:pt x="2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9" name="Freeform 101">
                  <a:extLst>
                    <a:ext uri="{FF2B5EF4-FFF2-40B4-BE49-F238E27FC236}">
                      <a16:creationId xmlns:a16="http://schemas.microsoft.com/office/drawing/2014/main" id="{EA2DE77C-E411-435F-9405-0FF3EF0D65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9150" y="4815863"/>
                  <a:ext cx="523634" cy="667593"/>
                </a:xfrm>
                <a:custGeom>
                  <a:avLst/>
                  <a:gdLst>
                    <a:gd name="T0" fmla="*/ 71 w 140"/>
                    <a:gd name="T1" fmla="*/ 178 h 178"/>
                    <a:gd name="T2" fmla="*/ 140 w 140"/>
                    <a:gd name="T3" fmla="*/ 108 h 178"/>
                    <a:gd name="T4" fmla="*/ 125 w 140"/>
                    <a:gd name="T5" fmla="*/ 69 h 178"/>
                    <a:gd name="T6" fmla="*/ 106 w 140"/>
                    <a:gd name="T7" fmla="*/ 17 h 178"/>
                    <a:gd name="T8" fmla="*/ 91 w 140"/>
                    <a:gd name="T9" fmla="*/ 2 h 178"/>
                    <a:gd name="T10" fmla="*/ 71 w 140"/>
                    <a:gd name="T11" fmla="*/ 2 h 178"/>
                    <a:gd name="T12" fmla="*/ 44 w 140"/>
                    <a:gd name="T13" fmla="*/ 2 h 178"/>
                    <a:gd name="T14" fmla="*/ 26 w 140"/>
                    <a:gd name="T15" fmla="*/ 47 h 178"/>
                    <a:gd name="T16" fmla="*/ 0 w 140"/>
                    <a:gd name="T17" fmla="*/ 110 h 178"/>
                    <a:gd name="T18" fmla="*/ 71 w 140"/>
                    <a:gd name="T19" fmla="*/ 17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0" h="178">
                      <a:moveTo>
                        <a:pt x="71" y="178"/>
                      </a:moveTo>
                      <a:cubicBezTo>
                        <a:pt x="117" y="178"/>
                        <a:pt x="140" y="146"/>
                        <a:pt x="140" y="108"/>
                      </a:cubicBezTo>
                      <a:cubicBezTo>
                        <a:pt x="140" y="96"/>
                        <a:pt x="134" y="83"/>
                        <a:pt x="125" y="69"/>
                      </a:cubicBezTo>
                      <a:cubicBezTo>
                        <a:pt x="117" y="56"/>
                        <a:pt x="110" y="33"/>
                        <a:pt x="106" y="17"/>
                      </a:cubicBezTo>
                      <a:cubicBezTo>
                        <a:pt x="102" y="0"/>
                        <a:pt x="91" y="2"/>
                        <a:pt x="91" y="2"/>
                      </a:cubicBezTo>
                      <a:cubicBezTo>
                        <a:pt x="71" y="2"/>
                        <a:pt x="71" y="2"/>
                        <a:pt x="71" y="2"/>
                      </a:cubicBezTo>
                      <a:cubicBezTo>
                        <a:pt x="71" y="2"/>
                        <a:pt x="55" y="2"/>
                        <a:pt x="44" y="2"/>
                      </a:cubicBezTo>
                      <a:cubicBezTo>
                        <a:pt x="34" y="2"/>
                        <a:pt x="35" y="24"/>
                        <a:pt x="26" y="47"/>
                      </a:cubicBezTo>
                      <a:cubicBezTo>
                        <a:pt x="17" y="71"/>
                        <a:pt x="0" y="84"/>
                        <a:pt x="0" y="110"/>
                      </a:cubicBezTo>
                      <a:cubicBezTo>
                        <a:pt x="0" y="136"/>
                        <a:pt x="25" y="178"/>
                        <a:pt x="71" y="178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0" name="Freeform 102">
                  <a:extLst>
                    <a:ext uri="{FF2B5EF4-FFF2-40B4-BE49-F238E27FC236}">
                      <a16:creationId xmlns:a16="http://schemas.microsoft.com/office/drawing/2014/main" id="{6E60967E-C056-B42E-C3D8-9A138A6C16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4921" y="4815863"/>
                  <a:ext cx="257862" cy="667593"/>
                </a:xfrm>
                <a:custGeom>
                  <a:avLst/>
                  <a:gdLst>
                    <a:gd name="T0" fmla="*/ 69 w 69"/>
                    <a:gd name="T1" fmla="*/ 108 h 178"/>
                    <a:gd name="T2" fmla="*/ 54 w 69"/>
                    <a:gd name="T3" fmla="*/ 69 h 178"/>
                    <a:gd name="T4" fmla="*/ 35 w 69"/>
                    <a:gd name="T5" fmla="*/ 17 h 178"/>
                    <a:gd name="T6" fmla="*/ 20 w 69"/>
                    <a:gd name="T7" fmla="*/ 2 h 178"/>
                    <a:gd name="T8" fmla="*/ 0 w 69"/>
                    <a:gd name="T9" fmla="*/ 2 h 178"/>
                    <a:gd name="T10" fmla="*/ 0 w 69"/>
                    <a:gd name="T11" fmla="*/ 178 h 178"/>
                    <a:gd name="T12" fmla="*/ 69 w 69"/>
                    <a:gd name="T13" fmla="*/ 10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78">
                      <a:moveTo>
                        <a:pt x="69" y="108"/>
                      </a:moveTo>
                      <a:cubicBezTo>
                        <a:pt x="69" y="96"/>
                        <a:pt x="63" y="83"/>
                        <a:pt x="54" y="69"/>
                      </a:cubicBezTo>
                      <a:cubicBezTo>
                        <a:pt x="46" y="56"/>
                        <a:pt x="39" y="33"/>
                        <a:pt x="35" y="17"/>
                      </a:cubicBezTo>
                      <a:cubicBezTo>
                        <a:pt x="31" y="0"/>
                        <a:pt x="20" y="2"/>
                        <a:pt x="2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46" y="178"/>
                        <a:pt x="69" y="146"/>
                        <a:pt x="69" y="1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1" name="Freeform 103">
                  <a:extLst>
                    <a:ext uri="{FF2B5EF4-FFF2-40B4-BE49-F238E27FC236}">
                      <a16:creationId xmlns:a16="http://schemas.microsoft.com/office/drawing/2014/main" id="{114788E0-41D6-45FD-FE13-9B244381E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109157" cy="44296"/>
                </a:xfrm>
                <a:custGeom>
                  <a:avLst/>
                  <a:gdLst>
                    <a:gd name="T0" fmla="*/ 0 w 29"/>
                    <a:gd name="T1" fmla="*/ 6 h 12"/>
                    <a:gd name="T2" fmla="*/ 5 w 29"/>
                    <a:gd name="T3" fmla="*/ 12 h 12"/>
                    <a:gd name="T4" fmla="*/ 29 w 29"/>
                    <a:gd name="T5" fmla="*/ 12 h 12"/>
                    <a:gd name="T6" fmla="*/ 29 w 29"/>
                    <a:gd name="T7" fmla="*/ 0 h 12"/>
                    <a:gd name="T8" fmla="*/ 5 w 29"/>
                    <a:gd name="T9" fmla="*/ 0 h 12"/>
                    <a:gd name="T10" fmla="*/ 0 w 29"/>
                    <a:gd name="T11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0" y="6"/>
                      </a:move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2" name="Freeform 104">
                  <a:extLst>
                    <a:ext uri="{FF2B5EF4-FFF2-40B4-BE49-F238E27FC236}">
                      <a16:creationId xmlns:a16="http://schemas.microsoft.com/office/drawing/2014/main" id="{A5717E2D-CC21-4F9A-EDC0-7BFAB39DA0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109157" cy="41131"/>
                </a:xfrm>
                <a:custGeom>
                  <a:avLst/>
                  <a:gdLst>
                    <a:gd name="T0" fmla="*/ 5 w 29"/>
                    <a:gd name="T1" fmla="*/ 11 h 11"/>
                    <a:gd name="T2" fmla="*/ 29 w 29"/>
                    <a:gd name="T3" fmla="*/ 11 h 11"/>
                    <a:gd name="T4" fmla="*/ 29 w 29"/>
                    <a:gd name="T5" fmla="*/ 0 h 11"/>
                    <a:gd name="T6" fmla="*/ 5 w 29"/>
                    <a:gd name="T7" fmla="*/ 0 h 11"/>
                    <a:gd name="T8" fmla="*/ 0 w 29"/>
                    <a:gd name="T9" fmla="*/ 5 h 11"/>
                    <a:gd name="T10" fmla="*/ 5 w 29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1">
                      <a:moveTo>
                        <a:pt x="5" y="11"/>
                      </a:move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3" name="Freeform 105">
                  <a:extLst>
                    <a:ext uri="{FF2B5EF4-FFF2-40B4-BE49-F238E27FC236}">
                      <a16:creationId xmlns:a16="http://schemas.microsoft.com/office/drawing/2014/main" id="{2481C774-8683-FF97-8ACF-C02E933027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109157" cy="45878"/>
                </a:xfrm>
                <a:custGeom>
                  <a:avLst/>
                  <a:gdLst>
                    <a:gd name="T0" fmla="*/ 5 w 29"/>
                    <a:gd name="T1" fmla="*/ 12 h 12"/>
                    <a:gd name="T2" fmla="*/ 29 w 29"/>
                    <a:gd name="T3" fmla="*/ 12 h 12"/>
                    <a:gd name="T4" fmla="*/ 29 w 29"/>
                    <a:gd name="T5" fmla="*/ 0 h 12"/>
                    <a:gd name="T6" fmla="*/ 5 w 29"/>
                    <a:gd name="T7" fmla="*/ 0 h 12"/>
                    <a:gd name="T8" fmla="*/ 0 w 29"/>
                    <a:gd name="T9" fmla="*/ 6 h 12"/>
                    <a:gd name="T10" fmla="*/ 5 w 29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5" y="12"/>
                      </a:move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4" name="Freeform 106">
                  <a:extLst>
                    <a:ext uri="{FF2B5EF4-FFF2-40B4-BE49-F238E27FC236}">
                      <a16:creationId xmlns:a16="http://schemas.microsoft.com/office/drawing/2014/main" id="{7EB79B00-CC52-F1CB-7467-DB4478CE8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60115" cy="37967"/>
                </a:xfrm>
                <a:custGeom>
                  <a:avLst/>
                  <a:gdLst>
                    <a:gd name="T0" fmla="*/ 5 w 16"/>
                    <a:gd name="T1" fmla="*/ 10 h 10"/>
                    <a:gd name="T2" fmla="*/ 16 w 16"/>
                    <a:gd name="T3" fmla="*/ 10 h 10"/>
                    <a:gd name="T4" fmla="*/ 16 w 16"/>
                    <a:gd name="T5" fmla="*/ 0 h 10"/>
                    <a:gd name="T6" fmla="*/ 5 w 16"/>
                    <a:gd name="T7" fmla="*/ 0 h 10"/>
                    <a:gd name="T8" fmla="*/ 0 w 16"/>
                    <a:gd name="T9" fmla="*/ 5 h 10"/>
                    <a:gd name="T10" fmla="*/ 5 w 16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10">
                      <a:moveTo>
                        <a:pt x="5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5" name="Freeform 160">
                  <a:extLst>
                    <a:ext uri="{FF2B5EF4-FFF2-40B4-BE49-F238E27FC236}">
                      <a16:creationId xmlns:a16="http://schemas.microsoft.com/office/drawing/2014/main" id="{5EDE2A6A-52F6-9367-54E7-B5083A805DE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29102" y="3512317"/>
                  <a:ext cx="26894" cy="1048849"/>
                </a:xfrm>
                <a:custGeom>
                  <a:avLst/>
                  <a:gdLst>
                    <a:gd name="T0" fmla="*/ 17 w 17"/>
                    <a:gd name="T1" fmla="*/ 663 h 663"/>
                    <a:gd name="T2" fmla="*/ 0 w 17"/>
                    <a:gd name="T3" fmla="*/ 663 h 663"/>
                    <a:gd name="T4" fmla="*/ 0 w 17"/>
                    <a:gd name="T5" fmla="*/ 604 h 663"/>
                    <a:gd name="T6" fmla="*/ 17 w 17"/>
                    <a:gd name="T7" fmla="*/ 604 h 663"/>
                    <a:gd name="T8" fmla="*/ 17 w 17"/>
                    <a:gd name="T9" fmla="*/ 663 h 663"/>
                    <a:gd name="T10" fmla="*/ 17 w 17"/>
                    <a:gd name="T11" fmla="*/ 561 h 663"/>
                    <a:gd name="T12" fmla="*/ 0 w 17"/>
                    <a:gd name="T13" fmla="*/ 561 h 663"/>
                    <a:gd name="T14" fmla="*/ 0 w 17"/>
                    <a:gd name="T15" fmla="*/ 502 h 663"/>
                    <a:gd name="T16" fmla="*/ 17 w 17"/>
                    <a:gd name="T17" fmla="*/ 502 h 663"/>
                    <a:gd name="T18" fmla="*/ 17 w 17"/>
                    <a:gd name="T19" fmla="*/ 561 h 663"/>
                    <a:gd name="T20" fmla="*/ 17 w 17"/>
                    <a:gd name="T21" fmla="*/ 462 h 663"/>
                    <a:gd name="T22" fmla="*/ 0 w 17"/>
                    <a:gd name="T23" fmla="*/ 462 h 663"/>
                    <a:gd name="T24" fmla="*/ 0 w 17"/>
                    <a:gd name="T25" fmla="*/ 403 h 663"/>
                    <a:gd name="T26" fmla="*/ 17 w 17"/>
                    <a:gd name="T27" fmla="*/ 403 h 663"/>
                    <a:gd name="T28" fmla="*/ 17 w 17"/>
                    <a:gd name="T29" fmla="*/ 462 h 663"/>
                    <a:gd name="T30" fmla="*/ 17 w 17"/>
                    <a:gd name="T31" fmla="*/ 360 h 663"/>
                    <a:gd name="T32" fmla="*/ 0 w 17"/>
                    <a:gd name="T33" fmla="*/ 360 h 663"/>
                    <a:gd name="T34" fmla="*/ 0 w 17"/>
                    <a:gd name="T35" fmla="*/ 301 h 663"/>
                    <a:gd name="T36" fmla="*/ 17 w 17"/>
                    <a:gd name="T37" fmla="*/ 301 h 663"/>
                    <a:gd name="T38" fmla="*/ 17 w 17"/>
                    <a:gd name="T39" fmla="*/ 360 h 663"/>
                    <a:gd name="T40" fmla="*/ 17 w 17"/>
                    <a:gd name="T41" fmla="*/ 261 h 663"/>
                    <a:gd name="T42" fmla="*/ 0 w 17"/>
                    <a:gd name="T43" fmla="*/ 261 h 663"/>
                    <a:gd name="T44" fmla="*/ 0 w 17"/>
                    <a:gd name="T45" fmla="*/ 202 h 663"/>
                    <a:gd name="T46" fmla="*/ 17 w 17"/>
                    <a:gd name="T47" fmla="*/ 202 h 663"/>
                    <a:gd name="T48" fmla="*/ 17 w 17"/>
                    <a:gd name="T49" fmla="*/ 261 h 663"/>
                    <a:gd name="T50" fmla="*/ 17 w 17"/>
                    <a:gd name="T51" fmla="*/ 159 h 663"/>
                    <a:gd name="T52" fmla="*/ 0 w 17"/>
                    <a:gd name="T53" fmla="*/ 159 h 663"/>
                    <a:gd name="T54" fmla="*/ 0 w 17"/>
                    <a:gd name="T55" fmla="*/ 100 h 663"/>
                    <a:gd name="T56" fmla="*/ 17 w 17"/>
                    <a:gd name="T57" fmla="*/ 100 h 663"/>
                    <a:gd name="T58" fmla="*/ 17 w 17"/>
                    <a:gd name="T59" fmla="*/ 159 h 663"/>
                    <a:gd name="T60" fmla="*/ 17 w 17"/>
                    <a:gd name="T61" fmla="*/ 59 h 663"/>
                    <a:gd name="T62" fmla="*/ 0 w 17"/>
                    <a:gd name="T63" fmla="*/ 59 h 663"/>
                    <a:gd name="T64" fmla="*/ 0 w 17"/>
                    <a:gd name="T65" fmla="*/ 0 h 663"/>
                    <a:gd name="T66" fmla="*/ 17 w 17"/>
                    <a:gd name="T67" fmla="*/ 0 h 663"/>
                    <a:gd name="T68" fmla="*/ 17 w 17"/>
                    <a:gd name="T69" fmla="*/ 59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663"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1"/>
                      </a:moveTo>
                      <a:lnTo>
                        <a:pt x="0" y="561"/>
                      </a:lnTo>
                      <a:lnTo>
                        <a:pt x="0" y="502"/>
                      </a:lnTo>
                      <a:lnTo>
                        <a:pt x="17" y="502"/>
                      </a:lnTo>
                      <a:lnTo>
                        <a:pt x="17" y="561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0"/>
                      </a:moveTo>
                      <a:lnTo>
                        <a:pt x="0" y="360"/>
                      </a:lnTo>
                      <a:lnTo>
                        <a:pt x="0" y="301"/>
                      </a:lnTo>
                      <a:lnTo>
                        <a:pt x="17" y="301"/>
                      </a:lnTo>
                      <a:lnTo>
                        <a:pt x="17" y="360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59"/>
                      </a:moveTo>
                      <a:lnTo>
                        <a:pt x="0" y="159"/>
                      </a:lnTo>
                      <a:lnTo>
                        <a:pt x="0" y="100"/>
                      </a:lnTo>
                      <a:lnTo>
                        <a:pt x="17" y="100"/>
                      </a:lnTo>
                      <a:lnTo>
                        <a:pt x="17" y="159"/>
                      </a:lnTo>
                      <a:close/>
                      <a:moveTo>
                        <a:pt x="17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59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43" name="组合 1042">
                <a:extLst>
                  <a:ext uri="{FF2B5EF4-FFF2-40B4-BE49-F238E27FC236}">
                    <a16:creationId xmlns:a16="http://schemas.microsoft.com/office/drawing/2014/main" id="{3143A079-4A25-22B7-78DB-DD1757A01C47}"/>
                  </a:ext>
                </a:extLst>
              </p:cNvPr>
              <p:cNvGrpSpPr/>
              <p:nvPr/>
            </p:nvGrpSpPr>
            <p:grpSpPr>
              <a:xfrm flipV="1">
                <a:off x="1378428" y="1500079"/>
                <a:ext cx="523634" cy="1971139"/>
                <a:chOff x="1379150" y="3512317"/>
                <a:chExt cx="523634" cy="1971139"/>
              </a:xfrm>
              <a:noFill/>
            </p:grpSpPr>
            <p:sp>
              <p:nvSpPr>
                <p:cNvPr id="1044" name="Freeform 97">
                  <a:extLst>
                    <a:ext uri="{FF2B5EF4-FFF2-40B4-BE49-F238E27FC236}">
                      <a16:creationId xmlns:a16="http://schemas.microsoft.com/office/drawing/2014/main" id="{5FCF64C6-7964-C11C-375F-E3DE7427ED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213567" cy="44296"/>
                </a:xfrm>
                <a:custGeom>
                  <a:avLst/>
                  <a:gdLst>
                    <a:gd name="T0" fmla="*/ 51 w 57"/>
                    <a:gd name="T1" fmla="*/ 0 h 12"/>
                    <a:gd name="T2" fmla="*/ 5 w 57"/>
                    <a:gd name="T3" fmla="*/ 0 h 12"/>
                    <a:gd name="T4" fmla="*/ 0 w 57"/>
                    <a:gd name="T5" fmla="*/ 6 h 12"/>
                    <a:gd name="T6" fmla="*/ 5 w 57"/>
                    <a:gd name="T7" fmla="*/ 12 h 12"/>
                    <a:gd name="T8" fmla="*/ 51 w 57"/>
                    <a:gd name="T9" fmla="*/ 12 h 12"/>
                    <a:gd name="T10" fmla="*/ 57 w 57"/>
                    <a:gd name="T11" fmla="*/ 6 h 12"/>
                    <a:gd name="T12" fmla="*/ 51 w 57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1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5" name="Freeform 98">
                  <a:extLst>
                    <a:ext uri="{FF2B5EF4-FFF2-40B4-BE49-F238E27FC236}">
                      <a16:creationId xmlns:a16="http://schemas.microsoft.com/office/drawing/2014/main" id="{6CB1138D-BDF0-4A8D-113B-A42BF0E87F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213567" cy="41131"/>
                </a:xfrm>
                <a:custGeom>
                  <a:avLst/>
                  <a:gdLst>
                    <a:gd name="T0" fmla="*/ 5 w 57"/>
                    <a:gd name="T1" fmla="*/ 11 h 11"/>
                    <a:gd name="T2" fmla="*/ 51 w 57"/>
                    <a:gd name="T3" fmla="*/ 11 h 11"/>
                    <a:gd name="T4" fmla="*/ 57 w 57"/>
                    <a:gd name="T5" fmla="*/ 5 h 11"/>
                    <a:gd name="T6" fmla="*/ 51 w 57"/>
                    <a:gd name="T7" fmla="*/ 0 h 11"/>
                    <a:gd name="T8" fmla="*/ 5 w 57"/>
                    <a:gd name="T9" fmla="*/ 0 h 11"/>
                    <a:gd name="T10" fmla="*/ 0 w 57"/>
                    <a:gd name="T11" fmla="*/ 5 h 11"/>
                    <a:gd name="T12" fmla="*/ 5 w 57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1">
                      <a:moveTo>
                        <a:pt x="5" y="11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4" y="11"/>
                        <a:pt x="57" y="9"/>
                        <a:pt x="57" y="5"/>
                      </a:cubicBezTo>
                      <a:cubicBezTo>
                        <a:pt x="57" y="2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6" name="Freeform 99">
                  <a:extLst>
                    <a:ext uri="{FF2B5EF4-FFF2-40B4-BE49-F238E27FC236}">
                      <a16:creationId xmlns:a16="http://schemas.microsoft.com/office/drawing/2014/main" id="{A78A3EA9-6E34-FC0C-DE88-16F56B4130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213567" cy="45878"/>
                </a:xfrm>
                <a:custGeom>
                  <a:avLst/>
                  <a:gdLst>
                    <a:gd name="T0" fmla="*/ 5 w 57"/>
                    <a:gd name="T1" fmla="*/ 12 h 12"/>
                    <a:gd name="T2" fmla="*/ 51 w 57"/>
                    <a:gd name="T3" fmla="*/ 12 h 12"/>
                    <a:gd name="T4" fmla="*/ 57 w 57"/>
                    <a:gd name="T5" fmla="*/ 6 h 12"/>
                    <a:gd name="T6" fmla="*/ 51 w 57"/>
                    <a:gd name="T7" fmla="*/ 0 h 12"/>
                    <a:gd name="T8" fmla="*/ 5 w 57"/>
                    <a:gd name="T9" fmla="*/ 0 h 12"/>
                    <a:gd name="T10" fmla="*/ 0 w 57"/>
                    <a:gd name="T11" fmla="*/ 6 h 12"/>
                    <a:gd name="T12" fmla="*/ 5 w 57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" y="12"/>
                      </a:move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7" name="Freeform 100">
                  <a:extLst>
                    <a:ext uri="{FF2B5EF4-FFF2-40B4-BE49-F238E27FC236}">
                      <a16:creationId xmlns:a16="http://schemas.microsoft.com/office/drawing/2014/main" id="{B350B0FA-DF0C-B5D6-EA55-E8A17688C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112320" cy="37967"/>
                </a:xfrm>
                <a:custGeom>
                  <a:avLst/>
                  <a:gdLst>
                    <a:gd name="T0" fmla="*/ 5 w 30"/>
                    <a:gd name="T1" fmla="*/ 10 h 10"/>
                    <a:gd name="T2" fmla="*/ 25 w 30"/>
                    <a:gd name="T3" fmla="*/ 10 h 10"/>
                    <a:gd name="T4" fmla="*/ 30 w 30"/>
                    <a:gd name="T5" fmla="*/ 5 h 10"/>
                    <a:gd name="T6" fmla="*/ 25 w 30"/>
                    <a:gd name="T7" fmla="*/ 0 h 10"/>
                    <a:gd name="T8" fmla="*/ 5 w 30"/>
                    <a:gd name="T9" fmla="*/ 0 h 10"/>
                    <a:gd name="T10" fmla="*/ 0 w 30"/>
                    <a:gd name="T11" fmla="*/ 5 h 10"/>
                    <a:gd name="T12" fmla="*/ 5 w 3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0" h="10">
                      <a:moveTo>
                        <a:pt x="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8" y="10"/>
                        <a:pt x="30" y="8"/>
                        <a:pt x="30" y="5"/>
                      </a:cubicBezTo>
                      <a:cubicBezTo>
                        <a:pt x="30" y="2"/>
                        <a:pt x="28" y="0"/>
                        <a:pt x="2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8" name="Freeform 101">
                  <a:extLst>
                    <a:ext uri="{FF2B5EF4-FFF2-40B4-BE49-F238E27FC236}">
                      <a16:creationId xmlns:a16="http://schemas.microsoft.com/office/drawing/2014/main" id="{639844FA-506D-CABD-ADCB-F495C41CD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9150" y="4815863"/>
                  <a:ext cx="523634" cy="667593"/>
                </a:xfrm>
                <a:custGeom>
                  <a:avLst/>
                  <a:gdLst>
                    <a:gd name="T0" fmla="*/ 71 w 140"/>
                    <a:gd name="T1" fmla="*/ 178 h 178"/>
                    <a:gd name="T2" fmla="*/ 140 w 140"/>
                    <a:gd name="T3" fmla="*/ 108 h 178"/>
                    <a:gd name="T4" fmla="*/ 125 w 140"/>
                    <a:gd name="T5" fmla="*/ 69 h 178"/>
                    <a:gd name="T6" fmla="*/ 106 w 140"/>
                    <a:gd name="T7" fmla="*/ 17 h 178"/>
                    <a:gd name="T8" fmla="*/ 91 w 140"/>
                    <a:gd name="T9" fmla="*/ 2 h 178"/>
                    <a:gd name="T10" fmla="*/ 71 w 140"/>
                    <a:gd name="T11" fmla="*/ 2 h 178"/>
                    <a:gd name="T12" fmla="*/ 44 w 140"/>
                    <a:gd name="T13" fmla="*/ 2 h 178"/>
                    <a:gd name="T14" fmla="*/ 26 w 140"/>
                    <a:gd name="T15" fmla="*/ 47 h 178"/>
                    <a:gd name="T16" fmla="*/ 0 w 140"/>
                    <a:gd name="T17" fmla="*/ 110 h 178"/>
                    <a:gd name="T18" fmla="*/ 71 w 140"/>
                    <a:gd name="T19" fmla="*/ 17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0" h="178">
                      <a:moveTo>
                        <a:pt x="71" y="178"/>
                      </a:moveTo>
                      <a:cubicBezTo>
                        <a:pt x="117" y="178"/>
                        <a:pt x="140" y="146"/>
                        <a:pt x="140" y="108"/>
                      </a:cubicBezTo>
                      <a:cubicBezTo>
                        <a:pt x="140" y="96"/>
                        <a:pt x="134" y="83"/>
                        <a:pt x="125" y="69"/>
                      </a:cubicBezTo>
                      <a:cubicBezTo>
                        <a:pt x="117" y="56"/>
                        <a:pt x="110" y="33"/>
                        <a:pt x="106" y="17"/>
                      </a:cubicBezTo>
                      <a:cubicBezTo>
                        <a:pt x="102" y="0"/>
                        <a:pt x="91" y="2"/>
                        <a:pt x="91" y="2"/>
                      </a:cubicBezTo>
                      <a:cubicBezTo>
                        <a:pt x="71" y="2"/>
                        <a:pt x="71" y="2"/>
                        <a:pt x="71" y="2"/>
                      </a:cubicBezTo>
                      <a:cubicBezTo>
                        <a:pt x="71" y="2"/>
                        <a:pt x="55" y="2"/>
                        <a:pt x="44" y="2"/>
                      </a:cubicBezTo>
                      <a:cubicBezTo>
                        <a:pt x="34" y="2"/>
                        <a:pt x="35" y="24"/>
                        <a:pt x="26" y="47"/>
                      </a:cubicBezTo>
                      <a:cubicBezTo>
                        <a:pt x="17" y="71"/>
                        <a:pt x="0" y="84"/>
                        <a:pt x="0" y="110"/>
                      </a:cubicBezTo>
                      <a:cubicBezTo>
                        <a:pt x="0" y="136"/>
                        <a:pt x="25" y="178"/>
                        <a:pt x="71" y="17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9" name="Freeform 102">
                  <a:extLst>
                    <a:ext uri="{FF2B5EF4-FFF2-40B4-BE49-F238E27FC236}">
                      <a16:creationId xmlns:a16="http://schemas.microsoft.com/office/drawing/2014/main" id="{FBD9C359-212D-DDBE-F8C4-86A70D914A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4921" y="4815863"/>
                  <a:ext cx="257862" cy="667593"/>
                </a:xfrm>
                <a:custGeom>
                  <a:avLst/>
                  <a:gdLst>
                    <a:gd name="T0" fmla="*/ 69 w 69"/>
                    <a:gd name="T1" fmla="*/ 108 h 178"/>
                    <a:gd name="T2" fmla="*/ 54 w 69"/>
                    <a:gd name="T3" fmla="*/ 69 h 178"/>
                    <a:gd name="T4" fmla="*/ 35 w 69"/>
                    <a:gd name="T5" fmla="*/ 17 h 178"/>
                    <a:gd name="T6" fmla="*/ 20 w 69"/>
                    <a:gd name="T7" fmla="*/ 2 h 178"/>
                    <a:gd name="T8" fmla="*/ 0 w 69"/>
                    <a:gd name="T9" fmla="*/ 2 h 178"/>
                    <a:gd name="T10" fmla="*/ 0 w 69"/>
                    <a:gd name="T11" fmla="*/ 178 h 178"/>
                    <a:gd name="T12" fmla="*/ 69 w 69"/>
                    <a:gd name="T13" fmla="*/ 10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78">
                      <a:moveTo>
                        <a:pt x="69" y="108"/>
                      </a:moveTo>
                      <a:cubicBezTo>
                        <a:pt x="69" y="96"/>
                        <a:pt x="63" y="83"/>
                        <a:pt x="54" y="69"/>
                      </a:cubicBezTo>
                      <a:cubicBezTo>
                        <a:pt x="46" y="56"/>
                        <a:pt x="39" y="33"/>
                        <a:pt x="35" y="17"/>
                      </a:cubicBezTo>
                      <a:cubicBezTo>
                        <a:pt x="31" y="0"/>
                        <a:pt x="20" y="2"/>
                        <a:pt x="2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46" y="178"/>
                        <a:pt x="69" y="146"/>
                        <a:pt x="69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0" name="Freeform 103">
                  <a:extLst>
                    <a:ext uri="{FF2B5EF4-FFF2-40B4-BE49-F238E27FC236}">
                      <a16:creationId xmlns:a16="http://schemas.microsoft.com/office/drawing/2014/main" id="{F5789C50-9D7A-53C7-1225-A59B5D7B80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109157" cy="44296"/>
                </a:xfrm>
                <a:custGeom>
                  <a:avLst/>
                  <a:gdLst>
                    <a:gd name="T0" fmla="*/ 0 w 29"/>
                    <a:gd name="T1" fmla="*/ 6 h 12"/>
                    <a:gd name="T2" fmla="*/ 5 w 29"/>
                    <a:gd name="T3" fmla="*/ 12 h 12"/>
                    <a:gd name="T4" fmla="*/ 29 w 29"/>
                    <a:gd name="T5" fmla="*/ 12 h 12"/>
                    <a:gd name="T6" fmla="*/ 29 w 29"/>
                    <a:gd name="T7" fmla="*/ 0 h 12"/>
                    <a:gd name="T8" fmla="*/ 5 w 29"/>
                    <a:gd name="T9" fmla="*/ 0 h 12"/>
                    <a:gd name="T10" fmla="*/ 0 w 29"/>
                    <a:gd name="T11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0" y="6"/>
                      </a:move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1" name="Freeform 104">
                  <a:extLst>
                    <a:ext uri="{FF2B5EF4-FFF2-40B4-BE49-F238E27FC236}">
                      <a16:creationId xmlns:a16="http://schemas.microsoft.com/office/drawing/2014/main" id="{3ED0F50E-DDC0-7462-FFC9-359B0AB02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109157" cy="41131"/>
                </a:xfrm>
                <a:custGeom>
                  <a:avLst/>
                  <a:gdLst>
                    <a:gd name="T0" fmla="*/ 5 w 29"/>
                    <a:gd name="T1" fmla="*/ 11 h 11"/>
                    <a:gd name="T2" fmla="*/ 29 w 29"/>
                    <a:gd name="T3" fmla="*/ 11 h 11"/>
                    <a:gd name="T4" fmla="*/ 29 w 29"/>
                    <a:gd name="T5" fmla="*/ 0 h 11"/>
                    <a:gd name="T6" fmla="*/ 5 w 29"/>
                    <a:gd name="T7" fmla="*/ 0 h 11"/>
                    <a:gd name="T8" fmla="*/ 0 w 29"/>
                    <a:gd name="T9" fmla="*/ 5 h 11"/>
                    <a:gd name="T10" fmla="*/ 5 w 29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1">
                      <a:moveTo>
                        <a:pt x="5" y="11"/>
                      </a:move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2" name="Freeform 105">
                  <a:extLst>
                    <a:ext uri="{FF2B5EF4-FFF2-40B4-BE49-F238E27FC236}">
                      <a16:creationId xmlns:a16="http://schemas.microsoft.com/office/drawing/2014/main" id="{4DBABDDD-2903-B54A-AEA0-1E9B0F0FBF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109157" cy="45878"/>
                </a:xfrm>
                <a:custGeom>
                  <a:avLst/>
                  <a:gdLst>
                    <a:gd name="T0" fmla="*/ 5 w 29"/>
                    <a:gd name="T1" fmla="*/ 12 h 12"/>
                    <a:gd name="T2" fmla="*/ 29 w 29"/>
                    <a:gd name="T3" fmla="*/ 12 h 12"/>
                    <a:gd name="T4" fmla="*/ 29 w 29"/>
                    <a:gd name="T5" fmla="*/ 0 h 12"/>
                    <a:gd name="T6" fmla="*/ 5 w 29"/>
                    <a:gd name="T7" fmla="*/ 0 h 12"/>
                    <a:gd name="T8" fmla="*/ 0 w 29"/>
                    <a:gd name="T9" fmla="*/ 6 h 12"/>
                    <a:gd name="T10" fmla="*/ 5 w 29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5" y="12"/>
                      </a:move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3" name="Freeform 106">
                  <a:extLst>
                    <a:ext uri="{FF2B5EF4-FFF2-40B4-BE49-F238E27FC236}">
                      <a16:creationId xmlns:a16="http://schemas.microsoft.com/office/drawing/2014/main" id="{46FDA426-A93F-569F-A95C-2A704E8D0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60115" cy="37967"/>
                </a:xfrm>
                <a:custGeom>
                  <a:avLst/>
                  <a:gdLst>
                    <a:gd name="T0" fmla="*/ 5 w 16"/>
                    <a:gd name="T1" fmla="*/ 10 h 10"/>
                    <a:gd name="T2" fmla="*/ 16 w 16"/>
                    <a:gd name="T3" fmla="*/ 10 h 10"/>
                    <a:gd name="T4" fmla="*/ 16 w 16"/>
                    <a:gd name="T5" fmla="*/ 0 h 10"/>
                    <a:gd name="T6" fmla="*/ 5 w 16"/>
                    <a:gd name="T7" fmla="*/ 0 h 10"/>
                    <a:gd name="T8" fmla="*/ 0 w 16"/>
                    <a:gd name="T9" fmla="*/ 5 h 10"/>
                    <a:gd name="T10" fmla="*/ 5 w 16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10">
                      <a:moveTo>
                        <a:pt x="5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4" name="Freeform 160">
                  <a:extLst>
                    <a:ext uri="{FF2B5EF4-FFF2-40B4-BE49-F238E27FC236}">
                      <a16:creationId xmlns:a16="http://schemas.microsoft.com/office/drawing/2014/main" id="{BD37D3E1-74ED-DE7F-96D8-7C7C604F494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29102" y="3512317"/>
                  <a:ext cx="26894" cy="1048849"/>
                </a:xfrm>
                <a:custGeom>
                  <a:avLst/>
                  <a:gdLst>
                    <a:gd name="T0" fmla="*/ 17 w 17"/>
                    <a:gd name="T1" fmla="*/ 663 h 663"/>
                    <a:gd name="T2" fmla="*/ 0 w 17"/>
                    <a:gd name="T3" fmla="*/ 663 h 663"/>
                    <a:gd name="T4" fmla="*/ 0 w 17"/>
                    <a:gd name="T5" fmla="*/ 604 h 663"/>
                    <a:gd name="T6" fmla="*/ 17 w 17"/>
                    <a:gd name="T7" fmla="*/ 604 h 663"/>
                    <a:gd name="T8" fmla="*/ 17 w 17"/>
                    <a:gd name="T9" fmla="*/ 663 h 663"/>
                    <a:gd name="T10" fmla="*/ 17 w 17"/>
                    <a:gd name="T11" fmla="*/ 561 h 663"/>
                    <a:gd name="T12" fmla="*/ 0 w 17"/>
                    <a:gd name="T13" fmla="*/ 561 h 663"/>
                    <a:gd name="T14" fmla="*/ 0 w 17"/>
                    <a:gd name="T15" fmla="*/ 502 h 663"/>
                    <a:gd name="T16" fmla="*/ 17 w 17"/>
                    <a:gd name="T17" fmla="*/ 502 h 663"/>
                    <a:gd name="T18" fmla="*/ 17 w 17"/>
                    <a:gd name="T19" fmla="*/ 561 h 663"/>
                    <a:gd name="T20" fmla="*/ 17 w 17"/>
                    <a:gd name="T21" fmla="*/ 462 h 663"/>
                    <a:gd name="T22" fmla="*/ 0 w 17"/>
                    <a:gd name="T23" fmla="*/ 462 h 663"/>
                    <a:gd name="T24" fmla="*/ 0 w 17"/>
                    <a:gd name="T25" fmla="*/ 403 h 663"/>
                    <a:gd name="T26" fmla="*/ 17 w 17"/>
                    <a:gd name="T27" fmla="*/ 403 h 663"/>
                    <a:gd name="T28" fmla="*/ 17 w 17"/>
                    <a:gd name="T29" fmla="*/ 462 h 663"/>
                    <a:gd name="T30" fmla="*/ 17 w 17"/>
                    <a:gd name="T31" fmla="*/ 360 h 663"/>
                    <a:gd name="T32" fmla="*/ 0 w 17"/>
                    <a:gd name="T33" fmla="*/ 360 h 663"/>
                    <a:gd name="T34" fmla="*/ 0 w 17"/>
                    <a:gd name="T35" fmla="*/ 301 h 663"/>
                    <a:gd name="T36" fmla="*/ 17 w 17"/>
                    <a:gd name="T37" fmla="*/ 301 h 663"/>
                    <a:gd name="T38" fmla="*/ 17 w 17"/>
                    <a:gd name="T39" fmla="*/ 360 h 663"/>
                    <a:gd name="T40" fmla="*/ 17 w 17"/>
                    <a:gd name="T41" fmla="*/ 261 h 663"/>
                    <a:gd name="T42" fmla="*/ 0 w 17"/>
                    <a:gd name="T43" fmla="*/ 261 h 663"/>
                    <a:gd name="T44" fmla="*/ 0 w 17"/>
                    <a:gd name="T45" fmla="*/ 202 h 663"/>
                    <a:gd name="T46" fmla="*/ 17 w 17"/>
                    <a:gd name="T47" fmla="*/ 202 h 663"/>
                    <a:gd name="T48" fmla="*/ 17 w 17"/>
                    <a:gd name="T49" fmla="*/ 261 h 663"/>
                    <a:gd name="T50" fmla="*/ 17 w 17"/>
                    <a:gd name="T51" fmla="*/ 159 h 663"/>
                    <a:gd name="T52" fmla="*/ 0 w 17"/>
                    <a:gd name="T53" fmla="*/ 159 h 663"/>
                    <a:gd name="T54" fmla="*/ 0 w 17"/>
                    <a:gd name="T55" fmla="*/ 100 h 663"/>
                    <a:gd name="T56" fmla="*/ 17 w 17"/>
                    <a:gd name="T57" fmla="*/ 100 h 663"/>
                    <a:gd name="T58" fmla="*/ 17 w 17"/>
                    <a:gd name="T59" fmla="*/ 159 h 663"/>
                    <a:gd name="T60" fmla="*/ 17 w 17"/>
                    <a:gd name="T61" fmla="*/ 59 h 663"/>
                    <a:gd name="T62" fmla="*/ 0 w 17"/>
                    <a:gd name="T63" fmla="*/ 59 h 663"/>
                    <a:gd name="T64" fmla="*/ 0 w 17"/>
                    <a:gd name="T65" fmla="*/ 0 h 663"/>
                    <a:gd name="T66" fmla="*/ 17 w 17"/>
                    <a:gd name="T67" fmla="*/ 0 h 663"/>
                    <a:gd name="T68" fmla="*/ 17 w 17"/>
                    <a:gd name="T69" fmla="*/ 59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663"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1"/>
                      </a:moveTo>
                      <a:lnTo>
                        <a:pt x="0" y="561"/>
                      </a:lnTo>
                      <a:lnTo>
                        <a:pt x="0" y="502"/>
                      </a:lnTo>
                      <a:lnTo>
                        <a:pt x="17" y="502"/>
                      </a:lnTo>
                      <a:lnTo>
                        <a:pt x="17" y="561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0"/>
                      </a:moveTo>
                      <a:lnTo>
                        <a:pt x="0" y="360"/>
                      </a:lnTo>
                      <a:lnTo>
                        <a:pt x="0" y="301"/>
                      </a:lnTo>
                      <a:lnTo>
                        <a:pt x="17" y="301"/>
                      </a:lnTo>
                      <a:lnTo>
                        <a:pt x="17" y="360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59"/>
                      </a:moveTo>
                      <a:lnTo>
                        <a:pt x="0" y="159"/>
                      </a:lnTo>
                      <a:lnTo>
                        <a:pt x="0" y="100"/>
                      </a:lnTo>
                      <a:lnTo>
                        <a:pt x="17" y="100"/>
                      </a:lnTo>
                      <a:lnTo>
                        <a:pt x="17" y="159"/>
                      </a:lnTo>
                      <a:close/>
                      <a:moveTo>
                        <a:pt x="17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9" name="组合 1018">
              <a:extLst>
                <a:ext uri="{FF2B5EF4-FFF2-40B4-BE49-F238E27FC236}">
                  <a16:creationId xmlns:a16="http://schemas.microsoft.com/office/drawing/2014/main" id="{EF7AC749-B76D-3D7F-66BA-5E5F52DEC21F}"/>
                </a:ext>
              </a:extLst>
            </p:cNvPr>
            <p:cNvGrpSpPr/>
            <p:nvPr/>
          </p:nvGrpSpPr>
          <p:grpSpPr>
            <a:xfrm>
              <a:off x="3312322" y="2220164"/>
              <a:ext cx="486929" cy="2559314"/>
              <a:chOff x="3312322" y="2220164"/>
              <a:chExt cx="486929" cy="2559314"/>
            </a:xfrm>
          </p:grpSpPr>
          <p:grpSp>
            <p:nvGrpSpPr>
              <p:cNvPr id="378" name="组合 377">
                <a:extLst>
                  <a:ext uri="{FF2B5EF4-FFF2-40B4-BE49-F238E27FC236}">
                    <a16:creationId xmlns:a16="http://schemas.microsoft.com/office/drawing/2014/main" id="{25555510-3E0F-371E-6A6A-6E3C089A1A58}"/>
                  </a:ext>
                </a:extLst>
              </p:cNvPr>
              <p:cNvGrpSpPr/>
              <p:nvPr/>
            </p:nvGrpSpPr>
            <p:grpSpPr>
              <a:xfrm>
                <a:off x="3312322" y="3509153"/>
                <a:ext cx="485667" cy="1270325"/>
                <a:chOff x="3312322" y="3509153"/>
                <a:chExt cx="485667" cy="1270325"/>
              </a:xfrm>
            </p:grpSpPr>
            <p:sp>
              <p:nvSpPr>
                <p:cNvPr id="1031" name="Freeform 137">
                  <a:extLst>
                    <a:ext uri="{FF2B5EF4-FFF2-40B4-BE49-F238E27FC236}">
                      <a16:creationId xmlns:a16="http://schemas.microsoft.com/office/drawing/2014/main" id="{73B8CCAD-1731-B46A-A6A8-14C8FF5B79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97747" cy="37967"/>
                </a:xfrm>
                <a:custGeom>
                  <a:avLst/>
                  <a:gdLst>
                    <a:gd name="T0" fmla="*/ 47 w 53"/>
                    <a:gd name="T1" fmla="*/ 0 h 10"/>
                    <a:gd name="T2" fmla="*/ 5 w 53"/>
                    <a:gd name="T3" fmla="*/ 0 h 10"/>
                    <a:gd name="T4" fmla="*/ 0 w 53"/>
                    <a:gd name="T5" fmla="*/ 5 h 10"/>
                    <a:gd name="T6" fmla="*/ 5 w 53"/>
                    <a:gd name="T7" fmla="*/ 10 h 10"/>
                    <a:gd name="T8" fmla="*/ 47 w 53"/>
                    <a:gd name="T9" fmla="*/ 10 h 10"/>
                    <a:gd name="T10" fmla="*/ 53 w 53"/>
                    <a:gd name="T11" fmla="*/ 5 h 10"/>
                    <a:gd name="T12" fmla="*/ 47 w 5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2" name="Freeform 138">
                  <a:extLst>
                    <a:ext uri="{FF2B5EF4-FFF2-40B4-BE49-F238E27FC236}">
                      <a16:creationId xmlns:a16="http://schemas.microsoft.com/office/drawing/2014/main" id="{40B0F85D-ED22-1E8C-8067-05A3F6F375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6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6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6"/>
                      </a:cubicBezTo>
                      <a:cubicBezTo>
                        <a:pt x="53" y="3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3" name="Freeform 139">
                  <a:extLst>
                    <a:ext uri="{FF2B5EF4-FFF2-40B4-BE49-F238E27FC236}">
                      <a16:creationId xmlns:a16="http://schemas.microsoft.com/office/drawing/2014/main" id="{21A25B66-7CCB-BF61-6713-7F39772B68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5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5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4" name="Freeform 140">
                  <a:extLst>
                    <a:ext uri="{FF2B5EF4-FFF2-40B4-BE49-F238E27FC236}">
                      <a16:creationId xmlns:a16="http://schemas.microsoft.com/office/drawing/2014/main" id="{4490F862-885F-B465-D328-007311FDF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104411" cy="34804"/>
                </a:xfrm>
                <a:custGeom>
                  <a:avLst/>
                  <a:gdLst>
                    <a:gd name="T0" fmla="*/ 5 w 28"/>
                    <a:gd name="T1" fmla="*/ 9 h 9"/>
                    <a:gd name="T2" fmla="*/ 23 w 28"/>
                    <a:gd name="T3" fmla="*/ 9 h 9"/>
                    <a:gd name="T4" fmla="*/ 28 w 28"/>
                    <a:gd name="T5" fmla="*/ 4 h 9"/>
                    <a:gd name="T6" fmla="*/ 23 w 28"/>
                    <a:gd name="T7" fmla="*/ 0 h 9"/>
                    <a:gd name="T8" fmla="*/ 5 w 28"/>
                    <a:gd name="T9" fmla="*/ 0 h 9"/>
                    <a:gd name="T10" fmla="*/ 0 w 28"/>
                    <a:gd name="T11" fmla="*/ 4 h 9"/>
                    <a:gd name="T12" fmla="*/ 5 w 28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9">
                      <a:moveTo>
                        <a:pt x="5" y="9"/>
                      </a:move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6" y="9"/>
                        <a:pt x="28" y="7"/>
                        <a:pt x="28" y="4"/>
                      </a:cubicBezTo>
                      <a:cubicBezTo>
                        <a:pt x="28" y="2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5" name="Freeform 141">
                  <a:extLst>
                    <a:ext uri="{FF2B5EF4-FFF2-40B4-BE49-F238E27FC236}">
                      <a16:creationId xmlns:a16="http://schemas.microsoft.com/office/drawing/2014/main" id="{A341082D-BCD8-136D-CB6F-799F64FC0D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322" y="4157762"/>
                  <a:ext cx="485667" cy="621716"/>
                </a:xfrm>
                <a:custGeom>
                  <a:avLst/>
                  <a:gdLst>
                    <a:gd name="T0" fmla="*/ 66 w 130"/>
                    <a:gd name="T1" fmla="*/ 166 h 166"/>
                    <a:gd name="T2" fmla="*/ 130 w 130"/>
                    <a:gd name="T3" fmla="*/ 101 h 166"/>
                    <a:gd name="T4" fmla="*/ 117 w 130"/>
                    <a:gd name="T5" fmla="*/ 65 h 166"/>
                    <a:gd name="T6" fmla="*/ 99 w 130"/>
                    <a:gd name="T7" fmla="*/ 16 h 166"/>
                    <a:gd name="T8" fmla="*/ 85 w 130"/>
                    <a:gd name="T9" fmla="*/ 2 h 166"/>
                    <a:gd name="T10" fmla="*/ 66 w 130"/>
                    <a:gd name="T11" fmla="*/ 2 h 166"/>
                    <a:gd name="T12" fmla="*/ 41 w 130"/>
                    <a:gd name="T13" fmla="*/ 2 h 166"/>
                    <a:gd name="T14" fmla="*/ 24 w 130"/>
                    <a:gd name="T15" fmla="*/ 44 h 166"/>
                    <a:gd name="T16" fmla="*/ 0 w 130"/>
                    <a:gd name="T17" fmla="*/ 102 h 166"/>
                    <a:gd name="T18" fmla="*/ 66 w 130"/>
                    <a:gd name="T19" fmla="*/ 16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66">
                      <a:moveTo>
                        <a:pt x="66" y="166"/>
                      </a:moveTo>
                      <a:cubicBezTo>
                        <a:pt x="109" y="166"/>
                        <a:pt x="130" y="136"/>
                        <a:pt x="130" y="101"/>
                      </a:cubicBezTo>
                      <a:cubicBezTo>
                        <a:pt x="130" y="89"/>
                        <a:pt x="124" y="77"/>
                        <a:pt x="117" y="65"/>
                      </a:cubicBezTo>
                      <a:cubicBezTo>
                        <a:pt x="109" y="52"/>
                        <a:pt x="103" y="31"/>
                        <a:pt x="99" y="16"/>
                      </a:cubicBezTo>
                      <a:cubicBezTo>
                        <a:pt x="95" y="0"/>
                        <a:pt x="85" y="2"/>
                        <a:pt x="85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51" y="2"/>
                        <a:pt x="41" y="2"/>
                      </a:cubicBezTo>
                      <a:cubicBezTo>
                        <a:pt x="31" y="2"/>
                        <a:pt x="33" y="22"/>
                        <a:pt x="24" y="44"/>
                      </a:cubicBezTo>
                      <a:cubicBezTo>
                        <a:pt x="16" y="66"/>
                        <a:pt x="0" y="78"/>
                        <a:pt x="0" y="102"/>
                      </a:cubicBezTo>
                      <a:cubicBezTo>
                        <a:pt x="0" y="127"/>
                        <a:pt x="23" y="166"/>
                        <a:pt x="66" y="166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6" name="Freeform 142">
                  <a:extLst>
                    <a:ext uri="{FF2B5EF4-FFF2-40B4-BE49-F238E27FC236}">
                      <a16:creationId xmlns:a16="http://schemas.microsoft.com/office/drawing/2014/main" id="{C75A9879-A681-7133-94CE-10C21A7FE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9110" y="4157762"/>
                  <a:ext cx="238879" cy="621716"/>
                </a:xfrm>
                <a:custGeom>
                  <a:avLst/>
                  <a:gdLst>
                    <a:gd name="T0" fmla="*/ 64 w 64"/>
                    <a:gd name="T1" fmla="*/ 101 h 166"/>
                    <a:gd name="T2" fmla="*/ 51 w 64"/>
                    <a:gd name="T3" fmla="*/ 65 h 166"/>
                    <a:gd name="T4" fmla="*/ 33 w 64"/>
                    <a:gd name="T5" fmla="*/ 16 h 166"/>
                    <a:gd name="T6" fmla="*/ 19 w 64"/>
                    <a:gd name="T7" fmla="*/ 2 h 166"/>
                    <a:gd name="T8" fmla="*/ 0 w 64"/>
                    <a:gd name="T9" fmla="*/ 2 h 166"/>
                    <a:gd name="T10" fmla="*/ 0 w 64"/>
                    <a:gd name="T11" fmla="*/ 166 h 166"/>
                    <a:gd name="T12" fmla="*/ 64 w 64"/>
                    <a:gd name="T13" fmla="*/ 101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66">
                      <a:moveTo>
                        <a:pt x="64" y="101"/>
                      </a:moveTo>
                      <a:cubicBezTo>
                        <a:pt x="64" y="89"/>
                        <a:pt x="58" y="77"/>
                        <a:pt x="51" y="65"/>
                      </a:cubicBezTo>
                      <a:cubicBezTo>
                        <a:pt x="43" y="52"/>
                        <a:pt x="37" y="31"/>
                        <a:pt x="33" y="16"/>
                      </a:cubicBezTo>
                      <a:cubicBezTo>
                        <a:pt x="29" y="0"/>
                        <a:pt x="19" y="2"/>
                        <a:pt x="19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43" y="166"/>
                        <a:pt x="64" y="136"/>
                        <a:pt x="64" y="1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7" name="Freeform 143">
                  <a:extLst>
                    <a:ext uri="{FF2B5EF4-FFF2-40B4-BE49-F238E27FC236}">
                      <a16:creationId xmlns:a16="http://schemas.microsoft.com/office/drawing/2014/main" id="{1A0C2E1A-FA97-7BCD-351A-46FDA12797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8" name="Freeform 144">
                  <a:extLst>
                    <a:ext uri="{FF2B5EF4-FFF2-40B4-BE49-F238E27FC236}">
                      <a16:creationId xmlns:a16="http://schemas.microsoft.com/office/drawing/2014/main" id="{20C9E1A1-E81B-F3CD-7F30-853F56BB85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6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9" name="Freeform 145">
                  <a:extLst>
                    <a:ext uri="{FF2B5EF4-FFF2-40B4-BE49-F238E27FC236}">
                      <a16:creationId xmlns:a16="http://schemas.microsoft.com/office/drawing/2014/main" id="{BC7EAD3C-7C37-3D25-57E6-1A75A7FFB6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5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0" name="Freeform 146">
                  <a:extLst>
                    <a:ext uri="{FF2B5EF4-FFF2-40B4-BE49-F238E27FC236}">
                      <a16:creationId xmlns:a16="http://schemas.microsoft.com/office/drawing/2014/main" id="{E938A80E-DA21-0165-618D-2260B7867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55370" cy="34804"/>
                </a:xfrm>
                <a:custGeom>
                  <a:avLst/>
                  <a:gdLst>
                    <a:gd name="T0" fmla="*/ 5 w 15"/>
                    <a:gd name="T1" fmla="*/ 9 h 9"/>
                    <a:gd name="T2" fmla="*/ 15 w 15"/>
                    <a:gd name="T3" fmla="*/ 9 h 9"/>
                    <a:gd name="T4" fmla="*/ 15 w 15"/>
                    <a:gd name="T5" fmla="*/ 0 h 9"/>
                    <a:gd name="T6" fmla="*/ 5 w 15"/>
                    <a:gd name="T7" fmla="*/ 0 h 9"/>
                    <a:gd name="T8" fmla="*/ 0 w 15"/>
                    <a:gd name="T9" fmla="*/ 4 h 9"/>
                    <a:gd name="T10" fmla="*/ 5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1" name="Freeform 161">
                  <a:extLst>
                    <a:ext uri="{FF2B5EF4-FFF2-40B4-BE49-F238E27FC236}">
                      <a16:creationId xmlns:a16="http://schemas.microsoft.com/office/drawing/2014/main" id="{28BC3D65-BF96-AE99-F576-3CF75A59069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872" y="3509153"/>
                  <a:ext cx="28475" cy="411313"/>
                </a:xfrm>
                <a:custGeom>
                  <a:avLst/>
                  <a:gdLst>
                    <a:gd name="T0" fmla="*/ 18 w 18"/>
                    <a:gd name="T1" fmla="*/ 260 h 260"/>
                    <a:gd name="T2" fmla="*/ 0 w 18"/>
                    <a:gd name="T3" fmla="*/ 260 h 260"/>
                    <a:gd name="T4" fmla="*/ 0 w 18"/>
                    <a:gd name="T5" fmla="*/ 201 h 260"/>
                    <a:gd name="T6" fmla="*/ 18 w 18"/>
                    <a:gd name="T7" fmla="*/ 201 h 260"/>
                    <a:gd name="T8" fmla="*/ 18 w 18"/>
                    <a:gd name="T9" fmla="*/ 260 h 260"/>
                    <a:gd name="T10" fmla="*/ 18 w 18"/>
                    <a:gd name="T11" fmla="*/ 159 h 260"/>
                    <a:gd name="T12" fmla="*/ 0 w 18"/>
                    <a:gd name="T13" fmla="*/ 159 h 260"/>
                    <a:gd name="T14" fmla="*/ 0 w 18"/>
                    <a:gd name="T15" fmla="*/ 99 h 260"/>
                    <a:gd name="T16" fmla="*/ 18 w 18"/>
                    <a:gd name="T17" fmla="*/ 99 h 260"/>
                    <a:gd name="T18" fmla="*/ 18 w 18"/>
                    <a:gd name="T19" fmla="*/ 159 h 260"/>
                    <a:gd name="T20" fmla="*/ 18 w 18"/>
                    <a:gd name="T21" fmla="*/ 59 h 260"/>
                    <a:gd name="T22" fmla="*/ 0 w 18"/>
                    <a:gd name="T23" fmla="*/ 59 h 260"/>
                    <a:gd name="T24" fmla="*/ 0 w 18"/>
                    <a:gd name="T25" fmla="*/ 0 h 260"/>
                    <a:gd name="T26" fmla="*/ 18 w 18"/>
                    <a:gd name="T27" fmla="*/ 0 h 260"/>
                    <a:gd name="T28" fmla="*/ 18 w 18"/>
                    <a:gd name="T29" fmla="*/ 59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260">
                      <a:moveTo>
                        <a:pt x="18" y="260"/>
                      </a:moveTo>
                      <a:lnTo>
                        <a:pt x="0" y="260"/>
                      </a:lnTo>
                      <a:lnTo>
                        <a:pt x="0" y="201"/>
                      </a:lnTo>
                      <a:lnTo>
                        <a:pt x="18" y="201"/>
                      </a:lnTo>
                      <a:lnTo>
                        <a:pt x="18" y="260"/>
                      </a:lnTo>
                      <a:close/>
                      <a:moveTo>
                        <a:pt x="18" y="159"/>
                      </a:moveTo>
                      <a:lnTo>
                        <a:pt x="0" y="159"/>
                      </a:lnTo>
                      <a:lnTo>
                        <a:pt x="0" y="99"/>
                      </a:lnTo>
                      <a:lnTo>
                        <a:pt x="18" y="99"/>
                      </a:lnTo>
                      <a:lnTo>
                        <a:pt x="18" y="159"/>
                      </a:lnTo>
                      <a:close/>
                      <a:moveTo>
                        <a:pt x="18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8" y="0"/>
                      </a:lnTo>
                      <a:lnTo>
                        <a:pt x="18" y="59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79" name="组合 378">
                <a:extLst>
                  <a:ext uri="{FF2B5EF4-FFF2-40B4-BE49-F238E27FC236}">
                    <a16:creationId xmlns:a16="http://schemas.microsoft.com/office/drawing/2014/main" id="{4F5A0A86-A34E-808E-0328-5D6AB7A88456}"/>
                  </a:ext>
                </a:extLst>
              </p:cNvPr>
              <p:cNvGrpSpPr/>
              <p:nvPr/>
            </p:nvGrpSpPr>
            <p:grpSpPr>
              <a:xfrm flipV="1">
                <a:off x="3313584" y="2220164"/>
                <a:ext cx="485667" cy="1270325"/>
                <a:chOff x="3312322" y="3509153"/>
                <a:chExt cx="485667" cy="1270325"/>
              </a:xfrm>
              <a:noFill/>
            </p:grpSpPr>
            <p:sp>
              <p:nvSpPr>
                <p:cNvPr id="380" name="Freeform 137">
                  <a:extLst>
                    <a:ext uri="{FF2B5EF4-FFF2-40B4-BE49-F238E27FC236}">
                      <a16:creationId xmlns:a16="http://schemas.microsoft.com/office/drawing/2014/main" id="{8936A1D3-51F3-775E-36BB-A881738925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97747" cy="37967"/>
                </a:xfrm>
                <a:custGeom>
                  <a:avLst/>
                  <a:gdLst>
                    <a:gd name="T0" fmla="*/ 47 w 53"/>
                    <a:gd name="T1" fmla="*/ 0 h 10"/>
                    <a:gd name="T2" fmla="*/ 5 w 53"/>
                    <a:gd name="T3" fmla="*/ 0 h 10"/>
                    <a:gd name="T4" fmla="*/ 0 w 53"/>
                    <a:gd name="T5" fmla="*/ 5 h 10"/>
                    <a:gd name="T6" fmla="*/ 5 w 53"/>
                    <a:gd name="T7" fmla="*/ 10 h 10"/>
                    <a:gd name="T8" fmla="*/ 47 w 53"/>
                    <a:gd name="T9" fmla="*/ 10 h 10"/>
                    <a:gd name="T10" fmla="*/ 53 w 53"/>
                    <a:gd name="T11" fmla="*/ 5 h 10"/>
                    <a:gd name="T12" fmla="*/ 47 w 5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1" name="Freeform 138">
                  <a:extLst>
                    <a:ext uri="{FF2B5EF4-FFF2-40B4-BE49-F238E27FC236}">
                      <a16:creationId xmlns:a16="http://schemas.microsoft.com/office/drawing/2014/main" id="{EA42E6F5-171B-0F0F-95C5-46374CD7EB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6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6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6"/>
                      </a:cubicBezTo>
                      <a:cubicBezTo>
                        <a:pt x="53" y="3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" name="Freeform 139">
                  <a:extLst>
                    <a:ext uri="{FF2B5EF4-FFF2-40B4-BE49-F238E27FC236}">
                      <a16:creationId xmlns:a16="http://schemas.microsoft.com/office/drawing/2014/main" id="{D8DE39A9-A033-2382-E9F7-7A74BA574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5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5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" name="Freeform 140">
                  <a:extLst>
                    <a:ext uri="{FF2B5EF4-FFF2-40B4-BE49-F238E27FC236}">
                      <a16:creationId xmlns:a16="http://schemas.microsoft.com/office/drawing/2014/main" id="{EA808D95-9A85-C9DE-6653-F1411BFA1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104411" cy="34804"/>
                </a:xfrm>
                <a:custGeom>
                  <a:avLst/>
                  <a:gdLst>
                    <a:gd name="T0" fmla="*/ 5 w 28"/>
                    <a:gd name="T1" fmla="*/ 9 h 9"/>
                    <a:gd name="T2" fmla="*/ 23 w 28"/>
                    <a:gd name="T3" fmla="*/ 9 h 9"/>
                    <a:gd name="T4" fmla="*/ 28 w 28"/>
                    <a:gd name="T5" fmla="*/ 4 h 9"/>
                    <a:gd name="T6" fmla="*/ 23 w 28"/>
                    <a:gd name="T7" fmla="*/ 0 h 9"/>
                    <a:gd name="T8" fmla="*/ 5 w 28"/>
                    <a:gd name="T9" fmla="*/ 0 h 9"/>
                    <a:gd name="T10" fmla="*/ 0 w 28"/>
                    <a:gd name="T11" fmla="*/ 4 h 9"/>
                    <a:gd name="T12" fmla="*/ 5 w 28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9">
                      <a:moveTo>
                        <a:pt x="5" y="9"/>
                      </a:move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6" y="9"/>
                        <a:pt x="28" y="7"/>
                        <a:pt x="28" y="4"/>
                      </a:cubicBezTo>
                      <a:cubicBezTo>
                        <a:pt x="28" y="2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4" name="Freeform 141">
                  <a:extLst>
                    <a:ext uri="{FF2B5EF4-FFF2-40B4-BE49-F238E27FC236}">
                      <a16:creationId xmlns:a16="http://schemas.microsoft.com/office/drawing/2014/main" id="{8E046D57-4BCD-F097-0202-C835CEB8C4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322" y="4157762"/>
                  <a:ext cx="485667" cy="621716"/>
                </a:xfrm>
                <a:custGeom>
                  <a:avLst/>
                  <a:gdLst>
                    <a:gd name="T0" fmla="*/ 66 w 130"/>
                    <a:gd name="T1" fmla="*/ 166 h 166"/>
                    <a:gd name="T2" fmla="*/ 130 w 130"/>
                    <a:gd name="T3" fmla="*/ 101 h 166"/>
                    <a:gd name="T4" fmla="*/ 117 w 130"/>
                    <a:gd name="T5" fmla="*/ 65 h 166"/>
                    <a:gd name="T6" fmla="*/ 99 w 130"/>
                    <a:gd name="T7" fmla="*/ 16 h 166"/>
                    <a:gd name="T8" fmla="*/ 85 w 130"/>
                    <a:gd name="T9" fmla="*/ 2 h 166"/>
                    <a:gd name="T10" fmla="*/ 66 w 130"/>
                    <a:gd name="T11" fmla="*/ 2 h 166"/>
                    <a:gd name="T12" fmla="*/ 41 w 130"/>
                    <a:gd name="T13" fmla="*/ 2 h 166"/>
                    <a:gd name="T14" fmla="*/ 24 w 130"/>
                    <a:gd name="T15" fmla="*/ 44 h 166"/>
                    <a:gd name="T16" fmla="*/ 0 w 130"/>
                    <a:gd name="T17" fmla="*/ 102 h 166"/>
                    <a:gd name="T18" fmla="*/ 66 w 130"/>
                    <a:gd name="T19" fmla="*/ 16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66">
                      <a:moveTo>
                        <a:pt x="66" y="166"/>
                      </a:moveTo>
                      <a:cubicBezTo>
                        <a:pt x="109" y="166"/>
                        <a:pt x="130" y="136"/>
                        <a:pt x="130" y="101"/>
                      </a:cubicBezTo>
                      <a:cubicBezTo>
                        <a:pt x="130" y="89"/>
                        <a:pt x="124" y="77"/>
                        <a:pt x="117" y="65"/>
                      </a:cubicBezTo>
                      <a:cubicBezTo>
                        <a:pt x="109" y="52"/>
                        <a:pt x="103" y="31"/>
                        <a:pt x="99" y="16"/>
                      </a:cubicBezTo>
                      <a:cubicBezTo>
                        <a:pt x="95" y="0"/>
                        <a:pt x="85" y="2"/>
                        <a:pt x="85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51" y="2"/>
                        <a:pt x="41" y="2"/>
                      </a:cubicBezTo>
                      <a:cubicBezTo>
                        <a:pt x="31" y="2"/>
                        <a:pt x="33" y="22"/>
                        <a:pt x="24" y="44"/>
                      </a:cubicBezTo>
                      <a:cubicBezTo>
                        <a:pt x="16" y="66"/>
                        <a:pt x="0" y="78"/>
                        <a:pt x="0" y="102"/>
                      </a:cubicBezTo>
                      <a:cubicBezTo>
                        <a:pt x="0" y="127"/>
                        <a:pt x="23" y="166"/>
                        <a:pt x="66" y="1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5" name="Freeform 142">
                  <a:extLst>
                    <a:ext uri="{FF2B5EF4-FFF2-40B4-BE49-F238E27FC236}">
                      <a16:creationId xmlns:a16="http://schemas.microsoft.com/office/drawing/2014/main" id="{4B592AC1-8E4F-8E5E-10F5-DD8159AA34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9110" y="4157762"/>
                  <a:ext cx="238879" cy="621716"/>
                </a:xfrm>
                <a:custGeom>
                  <a:avLst/>
                  <a:gdLst>
                    <a:gd name="T0" fmla="*/ 64 w 64"/>
                    <a:gd name="T1" fmla="*/ 101 h 166"/>
                    <a:gd name="T2" fmla="*/ 51 w 64"/>
                    <a:gd name="T3" fmla="*/ 65 h 166"/>
                    <a:gd name="T4" fmla="*/ 33 w 64"/>
                    <a:gd name="T5" fmla="*/ 16 h 166"/>
                    <a:gd name="T6" fmla="*/ 19 w 64"/>
                    <a:gd name="T7" fmla="*/ 2 h 166"/>
                    <a:gd name="T8" fmla="*/ 0 w 64"/>
                    <a:gd name="T9" fmla="*/ 2 h 166"/>
                    <a:gd name="T10" fmla="*/ 0 w 64"/>
                    <a:gd name="T11" fmla="*/ 166 h 166"/>
                    <a:gd name="T12" fmla="*/ 64 w 64"/>
                    <a:gd name="T13" fmla="*/ 101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66">
                      <a:moveTo>
                        <a:pt x="64" y="101"/>
                      </a:moveTo>
                      <a:cubicBezTo>
                        <a:pt x="64" y="89"/>
                        <a:pt x="58" y="77"/>
                        <a:pt x="51" y="65"/>
                      </a:cubicBezTo>
                      <a:cubicBezTo>
                        <a:pt x="43" y="52"/>
                        <a:pt x="37" y="31"/>
                        <a:pt x="33" y="16"/>
                      </a:cubicBezTo>
                      <a:cubicBezTo>
                        <a:pt x="29" y="0"/>
                        <a:pt x="19" y="2"/>
                        <a:pt x="19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43" y="166"/>
                        <a:pt x="64" y="136"/>
                        <a:pt x="64" y="1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6" name="Freeform 143">
                  <a:extLst>
                    <a:ext uri="{FF2B5EF4-FFF2-40B4-BE49-F238E27FC236}">
                      <a16:creationId xmlns:a16="http://schemas.microsoft.com/office/drawing/2014/main" id="{1B752074-7F7E-A177-0D29-584CFD278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7" name="Freeform 144">
                  <a:extLst>
                    <a:ext uri="{FF2B5EF4-FFF2-40B4-BE49-F238E27FC236}">
                      <a16:creationId xmlns:a16="http://schemas.microsoft.com/office/drawing/2014/main" id="{8233AB50-4592-B2AF-BC17-548432FBFB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6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8" name="Freeform 145">
                  <a:extLst>
                    <a:ext uri="{FF2B5EF4-FFF2-40B4-BE49-F238E27FC236}">
                      <a16:creationId xmlns:a16="http://schemas.microsoft.com/office/drawing/2014/main" id="{2B1F4123-91A3-0D71-4A3A-66270C5CAF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5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9" name="Freeform 146">
                  <a:extLst>
                    <a:ext uri="{FF2B5EF4-FFF2-40B4-BE49-F238E27FC236}">
                      <a16:creationId xmlns:a16="http://schemas.microsoft.com/office/drawing/2014/main" id="{059C1299-CF68-A80A-F2BA-7646276E9E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55370" cy="34804"/>
                </a:xfrm>
                <a:custGeom>
                  <a:avLst/>
                  <a:gdLst>
                    <a:gd name="T0" fmla="*/ 5 w 15"/>
                    <a:gd name="T1" fmla="*/ 9 h 9"/>
                    <a:gd name="T2" fmla="*/ 15 w 15"/>
                    <a:gd name="T3" fmla="*/ 9 h 9"/>
                    <a:gd name="T4" fmla="*/ 15 w 15"/>
                    <a:gd name="T5" fmla="*/ 0 h 9"/>
                    <a:gd name="T6" fmla="*/ 5 w 15"/>
                    <a:gd name="T7" fmla="*/ 0 h 9"/>
                    <a:gd name="T8" fmla="*/ 0 w 15"/>
                    <a:gd name="T9" fmla="*/ 4 h 9"/>
                    <a:gd name="T10" fmla="*/ 5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0" name="Freeform 161">
                  <a:extLst>
                    <a:ext uri="{FF2B5EF4-FFF2-40B4-BE49-F238E27FC236}">
                      <a16:creationId xmlns:a16="http://schemas.microsoft.com/office/drawing/2014/main" id="{94D147A0-BD39-E4BD-5988-F2FC0043246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872" y="3509153"/>
                  <a:ext cx="28475" cy="411313"/>
                </a:xfrm>
                <a:custGeom>
                  <a:avLst/>
                  <a:gdLst>
                    <a:gd name="T0" fmla="*/ 18 w 18"/>
                    <a:gd name="T1" fmla="*/ 260 h 260"/>
                    <a:gd name="T2" fmla="*/ 0 w 18"/>
                    <a:gd name="T3" fmla="*/ 260 h 260"/>
                    <a:gd name="T4" fmla="*/ 0 w 18"/>
                    <a:gd name="T5" fmla="*/ 201 h 260"/>
                    <a:gd name="T6" fmla="*/ 18 w 18"/>
                    <a:gd name="T7" fmla="*/ 201 h 260"/>
                    <a:gd name="T8" fmla="*/ 18 w 18"/>
                    <a:gd name="T9" fmla="*/ 260 h 260"/>
                    <a:gd name="T10" fmla="*/ 18 w 18"/>
                    <a:gd name="T11" fmla="*/ 159 h 260"/>
                    <a:gd name="T12" fmla="*/ 0 w 18"/>
                    <a:gd name="T13" fmla="*/ 159 h 260"/>
                    <a:gd name="T14" fmla="*/ 0 w 18"/>
                    <a:gd name="T15" fmla="*/ 99 h 260"/>
                    <a:gd name="T16" fmla="*/ 18 w 18"/>
                    <a:gd name="T17" fmla="*/ 99 h 260"/>
                    <a:gd name="T18" fmla="*/ 18 w 18"/>
                    <a:gd name="T19" fmla="*/ 159 h 260"/>
                    <a:gd name="T20" fmla="*/ 18 w 18"/>
                    <a:gd name="T21" fmla="*/ 59 h 260"/>
                    <a:gd name="T22" fmla="*/ 0 w 18"/>
                    <a:gd name="T23" fmla="*/ 59 h 260"/>
                    <a:gd name="T24" fmla="*/ 0 w 18"/>
                    <a:gd name="T25" fmla="*/ 0 h 260"/>
                    <a:gd name="T26" fmla="*/ 18 w 18"/>
                    <a:gd name="T27" fmla="*/ 0 h 260"/>
                    <a:gd name="T28" fmla="*/ 18 w 18"/>
                    <a:gd name="T29" fmla="*/ 59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260">
                      <a:moveTo>
                        <a:pt x="18" y="260"/>
                      </a:moveTo>
                      <a:lnTo>
                        <a:pt x="0" y="260"/>
                      </a:lnTo>
                      <a:lnTo>
                        <a:pt x="0" y="201"/>
                      </a:lnTo>
                      <a:lnTo>
                        <a:pt x="18" y="201"/>
                      </a:lnTo>
                      <a:lnTo>
                        <a:pt x="18" y="260"/>
                      </a:lnTo>
                      <a:close/>
                      <a:moveTo>
                        <a:pt x="18" y="159"/>
                      </a:moveTo>
                      <a:lnTo>
                        <a:pt x="0" y="159"/>
                      </a:lnTo>
                      <a:lnTo>
                        <a:pt x="0" y="99"/>
                      </a:lnTo>
                      <a:lnTo>
                        <a:pt x="18" y="99"/>
                      </a:lnTo>
                      <a:lnTo>
                        <a:pt x="18" y="159"/>
                      </a:lnTo>
                      <a:close/>
                      <a:moveTo>
                        <a:pt x="18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8" y="0"/>
                      </a:lnTo>
                      <a:lnTo>
                        <a:pt x="18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20" name="组合 1019">
              <a:extLst>
                <a:ext uri="{FF2B5EF4-FFF2-40B4-BE49-F238E27FC236}">
                  <a16:creationId xmlns:a16="http://schemas.microsoft.com/office/drawing/2014/main" id="{EC424826-C7BC-606F-85EB-A9DD59209B3A}"/>
                </a:ext>
              </a:extLst>
            </p:cNvPr>
            <p:cNvGrpSpPr/>
            <p:nvPr/>
          </p:nvGrpSpPr>
          <p:grpSpPr>
            <a:xfrm>
              <a:off x="4408630" y="2191891"/>
              <a:ext cx="590425" cy="2661939"/>
              <a:chOff x="4408630" y="2191891"/>
              <a:chExt cx="590425" cy="2661939"/>
            </a:xfrm>
          </p:grpSpPr>
          <p:grpSp>
            <p:nvGrpSpPr>
              <p:cNvPr id="703" name="组合 702">
                <a:extLst>
                  <a:ext uri="{FF2B5EF4-FFF2-40B4-BE49-F238E27FC236}">
                    <a16:creationId xmlns:a16="http://schemas.microsoft.com/office/drawing/2014/main" id="{92ECEB47-EA63-E8DC-9E50-541FE62E25EE}"/>
                  </a:ext>
                </a:extLst>
              </p:cNvPr>
              <p:cNvGrpSpPr/>
              <p:nvPr/>
            </p:nvGrpSpPr>
            <p:grpSpPr>
              <a:xfrm>
                <a:off x="4408630" y="3487005"/>
                <a:ext cx="590077" cy="1366825"/>
                <a:chOff x="4408630" y="3487005"/>
                <a:chExt cx="590077" cy="1366825"/>
              </a:xfrm>
            </p:grpSpPr>
            <p:sp>
              <p:nvSpPr>
                <p:cNvPr id="367" name="Freeform 147">
                  <a:extLst>
                    <a:ext uri="{FF2B5EF4-FFF2-40B4-BE49-F238E27FC236}">
                      <a16:creationId xmlns:a16="http://schemas.microsoft.com/office/drawing/2014/main" id="{F416D24E-EB82-09AA-0F02-3B7F49CD2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238879" cy="47459"/>
                </a:xfrm>
                <a:custGeom>
                  <a:avLst/>
                  <a:gdLst>
                    <a:gd name="T0" fmla="*/ 58 w 64"/>
                    <a:gd name="T1" fmla="*/ 0 h 13"/>
                    <a:gd name="T2" fmla="*/ 7 w 64"/>
                    <a:gd name="T3" fmla="*/ 0 h 13"/>
                    <a:gd name="T4" fmla="*/ 0 w 64"/>
                    <a:gd name="T5" fmla="*/ 7 h 13"/>
                    <a:gd name="T6" fmla="*/ 7 w 64"/>
                    <a:gd name="T7" fmla="*/ 13 h 13"/>
                    <a:gd name="T8" fmla="*/ 58 w 64"/>
                    <a:gd name="T9" fmla="*/ 13 h 13"/>
                    <a:gd name="T10" fmla="*/ 64 w 64"/>
                    <a:gd name="T11" fmla="*/ 7 h 13"/>
                    <a:gd name="T12" fmla="*/ 58 w 64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5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8" name="Freeform 148">
                  <a:extLst>
                    <a:ext uri="{FF2B5EF4-FFF2-40B4-BE49-F238E27FC236}">
                      <a16:creationId xmlns:a16="http://schemas.microsoft.com/office/drawing/2014/main" id="{A3C819A4-8F78-FC2F-2DA5-F49518287C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7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7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9" name="Freeform 149">
                  <a:extLst>
                    <a:ext uri="{FF2B5EF4-FFF2-40B4-BE49-F238E27FC236}">
                      <a16:creationId xmlns:a16="http://schemas.microsoft.com/office/drawing/2014/main" id="{C88022C9-4D2F-533A-99F7-7031E85975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6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6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6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0" name="Freeform 150">
                  <a:extLst>
                    <a:ext uri="{FF2B5EF4-FFF2-40B4-BE49-F238E27FC236}">
                      <a16:creationId xmlns:a16="http://schemas.microsoft.com/office/drawing/2014/main" id="{AC13A0C7-6A8D-B2A8-FC67-D71AF206CD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128140" cy="45878"/>
                </a:xfrm>
                <a:custGeom>
                  <a:avLst/>
                  <a:gdLst>
                    <a:gd name="T0" fmla="*/ 6 w 34"/>
                    <a:gd name="T1" fmla="*/ 12 h 12"/>
                    <a:gd name="T2" fmla="*/ 28 w 34"/>
                    <a:gd name="T3" fmla="*/ 12 h 12"/>
                    <a:gd name="T4" fmla="*/ 34 w 34"/>
                    <a:gd name="T5" fmla="*/ 6 h 12"/>
                    <a:gd name="T6" fmla="*/ 28 w 34"/>
                    <a:gd name="T7" fmla="*/ 0 h 12"/>
                    <a:gd name="T8" fmla="*/ 6 w 34"/>
                    <a:gd name="T9" fmla="*/ 0 h 12"/>
                    <a:gd name="T10" fmla="*/ 0 w 34"/>
                    <a:gd name="T11" fmla="*/ 6 h 12"/>
                    <a:gd name="T12" fmla="*/ 6 w 34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2">
                      <a:moveTo>
                        <a:pt x="6" y="12"/>
                      </a:move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2" y="12"/>
                        <a:pt x="34" y="9"/>
                        <a:pt x="34" y="6"/>
                      </a:cubicBezTo>
                      <a:cubicBezTo>
                        <a:pt x="34" y="3"/>
                        <a:pt x="32" y="0"/>
                        <a:pt x="2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1" name="Freeform 151">
                  <a:extLst>
                    <a:ext uri="{FF2B5EF4-FFF2-40B4-BE49-F238E27FC236}">
                      <a16:creationId xmlns:a16="http://schemas.microsoft.com/office/drawing/2014/main" id="{260F33EC-9A4F-1F74-AEC8-D793D9D65A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630" y="4100811"/>
                  <a:ext cx="590077" cy="753019"/>
                </a:xfrm>
                <a:custGeom>
                  <a:avLst/>
                  <a:gdLst>
                    <a:gd name="T0" fmla="*/ 80 w 158"/>
                    <a:gd name="T1" fmla="*/ 201 h 201"/>
                    <a:gd name="T2" fmla="*/ 158 w 158"/>
                    <a:gd name="T3" fmla="*/ 121 h 201"/>
                    <a:gd name="T4" fmla="*/ 142 w 158"/>
                    <a:gd name="T5" fmla="*/ 78 h 201"/>
                    <a:gd name="T6" fmla="*/ 120 w 158"/>
                    <a:gd name="T7" fmla="*/ 18 h 201"/>
                    <a:gd name="T8" fmla="*/ 103 w 158"/>
                    <a:gd name="T9" fmla="*/ 1 h 201"/>
                    <a:gd name="T10" fmla="*/ 80 w 158"/>
                    <a:gd name="T11" fmla="*/ 1 h 201"/>
                    <a:gd name="T12" fmla="*/ 50 w 158"/>
                    <a:gd name="T13" fmla="*/ 1 h 201"/>
                    <a:gd name="T14" fmla="*/ 29 w 158"/>
                    <a:gd name="T15" fmla="*/ 53 h 201"/>
                    <a:gd name="T16" fmla="*/ 0 w 158"/>
                    <a:gd name="T17" fmla="*/ 124 h 201"/>
                    <a:gd name="T18" fmla="*/ 80 w 158"/>
                    <a:gd name="T19" fmla="*/ 20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8" h="201">
                      <a:moveTo>
                        <a:pt x="80" y="201"/>
                      </a:moveTo>
                      <a:cubicBezTo>
                        <a:pt x="132" y="201"/>
                        <a:pt x="158" y="164"/>
                        <a:pt x="158" y="121"/>
                      </a:cubicBezTo>
                      <a:cubicBezTo>
                        <a:pt x="158" y="108"/>
                        <a:pt x="151" y="93"/>
                        <a:pt x="142" y="78"/>
                      </a:cubicBezTo>
                      <a:cubicBezTo>
                        <a:pt x="133" y="63"/>
                        <a:pt x="125" y="37"/>
                        <a:pt x="120" y="18"/>
                      </a:cubicBezTo>
                      <a:cubicBezTo>
                        <a:pt x="115" y="0"/>
                        <a:pt x="103" y="1"/>
                        <a:pt x="103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80" y="1"/>
                        <a:pt x="62" y="1"/>
                        <a:pt x="50" y="1"/>
                      </a:cubicBezTo>
                      <a:cubicBezTo>
                        <a:pt x="38" y="1"/>
                        <a:pt x="40" y="26"/>
                        <a:pt x="29" y="53"/>
                      </a:cubicBezTo>
                      <a:cubicBezTo>
                        <a:pt x="19" y="79"/>
                        <a:pt x="0" y="94"/>
                        <a:pt x="0" y="124"/>
                      </a:cubicBezTo>
                      <a:cubicBezTo>
                        <a:pt x="0" y="153"/>
                        <a:pt x="28" y="201"/>
                        <a:pt x="80" y="201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" name="Freeform 152">
                  <a:extLst>
                    <a:ext uri="{FF2B5EF4-FFF2-40B4-BE49-F238E27FC236}">
                      <a16:creationId xmlns:a16="http://schemas.microsoft.com/office/drawing/2014/main" id="{66865720-1729-2F98-C7CA-8CBA607C9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7623" y="4100811"/>
                  <a:ext cx="291083" cy="753019"/>
                </a:xfrm>
                <a:custGeom>
                  <a:avLst/>
                  <a:gdLst>
                    <a:gd name="T0" fmla="*/ 78 w 78"/>
                    <a:gd name="T1" fmla="*/ 121 h 201"/>
                    <a:gd name="T2" fmla="*/ 62 w 78"/>
                    <a:gd name="T3" fmla="*/ 78 h 201"/>
                    <a:gd name="T4" fmla="*/ 40 w 78"/>
                    <a:gd name="T5" fmla="*/ 18 h 201"/>
                    <a:gd name="T6" fmla="*/ 23 w 78"/>
                    <a:gd name="T7" fmla="*/ 1 h 201"/>
                    <a:gd name="T8" fmla="*/ 0 w 78"/>
                    <a:gd name="T9" fmla="*/ 1 h 201"/>
                    <a:gd name="T10" fmla="*/ 0 w 78"/>
                    <a:gd name="T11" fmla="*/ 201 h 201"/>
                    <a:gd name="T12" fmla="*/ 78 w 78"/>
                    <a:gd name="T13" fmla="*/ 12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201">
                      <a:moveTo>
                        <a:pt x="78" y="121"/>
                      </a:moveTo>
                      <a:cubicBezTo>
                        <a:pt x="78" y="108"/>
                        <a:pt x="71" y="93"/>
                        <a:pt x="62" y="78"/>
                      </a:cubicBezTo>
                      <a:cubicBezTo>
                        <a:pt x="53" y="63"/>
                        <a:pt x="45" y="37"/>
                        <a:pt x="40" y="18"/>
                      </a:cubicBezTo>
                      <a:cubicBezTo>
                        <a:pt x="35" y="0"/>
                        <a:pt x="23" y="1"/>
                        <a:pt x="2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52" y="201"/>
                        <a:pt x="78" y="164"/>
                        <a:pt x="78" y="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3" name="Freeform 153">
                  <a:extLst>
                    <a:ext uri="{FF2B5EF4-FFF2-40B4-BE49-F238E27FC236}">
                      <a16:creationId xmlns:a16="http://schemas.microsoft.com/office/drawing/2014/main" id="{6740B26D-2B1E-D8CF-92AA-438A630407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123394" cy="47459"/>
                </a:xfrm>
                <a:custGeom>
                  <a:avLst/>
                  <a:gdLst>
                    <a:gd name="T0" fmla="*/ 0 w 33"/>
                    <a:gd name="T1" fmla="*/ 7 h 13"/>
                    <a:gd name="T2" fmla="*/ 7 w 33"/>
                    <a:gd name="T3" fmla="*/ 13 h 13"/>
                    <a:gd name="T4" fmla="*/ 33 w 33"/>
                    <a:gd name="T5" fmla="*/ 13 h 13"/>
                    <a:gd name="T6" fmla="*/ 33 w 33"/>
                    <a:gd name="T7" fmla="*/ 0 h 13"/>
                    <a:gd name="T8" fmla="*/ 7 w 33"/>
                    <a:gd name="T9" fmla="*/ 0 h 13"/>
                    <a:gd name="T10" fmla="*/ 0 w 33"/>
                    <a:gd name="T11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0" y="7"/>
                      </a:move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4" name="Freeform 154">
                  <a:extLst>
                    <a:ext uri="{FF2B5EF4-FFF2-40B4-BE49-F238E27FC236}">
                      <a16:creationId xmlns:a16="http://schemas.microsoft.com/office/drawing/2014/main" id="{7F8CDCAB-E2D3-2557-944C-DF7BED7AA7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7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5" name="Freeform 155">
                  <a:extLst>
                    <a:ext uri="{FF2B5EF4-FFF2-40B4-BE49-F238E27FC236}">
                      <a16:creationId xmlns:a16="http://schemas.microsoft.com/office/drawing/2014/main" id="{75A2578B-C1B9-04CB-A456-563A24A75C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6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6" name="Freeform 156">
                  <a:extLst>
                    <a:ext uri="{FF2B5EF4-FFF2-40B4-BE49-F238E27FC236}">
                      <a16:creationId xmlns:a16="http://schemas.microsoft.com/office/drawing/2014/main" id="{8DB9B658-C564-809D-FFB1-86D8C08012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68026" cy="45878"/>
                </a:xfrm>
                <a:custGeom>
                  <a:avLst/>
                  <a:gdLst>
                    <a:gd name="T0" fmla="*/ 6 w 18"/>
                    <a:gd name="T1" fmla="*/ 12 h 12"/>
                    <a:gd name="T2" fmla="*/ 18 w 18"/>
                    <a:gd name="T3" fmla="*/ 12 h 12"/>
                    <a:gd name="T4" fmla="*/ 18 w 18"/>
                    <a:gd name="T5" fmla="*/ 0 h 12"/>
                    <a:gd name="T6" fmla="*/ 6 w 18"/>
                    <a:gd name="T7" fmla="*/ 0 h 12"/>
                    <a:gd name="T8" fmla="*/ 0 w 18"/>
                    <a:gd name="T9" fmla="*/ 6 h 12"/>
                    <a:gd name="T10" fmla="*/ 6 w 18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6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7" name="Freeform 162">
                  <a:extLst>
                    <a:ext uri="{FF2B5EF4-FFF2-40B4-BE49-F238E27FC236}">
                      <a16:creationId xmlns:a16="http://schemas.microsoft.com/office/drawing/2014/main" id="{C8EC21DE-E544-466D-FAF1-FDABDF89459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6549" y="3487005"/>
                  <a:ext cx="25311" cy="321141"/>
                </a:xfrm>
                <a:custGeom>
                  <a:avLst/>
                  <a:gdLst>
                    <a:gd name="T0" fmla="*/ 16 w 16"/>
                    <a:gd name="T1" fmla="*/ 203 h 203"/>
                    <a:gd name="T2" fmla="*/ 0 w 16"/>
                    <a:gd name="T3" fmla="*/ 203 h 203"/>
                    <a:gd name="T4" fmla="*/ 0 w 16"/>
                    <a:gd name="T5" fmla="*/ 144 h 203"/>
                    <a:gd name="T6" fmla="*/ 16 w 16"/>
                    <a:gd name="T7" fmla="*/ 144 h 203"/>
                    <a:gd name="T8" fmla="*/ 16 w 16"/>
                    <a:gd name="T9" fmla="*/ 203 h 203"/>
                    <a:gd name="T10" fmla="*/ 16 w 16"/>
                    <a:gd name="T11" fmla="*/ 104 h 203"/>
                    <a:gd name="T12" fmla="*/ 0 w 16"/>
                    <a:gd name="T13" fmla="*/ 104 h 203"/>
                    <a:gd name="T14" fmla="*/ 0 w 16"/>
                    <a:gd name="T15" fmla="*/ 45 h 203"/>
                    <a:gd name="T16" fmla="*/ 16 w 16"/>
                    <a:gd name="T17" fmla="*/ 45 h 203"/>
                    <a:gd name="T18" fmla="*/ 16 w 16"/>
                    <a:gd name="T19" fmla="*/ 104 h 203"/>
                    <a:gd name="T20" fmla="*/ 16 w 16"/>
                    <a:gd name="T21" fmla="*/ 2 h 203"/>
                    <a:gd name="T22" fmla="*/ 0 w 16"/>
                    <a:gd name="T23" fmla="*/ 2 h 203"/>
                    <a:gd name="T24" fmla="*/ 0 w 16"/>
                    <a:gd name="T25" fmla="*/ 0 h 203"/>
                    <a:gd name="T26" fmla="*/ 16 w 16"/>
                    <a:gd name="T27" fmla="*/ 0 h 203"/>
                    <a:gd name="T28" fmla="*/ 16 w 16"/>
                    <a:gd name="T29" fmla="*/ 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03">
                      <a:moveTo>
                        <a:pt x="16" y="203"/>
                      </a:moveTo>
                      <a:lnTo>
                        <a:pt x="0" y="203"/>
                      </a:lnTo>
                      <a:lnTo>
                        <a:pt x="0" y="144"/>
                      </a:lnTo>
                      <a:lnTo>
                        <a:pt x="16" y="144"/>
                      </a:lnTo>
                      <a:lnTo>
                        <a:pt x="16" y="203"/>
                      </a:lnTo>
                      <a:close/>
                      <a:moveTo>
                        <a:pt x="16" y="104"/>
                      </a:moveTo>
                      <a:lnTo>
                        <a:pt x="0" y="104"/>
                      </a:lnTo>
                      <a:lnTo>
                        <a:pt x="0" y="45"/>
                      </a:lnTo>
                      <a:lnTo>
                        <a:pt x="16" y="45"/>
                      </a:lnTo>
                      <a:lnTo>
                        <a:pt x="16" y="104"/>
                      </a:lnTo>
                      <a:close/>
                      <a:moveTo>
                        <a:pt x="16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38" name="组合 337">
                <a:extLst>
                  <a:ext uri="{FF2B5EF4-FFF2-40B4-BE49-F238E27FC236}">
                    <a16:creationId xmlns:a16="http://schemas.microsoft.com/office/drawing/2014/main" id="{51F35867-F18E-B276-9B30-C89C79C1C810}"/>
                  </a:ext>
                </a:extLst>
              </p:cNvPr>
              <p:cNvGrpSpPr/>
              <p:nvPr/>
            </p:nvGrpSpPr>
            <p:grpSpPr>
              <a:xfrm flipV="1">
                <a:off x="4408978" y="2191891"/>
                <a:ext cx="590077" cy="1366825"/>
                <a:chOff x="4408630" y="3487005"/>
                <a:chExt cx="590077" cy="1366825"/>
              </a:xfrm>
              <a:noFill/>
            </p:grpSpPr>
            <p:sp>
              <p:nvSpPr>
                <p:cNvPr id="339" name="Freeform 147">
                  <a:extLst>
                    <a:ext uri="{FF2B5EF4-FFF2-40B4-BE49-F238E27FC236}">
                      <a16:creationId xmlns:a16="http://schemas.microsoft.com/office/drawing/2014/main" id="{E2688FA3-6682-ACBB-BA02-3E26E9A1B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238879" cy="47459"/>
                </a:xfrm>
                <a:custGeom>
                  <a:avLst/>
                  <a:gdLst>
                    <a:gd name="T0" fmla="*/ 58 w 64"/>
                    <a:gd name="T1" fmla="*/ 0 h 13"/>
                    <a:gd name="T2" fmla="*/ 7 w 64"/>
                    <a:gd name="T3" fmla="*/ 0 h 13"/>
                    <a:gd name="T4" fmla="*/ 0 w 64"/>
                    <a:gd name="T5" fmla="*/ 7 h 13"/>
                    <a:gd name="T6" fmla="*/ 7 w 64"/>
                    <a:gd name="T7" fmla="*/ 13 h 13"/>
                    <a:gd name="T8" fmla="*/ 58 w 64"/>
                    <a:gd name="T9" fmla="*/ 13 h 13"/>
                    <a:gd name="T10" fmla="*/ 64 w 64"/>
                    <a:gd name="T11" fmla="*/ 7 h 13"/>
                    <a:gd name="T12" fmla="*/ 58 w 64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5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0" name="Freeform 148">
                  <a:extLst>
                    <a:ext uri="{FF2B5EF4-FFF2-40B4-BE49-F238E27FC236}">
                      <a16:creationId xmlns:a16="http://schemas.microsoft.com/office/drawing/2014/main" id="{AE83E3FF-3E09-E217-114C-6A9DB5F99E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7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7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1" name="Freeform 149">
                  <a:extLst>
                    <a:ext uri="{FF2B5EF4-FFF2-40B4-BE49-F238E27FC236}">
                      <a16:creationId xmlns:a16="http://schemas.microsoft.com/office/drawing/2014/main" id="{011A94F2-96C2-0341-70FF-99307981BB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6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6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6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9" name="Freeform 150">
                  <a:extLst>
                    <a:ext uri="{FF2B5EF4-FFF2-40B4-BE49-F238E27FC236}">
                      <a16:creationId xmlns:a16="http://schemas.microsoft.com/office/drawing/2014/main" id="{88BC94D6-74DE-3094-A968-460B51F2B6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128140" cy="45878"/>
                </a:xfrm>
                <a:custGeom>
                  <a:avLst/>
                  <a:gdLst>
                    <a:gd name="T0" fmla="*/ 6 w 34"/>
                    <a:gd name="T1" fmla="*/ 12 h 12"/>
                    <a:gd name="T2" fmla="*/ 28 w 34"/>
                    <a:gd name="T3" fmla="*/ 12 h 12"/>
                    <a:gd name="T4" fmla="*/ 34 w 34"/>
                    <a:gd name="T5" fmla="*/ 6 h 12"/>
                    <a:gd name="T6" fmla="*/ 28 w 34"/>
                    <a:gd name="T7" fmla="*/ 0 h 12"/>
                    <a:gd name="T8" fmla="*/ 6 w 34"/>
                    <a:gd name="T9" fmla="*/ 0 h 12"/>
                    <a:gd name="T10" fmla="*/ 0 w 34"/>
                    <a:gd name="T11" fmla="*/ 6 h 12"/>
                    <a:gd name="T12" fmla="*/ 6 w 34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2">
                      <a:moveTo>
                        <a:pt x="6" y="12"/>
                      </a:move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2" y="12"/>
                        <a:pt x="34" y="9"/>
                        <a:pt x="34" y="6"/>
                      </a:cubicBezTo>
                      <a:cubicBezTo>
                        <a:pt x="34" y="3"/>
                        <a:pt x="32" y="0"/>
                        <a:pt x="2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6" name="Freeform 151">
                  <a:extLst>
                    <a:ext uri="{FF2B5EF4-FFF2-40B4-BE49-F238E27FC236}">
                      <a16:creationId xmlns:a16="http://schemas.microsoft.com/office/drawing/2014/main" id="{662AFCFC-3FE2-8CA0-FA01-1A08507D9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630" y="4100811"/>
                  <a:ext cx="590077" cy="753019"/>
                </a:xfrm>
                <a:custGeom>
                  <a:avLst/>
                  <a:gdLst>
                    <a:gd name="T0" fmla="*/ 80 w 158"/>
                    <a:gd name="T1" fmla="*/ 201 h 201"/>
                    <a:gd name="T2" fmla="*/ 158 w 158"/>
                    <a:gd name="T3" fmla="*/ 121 h 201"/>
                    <a:gd name="T4" fmla="*/ 142 w 158"/>
                    <a:gd name="T5" fmla="*/ 78 h 201"/>
                    <a:gd name="T6" fmla="*/ 120 w 158"/>
                    <a:gd name="T7" fmla="*/ 18 h 201"/>
                    <a:gd name="T8" fmla="*/ 103 w 158"/>
                    <a:gd name="T9" fmla="*/ 1 h 201"/>
                    <a:gd name="T10" fmla="*/ 80 w 158"/>
                    <a:gd name="T11" fmla="*/ 1 h 201"/>
                    <a:gd name="T12" fmla="*/ 50 w 158"/>
                    <a:gd name="T13" fmla="*/ 1 h 201"/>
                    <a:gd name="T14" fmla="*/ 29 w 158"/>
                    <a:gd name="T15" fmla="*/ 53 h 201"/>
                    <a:gd name="T16" fmla="*/ 0 w 158"/>
                    <a:gd name="T17" fmla="*/ 124 h 201"/>
                    <a:gd name="T18" fmla="*/ 80 w 158"/>
                    <a:gd name="T19" fmla="*/ 20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8" h="201">
                      <a:moveTo>
                        <a:pt x="80" y="201"/>
                      </a:moveTo>
                      <a:cubicBezTo>
                        <a:pt x="132" y="201"/>
                        <a:pt x="158" y="164"/>
                        <a:pt x="158" y="121"/>
                      </a:cubicBezTo>
                      <a:cubicBezTo>
                        <a:pt x="158" y="108"/>
                        <a:pt x="151" y="93"/>
                        <a:pt x="142" y="78"/>
                      </a:cubicBezTo>
                      <a:cubicBezTo>
                        <a:pt x="133" y="63"/>
                        <a:pt x="125" y="37"/>
                        <a:pt x="120" y="18"/>
                      </a:cubicBezTo>
                      <a:cubicBezTo>
                        <a:pt x="115" y="0"/>
                        <a:pt x="103" y="1"/>
                        <a:pt x="103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80" y="1"/>
                        <a:pt x="62" y="1"/>
                        <a:pt x="50" y="1"/>
                      </a:cubicBezTo>
                      <a:cubicBezTo>
                        <a:pt x="38" y="1"/>
                        <a:pt x="40" y="26"/>
                        <a:pt x="29" y="53"/>
                      </a:cubicBezTo>
                      <a:cubicBezTo>
                        <a:pt x="19" y="79"/>
                        <a:pt x="0" y="94"/>
                        <a:pt x="0" y="124"/>
                      </a:cubicBezTo>
                      <a:cubicBezTo>
                        <a:pt x="0" y="153"/>
                        <a:pt x="28" y="201"/>
                        <a:pt x="80" y="2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1" name="Freeform 152">
                  <a:extLst>
                    <a:ext uri="{FF2B5EF4-FFF2-40B4-BE49-F238E27FC236}">
                      <a16:creationId xmlns:a16="http://schemas.microsoft.com/office/drawing/2014/main" id="{0B9F0B1A-A033-0FCE-4FBB-8B2DA9A55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7623" y="4100811"/>
                  <a:ext cx="291083" cy="753019"/>
                </a:xfrm>
                <a:custGeom>
                  <a:avLst/>
                  <a:gdLst>
                    <a:gd name="T0" fmla="*/ 78 w 78"/>
                    <a:gd name="T1" fmla="*/ 121 h 201"/>
                    <a:gd name="T2" fmla="*/ 62 w 78"/>
                    <a:gd name="T3" fmla="*/ 78 h 201"/>
                    <a:gd name="T4" fmla="*/ 40 w 78"/>
                    <a:gd name="T5" fmla="*/ 18 h 201"/>
                    <a:gd name="T6" fmla="*/ 23 w 78"/>
                    <a:gd name="T7" fmla="*/ 1 h 201"/>
                    <a:gd name="T8" fmla="*/ 0 w 78"/>
                    <a:gd name="T9" fmla="*/ 1 h 201"/>
                    <a:gd name="T10" fmla="*/ 0 w 78"/>
                    <a:gd name="T11" fmla="*/ 201 h 201"/>
                    <a:gd name="T12" fmla="*/ 78 w 78"/>
                    <a:gd name="T13" fmla="*/ 12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201">
                      <a:moveTo>
                        <a:pt x="78" y="121"/>
                      </a:moveTo>
                      <a:cubicBezTo>
                        <a:pt x="78" y="108"/>
                        <a:pt x="71" y="93"/>
                        <a:pt x="62" y="78"/>
                      </a:cubicBezTo>
                      <a:cubicBezTo>
                        <a:pt x="53" y="63"/>
                        <a:pt x="45" y="37"/>
                        <a:pt x="40" y="18"/>
                      </a:cubicBezTo>
                      <a:cubicBezTo>
                        <a:pt x="35" y="0"/>
                        <a:pt x="23" y="1"/>
                        <a:pt x="2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52" y="201"/>
                        <a:pt x="78" y="164"/>
                        <a:pt x="78" y="1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2" name="Freeform 153">
                  <a:extLst>
                    <a:ext uri="{FF2B5EF4-FFF2-40B4-BE49-F238E27FC236}">
                      <a16:creationId xmlns:a16="http://schemas.microsoft.com/office/drawing/2014/main" id="{ECF99926-E669-2C00-0BBF-E631B2DE1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123394" cy="47459"/>
                </a:xfrm>
                <a:custGeom>
                  <a:avLst/>
                  <a:gdLst>
                    <a:gd name="T0" fmla="*/ 0 w 33"/>
                    <a:gd name="T1" fmla="*/ 7 h 13"/>
                    <a:gd name="T2" fmla="*/ 7 w 33"/>
                    <a:gd name="T3" fmla="*/ 13 h 13"/>
                    <a:gd name="T4" fmla="*/ 33 w 33"/>
                    <a:gd name="T5" fmla="*/ 13 h 13"/>
                    <a:gd name="T6" fmla="*/ 33 w 33"/>
                    <a:gd name="T7" fmla="*/ 0 h 13"/>
                    <a:gd name="T8" fmla="*/ 7 w 33"/>
                    <a:gd name="T9" fmla="*/ 0 h 13"/>
                    <a:gd name="T10" fmla="*/ 0 w 33"/>
                    <a:gd name="T11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0" y="7"/>
                      </a:move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3" name="Freeform 154">
                  <a:extLst>
                    <a:ext uri="{FF2B5EF4-FFF2-40B4-BE49-F238E27FC236}">
                      <a16:creationId xmlns:a16="http://schemas.microsoft.com/office/drawing/2014/main" id="{23ADA5FD-7B34-6226-B5B2-88329B4FA9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7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4" name="Freeform 155">
                  <a:extLst>
                    <a:ext uri="{FF2B5EF4-FFF2-40B4-BE49-F238E27FC236}">
                      <a16:creationId xmlns:a16="http://schemas.microsoft.com/office/drawing/2014/main" id="{0CABBE4F-805A-03C6-5AA8-82C034D04D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6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5" name="Freeform 156">
                  <a:extLst>
                    <a:ext uri="{FF2B5EF4-FFF2-40B4-BE49-F238E27FC236}">
                      <a16:creationId xmlns:a16="http://schemas.microsoft.com/office/drawing/2014/main" id="{6B5024AA-D769-4F72-D92C-32C51B722C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68026" cy="45878"/>
                </a:xfrm>
                <a:custGeom>
                  <a:avLst/>
                  <a:gdLst>
                    <a:gd name="T0" fmla="*/ 6 w 18"/>
                    <a:gd name="T1" fmla="*/ 12 h 12"/>
                    <a:gd name="T2" fmla="*/ 18 w 18"/>
                    <a:gd name="T3" fmla="*/ 12 h 12"/>
                    <a:gd name="T4" fmla="*/ 18 w 18"/>
                    <a:gd name="T5" fmla="*/ 0 h 12"/>
                    <a:gd name="T6" fmla="*/ 6 w 18"/>
                    <a:gd name="T7" fmla="*/ 0 h 12"/>
                    <a:gd name="T8" fmla="*/ 0 w 18"/>
                    <a:gd name="T9" fmla="*/ 6 h 12"/>
                    <a:gd name="T10" fmla="*/ 6 w 18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6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6" name="Freeform 162">
                  <a:extLst>
                    <a:ext uri="{FF2B5EF4-FFF2-40B4-BE49-F238E27FC236}">
                      <a16:creationId xmlns:a16="http://schemas.microsoft.com/office/drawing/2014/main" id="{DA34CFCE-561C-AEF7-C852-5E13B611CD1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6549" y="3487005"/>
                  <a:ext cx="25311" cy="321141"/>
                </a:xfrm>
                <a:custGeom>
                  <a:avLst/>
                  <a:gdLst>
                    <a:gd name="T0" fmla="*/ 16 w 16"/>
                    <a:gd name="T1" fmla="*/ 203 h 203"/>
                    <a:gd name="T2" fmla="*/ 0 w 16"/>
                    <a:gd name="T3" fmla="*/ 203 h 203"/>
                    <a:gd name="T4" fmla="*/ 0 w 16"/>
                    <a:gd name="T5" fmla="*/ 144 h 203"/>
                    <a:gd name="T6" fmla="*/ 16 w 16"/>
                    <a:gd name="T7" fmla="*/ 144 h 203"/>
                    <a:gd name="T8" fmla="*/ 16 w 16"/>
                    <a:gd name="T9" fmla="*/ 203 h 203"/>
                    <a:gd name="T10" fmla="*/ 16 w 16"/>
                    <a:gd name="T11" fmla="*/ 104 h 203"/>
                    <a:gd name="T12" fmla="*/ 0 w 16"/>
                    <a:gd name="T13" fmla="*/ 104 h 203"/>
                    <a:gd name="T14" fmla="*/ 0 w 16"/>
                    <a:gd name="T15" fmla="*/ 45 h 203"/>
                    <a:gd name="T16" fmla="*/ 16 w 16"/>
                    <a:gd name="T17" fmla="*/ 45 h 203"/>
                    <a:gd name="T18" fmla="*/ 16 w 16"/>
                    <a:gd name="T19" fmla="*/ 104 h 203"/>
                    <a:gd name="T20" fmla="*/ 16 w 16"/>
                    <a:gd name="T21" fmla="*/ 2 h 203"/>
                    <a:gd name="T22" fmla="*/ 0 w 16"/>
                    <a:gd name="T23" fmla="*/ 2 h 203"/>
                    <a:gd name="T24" fmla="*/ 0 w 16"/>
                    <a:gd name="T25" fmla="*/ 0 h 203"/>
                    <a:gd name="T26" fmla="*/ 16 w 16"/>
                    <a:gd name="T27" fmla="*/ 0 h 203"/>
                    <a:gd name="T28" fmla="*/ 16 w 16"/>
                    <a:gd name="T29" fmla="*/ 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03">
                      <a:moveTo>
                        <a:pt x="16" y="203"/>
                      </a:moveTo>
                      <a:lnTo>
                        <a:pt x="0" y="203"/>
                      </a:lnTo>
                      <a:lnTo>
                        <a:pt x="0" y="144"/>
                      </a:lnTo>
                      <a:lnTo>
                        <a:pt x="16" y="144"/>
                      </a:lnTo>
                      <a:lnTo>
                        <a:pt x="16" y="203"/>
                      </a:lnTo>
                      <a:close/>
                      <a:moveTo>
                        <a:pt x="16" y="104"/>
                      </a:moveTo>
                      <a:lnTo>
                        <a:pt x="0" y="104"/>
                      </a:lnTo>
                      <a:lnTo>
                        <a:pt x="0" y="45"/>
                      </a:lnTo>
                      <a:lnTo>
                        <a:pt x="16" y="45"/>
                      </a:lnTo>
                      <a:lnTo>
                        <a:pt x="16" y="104"/>
                      </a:lnTo>
                      <a:close/>
                      <a:moveTo>
                        <a:pt x="16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21" name="组合 1020">
              <a:extLst>
                <a:ext uri="{FF2B5EF4-FFF2-40B4-BE49-F238E27FC236}">
                  <a16:creationId xmlns:a16="http://schemas.microsoft.com/office/drawing/2014/main" id="{15D72E1F-70FA-E732-6936-36EC55217D67}"/>
                </a:ext>
              </a:extLst>
            </p:cNvPr>
            <p:cNvGrpSpPr/>
            <p:nvPr/>
          </p:nvGrpSpPr>
          <p:grpSpPr>
            <a:xfrm>
              <a:off x="3910308" y="1468733"/>
              <a:ext cx="479974" cy="4108059"/>
              <a:chOff x="3910308" y="1468733"/>
              <a:chExt cx="479974" cy="4108059"/>
            </a:xfrm>
          </p:grpSpPr>
          <p:grpSp>
            <p:nvGrpSpPr>
              <p:cNvPr id="679" name="组合 678">
                <a:extLst>
                  <a:ext uri="{FF2B5EF4-FFF2-40B4-BE49-F238E27FC236}">
                    <a16:creationId xmlns:a16="http://schemas.microsoft.com/office/drawing/2014/main" id="{CEC16096-BC32-7E42-7036-D803ED75208F}"/>
                  </a:ext>
                </a:extLst>
              </p:cNvPr>
              <p:cNvGrpSpPr/>
              <p:nvPr/>
            </p:nvGrpSpPr>
            <p:grpSpPr>
              <a:xfrm>
                <a:off x="3910308" y="3523390"/>
                <a:ext cx="479338" cy="2053402"/>
                <a:chOff x="3910308" y="3523390"/>
                <a:chExt cx="479338" cy="2053402"/>
              </a:xfrm>
            </p:grpSpPr>
            <p:sp>
              <p:nvSpPr>
                <p:cNvPr id="692" name="Freeform 127">
                  <a:extLst>
                    <a:ext uri="{FF2B5EF4-FFF2-40B4-BE49-F238E27FC236}">
                      <a16:creationId xmlns:a16="http://schemas.microsoft.com/office/drawing/2014/main" id="{3C55C064-0040-AEF5-3378-EA0CAA3802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94583" cy="37967"/>
                </a:xfrm>
                <a:custGeom>
                  <a:avLst/>
                  <a:gdLst>
                    <a:gd name="T0" fmla="*/ 47 w 52"/>
                    <a:gd name="T1" fmla="*/ 0 h 10"/>
                    <a:gd name="T2" fmla="*/ 5 w 52"/>
                    <a:gd name="T3" fmla="*/ 0 h 10"/>
                    <a:gd name="T4" fmla="*/ 0 w 52"/>
                    <a:gd name="T5" fmla="*/ 5 h 10"/>
                    <a:gd name="T6" fmla="*/ 5 w 52"/>
                    <a:gd name="T7" fmla="*/ 10 h 10"/>
                    <a:gd name="T8" fmla="*/ 47 w 52"/>
                    <a:gd name="T9" fmla="*/ 10 h 10"/>
                    <a:gd name="T10" fmla="*/ 52 w 52"/>
                    <a:gd name="T11" fmla="*/ 5 h 10"/>
                    <a:gd name="T12" fmla="*/ 47 w 5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3" name="Freeform 128">
                  <a:extLst>
                    <a:ext uri="{FF2B5EF4-FFF2-40B4-BE49-F238E27FC236}">
                      <a16:creationId xmlns:a16="http://schemas.microsoft.com/office/drawing/2014/main" id="{D6736459-230C-D245-AAB6-E02DBE3E9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94583" cy="37967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4" name="Freeform 129">
                  <a:extLst>
                    <a:ext uri="{FF2B5EF4-FFF2-40B4-BE49-F238E27FC236}">
                      <a16:creationId xmlns:a16="http://schemas.microsoft.com/office/drawing/2014/main" id="{89E4186B-2A6A-BB82-68F6-EEBE1B1404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94583" cy="36386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5" name="Freeform 130">
                  <a:extLst>
                    <a:ext uri="{FF2B5EF4-FFF2-40B4-BE49-F238E27FC236}">
                      <a16:creationId xmlns:a16="http://schemas.microsoft.com/office/drawing/2014/main" id="{AA69A4EE-B860-464F-2314-DFD89FC3C8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105993" cy="37967"/>
                </a:xfrm>
                <a:custGeom>
                  <a:avLst/>
                  <a:gdLst>
                    <a:gd name="T0" fmla="*/ 5 w 28"/>
                    <a:gd name="T1" fmla="*/ 10 h 10"/>
                    <a:gd name="T2" fmla="*/ 23 w 28"/>
                    <a:gd name="T3" fmla="*/ 10 h 10"/>
                    <a:gd name="T4" fmla="*/ 28 w 28"/>
                    <a:gd name="T5" fmla="*/ 5 h 10"/>
                    <a:gd name="T6" fmla="*/ 23 w 28"/>
                    <a:gd name="T7" fmla="*/ 0 h 10"/>
                    <a:gd name="T8" fmla="*/ 5 w 28"/>
                    <a:gd name="T9" fmla="*/ 0 h 10"/>
                    <a:gd name="T10" fmla="*/ 0 w 28"/>
                    <a:gd name="T11" fmla="*/ 5 h 10"/>
                    <a:gd name="T12" fmla="*/ 5 w 28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0">
                      <a:moveTo>
                        <a:pt x="5" y="10"/>
                      </a:move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6" y="10"/>
                        <a:pt x="28" y="8"/>
                        <a:pt x="28" y="5"/>
                      </a:cubicBezTo>
                      <a:cubicBezTo>
                        <a:pt x="28" y="3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6" name="Freeform 131">
                  <a:extLst>
                    <a:ext uri="{FF2B5EF4-FFF2-40B4-BE49-F238E27FC236}">
                      <a16:creationId xmlns:a16="http://schemas.microsoft.com/office/drawing/2014/main" id="{8D14C16D-5306-1794-3A8E-CA199FFBB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0308" y="4966150"/>
                  <a:ext cx="479338" cy="610642"/>
                </a:xfrm>
                <a:custGeom>
                  <a:avLst/>
                  <a:gdLst>
                    <a:gd name="T0" fmla="*/ 65 w 128"/>
                    <a:gd name="T1" fmla="*/ 163 h 163"/>
                    <a:gd name="T2" fmla="*/ 128 w 128"/>
                    <a:gd name="T3" fmla="*/ 99 h 163"/>
                    <a:gd name="T4" fmla="*/ 115 w 128"/>
                    <a:gd name="T5" fmla="*/ 63 h 163"/>
                    <a:gd name="T6" fmla="*/ 97 w 128"/>
                    <a:gd name="T7" fmla="*/ 15 h 163"/>
                    <a:gd name="T8" fmla="*/ 83 w 128"/>
                    <a:gd name="T9" fmla="*/ 1 h 163"/>
                    <a:gd name="T10" fmla="*/ 65 w 128"/>
                    <a:gd name="T11" fmla="*/ 1 h 163"/>
                    <a:gd name="T12" fmla="*/ 40 w 128"/>
                    <a:gd name="T13" fmla="*/ 1 h 163"/>
                    <a:gd name="T14" fmla="*/ 24 w 128"/>
                    <a:gd name="T15" fmla="*/ 43 h 163"/>
                    <a:gd name="T16" fmla="*/ 0 w 128"/>
                    <a:gd name="T17" fmla="*/ 100 h 163"/>
                    <a:gd name="T18" fmla="*/ 65 w 128"/>
                    <a:gd name="T1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8" h="163">
                      <a:moveTo>
                        <a:pt x="65" y="163"/>
                      </a:moveTo>
                      <a:cubicBezTo>
                        <a:pt x="107" y="163"/>
                        <a:pt x="128" y="133"/>
                        <a:pt x="128" y="99"/>
                      </a:cubicBezTo>
                      <a:cubicBezTo>
                        <a:pt x="128" y="88"/>
                        <a:pt x="122" y="76"/>
                        <a:pt x="115" y="63"/>
                      </a:cubicBezTo>
                      <a:cubicBezTo>
                        <a:pt x="107" y="51"/>
                        <a:pt x="101" y="30"/>
                        <a:pt x="97" y="15"/>
                      </a:cubicBezTo>
                      <a:cubicBezTo>
                        <a:pt x="93" y="0"/>
                        <a:pt x="83" y="1"/>
                        <a:pt x="83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50" y="1"/>
                        <a:pt x="40" y="1"/>
                      </a:cubicBezTo>
                      <a:cubicBezTo>
                        <a:pt x="31" y="1"/>
                        <a:pt x="32" y="21"/>
                        <a:pt x="24" y="43"/>
                      </a:cubicBezTo>
                      <a:cubicBezTo>
                        <a:pt x="15" y="65"/>
                        <a:pt x="0" y="76"/>
                        <a:pt x="0" y="100"/>
                      </a:cubicBezTo>
                      <a:cubicBezTo>
                        <a:pt x="0" y="124"/>
                        <a:pt x="23" y="163"/>
                        <a:pt x="65" y="163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7" name="Freeform 132">
                  <a:extLst>
                    <a:ext uri="{FF2B5EF4-FFF2-40B4-BE49-F238E27FC236}">
                      <a16:creationId xmlns:a16="http://schemas.microsoft.com/office/drawing/2014/main" id="{26E84873-26CC-5731-8621-E0A3FB6F8C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53932" y="4966150"/>
                  <a:ext cx="235714" cy="610642"/>
                </a:xfrm>
                <a:custGeom>
                  <a:avLst/>
                  <a:gdLst>
                    <a:gd name="T0" fmla="*/ 63 w 63"/>
                    <a:gd name="T1" fmla="*/ 99 h 163"/>
                    <a:gd name="T2" fmla="*/ 50 w 63"/>
                    <a:gd name="T3" fmla="*/ 63 h 163"/>
                    <a:gd name="T4" fmla="*/ 32 w 63"/>
                    <a:gd name="T5" fmla="*/ 15 h 163"/>
                    <a:gd name="T6" fmla="*/ 18 w 63"/>
                    <a:gd name="T7" fmla="*/ 1 h 163"/>
                    <a:gd name="T8" fmla="*/ 0 w 63"/>
                    <a:gd name="T9" fmla="*/ 1 h 163"/>
                    <a:gd name="T10" fmla="*/ 0 w 63"/>
                    <a:gd name="T11" fmla="*/ 163 h 163"/>
                    <a:gd name="T12" fmla="*/ 63 w 63"/>
                    <a:gd name="T13" fmla="*/ 99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163">
                      <a:moveTo>
                        <a:pt x="63" y="99"/>
                      </a:moveTo>
                      <a:cubicBezTo>
                        <a:pt x="63" y="88"/>
                        <a:pt x="57" y="76"/>
                        <a:pt x="50" y="63"/>
                      </a:cubicBezTo>
                      <a:cubicBezTo>
                        <a:pt x="42" y="51"/>
                        <a:pt x="36" y="30"/>
                        <a:pt x="32" y="15"/>
                      </a:cubicBezTo>
                      <a:cubicBezTo>
                        <a:pt x="28" y="0"/>
                        <a:pt x="18" y="1"/>
                        <a:pt x="18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42" y="163"/>
                        <a:pt x="63" y="133"/>
                        <a:pt x="63" y="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8" name="Freeform 133">
                  <a:extLst>
                    <a:ext uri="{FF2B5EF4-FFF2-40B4-BE49-F238E27FC236}">
                      <a16:creationId xmlns:a16="http://schemas.microsoft.com/office/drawing/2014/main" id="{4C8E333E-8B9C-2B08-5D88-A31C9E014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9" name="Freeform 134">
                  <a:extLst>
                    <a:ext uri="{FF2B5EF4-FFF2-40B4-BE49-F238E27FC236}">
                      <a16:creationId xmlns:a16="http://schemas.microsoft.com/office/drawing/2014/main" id="{E8F7B126-E80E-BFF1-33C5-34F97ADAEC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01246" cy="37967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0" name="Freeform 135">
                  <a:extLst>
                    <a:ext uri="{FF2B5EF4-FFF2-40B4-BE49-F238E27FC236}">
                      <a16:creationId xmlns:a16="http://schemas.microsoft.com/office/drawing/2014/main" id="{5EEA8940-E20C-8A52-B3BC-447E42EF5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01246" cy="36386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1" name="Freeform 136">
                  <a:extLst>
                    <a:ext uri="{FF2B5EF4-FFF2-40B4-BE49-F238E27FC236}">
                      <a16:creationId xmlns:a16="http://schemas.microsoft.com/office/drawing/2014/main" id="{FCFCD49D-BB90-12F9-14EA-CFE09DF207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56951" cy="37967"/>
                </a:xfrm>
                <a:custGeom>
                  <a:avLst/>
                  <a:gdLst>
                    <a:gd name="T0" fmla="*/ 5 w 15"/>
                    <a:gd name="T1" fmla="*/ 10 h 10"/>
                    <a:gd name="T2" fmla="*/ 15 w 15"/>
                    <a:gd name="T3" fmla="*/ 10 h 10"/>
                    <a:gd name="T4" fmla="*/ 15 w 15"/>
                    <a:gd name="T5" fmla="*/ 0 h 10"/>
                    <a:gd name="T6" fmla="*/ 5 w 15"/>
                    <a:gd name="T7" fmla="*/ 0 h 10"/>
                    <a:gd name="T8" fmla="*/ 0 w 15"/>
                    <a:gd name="T9" fmla="*/ 5 h 10"/>
                    <a:gd name="T10" fmla="*/ 5 w 1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2" name="Freeform 163">
                  <a:extLst>
                    <a:ext uri="{FF2B5EF4-FFF2-40B4-BE49-F238E27FC236}">
                      <a16:creationId xmlns:a16="http://schemas.microsoft.com/office/drawing/2014/main" id="{FD2E4A5B-8C7C-1D2E-AEE0-C3D142D3C45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138112" y="3523390"/>
                  <a:ext cx="26894" cy="1207046"/>
                </a:xfrm>
                <a:custGeom>
                  <a:avLst/>
                  <a:gdLst>
                    <a:gd name="T0" fmla="*/ 17 w 17"/>
                    <a:gd name="T1" fmla="*/ 763 h 763"/>
                    <a:gd name="T2" fmla="*/ 0 w 17"/>
                    <a:gd name="T3" fmla="*/ 763 h 763"/>
                    <a:gd name="T4" fmla="*/ 0 w 17"/>
                    <a:gd name="T5" fmla="*/ 706 h 763"/>
                    <a:gd name="T6" fmla="*/ 17 w 17"/>
                    <a:gd name="T7" fmla="*/ 706 h 763"/>
                    <a:gd name="T8" fmla="*/ 17 w 17"/>
                    <a:gd name="T9" fmla="*/ 763 h 763"/>
                    <a:gd name="T10" fmla="*/ 17 w 17"/>
                    <a:gd name="T11" fmla="*/ 663 h 763"/>
                    <a:gd name="T12" fmla="*/ 0 w 17"/>
                    <a:gd name="T13" fmla="*/ 663 h 763"/>
                    <a:gd name="T14" fmla="*/ 0 w 17"/>
                    <a:gd name="T15" fmla="*/ 604 h 763"/>
                    <a:gd name="T16" fmla="*/ 17 w 17"/>
                    <a:gd name="T17" fmla="*/ 604 h 763"/>
                    <a:gd name="T18" fmla="*/ 17 w 17"/>
                    <a:gd name="T19" fmla="*/ 663 h 763"/>
                    <a:gd name="T20" fmla="*/ 17 w 17"/>
                    <a:gd name="T21" fmla="*/ 562 h 763"/>
                    <a:gd name="T22" fmla="*/ 0 w 17"/>
                    <a:gd name="T23" fmla="*/ 562 h 763"/>
                    <a:gd name="T24" fmla="*/ 0 w 17"/>
                    <a:gd name="T25" fmla="*/ 505 h 763"/>
                    <a:gd name="T26" fmla="*/ 17 w 17"/>
                    <a:gd name="T27" fmla="*/ 505 h 763"/>
                    <a:gd name="T28" fmla="*/ 17 w 17"/>
                    <a:gd name="T29" fmla="*/ 562 h 763"/>
                    <a:gd name="T30" fmla="*/ 17 w 17"/>
                    <a:gd name="T31" fmla="*/ 462 h 763"/>
                    <a:gd name="T32" fmla="*/ 0 w 17"/>
                    <a:gd name="T33" fmla="*/ 462 h 763"/>
                    <a:gd name="T34" fmla="*/ 0 w 17"/>
                    <a:gd name="T35" fmla="*/ 403 h 763"/>
                    <a:gd name="T36" fmla="*/ 17 w 17"/>
                    <a:gd name="T37" fmla="*/ 403 h 763"/>
                    <a:gd name="T38" fmla="*/ 17 w 17"/>
                    <a:gd name="T39" fmla="*/ 462 h 763"/>
                    <a:gd name="T40" fmla="*/ 17 w 17"/>
                    <a:gd name="T41" fmla="*/ 363 h 763"/>
                    <a:gd name="T42" fmla="*/ 0 w 17"/>
                    <a:gd name="T43" fmla="*/ 363 h 763"/>
                    <a:gd name="T44" fmla="*/ 0 w 17"/>
                    <a:gd name="T45" fmla="*/ 303 h 763"/>
                    <a:gd name="T46" fmla="*/ 17 w 17"/>
                    <a:gd name="T47" fmla="*/ 303 h 763"/>
                    <a:gd name="T48" fmla="*/ 17 w 17"/>
                    <a:gd name="T49" fmla="*/ 363 h 763"/>
                    <a:gd name="T50" fmla="*/ 17 w 17"/>
                    <a:gd name="T51" fmla="*/ 261 h 763"/>
                    <a:gd name="T52" fmla="*/ 0 w 17"/>
                    <a:gd name="T53" fmla="*/ 261 h 763"/>
                    <a:gd name="T54" fmla="*/ 0 w 17"/>
                    <a:gd name="T55" fmla="*/ 202 h 763"/>
                    <a:gd name="T56" fmla="*/ 17 w 17"/>
                    <a:gd name="T57" fmla="*/ 202 h 763"/>
                    <a:gd name="T58" fmla="*/ 17 w 17"/>
                    <a:gd name="T59" fmla="*/ 261 h 763"/>
                    <a:gd name="T60" fmla="*/ 17 w 17"/>
                    <a:gd name="T61" fmla="*/ 161 h 763"/>
                    <a:gd name="T62" fmla="*/ 0 w 17"/>
                    <a:gd name="T63" fmla="*/ 161 h 763"/>
                    <a:gd name="T64" fmla="*/ 0 w 17"/>
                    <a:gd name="T65" fmla="*/ 102 h 763"/>
                    <a:gd name="T66" fmla="*/ 17 w 17"/>
                    <a:gd name="T67" fmla="*/ 102 h 763"/>
                    <a:gd name="T68" fmla="*/ 17 w 17"/>
                    <a:gd name="T69" fmla="*/ 161 h 763"/>
                    <a:gd name="T70" fmla="*/ 17 w 17"/>
                    <a:gd name="T71" fmla="*/ 60 h 763"/>
                    <a:gd name="T72" fmla="*/ 0 w 17"/>
                    <a:gd name="T73" fmla="*/ 60 h 763"/>
                    <a:gd name="T74" fmla="*/ 0 w 17"/>
                    <a:gd name="T75" fmla="*/ 0 h 763"/>
                    <a:gd name="T76" fmla="*/ 17 w 17"/>
                    <a:gd name="T77" fmla="*/ 0 h 763"/>
                    <a:gd name="T78" fmla="*/ 17 w 17"/>
                    <a:gd name="T79" fmla="*/ 60 h 7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" h="763">
                      <a:moveTo>
                        <a:pt x="17" y="763"/>
                      </a:moveTo>
                      <a:lnTo>
                        <a:pt x="0" y="763"/>
                      </a:lnTo>
                      <a:lnTo>
                        <a:pt x="0" y="706"/>
                      </a:lnTo>
                      <a:lnTo>
                        <a:pt x="17" y="706"/>
                      </a:lnTo>
                      <a:lnTo>
                        <a:pt x="17" y="763"/>
                      </a:lnTo>
                      <a:close/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2"/>
                      </a:moveTo>
                      <a:lnTo>
                        <a:pt x="0" y="562"/>
                      </a:lnTo>
                      <a:lnTo>
                        <a:pt x="0" y="505"/>
                      </a:lnTo>
                      <a:lnTo>
                        <a:pt x="17" y="505"/>
                      </a:lnTo>
                      <a:lnTo>
                        <a:pt x="17" y="562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3"/>
                      </a:moveTo>
                      <a:lnTo>
                        <a:pt x="0" y="363"/>
                      </a:lnTo>
                      <a:lnTo>
                        <a:pt x="0" y="303"/>
                      </a:lnTo>
                      <a:lnTo>
                        <a:pt x="17" y="303"/>
                      </a:lnTo>
                      <a:lnTo>
                        <a:pt x="17" y="363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61"/>
                      </a:moveTo>
                      <a:lnTo>
                        <a:pt x="0" y="161"/>
                      </a:lnTo>
                      <a:lnTo>
                        <a:pt x="0" y="102"/>
                      </a:lnTo>
                      <a:lnTo>
                        <a:pt x="17" y="102"/>
                      </a:lnTo>
                      <a:lnTo>
                        <a:pt x="17" y="161"/>
                      </a:lnTo>
                      <a:close/>
                      <a:moveTo>
                        <a:pt x="17" y="60"/>
                      </a:moveTo>
                      <a:lnTo>
                        <a:pt x="0" y="6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60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80" name="组合 679">
                <a:extLst>
                  <a:ext uri="{FF2B5EF4-FFF2-40B4-BE49-F238E27FC236}">
                    <a16:creationId xmlns:a16="http://schemas.microsoft.com/office/drawing/2014/main" id="{8D259675-2AF0-011A-1EA3-156969687CF4}"/>
                  </a:ext>
                </a:extLst>
              </p:cNvPr>
              <p:cNvGrpSpPr/>
              <p:nvPr/>
            </p:nvGrpSpPr>
            <p:grpSpPr>
              <a:xfrm flipV="1">
                <a:off x="3910944" y="1468733"/>
                <a:ext cx="479338" cy="2053402"/>
                <a:chOff x="3910308" y="3523390"/>
                <a:chExt cx="479338" cy="2053402"/>
              </a:xfrm>
              <a:noFill/>
            </p:grpSpPr>
            <p:sp>
              <p:nvSpPr>
                <p:cNvPr id="681" name="Freeform 127">
                  <a:extLst>
                    <a:ext uri="{FF2B5EF4-FFF2-40B4-BE49-F238E27FC236}">
                      <a16:creationId xmlns:a16="http://schemas.microsoft.com/office/drawing/2014/main" id="{D62F9B5B-8C7F-19D5-8D33-D277C9F02A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94583" cy="37967"/>
                </a:xfrm>
                <a:custGeom>
                  <a:avLst/>
                  <a:gdLst>
                    <a:gd name="T0" fmla="*/ 47 w 52"/>
                    <a:gd name="T1" fmla="*/ 0 h 10"/>
                    <a:gd name="T2" fmla="*/ 5 w 52"/>
                    <a:gd name="T3" fmla="*/ 0 h 10"/>
                    <a:gd name="T4" fmla="*/ 0 w 52"/>
                    <a:gd name="T5" fmla="*/ 5 h 10"/>
                    <a:gd name="T6" fmla="*/ 5 w 52"/>
                    <a:gd name="T7" fmla="*/ 10 h 10"/>
                    <a:gd name="T8" fmla="*/ 47 w 52"/>
                    <a:gd name="T9" fmla="*/ 10 h 10"/>
                    <a:gd name="T10" fmla="*/ 52 w 52"/>
                    <a:gd name="T11" fmla="*/ 5 h 10"/>
                    <a:gd name="T12" fmla="*/ 47 w 5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2" name="Freeform 128">
                  <a:extLst>
                    <a:ext uri="{FF2B5EF4-FFF2-40B4-BE49-F238E27FC236}">
                      <a16:creationId xmlns:a16="http://schemas.microsoft.com/office/drawing/2014/main" id="{0E983768-F312-2988-6F80-77729FF16C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94583" cy="37967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3" name="Freeform 129">
                  <a:extLst>
                    <a:ext uri="{FF2B5EF4-FFF2-40B4-BE49-F238E27FC236}">
                      <a16:creationId xmlns:a16="http://schemas.microsoft.com/office/drawing/2014/main" id="{BABD2FA4-9991-D51B-B059-EAEC58FEA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94583" cy="36386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4" name="Freeform 130">
                  <a:extLst>
                    <a:ext uri="{FF2B5EF4-FFF2-40B4-BE49-F238E27FC236}">
                      <a16:creationId xmlns:a16="http://schemas.microsoft.com/office/drawing/2014/main" id="{BD4410A9-DEFB-13B5-F519-244D597325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105993" cy="37967"/>
                </a:xfrm>
                <a:custGeom>
                  <a:avLst/>
                  <a:gdLst>
                    <a:gd name="T0" fmla="*/ 5 w 28"/>
                    <a:gd name="T1" fmla="*/ 10 h 10"/>
                    <a:gd name="T2" fmla="*/ 23 w 28"/>
                    <a:gd name="T3" fmla="*/ 10 h 10"/>
                    <a:gd name="T4" fmla="*/ 28 w 28"/>
                    <a:gd name="T5" fmla="*/ 5 h 10"/>
                    <a:gd name="T6" fmla="*/ 23 w 28"/>
                    <a:gd name="T7" fmla="*/ 0 h 10"/>
                    <a:gd name="T8" fmla="*/ 5 w 28"/>
                    <a:gd name="T9" fmla="*/ 0 h 10"/>
                    <a:gd name="T10" fmla="*/ 0 w 28"/>
                    <a:gd name="T11" fmla="*/ 5 h 10"/>
                    <a:gd name="T12" fmla="*/ 5 w 28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0">
                      <a:moveTo>
                        <a:pt x="5" y="10"/>
                      </a:move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6" y="10"/>
                        <a:pt x="28" y="8"/>
                        <a:pt x="28" y="5"/>
                      </a:cubicBezTo>
                      <a:cubicBezTo>
                        <a:pt x="28" y="3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5" name="Freeform 131">
                  <a:extLst>
                    <a:ext uri="{FF2B5EF4-FFF2-40B4-BE49-F238E27FC236}">
                      <a16:creationId xmlns:a16="http://schemas.microsoft.com/office/drawing/2014/main" id="{7A5F1784-6294-E7A3-CE25-F65CB1101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0308" y="4966150"/>
                  <a:ext cx="479338" cy="610642"/>
                </a:xfrm>
                <a:custGeom>
                  <a:avLst/>
                  <a:gdLst>
                    <a:gd name="T0" fmla="*/ 65 w 128"/>
                    <a:gd name="T1" fmla="*/ 163 h 163"/>
                    <a:gd name="T2" fmla="*/ 128 w 128"/>
                    <a:gd name="T3" fmla="*/ 99 h 163"/>
                    <a:gd name="T4" fmla="*/ 115 w 128"/>
                    <a:gd name="T5" fmla="*/ 63 h 163"/>
                    <a:gd name="T6" fmla="*/ 97 w 128"/>
                    <a:gd name="T7" fmla="*/ 15 h 163"/>
                    <a:gd name="T8" fmla="*/ 83 w 128"/>
                    <a:gd name="T9" fmla="*/ 1 h 163"/>
                    <a:gd name="T10" fmla="*/ 65 w 128"/>
                    <a:gd name="T11" fmla="*/ 1 h 163"/>
                    <a:gd name="T12" fmla="*/ 40 w 128"/>
                    <a:gd name="T13" fmla="*/ 1 h 163"/>
                    <a:gd name="T14" fmla="*/ 24 w 128"/>
                    <a:gd name="T15" fmla="*/ 43 h 163"/>
                    <a:gd name="T16" fmla="*/ 0 w 128"/>
                    <a:gd name="T17" fmla="*/ 100 h 163"/>
                    <a:gd name="T18" fmla="*/ 65 w 128"/>
                    <a:gd name="T1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8" h="163">
                      <a:moveTo>
                        <a:pt x="65" y="163"/>
                      </a:moveTo>
                      <a:cubicBezTo>
                        <a:pt x="107" y="163"/>
                        <a:pt x="128" y="133"/>
                        <a:pt x="128" y="99"/>
                      </a:cubicBezTo>
                      <a:cubicBezTo>
                        <a:pt x="128" y="88"/>
                        <a:pt x="122" y="76"/>
                        <a:pt x="115" y="63"/>
                      </a:cubicBezTo>
                      <a:cubicBezTo>
                        <a:pt x="107" y="51"/>
                        <a:pt x="101" y="30"/>
                        <a:pt x="97" y="15"/>
                      </a:cubicBezTo>
                      <a:cubicBezTo>
                        <a:pt x="93" y="0"/>
                        <a:pt x="83" y="1"/>
                        <a:pt x="83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50" y="1"/>
                        <a:pt x="40" y="1"/>
                      </a:cubicBezTo>
                      <a:cubicBezTo>
                        <a:pt x="31" y="1"/>
                        <a:pt x="32" y="21"/>
                        <a:pt x="24" y="43"/>
                      </a:cubicBezTo>
                      <a:cubicBezTo>
                        <a:pt x="15" y="65"/>
                        <a:pt x="0" y="76"/>
                        <a:pt x="0" y="100"/>
                      </a:cubicBezTo>
                      <a:cubicBezTo>
                        <a:pt x="0" y="124"/>
                        <a:pt x="23" y="163"/>
                        <a:pt x="65" y="16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6" name="Freeform 132">
                  <a:extLst>
                    <a:ext uri="{FF2B5EF4-FFF2-40B4-BE49-F238E27FC236}">
                      <a16:creationId xmlns:a16="http://schemas.microsoft.com/office/drawing/2014/main" id="{31517C60-BA1F-41BB-94A2-E8C77E8E7F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53932" y="4966150"/>
                  <a:ext cx="235714" cy="610642"/>
                </a:xfrm>
                <a:custGeom>
                  <a:avLst/>
                  <a:gdLst>
                    <a:gd name="T0" fmla="*/ 63 w 63"/>
                    <a:gd name="T1" fmla="*/ 99 h 163"/>
                    <a:gd name="T2" fmla="*/ 50 w 63"/>
                    <a:gd name="T3" fmla="*/ 63 h 163"/>
                    <a:gd name="T4" fmla="*/ 32 w 63"/>
                    <a:gd name="T5" fmla="*/ 15 h 163"/>
                    <a:gd name="T6" fmla="*/ 18 w 63"/>
                    <a:gd name="T7" fmla="*/ 1 h 163"/>
                    <a:gd name="T8" fmla="*/ 0 w 63"/>
                    <a:gd name="T9" fmla="*/ 1 h 163"/>
                    <a:gd name="T10" fmla="*/ 0 w 63"/>
                    <a:gd name="T11" fmla="*/ 163 h 163"/>
                    <a:gd name="T12" fmla="*/ 63 w 63"/>
                    <a:gd name="T13" fmla="*/ 99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163">
                      <a:moveTo>
                        <a:pt x="63" y="99"/>
                      </a:moveTo>
                      <a:cubicBezTo>
                        <a:pt x="63" y="88"/>
                        <a:pt x="57" y="76"/>
                        <a:pt x="50" y="63"/>
                      </a:cubicBezTo>
                      <a:cubicBezTo>
                        <a:pt x="42" y="51"/>
                        <a:pt x="36" y="30"/>
                        <a:pt x="32" y="15"/>
                      </a:cubicBezTo>
                      <a:cubicBezTo>
                        <a:pt x="28" y="0"/>
                        <a:pt x="18" y="1"/>
                        <a:pt x="18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42" y="163"/>
                        <a:pt x="63" y="133"/>
                        <a:pt x="63" y="9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7" name="Freeform 133">
                  <a:extLst>
                    <a:ext uri="{FF2B5EF4-FFF2-40B4-BE49-F238E27FC236}">
                      <a16:creationId xmlns:a16="http://schemas.microsoft.com/office/drawing/2014/main" id="{13D0EA7C-40A4-5165-A9E5-4991ABE559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8" name="Freeform 134">
                  <a:extLst>
                    <a:ext uri="{FF2B5EF4-FFF2-40B4-BE49-F238E27FC236}">
                      <a16:creationId xmlns:a16="http://schemas.microsoft.com/office/drawing/2014/main" id="{2D6C20CC-7076-D5E5-4616-6A3257598A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01246" cy="37967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9" name="Freeform 135">
                  <a:extLst>
                    <a:ext uri="{FF2B5EF4-FFF2-40B4-BE49-F238E27FC236}">
                      <a16:creationId xmlns:a16="http://schemas.microsoft.com/office/drawing/2014/main" id="{19BF1A56-54BC-A297-38FF-8CCD1B3B42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01246" cy="36386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0" name="Freeform 136">
                  <a:extLst>
                    <a:ext uri="{FF2B5EF4-FFF2-40B4-BE49-F238E27FC236}">
                      <a16:creationId xmlns:a16="http://schemas.microsoft.com/office/drawing/2014/main" id="{A23FB44E-B604-0C3B-FF9D-D37F9DB7E0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56951" cy="37967"/>
                </a:xfrm>
                <a:custGeom>
                  <a:avLst/>
                  <a:gdLst>
                    <a:gd name="T0" fmla="*/ 5 w 15"/>
                    <a:gd name="T1" fmla="*/ 10 h 10"/>
                    <a:gd name="T2" fmla="*/ 15 w 15"/>
                    <a:gd name="T3" fmla="*/ 10 h 10"/>
                    <a:gd name="T4" fmla="*/ 15 w 15"/>
                    <a:gd name="T5" fmla="*/ 0 h 10"/>
                    <a:gd name="T6" fmla="*/ 5 w 15"/>
                    <a:gd name="T7" fmla="*/ 0 h 10"/>
                    <a:gd name="T8" fmla="*/ 0 w 15"/>
                    <a:gd name="T9" fmla="*/ 5 h 10"/>
                    <a:gd name="T10" fmla="*/ 5 w 1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1" name="Freeform 163">
                  <a:extLst>
                    <a:ext uri="{FF2B5EF4-FFF2-40B4-BE49-F238E27FC236}">
                      <a16:creationId xmlns:a16="http://schemas.microsoft.com/office/drawing/2014/main" id="{44661154-B290-39DE-080C-1DDD27F22C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138112" y="3523390"/>
                  <a:ext cx="26894" cy="1207046"/>
                </a:xfrm>
                <a:custGeom>
                  <a:avLst/>
                  <a:gdLst>
                    <a:gd name="T0" fmla="*/ 17 w 17"/>
                    <a:gd name="T1" fmla="*/ 763 h 763"/>
                    <a:gd name="T2" fmla="*/ 0 w 17"/>
                    <a:gd name="T3" fmla="*/ 763 h 763"/>
                    <a:gd name="T4" fmla="*/ 0 w 17"/>
                    <a:gd name="T5" fmla="*/ 706 h 763"/>
                    <a:gd name="T6" fmla="*/ 17 w 17"/>
                    <a:gd name="T7" fmla="*/ 706 h 763"/>
                    <a:gd name="T8" fmla="*/ 17 w 17"/>
                    <a:gd name="T9" fmla="*/ 763 h 763"/>
                    <a:gd name="T10" fmla="*/ 17 w 17"/>
                    <a:gd name="T11" fmla="*/ 663 h 763"/>
                    <a:gd name="T12" fmla="*/ 0 w 17"/>
                    <a:gd name="T13" fmla="*/ 663 h 763"/>
                    <a:gd name="T14" fmla="*/ 0 w 17"/>
                    <a:gd name="T15" fmla="*/ 604 h 763"/>
                    <a:gd name="T16" fmla="*/ 17 w 17"/>
                    <a:gd name="T17" fmla="*/ 604 h 763"/>
                    <a:gd name="T18" fmla="*/ 17 w 17"/>
                    <a:gd name="T19" fmla="*/ 663 h 763"/>
                    <a:gd name="T20" fmla="*/ 17 w 17"/>
                    <a:gd name="T21" fmla="*/ 562 h 763"/>
                    <a:gd name="T22" fmla="*/ 0 w 17"/>
                    <a:gd name="T23" fmla="*/ 562 h 763"/>
                    <a:gd name="T24" fmla="*/ 0 w 17"/>
                    <a:gd name="T25" fmla="*/ 505 h 763"/>
                    <a:gd name="T26" fmla="*/ 17 w 17"/>
                    <a:gd name="T27" fmla="*/ 505 h 763"/>
                    <a:gd name="T28" fmla="*/ 17 w 17"/>
                    <a:gd name="T29" fmla="*/ 562 h 763"/>
                    <a:gd name="T30" fmla="*/ 17 w 17"/>
                    <a:gd name="T31" fmla="*/ 462 h 763"/>
                    <a:gd name="T32" fmla="*/ 0 w 17"/>
                    <a:gd name="T33" fmla="*/ 462 h 763"/>
                    <a:gd name="T34" fmla="*/ 0 w 17"/>
                    <a:gd name="T35" fmla="*/ 403 h 763"/>
                    <a:gd name="T36" fmla="*/ 17 w 17"/>
                    <a:gd name="T37" fmla="*/ 403 h 763"/>
                    <a:gd name="T38" fmla="*/ 17 w 17"/>
                    <a:gd name="T39" fmla="*/ 462 h 763"/>
                    <a:gd name="T40" fmla="*/ 17 w 17"/>
                    <a:gd name="T41" fmla="*/ 363 h 763"/>
                    <a:gd name="T42" fmla="*/ 0 w 17"/>
                    <a:gd name="T43" fmla="*/ 363 h 763"/>
                    <a:gd name="T44" fmla="*/ 0 w 17"/>
                    <a:gd name="T45" fmla="*/ 303 h 763"/>
                    <a:gd name="T46" fmla="*/ 17 w 17"/>
                    <a:gd name="T47" fmla="*/ 303 h 763"/>
                    <a:gd name="T48" fmla="*/ 17 w 17"/>
                    <a:gd name="T49" fmla="*/ 363 h 763"/>
                    <a:gd name="T50" fmla="*/ 17 w 17"/>
                    <a:gd name="T51" fmla="*/ 261 h 763"/>
                    <a:gd name="T52" fmla="*/ 0 w 17"/>
                    <a:gd name="T53" fmla="*/ 261 h 763"/>
                    <a:gd name="T54" fmla="*/ 0 w 17"/>
                    <a:gd name="T55" fmla="*/ 202 h 763"/>
                    <a:gd name="T56" fmla="*/ 17 w 17"/>
                    <a:gd name="T57" fmla="*/ 202 h 763"/>
                    <a:gd name="T58" fmla="*/ 17 w 17"/>
                    <a:gd name="T59" fmla="*/ 261 h 763"/>
                    <a:gd name="T60" fmla="*/ 17 w 17"/>
                    <a:gd name="T61" fmla="*/ 161 h 763"/>
                    <a:gd name="T62" fmla="*/ 0 w 17"/>
                    <a:gd name="T63" fmla="*/ 161 h 763"/>
                    <a:gd name="T64" fmla="*/ 0 w 17"/>
                    <a:gd name="T65" fmla="*/ 102 h 763"/>
                    <a:gd name="T66" fmla="*/ 17 w 17"/>
                    <a:gd name="T67" fmla="*/ 102 h 763"/>
                    <a:gd name="T68" fmla="*/ 17 w 17"/>
                    <a:gd name="T69" fmla="*/ 161 h 763"/>
                    <a:gd name="T70" fmla="*/ 17 w 17"/>
                    <a:gd name="T71" fmla="*/ 60 h 763"/>
                    <a:gd name="T72" fmla="*/ 0 w 17"/>
                    <a:gd name="T73" fmla="*/ 60 h 763"/>
                    <a:gd name="T74" fmla="*/ 0 w 17"/>
                    <a:gd name="T75" fmla="*/ 0 h 763"/>
                    <a:gd name="T76" fmla="*/ 17 w 17"/>
                    <a:gd name="T77" fmla="*/ 0 h 763"/>
                    <a:gd name="T78" fmla="*/ 17 w 17"/>
                    <a:gd name="T79" fmla="*/ 60 h 7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" h="763">
                      <a:moveTo>
                        <a:pt x="17" y="763"/>
                      </a:moveTo>
                      <a:lnTo>
                        <a:pt x="0" y="763"/>
                      </a:lnTo>
                      <a:lnTo>
                        <a:pt x="0" y="706"/>
                      </a:lnTo>
                      <a:lnTo>
                        <a:pt x="17" y="706"/>
                      </a:lnTo>
                      <a:lnTo>
                        <a:pt x="17" y="763"/>
                      </a:lnTo>
                      <a:close/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2"/>
                      </a:moveTo>
                      <a:lnTo>
                        <a:pt x="0" y="562"/>
                      </a:lnTo>
                      <a:lnTo>
                        <a:pt x="0" y="505"/>
                      </a:lnTo>
                      <a:lnTo>
                        <a:pt x="17" y="505"/>
                      </a:lnTo>
                      <a:lnTo>
                        <a:pt x="17" y="562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3"/>
                      </a:moveTo>
                      <a:lnTo>
                        <a:pt x="0" y="363"/>
                      </a:lnTo>
                      <a:lnTo>
                        <a:pt x="0" y="303"/>
                      </a:lnTo>
                      <a:lnTo>
                        <a:pt x="17" y="303"/>
                      </a:lnTo>
                      <a:lnTo>
                        <a:pt x="17" y="363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61"/>
                      </a:moveTo>
                      <a:lnTo>
                        <a:pt x="0" y="161"/>
                      </a:lnTo>
                      <a:lnTo>
                        <a:pt x="0" y="102"/>
                      </a:lnTo>
                      <a:lnTo>
                        <a:pt x="17" y="102"/>
                      </a:lnTo>
                      <a:lnTo>
                        <a:pt x="17" y="161"/>
                      </a:lnTo>
                      <a:close/>
                      <a:moveTo>
                        <a:pt x="17" y="60"/>
                      </a:moveTo>
                      <a:lnTo>
                        <a:pt x="0" y="6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22" name="组合 1021">
              <a:extLst>
                <a:ext uri="{FF2B5EF4-FFF2-40B4-BE49-F238E27FC236}">
                  <a16:creationId xmlns:a16="http://schemas.microsoft.com/office/drawing/2014/main" id="{0140DDD4-CA62-DF2F-DD7A-EB4C05475D43}"/>
                </a:ext>
              </a:extLst>
            </p:cNvPr>
            <p:cNvGrpSpPr/>
            <p:nvPr/>
          </p:nvGrpSpPr>
          <p:grpSpPr>
            <a:xfrm>
              <a:off x="3005419" y="1377441"/>
              <a:ext cx="327468" cy="4172459"/>
              <a:chOff x="3005419" y="1377441"/>
              <a:chExt cx="327468" cy="4172459"/>
            </a:xfrm>
          </p:grpSpPr>
          <p:grpSp>
            <p:nvGrpSpPr>
              <p:cNvPr id="152" name="组合 151">
                <a:extLst>
                  <a:ext uri="{FF2B5EF4-FFF2-40B4-BE49-F238E27FC236}">
                    <a16:creationId xmlns:a16="http://schemas.microsoft.com/office/drawing/2014/main" id="{8BBF7955-7B02-F3C2-2B7E-8E06FAF55E5F}"/>
                  </a:ext>
                </a:extLst>
              </p:cNvPr>
              <p:cNvGrpSpPr/>
              <p:nvPr/>
            </p:nvGrpSpPr>
            <p:grpSpPr>
              <a:xfrm>
                <a:off x="3005419" y="3487005"/>
                <a:ext cx="321142" cy="2062895"/>
                <a:chOff x="3005419" y="3487005"/>
                <a:chExt cx="321142" cy="2062895"/>
              </a:xfrm>
            </p:grpSpPr>
            <p:sp>
              <p:nvSpPr>
                <p:cNvPr id="649" name="Freeform 117">
                  <a:extLst>
                    <a:ext uri="{FF2B5EF4-FFF2-40B4-BE49-F238E27FC236}">
                      <a16:creationId xmlns:a16="http://schemas.microsoft.com/office/drawing/2014/main" id="{158A355F-488C-DE4A-2F29-3BD38AC2C2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129722" cy="25311"/>
                </a:xfrm>
                <a:custGeom>
                  <a:avLst/>
                  <a:gdLst>
                    <a:gd name="T0" fmla="*/ 31 w 35"/>
                    <a:gd name="T1" fmla="*/ 0 h 7"/>
                    <a:gd name="T2" fmla="*/ 3 w 35"/>
                    <a:gd name="T3" fmla="*/ 0 h 7"/>
                    <a:gd name="T4" fmla="*/ 0 w 35"/>
                    <a:gd name="T5" fmla="*/ 4 h 7"/>
                    <a:gd name="T6" fmla="*/ 3 w 35"/>
                    <a:gd name="T7" fmla="*/ 7 h 7"/>
                    <a:gd name="T8" fmla="*/ 31 w 35"/>
                    <a:gd name="T9" fmla="*/ 7 h 7"/>
                    <a:gd name="T10" fmla="*/ 35 w 35"/>
                    <a:gd name="T11" fmla="*/ 4 h 7"/>
                    <a:gd name="T12" fmla="*/ 31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1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6"/>
                        <a:pt x="35" y="4"/>
                      </a:cubicBezTo>
                      <a:cubicBezTo>
                        <a:pt x="35" y="2"/>
                        <a:pt x="33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0" name="Freeform 118">
                  <a:extLst>
                    <a:ext uri="{FF2B5EF4-FFF2-40B4-BE49-F238E27FC236}">
                      <a16:creationId xmlns:a16="http://schemas.microsoft.com/office/drawing/2014/main" id="{397132EE-5E22-891D-F5A7-7876508EE4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129722" cy="26894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1" name="Freeform 119">
                  <a:extLst>
                    <a:ext uri="{FF2B5EF4-FFF2-40B4-BE49-F238E27FC236}">
                      <a16:creationId xmlns:a16="http://schemas.microsoft.com/office/drawing/2014/main" id="{A2C09926-5F01-B69F-93B8-3E75E3042C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129722" cy="25311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2" name="Freeform 120">
                  <a:extLst>
                    <a:ext uri="{FF2B5EF4-FFF2-40B4-BE49-F238E27FC236}">
                      <a16:creationId xmlns:a16="http://schemas.microsoft.com/office/drawing/2014/main" id="{8E586D93-E777-94BE-DC79-3CDC2D42A4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66443" cy="22148"/>
                </a:xfrm>
                <a:custGeom>
                  <a:avLst/>
                  <a:gdLst>
                    <a:gd name="T0" fmla="*/ 3 w 18"/>
                    <a:gd name="T1" fmla="*/ 6 h 6"/>
                    <a:gd name="T2" fmla="*/ 15 w 18"/>
                    <a:gd name="T3" fmla="*/ 6 h 6"/>
                    <a:gd name="T4" fmla="*/ 18 w 18"/>
                    <a:gd name="T5" fmla="*/ 3 h 6"/>
                    <a:gd name="T6" fmla="*/ 15 w 18"/>
                    <a:gd name="T7" fmla="*/ 0 h 6"/>
                    <a:gd name="T8" fmla="*/ 3 w 18"/>
                    <a:gd name="T9" fmla="*/ 0 h 6"/>
                    <a:gd name="T10" fmla="*/ 0 w 18"/>
                    <a:gd name="T11" fmla="*/ 3 h 6"/>
                    <a:gd name="T12" fmla="*/ 3 w 18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6">
                      <a:moveTo>
                        <a:pt x="3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7" y="6"/>
                        <a:pt x="18" y="5"/>
                        <a:pt x="18" y="3"/>
                      </a:cubicBezTo>
                      <a:cubicBezTo>
                        <a:pt x="18" y="1"/>
                        <a:pt x="17" y="0"/>
                        <a:pt x="15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3" name="Freeform 121">
                  <a:extLst>
                    <a:ext uri="{FF2B5EF4-FFF2-40B4-BE49-F238E27FC236}">
                      <a16:creationId xmlns:a16="http://schemas.microsoft.com/office/drawing/2014/main" id="{946C2749-80A6-A40D-CCD6-6DB7C50724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5419" y="5141750"/>
                  <a:ext cx="321141" cy="408150"/>
                </a:xfrm>
                <a:custGeom>
                  <a:avLst/>
                  <a:gdLst>
                    <a:gd name="T0" fmla="*/ 44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4 w 86"/>
                    <a:gd name="T11" fmla="*/ 1 h 109"/>
                    <a:gd name="T12" fmla="*/ 27 w 86"/>
                    <a:gd name="T13" fmla="*/ 1 h 109"/>
                    <a:gd name="T14" fmla="*/ 16 w 86"/>
                    <a:gd name="T15" fmla="*/ 29 h 109"/>
                    <a:gd name="T16" fmla="*/ 0 w 86"/>
                    <a:gd name="T17" fmla="*/ 67 h 109"/>
                    <a:gd name="T18" fmla="*/ 44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4" y="109"/>
                      </a:moveTo>
                      <a:cubicBezTo>
                        <a:pt x="72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8" y="20"/>
                        <a:pt x="65" y="10"/>
                      </a:cubicBezTo>
                      <a:cubicBezTo>
                        <a:pt x="63" y="0"/>
                        <a:pt x="56" y="1"/>
                        <a:pt x="56" y="1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34" y="1"/>
                        <a:pt x="27" y="1"/>
                      </a:cubicBezTo>
                      <a:cubicBezTo>
                        <a:pt x="21" y="1"/>
                        <a:pt x="22" y="14"/>
                        <a:pt x="16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4" y="109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4" name="Freeform 122">
                  <a:extLst>
                    <a:ext uri="{FF2B5EF4-FFF2-40B4-BE49-F238E27FC236}">
                      <a16:creationId xmlns:a16="http://schemas.microsoft.com/office/drawing/2014/main" id="{021BE016-DA82-8906-9F32-4EB21D4DE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9945" y="5141750"/>
                  <a:ext cx="156616" cy="408150"/>
                </a:xfrm>
                <a:custGeom>
                  <a:avLst/>
                  <a:gdLst>
                    <a:gd name="T0" fmla="*/ 42 w 42"/>
                    <a:gd name="T1" fmla="*/ 66 h 109"/>
                    <a:gd name="T2" fmla="*/ 33 w 42"/>
                    <a:gd name="T3" fmla="*/ 42 h 109"/>
                    <a:gd name="T4" fmla="*/ 21 w 42"/>
                    <a:gd name="T5" fmla="*/ 10 h 109"/>
                    <a:gd name="T6" fmla="*/ 12 w 42"/>
                    <a:gd name="T7" fmla="*/ 1 h 109"/>
                    <a:gd name="T8" fmla="*/ 0 w 42"/>
                    <a:gd name="T9" fmla="*/ 1 h 109"/>
                    <a:gd name="T10" fmla="*/ 0 w 42"/>
                    <a:gd name="T11" fmla="*/ 109 h 109"/>
                    <a:gd name="T12" fmla="*/ 42 w 42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109">
                      <a:moveTo>
                        <a:pt x="42" y="66"/>
                      </a:moveTo>
                      <a:cubicBezTo>
                        <a:pt x="42" y="59"/>
                        <a:pt x="38" y="51"/>
                        <a:pt x="33" y="42"/>
                      </a:cubicBezTo>
                      <a:cubicBezTo>
                        <a:pt x="28" y="34"/>
                        <a:pt x="24" y="20"/>
                        <a:pt x="21" y="10"/>
                      </a:cubicBezTo>
                      <a:cubicBezTo>
                        <a:pt x="19" y="0"/>
                        <a:pt x="12" y="1"/>
                        <a:pt x="12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2" y="89"/>
                        <a:pt x="42" y="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4" name="Freeform 123">
                  <a:extLst>
                    <a:ext uri="{FF2B5EF4-FFF2-40B4-BE49-F238E27FC236}">
                      <a16:creationId xmlns:a16="http://schemas.microsoft.com/office/drawing/2014/main" id="{D9014C55-ABF5-7085-A27F-1A1A0B6FF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66443" cy="25311"/>
                </a:xfrm>
                <a:custGeom>
                  <a:avLst/>
                  <a:gdLst>
                    <a:gd name="T0" fmla="*/ 0 w 18"/>
                    <a:gd name="T1" fmla="*/ 4 h 7"/>
                    <a:gd name="T2" fmla="*/ 3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3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5" name="Freeform 124">
                  <a:extLst>
                    <a:ext uri="{FF2B5EF4-FFF2-40B4-BE49-F238E27FC236}">
                      <a16:creationId xmlns:a16="http://schemas.microsoft.com/office/drawing/2014/main" id="{A81D7BEE-F90D-E315-C603-55AEE87D92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66443" cy="26894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6" name="Freeform 125">
                  <a:extLst>
                    <a:ext uri="{FF2B5EF4-FFF2-40B4-BE49-F238E27FC236}">
                      <a16:creationId xmlns:a16="http://schemas.microsoft.com/office/drawing/2014/main" id="{072C45AB-6C4E-A8FB-05AC-D832D10302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66443" cy="25311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7" name="Freeform 126">
                  <a:extLst>
                    <a:ext uri="{FF2B5EF4-FFF2-40B4-BE49-F238E27FC236}">
                      <a16:creationId xmlns:a16="http://schemas.microsoft.com/office/drawing/2014/main" id="{28B6CB22-0232-51F1-7BD8-CB63930CAF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36386" cy="22148"/>
                </a:xfrm>
                <a:custGeom>
                  <a:avLst/>
                  <a:gdLst>
                    <a:gd name="T0" fmla="*/ 3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3 w 10"/>
                    <a:gd name="T7" fmla="*/ 0 h 6"/>
                    <a:gd name="T8" fmla="*/ 0 w 10"/>
                    <a:gd name="T9" fmla="*/ 3 h 6"/>
                    <a:gd name="T10" fmla="*/ 3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3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8" name="Freeform 164">
                  <a:extLst>
                    <a:ext uri="{FF2B5EF4-FFF2-40B4-BE49-F238E27FC236}">
                      <a16:creationId xmlns:a16="http://schemas.microsoft.com/office/drawing/2014/main" id="{A644AB9C-74E6-61A8-E938-6C16F7BD86C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55706" y="3487005"/>
                  <a:ext cx="25311" cy="1498129"/>
                </a:xfrm>
                <a:custGeom>
                  <a:avLst/>
                  <a:gdLst>
                    <a:gd name="T0" fmla="*/ 16 w 16"/>
                    <a:gd name="T1" fmla="*/ 947 h 947"/>
                    <a:gd name="T2" fmla="*/ 0 w 16"/>
                    <a:gd name="T3" fmla="*/ 947 h 947"/>
                    <a:gd name="T4" fmla="*/ 0 w 16"/>
                    <a:gd name="T5" fmla="*/ 888 h 947"/>
                    <a:gd name="T6" fmla="*/ 16 w 16"/>
                    <a:gd name="T7" fmla="*/ 888 h 947"/>
                    <a:gd name="T8" fmla="*/ 16 w 16"/>
                    <a:gd name="T9" fmla="*/ 947 h 947"/>
                    <a:gd name="T10" fmla="*/ 16 w 16"/>
                    <a:gd name="T11" fmla="*/ 845 h 947"/>
                    <a:gd name="T12" fmla="*/ 0 w 16"/>
                    <a:gd name="T13" fmla="*/ 845 h 947"/>
                    <a:gd name="T14" fmla="*/ 0 w 16"/>
                    <a:gd name="T15" fmla="*/ 786 h 947"/>
                    <a:gd name="T16" fmla="*/ 16 w 16"/>
                    <a:gd name="T17" fmla="*/ 786 h 947"/>
                    <a:gd name="T18" fmla="*/ 16 w 16"/>
                    <a:gd name="T19" fmla="*/ 845 h 947"/>
                    <a:gd name="T20" fmla="*/ 16 w 16"/>
                    <a:gd name="T21" fmla="*/ 746 h 947"/>
                    <a:gd name="T22" fmla="*/ 0 w 16"/>
                    <a:gd name="T23" fmla="*/ 746 h 947"/>
                    <a:gd name="T24" fmla="*/ 0 w 16"/>
                    <a:gd name="T25" fmla="*/ 686 h 947"/>
                    <a:gd name="T26" fmla="*/ 16 w 16"/>
                    <a:gd name="T27" fmla="*/ 686 h 947"/>
                    <a:gd name="T28" fmla="*/ 16 w 16"/>
                    <a:gd name="T29" fmla="*/ 746 h 947"/>
                    <a:gd name="T30" fmla="*/ 16 w 16"/>
                    <a:gd name="T31" fmla="*/ 644 h 947"/>
                    <a:gd name="T32" fmla="*/ 0 w 16"/>
                    <a:gd name="T33" fmla="*/ 644 h 947"/>
                    <a:gd name="T34" fmla="*/ 0 w 16"/>
                    <a:gd name="T35" fmla="*/ 585 h 947"/>
                    <a:gd name="T36" fmla="*/ 16 w 16"/>
                    <a:gd name="T37" fmla="*/ 585 h 947"/>
                    <a:gd name="T38" fmla="*/ 16 w 16"/>
                    <a:gd name="T39" fmla="*/ 644 h 947"/>
                    <a:gd name="T40" fmla="*/ 16 w 16"/>
                    <a:gd name="T41" fmla="*/ 544 h 947"/>
                    <a:gd name="T42" fmla="*/ 0 w 16"/>
                    <a:gd name="T43" fmla="*/ 544 h 947"/>
                    <a:gd name="T44" fmla="*/ 0 w 16"/>
                    <a:gd name="T45" fmla="*/ 485 h 947"/>
                    <a:gd name="T46" fmla="*/ 16 w 16"/>
                    <a:gd name="T47" fmla="*/ 485 h 947"/>
                    <a:gd name="T48" fmla="*/ 16 w 16"/>
                    <a:gd name="T49" fmla="*/ 544 h 947"/>
                    <a:gd name="T50" fmla="*/ 16 w 16"/>
                    <a:gd name="T51" fmla="*/ 443 h 947"/>
                    <a:gd name="T52" fmla="*/ 0 w 16"/>
                    <a:gd name="T53" fmla="*/ 443 h 947"/>
                    <a:gd name="T54" fmla="*/ 0 w 16"/>
                    <a:gd name="T55" fmla="*/ 383 h 947"/>
                    <a:gd name="T56" fmla="*/ 16 w 16"/>
                    <a:gd name="T57" fmla="*/ 383 h 947"/>
                    <a:gd name="T58" fmla="*/ 16 w 16"/>
                    <a:gd name="T59" fmla="*/ 443 h 947"/>
                    <a:gd name="T60" fmla="*/ 16 w 16"/>
                    <a:gd name="T61" fmla="*/ 343 h 947"/>
                    <a:gd name="T62" fmla="*/ 0 w 16"/>
                    <a:gd name="T63" fmla="*/ 343 h 947"/>
                    <a:gd name="T64" fmla="*/ 0 w 16"/>
                    <a:gd name="T65" fmla="*/ 284 h 947"/>
                    <a:gd name="T66" fmla="*/ 16 w 16"/>
                    <a:gd name="T67" fmla="*/ 284 h 947"/>
                    <a:gd name="T68" fmla="*/ 16 w 16"/>
                    <a:gd name="T69" fmla="*/ 343 h 947"/>
                    <a:gd name="T70" fmla="*/ 16 w 16"/>
                    <a:gd name="T71" fmla="*/ 241 h 947"/>
                    <a:gd name="T72" fmla="*/ 0 w 16"/>
                    <a:gd name="T73" fmla="*/ 241 h 947"/>
                    <a:gd name="T74" fmla="*/ 0 w 16"/>
                    <a:gd name="T75" fmla="*/ 182 h 947"/>
                    <a:gd name="T76" fmla="*/ 16 w 16"/>
                    <a:gd name="T77" fmla="*/ 182 h 947"/>
                    <a:gd name="T78" fmla="*/ 16 w 16"/>
                    <a:gd name="T79" fmla="*/ 241 h 947"/>
                    <a:gd name="T80" fmla="*/ 16 w 16"/>
                    <a:gd name="T81" fmla="*/ 142 h 947"/>
                    <a:gd name="T82" fmla="*/ 0 w 16"/>
                    <a:gd name="T83" fmla="*/ 142 h 947"/>
                    <a:gd name="T84" fmla="*/ 0 w 16"/>
                    <a:gd name="T85" fmla="*/ 83 h 947"/>
                    <a:gd name="T86" fmla="*/ 16 w 16"/>
                    <a:gd name="T87" fmla="*/ 83 h 947"/>
                    <a:gd name="T88" fmla="*/ 16 w 16"/>
                    <a:gd name="T89" fmla="*/ 142 h 947"/>
                    <a:gd name="T90" fmla="*/ 16 w 16"/>
                    <a:gd name="T91" fmla="*/ 40 h 947"/>
                    <a:gd name="T92" fmla="*/ 0 w 16"/>
                    <a:gd name="T93" fmla="*/ 40 h 947"/>
                    <a:gd name="T94" fmla="*/ 0 w 16"/>
                    <a:gd name="T95" fmla="*/ 0 h 947"/>
                    <a:gd name="T96" fmla="*/ 16 w 16"/>
                    <a:gd name="T97" fmla="*/ 0 h 947"/>
                    <a:gd name="T98" fmla="*/ 16 w 16"/>
                    <a:gd name="T99" fmla="*/ 4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6" h="947">
                      <a:moveTo>
                        <a:pt x="16" y="947"/>
                      </a:moveTo>
                      <a:lnTo>
                        <a:pt x="0" y="947"/>
                      </a:lnTo>
                      <a:lnTo>
                        <a:pt x="0" y="888"/>
                      </a:lnTo>
                      <a:lnTo>
                        <a:pt x="16" y="888"/>
                      </a:lnTo>
                      <a:lnTo>
                        <a:pt x="16" y="947"/>
                      </a:lnTo>
                      <a:close/>
                      <a:moveTo>
                        <a:pt x="16" y="845"/>
                      </a:moveTo>
                      <a:lnTo>
                        <a:pt x="0" y="845"/>
                      </a:lnTo>
                      <a:lnTo>
                        <a:pt x="0" y="786"/>
                      </a:lnTo>
                      <a:lnTo>
                        <a:pt x="16" y="786"/>
                      </a:lnTo>
                      <a:lnTo>
                        <a:pt x="16" y="845"/>
                      </a:lnTo>
                      <a:close/>
                      <a:moveTo>
                        <a:pt x="16" y="746"/>
                      </a:moveTo>
                      <a:lnTo>
                        <a:pt x="0" y="746"/>
                      </a:lnTo>
                      <a:lnTo>
                        <a:pt x="0" y="686"/>
                      </a:lnTo>
                      <a:lnTo>
                        <a:pt x="16" y="686"/>
                      </a:lnTo>
                      <a:lnTo>
                        <a:pt x="16" y="746"/>
                      </a:lnTo>
                      <a:close/>
                      <a:moveTo>
                        <a:pt x="16" y="644"/>
                      </a:moveTo>
                      <a:lnTo>
                        <a:pt x="0" y="644"/>
                      </a:lnTo>
                      <a:lnTo>
                        <a:pt x="0" y="585"/>
                      </a:lnTo>
                      <a:lnTo>
                        <a:pt x="16" y="585"/>
                      </a:lnTo>
                      <a:lnTo>
                        <a:pt x="16" y="644"/>
                      </a:lnTo>
                      <a:close/>
                      <a:moveTo>
                        <a:pt x="16" y="544"/>
                      </a:moveTo>
                      <a:lnTo>
                        <a:pt x="0" y="544"/>
                      </a:lnTo>
                      <a:lnTo>
                        <a:pt x="0" y="485"/>
                      </a:lnTo>
                      <a:lnTo>
                        <a:pt x="16" y="485"/>
                      </a:lnTo>
                      <a:lnTo>
                        <a:pt x="16" y="544"/>
                      </a:lnTo>
                      <a:close/>
                      <a:moveTo>
                        <a:pt x="16" y="443"/>
                      </a:moveTo>
                      <a:lnTo>
                        <a:pt x="0" y="443"/>
                      </a:lnTo>
                      <a:lnTo>
                        <a:pt x="0" y="383"/>
                      </a:lnTo>
                      <a:lnTo>
                        <a:pt x="16" y="383"/>
                      </a:lnTo>
                      <a:lnTo>
                        <a:pt x="16" y="443"/>
                      </a:lnTo>
                      <a:close/>
                      <a:moveTo>
                        <a:pt x="16" y="343"/>
                      </a:moveTo>
                      <a:lnTo>
                        <a:pt x="0" y="343"/>
                      </a:lnTo>
                      <a:lnTo>
                        <a:pt x="0" y="284"/>
                      </a:lnTo>
                      <a:lnTo>
                        <a:pt x="16" y="284"/>
                      </a:lnTo>
                      <a:lnTo>
                        <a:pt x="16" y="343"/>
                      </a:lnTo>
                      <a:close/>
                      <a:moveTo>
                        <a:pt x="16" y="241"/>
                      </a:moveTo>
                      <a:lnTo>
                        <a:pt x="0" y="241"/>
                      </a:lnTo>
                      <a:lnTo>
                        <a:pt x="0" y="182"/>
                      </a:lnTo>
                      <a:lnTo>
                        <a:pt x="16" y="182"/>
                      </a:lnTo>
                      <a:lnTo>
                        <a:pt x="16" y="241"/>
                      </a:lnTo>
                      <a:close/>
                      <a:moveTo>
                        <a:pt x="16" y="142"/>
                      </a:moveTo>
                      <a:lnTo>
                        <a:pt x="0" y="142"/>
                      </a:lnTo>
                      <a:lnTo>
                        <a:pt x="0" y="83"/>
                      </a:lnTo>
                      <a:lnTo>
                        <a:pt x="16" y="83"/>
                      </a:lnTo>
                      <a:lnTo>
                        <a:pt x="16" y="142"/>
                      </a:lnTo>
                      <a:close/>
                      <a:moveTo>
                        <a:pt x="16" y="40"/>
                      </a:move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56" name="组合 155">
                <a:extLst>
                  <a:ext uri="{FF2B5EF4-FFF2-40B4-BE49-F238E27FC236}">
                    <a16:creationId xmlns:a16="http://schemas.microsoft.com/office/drawing/2014/main" id="{378FAB7F-13AC-41BC-B1C9-095D88B1CD4D}"/>
                  </a:ext>
                </a:extLst>
              </p:cNvPr>
              <p:cNvGrpSpPr/>
              <p:nvPr/>
            </p:nvGrpSpPr>
            <p:grpSpPr>
              <a:xfrm flipV="1">
                <a:off x="3011745" y="1377441"/>
                <a:ext cx="321142" cy="2062895"/>
                <a:chOff x="3005419" y="3487005"/>
                <a:chExt cx="321142" cy="2062895"/>
              </a:xfrm>
              <a:noFill/>
            </p:grpSpPr>
            <p:sp>
              <p:nvSpPr>
                <p:cNvPr id="158" name="Freeform 117">
                  <a:extLst>
                    <a:ext uri="{FF2B5EF4-FFF2-40B4-BE49-F238E27FC236}">
                      <a16:creationId xmlns:a16="http://schemas.microsoft.com/office/drawing/2014/main" id="{41796106-E20D-9D30-51A8-8900D2D24A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129722" cy="25311"/>
                </a:xfrm>
                <a:custGeom>
                  <a:avLst/>
                  <a:gdLst>
                    <a:gd name="T0" fmla="*/ 31 w 35"/>
                    <a:gd name="T1" fmla="*/ 0 h 7"/>
                    <a:gd name="T2" fmla="*/ 3 w 35"/>
                    <a:gd name="T3" fmla="*/ 0 h 7"/>
                    <a:gd name="T4" fmla="*/ 0 w 35"/>
                    <a:gd name="T5" fmla="*/ 4 h 7"/>
                    <a:gd name="T6" fmla="*/ 3 w 35"/>
                    <a:gd name="T7" fmla="*/ 7 h 7"/>
                    <a:gd name="T8" fmla="*/ 31 w 35"/>
                    <a:gd name="T9" fmla="*/ 7 h 7"/>
                    <a:gd name="T10" fmla="*/ 35 w 35"/>
                    <a:gd name="T11" fmla="*/ 4 h 7"/>
                    <a:gd name="T12" fmla="*/ 31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1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6"/>
                        <a:pt x="35" y="4"/>
                      </a:cubicBezTo>
                      <a:cubicBezTo>
                        <a:pt x="35" y="2"/>
                        <a:pt x="33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9" name="Freeform 118">
                  <a:extLst>
                    <a:ext uri="{FF2B5EF4-FFF2-40B4-BE49-F238E27FC236}">
                      <a16:creationId xmlns:a16="http://schemas.microsoft.com/office/drawing/2014/main" id="{ED0E2EBE-C4AB-5657-E782-2573091EB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129722" cy="26894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0" name="Freeform 119">
                  <a:extLst>
                    <a:ext uri="{FF2B5EF4-FFF2-40B4-BE49-F238E27FC236}">
                      <a16:creationId xmlns:a16="http://schemas.microsoft.com/office/drawing/2014/main" id="{70CC96B4-1DD5-54F9-053E-A34B93BDF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129722" cy="25311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1" name="Freeform 120">
                  <a:extLst>
                    <a:ext uri="{FF2B5EF4-FFF2-40B4-BE49-F238E27FC236}">
                      <a16:creationId xmlns:a16="http://schemas.microsoft.com/office/drawing/2014/main" id="{EA882889-0831-7833-496F-7C04912228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66443" cy="22148"/>
                </a:xfrm>
                <a:custGeom>
                  <a:avLst/>
                  <a:gdLst>
                    <a:gd name="T0" fmla="*/ 3 w 18"/>
                    <a:gd name="T1" fmla="*/ 6 h 6"/>
                    <a:gd name="T2" fmla="*/ 15 w 18"/>
                    <a:gd name="T3" fmla="*/ 6 h 6"/>
                    <a:gd name="T4" fmla="*/ 18 w 18"/>
                    <a:gd name="T5" fmla="*/ 3 h 6"/>
                    <a:gd name="T6" fmla="*/ 15 w 18"/>
                    <a:gd name="T7" fmla="*/ 0 h 6"/>
                    <a:gd name="T8" fmla="*/ 3 w 18"/>
                    <a:gd name="T9" fmla="*/ 0 h 6"/>
                    <a:gd name="T10" fmla="*/ 0 w 18"/>
                    <a:gd name="T11" fmla="*/ 3 h 6"/>
                    <a:gd name="T12" fmla="*/ 3 w 18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6">
                      <a:moveTo>
                        <a:pt x="3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7" y="6"/>
                        <a:pt x="18" y="5"/>
                        <a:pt x="18" y="3"/>
                      </a:cubicBezTo>
                      <a:cubicBezTo>
                        <a:pt x="18" y="1"/>
                        <a:pt x="17" y="0"/>
                        <a:pt x="15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2" name="Freeform 121">
                  <a:extLst>
                    <a:ext uri="{FF2B5EF4-FFF2-40B4-BE49-F238E27FC236}">
                      <a16:creationId xmlns:a16="http://schemas.microsoft.com/office/drawing/2014/main" id="{1026D1DF-B5C9-E956-512C-0BCB9211E3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5419" y="5141750"/>
                  <a:ext cx="321141" cy="408150"/>
                </a:xfrm>
                <a:custGeom>
                  <a:avLst/>
                  <a:gdLst>
                    <a:gd name="T0" fmla="*/ 44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4 w 86"/>
                    <a:gd name="T11" fmla="*/ 1 h 109"/>
                    <a:gd name="T12" fmla="*/ 27 w 86"/>
                    <a:gd name="T13" fmla="*/ 1 h 109"/>
                    <a:gd name="T14" fmla="*/ 16 w 86"/>
                    <a:gd name="T15" fmla="*/ 29 h 109"/>
                    <a:gd name="T16" fmla="*/ 0 w 86"/>
                    <a:gd name="T17" fmla="*/ 67 h 109"/>
                    <a:gd name="T18" fmla="*/ 44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4" y="109"/>
                      </a:moveTo>
                      <a:cubicBezTo>
                        <a:pt x="72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8" y="20"/>
                        <a:pt x="65" y="10"/>
                      </a:cubicBezTo>
                      <a:cubicBezTo>
                        <a:pt x="63" y="0"/>
                        <a:pt x="56" y="1"/>
                        <a:pt x="56" y="1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34" y="1"/>
                        <a:pt x="27" y="1"/>
                      </a:cubicBezTo>
                      <a:cubicBezTo>
                        <a:pt x="21" y="1"/>
                        <a:pt x="22" y="14"/>
                        <a:pt x="16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4" y="10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3" name="Freeform 122">
                  <a:extLst>
                    <a:ext uri="{FF2B5EF4-FFF2-40B4-BE49-F238E27FC236}">
                      <a16:creationId xmlns:a16="http://schemas.microsoft.com/office/drawing/2014/main" id="{8A350029-82F7-EA6A-706D-2B03A5E34D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9945" y="5141750"/>
                  <a:ext cx="156616" cy="408150"/>
                </a:xfrm>
                <a:custGeom>
                  <a:avLst/>
                  <a:gdLst>
                    <a:gd name="T0" fmla="*/ 42 w 42"/>
                    <a:gd name="T1" fmla="*/ 66 h 109"/>
                    <a:gd name="T2" fmla="*/ 33 w 42"/>
                    <a:gd name="T3" fmla="*/ 42 h 109"/>
                    <a:gd name="T4" fmla="*/ 21 w 42"/>
                    <a:gd name="T5" fmla="*/ 10 h 109"/>
                    <a:gd name="T6" fmla="*/ 12 w 42"/>
                    <a:gd name="T7" fmla="*/ 1 h 109"/>
                    <a:gd name="T8" fmla="*/ 0 w 42"/>
                    <a:gd name="T9" fmla="*/ 1 h 109"/>
                    <a:gd name="T10" fmla="*/ 0 w 42"/>
                    <a:gd name="T11" fmla="*/ 109 h 109"/>
                    <a:gd name="T12" fmla="*/ 42 w 42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109">
                      <a:moveTo>
                        <a:pt x="42" y="66"/>
                      </a:moveTo>
                      <a:cubicBezTo>
                        <a:pt x="42" y="59"/>
                        <a:pt x="38" y="51"/>
                        <a:pt x="33" y="42"/>
                      </a:cubicBezTo>
                      <a:cubicBezTo>
                        <a:pt x="28" y="34"/>
                        <a:pt x="24" y="20"/>
                        <a:pt x="21" y="10"/>
                      </a:cubicBezTo>
                      <a:cubicBezTo>
                        <a:pt x="19" y="0"/>
                        <a:pt x="12" y="1"/>
                        <a:pt x="12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2" y="89"/>
                        <a:pt x="42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4" name="Freeform 123">
                  <a:extLst>
                    <a:ext uri="{FF2B5EF4-FFF2-40B4-BE49-F238E27FC236}">
                      <a16:creationId xmlns:a16="http://schemas.microsoft.com/office/drawing/2014/main" id="{497762A8-BE7D-E26E-A47C-D39BE234AD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66443" cy="25311"/>
                </a:xfrm>
                <a:custGeom>
                  <a:avLst/>
                  <a:gdLst>
                    <a:gd name="T0" fmla="*/ 0 w 18"/>
                    <a:gd name="T1" fmla="*/ 4 h 7"/>
                    <a:gd name="T2" fmla="*/ 3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3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5" name="Freeform 124">
                  <a:extLst>
                    <a:ext uri="{FF2B5EF4-FFF2-40B4-BE49-F238E27FC236}">
                      <a16:creationId xmlns:a16="http://schemas.microsoft.com/office/drawing/2014/main" id="{542241E1-9310-CFDE-0073-B3A754440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66443" cy="26894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6" name="Freeform 125">
                  <a:extLst>
                    <a:ext uri="{FF2B5EF4-FFF2-40B4-BE49-F238E27FC236}">
                      <a16:creationId xmlns:a16="http://schemas.microsoft.com/office/drawing/2014/main" id="{D89827F7-50DB-86DB-9185-002C7E4BE6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66443" cy="25311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7" name="Freeform 126">
                  <a:extLst>
                    <a:ext uri="{FF2B5EF4-FFF2-40B4-BE49-F238E27FC236}">
                      <a16:creationId xmlns:a16="http://schemas.microsoft.com/office/drawing/2014/main" id="{BEAC364B-1181-CF05-5BA5-85D86738C7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36386" cy="22148"/>
                </a:xfrm>
                <a:custGeom>
                  <a:avLst/>
                  <a:gdLst>
                    <a:gd name="T0" fmla="*/ 3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3 w 10"/>
                    <a:gd name="T7" fmla="*/ 0 h 6"/>
                    <a:gd name="T8" fmla="*/ 0 w 10"/>
                    <a:gd name="T9" fmla="*/ 3 h 6"/>
                    <a:gd name="T10" fmla="*/ 3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3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8" name="Freeform 164">
                  <a:extLst>
                    <a:ext uri="{FF2B5EF4-FFF2-40B4-BE49-F238E27FC236}">
                      <a16:creationId xmlns:a16="http://schemas.microsoft.com/office/drawing/2014/main" id="{2A0938BF-1C4B-A0EF-ECD0-184C87D4FB8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55706" y="3487005"/>
                  <a:ext cx="25311" cy="1498129"/>
                </a:xfrm>
                <a:custGeom>
                  <a:avLst/>
                  <a:gdLst>
                    <a:gd name="T0" fmla="*/ 16 w 16"/>
                    <a:gd name="T1" fmla="*/ 947 h 947"/>
                    <a:gd name="T2" fmla="*/ 0 w 16"/>
                    <a:gd name="T3" fmla="*/ 947 h 947"/>
                    <a:gd name="T4" fmla="*/ 0 w 16"/>
                    <a:gd name="T5" fmla="*/ 888 h 947"/>
                    <a:gd name="T6" fmla="*/ 16 w 16"/>
                    <a:gd name="T7" fmla="*/ 888 h 947"/>
                    <a:gd name="T8" fmla="*/ 16 w 16"/>
                    <a:gd name="T9" fmla="*/ 947 h 947"/>
                    <a:gd name="T10" fmla="*/ 16 w 16"/>
                    <a:gd name="T11" fmla="*/ 845 h 947"/>
                    <a:gd name="T12" fmla="*/ 0 w 16"/>
                    <a:gd name="T13" fmla="*/ 845 h 947"/>
                    <a:gd name="T14" fmla="*/ 0 w 16"/>
                    <a:gd name="T15" fmla="*/ 786 h 947"/>
                    <a:gd name="T16" fmla="*/ 16 w 16"/>
                    <a:gd name="T17" fmla="*/ 786 h 947"/>
                    <a:gd name="T18" fmla="*/ 16 w 16"/>
                    <a:gd name="T19" fmla="*/ 845 h 947"/>
                    <a:gd name="T20" fmla="*/ 16 w 16"/>
                    <a:gd name="T21" fmla="*/ 746 h 947"/>
                    <a:gd name="T22" fmla="*/ 0 w 16"/>
                    <a:gd name="T23" fmla="*/ 746 h 947"/>
                    <a:gd name="T24" fmla="*/ 0 w 16"/>
                    <a:gd name="T25" fmla="*/ 686 h 947"/>
                    <a:gd name="T26" fmla="*/ 16 w 16"/>
                    <a:gd name="T27" fmla="*/ 686 h 947"/>
                    <a:gd name="T28" fmla="*/ 16 w 16"/>
                    <a:gd name="T29" fmla="*/ 746 h 947"/>
                    <a:gd name="T30" fmla="*/ 16 w 16"/>
                    <a:gd name="T31" fmla="*/ 644 h 947"/>
                    <a:gd name="T32" fmla="*/ 0 w 16"/>
                    <a:gd name="T33" fmla="*/ 644 h 947"/>
                    <a:gd name="T34" fmla="*/ 0 w 16"/>
                    <a:gd name="T35" fmla="*/ 585 h 947"/>
                    <a:gd name="T36" fmla="*/ 16 w 16"/>
                    <a:gd name="T37" fmla="*/ 585 h 947"/>
                    <a:gd name="T38" fmla="*/ 16 w 16"/>
                    <a:gd name="T39" fmla="*/ 644 h 947"/>
                    <a:gd name="T40" fmla="*/ 16 w 16"/>
                    <a:gd name="T41" fmla="*/ 544 h 947"/>
                    <a:gd name="T42" fmla="*/ 0 w 16"/>
                    <a:gd name="T43" fmla="*/ 544 h 947"/>
                    <a:gd name="T44" fmla="*/ 0 w 16"/>
                    <a:gd name="T45" fmla="*/ 485 h 947"/>
                    <a:gd name="T46" fmla="*/ 16 w 16"/>
                    <a:gd name="T47" fmla="*/ 485 h 947"/>
                    <a:gd name="T48" fmla="*/ 16 w 16"/>
                    <a:gd name="T49" fmla="*/ 544 h 947"/>
                    <a:gd name="T50" fmla="*/ 16 w 16"/>
                    <a:gd name="T51" fmla="*/ 443 h 947"/>
                    <a:gd name="T52" fmla="*/ 0 w 16"/>
                    <a:gd name="T53" fmla="*/ 443 h 947"/>
                    <a:gd name="T54" fmla="*/ 0 w 16"/>
                    <a:gd name="T55" fmla="*/ 383 h 947"/>
                    <a:gd name="T56" fmla="*/ 16 w 16"/>
                    <a:gd name="T57" fmla="*/ 383 h 947"/>
                    <a:gd name="T58" fmla="*/ 16 w 16"/>
                    <a:gd name="T59" fmla="*/ 443 h 947"/>
                    <a:gd name="T60" fmla="*/ 16 w 16"/>
                    <a:gd name="T61" fmla="*/ 343 h 947"/>
                    <a:gd name="T62" fmla="*/ 0 w 16"/>
                    <a:gd name="T63" fmla="*/ 343 h 947"/>
                    <a:gd name="T64" fmla="*/ 0 w 16"/>
                    <a:gd name="T65" fmla="*/ 284 h 947"/>
                    <a:gd name="T66" fmla="*/ 16 w 16"/>
                    <a:gd name="T67" fmla="*/ 284 h 947"/>
                    <a:gd name="T68" fmla="*/ 16 w 16"/>
                    <a:gd name="T69" fmla="*/ 343 h 947"/>
                    <a:gd name="T70" fmla="*/ 16 w 16"/>
                    <a:gd name="T71" fmla="*/ 241 h 947"/>
                    <a:gd name="T72" fmla="*/ 0 w 16"/>
                    <a:gd name="T73" fmla="*/ 241 h 947"/>
                    <a:gd name="T74" fmla="*/ 0 w 16"/>
                    <a:gd name="T75" fmla="*/ 182 h 947"/>
                    <a:gd name="T76" fmla="*/ 16 w 16"/>
                    <a:gd name="T77" fmla="*/ 182 h 947"/>
                    <a:gd name="T78" fmla="*/ 16 w 16"/>
                    <a:gd name="T79" fmla="*/ 241 h 947"/>
                    <a:gd name="T80" fmla="*/ 16 w 16"/>
                    <a:gd name="T81" fmla="*/ 142 h 947"/>
                    <a:gd name="T82" fmla="*/ 0 w 16"/>
                    <a:gd name="T83" fmla="*/ 142 h 947"/>
                    <a:gd name="T84" fmla="*/ 0 w 16"/>
                    <a:gd name="T85" fmla="*/ 83 h 947"/>
                    <a:gd name="T86" fmla="*/ 16 w 16"/>
                    <a:gd name="T87" fmla="*/ 83 h 947"/>
                    <a:gd name="T88" fmla="*/ 16 w 16"/>
                    <a:gd name="T89" fmla="*/ 142 h 947"/>
                    <a:gd name="T90" fmla="*/ 16 w 16"/>
                    <a:gd name="T91" fmla="*/ 40 h 947"/>
                    <a:gd name="T92" fmla="*/ 0 w 16"/>
                    <a:gd name="T93" fmla="*/ 40 h 947"/>
                    <a:gd name="T94" fmla="*/ 0 w 16"/>
                    <a:gd name="T95" fmla="*/ 0 h 947"/>
                    <a:gd name="T96" fmla="*/ 16 w 16"/>
                    <a:gd name="T97" fmla="*/ 0 h 947"/>
                    <a:gd name="T98" fmla="*/ 16 w 16"/>
                    <a:gd name="T99" fmla="*/ 4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6" h="947">
                      <a:moveTo>
                        <a:pt x="16" y="947"/>
                      </a:moveTo>
                      <a:lnTo>
                        <a:pt x="0" y="947"/>
                      </a:lnTo>
                      <a:lnTo>
                        <a:pt x="0" y="888"/>
                      </a:lnTo>
                      <a:lnTo>
                        <a:pt x="16" y="888"/>
                      </a:lnTo>
                      <a:lnTo>
                        <a:pt x="16" y="947"/>
                      </a:lnTo>
                      <a:close/>
                      <a:moveTo>
                        <a:pt x="16" y="845"/>
                      </a:moveTo>
                      <a:lnTo>
                        <a:pt x="0" y="845"/>
                      </a:lnTo>
                      <a:lnTo>
                        <a:pt x="0" y="786"/>
                      </a:lnTo>
                      <a:lnTo>
                        <a:pt x="16" y="786"/>
                      </a:lnTo>
                      <a:lnTo>
                        <a:pt x="16" y="845"/>
                      </a:lnTo>
                      <a:close/>
                      <a:moveTo>
                        <a:pt x="16" y="746"/>
                      </a:moveTo>
                      <a:lnTo>
                        <a:pt x="0" y="746"/>
                      </a:lnTo>
                      <a:lnTo>
                        <a:pt x="0" y="686"/>
                      </a:lnTo>
                      <a:lnTo>
                        <a:pt x="16" y="686"/>
                      </a:lnTo>
                      <a:lnTo>
                        <a:pt x="16" y="746"/>
                      </a:lnTo>
                      <a:close/>
                      <a:moveTo>
                        <a:pt x="16" y="644"/>
                      </a:moveTo>
                      <a:lnTo>
                        <a:pt x="0" y="644"/>
                      </a:lnTo>
                      <a:lnTo>
                        <a:pt x="0" y="585"/>
                      </a:lnTo>
                      <a:lnTo>
                        <a:pt x="16" y="585"/>
                      </a:lnTo>
                      <a:lnTo>
                        <a:pt x="16" y="644"/>
                      </a:lnTo>
                      <a:close/>
                      <a:moveTo>
                        <a:pt x="16" y="544"/>
                      </a:moveTo>
                      <a:lnTo>
                        <a:pt x="0" y="544"/>
                      </a:lnTo>
                      <a:lnTo>
                        <a:pt x="0" y="485"/>
                      </a:lnTo>
                      <a:lnTo>
                        <a:pt x="16" y="485"/>
                      </a:lnTo>
                      <a:lnTo>
                        <a:pt x="16" y="544"/>
                      </a:lnTo>
                      <a:close/>
                      <a:moveTo>
                        <a:pt x="16" y="443"/>
                      </a:moveTo>
                      <a:lnTo>
                        <a:pt x="0" y="443"/>
                      </a:lnTo>
                      <a:lnTo>
                        <a:pt x="0" y="383"/>
                      </a:lnTo>
                      <a:lnTo>
                        <a:pt x="16" y="383"/>
                      </a:lnTo>
                      <a:lnTo>
                        <a:pt x="16" y="443"/>
                      </a:lnTo>
                      <a:close/>
                      <a:moveTo>
                        <a:pt x="16" y="343"/>
                      </a:moveTo>
                      <a:lnTo>
                        <a:pt x="0" y="343"/>
                      </a:lnTo>
                      <a:lnTo>
                        <a:pt x="0" y="284"/>
                      </a:lnTo>
                      <a:lnTo>
                        <a:pt x="16" y="284"/>
                      </a:lnTo>
                      <a:lnTo>
                        <a:pt x="16" y="343"/>
                      </a:lnTo>
                      <a:close/>
                      <a:moveTo>
                        <a:pt x="16" y="241"/>
                      </a:moveTo>
                      <a:lnTo>
                        <a:pt x="0" y="241"/>
                      </a:lnTo>
                      <a:lnTo>
                        <a:pt x="0" y="182"/>
                      </a:lnTo>
                      <a:lnTo>
                        <a:pt x="16" y="182"/>
                      </a:lnTo>
                      <a:lnTo>
                        <a:pt x="16" y="241"/>
                      </a:lnTo>
                      <a:close/>
                      <a:moveTo>
                        <a:pt x="16" y="142"/>
                      </a:moveTo>
                      <a:lnTo>
                        <a:pt x="0" y="142"/>
                      </a:lnTo>
                      <a:lnTo>
                        <a:pt x="0" y="83"/>
                      </a:lnTo>
                      <a:lnTo>
                        <a:pt x="16" y="83"/>
                      </a:lnTo>
                      <a:lnTo>
                        <a:pt x="16" y="142"/>
                      </a:lnTo>
                      <a:close/>
                      <a:moveTo>
                        <a:pt x="16" y="40"/>
                      </a:move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023" name="椭圆 1022">
              <a:extLst>
                <a:ext uri="{FF2B5EF4-FFF2-40B4-BE49-F238E27FC236}">
                  <a16:creationId xmlns:a16="http://schemas.microsoft.com/office/drawing/2014/main" id="{B0477A14-7934-2EAB-8C3E-7485C30A6610}"/>
                </a:ext>
              </a:extLst>
            </p:cNvPr>
            <p:cNvSpPr/>
            <p:nvPr/>
          </p:nvSpPr>
          <p:spPr>
            <a:xfrm>
              <a:off x="3315404" y="4418789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8" name="椭圆 137">
              <a:extLst>
                <a:ext uri="{FF2B5EF4-FFF2-40B4-BE49-F238E27FC236}">
                  <a16:creationId xmlns:a16="http://schemas.microsoft.com/office/drawing/2014/main" id="{8F3B27AB-4D17-6173-BEDA-A1511AFF7005}"/>
                </a:ext>
              </a:extLst>
            </p:cNvPr>
            <p:cNvSpPr/>
            <p:nvPr/>
          </p:nvSpPr>
          <p:spPr>
            <a:xfrm>
              <a:off x="3921464" y="3671888"/>
              <a:ext cx="1552608" cy="1552608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0" name="椭圆 139">
              <a:extLst>
                <a:ext uri="{FF2B5EF4-FFF2-40B4-BE49-F238E27FC236}">
                  <a16:creationId xmlns:a16="http://schemas.microsoft.com/office/drawing/2014/main" id="{CF786F62-64D0-77AF-2378-E5680BC50328}"/>
                </a:ext>
              </a:extLst>
            </p:cNvPr>
            <p:cNvSpPr/>
            <p:nvPr/>
          </p:nvSpPr>
          <p:spPr>
            <a:xfrm>
              <a:off x="1799711" y="3676841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4" name="椭圆 143">
              <a:extLst>
                <a:ext uri="{FF2B5EF4-FFF2-40B4-BE49-F238E27FC236}">
                  <a16:creationId xmlns:a16="http://schemas.microsoft.com/office/drawing/2014/main" id="{F13B05F9-14AE-85E1-FFBD-BCF24B7D0A36}"/>
                </a:ext>
              </a:extLst>
            </p:cNvPr>
            <p:cNvSpPr/>
            <p:nvPr/>
          </p:nvSpPr>
          <p:spPr>
            <a:xfrm>
              <a:off x="823019" y="4388647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6" name="椭圆 145">
              <a:extLst>
                <a:ext uri="{FF2B5EF4-FFF2-40B4-BE49-F238E27FC236}">
                  <a16:creationId xmlns:a16="http://schemas.microsoft.com/office/drawing/2014/main" id="{19FBFC78-4543-9AA7-F83B-7A263CB8BA8F}"/>
                </a:ext>
              </a:extLst>
            </p:cNvPr>
            <p:cNvSpPr/>
            <p:nvPr/>
          </p:nvSpPr>
          <p:spPr>
            <a:xfrm>
              <a:off x="2501755" y="4691063"/>
              <a:ext cx="1320713" cy="132071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7" name="椭圆 146">
              <a:extLst>
                <a:ext uri="{FF2B5EF4-FFF2-40B4-BE49-F238E27FC236}">
                  <a16:creationId xmlns:a16="http://schemas.microsoft.com/office/drawing/2014/main" id="{7BCA7B15-2A7E-690C-DE50-4A3EC9200618}"/>
                </a:ext>
              </a:extLst>
            </p:cNvPr>
            <p:cNvSpPr/>
            <p:nvPr/>
          </p:nvSpPr>
          <p:spPr>
            <a:xfrm>
              <a:off x="2873375" y="3765327"/>
              <a:ext cx="1432418" cy="1432418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8" name="椭圆 147">
              <a:extLst>
                <a:ext uri="{FF2B5EF4-FFF2-40B4-BE49-F238E27FC236}">
                  <a16:creationId xmlns:a16="http://schemas.microsoft.com/office/drawing/2014/main" id="{6B78660F-97AA-68A4-9F13-4B68384302D6}"/>
                </a:ext>
              </a:extLst>
            </p:cNvPr>
            <p:cNvSpPr/>
            <p:nvPr/>
          </p:nvSpPr>
          <p:spPr>
            <a:xfrm>
              <a:off x="1476787" y="3659535"/>
              <a:ext cx="1090835" cy="1090835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9" name="椭圆 148">
              <a:extLst>
                <a:ext uri="{FF2B5EF4-FFF2-40B4-BE49-F238E27FC236}">
                  <a16:creationId xmlns:a16="http://schemas.microsoft.com/office/drawing/2014/main" id="{2F5DD344-7266-E143-6D3C-DD04D0D6F355}"/>
                </a:ext>
              </a:extLst>
            </p:cNvPr>
            <p:cNvSpPr/>
            <p:nvPr/>
          </p:nvSpPr>
          <p:spPr>
            <a:xfrm>
              <a:off x="531694" y="3625850"/>
              <a:ext cx="1394974" cy="1394974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5334844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6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80043" y="242501"/>
            <a:ext cx="10012808" cy="14826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  <a:defRPr/>
            </a:pPr>
            <a:r>
              <a:rPr lang="zh-CN" altLang="en-US" sz="32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尽管推动了多次政策，很多企业在安装分布式光伏方面的响应依然不佳，政府面临着一个选择？</a:t>
            </a:r>
            <a:endParaRPr kumimoji="0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115697" y="1950750"/>
            <a:ext cx="10272739" cy="27047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lvl="0" indent="-457200">
              <a:lnSpc>
                <a:spcPct val="250000"/>
              </a:lnSpc>
              <a:buFont typeface="+mj-lt"/>
              <a:buAutoNum type="alphaUcPeriod"/>
            </a:pP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对安装光伏的企业补贴：</a:t>
            </a:r>
            <a:r>
              <a:rPr lang="zh-CN" altLang="en-US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给予安装分布式光伏的企业经济补贴，以减轻初期投资压力</a:t>
            </a:r>
            <a:endParaRPr lang="en-US" altLang="zh-CN" sz="2400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lvl="0" indent="-457200">
              <a:lnSpc>
                <a:spcPct val="250000"/>
              </a:lnSpc>
              <a:buFont typeface="+mj-lt"/>
              <a:buAutoNum type="alphaUcPeriod"/>
            </a:pP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不进行补贴：</a:t>
            </a:r>
            <a:r>
              <a:rPr lang="zh-CN" altLang="en-US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保持现状，不对安装分布式光伏的企业提供额外经济支持</a:t>
            </a:r>
            <a:endParaRPr kumimoji="0" lang="zh-CN" altLang="en-US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2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5525" y="4301143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50549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931619" y="2613973"/>
            <a:ext cx="9530708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lang="en-US" altLang="zh-CN" sz="2400" b="1" noProof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【</a:t>
            </a:r>
            <a:r>
              <a:rPr lang="zh-CN" altLang="en-US" sz="2400" b="1" noProof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对于已安装光伏的企业</a:t>
            </a:r>
            <a:r>
              <a:rPr lang="en-US" altLang="zh-CN" sz="2400" b="1" noProof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900" name="组合 899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3080725" y="2861895"/>
            <a:ext cx="2869665" cy="1030926"/>
            <a:chOff x="2450203" y="1936425"/>
            <a:chExt cx="2869665" cy="1030926"/>
          </a:xfrm>
        </p:grpSpPr>
        <p:sp>
          <p:nvSpPr>
            <p:cNvPr id="89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074010" y="2259465"/>
              <a:ext cx="224585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defRPr/>
              </a:pPr>
              <a:r>
                <a:rPr lang="zh-CN" altLang="en-US" sz="20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每月经济</a:t>
              </a:r>
              <a:r>
                <a:rPr lang="en-US" altLang="zh-CN" sz="2000" b="1" dirty="0" smtClean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+2</a:t>
              </a:r>
              <a:endParaRPr lang="zh-CN" altLang="en-US" sz="20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81462" y="2077121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01" name="组合 90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3080725" y="4055815"/>
            <a:ext cx="2222518" cy="1001393"/>
            <a:chOff x="2450203" y="1936425"/>
            <a:chExt cx="2222518" cy="1001393"/>
          </a:xfrm>
        </p:grpSpPr>
        <p:sp>
          <p:nvSpPr>
            <p:cNvPr id="90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4" name="文本框 90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90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6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80043" y="242501"/>
            <a:ext cx="10012808" cy="14826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  <a:defRPr/>
            </a:pPr>
            <a:r>
              <a:rPr lang="zh-CN" altLang="en-US" sz="32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尽管推动了多次政策，很多企业在安装分布式光伏方面的响应依然不佳，政府面临着一个选择？</a:t>
            </a:r>
            <a:endParaRPr kumimoji="0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5525" y="4301143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12268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7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70807" y="232895"/>
            <a:ext cx="10012808" cy="13088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公司正在考虑是否在厂区安装电动车充电桩，此举将影响电动车的充电便利性，并可能带来技术发展机会，你们会如何决策？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838626" y="1806368"/>
            <a:ext cx="11158680" cy="29355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不安装充电桩：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继续维持现状，不安装任何电动车充电设施</a:t>
            </a:r>
            <a:endParaRPr kumimoji="0" lang="en-US" altLang="zh-CN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安装单向充电桩：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安装技术成熟的单向充电桩，为电动车提供基本充电服务</a:t>
            </a:r>
            <a:endParaRPr kumimoji="0" lang="en-US" altLang="zh-CN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安装双向充电桩：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投资安装双向充电桩，作为智能充电试点工程，虽然研发经费较高，但有助于探索先进充电技术</a:t>
            </a:r>
          </a:p>
        </p:txBody>
      </p:sp>
      <p:pic>
        <p:nvPicPr>
          <p:cNvPr id="36" name="图片 35">
            <a:extLst>
              <a:ext uri="{FF2B5EF4-FFF2-40B4-BE49-F238E27FC236}">
                <a16:creationId xmlns:a16="http://schemas.microsoft.com/office/drawing/2014/main" id="{A3A1C3C6-8FDA-3595-968B-802A5647593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8667" r="92167">
                        <a14:foregroundMark x1="8833" y1="58833" x2="9833" y2="56333"/>
                        <a14:foregroundMark x1="92167" y1="58833" x2="91333" y2="56667"/>
                        <a14:foregroundMark x1="80000" y1="42333" x2="81667" y2="4316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59011" y="3672439"/>
            <a:ext cx="3583857" cy="3583857"/>
          </a:xfrm>
          <a:prstGeom prst="rect">
            <a:avLst/>
          </a:prstGeom>
        </p:spPr>
      </p:pic>
      <p:pic>
        <p:nvPicPr>
          <p:cNvPr id="6146" name="Picture 2" descr="https://pic.rmb.bdstatic.com/bjh/240520/d1c1eb05bd168bc42c45114bfedde8951191.jpeg?x-bce-process=image/crop,w_789,h_526,x_0,y_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0370" y="4064089"/>
            <a:ext cx="4121591" cy="27477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9359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622637" y="2036632"/>
            <a:ext cx="3566567" cy="43205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900" name="组合 899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2539082" y="2231508"/>
            <a:ext cx="4948286" cy="1001393"/>
            <a:chOff x="2450203" y="1936425"/>
            <a:chExt cx="4948286" cy="1001393"/>
          </a:xfrm>
        </p:grpSpPr>
        <p:sp>
          <p:nvSpPr>
            <p:cNvPr id="899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94772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-0</a:t>
              </a:r>
            </a:p>
          </p:txBody>
        </p:sp>
        <p:pic>
          <p:nvPicPr>
            <p:cNvPr id="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69440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-10</a:t>
              </a:r>
            </a:p>
          </p:txBody>
        </p:sp>
      </p:grpSp>
      <p:grpSp>
        <p:nvGrpSpPr>
          <p:cNvPr id="901" name="组合 90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2539082" y="3417446"/>
            <a:ext cx="4948286" cy="1099599"/>
            <a:chOff x="2450203" y="1921767"/>
            <a:chExt cx="4948286" cy="1099599"/>
          </a:xfrm>
        </p:grpSpPr>
        <p:sp>
          <p:nvSpPr>
            <p:cNvPr id="902" name="矩形: 圆角 901">
              <a:extLst>
                <a:ext uri="{FF2B5EF4-FFF2-40B4-BE49-F238E27FC236}">
                  <a16:creationId xmlns:a16="http://schemas.microsoft.com/office/drawing/2014/main" id="{F096A603-017D-21B2-9597-52E9F9DE2322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4" name="文本框 90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-20</a:t>
              </a:r>
            </a:p>
          </p:txBody>
        </p:sp>
        <p:pic>
          <p:nvPicPr>
            <p:cNvPr id="90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B59245E-E8FA-3D4F-6D8B-767097872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0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7" name="文本框 906">
              <a:extLst>
                <a:ext uri="{FF2B5EF4-FFF2-40B4-BE49-F238E27FC236}">
                  <a16:creationId xmlns:a16="http://schemas.microsoft.com/office/drawing/2014/main" id="{CE0C599C-E8E2-B7C5-EFD8-7C4A0F0FB9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+4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908" name="文本框 907">
              <a:extLst>
                <a:ext uri="{FF2B5EF4-FFF2-40B4-BE49-F238E27FC236}">
                  <a16:creationId xmlns:a16="http://schemas.microsoft.com/office/drawing/2014/main" id="{AE6DCB75-6FAA-4DAE-D662-870A9603C8E5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+15</a:t>
              </a:r>
            </a:p>
          </p:txBody>
        </p:sp>
      </p:grpSp>
      <p:grpSp>
        <p:nvGrpSpPr>
          <p:cNvPr id="909" name="组合 908">
            <a:extLst>
              <a:ext uri="{FF2B5EF4-FFF2-40B4-BE49-F238E27FC236}">
                <a16:creationId xmlns:a16="http://schemas.microsoft.com/office/drawing/2014/main" id="{4F84A1CB-6BCA-119E-F052-E4A50F167C60}"/>
              </a:ext>
            </a:extLst>
          </p:cNvPr>
          <p:cNvGrpSpPr/>
          <p:nvPr/>
        </p:nvGrpSpPr>
        <p:grpSpPr>
          <a:xfrm>
            <a:off x="2542787" y="4619759"/>
            <a:ext cx="4948286" cy="1099599"/>
            <a:chOff x="2450203" y="1921767"/>
            <a:chExt cx="4948286" cy="1099599"/>
          </a:xfrm>
        </p:grpSpPr>
        <p:sp>
          <p:nvSpPr>
            <p:cNvPr id="910" name="矩形: 圆角 909">
              <a:extLst>
                <a:ext uri="{FF2B5EF4-FFF2-40B4-BE49-F238E27FC236}">
                  <a16:creationId xmlns:a16="http://schemas.microsoft.com/office/drawing/2014/main" id="{B3B96055-1FF1-8643-5627-2C606F84579A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" name="矩形: 圆角 910">
              <a:extLst>
                <a:ext uri="{FF2B5EF4-FFF2-40B4-BE49-F238E27FC236}">
                  <a16:creationId xmlns:a16="http://schemas.microsoft.com/office/drawing/2014/main" id="{02AB656B-1955-6E15-8468-05E6763C51BF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2" name="文本框 911">
              <a:extLst>
                <a:ext uri="{FF2B5EF4-FFF2-40B4-BE49-F238E27FC236}">
                  <a16:creationId xmlns:a16="http://schemas.microsoft.com/office/drawing/2014/main" id="{85959BDC-4CDF-6743-101E-9593FE9A1FC6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-30</a:t>
              </a:r>
            </a:p>
          </p:txBody>
        </p:sp>
        <p:pic>
          <p:nvPicPr>
            <p:cNvPr id="913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D396BD2F-3BF4-663C-1AD5-B776F6BCD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14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CD475263-0111-EADD-C4FD-810E800D2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15" name="文本框 914">
              <a:extLst>
                <a:ext uri="{FF2B5EF4-FFF2-40B4-BE49-F238E27FC236}">
                  <a16:creationId xmlns:a16="http://schemas.microsoft.com/office/drawing/2014/main" id="{26BA0084-2EC0-BE5D-905D-D438F7BC503C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+4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916" name="文本框 915">
              <a:extLst>
                <a:ext uri="{FF2B5EF4-FFF2-40B4-BE49-F238E27FC236}">
                  <a16:creationId xmlns:a16="http://schemas.microsoft.com/office/drawing/2014/main" id="{56D43D3A-32ED-6EB6-2066-84895C37D15A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+20</a:t>
              </a:r>
            </a:p>
          </p:txBody>
        </p:sp>
      </p:grpSp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7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69308F21-C7F2-B3EA-BB0A-DD35F5E92D7A}"/>
              </a:ext>
            </a:extLst>
          </p:cNvPr>
          <p:cNvSpPr txBox="1"/>
          <p:nvPr/>
        </p:nvSpPr>
        <p:spPr>
          <a:xfrm>
            <a:off x="1770807" y="232895"/>
            <a:ext cx="10012808" cy="13088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公司正在考虑是否在厂区安装电动车充电桩，此举将影响电动车的充电便利性，并可能带来技术发展机会，你们会如何决策？</a:t>
            </a: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CCC0F76C-3736-0456-97A0-9C664F01E65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10000" b="90000" l="8667" r="92167">
                        <a14:foregroundMark x1="8833" y1="58833" x2="9833" y2="56333"/>
                        <a14:foregroundMark x1="92167" y1="58833" x2="91333" y2="56667"/>
                        <a14:foregroundMark x1="80000" y1="42333" x2="81667" y2="4316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59011" y="3672439"/>
            <a:ext cx="3583857" cy="35838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15548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8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63925" y="186667"/>
            <a:ext cx="10012808" cy="16890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随着电网可再生电力的快速</a:t>
            </a: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增长，电网承受着巨大的消纳压力，光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伏发电的并网受限。政府为应对这一问题，鼓励企业增加自消纳比例，并取消了对全额上网电量的补贴。面对这一变化，你们会？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618053" y="2078653"/>
            <a:ext cx="11158680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维持不变：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继续现有光伏并网策略</a:t>
            </a:r>
            <a:endParaRPr lang="en-US" altLang="zh-CN" sz="2400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加装蓄电池</a:t>
            </a:r>
            <a:r>
              <a:rPr lang="en-US" altLang="zh-CN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已安装光伏的企业可选</a:t>
            </a:r>
            <a:r>
              <a:rPr lang="en-US" altLang="zh-CN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安装蓄电池，存储光伏发电，减少对电网的依赖，提高自用电量</a:t>
            </a:r>
            <a:endParaRPr kumimoji="0" lang="en-US" altLang="zh-CN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indent="-457200">
              <a:lnSpc>
                <a:spcPct val="150000"/>
              </a:lnSpc>
              <a:buFont typeface="+mj-lt"/>
              <a:buAutoNum type="alphaUcPeriod"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继续安装光伏：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继续扩展光伏系统，增加投资以提升发电能力</a:t>
            </a: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04D608BA-3E57-73D3-D2BF-0544EF7AC3D4}"/>
              </a:ext>
            </a:extLst>
          </p:cNvPr>
          <p:cNvGrpSpPr/>
          <p:nvPr/>
        </p:nvGrpSpPr>
        <p:grpSpPr>
          <a:xfrm>
            <a:off x="8368898" y="4377194"/>
            <a:ext cx="3503553" cy="2397377"/>
            <a:chOff x="252375" y="1153795"/>
            <a:chExt cx="5625909" cy="4934137"/>
          </a:xfrm>
        </p:grpSpPr>
        <p:grpSp>
          <p:nvGrpSpPr>
            <p:cNvPr id="35" name="组合 34">
              <a:extLst>
                <a:ext uri="{FF2B5EF4-FFF2-40B4-BE49-F238E27FC236}">
                  <a16:creationId xmlns:a16="http://schemas.microsoft.com/office/drawing/2014/main" id="{6958633E-FF43-0B95-B556-9859743102BB}"/>
                </a:ext>
              </a:extLst>
            </p:cNvPr>
            <p:cNvGrpSpPr/>
            <p:nvPr/>
          </p:nvGrpSpPr>
          <p:grpSpPr>
            <a:xfrm>
              <a:off x="5020854" y="1367160"/>
              <a:ext cx="857430" cy="857430"/>
              <a:chOff x="5020854" y="1367160"/>
              <a:chExt cx="857430" cy="857430"/>
            </a:xfrm>
          </p:grpSpPr>
          <p:sp>
            <p:nvSpPr>
              <p:cNvPr id="1163" name="Freeform 33">
                <a:extLst>
                  <a:ext uri="{FF2B5EF4-FFF2-40B4-BE49-F238E27FC236}">
                    <a16:creationId xmlns:a16="http://schemas.microsoft.com/office/drawing/2014/main" id="{FA87B518-B83E-3094-977C-0243B8E60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642" y="1613948"/>
                <a:ext cx="367018" cy="363854"/>
              </a:xfrm>
              <a:custGeom>
                <a:avLst/>
                <a:gdLst>
                  <a:gd name="T0" fmla="*/ 97 w 98"/>
                  <a:gd name="T1" fmla="*/ 49 h 97"/>
                  <a:gd name="T2" fmla="*/ 48 w 98"/>
                  <a:gd name="T3" fmla="*/ 97 h 97"/>
                  <a:gd name="T4" fmla="*/ 0 w 98"/>
                  <a:gd name="T5" fmla="*/ 48 h 97"/>
                  <a:gd name="T6" fmla="*/ 50 w 98"/>
                  <a:gd name="T7" fmla="*/ 0 h 97"/>
                  <a:gd name="T8" fmla="*/ 97 w 98"/>
                  <a:gd name="T9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97">
                    <a:moveTo>
                      <a:pt x="97" y="49"/>
                    </a:moveTo>
                    <a:cubicBezTo>
                      <a:pt x="97" y="76"/>
                      <a:pt x="75" y="97"/>
                      <a:pt x="48" y="97"/>
                    </a:cubicBezTo>
                    <a:cubicBezTo>
                      <a:pt x="22" y="96"/>
                      <a:pt x="0" y="74"/>
                      <a:pt x="0" y="48"/>
                    </a:cubicBezTo>
                    <a:cubicBezTo>
                      <a:pt x="1" y="21"/>
                      <a:pt x="23" y="0"/>
                      <a:pt x="50" y="0"/>
                    </a:cubicBezTo>
                    <a:cubicBezTo>
                      <a:pt x="76" y="0"/>
                      <a:pt x="98" y="22"/>
                      <a:pt x="97" y="49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4" name="Freeform 34">
                <a:extLst>
                  <a:ext uri="{FF2B5EF4-FFF2-40B4-BE49-F238E27FC236}">
                    <a16:creationId xmlns:a16="http://schemas.microsoft.com/office/drawing/2014/main" id="{9D534045-2A19-EEDC-807F-CA6A04522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7987" y="1613948"/>
                <a:ext cx="186673" cy="363854"/>
              </a:xfrm>
              <a:custGeom>
                <a:avLst/>
                <a:gdLst>
                  <a:gd name="T0" fmla="*/ 49 w 50"/>
                  <a:gd name="T1" fmla="*/ 49 h 97"/>
                  <a:gd name="T2" fmla="*/ 2 w 50"/>
                  <a:gd name="T3" fmla="*/ 0 h 97"/>
                  <a:gd name="T4" fmla="*/ 0 w 50"/>
                  <a:gd name="T5" fmla="*/ 97 h 97"/>
                  <a:gd name="T6" fmla="*/ 49 w 50"/>
                  <a:gd name="T7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97">
                    <a:moveTo>
                      <a:pt x="49" y="49"/>
                    </a:moveTo>
                    <a:cubicBezTo>
                      <a:pt x="50" y="22"/>
                      <a:pt x="28" y="0"/>
                      <a:pt x="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27" y="97"/>
                      <a:pt x="49" y="76"/>
                      <a:pt x="49" y="49"/>
                    </a:cubicBezTo>
                    <a:close/>
                  </a:path>
                </a:pathLst>
              </a:custGeom>
              <a:solidFill>
                <a:srgbClr val="EAE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5" name="Freeform 35">
                <a:extLst>
                  <a:ext uri="{FF2B5EF4-FFF2-40B4-BE49-F238E27FC236}">
                    <a16:creationId xmlns:a16="http://schemas.microsoft.com/office/drawing/2014/main" id="{5F31B86F-5DCF-B02A-32A8-0BBA72AD4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8956" y="1778473"/>
                <a:ext cx="199328" cy="41131"/>
              </a:xfrm>
              <a:custGeom>
                <a:avLst/>
                <a:gdLst>
                  <a:gd name="T0" fmla="*/ 48 w 53"/>
                  <a:gd name="T1" fmla="*/ 0 h 11"/>
                  <a:gd name="T2" fmla="*/ 5 w 53"/>
                  <a:gd name="T3" fmla="*/ 0 h 11"/>
                  <a:gd name="T4" fmla="*/ 0 w 53"/>
                  <a:gd name="T5" fmla="*/ 5 h 11"/>
                  <a:gd name="T6" fmla="*/ 5 w 53"/>
                  <a:gd name="T7" fmla="*/ 11 h 11"/>
                  <a:gd name="T8" fmla="*/ 48 w 53"/>
                  <a:gd name="T9" fmla="*/ 11 h 11"/>
                  <a:gd name="T10" fmla="*/ 53 w 53"/>
                  <a:gd name="T11" fmla="*/ 6 h 11"/>
                  <a:gd name="T12" fmla="*/ 48 w 5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11">
                    <a:moveTo>
                      <a:pt x="4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1" y="11"/>
                      <a:pt x="53" y="9"/>
                      <a:pt x="53" y="6"/>
                    </a:cubicBezTo>
                    <a:cubicBezTo>
                      <a:pt x="53" y="3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6" name="Freeform 36">
                <a:extLst>
                  <a:ext uri="{FF2B5EF4-FFF2-40B4-BE49-F238E27FC236}">
                    <a16:creationId xmlns:a16="http://schemas.microsoft.com/office/drawing/2014/main" id="{BE75BE7B-ABB8-3006-D7BD-765422DD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854" y="1767399"/>
                <a:ext cx="202493" cy="44296"/>
              </a:xfrm>
              <a:custGeom>
                <a:avLst/>
                <a:gdLst>
                  <a:gd name="T0" fmla="*/ 54 w 54"/>
                  <a:gd name="T1" fmla="*/ 7 h 12"/>
                  <a:gd name="T2" fmla="*/ 49 w 54"/>
                  <a:gd name="T3" fmla="*/ 1 h 12"/>
                  <a:gd name="T4" fmla="*/ 6 w 54"/>
                  <a:gd name="T5" fmla="*/ 1 h 12"/>
                  <a:gd name="T6" fmla="*/ 0 w 54"/>
                  <a:gd name="T7" fmla="*/ 6 h 12"/>
                  <a:gd name="T8" fmla="*/ 6 w 54"/>
                  <a:gd name="T9" fmla="*/ 11 h 12"/>
                  <a:gd name="T10" fmla="*/ 48 w 54"/>
                  <a:gd name="T11" fmla="*/ 12 h 12"/>
                  <a:gd name="T12" fmla="*/ 54 w 54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12">
                    <a:moveTo>
                      <a:pt x="54" y="7"/>
                    </a:moveTo>
                    <a:cubicBezTo>
                      <a:pt x="54" y="4"/>
                      <a:pt x="52" y="1"/>
                      <a:pt x="49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51" y="12"/>
                      <a:pt x="54" y="10"/>
                      <a:pt x="54" y="7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7" name="Freeform 37">
                <a:extLst>
                  <a:ext uri="{FF2B5EF4-FFF2-40B4-BE49-F238E27FC236}">
                    <a16:creationId xmlns:a16="http://schemas.microsoft.com/office/drawing/2014/main" id="{B986B1F9-F5FA-05FB-604F-145F2EC4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4602" y="1485808"/>
                <a:ext cx="161361" cy="158197"/>
              </a:xfrm>
              <a:custGeom>
                <a:avLst/>
                <a:gdLst>
                  <a:gd name="T0" fmla="*/ 10 w 43"/>
                  <a:gd name="T1" fmla="*/ 40 h 42"/>
                  <a:gd name="T2" fmla="*/ 41 w 43"/>
                  <a:gd name="T3" fmla="*/ 10 h 42"/>
                  <a:gd name="T4" fmla="*/ 41 w 43"/>
                  <a:gd name="T5" fmla="*/ 3 h 42"/>
                  <a:gd name="T6" fmla="*/ 33 w 43"/>
                  <a:gd name="T7" fmla="*/ 3 h 42"/>
                  <a:gd name="T8" fmla="*/ 3 w 43"/>
                  <a:gd name="T9" fmla="*/ 32 h 42"/>
                  <a:gd name="T10" fmla="*/ 2 w 43"/>
                  <a:gd name="T11" fmla="*/ 40 h 42"/>
                  <a:gd name="T12" fmla="*/ 10 w 43"/>
                  <a:gd name="T13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2">
                    <a:moveTo>
                      <a:pt x="10" y="40"/>
                    </a:moveTo>
                    <a:cubicBezTo>
                      <a:pt x="41" y="10"/>
                      <a:pt x="41" y="10"/>
                      <a:pt x="41" y="10"/>
                    </a:cubicBezTo>
                    <a:cubicBezTo>
                      <a:pt x="43" y="8"/>
                      <a:pt x="43" y="5"/>
                      <a:pt x="41" y="3"/>
                    </a:cubicBezTo>
                    <a:cubicBezTo>
                      <a:pt x="39" y="0"/>
                      <a:pt x="35" y="0"/>
                      <a:pt x="33" y="3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0" y="34"/>
                      <a:pt x="0" y="38"/>
                      <a:pt x="2" y="40"/>
                    </a:cubicBezTo>
                    <a:cubicBezTo>
                      <a:pt x="5" y="42"/>
                      <a:pt x="8" y="42"/>
                      <a:pt x="10" y="4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8" name="Freeform 38">
                <a:extLst>
                  <a:ext uri="{FF2B5EF4-FFF2-40B4-BE49-F238E27FC236}">
                    <a16:creationId xmlns:a16="http://schemas.microsoft.com/office/drawing/2014/main" id="{9DF427A3-1A34-A81F-B1A9-B69F0F9C5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920" y="1947744"/>
                <a:ext cx="156616" cy="153452"/>
              </a:xfrm>
              <a:custGeom>
                <a:avLst/>
                <a:gdLst>
                  <a:gd name="T0" fmla="*/ 33 w 42"/>
                  <a:gd name="T1" fmla="*/ 2 h 41"/>
                  <a:gd name="T2" fmla="*/ 2 w 42"/>
                  <a:gd name="T3" fmla="*/ 31 h 41"/>
                  <a:gd name="T4" fmla="*/ 2 w 42"/>
                  <a:gd name="T5" fmla="*/ 39 h 41"/>
                  <a:gd name="T6" fmla="*/ 10 w 42"/>
                  <a:gd name="T7" fmla="*/ 39 h 41"/>
                  <a:gd name="T8" fmla="*/ 40 w 42"/>
                  <a:gd name="T9" fmla="*/ 10 h 41"/>
                  <a:gd name="T10" fmla="*/ 40 w 42"/>
                  <a:gd name="T11" fmla="*/ 2 h 41"/>
                  <a:gd name="T12" fmla="*/ 33 w 42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1">
                    <a:moveTo>
                      <a:pt x="33" y="2"/>
                    </a:moveTo>
                    <a:cubicBezTo>
                      <a:pt x="2" y="31"/>
                      <a:pt x="2" y="31"/>
                      <a:pt x="2" y="31"/>
                    </a:cubicBezTo>
                    <a:cubicBezTo>
                      <a:pt x="0" y="34"/>
                      <a:pt x="0" y="37"/>
                      <a:pt x="2" y="39"/>
                    </a:cubicBezTo>
                    <a:cubicBezTo>
                      <a:pt x="4" y="41"/>
                      <a:pt x="7" y="41"/>
                      <a:pt x="10" y="3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7"/>
                      <a:pt x="42" y="4"/>
                      <a:pt x="40" y="2"/>
                    </a:cubicBezTo>
                    <a:cubicBezTo>
                      <a:pt x="38" y="0"/>
                      <a:pt x="35" y="0"/>
                      <a:pt x="33" y="2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9" name="Freeform 39">
                <a:extLst>
                  <a:ext uri="{FF2B5EF4-FFF2-40B4-BE49-F238E27FC236}">
                    <a16:creationId xmlns:a16="http://schemas.microsoft.com/office/drawing/2014/main" id="{A5A05232-5B86-F724-04C6-1B2361E15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1438" y="1950908"/>
                <a:ext cx="156616" cy="156616"/>
              </a:xfrm>
              <a:custGeom>
                <a:avLst/>
                <a:gdLst>
                  <a:gd name="T0" fmla="*/ 10 w 42"/>
                  <a:gd name="T1" fmla="*/ 2 h 42"/>
                  <a:gd name="T2" fmla="*/ 2 w 42"/>
                  <a:gd name="T3" fmla="*/ 2 h 42"/>
                  <a:gd name="T4" fmla="*/ 2 w 42"/>
                  <a:gd name="T5" fmla="*/ 10 h 42"/>
                  <a:gd name="T6" fmla="*/ 32 w 42"/>
                  <a:gd name="T7" fmla="*/ 40 h 42"/>
                  <a:gd name="T8" fmla="*/ 40 w 42"/>
                  <a:gd name="T9" fmla="*/ 40 h 42"/>
                  <a:gd name="T10" fmla="*/ 40 w 42"/>
                  <a:gd name="T11" fmla="*/ 33 h 42"/>
                  <a:gd name="T12" fmla="*/ 10 w 42"/>
                  <a:gd name="T1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10" y="2"/>
                    </a:moveTo>
                    <a:cubicBezTo>
                      <a:pt x="8" y="0"/>
                      <a:pt x="5" y="0"/>
                      <a:pt x="2" y="2"/>
                    </a:cubicBezTo>
                    <a:cubicBezTo>
                      <a:pt x="0" y="4"/>
                      <a:pt x="0" y="7"/>
                      <a:pt x="2" y="1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4" y="42"/>
                      <a:pt x="38" y="42"/>
                      <a:pt x="40" y="40"/>
                    </a:cubicBezTo>
                    <a:cubicBezTo>
                      <a:pt x="42" y="38"/>
                      <a:pt x="42" y="35"/>
                      <a:pt x="40" y="33"/>
                    </a:cubicBez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0" name="Freeform 40">
                <a:extLst>
                  <a:ext uri="{FF2B5EF4-FFF2-40B4-BE49-F238E27FC236}">
                    <a16:creationId xmlns:a16="http://schemas.microsoft.com/office/drawing/2014/main" id="{FDBB93AC-568C-C4DC-014C-09C10AD05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248" y="1479479"/>
                <a:ext cx="158197" cy="159780"/>
              </a:xfrm>
              <a:custGeom>
                <a:avLst/>
                <a:gdLst>
                  <a:gd name="T0" fmla="*/ 10 w 42"/>
                  <a:gd name="T1" fmla="*/ 3 h 43"/>
                  <a:gd name="T2" fmla="*/ 2 w 42"/>
                  <a:gd name="T3" fmla="*/ 3 h 43"/>
                  <a:gd name="T4" fmla="*/ 2 w 42"/>
                  <a:gd name="T5" fmla="*/ 10 h 43"/>
                  <a:gd name="T6" fmla="*/ 32 w 42"/>
                  <a:gd name="T7" fmla="*/ 41 h 43"/>
                  <a:gd name="T8" fmla="*/ 39 w 42"/>
                  <a:gd name="T9" fmla="*/ 41 h 43"/>
                  <a:gd name="T10" fmla="*/ 40 w 42"/>
                  <a:gd name="T11" fmla="*/ 33 h 43"/>
                  <a:gd name="T12" fmla="*/ 10 w 42"/>
                  <a:gd name="T13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3">
                    <a:moveTo>
                      <a:pt x="10" y="3"/>
                    </a:moveTo>
                    <a:cubicBezTo>
                      <a:pt x="8" y="0"/>
                      <a:pt x="4" y="0"/>
                      <a:pt x="2" y="3"/>
                    </a:cubicBezTo>
                    <a:cubicBezTo>
                      <a:pt x="0" y="5"/>
                      <a:pt x="0" y="8"/>
                      <a:pt x="2" y="1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4" y="43"/>
                      <a:pt x="37" y="43"/>
                      <a:pt x="39" y="41"/>
                    </a:cubicBezTo>
                    <a:cubicBezTo>
                      <a:pt x="42" y="39"/>
                      <a:pt x="42" y="35"/>
                      <a:pt x="40" y="33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1" name="Freeform 41">
                <a:extLst>
                  <a:ext uri="{FF2B5EF4-FFF2-40B4-BE49-F238E27FC236}">
                    <a16:creationId xmlns:a16="http://schemas.microsoft.com/office/drawing/2014/main" id="{722BF3D5-2459-A4E9-B118-EDBA4BAC6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5840" y="2022097"/>
                <a:ext cx="44296" cy="202493"/>
              </a:xfrm>
              <a:custGeom>
                <a:avLst/>
                <a:gdLst>
                  <a:gd name="T0" fmla="*/ 6 w 12"/>
                  <a:gd name="T1" fmla="*/ 0 h 54"/>
                  <a:gd name="T2" fmla="*/ 1 w 12"/>
                  <a:gd name="T3" fmla="*/ 6 h 54"/>
                  <a:gd name="T4" fmla="*/ 0 w 12"/>
                  <a:gd name="T5" fmla="*/ 48 h 54"/>
                  <a:gd name="T6" fmla="*/ 5 w 12"/>
                  <a:gd name="T7" fmla="*/ 54 h 54"/>
                  <a:gd name="T8" fmla="*/ 11 w 12"/>
                  <a:gd name="T9" fmla="*/ 48 h 54"/>
                  <a:gd name="T10" fmla="*/ 11 w 12"/>
                  <a:gd name="T11" fmla="*/ 6 h 54"/>
                  <a:gd name="T12" fmla="*/ 6 w 12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6" y="0"/>
                    </a:moveTo>
                    <a:cubicBezTo>
                      <a:pt x="3" y="0"/>
                      <a:pt x="1" y="3"/>
                      <a:pt x="1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1"/>
                      <a:pt x="2" y="54"/>
                      <a:pt x="5" y="54"/>
                    </a:cubicBezTo>
                    <a:cubicBezTo>
                      <a:pt x="8" y="54"/>
                      <a:pt x="11" y="51"/>
                      <a:pt x="11" y="4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3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2" name="Freeform 42">
                <a:extLst>
                  <a:ext uri="{FF2B5EF4-FFF2-40B4-BE49-F238E27FC236}">
                    <a16:creationId xmlns:a16="http://schemas.microsoft.com/office/drawing/2014/main" id="{A22CF37F-C577-F4D3-E1F9-44D6A253C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2167" y="1367160"/>
                <a:ext cx="45878" cy="200911"/>
              </a:xfrm>
              <a:custGeom>
                <a:avLst/>
                <a:gdLst>
                  <a:gd name="T0" fmla="*/ 6 w 12"/>
                  <a:gd name="T1" fmla="*/ 0 h 54"/>
                  <a:gd name="T2" fmla="*/ 1 w 12"/>
                  <a:gd name="T3" fmla="*/ 6 h 54"/>
                  <a:gd name="T4" fmla="*/ 0 w 12"/>
                  <a:gd name="T5" fmla="*/ 48 h 54"/>
                  <a:gd name="T6" fmla="*/ 6 w 12"/>
                  <a:gd name="T7" fmla="*/ 54 h 54"/>
                  <a:gd name="T8" fmla="*/ 11 w 12"/>
                  <a:gd name="T9" fmla="*/ 48 h 54"/>
                  <a:gd name="T10" fmla="*/ 12 w 12"/>
                  <a:gd name="T11" fmla="*/ 6 h 54"/>
                  <a:gd name="T12" fmla="*/ 6 w 12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6" y="0"/>
                    </a:moveTo>
                    <a:cubicBezTo>
                      <a:pt x="3" y="0"/>
                      <a:pt x="1" y="2"/>
                      <a:pt x="1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1"/>
                      <a:pt x="3" y="54"/>
                      <a:pt x="6" y="54"/>
                    </a:cubicBezTo>
                    <a:cubicBezTo>
                      <a:pt x="9" y="54"/>
                      <a:pt x="11" y="51"/>
                      <a:pt x="11" y="4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36" name="Freeform 19">
              <a:extLst>
                <a:ext uri="{FF2B5EF4-FFF2-40B4-BE49-F238E27FC236}">
                  <a16:creationId xmlns:a16="http://schemas.microsoft.com/office/drawing/2014/main" id="{573007AD-295A-BAB4-2ACC-6E3C8509B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712" y="2931732"/>
              <a:ext cx="101246" cy="273682"/>
            </a:xfrm>
            <a:custGeom>
              <a:avLst/>
              <a:gdLst>
                <a:gd name="T0" fmla="*/ 14 w 64"/>
                <a:gd name="T1" fmla="*/ 0 h 173"/>
                <a:gd name="T2" fmla="*/ 0 w 64"/>
                <a:gd name="T3" fmla="*/ 173 h 173"/>
                <a:gd name="T4" fmla="*/ 64 w 64"/>
                <a:gd name="T5" fmla="*/ 173 h 173"/>
                <a:gd name="T6" fmla="*/ 50 w 64"/>
                <a:gd name="T7" fmla="*/ 0 h 173"/>
                <a:gd name="T8" fmla="*/ 14 w 64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173">
                  <a:moveTo>
                    <a:pt x="14" y="0"/>
                  </a:moveTo>
                  <a:lnTo>
                    <a:pt x="0" y="173"/>
                  </a:lnTo>
                  <a:lnTo>
                    <a:pt x="64" y="173"/>
                  </a:lnTo>
                  <a:lnTo>
                    <a:pt x="50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">
              <a:extLst>
                <a:ext uri="{FF2B5EF4-FFF2-40B4-BE49-F238E27FC236}">
                  <a16:creationId xmlns:a16="http://schemas.microsoft.com/office/drawing/2014/main" id="{269E826E-9CC3-9491-8AAC-7199776C6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916" y="2931732"/>
              <a:ext cx="49042" cy="273682"/>
            </a:xfrm>
            <a:custGeom>
              <a:avLst/>
              <a:gdLst>
                <a:gd name="T0" fmla="*/ 0 w 31"/>
                <a:gd name="T1" fmla="*/ 0 h 173"/>
                <a:gd name="T2" fmla="*/ 0 w 31"/>
                <a:gd name="T3" fmla="*/ 173 h 173"/>
                <a:gd name="T4" fmla="*/ 31 w 31"/>
                <a:gd name="T5" fmla="*/ 173 h 173"/>
                <a:gd name="T6" fmla="*/ 17 w 31"/>
                <a:gd name="T7" fmla="*/ 0 h 173"/>
                <a:gd name="T8" fmla="*/ 0 w 31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73">
                  <a:moveTo>
                    <a:pt x="0" y="0"/>
                  </a:moveTo>
                  <a:lnTo>
                    <a:pt x="0" y="173"/>
                  </a:lnTo>
                  <a:lnTo>
                    <a:pt x="31" y="173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1">
              <a:extLst>
                <a:ext uri="{FF2B5EF4-FFF2-40B4-BE49-F238E27FC236}">
                  <a16:creationId xmlns:a16="http://schemas.microsoft.com/office/drawing/2014/main" id="{DD0D111D-9977-6904-18E8-8933A6D59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071" y="1835425"/>
              <a:ext cx="550527" cy="1183317"/>
            </a:xfrm>
            <a:custGeom>
              <a:avLst/>
              <a:gdLst>
                <a:gd name="T0" fmla="*/ 0 w 348"/>
                <a:gd name="T1" fmla="*/ 748 h 748"/>
                <a:gd name="T2" fmla="*/ 175 w 348"/>
                <a:gd name="T3" fmla="*/ 0 h 748"/>
                <a:gd name="T4" fmla="*/ 348 w 348"/>
                <a:gd name="T5" fmla="*/ 748 h 748"/>
                <a:gd name="T6" fmla="*/ 0 w 348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8" h="748">
                  <a:moveTo>
                    <a:pt x="0" y="748"/>
                  </a:moveTo>
                  <a:lnTo>
                    <a:pt x="175" y="0"/>
                  </a:lnTo>
                  <a:lnTo>
                    <a:pt x="348" y="748"/>
                  </a:lnTo>
                  <a:lnTo>
                    <a:pt x="0" y="748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2">
              <a:extLst>
                <a:ext uri="{FF2B5EF4-FFF2-40B4-BE49-F238E27FC236}">
                  <a16:creationId xmlns:a16="http://schemas.microsoft.com/office/drawing/2014/main" id="{6A96A7F3-D47B-7145-9BA1-5E24C7334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916" y="1835425"/>
              <a:ext cx="273682" cy="1183317"/>
            </a:xfrm>
            <a:custGeom>
              <a:avLst/>
              <a:gdLst>
                <a:gd name="T0" fmla="*/ 173 w 173"/>
                <a:gd name="T1" fmla="*/ 748 h 748"/>
                <a:gd name="T2" fmla="*/ 0 w 173"/>
                <a:gd name="T3" fmla="*/ 0 h 748"/>
                <a:gd name="T4" fmla="*/ 0 w 173"/>
                <a:gd name="T5" fmla="*/ 748 h 748"/>
                <a:gd name="T6" fmla="*/ 173 w 173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748">
                  <a:moveTo>
                    <a:pt x="173" y="748"/>
                  </a:moveTo>
                  <a:lnTo>
                    <a:pt x="0" y="0"/>
                  </a:lnTo>
                  <a:lnTo>
                    <a:pt x="0" y="748"/>
                  </a:lnTo>
                  <a:lnTo>
                    <a:pt x="173" y="748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15">
              <a:extLst>
                <a:ext uri="{FF2B5EF4-FFF2-40B4-BE49-F238E27FC236}">
                  <a16:creationId xmlns:a16="http://schemas.microsoft.com/office/drawing/2014/main" id="{1F1D7209-D374-B34A-0C59-C3A712C8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951" y="2838395"/>
              <a:ext cx="134468" cy="367018"/>
            </a:xfrm>
            <a:custGeom>
              <a:avLst/>
              <a:gdLst>
                <a:gd name="T0" fmla="*/ 19 w 85"/>
                <a:gd name="T1" fmla="*/ 0 h 232"/>
                <a:gd name="T2" fmla="*/ 0 w 85"/>
                <a:gd name="T3" fmla="*/ 232 h 232"/>
                <a:gd name="T4" fmla="*/ 85 w 85"/>
                <a:gd name="T5" fmla="*/ 232 h 232"/>
                <a:gd name="T6" fmla="*/ 66 w 85"/>
                <a:gd name="T7" fmla="*/ 0 h 232"/>
                <a:gd name="T8" fmla="*/ 19 w 85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232">
                  <a:moveTo>
                    <a:pt x="19" y="0"/>
                  </a:moveTo>
                  <a:lnTo>
                    <a:pt x="0" y="232"/>
                  </a:lnTo>
                  <a:lnTo>
                    <a:pt x="85" y="232"/>
                  </a:lnTo>
                  <a:lnTo>
                    <a:pt x="66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6">
              <a:extLst>
                <a:ext uri="{FF2B5EF4-FFF2-40B4-BE49-F238E27FC236}">
                  <a16:creationId xmlns:a16="http://schemas.microsoft.com/office/drawing/2014/main" id="{521903CA-BE7F-F1DC-9981-22FD9BE38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976" y="2838395"/>
              <a:ext cx="66443" cy="367018"/>
            </a:xfrm>
            <a:custGeom>
              <a:avLst/>
              <a:gdLst>
                <a:gd name="T0" fmla="*/ 0 w 42"/>
                <a:gd name="T1" fmla="*/ 0 h 232"/>
                <a:gd name="T2" fmla="*/ 0 w 42"/>
                <a:gd name="T3" fmla="*/ 232 h 232"/>
                <a:gd name="T4" fmla="*/ 42 w 42"/>
                <a:gd name="T5" fmla="*/ 232 h 232"/>
                <a:gd name="T6" fmla="*/ 23 w 42"/>
                <a:gd name="T7" fmla="*/ 0 h 232"/>
                <a:gd name="T8" fmla="*/ 0 w 42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32">
                  <a:moveTo>
                    <a:pt x="0" y="0"/>
                  </a:moveTo>
                  <a:lnTo>
                    <a:pt x="0" y="232"/>
                  </a:lnTo>
                  <a:lnTo>
                    <a:pt x="42" y="232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17">
              <a:extLst>
                <a:ext uri="{FF2B5EF4-FFF2-40B4-BE49-F238E27FC236}">
                  <a16:creationId xmlns:a16="http://schemas.microsoft.com/office/drawing/2014/main" id="{3AAEC252-395D-D26C-D892-84A9B9FB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794" y="1362414"/>
              <a:ext cx="740364" cy="1591466"/>
            </a:xfrm>
            <a:custGeom>
              <a:avLst/>
              <a:gdLst>
                <a:gd name="T0" fmla="*/ 0 w 468"/>
                <a:gd name="T1" fmla="*/ 1006 h 1006"/>
                <a:gd name="T2" fmla="*/ 234 w 468"/>
                <a:gd name="T3" fmla="*/ 0 h 1006"/>
                <a:gd name="T4" fmla="*/ 468 w 468"/>
                <a:gd name="T5" fmla="*/ 1006 h 1006"/>
                <a:gd name="T6" fmla="*/ 0 w 468"/>
                <a:gd name="T7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8" h="1006">
                  <a:moveTo>
                    <a:pt x="0" y="1006"/>
                  </a:moveTo>
                  <a:lnTo>
                    <a:pt x="234" y="0"/>
                  </a:lnTo>
                  <a:lnTo>
                    <a:pt x="468" y="1006"/>
                  </a:lnTo>
                  <a:lnTo>
                    <a:pt x="0" y="1006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8">
              <a:extLst>
                <a:ext uri="{FF2B5EF4-FFF2-40B4-BE49-F238E27FC236}">
                  <a16:creationId xmlns:a16="http://schemas.microsoft.com/office/drawing/2014/main" id="{50817B10-65F8-C873-7302-DE29EA1EF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976" y="1362414"/>
              <a:ext cx="370182" cy="1591466"/>
            </a:xfrm>
            <a:custGeom>
              <a:avLst/>
              <a:gdLst>
                <a:gd name="T0" fmla="*/ 234 w 234"/>
                <a:gd name="T1" fmla="*/ 1006 h 1006"/>
                <a:gd name="T2" fmla="*/ 0 w 234"/>
                <a:gd name="T3" fmla="*/ 0 h 1006"/>
                <a:gd name="T4" fmla="*/ 0 w 234"/>
                <a:gd name="T5" fmla="*/ 1006 h 1006"/>
                <a:gd name="T6" fmla="*/ 234 w 234"/>
                <a:gd name="T7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4" h="1006">
                  <a:moveTo>
                    <a:pt x="234" y="1006"/>
                  </a:moveTo>
                  <a:lnTo>
                    <a:pt x="0" y="0"/>
                  </a:lnTo>
                  <a:lnTo>
                    <a:pt x="0" y="1006"/>
                  </a:lnTo>
                  <a:lnTo>
                    <a:pt x="234" y="1006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45" name="组合 44">
              <a:extLst>
                <a:ext uri="{FF2B5EF4-FFF2-40B4-BE49-F238E27FC236}">
                  <a16:creationId xmlns:a16="http://schemas.microsoft.com/office/drawing/2014/main" id="{8C3F4CF6-0B4D-F2A1-80F6-5270FE2D0935}"/>
                </a:ext>
              </a:extLst>
            </p:cNvPr>
            <p:cNvGrpSpPr/>
            <p:nvPr/>
          </p:nvGrpSpPr>
          <p:grpSpPr>
            <a:xfrm>
              <a:off x="914483" y="1909725"/>
              <a:ext cx="1001648" cy="1009345"/>
              <a:chOff x="765867" y="4096848"/>
              <a:chExt cx="1922284" cy="1937054"/>
            </a:xfrm>
          </p:grpSpPr>
          <p:grpSp>
            <p:nvGrpSpPr>
              <p:cNvPr id="1148" name="组合 1147">
                <a:extLst>
                  <a:ext uri="{FF2B5EF4-FFF2-40B4-BE49-F238E27FC236}">
                    <a16:creationId xmlns:a16="http://schemas.microsoft.com/office/drawing/2014/main" id="{E624E588-DA47-0380-32B9-DE3219493D07}"/>
                  </a:ext>
                </a:extLst>
              </p:cNvPr>
              <p:cNvGrpSpPr/>
              <p:nvPr/>
            </p:nvGrpSpPr>
            <p:grpSpPr>
              <a:xfrm>
                <a:off x="765867" y="4206427"/>
                <a:ext cx="1590082" cy="1568468"/>
                <a:chOff x="765867" y="4206427"/>
                <a:chExt cx="1590082" cy="1568468"/>
              </a:xfrm>
            </p:grpSpPr>
            <p:sp>
              <p:nvSpPr>
                <p:cNvPr id="1152" name="Freeform 173">
                  <a:extLst>
                    <a:ext uri="{FF2B5EF4-FFF2-40B4-BE49-F238E27FC236}">
                      <a16:creationId xmlns:a16="http://schemas.microsoft.com/office/drawing/2014/main" id="{D75E6FBA-6581-B864-E9A3-3EB660DA80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549" y="5059391"/>
                  <a:ext cx="664400" cy="715504"/>
                </a:xfrm>
                <a:custGeom>
                  <a:avLst/>
                  <a:gdLst>
                    <a:gd name="T0" fmla="*/ 0 w 178"/>
                    <a:gd name="T1" fmla="*/ 12 h 203"/>
                    <a:gd name="T2" fmla="*/ 178 w 178"/>
                    <a:gd name="T3" fmla="*/ 203 h 203"/>
                    <a:gd name="T4" fmla="*/ 178 w 178"/>
                    <a:gd name="T5" fmla="*/ 187 h 203"/>
                    <a:gd name="T6" fmla="*/ 71 w 178"/>
                    <a:gd name="T7" fmla="*/ 16 h 203"/>
                    <a:gd name="T8" fmla="*/ 14 w 178"/>
                    <a:gd name="T9" fmla="*/ 0 h 203"/>
                    <a:gd name="T10" fmla="*/ 0 w 178"/>
                    <a:gd name="T11" fmla="*/ 1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8" h="203">
                      <a:moveTo>
                        <a:pt x="0" y="12"/>
                      </a:moveTo>
                      <a:lnTo>
                        <a:pt x="178" y="203"/>
                      </a:lnTo>
                      <a:lnTo>
                        <a:pt x="178" y="187"/>
                      </a:lnTo>
                      <a:lnTo>
                        <a:pt x="71" y="16"/>
                      </a:lnTo>
                      <a:lnTo>
                        <a:pt x="14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3" name="Freeform 174">
                  <a:extLst>
                    <a:ext uri="{FF2B5EF4-FFF2-40B4-BE49-F238E27FC236}">
                      <a16:creationId xmlns:a16="http://schemas.microsoft.com/office/drawing/2014/main" id="{6F49D394-1C49-A518-5835-60E1B89E4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851" y="5249722"/>
                  <a:ext cx="515096" cy="525172"/>
                </a:xfrm>
                <a:custGeom>
                  <a:avLst/>
                  <a:gdLst>
                    <a:gd name="T0" fmla="*/ 0 w 138"/>
                    <a:gd name="T1" fmla="*/ 0 h 149"/>
                    <a:gd name="T2" fmla="*/ 138 w 138"/>
                    <a:gd name="T3" fmla="*/ 149 h 149"/>
                    <a:gd name="T4" fmla="*/ 138 w 138"/>
                    <a:gd name="T5" fmla="*/ 133 h 149"/>
                    <a:gd name="T6" fmla="*/ 71 w 138"/>
                    <a:gd name="T7" fmla="*/ 26 h 149"/>
                    <a:gd name="T8" fmla="*/ 0 w 138"/>
                    <a:gd name="T9" fmla="*/ 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9">
                      <a:moveTo>
                        <a:pt x="0" y="0"/>
                      </a:moveTo>
                      <a:lnTo>
                        <a:pt x="138" y="149"/>
                      </a:lnTo>
                      <a:lnTo>
                        <a:pt x="138" y="133"/>
                      </a:lnTo>
                      <a:lnTo>
                        <a:pt x="71" y="2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4" name="Freeform 175">
                  <a:extLst>
                    <a:ext uri="{FF2B5EF4-FFF2-40B4-BE49-F238E27FC236}">
                      <a16:creationId xmlns:a16="http://schemas.microsoft.com/office/drawing/2014/main" id="{87793E33-2391-193F-639F-D3B8F7E9EA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969" y="5334313"/>
                  <a:ext cx="432980" cy="440581"/>
                </a:xfrm>
                <a:custGeom>
                  <a:avLst/>
                  <a:gdLst>
                    <a:gd name="T0" fmla="*/ 61 w 116"/>
                    <a:gd name="T1" fmla="*/ 19 h 125"/>
                    <a:gd name="T2" fmla="*/ 0 w 116"/>
                    <a:gd name="T3" fmla="*/ 0 h 125"/>
                    <a:gd name="T4" fmla="*/ 116 w 116"/>
                    <a:gd name="T5" fmla="*/ 125 h 125"/>
                    <a:gd name="T6" fmla="*/ 116 w 116"/>
                    <a:gd name="T7" fmla="*/ 109 h 125"/>
                    <a:gd name="T8" fmla="*/ 61 w 116"/>
                    <a:gd name="T9" fmla="*/ 19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6" h="125">
                      <a:moveTo>
                        <a:pt x="61" y="19"/>
                      </a:moveTo>
                      <a:lnTo>
                        <a:pt x="0" y="0"/>
                      </a:lnTo>
                      <a:lnTo>
                        <a:pt x="116" y="125"/>
                      </a:lnTo>
                      <a:lnTo>
                        <a:pt x="116" y="109"/>
                      </a:lnTo>
                      <a:lnTo>
                        <a:pt x="61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5" name="Freeform 176">
                  <a:extLst>
                    <a:ext uri="{FF2B5EF4-FFF2-40B4-BE49-F238E27FC236}">
                      <a16:creationId xmlns:a16="http://schemas.microsoft.com/office/drawing/2014/main" id="{FE9E1ABE-E0DF-E1BC-95AE-3918BDC26A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9293" y="4206427"/>
                  <a:ext cx="406854" cy="877638"/>
                </a:xfrm>
                <a:custGeom>
                  <a:avLst/>
                  <a:gdLst>
                    <a:gd name="T0" fmla="*/ 33 w 109"/>
                    <a:gd name="T1" fmla="*/ 249 h 249"/>
                    <a:gd name="T2" fmla="*/ 109 w 109"/>
                    <a:gd name="T3" fmla="*/ 0 h 249"/>
                    <a:gd name="T4" fmla="*/ 95 w 109"/>
                    <a:gd name="T5" fmla="*/ 7 h 249"/>
                    <a:gd name="T6" fmla="*/ 0 w 109"/>
                    <a:gd name="T7" fmla="*/ 185 h 249"/>
                    <a:gd name="T8" fmla="*/ 14 w 109"/>
                    <a:gd name="T9" fmla="*/ 244 h 249"/>
                    <a:gd name="T10" fmla="*/ 33 w 109"/>
                    <a:gd name="T11" fmla="*/ 249 h 2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9" h="249">
                      <a:moveTo>
                        <a:pt x="33" y="249"/>
                      </a:moveTo>
                      <a:lnTo>
                        <a:pt x="109" y="0"/>
                      </a:lnTo>
                      <a:lnTo>
                        <a:pt x="95" y="7"/>
                      </a:lnTo>
                      <a:lnTo>
                        <a:pt x="0" y="185"/>
                      </a:lnTo>
                      <a:lnTo>
                        <a:pt x="14" y="244"/>
                      </a:lnTo>
                      <a:lnTo>
                        <a:pt x="33" y="249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6" name="Freeform 177">
                  <a:extLst>
                    <a:ext uri="{FF2B5EF4-FFF2-40B4-BE49-F238E27FC236}">
                      <a16:creationId xmlns:a16="http://schemas.microsoft.com/office/drawing/2014/main" id="{268E55BD-2B33-6036-8D49-E66F3BA5BE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9934" y="4206427"/>
                  <a:ext cx="276210" cy="683781"/>
                </a:xfrm>
                <a:custGeom>
                  <a:avLst/>
                  <a:gdLst>
                    <a:gd name="T0" fmla="*/ 15 w 74"/>
                    <a:gd name="T1" fmla="*/ 194 h 194"/>
                    <a:gd name="T2" fmla="*/ 74 w 74"/>
                    <a:gd name="T3" fmla="*/ 0 h 194"/>
                    <a:gd name="T4" fmla="*/ 60 w 74"/>
                    <a:gd name="T5" fmla="*/ 7 h 194"/>
                    <a:gd name="T6" fmla="*/ 0 w 74"/>
                    <a:gd name="T7" fmla="*/ 119 h 194"/>
                    <a:gd name="T8" fmla="*/ 15 w 74"/>
                    <a:gd name="T9" fmla="*/ 194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4" h="194">
                      <a:moveTo>
                        <a:pt x="15" y="194"/>
                      </a:moveTo>
                      <a:lnTo>
                        <a:pt x="74" y="0"/>
                      </a:lnTo>
                      <a:lnTo>
                        <a:pt x="60" y="7"/>
                      </a:lnTo>
                      <a:lnTo>
                        <a:pt x="0" y="119"/>
                      </a:lnTo>
                      <a:lnTo>
                        <a:pt x="15" y="194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7" name="Freeform 178">
                  <a:extLst>
                    <a:ext uri="{FF2B5EF4-FFF2-40B4-BE49-F238E27FC236}">
                      <a16:creationId xmlns:a16="http://schemas.microsoft.com/office/drawing/2014/main" id="{D4780E35-5752-AFD4-FC62-1B4B8DE80A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7259" y="4206427"/>
                  <a:ext cx="238885" cy="578041"/>
                </a:xfrm>
                <a:custGeom>
                  <a:avLst/>
                  <a:gdLst>
                    <a:gd name="T0" fmla="*/ 0 w 64"/>
                    <a:gd name="T1" fmla="*/ 100 h 164"/>
                    <a:gd name="T2" fmla="*/ 14 w 64"/>
                    <a:gd name="T3" fmla="*/ 164 h 164"/>
                    <a:gd name="T4" fmla="*/ 64 w 64"/>
                    <a:gd name="T5" fmla="*/ 0 h 164"/>
                    <a:gd name="T6" fmla="*/ 50 w 64"/>
                    <a:gd name="T7" fmla="*/ 7 h 164"/>
                    <a:gd name="T8" fmla="*/ 0 w 64"/>
                    <a:gd name="T9" fmla="*/ 10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" h="164">
                      <a:moveTo>
                        <a:pt x="0" y="100"/>
                      </a:moveTo>
                      <a:lnTo>
                        <a:pt x="14" y="164"/>
                      </a:lnTo>
                      <a:lnTo>
                        <a:pt x="64" y="0"/>
                      </a:lnTo>
                      <a:lnTo>
                        <a:pt x="50" y="7"/>
                      </a:lnTo>
                      <a:lnTo>
                        <a:pt x="0" y="1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8" name="Freeform 179">
                  <a:extLst>
                    <a:ext uri="{FF2B5EF4-FFF2-40B4-BE49-F238E27FC236}">
                      <a16:creationId xmlns:a16="http://schemas.microsoft.com/office/drawing/2014/main" id="{552C1506-4D21-6F0F-BB48-2E1FA7F26B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041766"/>
                  <a:ext cx="963008" cy="232627"/>
                </a:xfrm>
                <a:custGeom>
                  <a:avLst/>
                  <a:gdLst>
                    <a:gd name="T0" fmla="*/ 255 w 258"/>
                    <a:gd name="T1" fmla="*/ 0 h 66"/>
                    <a:gd name="T2" fmla="*/ 0 w 258"/>
                    <a:gd name="T3" fmla="*/ 59 h 66"/>
                    <a:gd name="T4" fmla="*/ 14 w 258"/>
                    <a:gd name="T5" fmla="*/ 66 h 66"/>
                    <a:gd name="T6" fmla="*/ 215 w 258"/>
                    <a:gd name="T7" fmla="*/ 59 h 66"/>
                    <a:gd name="T8" fmla="*/ 258 w 258"/>
                    <a:gd name="T9" fmla="*/ 17 h 66"/>
                    <a:gd name="T10" fmla="*/ 255 w 258"/>
                    <a:gd name="T11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8" h="66">
                      <a:moveTo>
                        <a:pt x="255" y="0"/>
                      </a:moveTo>
                      <a:lnTo>
                        <a:pt x="0" y="59"/>
                      </a:lnTo>
                      <a:lnTo>
                        <a:pt x="14" y="66"/>
                      </a:lnTo>
                      <a:lnTo>
                        <a:pt x="215" y="59"/>
                      </a:lnTo>
                      <a:lnTo>
                        <a:pt x="258" y="17"/>
                      </a:lnTo>
                      <a:lnTo>
                        <a:pt x="255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9" name="Freeform 180">
                  <a:extLst>
                    <a:ext uri="{FF2B5EF4-FFF2-40B4-BE49-F238E27FC236}">
                      <a16:creationId xmlns:a16="http://schemas.microsoft.com/office/drawing/2014/main" id="{3E0D9A00-A149-6096-53F1-1767D575D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084061"/>
                  <a:ext cx="742785" cy="190332"/>
                </a:xfrm>
                <a:custGeom>
                  <a:avLst/>
                  <a:gdLst>
                    <a:gd name="T0" fmla="*/ 199 w 199"/>
                    <a:gd name="T1" fmla="*/ 0 h 54"/>
                    <a:gd name="T2" fmla="*/ 0 w 199"/>
                    <a:gd name="T3" fmla="*/ 47 h 54"/>
                    <a:gd name="T4" fmla="*/ 14 w 199"/>
                    <a:gd name="T5" fmla="*/ 54 h 54"/>
                    <a:gd name="T6" fmla="*/ 139 w 199"/>
                    <a:gd name="T7" fmla="*/ 50 h 54"/>
                    <a:gd name="T8" fmla="*/ 199 w 199"/>
                    <a:gd name="T9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54">
                      <a:moveTo>
                        <a:pt x="199" y="0"/>
                      </a:moveTo>
                      <a:lnTo>
                        <a:pt x="0" y="47"/>
                      </a:lnTo>
                      <a:lnTo>
                        <a:pt x="14" y="54"/>
                      </a:lnTo>
                      <a:lnTo>
                        <a:pt x="139" y="50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0" name="Freeform 181">
                  <a:extLst>
                    <a:ext uri="{FF2B5EF4-FFF2-40B4-BE49-F238E27FC236}">
                      <a16:creationId xmlns:a16="http://schemas.microsoft.com/office/drawing/2014/main" id="{4B1A3807-40E5-B629-277A-13F3354126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108736"/>
                  <a:ext cx="627075" cy="165659"/>
                </a:xfrm>
                <a:custGeom>
                  <a:avLst/>
                  <a:gdLst>
                    <a:gd name="T0" fmla="*/ 118 w 168"/>
                    <a:gd name="T1" fmla="*/ 43 h 47"/>
                    <a:gd name="T2" fmla="*/ 168 w 168"/>
                    <a:gd name="T3" fmla="*/ 0 h 47"/>
                    <a:gd name="T4" fmla="*/ 0 w 168"/>
                    <a:gd name="T5" fmla="*/ 40 h 47"/>
                    <a:gd name="T6" fmla="*/ 14 w 168"/>
                    <a:gd name="T7" fmla="*/ 47 h 47"/>
                    <a:gd name="T8" fmla="*/ 118 w 168"/>
                    <a:gd name="T9" fmla="*/ 43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47">
                      <a:moveTo>
                        <a:pt x="118" y="43"/>
                      </a:moveTo>
                      <a:lnTo>
                        <a:pt x="168" y="0"/>
                      </a:lnTo>
                      <a:lnTo>
                        <a:pt x="0" y="40"/>
                      </a:lnTo>
                      <a:lnTo>
                        <a:pt x="14" y="47"/>
                      </a:lnTo>
                      <a:lnTo>
                        <a:pt x="118" y="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1" name="Freeform 182">
                  <a:extLst>
                    <a:ext uri="{FF2B5EF4-FFF2-40B4-BE49-F238E27FC236}">
                      <a16:creationId xmlns:a16="http://schemas.microsoft.com/office/drawing/2014/main" id="{5EBC9C12-8E3C-AC7C-341E-63F01A8929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3167" y="4974800"/>
                  <a:ext cx="220223" cy="200906"/>
                </a:xfrm>
                <a:custGeom>
                  <a:avLst/>
                  <a:gdLst>
                    <a:gd name="T0" fmla="*/ 0 w 59"/>
                    <a:gd name="T1" fmla="*/ 36 h 57"/>
                    <a:gd name="T2" fmla="*/ 9 w 59"/>
                    <a:gd name="T3" fmla="*/ 5 h 57"/>
                    <a:gd name="T4" fmla="*/ 38 w 59"/>
                    <a:gd name="T5" fmla="*/ 0 h 57"/>
                    <a:gd name="T6" fmla="*/ 59 w 59"/>
                    <a:gd name="T7" fmla="*/ 21 h 57"/>
                    <a:gd name="T8" fmla="*/ 50 w 59"/>
                    <a:gd name="T9" fmla="*/ 50 h 57"/>
                    <a:gd name="T10" fmla="*/ 21 w 59"/>
                    <a:gd name="T11" fmla="*/ 57 h 57"/>
                    <a:gd name="T12" fmla="*/ 0 w 59"/>
                    <a:gd name="T13" fmla="*/ 36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9" h="57">
                      <a:moveTo>
                        <a:pt x="0" y="36"/>
                      </a:moveTo>
                      <a:lnTo>
                        <a:pt x="9" y="5"/>
                      </a:lnTo>
                      <a:lnTo>
                        <a:pt x="38" y="0"/>
                      </a:lnTo>
                      <a:lnTo>
                        <a:pt x="59" y="21"/>
                      </a:lnTo>
                      <a:lnTo>
                        <a:pt x="50" y="50"/>
                      </a:lnTo>
                      <a:lnTo>
                        <a:pt x="21" y="57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2" name="Freeform 183">
                  <a:extLst>
                    <a:ext uri="{FF2B5EF4-FFF2-40B4-BE49-F238E27FC236}">
                      <a16:creationId xmlns:a16="http://schemas.microsoft.com/office/drawing/2014/main" id="{C7230CE9-6D0E-B177-9B07-1534B8A9FB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0630" y="5024145"/>
                  <a:ext cx="205293" cy="102216"/>
                </a:xfrm>
                <a:custGeom>
                  <a:avLst/>
                  <a:gdLst>
                    <a:gd name="T0" fmla="*/ 0 w 55"/>
                    <a:gd name="T1" fmla="*/ 15 h 29"/>
                    <a:gd name="T2" fmla="*/ 50 w 55"/>
                    <a:gd name="T3" fmla="*/ 29 h 29"/>
                    <a:gd name="T4" fmla="*/ 55 w 55"/>
                    <a:gd name="T5" fmla="*/ 15 h 29"/>
                    <a:gd name="T6" fmla="*/ 5 w 55"/>
                    <a:gd name="T7" fmla="*/ 0 h 29"/>
                    <a:gd name="T8" fmla="*/ 0 w 55"/>
                    <a:gd name="T9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5" h="29">
                      <a:moveTo>
                        <a:pt x="0" y="15"/>
                      </a:moveTo>
                      <a:lnTo>
                        <a:pt x="50" y="29"/>
                      </a:lnTo>
                      <a:lnTo>
                        <a:pt x="55" y="1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149" name="矩形 1148">
                <a:extLst>
                  <a:ext uri="{FF2B5EF4-FFF2-40B4-BE49-F238E27FC236}">
                    <a16:creationId xmlns:a16="http://schemas.microsoft.com/office/drawing/2014/main" id="{1990E777-CDC0-4785-622A-2B03DFE2BC84}"/>
                  </a:ext>
                </a:extLst>
              </p:cNvPr>
              <p:cNvSpPr/>
              <p:nvPr/>
            </p:nvSpPr>
            <p:spPr>
              <a:xfrm>
                <a:off x="2393871" y="4731822"/>
                <a:ext cx="294280" cy="98753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50" name="矩形 1149">
                <a:extLst>
                  <a:ext uri="{FF2B5EF4-FFF2-40B4-BE49-F238E27FC236}">
                    <a16:creationId xmlns:a16="http://schemas.microsoft.com/office/drawing/2014/main" id="{4A1D097F-6839-17AE-1DD8-F02D8333E990}"/>
                  </a:ext>
                </a:extLst>
              </p:cNvPr>
              <p:cNvSpPr/>
              <p:nvPr/>
            </p:nvSpPr>
            <p:spPr>
              <a:xfrm>
                <a:off x="1584646" y="4096848"/>
                <a:ext cx="294280" cy="849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51" name="矩形 1150">
                <a:extLst>
                  <a:ext uri="{FF2B5EF4-FFF2-40B4-BE49-F238E27FC236}">
                    <a16:creationId xmlns:a16="http://schemas.microsoft.com/office/drawing/2014/main" id="{AA202F52-C29E-0FE0-97E0-29F1F488C17D}"/>
                  </a:ext>
                </a:extLst>
              </p:cNvPr>
              <p:cNvSpPr/>
              <p:nvPr/>
            </p:nvSpPr>
            <p:spPr>
              <a:xfrm>
                <a:off x="1588273" y="5948997"/>
                <a:ext cx="294280" cy="849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" name="组合 45">
              <a:extLst>
                <a:ext uri="{FF2B5EF4-FFF2-40B4-BE49-F238E27FC236}">
                  <a16:creationId xmlns:a16="http://schemas.microsoft.com/office/drawing/2014/main" id="{442C9260-2FC5-5965-4088-A70C1B6963BB}"/>
                </a:ext>
              </a:extLst>
            </p:cNvPr>
            <p:cNvGrpSpPr/>
            <p:nvPr/>
          </p:nvGrpSpPr>
          <p:grpSpPr>
            <a:xfrm>
              <a:off x="1749331" y="1860736"/>
              <a:ext cx="560020" cy="303739"/>
              <a:chOff x="1749331" y="1860736"/>
              <a:chExt cx="560020" cy="303739"/>
            </a:xfrm>
          </p:grpSpPr>
          <p:sp>
            <p:nvSpPr>
              <p:cNvPr id="1146" name="Freeform 13">
                <a:extLst>
                  <a:ext uri="{FF2B5EF4-FFF2-40B4-BE49-F238E27FC236}">
                    <a16:creationId xmlns:a16="http://schemas.microsoft.com/office/drawing/2014/main" id="{480B12DE-7EC4-67B0-8757-EB4B27798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331" y="1860736"/>
                <a:ext cx="560019" cy="303739"/>
              </a:xfrm>
              <a:custGeom>
                <a:avLst/>
                <a:gdLst>
                  <a:gd name="T0" fmla="*/ 14 w 150"/>
                  <a:gd name="T1" fmla="*/ 81 h 81"/>
                  <a:gd name="T2" fmla="*/ 129 w 150"/>
                  <a:gd name="T3" fmla="*/ 81 h 81"/>
                  <a:gd name="T4" fmla="*/ 150 w 150"/>
                  <a:gd name="T5" fmla="*/ 63 h 81"/>
                  <a:gd name="T6" fmla="*/ 129 w 150"/>
                  <a:gd name="T7" fmla="*/ 38 h 81"/>
                  <a:gd name="T8" fmla="*/ 119 w 150"/>
                  <a:gd name="T9" fmla="*/ 21 h 81"/>
                  <a:gd name="T10" fmla="*/ 94 w 150"/>
                  <a:gd name="T11" fmla="*/ 19 h 81"/>
                  <a:gd name="T12" fmla="*/ 69 w 150"/>
                  <a:gd name="T13" fmla="*/ 0 h 81"/>
                  <a:gd name="T14" fmla="*/ 44 w 150"/>
                  <a:gd name="T15" fmla="*/ 20 h 81"/>
                  <a:gd name="T16" fmla="*/ 21 w 150"/>
                  <a:gd name="T17" fmla="*/ 26 h 81"/>
                  <a:gd name="T18" fmla="*/ 15 w 150"/>
                  <a:gd name="T19" fmla="*/ 47 h 81"/>
                  <a:gd name="T20" fmla="*/ 0 w 150"/>
                  <a:gd name="T21" fmla="*/ 67 h 81"/>
                  <a:gd name="T22" fmla="*/ 14 w 150"/>
                  <a:gd name="T2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0" h="81">
                    <a:moveTo>
                      <a:pt x="14" y="81"/>
                    </a:moveTo>
                    <a:cubicBezTo>
                      <a:pt x="28" y="81"/>
                      <a:pt x="78" y="81"/>
                      <a:pt x="129" y="81"/>
                    </a:cubicBezTo>
                    <a:cubicBezTo>
                      <a:pt x="138" y="81"/>
                      <a:pt x="150" y="73"/>
                      <a:pt x="150" y="63"/>
                    </a:cubicBezTo>
                    <a:cubicBezTo>
                      <a:pt x="150" y="41"/>
                      <a:pt x="129" y="38"/>
                      <a:pt x="129" y="38"/>
                    </a:cubicBezTo>
                    <a:cubicBezTo>
                      <a:pt x="129" y="38"/>
                      <a:pt x="131" y="27"/>
                      <a:pt x="119" y="21"/>
                    </a:cubicBezTo>
                    <a:cubicBezTo>
                      <a:pt x="107" y="15"/>
                      <a:pt x="94" y="19"/>
                      <a:pt x="94" y="19"/>
                    </a:cubicBezTo>
                    <a:cubicBezTo>
                      <a:pt x="94" y="19"/>
                      <a:pt x="91" y="0"/>
                      <a:pt x="69" y="0"/>
                    </a:cubicBezTo>
                    <a:cubicBezTo>
                      <a:pt x="45" y="0"/>
                      <a:pt x="44" y="20"/>
                      <a:pt x="44" y="20"/>
                    </a:cubicBezTo>
                    <a:cubicBezTo>
                      <a:pt x="44" y="20"/>
                      <a:pt x="33" y="15"/>
                      <a:pt x="21" y="26"/>
                    </a:cubicBezTo>
                    <a:cubicBezTo>
                      <a:pt x="10" y="38"/>
                      <a:pt x="15" y="47"/>
                      <a:pt x="15" y="47"/>
                    </a:cubicBezTo>
                    <a:cubicBezTo>
                      <a:pt x="15" y="47"/>
                      <a:pt x="0" y="52"/>
                      <a:pt x="0" y="67"/>
                    </a:cubicBezTo>
                    <a:cubicBezTo>
                      <a:pt x="0" y="73"/>
                      <a:pt x="5" y="81"/>
                      <a:pt x="14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7" name="Freeform 14">
                <a:extLst>
                  <a:ext uri="{FF2B5EF4-FFF2-40B4-BE49-F238E27FC236}">
                    <a16:creationId xmlns:a16="http://schemas.microsoft.com/office/drawing/2014/main" id="{C75C28F0-044C-E532-3891-04616993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341" y="1860736"/>
                <a:ext cx="280010" cy="303739"/>
              </a:xfrm>
              <a:custGeom>
                <a:avLst/>
                <a:gdLst>
                  <a:gd name="T0" fmla="*/ 54 w 75"/>
                  <a:gd name="T1" fmla="*/ 38 h 81"/>
                  <a:gd name="T2" fmla="*/ 44 w 75"/>
                  <a:gd name="T3" fmla="*/ 21 h 81"/>
                  <a:gd name="T4" fmla="*/ 19 w 75"/>
                  <a:gd name="T5" fmla="*/ 19 h 81"/>
                  <a:gd name="T6" fmla="*/ 0 w 75"/>
                  <a:gd name="T7" fmla="*/ 0 h 81"/>
                  <a:gd name="T8" fmla="*/ 0 w 75"/>
                  <a:gd name="T9" fmla="*/ 81 h 81"/>
                  <a:gd name="T10" fmla="*/ 54 w 75"/>
                  <a:gd name="T11" fmla="*/ 81 h 81"/>
                  <a:gd name="T12" fmla="*/ 75 w 75"/>
                  <a:gd name="T13" fmla="*/ 63 h 81"/>
                  <a:gd name="T14" fmla="*/ 54 w 75"/>
                  <a:gd name="T15" fmla="*/ 3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81">
                    <a:moveTo>
                      <a:pt x="54" y="38"/>
                    </a:moveTo>
                    <a:cubicBezTo>
                      <a:pt x="54" y="38"/>
                      <a:pt x="56" y="27"/>
                      <a:pt x="44" y="21"/>
                    </a:cubicBezTo>
                    <a:cubicBezTo>
                      <a:pt x="32" y="15"/>
                      <a:pt x="19" y="19"/>
                      <a:pt x="19" y="19"/>
                    </a:cubicBezTo>
                    <a:cubicBezTo>
                      <a:pt x="19" y="19"/>
                      <a:pt x="17" y="4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7" y="81"/>
                      <a:pt x="35" y="81"/>
                      <a:pt x="54" y="81"/>
                    </a:cubicBezTo>
                    <a:cubicBezTo>
                      <a:pt x="63" y="81"/>
                      <a:pt x="75" y="73"/>
                      <a:pt x="75" y="63"/>
                    </a:cubicBezTo>
                    <a:cubicBezTo>
                      <a:pt x="75" y="41"/>
                      <a:pt x="54" y="38"/>
                      <a:pt x="54" y="38"/>
                    </a:cubicBezTo>
                    <a:close/>
                  </a:path>
                </a:pathLst>
              </a:custGeom>
              <a:solidFill>
                <a:srgbClr val="C8F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47" name="Oval 166">
              <a:extLst>
                <a:ext uri="{FF2B5EF4-FFF2-40B4-BE49-F238E27FC236}">
                  <a16:creationId xmlns:a16="http://schemas.microsoft.com/office/drawing/2014/main" id="{A134307A-2F50-95BF-2D15-DE7985BB7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155" y="2187970"/>
              <a:ext cx="106543" cy="10060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Oval 221">
              <a:extLst>
                <a:ext uri="{FF2B5EF4-FFF2-40B4-BE49-F238E27FC236}">
                  <a16:creationId xmlns:a16="http://schemas.microsoft.com/office/drawing/2014/main" id="{D4064537-9EDC-4EFA-18F0-D160B1FBC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Oval 221">
              <a:extLst>
                <a:ext uri="{FF2B5EF4-FFF2-40B4-BE49-F238E27FC236}">
                  <a16:creationId xmlns:a16="http://schemas.microsoft.com/office/drawing/2014/main" id="{1D1F1645-7EB7-329B-C3D9-DC977ACF9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Oval 221">
              <a:extLst>
                <a:ext uri="{FF2B5EF4-FFF2-40B4-BE49-F238E27FC236}">
                  <a16:creationId xmlns:a16="http://schemas.microsoft.com/office/drawing/2014/main" id="{6C76CEF9-338A-DD61-7F4A-267E27B1F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Oval 221">
              <a:extLst>
                <a:ext uri="{FF2B5EF4-FFF2-40B4-BE49-F238E27FC236}">
                  <a16:creationId xmlns:a16="http://schemas.microsoft.com/office/drawing/2014/main" id="{3A921E08-3FD3-32B8-62BE-E7E2F1707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Oval 221">
              <a:extLst>
                <a:ext uri="{FF2B5EF4-FFF2-40B4-BE49-F238E27FC236}">
                  <a16:creationId xmlns:a16="http://schemas.microsoft.com/office/drawing/2014/main" id="{840FC0F5-F640-A927-77EC-485CAC754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Oval 221">
              <a:extLst>
                <a:ext uri="{FF2B5EF4-FFF2-40B4-BE49-F238E27FC236}">
                  <a16:creationId xmlns:a16="http://schemas.microsoft.com/office/drawing/2014/main" id="{789B7980-C198-8091-668D-259B32922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3">
              <a:extLst>
                <a:ext uri="{FF2B5EF4-FFF2-40B4-BE49-F238E27FC236}">
                  <a16:creationId xmlns:a16="http://schemas.microsoft.com/office/drawing/2014/main" id="{8A291486-66B6-538A-2BC9-23B03A4C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340" y="3032978"/>
              <a:ext cx="63279" cy="172435"/>
            </a:xfrm>
            <a:custGeom>
              <a:avLst/>
              <a:gdLst>
                <a:gd name="T0" fmla="*/ 9 w 40"/>
                <a:gd name="T1" fmla="*/ 0 h 109"/>
                <a:gd name="T2" fmla="*/ 0 w 40"/>
                <a:gd name="T3" fmla="*/ 109 h 109"/>
                <a:gd name="T4" fmla="*/ 40 w 40"/>
                <a:gd name="T5" fmla="*/ 109 h 109"/>
                <a:gd name="T6" fmla="*/ 30 w 40"/>
                <a:gd name="T7" fmla="*/ 0 h 109"/>
                <a:gd name="T8" fmla="*/ 9 w 40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09">
                  <a:moveTo>
                    <a:pt x="9" y="0"/>
                  </a:moveTo>
                  <a:lnTo>
                    <a:pt x="0" y="109"/>
                  </a:lnTo>
                  <a:lnTo>
                    <a:pt x="40" y="109"/>
                  </a:lnTo>
                  <a:lnTo>
                    <a:pt x="3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4">
              <a:extLst>
                <a:ext uri="{FF2B5EF4-FFF2-40B4-BE49-F238E27FC236}">
                  <a16:creationId xmlns:a16="http://schemas.microsoft.com/office/drawing/2014/main" id="{43A776A2-5A3F-4B0A-BF31-E94EAE165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561" y="3032978"/>
              <a:ext cx="30058" cy="172435"/>
            </a:xfrm>
            <a:custGeom>
              <a:avLst/>
              <a:gdLst>
                <a:gd name="T0" fmla="*/ 0 w 19"/>
                <a:gd name="T1" fmla="*/ 0 h 109"/>
                <a:gd name="T2" fmla="*/ 0 w 19"/>
                <a:gd name="T3" fmla="*/ 109 h 109"/>
                <a:gd name="T4" fmla="*/ 19 w 19"/>
                <a:gd name="T5" fmla="*/ 109 h 109"/>
                <a:gd name="T6" fmla="*/ 9 w 19"/>
                <a:gd name="T7" fmla="*/ 0 h 109"/>
                <a:gd name="T8" fmla="*/ 0 w 19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9">
                  <a:moveTo>
                    <a:pt x="0" y="0"/>
                  </a:moveTo>
                  <a:lnTo>
                    <a:pt x="0" y="109"/>
                  </a:lnTo>
                  <a:lnTo>
                    <a:pt x="19" y="10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5">
              <a:extLst>
                <a:ext uri="{FF2B5EF4-FFF2-40B4-BE49-F238E27FC236}">
                  <a16:creationId xmlns:a16="http://schemas.microsoft.com/office/drawing/2014/main" id="{A8417D62-9CC0-7B39-ABC9-BB3B528BF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126" y="2347984"/>
              <a:ext cx="344870" cy="741946"/>
            </a:xfrm>
            <a:custGeom>
              <a:avLst/>
              <a:gdLst>
                <a:gd name="T0" fmla="*/ 0 w 218"/>
                <a:gd name="T1" fmla="*/ 469 h 469"/>
                <a:gd name="T2" fmla="*/ 109 w 218"/>
                <a:gd name="T3" fmla="*/ 0 h 469"/>
                <a:gd name="T4" fmla="*/ 218 w 218"/>
                <a:gd name="T5" fmla="*/ 469 h 469"/>
                <a:gd name="T6" fmla="*/ 0 w 218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8" h="469">
                  <a:moveTo>
                    <a:pt x="0" y="469"/>
                  </a:moveTo>
                  <a:lnTo>
                    <a:pt x="109" y="0"/>
                  </a:lnTo>
                  <a:lnTo>
                    <a:pt x="218" y="469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6">
              <a:extLst>
                <a:ext uri="{FF2B5EF4-FFF2-40B4-BE49-F238E27FC236}">
                  <a16:creationId xmlns:a16="http://schemas.microsoft.com/office/drawing/2014/main" id="{72824872-7924-1DA7-55FA-C7E5540BF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561" y="2347984"/>
              <a:ext cx="172436" cy="741946"/>
            </a:xfrm>
            <a:custGeom>
              <a:avLst/>
              <a:gdLst>
                <a:gd name="T0" fmla="*/ 109 w 109"/>
                <a:gd name="T1" fmla="*/ 469 h 469"/>
                <a:gd name="T2" fmla="*/ 0 w 109"/>
                <a:gd name="T3" fmla="*/ 0 h 469"/>
                <a:gd name="T4" fmla="*/ 0 w 109"/>
                <a:gd name="T5" fmla="*/ 469 h 469"/>
                <a:gd name="T6" fmla="*/ 109 w 109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469">
                  <a:moveTo>
                    <a:pt x="109" y="469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6" name="Freeform 27">
              <a:extLst>
                <a:ext uri="{FF2B5EF4-FFF2-40B4-BE49-F238E27FC236}">
                  <a16:creationId xmlns:a16="http://schemas.microsoft.com/office/drawing/2014/main" id="{C02646E7-B94F-1526-5FFD-C8ED7F151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293" y="3032978"/>
              <a:ext cx="63279" cy="172435"/>
            </a:xfrm>
            <a:custGeom>
              <a:avLst/>
              <a:gdLst>
                <a:gd name="T0" fmla="*/ 9 w 40"/>
                <a:gd name="T1" fmla="*/ 0 h 109"/>
                <a:gd name="T2" fmla="*/ 0 w 40"/>
                <a:gd name="T3" fmla="*/ 109 h 109"/>
                <a:gd name="T4" fmla="*/ 40 w 40"/>
                <a:gd name="T5" fmla="*/ 109 h 109"/>
                <a:gd name="T6" fmla="*/ 30 w 40"/>
                <a:gd name="T7" fmla="*/ 0 h 109"/>
                <a:gd name="T8" fmla="*/ 9 w 40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09">
                  <a:moveTo>
                    <a:pt x="9" y="0"/>
                  </a:moveTo>
                  <a:lnTo>
                    <a:pt x="0" y="109"/>
                  </a:lnTo>
                  <a:lnTo>
                    <a:pt x="40" y="109"/>
                  </a:lnTo>
                  <a:lnTo>
                    <a:pt x="3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7" name="Freeform 28">
              <a:extLst>
                <a:ext uri="{FF2B5EF4-FFF2-40B4-BE49-F238E27FC236}">
                  <a16:creationId xmlns:a16="http://schemas.microsoft.com/office/drawing/2014/main" id="{C36D88BC-1450-B57A-B03D-FEC5C17A7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515" y="3032978"/>
              <a:ext cx="30058" cy="172435"/>
            </a:xfrm>
            <a:custGeom>
              <a:avLst/>
              <a:gdLst>
                <a:gd name="T0" fmla="*/ 0 w 19"/>
                <a:gd name="T1" fmla="*/ 0 h 109"/>
                <a:gd name="T2" fmla="*/ 0 w 19"/>
                <a:gd name="T3" fmla="*/ 109 h 109"/>
                <a:gd name="T4" fmla="*/ 19 w 19"/>
                <a:gd name="T5" fmla="*/ 109 h 109"/>
                <a:gd name="T6" fmla="*/ 9 w 19"/>
                <a:gd name="T7" fmla="*/ 0 h 109"/>
                <a:gd name="T8" fmla="*/ 0 w 19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9">
                  <a:moveTo>
                    <a:pt x="0" y="0"/>
                  </a:moveTo>
                  <a:lnTo>
                    <a:pt x="0" y="109"/>
                  </a:lnTo>
                  <a:lnTo>
                    <a:pt x="19" y="10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8" name="Freeform 29">
              <a:extLst>
                <a:ext uri="{FF2B5EF4-FFF2-40B4-BE49-F238E27FC236}">
                  <a16:creationId xmlns:a16="http://schemas.microsoft.com/office/drawing/2014/main" id="{3C437C5F-BFBA-E61C-DDD6-D4CE0F581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916" y="2347984"/>
              <a:ext cx="348035" cy="741946"/>
            </a:xfrm>
            <a:custGeom>
              <a:avLst/>
              <a:gdLst>
                <a:gd name="T0" fmla="*/ 0 w 220"/>
                <a:gd name="T1" fmla="*/ 469 h 469"/>
                <a:gd name="T2" fmla="*/ 111 w 220"/>
                <a:gd name="T3" fmla="*/ 0 h 469"/>
                <a:gd name="T4" fmla="*/ 220 w 220"/>
                <a:gd name="T5" fmla="*/ 469 h 469"/>
                <a:gd name="T6" fmla="*/ 0 w 220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" h="469">
                  <a:moveTo>
                    <a:pt x="0" y="469"/>
                  </a:moveTo>
                  <a:lnTo>
                    <a:pt x="111" y="0"/>
                  </a:lnTo>
                  <a:lnTo>
                    <a:pt x="220" y="469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9" name="Freeform 30">
              <a:extLst>
                <a:ext uri="{FF2B5EF4-FFF2-40B4-BE49-F238E27FC236}">
                  <a16:creationId xmlns:a16="http://schemas.microsoft.com/office/drawing/2014/main" id="{26CB7981-011F-1636-BE42-1B42040EB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515" y="2347984"/>
              <a:ext cx="172436" cy="741946"/>
            </a:xfrm>
            <a:custGeom>
              <a:avLst/>
              <a:gdLst>
                <a:gd name="T0" fmla="*/ 109 w 109"/>
                <a:gd name="T1" fmla="*/ 469 h 469"/>
                <a:gd name="T2" fmla="*/ 0 w 109"/>
                <a:gd name="T3" fmla="*/ 0 h 469"/>
                <a:gd name="T4" fmla="*/ 0 w 109"/>
                <a:gd name="T5" fmla="*/ 469 h 469"/>
                <a:gd name="T6" fmla="*/ 109 w 109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469">
                  <a:moveTo>
                    <a:pt x="109" y="469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0" name="Freeform 31">
              <a:extLst>
                <a:ext uri="{FF2B5EF4-FFF2-40B4-BE49-F238E27FC236}">
                  <a16:creationId xmlns:a16="http://schemas.microsoft.com/office/drawing/2014/main" id="{5083891E-468F-EC9D-470A-98CDF75A0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802" y="3205413"/>
              <a:ext cx="4899374" cy="281591"/>
            </a:xfrm>
            <a:custGeom>
              <a:avLst/>
              <a:gdLst>
                <a:gd name="T0" fmla="*/ 1310 w 1310"/>
                <a:gd name="T1" fmla="*/ 37 h 75"/>
                <a:gd name="T2" fmla="*/ 1267 w 1310"/>
                <a:gd name="T3" fmla="*/ 75 h 75"/>
                <a:gd name="T4" fmla="*/ 43 w 1310"/>
                <a:gd name="T5" fmla="*/ 75 h 75"/>
                <a:gd name="T6" fmla="*/ 0 w 1310"/>
                <a:gd name="T7" fmla="*/ 37 h 75"/>
                <a:gd name="T8" fmla="*/ 0 w 1310"/>
                <a:gd name="T9" fmla="*/ 37 h 75"/>
                <a:gd name="T10" fmla="*/ 43 w 1310"/>
                <a:gd name="T11" fmla="*/ 0 h 75"/>
                <a:gd name="T12" fmla="*/ 1267 w 1310"/>
                <a:gd name="T13" fmla="*/ 0 h 75"/>
                <a:gd name="T14" fmla="*/ 1310 w 1310"/>
                <a:gd name="T15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0" h="75">
                  <a:moveTo>
                    <a:pt x="1310" y="37"/>
                  </a:moveTo>
                  <a:cubicBezTo>
                    <a:pt x="1310" y="58"/>
                    <a:pt x="1291" y="75"/>
                    <a:pt x="1267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19" y="75"/>
                    <a:pt x="0" y="58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9" y="0"/>
                    <a:pt x="43" y="0"/>
                  </a:cubicBezTo>
                  <a:cubicBezTo>
                    <a:pt x="1267" y="0"/>
                    <a:pt x="1267" y="0"/>
                    <a:pt x="1267" y="0"/>
                  </a:cubicBezTo>
                  <a:cubicBezTo>
                    <a:pt x="1291" y="0"/>
                    <a:pt x="1310" y="16"/>
                    <a:pt x="1310" y="37"/>
                  </a:cubicBezTo>
                  <a:close/>
                </a:path>
              </a:pathLst>
            </a:custGeom>
            <a:solidFill>
              <a:srgbClr val="ADE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1" name="Freeform 32">
              <a:extLst>
                <a:ext uri="{FF2B5EF4-FFF2-40B4-BE49-F238E27FC236}">
                  <a16:creationId xmlns:a16="http://schemas.microsoft.com/office/drawing/2014/main" id="{7F256CDF-E2C3-2D6F-5211-F65301104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802" y="3344627"/>
              <a:ext cx="4899374" cy="142378"/>
            </a:xfrm>
            <a:custGeom>
              <a:avLst/>
              <a:gdLst>
                <a:gd name="T0" fmla="*/ 43 w 1310"/>
                <a:gd name="T1" fmla="*/ 38 h 38"/>
                <a:gd name="T2" fmla="*/ 1267 w 1310"/>
                <a:gd name="T3" fmla="*/ 38 h 38"/>
                <a:gd name="T4" fmla="*/ 1310 w 1310"/>
                <a:gd name="T5" fmla="*/ 0 h 38"/>
                <a:gd name="T6" fmla="*/ 0 w 1310"/>
                <a:gd name="T7" fmla="*/ 0 h 38"/>
                <a:gd name="T8" fmla="*/ 43 w 1310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0" h="38">
                  <a:moveTo>
                    <a:pt x="43" y="38"/>
                  </a:moveTo>
                  <a:cubicBezTo>
                    <a:pt x="1267" y="38"/>
                    <a:pt x="1267" y="38"/>
                    <a:pt x="1267" y="38"/>
                  </a:cubicBezTo>
                  <a:cubicBezTo>
                    <a:pt x="1291" y="38"/>
                    <a:pt x="1310" y="21"/>
                    <a:pt x="13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"/>
                    <a:pt x="19" y="38"/>
                    <a:pt x="43" y="38"/>
                  </a:cubicBezTo>
                  <a:close/>
                </a:path>
              </a:pathLst>
            </a:custGeom>
            <a:solidFill>
              <a:srgbClr val="73A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2" name="Rectangle 43">
              <a:extLst>
                <a:ext uri="{FF2B5EF4-FFF2-40B4-BE49-F238E27FC236}">
                  <a16:creationId xmlns:a16="http://schemas.microsoft.com/office/drawing/2014/main" id="{D4938C22-8895-B3CB-CA96-0C9BB3C70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078" y="3138971"/>
              <a:ext cx="22148" cy="66443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3" name="Rectangle 44">
              <a:extLst>
                <a:ext uri="{FF2B5EF4-FFF2-40B4-BE49-F238E27FC236}">
                  <a16:creationId xmlns:a16="http://schemas.microsoft.com/office/drawing/2014/main" id="{906826CA-17E5-5E9F-8921-6CCD586B0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078" y="3191175"/>
              <a:ext cx="22148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4" name="Rectangle 45">
              <a:extLst>
                <a:ext uri="{FF2B5EF4-FFF2-40B4-BE49-F238E27FC236}">
                  <a16:creationId xmlns:a16="http://schemas.microsoft.com/office/drawing/2014/main" id="{A7D92DFF-4785-6467-2A47-7717D62D8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193" y="3123151"/>
              <a:ext cx="18984" cy="82263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5" name="Rectangle 46">
              <a:extLst>
                <a:ext uri="{FF2B5EF4-FFF2-40B4-BE49-F238E27FC236}">
                  <a16:creationId xmlns:a16="http://schemas.microsoft.com/office/drawing/2014/main" id="{BB262942-877A-48B5-A1F4-E38120E04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193" y="3191175"/>
              <a:ext cx="18984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6" name="Rectangle 47">
              <a:extLst>
                <a:ext uri="{FF2B5EF4-FFF2-40B4-BE49-F238E27FC236}">
                  <a16:creationId xmlns:a16="http://schemas.microsoft.com/office/drawing/2014/main" id="{1E7C9086-E780-9F96-0FE3-CF5F9264E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405" y="3063036"/>
              <a:ext cx="18984" cy="142378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7" name="Rectangle 48">
              <a:extLst>
                <a:ext uri="{FF2B5EF4-FFF2-40B4-BE49-F238E27FC236}">
                  <a16:creationId xmlns:a16="http://schemas.microsoft.com/office/drawing/2014/main" id="{BD08C9F4-40B7-A76B-5FBA-994016B19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405" y="3191175"/>
              <a:ext cx="18984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8" name="Rectangle 49">
              <a:extLst>
                <a:ext uri="{FF2B5EF4-FFF2-40B4-BE49-F238E27FC236}">
                  <a16:creationId xmlns:a16="http://schemas.microsoft.com/office/drawing/2014/main" id="{720EAC11-C896-A0E2-B432-36ED46223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446" y="3063036"/>
              <a:ext cx="22148" cy="142378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9" name="Rectangle 50">
              <a:extLst>
                <a:ext uri="{FF2B5EF4-FFF2-40B4-BE49-F238E27FC236}">
                  <a16:creationId xmlns:a16="http://schemas.microsoft.com/office/drawing/2014/main" id="{A3196006-5C2E-18A3-5DBB-FE4529BFE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446" y="3191175"/>
              <a:ext cx="22148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0" name="Freeform 51">
              <a:extLst>
                <a:ext uri="{FF2B5EF4-FFF2-40B4-BE49-F238E27FC236}">
                  <a16:creationId xmlns:a16="http://schemas.microsoft.com/office/drawing/2014/main" id="{F6B9E7D7-FC28-FFB4-0025-82280BDFF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217" y="2797265"/>
              <a:ext cx="389166" cy="359109"/>
            </a:xfrm>
            <a:custGeom>
              <a:avLst/>
              <a:gdLst>
                <a:gd name="T0" fmla="*/ 0 w 104"/>
                <a:gd name="T1" fmla="*/ 52 h 96"/>
                <a:gd name="T2" fmla="*/ 6 w 104"/>
                <a:gd name="T3" fmla="*/ 42 h 96"/>
                <a:gd name="T4" fmla="*/ 3 w 104"/>
                <a:gd name="T5" fmla="*/ 31 h 96"/>
                <a:gd name="T6" fmla="*/ 20 w 104"/>
                <a:gd name="T7" fmla="*/ 14 h 96"/>
                <a:gd name="T8" fmla="*/ 25 w 104"/>
                <a:gd name="T9" fmla="*/ 15 h 96"/>
                <a:gd name="T10" fmla="*/ 46 w 104"/>
                <a:gd name="T11" fmla="*/ 0 h 96"/>
                <a:gd name="T12" fmla="*/ 58 w 104"/>
                <a:gd name="T13" fmla="*/ 4 h 96"/>
                <a:gd name="T14" fmla="*/ 73 w 104"/>
                <a:gd name="T15" fmla="*/ 0 h 96"/>
                <a:gd name="T16" fmla="*/ 104 w 104"/>
                <a:gd name="T17" fmla="*/ 31 h 96"/>
                <a:gd name="T18" fmla="*/ 81 w 104"/>
                <a:gd name="T19" fmla="*/ 61 h 96"/>
                <a:gd name="T20" fmla="*/ 81 w 104"/>
                <a:gd name="T21" fmla="*/ 62 h 96"/>
                <a:gd name="T22" fmla="*/ 94 w 104"/>
                <a:gd name="T23" fmla="*/ 78 h 96"/>
                <a:gd name="T24" fmla="*/ 78 w 104"/>
                <a:gd name="T25" fmla="*/ 94 h 96"/>
                <a:gd name="T26" fmla="*/ 66 w 104"/>
                <a:gd name="T27" fmla="*/ 90 h 96"/>
                <a:gd name="T28" fmla="*/ 55 w 104"/>
                <a:gd name="T29" fmla="*/ 96 h 96"/>
                <a:gd name="T30" fmla="*/ 42 w 104"/>
                <a:gd name="T31" fmla="*/ 85 h 96"/>
                <a:gd name="T32" fmla="*/ 30 w 104"/>
                <a:gd name="T33" fmla="*/ 88 h 96"/>
                <a:gd name="T34" fmla="*/ 9 w 104"/>
                <a:gd name="T35" fmla="*/ 67 h 96"/>
                <a:gd name="T36" fmla="*/ 10 w 104"/>
                <a:gd name="T37" fmla="*/ 63 h 96"/>
                <a:gd name="T38" fmla="*/ 0 w 104"/>
                <a:gd name="T39" fmla="*/ 5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4" h="96">
                  <a:moveTo>
                    <a:pt x="0" y="52"/>
                  </a:moveTo>
                  <a:cubicBezTo>
                    <a:pt x="0" y="48"/>
                    <a:pt x="3" y="44"/>
                    <a:pt x="6" y="42"/>
                  </a:cubicBezTo>
                  <a:cubicBezTo>
                    <a:pt x="4" y="39"/>
                    <a:pt x="3" y="35"/>
                    <a:pt x="3" y="31"/>
                  </a:cubicBezTo>
                  <a:cubicBezTo>
                    <a:pt x="3" y="22"/>
                    <a:pt x="10" y="14"/>
                    <a:pt x="20" y="14"/>
                  </a:cubicBezTo>
                  <a:cubicBezTo>
                    <a:pt x="22" y="14"/>
                    <a:pt x="23" y="15"/>
                    <a:pt x="25" y="15"/>
                  </a:cubicBezTo>
                  <a:cubicBezTo>
                    <a:pt x="28" y="6"/>
                    <a:pt x="36" y="0"/>
                    <a:pt x="46" y="0"/>
                  </a:cubicBezTo>
                  <a:cubicBezTo>
                    <a:pt x="51" y="0"/>
                    <a:pt x="55" y="1"/>
                    <a:pt x="58" y="4"/>
                  </a:cubicBezTo>
                  <a:cubicBezTo>
                    <a:pt x="63" y="1"/>
                    <a:pt x="67" y="0"/>
                    <a:pt x="73" y="0"/>
                  </a:cubicBezTo>
                  <a:cubicBezTo>
                    <a:pt x="90" y="0"/>
                    <a:pt x="104" y="14"/>
                    <a:pt x="104" y="31"/>
                  </a:cubicBezTo>
                  <a:cubicBezTo>
                    <a:pt x="104" y="46"/>
                    <a:pt x="94" y="57"/>
                    <a:pt x="81" y="61"/>
                  </a:cubicBezTo>
                  <a:cubicBezTo>
                    <a:pt x="81" y="61"/>
                    <a:pt x="81" y="61"/>
                    <a:pt x="81" y="62"/>
                  </a:cubicBezTo>
                  <a:cubicBezTo>
                    <a:pt x="89" y="63"/>
                    <a:pt x="94" y="70"/>
                    <a:pt x="94" y="78"/>
                  </a:cubicBezTo>
                  <a:cubicBezTo>
                    <a:pt x="94" y="87"/>
                    <a:pt x="87" y="94"/>
                    <a:pt x="78" y="94"/>
                  </a:cubicBezTo>
                  <a:cubicBezTo>
                    <a:pt x="73" y="94"/>
                    <a:pt x="69" y="92"/>
                    <a:pt x="66" y="90"/>
                  </a:cubicBezTo>
                  <a:cubicBezTo>
                    <a:pt x="64" y="94"/>
                    <a:pt x="60" y="96"/>
                    <a:pt x="55" y="96"/>
                  </a:cubicBezTo>
                  <a:cubicBezTo>
                    <a:pt x="48" y="96"/>
                    <a:pt x="43" y="91"/>
                    <a:pt x="42" y="85"/>
                  </a:cubicBezTo>
                  <a:cubicBezTo>
                    <a:pt x="39" y="87"/>
                    <a:pt x="35" y="88"/>
                    <a:pt x="30" y="88"/>
                  </a:cubicBezTo>
                  <a:cubicBezTo>
                    <a:pt x="19" y="88"/>
                    <a:pt x="9" y="79"/>
                    <a:pt x="9" y="67"/>
                  </a:cubicBezTo>
                  <a:cubicBezTo>
                    <a:pt x="9" y="66"/>
                    <a:pt x="10" y="65"/>
                    <a:pt x="10" y="63"/>
                  </a:cubicBezTo>
                  <a:cubicBezTo>
                    <a:pt x="4" y="62"/>
                    <a:pt x="0" y="58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1" name="Freeform 52">
              <a:extLst>
                <a:ext uri="{FF2B5EF4-FFF2-40B4-BE49-F238E27FC236}">
                  <a16:creationId xmlns:a16="http://schemas.microsoft.com/office/drawing/2014/main" id="{4504B267-0CF7-AEBC-1234-2126C1E0D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488" y="2906420"/>
              <a:ext cx="123394" cy="96501"/>
            </a:xfrm>
            <a:custGeom>
              <a:avLst/>
              <a:gdLst>
                <a:gd name="T0" fmla="*/ 0 w 33"/>
                <a:gd name="T1" fmla="*/ 3 h 26"/>
                <a:gd name="T2" fmla="*/ 15 w 33"/>
                <a:gd name="T3" fmla="*/ 22 h 26"/>
                <a:gd name="T4" fmla="*/ 33 w 33"/>
                <a:gd name="T5" fmla="*/ 23 h 26"/>
                <a:gd name="T6" fmla="*/ 18 w 33"/>
                <a:gd name="T7" fmla="*/ 5 h 26"/>
                <a:gd name="T8" fmla="*/ 0 w 33"/>
                <a:gd name="T9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0" y="3"/>
                  </a:moveTo>
                  <a:cubicBezTo>
                    <a:pt x="3" y="11"/>
                    <a:pt x="9" y="18"/>
                    <a:pt x="15" y="22"/>
                  </a:cubicBezTo>
                  <a:cubicBezTo>
                    <a:pt x="22" y="26"/>
                    <a:pt x="29" y="26"/>
                    <a:pt x="33" y="23"/>
                  </a:cubicBezTo>
                  <a:cubicBezTo>
                    <a:pt x="30" y="16"/>
                    <a:pt x="25" y="9"/>
                    <a:pt x="18" y="5"/>
                  </a:cubicBezTo>
                  <a:cubicBezTo>
                    <a:pt x="11" y="1"/>
                    <a:pt x="5" y="0"/>
                    <a:pt x="0" y="3"/>
                  </a:cubicBezTo>
                  <a:close/>
                </a:path>
              </a:pathLst>
            </a:cu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2" name="Freeform 53">
              <a:extLst>
                <a:ext uri="{FF2B5EF4-FFF2-40B4-BE49-F238E27FC236}">
                  <a16:creationId xmlns:a16="http://schemas.microsoft.com/office/drawing/2014/main" id="{D9146BCD-A8F0-8051-C620-8FCADEE7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488" y="2917495"/>
              <a:ext cx="123394" cy="85427"/>
            </a:xfrm>
            <a:custGeom>
              <a:avLst/>
              <a:gdLst>
                <a:gd name="T0" fmla="*/ 15 w 33"/>
                <a:gd name="T1" fmla="*/ 19 h 23"/>
                <a:gd name="T2" fmla="*/ 0 w 33"/>
                <a:gd name="T3" fmla="*/ 0 h 23"/>
                <a:gd name="T4" fmla="*/ 33 w 33"/>
                <a:gd name="T5" fmla="*/ 20 h 23"/>
                <a:gd name="T6" fmla="*/ 15 w 33"/>
                <a:gd name="T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3">
                  <a:moveTo>
                    <a:pt x="15" y="19"/>
                  </a:moveTo>
                  <a:cubicBezTo>
                    <a:pt x="9" y="15"/>
                    <a:pt x="3" y="8"/>
                    <a:pt x="0" y="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29" y="23"/>
                    <a:pt x="22" y="23"/>
                    <a:pt x="15" y="19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3" name="Freeform 54">
              <a:extLst>
                <a:ext uri="{FF2B5EF4-FFF2-40B4-BE49-F238E27FC236}">
                  <a16:creationId xmlns:a16="http://schemas.microsoft.com/office/drawing/2014/main" id="{E52BC8B8-4EEB-E8D3-9CF8-671AD6039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67" y="2906420"/>
              <a:ext cx="123394" cy="96501"/>
            </a:xfrm>
            <a:custGeom>
              <a:avLst/>
              <a:gdLst>
                <a:gd name="T0" fmla="*/ 33 w 33"/>
                <a:gd name="T1" fmla="*/ 3 h 26"/>
                <a:gd name="T2" fmla="*/ 18 w 33"/>
                <a:gd name="T3" fmla="*/ 22 h 26"/>
                <a:gd name="T4" fmla="*/ 0 w 33"/>
                <a:gd name="T5" fmla="*/ 23 h 26"/>
                <a:gd name="T6" fmla="*/ 16 w 33"/>
                <a:gd name="T7" fmla="*/ 5 h 26"/>
                <a:gd name="T8" fmla="*/ 33 w 33"/>
                <a:gd name="T9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33" y="3"/>
                  </a:moveTo>
                  <a:cubicBezTo>
                    <a:pt x="30" y="11"/>
                    <a:pt x="25" y="18"/>
                    <a:pt x="18" y="22"/>
                  </a:cubicBezTo>
                  <a:cubicBezTo>
                    <a:pt x="11" y="26"/>
                    <a:pt x="5" y="26"/>
                    <a:pt x="0" y="23"/>
                  </a:cubicBezTo>
                  <a:cubicBezTo>
                    <a:pt x="3" y="16"/>
                    <a:pt x="9" y="9"/>
                    <a:pt x="16" y="5"/>
                  </a:cubicBezTo>
                  <a:cubicBezTo>
                    <a:pt x="22" y="1"/>
                    <a:pt x="29" y="0"/>
                    <a:pt x="33" y="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4" name="Freeform 55">
              <a:extLst>
                <a:ext uri="{FF2B5EF4-FFF2-40B4-BE49-F238E27FC236}">
                  <a16:creationId xmlns:a16="http://schemas.microsoft.com/office/drawing/2014/main" id="{59B32A66-A288-6F04-3E5B-450A831AC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67" y="2917495"/>
              <a:ext cx="123394" cy="85427"/>
            </a:xfrm>
            <a:custGeom>
              <a:avLst/>
              <a:gdLst>
                <a:gd name="T0" fmla="*/ 18 w 33"/>
                <a:gd name="T1" fmla="*/ 19 h 23"/>
                <a:gd name="T2" fmla="*/ 33 w 33"/>
                <a:gd name="T3" fmla="*/ 0 h 23"/>
                <a:gd name="T4" fmla="*/ 0 w 33"/>
                <a:gd name="T5" fmla="*/ 20 h 23"/>
                <a:gd name="T6" fmla="*/ 18 w 33"/>
                <a:gd name="T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3">
                  <a:moveTo>
                    <a:pt x="18" y="19"/>
                  </a:moveTo>
                  <a:cubicBezTo>
                    <a:pt x="25" y="15"/>
                    <a:pt x="30" y="8"/>
                    <a:pt x="33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3"/>
                    <a:pt x="11" y="23"/>
                    <a:pt x="18" y="19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5" name="Oval 56">
              <a:extLst>
                <a:ext uri="{FF2B5EF4-FFF2-40B4-BE49-F238E27FC236}">
                  <a16:creationId xmlns:a16="http://schemas.microsoft.com/office/drawing/2014/main" id="{9C7CF8E1-8966-CE2E-2360-DB226D3C6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946" y="2865289"/>
              <a:ext cx="208820" cy="243624"/>
            </a:xfrm>
            <a:prstGeom prst="ellipse">
              <a:avLst/>
            </a:pr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6" name="Freeform 57">
              <a:extLst>
                <a:ext uri="{FF2B5EF4-FFF2-40B4-BE49-F238E27FC236}">
                  <a16:creationId xmlns:a16="http://schemas.microsoft.com/office/drawing/2014/main" id="{D88B2A97-D4B1-3BE4-A009-54AEA7564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946" y="2865289"/>
              <a:ext cx="104411" cy="243624"/>
            </a:xfrm>
            <a:custGeom>
              <a:avLst/>
              <a:gdLst>
                <a:gd name="T0" fmla="*/ 0 w 28"/>
                <a:gd name="T1" fmla="*/ 32 h 65"/>
                <a:gd name="T2" fmla="*/ 28 w 28"/>
                <a:gd name="T3" fmla="*/ 0 h 65"/>
                <a:gd name="T4" fmla="*/ 28 w 28"/>
                <a:gd name="T5" fmla="*/ 65 h 65"/>
                <a:gd name="T6" fmla="*/ 0 w 28"/>
                <a:gd name="T7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65">
                  <a:moveTo>
                    <a:pt x="0" y="32"/>
                  </a:moveTo>
                  <a:cubicBezTo>
                    <a:pt x="0" y="14"/>
                    <a:pt x="12" y="0"/>
                    <a:pt x="28" y="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12" y="65"/>
                    <a:pt x="0" y="50"/>
                    <a:pt x="0" y="3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7" name="Oval 58">
              <a:extLst>
                <a:ext uri="{FF2B5EF4-FFF2-40B4-BE49-F238E27FC236}">
                  <a16:creationId xmlns:a16="http://schemas.microsoft.com/office/drawing/2014/main" id="{838F991D-7D73-E168-C758-DE78870E6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176" y="2999757"/>
              <a:ext cx="25311" cy="25311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8" name="Oval 59">
              <a:extLst>
                <a:ext uri="{FF2B5EF4-FFF2-40B4-BE49-F238E27FC236}">
                  <a16:creationId xmlns:a16="http://schemas.microsoft.com/office/drawing/2014/main" id="{95CA67BC-734B-8588-A9F0-FF418C9EC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061" y="2999757"/>
              <a:ext cx="25311" cy="25311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9" name="Rectangle 60">
              <a:extLst>
                <a:ext uri="{FF2B5EF4-FFF2-40B4-BE49-F238E27FC236}">
                  <a16:creationId xmlns:a16="http://schemas.microsoft.com/office/drawing/2014/main" id="{21F07B26-D3BE-776E-A0F5-5E34319BC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169" y="3156372"/>
              <a:ext cx="15819" cy="49042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0" name="Rectangle 61">
              <a:extLst>
                <a:ext uri="{FF2B5EF4-FFF2-40B4-BE49-F238E27FC236}">
                  <a16:creationId xmlns:a16="http://schemas.microsoft.com/office/drawing/2014/main" id="{A016CE00-EDAD-D1C4-D608-4F34770B5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169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1" name="Rectangle 62">
              <a:extLst>
                <a:ext uri="{FF2B5EF4-FFF2-40B4-BE49-F238E27FC236}">
                  <a16:creationId xmlns:a16="http://schemas.microsoft.com/office/drawing/2014/main" id="{0A537721-8485-D119-6029-A2574B981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039" y="3150044"/>
              <a:ext cx="15819" cy="55370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2" name="Rectangle 63">
              <a:extLst>
                <a:ext uri="{FF2B5EF4-FFF2-40B4-BE49-F238E27FC236}">
                  <a16:creationId xmlns:a16="http://schemas.microsoft.com/office/drawing/2014/main" id="{046AE3BC-7C36-0764-9036-483943845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039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3" name="Rectangle 64">
              <a:extLst>
                <a:ext uri="{FF2B5EF4-FFF2-40B4-BE49-F238E27FC236}">
                  <a16:creationId xmlns:a16="http://schemas.microsoft.com/office/drawing/2014/main" id="{46B746AE-44AD-39CE-0F77-0150B3F78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310" y="3108913"/>
              <a:ext cx="14238" cy="9650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4" name="Rectangle 65">
              <a:extLst>
                <a:ext uri="{FF2B5EF4-FFF2-40B4-BE49-F238E27FC236}">
                  <a16:creationId xmlns:a16="http://schemas.microsoft.com/office/drawing/2014/main" id="{821E9148-9795-2E48-1E45-5444A5E07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310" y="3194340"/>
              <a:ext cx="14238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5" name="Rectangle 66">
              <a:extLst>
                <a:ext uri="{FF2B5EF4-FFF2-40B4-BE49-F238E27FC236}">
                  <a16:creationId xmlns:a16="http://schemas.microsoft.com/office/drawing/2014/main" id="{49922FA6-719B-F2B3-93B4-03BD722E8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507" y="3108913"/>
              <a:ext cx="15819" cy="9650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6" name="Rectangle 67">
              <a:extLst>
                <a:ext uri="{FF2B5EF4-FFF2-40B4-BE49-F238E27FC236}">
                  <a16:creationId xmlns:a16="http://schemas.microsoft.com/office/drawing/2014/main" id="{3FF67BAF-556E-7BFC-2028-D7CA5BCC0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507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7" name="Freeform 68">
              <a:extLst>
                <a:ext uri="{FF2B5EF4-FFF2-40B4-BE49-F238E27FC236}">
                  <a16:creationId xmlns:a16="http://schemas.microsoft.com/office/drawing/2014/main" id="{9B9DDEB5-DAA8-DD62-4F87-7797BBB58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817" y="2925403"/>
              <a:ext cx="265772" cy="246788"/>
            </a:xfrm>
            <a:custGeom>
              <a:avLst/>
              <a:gdLst>
                <a:gd name="T0" fmla="*/ 71 w 71"/>
                <a:gd name="T1" fmla="*/ 36 h 66"/>
                <a:gd name="T2" fmla="*/ 67 w 71"/>
                <a:gd name="T3" fmla="*/ 29 h 66"/>
                <a:gd name="T4" fmla="*/ 69 w 71"/>
                <a:gd name="T5" fmla="*/ 22 h 66"/>
                <a:gd name="T6" fmla="*/ 58 w 71"/>
                <a:gd name="T7" fmla="*/ 10 h 66"/>
                <a:gd name="T8" fmla="*/ 54 w 71"/>
                <a:gd name="T9" fmla="*/ 11 h 66"/>
                <a:gd name="T10" fmla="*/ 40 w 71"/>
                <a:gd name="T11" fmla="*/ 0 h 66"/>
                <a:gd name="T12" fmla="*/ 31 w 71"/>
                <a:gd name="T13" fmla="*/ 3 h 66"/>
                <a:gd name="T14" fmla="*/ 22 w 71"/>
                <a:gd name="T15" fmla="*/ 0 h 66"/>
                <a:gd name="T16" fmla="*/ 0 w 71"/>
                <a:gd name="T17" fmla="*/ 22 h 66"/>
                <a:gd name="T18" fmla="*/ 16 w 71"/>
                <a:gd name="T19" fmla="*/ 42 h 66"/>
                <a:gd name="T20" fmla="*/ 15 w 71"/>
                <a:gd name="T21" fmla="*/ 42 h 66"/>
                <a:gd name="T22" fmla="*/ 7 w 71"/>
                <a:gd name="T23" fmla="*/ 53 h 66"/>
                <a:gd name="T24" fmla="*/ 18 w 71"/>
                <a:gd name="T25" fmla="*/ 65 h 66"/>
                <a:gd name="T26" fmla="*/ 26 w 71"/>
                <a:gd name="T27" fmla="*/ 62 h 66"/>
                <a:gd name="T28" fmla="*/ 34 w 71"/>
                <a:gd name="T29" fmla="*/ 66 h 66"/>
                <a:gd name="T30" fmla="*/ 42 w 71"/>
                <a:gd name="T31" fmla="*/ 58 h 66"/>
                <a:gd name="T32" fmla="*/ 50 w 71"/>
                <a:gd name="T33" fmla="*/ 61 h 66"/>
                <a:gd name="T34" fmla="*/ 65 w 71"/>
                <a:gd name="T35" fmla="*/ 46 h 66"/>
                <a:gd name="T36" fmla="*/ 64 w 71"/>
                <a:gd name="T37" fmla="*/ 44 h 66"/>
                <a:gd name="T38" fmla="*/ 71 w 71"/>
                <a:gd name="T39" fmla="*/ 3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66">
                  <a:moveTo>
                    <a:pt x="71" y="36"/>
                  </a:moveTo>
                  <a:cubicBezTo>
                    <a:pt x="71" y="33"/>
                    <a:pt x="69" y="30"/>
                    <a:pt x="67" y="29"/>
                  </a:cubicBezTo>
                  <a:cubicBezTo>
                    <a:pt x="68" y="27"/>
                    <a:pt x="69" y="25"/>
                    <a:pt x="69" y="22"/>
                  </a:cubicBezTo>
                  <a:cubicBezTo>
                    <a:pt x="69" y="15"/>
                    <a:pt x="64" y="10"/>
                    <a:pt x="58" y="10"/>
                  </a:cubicBezTo>
                  <a:cubicBezTo>
                    <a:pt x="56" y="10"/>
                    <a:pt x="55" y="11"/>
                    <a:pt x="54" y="11"/>
                  </a:cubicBezTo>
                  <a:cubicBezTo>
                    <a:pt x="52" y="5"/>
                    <a:pt x="46" y="0"/>
                    <a:pt x="40" y="0"/>
                  </a:cubicBezTo>
                  <a:cubicBezTo>
                    <a:pt x="37" y="0"/>
                    <a:pt x="34" y="1"/>
                    <a:pt x="31" y="3"/>
                  </a:cubicBezTo>
                  <a:cubicBezTo>
                    <a:pt x="28" y="1"/>
                    <a:pt x="25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2"/>
                    <a:pt x="7" y="40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0" y="44"/>
                    <a:pt x="7" y="48"/>
                    <a:pt x="7" y="53"/>
                  </a:cubicBezTo>
                  <a:cubicBezTo>
                    <a:pt x="7" y="60"/>
                    <a:pt x="12" y="65"/>
                    <a:pt x="18" y="65"/>
                  </a:cubicBezTo>
                  <a:cubicBezTo>
                    <a:pt x="21" y="65"/>
                    <a:pt x="24" y="64"/>
                    <a:pt x="26" y="62"/>
                  </a:cubicBezTo>
                  <a:cubicBezTo>
                    <a:pt x="27" y="64"/>
                    <a:pt x="30" y="66"/>
                    <a:pt x="34" y="66"/>
                  </a:cubicBezTo>
                  <a:cubicBezTo>
                    <a:pt x="38" y="66"/>
                    <a:pt x="42" y="63"/>
                    <a:pt x="42" y="58"/>
                  </a:cubicBezTo>
                  <a:cubicBezTo>
                    <a:pt x="45" y="60"/>
                    <a:pt x="47" y="61"/>
                    <a:pt x="50" y="61"/>
                  </a:cubicBezTo>
                  <a:cubicBezTo>
                    <a:pt x="58" y="61"/>
                    <a:pt x="65" y="54"/>
                    <a:pt x="65" y="46"/>
                  </a:cubicBezTo>
                  <a:cubicBezTo>
                    <a:pt x="65" y="46"/>
                    <a:pt x="65" y="45"/>
                    <a:pt x="64" y="44"/>
                  </a:cubicBezTo>
                  <a:cubicBezTo>
                    <a:pt x="68" y="43"/>
                    <a:pt x="71" y="40"/>
                    <a:pt x="7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8" name="Freeform 69">
              <a:extLst>
                <a:ext uri="{FF2B5EF4-FFF2-40B4-BE49-F238E27FC236}">
                  <a16:creationId xmlns:a16="http://schemas.microsoft.com/office/drawing/2014/main" id="{E53D145D-2D29-607F-2F4E-4F1DE726E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374" y="3002921"/>
              <a:ext cx="85427" cy="64861"/>
            </a:xfrm>
            <a:custGeom>
              <a:avLst/>
              <a:gdLst>
                <a:gd name="T0" fmla="*/ 23 w 23"/>
                <a:gd name="T1" fmla="*/ 2 h 17"/>
                <a:gd name="T2" fmla="*/ 12 w 23"/>
                <a:gd name="T3" fmla="*/ 14 h 17"/>
                <a:gd name="T4" fmla="*/ 0 w 23"/>
                <a:gd name="T5" fmla="*/ 15 h 17"/>
                <a:gd name="T6" fmla="*/ 11 w 23"/>
                <a:gd name="T7" fmla="*/ 2 h 17"/>
                <a:gd name="T8" fmla="*/ 23 w 23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23" y="2"/>
                  </a:moveTo>
                  <a:cubicBezTo>
                    <a:pt x="21" y="7"/>
                    <a:pt x="17" y="12"/>
                    <a:pt x="12" y="14"/>
                  </a:cubicBezTo>
                  <a:cubicBezTo>
                    <a:pt x="8" y="17"/>
                    <a:pt x="3" y="17"/>
                    <a:pt x="0" y="15"/>
                  </a:cubicBezTo>
                  <a:cubicBezTo>
                    <a:pt x="2" y="10"/>
                    <a:pt x="6" y="5"/>
                    <a:pt x="11" y="2"/>
                  </a:cubicBezTo>
                  <a:cubicBezTo>
                    <a:pt x="15" y="0"/>
                    <a:pt x="20" y="0"/>
                    <a:pt x="23" y="2"/>
                  </a:cubicBezTo>
                  <a:close/>
                </a:path>
              </a:pathLst>
            </a:cu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9" name="Freeform 70">
              <a:extLst>
                <a:ext uri="{FF2B5EF4-FFF2-40B4-BE49-F238E27FC236}">
                  <a16:creationId xmlns:a16="http://schemas.microsoft.com/office/drawing/2014/main" id="{8D6E15E7-1C58-6637-AB92-DE3F30229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374" y="3010830"/>
              <a:ext cx="85427" cy="56951"/>
            </a:xfrm>
            <a:custGeom>
              <a:avLst/>
              <a:gdLst>
                <a:gd name="T0" fmla="*/ 12 w 23"/>
                <a:gd name="T1" fmla="*/ 12 h 15"/>
                <a:gd name="T2" fmla="*/ 23 w 23"/>
                <a:gd name="T3" fmla="*/ 0 h 15"/>
                <a:gd name="T4" fmla="*/ 0 w 23"/>
                <a:gd name="T5" fmla="*/ 13 h 15"/>
                <a:gd name="T6" fmla="*/ 12 w 23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12" y="12"/>
                  </a:moveTo>
                  <a:cubicBezTo>
                    <a:pt x="17" y="10"/>
                    <a:pt x="21" y="5"/>
                    <a:pt x="23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5"/>
                    <a:pt x="8" y="15"/>
                    <a:pt x="12" y="1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0" name="Freeform 71">
              <a:extLst>
                <a:ext uri="{FF2B5EF4-FFF2-40B4-BE49-F238E27FC236}">
                  <a16:creationId xmlns:a16="http://schemas.microsoft.com/office/drawing/2014/main" id="{4BFB7442-CE0F-1B4F-B3EF-0BCCB463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169" y="3002921"/>
              <a:ext cx="87009" cy="64861"/>
            </a:xfrm>
            <a:custGeom>
              <a:avLst/>
              <a:gdLst>
                <a:gd name="T0" fmla="*/ 0 w 23"/>
                <a:gd name="T1" fmla="*/ 2 h 17"/>
                <a:gd name="T2" fmla="*/ 11 w 23"/>
                <a:gd name="T3" fmla="*/ 14 h 17"/>
                <a:gd name="T4" fmla="*/ 23 w 23"/>
                <a:gd name="T5" fmla="*/ 15 h 17"/>
                <a:gd name="T6" fmla="*/ 12 w 23"/>
                <a:gd name="T7" fmla="*/ 2 h 17"/>
                <a:gd name="T8" fmla="*/ 0 w 23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0" y="2"/>
                  </a:moveTo>
                  <a:cubicBezTo>
                    <a:pt x="2" y="7"/>
                    <a:pt x="6" y="12"/>
                    <a:pt x="11" y="14"/>
                  </a:cubicBezTo>
                  <a:cubicBezTo>
                    <a:pt x="15" y="17"/>
                    <a:pt x="20" y="17"/>
                    <a:pt x="23" y="15"/>
                  </a:cubicBezTo>
                  <a:cubicBezTo>
                    <a:pt x="21" y="10"/>
                    <a:pt x="17" y="5"/>
                    <a:pt x="12" y="2"/>
                  </a:cubicBezTo>
                  <a:cubicBezTo>
                    <a:pt x="8" y="0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1" name="Freeform 72">
              <a:extLst>
                <a:ext uri="{FF2B5EF4-FFF2-40B4-BE49-F238E27FC236}">
                  <a16:creationId xmlns:a16="http://schemas.microsoft.com/office/drawing/2014/main" id="{08AF6FED-ADC0-96DD-18A6-DEA78825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169" y="3010830"/>
              <a:ext cx="87009" cy="56951"/>
            </a:xfrm>
            <a:custGeom>
              <a:avLst/>
              <a:gdLst>
                <a:gd name="T0" fmla="*/ 11 w 23"/>
                <a:gd name="T1" fmla="*/ 12 h 15"/>
                <a:gd name="T2" fmla="*/ 0 w 23"/>
                <a:gd name="T3" fmla="*/ 0 h 15"/>
                <a:gd name="T4" fmla="*/ 23 w 23"/>
                <a:gd name="T5" fmla="*/ 13 h 15"/>
                <a:gd name="T6" fmla="*/ 11 w 23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11" y="12"/>
                  </a:moveTo>
                  <a:cubicBezTo>
                    <a:pt x="6" y="10"/>
                    <a:pt x="2" y="5"/>
                    <a:pt x="0" y="0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0" y="15"/>
                    <a:pt x="15" y="15"/>
                    <a:pt x="11" y="12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2" name="Oval 73">
              <a:extLst>
                <a:ext uri="{FF2B5EF4-FFF2-40B4-BE49-F238E27FC236}">
                  <a16:creationId xmlns:a16="http://schemas.microsoft.com/office/drawing/2014/main" id="{8A76FFB5-E80B-03FC-FFD1-DCC11DABC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670" y="2969699"/>
              <a:ext cx="142378" cy="169272"/>
            </a:xfrm>
            <a:prstGeom prst="ellipse">
              <a:avLst/>
            </a:pr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3" name="Freeform 74">
              <a:extLst>
                <a:ext uri="{FF2B5EF4-FFF2-40B4-BE49-F238E27FC236}">
                  <a16:creationId xmlns:a16="http://schemas.microsoft.com/office/drawing/2014/main" id="{D7BE2EAC-84A7-8EEB-D0AC-ADEC13A17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858" y="2969699"/>
              <a:ext cx="71190" cy="169272"/>
            </a:xfrm>
            <a:custGeom>
              <a:avLst/>
              <a:gdLst>
                <a:gd name="T0" fmla="*/ 19 w 19"/>
                <a:gd name="T1" fmla="*/ 23 h 45"/>
                <a:gd name="T2" fmla="*/ 0 w 19"/>
                <a:gd name="T3" fmla="*/ 0 h 45"/>
                <a:gd name="T4" fmla="*/ 0 w 19"/>
                <a:gd name="T5" fmla="*/ 45 h 45"/>
                <a:gd name="T6" fmla="*/ 19 w 19"/>
                <a:gd name="T7" fmla="*/ 2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5">
                  <a:moveTo>
                    <a:pt x="19" y="23"/>
                  </a:moveTo>
                  <a:cubicBezTo>
                    <a:pt x="19" y="10"/>
                    <a:pt x="10" y="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0" y="45"/>
                    <a:pt x="19" y="35"/>
                    <a:pt x="19" y="2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4" name="Oval 75">
              <a:extLst>
                <a:ext uri="{FF2B5EF4-FFF2-40B4-BE49-F238E27FC236}">
                  <a16:creationId xmlns:a16="http://schemas.microsoft.com/office/drawing/2014/main" id="{E116CA1B-94E8-622E-F6DE-3BB45381B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800" y="3063036"/>
              <a:ext cx="14238" cy="1898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5" name="Oval 76">
              <a:extLst>
                <a:ext uri="{FF2B5EF4-FFF2-40B4-BE49-F238E27FC236}">
                  <a16:creationId xmlns:a16="http://schemas.microsoft.com/office/drawing/2014/main" id="{CAFEB199-C8F9-8C01-DD64-7904A91D0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3932" y="3063036"/>
              <a:ext cx="14238" cy="1898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6" name="Oval 165">
              <a:extLst>
                <a:ext uri="{FF2B5EF4-FFF2-40B4-BE49-F238E27FC236}">
                  <a16:creationId xmlns:a16="http://schemas.microsoft.com/office/drawing/2014/main" id="{E2AE1FA3-2353-98E3-E8DC-530042B32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1248" y="1961982"/>
              <a:ext cx="230968" cy="2325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7" name="Oval 166">
              <a:extLst>
                <a:ext uri="{FF2B5EF4-FFF2-40B4-BE49-F238E27FC236}">
                  <a16:creationId xmlns:a16="http://schemas.microsoft.com/office/drawing/2014/main" id="{DD07F2A8-B038-935D-7723-6234538F8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110" y="2235664"/>
              <a:ext cx="131305" cy="13130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8" name="Freeform 201">
              <a:extLst>
                <a:ext uri="{FF2B5EF4-FFF2-40B4-BE49-F238E27FC236}">
                  <a16:creationId xmlns:a16="http://schemas.microsoft.com/office/drawing/2014/main" id="{56A21BB0-EAB4-BB82-DFD4-0D14B831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322" y="2670706"/>
              <a:ext cx="164526" cy="534707"/>
            </a:xfrm>
            <a:custGeom>
              <a:avLst/>
              <a:gdLst>
                <a:gd name="T0" fmla="*/ 0 w 104"/>
                <a:gd name="T1" fmla="*/ 338 h 338"/>
                <a:gd name="T2" fmla="*/ 104 w 104"/>
                <a:gd name="T3" fmla="*/ 338 h 338"/>
                <a:gd name="T4" fmla="*/ 99 w 104"/>
                <a:gd name="T5" fmla="*/ 0 h 338"/>
                <a:gd name="T6" fmla="*/ 2 w 104"/>
                <a:gd name="T7" fmla="*/ 0 h 338"/>
                <a:gd name="T8" fmla="*/ 0 w 104"/>
                <a:gd name="T9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38">
                  <a:moveTo>
                    <a:pt x="0" y="338"/>
                  </a:moveTo>
                  <a:lnTo>
                    <a:pt x="104" y="338"/>
                  </a:lnTo>
                  <a:lnTo>
                    <a:pt x="99" y="0"/>
                  </a:lnTo>
                  <a:lnTo>
                    <a:pt x="2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9" name="Freeform 202">
              <a:extLst>
                <a:ext uri="{FF2B5EF4-FFF2-40B4-BE49-F238E27FC236}">
                  <a16:creationId xmlns:a16="http://schemas.microsoft.com/office/drawing/2014/main" id="{AB3DDB6A-8E79-6657-A196-B96A93E78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584" y="2670706"/>
              <a:ext cx="82263" cy="534707"/>
            </a:xfrm>
            <a:custGeom>
              <a:avLst/>
              <a:gdLst>
                <a:gd name="T0" fmla="*/ 47 w 52"/>
                <a:gd name="T1" fmla="*/ 0 h 338"/>
                <a:gd name="T2" fmla="*/ 0 w 52"/>
                <a:gd name="T3" fmla="*/ 0 h 338"/>
                <a:gd name="T4" fmla="*/ 0 w 52"/>
                <a:gd name="T5" fmla="*/ 338 h 338"/>
                <a:gd name="T6" fmla="*/ 52 w 52"/>
                <a:gd name="T7" fmla="*/ 338 h 338"/>
                <a:gd name="T8" fmla="*/ 47 w 52"/>
                <a:gd name="T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38">
                  <a:moveTo>
                    <a:pt x="47" y="0"/>
                  </a:moveTo>
                  <a:lnTo>
                    <a:pt x="0" y="0"/>
                  </a:lnTo>
                  <a:lnTo>
                    <a:pt x="0" y="338"/>
                  </a:lnTo>
                  <a:lnTo>
                    <a:pt x="52" y="338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0" name="Freeform 203">
              <a:extLst>
                <a:ext uri="{FF2B5EF4-FFF2-40B4-BE49-F238E27FC236}">
                  <a16:creationId xmlns:a16="http://schemas.microsoft.com/office/drawing/2014/main" id="{18760CE2-92DB-A868-B9A3-D6C4A73AB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409" y="2670706"/>
              <a:ext cx="164526" cy="534707"/>
            </a:xfrm>
            <a:custGeom>
              <a:avLst/>
              <a:gdLst>
                <a:gd name="T0" fmla="*/ 0 w 104"/>
                <a:gd name="T1" fmla="*/ 338 h 338"/>
                <a:gd name="T2" fmla="*/ 104 w 104"/>
                <a:gd name="T3" fmla="*/ 338 h 338"/>
                <a:gd name="T4" fmla="*/ 100 w 104"/>
                <a:gd name="T5" fmla="*/ 0 h 338"/>
                <a:gd name="T6" fmla="*/ 5 w 104"/>
                <a:gd name="T7" fmla="*/ 0 h 338"/>
                <a:gd name="T8" fmla="*/ 0 w 104"/>
                <a:gd name="T9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38">
                  <a:moveTo>
                    <a:pt x="0" y="338"/>
                  </a:moveTo>
                  <a:lnTo>
                    <a:pt x="104" y="338"/>
                  </a:lnTo>
                  <a:lnTo>
                    <a:pt x="100" y="0"/>
                  </a:lnTo>
                  <a:lnTo>
                    <a:pt x="5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1" name="Freeform 204">
              <a:extLst>
                <a:ext uri="{FF2B5EF4-FFF2-40B4-BE49-F238E27FC236}">
                  <a16:creationId xmlns:a16="http://schemas.microsoft.com/office/drawing/2014/main" id="{DCD25B81-E8B4-2F81-464B-4CB174C9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672" y="2670706"/>
              <a:ext cx="82263" cy="534707"/>
            </a:xfrm>
            <a:custGeom>
              <a:avLst/>
              <a:gdLst>
                <a:gd name="T0" fmla="*/ 48 w 52"/>
                <a:gd name="T1" fmla="*/ 0 h 338"/>
                <a:gd name="T2" fmla="*/ 0 w 52"/>
                <a:gd name="T3" fmla="*/ 0 h 338"/>
                <a:gd name="T4" fmla="*/ 0 w 52"/>
                <a:gd name="T5" fmla="*/ 338 h 338"/>
                <a:gd name="T6" fmla="*/ 52 w 52"/>
                <a:gd name="T7" fmla="*/ 338 h 338"/>
                <a:gd name="T8" fmla="*/ 48 w 52"/>
                <a:gd name="T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38">
                  <a:moveTo>
                    <a:pt x="48" y="0"/>
                  </a:moveTo>
                  <a:lnTo>
                    <a:pt x="0" y="0"/>
                  </a:lnTo>
                  <a:lnTo>
                    <a:pt x="0" y="338"/>
                  </a:lnTo>
                  <a:lnTo>
                    <a:pt x="52" y="338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2" name="Rectangle 206">
              <a:extLst>
                <a:ext uri="{FF2B5EF4-FFF2-40B4-BE49-F238E27FC236}">
                  <a16:creationId xmlns:a16="http://schemas.microsoft.com/office/drawing/2014/main" id="{A140560D-A9A9-5226-7A14-FEFF1EBAE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738" y="1792710"/>
              <a:ext cx="1809778" cy="933365"/>
            </a:xfrm>
            <a:prstGeom prst="rect">
              <a:avLst/>
            </a:pr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3" name="Rectangle 207">
              <a:extLst>
                <a:ext uri="{FF2B5EF4-FFF2-40B4-BE49-F238E27FC236}">
                  <a16:creationId xmlns:a16="http://schemas.microsoft.com/office/drawing/2014/main" id="{AC34A5A5-7288-8763-F704-6C6AA646C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4" name="Rectangle 208">
              <a:extLst>
                <a:ext uri="{FF2B5EF4-FFF2-40B4-BE49-F238E27FC236}">
                  <a16:creationId xmlns:a16="http://schemas.microsoft.com/office/drawing/2014/main" id="{F43C37B7-B7CD-9829-92B9-A98D3FC4A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5" name="Rectangle 209">
              <a:extLst>
                <a:ext uri="{FF2B5EF4-FFF2-40B4-BE49-F238E27FC236}">
                  <a16:creationId xmlns:a16="http://schemas.microsoft.com/office/drawing/2014/main" id="{0CCCE675-AF7B-4A84-97E6-2C723340C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6" name="Rectangle 210">
              <a:extLst>
                <a:ext uri="{FF2B5EF4-FFF2-40B4-BE49-F238E27FC236}">
                  <a16:creationId xmlns:a16="http://schemas.microsoft.com/office/drawing/2014/main" id="{25618CAC-1F81-2E49-AD08-F70CF9EFE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7" name="Rectangle 211">
              <a:extLst>
                <a:ext uri="{FF2B5EF4-FFF2-40B4-BE49-F238E27FC236}">
                  <a16:creationId xmlns:a16="http://schemas.microsoft.com/office/drawing/2014/main" id="{4A456C2A-67E8-8018-D7C8-503E37FFF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8" name="Rectangle 212">
              <a:extLst>
                <a:ext uri="{FF2B5EF4-FFF2-40B4-BE49-F238E27FC236}">
                  <a16:creationId xmlns:a16="http://schemas.microsoft.com/office/drawing/2014/main" id="{7C0F2BBA-7F90-C5DC-2AE6-2FD79A3F5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9" name="Rectangle 213">
              <a:extLst>
                <a:ext uri="{FF2B5EF4-FFF2-40B4-BE49-F238E27FC236}">
                  <a16:creationId xmlns:a16="http://schemas.microsoft.com/office/drawing/2014/main" id="{ACD962DA-2650-2E21-6BA1-E7B4EE5AA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0" name="Rectangle 214">
              <a:extLst>
                <a:ext uri="{FF2B5EF4-FFF2-40B4-BE49-F238E27FC236}">
                  <a16:creationId xmlns:a16="http://schemas.microsoft.com/office/drawing/2014/main" id="{F2B066D1-3A7F-202C-CB08-63298FF8C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1" name="Rectangle 215">
              <a:extLst>
                <a:ext uri="{FF2B5EF4-FFF2-40B4-BE49-F238E27FC236}">
                  <a16:creationId xmlns:a16="http://schemas.microsoft.com/office/drawing/2014/main" id="{0B310F8D-047F-288E-6617-8C6BF6407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2" name="Rectangle 216">
              <a:extLst>
                <a:ext uri="{FF2B5EF4-FFF2-40B4-BE49-F238E27FC236}">
                  <a16:creationId xmlns:a16="http://schemas.microsoft.com/office/drawing/2014/main" id="{C212A68B-8535-1240-5C88-322289B95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3" name="Rectangle 217">
              <a:extLst>
                <a:ext uri="{FF2B5EF4-FFF2-40B4-BE49-F238E27FC236}">
                  <a16:creationId xmlns:a16="http://schemas.microsoft.com/office/drawing/2014/main" id="{2E0B965E-FD70-0533-2400-E54B7CECB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4" name="Rectangle 218">
              <a:extLst>
                <a:ext uri="{FF2B5EF4-FFF2-40B4-BE49-F238E27FC236}">
                  <a16:creationId xmlns:a16="http://schemas.microsoft.com/office/drawing/2014/main" id="{8A78A344-A4F4-C43C-E98F-5B2BC7316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5" name="Rectangle 219">
              <a:extLst>
                <a:ext uri="{FF2B5EF4-FFF2-40B4-BE49-F238E27FC236}">
                  <a16:creationId xmlns:a16="http://schemas.microsoft.com/office/drawing/2014/main" id="{326D5165-AAF0-3802-F7CF-F13C724A1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738" y="2684944"/>
              <a:ext cx="1809778" cy="41131"/>
            </a:xfrm>
            <a:prstGeom prst="rect">
              <a:avLst/>
            </a:prstGeom>
            <a:solidFill>
              <a:srgbClr val="448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84" name="组合 83">
              <a:extLst>
                <a:ext uri="{FF2B5EF4-FFF2-40B4-BE49-F238E27FC236}">
                  <a16:creationId xmlns:a16="http://schemas.microsoft.com/office/drawing/2014/main" id="{5B48DD98-B6F2-D795-5346-E5B0ADE6A1BE}"/>
                </a:ext>
              </a:extLst>
            </p:cNvPr>
            <p:cNvGrpSpPr/>
            <p:nvPr/>
          </p:nvGrpSpPr>
          <p:grpSpPr>
            <a:xfrm>
              <a:off x="1366342" y="2410097"/>
              <a:ext cx="87754" cy="1594635"/>
              <a:chOff x="1631827" y="5041766"/>
              <a:chExt cx="186431" cy="3387760"/>
            </a:xfrm>
          </p:grpSpPr>
          <p:grpSp>
            <p:nvGrpSpPr>
              <p:cNvPr id="1134" name="组合 1133">
                <a:extLst>
                  <a:ext uri="{FF2B5EF4-FFF2-40B4-BE49-F238E27FC236}">
                    <a16:creationId xmlns:a16="http://schemas.microsoft.com/office/drawing/2014/main" id="{E1879952-24E9-3528-6053-37FBBA56C27E}"/>
                  </a:ext>
                </a:extLst>
              </p:cNvPr>
              <p:cNvGrpSpPr/>
              <p:nvPr/>
            </p:nvGrpSpPr>
            <p:grpSpPr>
              <a:xfrm>
                <a:off x="1631827" y="5041766"/>
                <a:ext cx="182898" cy="1702403"/>
                <a:chOff x="1631827" y="5041766"/>
                <a:chExt cx="182898" cy="1702403"/>
              </a:xfrm>
            </p:grpSpPr>
            <p:sp>
              <p:nvSpPr>
                <p:cNvPr id="1141" name="Freeform 167">
                  <a:extLst>
                    <a:ext uri="{FF2B5EF4-FFF2-40B4-BE49-F238E27FC236}">
                      <a16:creationId xmlns:a16="http://schemas.microsoft.com/office/drawing/2014/main" id="{68486766-0E1C-4AE8-DB91-4B771BDA60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5041766"/>
                  <a:ext cx="182898" cy="1702403"/>
                </a:xfrm>
                <a:custGeom>
                  <a:avLst/>
                  <a:gdLst>
                    <a:gd name="T0" fmla="*/ 9 w 49"/>
                    <a:gd name="T1" fmla="*/ 0 h 483"/>
                    <a:gd name="T2" fmla="*/ 0 w 49"/>
                    <a:gd name="T3" fmla="*/ 483 h 483"/>
                    <a:gd name="T4" fmla="*/ 49 w 49"/>
                    <a:gd name="T5" fmla="*/ 483 h 483"/>
                    <a:gd name="T6" fmla="*/ 40 w 49"/>
                    <a:gd name="T7" fmla="*/ 0 h 483"/>
                    <a:gd name="T8" fmla="*/ 9 w 49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83">
                      <a:moveTo>
                        <a:pt x="9" y="0"/>
                      </a:moveTo>
                      <a:lnTo>
                        <a:pt x="0" y="483"/>
                      </a:lnTo>
                      <a:lnTo>
                        <a:pt x="49" y="483"/>
                      </a:lnTo>
                      <a:lnTo>
                        <a:pt x="40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2" name="Freeform 168">
                  <a:extLst>
                    <a:ext uri="{FF2B5EF4-FFF2-40B4-BE49-F238E27FC236}">
                      <a16:creationId xmlns:a16="http://schemas.microsoft.com/office/drawing/2014/main" id="{E26B048F-B6D5-AD50-002C-A715C6EEC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5041766"/>
                  <a:ext cx="85851" cy="1702403"/>
                </a:xfrm>
                <a:custGeom>
                  <a:avLst/>
                  <a:gdLst>
                    <a:gd name="T0" fmla="*/ 0 w 23"/>
                    <a:gd name="T1" fmla="*/ 0 h 483"/>
                    <a:gd name="T2" fmla="*/ 0 w 23"/>
                    <a:gd name="T3" fmla="*/ 483 h 483"/>
                    <a:gd name="T4" fmla="*/ 23 w 23"/>
                    <a:gd name="T5" fmla="*/ 483 h 483"/>
                    <a:gd name="T6" fmla="*/ 14 w 23"/>
                    <a:gd name="T7" fmla="*/ 0 h 483"/>
                    <a:gd name="T8" fmla="*/ 0 w 23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83">
                      <a:moveTo>
                        <a:pt x="0" y="0"/>
                      </a:moveTo>
                      <a:lnTo>
                        <a:pt x="0" y="483"/>
                      </a:lnTo>
                      <a:lnTo>
                        <a:pt x="23" y="483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3" name="Freeform 169">
                  <a:extLst>
                    <a:ext uri="{FF2B5EF4-FFF2-40B4-BE49-F238E27FC236}">
                      <a16:creationId xmlns:a16="http://schemas.microsoft.com/office/drawing/2014/main" id="{5932731A-CA10-BC8D-653D-9EDEB5D07F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6409326"/>
                  <a:ext cx="182898" cy="334843"/>
                </a:xfrm>
                <a:custGeom>
                  <a:avLst/>
                  <a:gdLst>
                    <a:gd name="T0" fmla="*/ 0 w 49"/>
                    <a:gd name="T1" fmla="*/ 95 h 95"/>
                    <a:gd name="T2" fmla="*/ 49 w 49"/>
                    <a:gd name="T3" fmla="*/ 95 h 95"/>
                    <a:gd name="T4" fmla="*/ 47 w 49"/>
                    <a:gd name="T5" fmla="*/ 0 h 95"/>
                    <a:gd name="T6" fmla="*/ 2 w 49"/>
                    <a:gd name="T7" fmla="*/ 0 h 95"/>
                    <a:gd name="T8" fmla="*/ 0 w 49"/>
                    <a:gd name="T9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95">
                      <a:moveTo>
                        <a:pt x="0" y="95"/>
                      </a:moveTo>
                      <a:lnTo>
                        <a:pt x="49" y="95"/>
                      </a:lnTo>
                      <a:lnTo>
                        <a:pt x="47" y="0"/>
                      </a:lnTo>
                      <a:lnTo>
                        <a:pt x="2" y="0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4" name="Freeform 170">
                  <a:extLst>
                    <a:ext uri="{FF2B5EF4-FFF2-40B4-BE49-F238E27FC236}">
                      <a16:creationId xmlns:a16="http://schemas.microsoft.com/office/drawing/2014/main" id="{D9AE219B-90A4-244D-21BE-E3F859648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6409326"/>
                  <a:ext cx="85851" cy="334843"/>
                </a:xfrm>
                <a:custGeom>
                  <a:avLst/>
                  <a:gdLst>
                    <a:gd name="T0" fmla="*/ 21 w 23"/>
                    <a:gd name="T1" fmla="*/ 0 h 95"/>
                    <a:gd name="T2" fmla="*/ 0 w 23"/>
                    <a:gd name="T3" fmla="*/ 0 h 95"/>
                    <a:gd name="T4" fmla="*/ 0 w 23"/>
                    <a:gd name="T5" fmla="*/ 95 h 95"/>
                    <a:gd name="T6" fmla="*/ 23 w 23"/>
                    <a:gd name="T7" fmla="*/ 95 h 95"/>
                    <a:gd name="T8" fmla="*/ 21 w 23"/>
                    <a:gd name="T9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5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95"/>
                      </a:lnTo>
                      <a:lnTo>
                        <a:pt x="23" y="95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5" name="Rectangle 171">
                  <a:extLst>
                    <a:ext uri="{FF2B5EF4-FFF2-40B4-BE49-F238E27FC236}">
                      <a16:creationId xmlns:a16="http://schemas.microsoft.com/office/drawing/2014/main" id="{55806EAB-7B48-A286-A85F-DA2CF8F276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9293" y="6285967"/>
                  <a:ext cx="167969" cy="49345"/>
                </a:xfrm>
                <a:prstGeom prst="rect">
                  <a:avLst/>
                </a:pr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35" name="组合 1134">
                <a:extLst>
                  <a:ext uri="{FF2B5EF4-FFF2-40B4-BE49-F238E27FC236}">
                    <a16:creationId xmlns:a16="http://schemas.microsoft.com/office/drawing/2014/main" id="{28C10069-81A4-81AF-F8B9-65948D358DD1}"/>
                  </a:ext>
                </a:extLst>
              </p:cNvPr>
              <p:cNvGrpSpPr/>
              <p:nvPr/>
            </p:nvGrpSpPr>
            <p:grpSpPr>
              <a:xfrm flipV="1">
                <a:off x="1635360" y="6727123"/>
                <a:ext cx="182898" cy="1702403"/>
                <a:chOff x="1631827" y="5041766"/>
                <a:chExt cx="182898" cy="1702403"/>
              </a:xfrm>
              <a:noFill/>
            </p:grpSpPr>
            <p:sp>
              <p:nvSpPr>
                <p:cNvPr id="1136" name="Freeform 167">
                  <a:extLst>
                    <a:ext uri="{FF2B5EF4-FFF2-40B4-BE49-F238E27FC236}">
                      <a16:creationId xmlns:a16="http://schemas.microsoft.com/office/drawing/2014/main" id="{2F0AE828-99D5-C8D5-1203-4E010012A5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5041766"/>
                  <a:ext cx="182898" cy="1702403"/>
                </a:xfrm>
                <a:custGeom>
                  <a:avLst/>
                  <a:gdLst>
                    <a:gd name="T0" fmla="*/ 9 w 49"/>
                    <a:gd name="T1" fmla="*/ 0 h 483"/>
                    <a:gd name="T2" fmla="*/ 0 w 49"/>
                    <a:gd name="T3" fmla="*/ 483 h 483"/>
                    <a:gd name="T4" fmla="*/ 49 w 49"/>
                    <a:gd name="T5" fmla="*/ 483 h 483"/>
                    <a:gd name="T6" fmla="*/ 40 w 49"/>
                    <a:gd name="T7" fmla="*/ 0 h 483"/>
                    <a:gd name="T8" fmla="*/ 9 w 49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83">
                      <a:moveTo>
                        <a:pt x="9" y="0"/>
                      </a:moveTo>
                      <a:lnTo>
                        <a:pt x="0" y="483"/>
                      </a:lnTo>
                      <a:lnTo>
                        <a:pt x="49" y="483"/>
                      </a:lnTo>
                      <a:lnTo>
                        <a:pt x="40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7" name="Freeform 168">
                  <a:extLst>
                    <a:ext uri="{FF2B5EF4-FFF2-40B4-BE49-F238E27FC236}">
                      <a16:creationId xmlns:a16="http://schemas.microsoft.com/office/drawing/2014/main" id="{78AE9527-CF91-2FDB-0165-5DEA64AF57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5041766"/>
                  <a:ext cx="85851" cy="1702403"/>
                </a:xfrm>
                <a:custGeom>
                  <a:avLst/>
                  <a:gdLst>
                    <a:gd name="T0" fmla="*/ 0 w 23"/>
                    <a:gd name="T1" fmla="*/ 0 h 483"/>
                    <a:gd name="T2" fmla="*/ 0 w 23"/>
                    <a:gd name="T3" fmla="*/ 483 h 483"/>
                    <a:gd name="T4" fmla="*/ 23 w 23"/>
                    <a:gd name="T5" fmla="*/ 483 h 483"/>
                    <a:gd name="T6" fmla="*/ 14 w 23"/>
                    <a:gd name="T7" fmla="*/ 0 h 483"/>
                    <a:gd name="T8" fmla="*/ 0 w 23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83">
                      <a:moveTo>
                        <a:pt x="0" y="0"/>
                      </a:moveTo>
                      <a:lnTo>
                        <a:pt x="0" y="483"/>
                      </a:lnTo>
                      <a:lnTo>
                        <a:pt x="23" y="483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8" name="Freeform 169">
                  <a:extLst>
                    <a:ext uri="{FF2B5EF4-FFF2-40B4-BE49-F238E27FC236}">
                      <a16:creationId xmlns:a16="http://schemas.microsoft.com/office/drawing/2014/main" id="{AA02BA57-4906-2FA3-5EBF-1663699B76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6409326"/>
                  <a:ext cx="182898" cy="334843"/>
                </a:xfrm>
                <a:custGeom>
                  <a:avLst/>
                  <a:gdLst>
                    <a:gd name="T0" fmla="*/ 0 w 49"/>
                    <a:gd name="T1" fmla="*/ 95 h 95"/>
                    <a:gd name="T2" fmla="*/ 49 w 49"/>
                    <a:gd name="T3" fmla="*/ 95 h 95"/>
                    <a:gd name="T4" fmla="*/ 47 w 49"/>
                    <a:gd name="T5" fmla="*/ 0 h 95"/>
                    <a:gd name="T6" fmla="*/ 2 w 49"/>
                    <a:gd name="T7" fmla="*/ 0 h 95"/>
                    <a:gd name="T8" fmla="*/ 0 w 49"/>
                    <a:gd name="T9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95">
                      <a:moveTo>
                        <a:pt x="0" y="95"/>
                      </a:moveTo>
                      <a:lnTo>
                        <a:pt x="49" y="95"/>
                      </a:lnTo>
                      <a:lnTo>
                        <a:pt x="47" y="0"/>
                      </a:lnTo>
                      <a:lnTo>
                        <a:pt x="2" y="0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9" name="Freeform 170">
                  <a:extLst>
                    <a:ext uri="{FF2B5EF4-FFF2-40B4-BE49-F238E27FC236}">
                      <a16:creationId xmlns:a16="http://schemas.microsoft.com/office/drawing/2014/main" id="{D1C3E5BD-E97C-D6DB-E04F-A5CBD83E97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6409326"/>
                  <a:ext cx="85851" cy="334843"/>
                </a:xfrm>
                <a:custGeom>
                  <a:avLst/>
                  <a:gdLst>
                    <a:gd name="T0" fmla="*/ 21 w 23"/>
                    <a:gd name="T1" fmla="*/ 0 h 95"/>
                    <a:gd name="T2" fmla="*/ 0 w 23"/>
                    <a:gd name="T3" fmla="*/ 0 h 95"/>
                    <a:gd name="T4" fmla="*/ 0 w 23"/>
                    <a:gd name="T5" fmla="*/ 95 h 95"/>
                    <a:gd name="T6" fmla="*/ 23 w 23"/>
                    <a:gd name="T7" fmla="*/ 95 h 95"/>
                    <a:gd name="T8" fmla="*/ 21 w 23"/>
                    <a:gd name="T9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5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95"/>
                      </a:lnTo>
                      <a:lnTo>
                        <a:pt x="23" y="95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0" name="Rectangle 171">
                  <a:extLst>
                    <a:ext uri="{FF2B5EF4-FFF2-40B4-BE49-F238E27FC236}">
                      <a16:creationId xmlns:a16="http://schemas.microsoft.com/office/drawing/2014/main" id="{F6BB89FC-C975-BABD-0C68-8F71FCD1F5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9293" y="6285967"/>
                  <a:ext cx="167969" cy="4934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5" name="组合 84">
              <a:extLst>
                <a:ext uri="{FF2B5EF4-FFF2-40B4-BE49-F238E27FC236}">
                  <a16:creationId xmlns:a16="http://schemas.microsoft.com/office/drawing/2014/main" id="{4AF416C4-20BA-F24B-6C9C-BF49169C3663}"/>
                </a:ext>
              </a:extLst>
            </p:cNvPr>
            <p:cNvGrpSpPr/>
            <p:nvPr/>
          </p:nvGrpSpPr>
          <p:grpSpPr>
            <a:xfrm>
              <a:off x="1012618" y="1962149"/>
              <a:ext cx="137621" cy="2490931"/>
              <a:chOff x="880349" y="4090112"/>
              <a:chExt cx="292372" cy="5291916"/>
            </a:xfrm>
          </p:grpSpPr>
          <p:grpSp>
            <p:nvGrpSpPr>
              <p:cNvPr id="1122" name="组合 1121">
                <a:extLst>
                  <a:ext uri="{FF2B5EF4-FFF2-40B4-BE49-F238E27FC236}">
                    <a16:creationId xmlns:a16="http://schemas.microsoft.com/office/drawing/2014/main" id="{9FC9D281-D8FA-1400-FCB0-19B01FBCBB46}"/>
                  </a:ext>
                </a:extLst>
              </p:cNvPr>
              <p:cNvGrpSpPr/>
              <p:nvPr/>
            </p:nvGrpSpPr>
            <p:grpSpPr>
              <a:xfrm>
                <a:off x="881579" y="4090112"/>
                <a:ext cx="291142" cy="2654059"/>
                <a:chOff x="881579" y="4090112"/>
                <a:chExt cx="291142" cy="2654059"/>
              </a:xfrm>
            </p:grpSpPr>
            <p:sp>
              <p:nvSpPr>
                <p:cNvPr id="1129" name="Freeform 184">
                  <a:extLst>
                    <a:ext uri="{FF2B5EF4-FFF2-40B4-BE49-F238E27FC236}">
                      <a16:creationId xmlns:a16="http://schemas.microsoft.com/office/drawing/2014/main" id="{7D3FA338-172E-A6B7-B32F-9A26FD8246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4090112"/>
                  <a:ext cx="291142" cy="2654057"/>
                </a:xfrm>
                <a:custGeom>
                  <a:avLst/>
                  <a:gdLst>
                    <a:gd name="T0" fmla="*/ 16 w 78"/>
                    <a:gd name="T1" fmla="*/ 0 h 753"/>
                    <a:gd name="T2" fmla="*/ 0 w 78"/>
                    <a:gd name="T3" fmla="*/ 753 h 753"/>
                    <a:gd name="T4" fmla="*/ 78 w 78"/>
                    <a:gd name="T5" fmla="*/ 753 h 753"/>
                    <a:gd name="T6" fmla="*/ 61 w 78"/>
                    <a:gd name="T7" fmla="*/ 0 h 753"/>
                    <a:gd name="T8" fmla="*/ 16 w 78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753">
                      <a:moveTo>
                        <a:pt x="16" y="0"/>
                      </a:moveTo>
                      <a:lnTo>
                        <a:pt x="0" y="753"/>
                      </a:lnTo>
                      <a:lnTo>
                        <a:pt x="78" y="753"/>
                      </a:lnTo>
                      <a:lnTo>
                        <a:pt x="6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0" name="Freeform 185">
                  <a:extLst>
                    <a:ext uri="{FF2B5EF4-FFF2-40B4-BE49-F238E27FC236}">
                      <a16:creationId xmlns:a16="http://schemas.microsoft.com/office/drawing/2014/main" id="{1DBDA6E9-1E49-5C36-EAC0-53A1FF4D0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4090112"/>
                  <a:ext cx="149304" cy="2654057"/>
                </a:xfrm>
                <a:custGeom>
                  <a:avLst/>
                  <a:gdLst>
                    <a:gd name="T0" fmla="*/ 0 w 40"/>
                    <a:gd name="T1" fmla="*/ 0 h 753"/>
                    <a:gd name="T2" fmla="*/ 0 w 40"/>
                    <a:gd name="T3" fmla="*/ 753 h 753"/>
                    <a:gd name="T4" fmla="*/ 40 w 40"/>
                    <a:gd name="T5" fmla="*/ 753 h 753"/>
                    <a:gd name="T6" fmla="*/ 23 w 40"/>
                    <a:gd name="T7" fmla="*/ 0 h 753"/>
                    <a:gd name="T8" fmla="*/ 0 w 40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753">
                      <a:moveTo>
                        <a:pt x="0" y="0"/>
                      </a:moveTo>
                      <a:lnTo>
                        <a:pt x="0" y="753"/>
                      </a:lnTo>
                      <a:lnTo>
                        <a:pt x="40" y="753"/>
                      </a:lnTo>
                      <a:lnTo>
                        <a:pt x="2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1" name="Freeform 186">
                  <a:extLst>
                    <a:ext uri="{FF2B5EF4-FFF2-40B4-BE49-F238E27FC236}">
                      <a16:creationId xmlns:a16="http://schemas.microsoft.com/office/drawing/2014/main" id="{BEC8B19B-F989-570E-8DB2-18B0615DBB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6226047"/>
                  <a:ext cx="291142" cy="518124"/>
                </a:xfrm>
                <a:custGeom>
                  <a:avLst/>
                  <a:gdLst>
                    <a:gd name="T0" fmla="*/ 0 w 78"/>
                    <a:gd name="T1" fmla="*/ 147 h 147"/>
                    <a:gd name="T2" fmla="*/ 78 w 78"/>
                    <a:gd name="T3" fmla="*/ 147 h 147"/>
                    <a:gd name="T4" fmla="*/ 73 w 78"/>
                    <a:gd name="T5" fmla="*/ 0 h 147"/>
                    <a:gd name="T6" fmla="*/ 2 w 78"/>
                    <a:gd name="T7" fmla="*/ 0 h 147"/>
                    <a:gd name="T8" fmla="*/ 0 w 78"/>
                    <a:gd name="T9" fmla="*/ 14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47">
                      <a:moveTo>
                        <a:pt x="0" y="147"/>
                      </a:moveTo>
                      <a:lnTo>
                        <a:pt x="78" y="147"/>
                      </a:lnTo>
                      <a:lnTo>
                        <a:pt x="73" y="0"/>
                      </a:lnTo>
                      <a:lnTo>
                        <a:pt x="2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2" name="Freeform 187">
                  <a:extLst>
                    <a:ext uri="{FF2B5EF4-FFF2-40B4-BE49-F238E27FC236}">
                      <a16:creationId xmlns:a16="http://schemas.microsoft.com/office/drawing/2014/main" id="{B7DEDAE3-1CD1-7C9B-0CA8-150E07916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6226047"/>
                  <a:ext cx="149304" cy="518124"/>
                </a:xfrm>
                <a:custGeom>
                  <a:avLst/>
                  <a:gdLst>
                    <a:gd name="T0" fmla="*/ 35 w 40"/>
                    <a:gd name="T1" fmla="*/ 0 h 147"/>
                    <a:gd name="T2" fmla="*/ 0 w 40"/>
                    <a:gd name="T3" fmla="*/ 0 h 147"/>
                    <a:gd name="T4" fmla="*/ 0 w 40"/>
                    <a:gd name="T5" fmla="*/ 147 h 147"/>
                    <a:gd name="T6" fmla="*/ 40 w 40"/>
                    <a:gd name="T7" fmla="*/ 147 h 147"/>
                    <a:gd name="T8" fmla="*/ 35 w 40"/>
                    <a:gd name="T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47">
                      <a:moveTo>
                        <a:pt x="35" y="0"/>
                      </a:moveTo>
                      <a:lnTo>
                        <a:pt x="0" y="0"/>
                      </a:lnTo>
                      <a:lnTo>
                        <a:pt x="0" y="147"/>
                      </a:lnTo>
                      <a:lnTo>
                        <a:pt x="40" y="14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3" name="Freeform 188">
                  <a:extLst>
                    <a:ext uri="{FF2B5EF4-FFF2-40B4-BE49-F238E27FC236}">
                      <a16:creationId xmlns:a16="http://schemas.microsoft.com/office/drawing/2014/main" id="{FFCF925A-9FFB-F831-7609-7C54475D0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044" y="6035715"/>
                  <a:ext cx="265014" cy="66970"/>
                </a:xfrm>
                <a:custGeom>
                  <a:avLst/>
                  <a:gdLst>
                    <a:gd name="T0" fmla="*/ 0 w 71"/>
                    <a:gd name="T1" fmla="*/ 19 h 19"/>
                    <a:gd name="T2" fmla="*/ 71 w 71"/>
                    <a:gd name="T3" fmla="*/ 19 h 19"/>
                    <a:gd name="T4" fmla="*/ 71 w 71"/>
                    <a:gd name="T5" fmla="*/ 0 h 19"/>
                    <a:gd name="T6" fmla="*/ 2 w 71"/>
                    <a:gd name="T7" fmla="*/ 0 h 19"/>
                    <a:gd name="T8" fmla="*/ 0 w 71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1" h="19">
                      <a:moveTo>
                        <a:pt x="0" y="19"/>
                      </a:moveTo>
                      <a:lnTo>
                        <a:pt x="71" y="19"/>
                      </a:lnTo>
                      <a:lnTo>
                        <a:pt x="71" y="0"/>
                      </a:lnTo>
                      <a:lnTo>
                        <a:pt x="2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23" name="组合 1122">
                <a:extLst>
                  <a:ext uri="{FF2B5EF4-FFF2-40B4-BE49-F238E27FC236}">
                    <a16:creationId xmlns:a16="http://schemas.microsoft.com/office/drawing/2014/main" id="{3B137F5F-6BFA-A5DF-EF62-F6560A51CAF6}"/>
                  </a:ext>
                </a:extLst>
              </p:cNvPr>
              <p:cNvGrpSpPr/>
              <p:nvPr/>
            </p:nvGrpSpPr>
            <p:grpSpPr>
              <a:xfrm flipV="1">
                <a:off x="880349" y="6727969"/>
                <a:ext cx="291142" cy="2654059"/>
                <a:chOff x="881579" y="4090112"/>
                <a:chExt cx="291142" cy="2654059"/>
              </a:xfrm>
              <a:noFill/>
            </p:grpSpPr>
            <p:sp>
              <p:nvSpPr>
                <p:cNvPr id="1124" name="Freeform 184">
                  <a:extLst>
                    <a:ext uri="{FF2B5EF4-FFF2-40B4-BE49-F238E27FC236}">
                      <a16:creationId xmlns:a16="http://schemas.microsoft.com/office/drawing/2014/main" id="{0DDEE064-0420-3CBF-2875-B48AD4436C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4090112"/>
                  <a:ext cx="291142" cy="2654057"/>
                </a:xfrm>
                <a:custGeom>
                  <a:avLst/>
                  <a:gdLst>
                    <a:gd name="T0" fmla="*/ 16 w 78"/>
                    <a:gd name="T1" fmla="*/ 0 h 753"/>
                    <a:gd name="T2" fmla="*/ 0 w 78"/>
                    <a:gd name="T3" fmla="*/ 753 h 753"/>
                    <a:gd name="T4" fmla="*/ 78 w 78"/>
                    <a:gd name="T5" fmla="*/ 753 h 753"/>
                    <a:gd name="T6" fmla="*/ 61 w 78"/>
                    <a:gd name="T7" fmla="*/ 0 h 753"/>
                    <a:gd name="T8" fmla="*/ 16 w 78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753">
                      <a:moveTo>
                        <a:pt x="16" y="0"/>
                      </a:moveTo>
                      <a:lnTo>
                        <a:pt x="0" y="753"/>
                      </a:lnTo>
                      <a:lnTo>
                        <a:pt x="78" y="753"/>
                      </a:lnTo>
                      <a:lnTo>
                        <a:pt x="6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5" name="Freeform 185">
                  <a:extLst>
                    <a:ext uri="{FF2B5EF4-FFF2-40B4-BE49-F238E27FC236}">
                      <a16:creationId xmlns:a16="http://schemas.microsoft.com/office/drawing/2014/main" id="{3F4B3021-5E42-DA5C-679E-F48BFDD49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4090112"/>
                  <a:ext cx="149304" cy="2654057"/>
                </a:xfrm>
                <a:custGeom>
                  <a:avLst/>
                  <a:gdLst>
                    <a:gd name="T0" fmla="*/ 0 w 40"/>
                    <a:gd name="T1" fmla="*/ 0 h 753"/>
                    <a:gd name="T2" fmla="*/ 0 w 40"/>
                    <a:gd name="T3" fmla="*/ 753 h 753"/>
                    <a:gd name="T4" fmla="*/ 40 w 40"/>
                    <a:gd name="T5" fmla="*/ 753 h 753"/>
                    <a:gd name="T6" fmla="*/ 23 w 40"/>
                    <a:gd name="T7" fmla="*/ 0 h 753"/>
                    <a:gd name="T8" fmla="*/ 0 w 40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753">
                      <a:moveTo>
                        <a:pt x="0" y="0"/>
                      </a:moveTo>
                      <a:lnTo>
                        <a:pt x="0" y="753"/>
                      </a:lnTo>
                      <a:lnTo>
                        <a:pt x="40" y="753"/>
                      </a:lnTo>
                      <a:lnTo>
                        <a:pt x="2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6" name="Freeform 186">
                  <a:extLst>
                    <a:ext uri="{FF2B5EF4-FFF2-40B4-BE49-F238E27FC236}">
                      <a16:creationId xmlns:a16="http://schemas.microsoft.com/office/drawing/2014/main" id="{BFC54228-B610-8B3B-3C8C-874F4F9AD2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6226047"/>
                  <a:ext cx="291142" cy="518124"/>
                </a:xfrm>
                <a:custGeom>
                  <a:avLst/>
                  <a:gdLst>
                    <a:gd name="T0" fmla="*/ 0 w 78"/>
                    <a:gd name="T1" fmla="*/ 147 h 147"/>
                    <a:gd name="T2" fmla="*/ 78 w 78"/>
                    <a:gd name="T3" fmla="*/ 147 h 147"/>
                    <a:gd name="T4" fmla="*/ 73 w 78"/>
                    <a:gd name="T5" fmla="*/ 0 h 147"/>
                    <a:gd name="T6" fmla="*/ 2 w 78"/>
                    <a:gd name="T7" fmla="*/ 0 h 147"/>
                    <a:gd name="T8" fmla="*/ 0 w 78"/>
                    <a:gd name="T9" fmla="*/ 14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47">
                      <a:moveTo>
                        <a:pt x="0" y="147"/>
                      </a:moveTo>
                      <a:lnTo>
                        <a:pt x="78" y="147"/>
                      </a:lnTo>
                      <a:lnTo>
                        <a:pt x="73" y="0"/>
                      </a:lnTo>
                      <a:lnTo>
                        <a:pt x="2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7" name="Freeform 187">
                  <a:extLst>
                    <a:ext uri="{FF2B5EF4-FFF2-40B4-BE49-F238E27FC236}">
                      <a16:creationId xmlns:a16="http://schemas.microsoft.com/office/drawing/2014/main" id="{3585336A-A4B6-BCF4-F8F7-0F79C33BC5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6226047"/>
                  <a:ext cx="149304" cy="518124"/>
                </a:xfrm>
                <a:custGeom>
                  <a:avLst/>
                  <a:gdLst>
                    <a:gd name="T0" fmla="*/ 35 w 40"/>
                    <a:gd name="T1" fmla="*/ 0 h 147"/>
                    <a:gd name="T2" fmla="*/ 0 w 40"/>
                    <a:gd name="T3" fmla="*/ 0 h 147"/>
                    <a:gd name="T4" fmla="*/ 0 w 40"/>
                    <a:gd name="T5" fmla="*/ 147 h 147"/>
                    <a:gd name="T6" fmla="*/ 40 w 40"/>
                    <a:gd name="T7" fmla="*/ 147 h 147"/>
                    <a:gd name="T8" fmla="*/ 35 w 40"/>
                    <a:gd name="T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47">
                      <a:moveTo>
                        <a:pt x="35" y="0"/>
                      </a:moveTo>
                      <a:lnTo>
                        <a:pt x="0" y="0"/>
                      </a:lnTo>
                      <a:lnTo>
                        <a:pt x="0" y="147"/>
                      </a:lnTo>
                      <a:lnTo>
                        <a:pt x="40" y="14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8" name="Freeform 188">
                  <a:extLst>
                    <a:ext uri="{FF2B5EF4-FFF2-40B4-BE49-F238E27FC236}">
                      <a16:creationId xmlns:a16="http://schemas.microsoft.com/office/drawing/2014/main" id="{144BC68E-36D8-0401-FBB0-C83239CC5D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044" y="6035715"/>
                  <a:ext cx="265014" cy="66970"/>
                </a:xfrm>
                <a:custGeom>
                  <a:avLst/>
                  <a:gdLst>
                    <a:gd name="T0" fmla="*/ 0 w 71"/>
                    <a:gd name="T1" fmla="*/ 19 h 19"/>
                    <a:gd name="T2" fmla="*/ 71 w 71"/>
                    <a:gd name="T3" fmla="*/ 19 h 19"/>
                    <a:gd name="T4" fmla="*/ 71 w 71"/>
                    <a:gd name="T5" fmla="*/ 0 h 19"/>
                    <a:gd name="T6" fmla="*/ 2 w 71"/>
                    <a:gd name="T7" fmla="*/ 0 h 19"/>
                    <a:gd name="T8" fmla="*/ 0 w 71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1" h="19">
                      <a:moveTo>
                        <a:pt x="0" y="19"/>
                      </a:moveTo>
                      <a:lnTo>
                        <a:pt x="71" y="19"/>
                      </a:lnTo>
                      <a:lnTo>
                        <a:pt x="71" y="0"/>
                      </a:lnTo>
                      <a:lnTo>
                        <a:pt x="2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6" name="组合 85">
              <a:extLst>
                <a:ext uri="{FF2B5EF4-FFF2-40B4-BE49-F238E27FC236}">
                  <a16:creationId xmlns:a16="http://schemas.microsoft.com/office/drawing/2014/main" id="{D9AAA43B-3B91-902F-3C96-87D9194DB9CA}"/>
                </a:ext>
              </a:extLst>
            </p:cNvPr>
            <p:cNvGrpSpPr/>
            <p:nvPr/>
          </p:nvGrpSpPr>
          <p:grpSpPr>
            <a:xfrm>
              <a:off x="2056235" y="1307045"/>
              <a:ext cx="680249" cy="367018"/>
              <a:chOff x="2056235" y="1307045"/>
              <a:chExt cx="680249" cy="367018"/>
            </a:xfrm>
          </p:grpSpPr>
          <p:sp>
            <p:nvSpPr>
              <p:cNvPr id="1120" name="Freeform 11">
                <a:extLst>
                  <a:ext uri="{FF2B5EF4-FFF2-40B4-BE49-F238E27FC236}">
                    <a16:creationId xmlns:a16="http://schemas.microsoft.com/office/drawing/2014/main" id="{A157EF41-37BB-805A-38C6-A1709E31E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235" y="1307045"/>
                <a:ext cx="680249" cy="367018"/>
              </a:xfrm>
              <a:custGeom>
                <a:avLst/>
                <a:gdLst>
                  <a:gd name="T0" fmla="*/ 16 w 182"/>
                  <a:gd name="T1" fmla="*/ 98 h 98"/>
                  <a:gd name="T2" fmla="*/ 156 w 182"/>
                  <a:gd name="T3" fmla="*/ 98 h 98"/>
                  <a:gd name="T4" fmla="*/ 182 w 182"/>
                  <a:gd name="T5" fmla="*/ 77 h 98"/>
                  <a:gd name="T6" fmla="*/ 157 w 182"/>
                  <a:gd name="T7" fmla="*/ 47 h 98"/>
                  <a:gd name="T8" fmla="*/ 144 w 182"/>
                  <a:gd name="T9" fmla="*/ 26 h 98"/>
                  <a:gd name="T10" fmla="*/ 113 w 182"/>
                  <a:gd name="T11" fmla="*/ 23 h 98"/>
                  <a:gd name="T12" fmla="*/ 83 w 182"/>
                  <a:gd name="T13" fmla="*/ 0 h 98"/>
                  <a:gd name="T14" fmla="*/ 53 w 182"/>
                  <a:gd name="T15" fmla="*/ 24 h 98"/>
                  <a:gd name="T16" fmla="*/ 25 w 182"/>
                  <a:gd name="T17" fmla="*/ 32 h 98"/>
                  <a:gd name="T18" fmla="*/ 18 w 182"/>
                  <a:gd name="T19" fmla="*/ 58 h 98"/>
                  <a:gd name="T20" fmla="*/ 0 w 182"/>
                  <a:gd name="T21" fmla="*/ 82 h 98"/>
                  <a:gd name="T22" fmla="*/ 16 w 182"/>
                  <a:gd name="T2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2" h="98">
                    <a:moveTo>
                      <a:pt x="16" y="98"/>
                    </a:moveTo>
                    <a:cubicBezTo>
                      <a:pt x="33" y="98"/>
                      <a:pt x="95" y="98"/>
                      <a:pt x="156" y="98"/>
                    </a:cubicBezTo>
                    <a:cubicBezTo>
                      <a:pt x="168" y="98"/>
                      <a:pt x="182" y="89"/>
                      <a:pt x="182" y="77"/>
                    </a:cubicBezTo>
                    <a:cubicBezTo>
                      <a:pt x="182" y="50"/>
                      <a:pt x="157" y="47"/>
                      <a:pt x="157" y="47"/>
                    </a:cubicBezTo>
                    <a:cubicBezTo>
                      <a:pt x="157" y="47"/>
                      <a:pt x="159" y="33"/>
                      <a:pt x="144" y="26"/>
                    </a:cubicBezTo>
                    <a:cubicBezTo>
                      <a:pt x="130" y="18"/>
                      <a:pt x="113" y="23"/>
                      <a:pt x="113" y="23"/>
                    </a:cubicBezTo>
                    <a:cubicBezTo>
                      <a:pt x="113" y="23"/>
                      <a:pt x="111" y="0"/>
                      <a:pt x="83" y="0"/>
                    </a:cubicBezTo>
                    <a:cubicBezTo>
                      <a:pt x="54" y="0"/>
                      <a:pt x="53" y="24"/>
                      <a:pt x="53" y="24"/>
                    </a:cubicBezTo>
                    <a:cubicBezTo>
                      <a:pt x="53" y="24"/>
                      <a:pt x="39" y="19"/>
                      <a:pt x="25" y="32"/>
                    </a:cubicBezTo>
                    <a:cubicBezTo>
                      <a:pt x="11" y="46"/>
                      <a:pt x="18" y="58"/>
                      <a:pt x="18" y="58"/>
                    </a:cubicBezTo>
                    <a:cubicBezTo>
                      <a:pt x="18" y="58"/>
                      <a:pt x="0" y="64"/>
                      <a:pt x="0" y="82"/>
                    </a:cubicBezTo>
                    <a:cubicBezTo>
                      <a:pt x="0" y="88"/>
                      <a:pt x="6" y="98"/>
                      <a:pt x="16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1" name="Freeform 12">
                <a:extLst>
                  <a:ext uri="{FF2B5EF4-FFF2-40B4-BE49-F238E27FC236}">
                    <a16:creationId xmlns:a16="http://schemas.microsoft.com/office/drawing/2014/main" id="{290E1CDA-2366-DEE6-DE8D-E7C88D761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359" y="1307045"/>
                <a:ext cx="340125" cy="367018"/>
              </a:xfrm>
              <a:custGeom>
                <a:avLst/>
                <a:gdLst>
                  <a:gd name="T0" fmla="*/ 66 w 91"/>
                  <a:gd name="T1" fmla="*/ 47 h 98"/>
                  <a:gd name="T2" fmla="*/ 53 w 91"/>
                  <a:gd name="T3" fmla="*/ 26 h 98"/>
                  <a:gd name="T4" fmla="*/ 22 w 91"/>
                  <a:gd name="T5" fmla="*/ 23 h 98"/>
                  <a:gd name="T6" fmla="*/ 0 w 91"/>
                  <a:gd name="T7" fmla="*/ 0 h 98"/>
                  <a:gd name="T8" fmla="*/ 0 w 91"/>
                  <a:gd name="T9" fmla="*/ 98 h 98"/>
                  <a:gd name="T10" fmla="*/ 65 w 91"/>
                  <a:gd name="T11" fmla="*/ 98 h 98"/>
                  <a:gd name="T12" fmla="*/ 91 w 91"/>
                  <a:gd name="T13" fmla="*/ 77 h 98"/>
                  <a:gd name="T14" fmla="*/ 66 w 91"/>
                  <a:gd name="T15" fmla="*/ 4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98">
                    <a:moveTo>
                      <a:pt x="66" y="47"/>
                    </a:moveTo>
                    <a:cubicBezTo>
                      <a:pt x="66" y="47"/>
                      <a:pt x="68" y="33"/>
                      <a:pt x="53" y="26"/>
                    </a:cubicBezTo>
                    <a:cubicBezTo>
                      <a:pt x="39" y="18"/>
                      <a:pt x="22" y="23"/>
                      <a:pt x="22" y="23"/>
                    </a:cubicBezTo>
                    <a:cubicBezTo>
                      <a:pt x="22" y="23"/>
                      <a:pt x="20" y="4"/>
                      <a:pt x="0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20" y="98"/>
                      <a:pt x="43" y="98"/>
                      <a:pt x="65" y="98"/>
                    </a:cubicBezTo>
                    <a:cubicBezTo>
                      <a:pt x="77" y="98"/>
                      <a:pt x="91" y="89"/>
                      <a:pt x="91" y="77"/>
                    </a:cubicBezTo>
                    <a:cubicBezTo>
                      <a:pt x="91" y="50"/>
                      <a:pt x="66" y="47"/>
                      <a:pt x="66" y="47"/>
                    </a:cubicBezTo>
                    <a:close/>
                  </a:path>
                </a:pathLst>
              </a:custGeom>
              <a:solidFill>
                <a:srgbClr val="C8F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957DDCEF-F7D4-9883-52DC-91AD054A8E39}"/>
                </a:ext>
              </a:extLst>
            </p:cNvPr>
            <p:cNvGrpSpPr/>
            <p:nvPr/>
          </p:nvGrpSpPr>
          <p:grpSpPr>
            <a:xfrm>
              <a:off x="252375" y="1153795"/>
              <a:ext cx="1610496" cy="1620602"/>
              <a:chOff x="-551889" y="2494935"/>
              <a:chExt cx="3090736" cy="3110130"/>
            </a:xfrm>
          </p:grpSpPr>
          <p:grpSp>
            <p:nvGrpSpPr>
              <p:cNvPr id="1105" name="组合 1104">
                <a:extLst>
                  <a:ext uri="{FF2B5EF4-FFF2-40B4-BE49-F238E27FC236}">
                    <a16:creationId xmlns:a16="http://schemas.microsoft.com/office/drawing/2014/main" id="{CCCE34C3-CB35-419B-0A47-9924D1A7DE54}"/>
                  </a:ext>
                </a:extLst>
              </p:cNvPr>
              <p:cNvGrpSpPr/>
              <p:nvPr/>
            </p:nvGrpSpPr>
            <p:grpSpPr>
              <a:xfrm>
                <a:off x="217179" y="2796569"/>
                <a:ext cx="2321668" cy="2488399"/>
                <a:chOff x="217179" y="2796569"/>
                <a:chExt cx="2321668" cy="2488399"/>
              </a:xfrm>
            </p:grpSpPr>
            <p:sp>
              <p:nvSpPr>
                <p:cNvPr id="1109" name="Freeform 190">
                  <a:extLst>
                    <a:ext uri="{FF2B5EF4-FFF2-40B4-BE49-F238E27FC236}">
                      <a16:creationId xmlns:a16="http://schemas.microsoft.com/office/drawing/2014/main" id="{E6959A87-8799-AB98-CA57-48F041C3D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3857487"/>
                  <a:ext cx="1515430" cy="267873"/>
                </a:xfrm>
                <a:custGeom>
                  <a:avLst/>
                  <a:gdLst>
                    <a:gd name="T0" fmla="*/ 0 w 406"/>
                    <a:gd name="T1" fmla="*/ 76 h 76"/>
                    <a:gd name="T2" fmla="*/ 406 w 406"/>
                    <a:gd name="T3" fmla="*/ 76 h 76"/>
                    <a:gd name="T4" fmla="*/ 387 w 406"/>
                    <a:gd name="T5" fmla="*/ 59 h 76"/>
                    <a:gd name="T6" fmla="*/ 82 w 406"/>
                    <a:gd name="T7" fmla="*/ 0 h 76"/>
                    <a:gd name="T8" fmla="*/ 0 w 406"/>
                    <a:gd name="T9" fmla="*/ 47 h 76"/>
                    <a:gd name="T10" fmla="*/ 0 w 406"/>
                    <a:gd name="T11" fmla="*/ 7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6" h="76">
                      <a:moveTo>
                        <a:pt x="0" y="76"/>
                      </a:moveTo>
                      <a:lnTo>
                        <a:pt x="406" y="76"/>
                      </a:lnTo>
                      <a:lnTo>
                        <a:pt x="387" y="59"/>
                      </a:lnTo>
                      <a:lnTo>
                        <a:pt x="82" y="0"/>
                      </a:lnTo>
                      <a:lnTo>
                        <a:pt x="0" y="47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0" name="Freeform 191">
                  <a:extLst>
                    <a:ext uri="{FF2B5EF4-FFF2-40B4-BE49-F238E27FC236}">
                      <a16:creationId xmlns:a16="http://schemas.microsoft.com/office/drawing/2014/main" id="{370FD6CC-9EDA-B955-F9EC-E409A907D3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815" y="3931505"/>
                  <a:ext cx="1172032" cy="193857"/>
                </a:xfrm>
                <a:custGeom>
                  <a:avLst/>
                  <a:gdLst>
                    <a:gd name="T0" fmla="*/ 0 w 314"/>
                    <a:gd name="T1" fmla="*/ 55 h 55"/>
                    <a:gd name="T2" fmla="*/ 314 w 314"/>
                    <a:gd name="T3" fmla="*/ 55 h 55"/>
                    <a:gd name="T4" fmla="*/ 295 w 314"/>
                    <a:gd name="T5" fmla="*/ 38 h 55"/>
                    <a:gd name="T6" fmla="*/ 104 w 314"/>
                    <a:gd name="T7" fmla="*/ 0 h 55"/>
                    <a:gd name="T8" fmla="*/ 0 w 31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4" h="55">
                      <a:moveTo>
                        <a:pt x="0" y="55"/>
                      </a:moveTo>
                      <a:lnTo>
                        <a:pt x="314" y="55"/>
                      </a:lnTo>
                      <a:lnTo>
                        <a:pt x="295" y="38"/>
                      </a:lnTo>
                      <a:lnTo>
                        <a:pt x="104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1" name="Freeform 192">
                  <a:extLst>
                    <a:ext uri="{FF2B5EF4-FFF2-40B4-BE49-F238E27FC236}">
                      <a16:creationId xmlns:a16="http://schemas.microsoft.com/office/drawing/2014/main" id="{91BEB91B-0B55-4C5B-EEE0-AA19FF31A5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2245" y="3956176"/>
                  <a:ext cx="996602" cy="169182"/>
                </a:xfrm>
                <a:custGeom>
                  <a:avLst/>
                  <a:gdLst>
                    <a:gd name="T0" fmla="*/ 90 w 267"/>
                    <a:gd name="T1" fmla="*/ 0 h 48"/>
                    <a:gd name="T2" fmla="*/ 0 w 267"/>
                    <a:gd name="T3" fmla="*/ 48 h 48"/>
                    <a:gd name="T4" fmla="*/ 267 w 267"/>
                    <a:gd name="T5" fmla="*/ 48 h 48"/>
                    <a:gd name="T6" fmla="*/ 248 w 267"/>
                    <a:gd name="T7" fmla="*/ 31 h 48"/>
                    <a:gd name="T8" fmla="*/ 90 w 267"/>
                    <a:gd name="T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48">
                      <a:moveTo>
                        <a:pt x="90" y="0"/>
                      </a:moveTo>
                      <a:lnTo>
                        <a:pt x="0" y="48"/>
                      </a:lnTo>
                      <a:lnTo>
                        <a:pt x="267" y="48"/>
                      </a:lnTo>
                      <a:lnTo>
                        <a:pt x="248" y="3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2" name="Freeform 193">
                  <a:extLst>
                    <a:ext uri="{FF2B5EF4-FFF2-40B4-BE49-F238E27FC236}">
                      <a16:creationId xmlns:a16="http://schemas.microsoft.com/office/drawing/2014/main" id="{6AF0EAF1-8B12-71C5-82A7-0E3C468E06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776377" cy="1293545"/>
                </a:xfrm>
                <a:custGeom>
                  <a:avLst/>
                  <a:gdLst>
                    <a:gd name="T0" fmla="*/ 208 w 208"/>
                    <a:gd name="T1" fmla="*/ 353 h 367"/>
                    <a:gd name="T2" fmla="*/ 4 w 208"/>
                    <a:gd name="T3" fmla="*/ 0 h 367"/>
                    <a:gd name="T4" fmla="*/ 0 w 208"/>
                    <a:gd name="T5" fmla="*/ 26 h 367"/>
                    <a:gd name="T6" fmla="*/ 101 w 208"/>
                    <a:gd name="T7" fmla="*/ 320 h 367"/>
                    <a:gd name="T8" fmla="*/ 182 w 208"/>
                    <a:gd name="T9" fmla="*/ 367 h 367"/>
                    <a:gd name="T10" fmla="*/ 208 w 208"/>
                    <a:gd name="T11" fmla="*/ 353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8" h="367">
                      <a:moveTo>
                        <a:pt x="208" y="353"/>
                      </a:move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101" y="320"/>
                      </a:lnTo>
                      <a:lnTo>
                        <a:pt x="182" y="367"/>
                      </a:lnTo>
                      <a:lnTo>
                        <a:pt x="208" y="353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3" name="Freeform 194">
                  <a:extLst>
                    <a:ext uri="{FF2B5EF4-FFF2-40B4-BE49-F238E27FC236}">
                      <a16:creationId xmlns:a16="http://schemas.microsoft.com/office/drawing/2014/main" id="{85320CC6-06D5-D483-E5F2-FF7AA9C70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608412" cy="969279"/>
                </a:xfrm>
                <a:custGeom>
                  <a:avLst/>
                  <a:gdLst>
                    <a:gd name="T0" fmla="*/ 163 w 163"/>
                    <a:gd name="T1" fmla="*/ 275 h 275"/>
                    <a:gd name="T2" fmla="*/ 4 w 163"/>
                    <a:gd name="T3" fmla="*/ 0 h 275"/>
                    <a:gd name="T4" fmla="*/ 0 w 163"/>
                    <a:gd name="T5" fmla="*/ 26 h 275"/>
                    <a:gd name="T6" fmla="*/ 64 w 163"/>
                    <a:gd name="T7" fmla="*/ 211 h 275"/>
                    <a:gd name="T8" fmla="*/ 163 w 163"/>
                    <a:gd name="T9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3" h="275">
                      <a:moveTo>
                        <a:pt x="163" y="275"/>
                      </a:move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64" y="211"/>
                      </a:lnTo>
                      <a:lnTo>
                        <a:pt x="163" y="27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4" name="Freeform 195">
                  <a:extLst>
                    <a:ext uri="{FF2B5EF4-FFF2-40B4-BE49-F238E27FC236}">
                      <a16:creationId xmlns:a16="http://schemas.microsoft.com/office/drawing/2014/main" id="{4DB82D65-A8BE-91EB-54AF-EF3377F3C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511365" cy="817718"/>
                </a:xfrm>
                <a:custGeom>
                  <a:avLst/>
                  <a:gdLst>
                    <a:gd name="T0" fmla="*/ 52 w 137"/>
                    <a:gd name="T1" fmla="*/ 178 h 232"/>
                    <a:gd name="T2" fmla="*/ 137 w 137"/>
                    <a:gd name="T3" fmla="*/ 232 h 232"/>
                    <a:gd name="T4" fmla="*/ 4 w 137"/>
                    <a:gd name="T5" fmla="*/ 0 h 232"/>
                    <a:gd name="T6" fmla="*/ 0 w 137"/>
                    <a:gd name="T7" fmla="*/ 26 h 232"/>
                    <a:gd name="T8" fmla="*/ 52 w 137"/>
                    <a:gd name="T9" fmla="*/ 178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232">
                      <a:moveTo>
                        <a:pt x="52" y="178"/>
                      </a:moveTo>
                      <a:lnTo>
                        <a:pt x="137" y="232"/>
                      </a:ln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52" y="1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5" name="Freeform 196">
                  <a:extLst>
                    <a:ext uri="{FF2B5EF4-FFF2-40B4-BE49-F238E27FC236}">
                      <a16:creationId xmlns:a16="http://schemas.microsoft.com/office/drawing/2014/main" id="{40D548CB-1DB9-F195-66DA-BD773864BB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040769"/>
                  <a:ext cx="847298" cy="1244199"/>
                </a:xfrm>
                <a:custGeom>
                  <a:avLst/>
                  <a:gdLst>
                    <a:gd name="T0" fmla="*/ 204 w 227"/>
                    <a:gd name="T1" fmla="*/ 0 h 353"/>
                    <a:gd name="T2" fmla="*/ 0 w 227"/>
                    <a:gd name="T3" fmla="*/ 353 h 353"/>
                    <a:gd name="T4" fmla="*/ 24 w 227"/>
                    <a:gd name="T5" fmla="*/ 343 h 353"/>
                    <a:gd name="T6" fmla="*/ 227 w 227"/>
                    <a:gd name="T7" fmla="*/ 109 h 353"/>
                    <a:gd name="T8" fmla="*/ 227 w 227"/>
                    <a:gd name="T9" fmla="*/ 14 h 353"/>
                    <a:gd name="T10" fmla="*/ 204 w 227"/>
                    <a:gd name="T11" fmla="*/ 0 h 3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7" h="353">
                      <a:moveTo>
                        <a:pt x="204" y="0"/>
                      </a:moveTo>
                      <a:lnTo>
                        <a:pt x="0" y="353"/>
                      </a:lnTo>
                      <a:lnTo>
                        <a:pt x="24" y="343"/>
                      </a:lnTo>
                      <a:lnTo>
                        <a:pt x="227" y="109"/>
                      </a:lnTo>
                      <a:lnTo>
                        <a:pt x="227" y="14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6" name="Freeform 197">
                  <a:extLst>
                    <a:ext uri="{FF2B5EF4-FFF2-40B4-BE49-F238E27FC236}">
                      <a16:creationId xmlns:a16="http://schemas.microsoft.com/office/drawing/2014/main" id="{811C4A41-627B-8E00-C324-9BE6F1D48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315689"/>
                  <a:ext cx="582284" cy="969279"/>
                </a:xfrm>
                <a:custGeom>
                  <a:avLst/>
                  <a:gdLst>
                    <a:gd name="T0" fmla="*/ 156 w 156"/>
                    <a:gd name="T1" fmla="*/ 0 h 275"/>
                    <a:gd name="T2" fmla="*/ 0 w 156"/>
                    <a:gd name="T3" fmla="*/ 275 h 275"/>
                    <a:gd name="T4" fmla="*/ 24 w 156"/>
                    <a:gd name="T5" fmla="*/ 265 h 275"/>
                    <a:gd name="T6" fmla="*/ 152 w 156"/>
                    <a:gd name="T7" fmla="*/ 119 h 275"/>
                    <a:gd name="T8" fmla="*/ 156 w 156"/>
                    <a:gd name="T9" fmla="*/ 0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6" h="275">
                      <a:moveTo>
                        <a:pt x="156" y="0"/>
                      </a:moveTo>
                      <a:lnTo>
                        <a:pt x="0" y="275"/>
                      </a:lnTo>
                      <a:lnTo>
                        <a:pt x="24" y="265"/>
                      </a:lnTo>
                      <a:lnTo>
                        <a:pt x="152" y="119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7" name="Freeform 198">
                  <a:extLst>
                    <a:ext uri="{FF2B5EF4-FFF2-40B4-BE49-F238E27FC236}">
                      <a16:creationId xmlns:a16="http://schemas.microsoft.com/office/drawing/2014/main" id="{180ACF72-D275-17DE-394B-DC22FA97B3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467250"/>
                  <a:ext cx="496435" cy="817718"/>
                </a:xfrm>
                <a:custGeom>
                  <a:avLst/>
                  <a:gdLst>
                    <a:gd name="T0" fmla="*/ 130 w 133"/>
                    <a:gd name="T1" fmla="*/ 102 h 232"/>
                    <a:gd name="T2" fmla="*/ 133 w 133"/>
                    <a:gd name="T3" fmla="*/ 0 h 232"/>
                    <a:gd name="T4" fmla="*/ 0 w 133"/>
                    <a:gd name="T5" fmla="*/ 232 h 232"/>
                    <a:gd name="T6" fmla="*/ 24 w 133"/>
                    <a:gd name="T7" fmla="*/ 222 h 232"/>
                    <a:gd name="T8" fmla="*/ 130 w 133"/>
                    <a:gd name="T9" fmla="*/ 102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" h="232">
                      <a:moveTo>
                        <a:pt x="130" y="102"/>
                      </a:moveTo>
                      <a:lnTo>
                        <a:pt x="133" y="0"/>
                      </a:lnTo>
                      <a:lnTo>
                        <a:pt x="0" y="232"/>
                      </a:lnTo>
                      <a:lnTo>
                        <a:pt x="24" y="222"/>
                      </a:lnTo>
                      <a:lnTo>
                        <a:pt x="130" y="1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8" name="Freeform 199">
                  <a:extLst>
                    <a:ext uri="{FF2B5EF4-FFF2-40B4-BE49-F238E27FC236}">
                      <a16:creationId xmlns:a16="http://schemas.microsoft.com/office/drawing/2014/main" id="{69090BCD-F530-FDB4-DF75-6A8BA950E2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4254" y="3924455"/>
                  <a:ext cx="362061" cy="292547"/>
                </a:xfrm>
                <a:custGeom>
                  <a:avLst/>
                  <a:gdLst>
                    <a:gd name="T0" fmla="*/ 24 w 97"/>
                    <a:gd name="T1" fmla="*/ 83 h 83"/>
                    <a:gd name="T2" fmla="*/ 0 w 97"/>
                    <a:gd name="T3" fmla="*/ 40 h 83"/>
                    <a:gd name="T4" fmla="*/ 24 w 97"/>
                    <a:gd name="T5" fmla="*/ 0 h 83"/>
                    <a:gd name="T6" fmla="*/ 71 w 97"/>
                    <a:gd name="T7" fmla="*/ 0 h 83"/>
                    <a:gd name="T8" fmla="*/ 97 w 97"/>
                    <a:gd name="T9" fmla="*/ 40 h 83"/>
                    <a:gd name="T10" fmla="*/ 71 w 97"/>
                    <a:gd name="T11" fmla="*/ 83 h 83"/>
                    <a:gd name="T12" fmla="*/ 24 w 97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7" h="83">
                      <a:moveTo>
                        <a:pt x="24" y="83"/>
                      </a:moveTo>
                      <a:lnTo>
                        <a:pt x="0" y="40"/>
                      </a:lnTo>
                      <a:lnTo>
                        <a:pt x="24" y="0"/>
                      </a:lnTo>
                      <a:lnTo>
                        <a:pt x="71" y="0"/>
                      </a:lnTo>
                      <a:lnTo>
                        <a:pt x="97" y="40"/>
                      </a:lnTo>
                      <a:lnTo>
                        <a:pt x="71" y="83"/>
                      </a:lnTo>
                      <a:lnTo>
                        <a:pt x="24" y="83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9" name="Freeform 200">
                  <a:extLst>
                    <a:ext uri="{FF2B5EF4-FFF2-40B4-BE49-F238E27FC236}">
                      <a16:creationId xmlns:a16="http://schemas.microsoft.com/office/drawing/2014/main" id="{FD797E37-952D-2E49-7F11-8A93203875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2914" y="3956176"/>
                  <a:ext cx="317270" cy="225577"/>
                </a:xfrm>
                <a:custGeom>
                  <a:avLst/>
                  <a:gdLst>
                    <a:gd name="T0" fmla="*/ 14 w 85"/>
                    <a:gd name="T1" fmla="*/ 64 h 64"/>
                    <a:gd name="T2" fmla="*/ 85 w 85"/>
                    <a:gd name="T3" fmla="*/ 22 h 64"/>
                    <a:gd name="T4" fmla="*/ 73 w 85"/>
                    <a:gd name="T5" fmla="*/ 0 h 64"/>
                    <a:gd name="T6" fmla="*/ 0 w 85"/>
                    <a:gd name="T7" fmla="*/ 43 h 64"/>
                    <a:gd name="T8" fmla="*/ 14 w 85"/>
                    <a:gd name="T9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5" h="64">
                      <a:moveTo>
                        <a:pt x="14" y="64"/>
                      </a:moveTo>
                      <a:lnTo>
                        <a:pt x="85" y="22"/>
                      </a:lnTo>
                      <a:lnTo>
                        <a:pt x="73" y="0"/>
                      </a:lnTo>
                      <a:lnTo>
                        <a:pt x="0" y="43"/>
                      </a:lnTo>
                      <a:lnTo>
                        <a:pt x="14" y="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106" name="矩形 1105">
                <a:extLst>
                  <a:ext uri="{FF2B5EF4-FFF2-40B4-BE49-F238E27FC236}">
                    <a16:creationId xmlns:a16="http://schemas.microsoft.com/office/drawing/2014/main" id="{4C8DB278-C01F-0E6F-4427-F66AE4E654B2}"/>
                  </a:ext>
                </a:extLst>
              </p:cNvPr>
              <p:cNvSpPr/>
              <p:nvPr/>
            </p:nvSpPr>
            <p:spPr>
              <a:xfrm>
                <a:off x="-551889" y="2898783"/>
                <a:ext cx="472004" cy="209735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07" name="矩形 1106">
                <a:extLst>
                  <a:ext uri="{FF2B5EF4-FFF2-40B4-BE49-F238E27FC236}">
                    <a16:creationId xmlns:a16="http://schemas.microsoft.com/office/drawing/2014/main" id="{CFC710BD-9841-ECFF-D99A-45EF5629000A}"/>
                  </a:ext>
                </a:extLst>
              </p:cNvPr>
              <p:cNvSpPr/>
              <p:nvPr/>
            </p:nvSpPr>
            <p:spPr>
              <a:xfrm>
                <a:off x="659658" y="5299068"/>
                <a:ext cx="472004" cy="3059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08" name="矩形 1107">
                <a:extLst>
                  <a:ext uri="{FF2B5EF4-FFF2-40B4-BE49-F238E27FC236}">
                    <a16:creationId xmlns:a16="http://schemas.microsoft.com/office/drawing/2014/main" id="{ED5CAB52-49BC-3266-6788-45EF64EDD2B8}"/>
                  </a:ext>
                </a:extLst>
              </p:cNvPr>
              <p:cNvSpPr/>
              <p:nvPr/>
            </p:nvSpPr>
            <p:spPr>
              <a:xfrm>
                <a:off x="720231" y="2494935"/>
                <a:ext cx="472004" cy="3059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0" name="组合 89">
              <a:extLst>
                <a:ext uri="{FF2B5EF4-FFF2-40B4-BE49-F238E27FC236}">
                  <a16:creationId xmlns:a16="http://schemas.microsoft.com/office/drawing/2014/main" id="{8244A1F0-A45A-0100-5F6F-A625866861ED}"/>
                </a:ext>
              </a:extLst>
            </p:cNvPr>
            <p:cNvGrpSpPr/>
            <p:nvPr/>
          </p:nvGrpSpPr>
          <p:grpSpPr>
            <a:xfrm>
              <a:off x="1012132" y="2380296"/>
              <a:ext cx="427354" cy="2196689"/>
              <a:chOff x="1012132" y="2380296"/>
              <a:chExt cx="427354" cy="2196689"/>
            </a:xfrm>
          </p:grpSpPr>
          <p:grpSp>
            <p:nvGrpSpPr>
              <p:cNvPr id="1081" name="组合 1080">
                <a:extLst>
                  <a:ext uri="{FF2B5EF4-FFF2-40B4-BE49-F238E27FC236}">
                    <a16:creationId xmlns:a16="http://schemas.microsoft.com/office/drawing/2014/main" id="{4D7343A7-662C-A55C-C6B6-6BC50D6ADC57}"/>
                  </a:ext>
                </a:extLst>
              </p:cNvPr>
              <p:cNvGrpSpPr/>
              <p:nvPr/>
            </p:nvGrpSpPr>
            <p:grpSpPr>
              <a:xfrm>
                <a:off x="1012132" y="3487005"/>
                <a:ext cx="427133" cy="1089980"/>
                <a:chOff x="1012132" y="3487005"/>
                <a:chExt cx="427133" cy="1089980"/>
              </a:xfrm>
            </p:grpSpPr>
            <p:sp>
              <p:nvSpPr>
                <p:cNvPr id="1094" name="Freeform 77">
                  <a:extLst>
                    <a:ext uri="{FF2B5EF4-FFF2-40B4-BE49-F238E27FC236}">
                      <a16:creationId xmlns:a16="http://schemas.microsoft.com/office/drawing/2014/main" id="{1D9DE970-203E-4835-68DC-05CFD2483F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172436" cy="33222"/>
                </a:xfrm>
                <a:custGeom>
                  <a:avLst/>
                  <a:gdLst>
                    <a:gd name="T0" fmla="*/ 42 w 46"/>
                    <a:gd name="T1" fmla="*/ 0 h 9"/>
                    <a:gd name="T2" fmla="*/ 5 w 46"/>
                    <a:gd name="T3" fmla="*/ 0 h 9"/>
                    <a:gd name="T4" fmla="*/ 0 w 46"/>
                    <a:gd name="T5" fmla="*/ 5 h 9"/>
                    <a:gd name="T6" fmla="*/ 5 w 46"/>
                    <a:gd name="T7" fmla="*/ 9 h 9"/>
                    <a:gd name="T8" fmla="*/ 42 w 46"/>
                    <a:gd name="T9" fmla="*/ 9 h 9"/>
                    <a:gd name="T10" fmla="*/ 46 w 46"/>
                    <a:gd name="T11" fmla="*/ 5 h 9"/>
                    <a:gd name="T12" fmla="*/ 42 w 46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42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5" name="Freeform 78">
                  <a:extLst>
                    <a:ext uri="{FF2B5EF4-FFF2-40B4-BE49-F238E27FC236}">
                      <a16:creationId xmlns:a16="http://schemas.microsoft.com/office/drawing/2014/main" id="{248D89CA-1E79-C611-2B31-D3CEAC48EC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5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5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6" name="Freeform 79">
                  <a:extLst>
                    <a:ext uri="{FF2B5EF4-FFF2-40B4-BE49-F238E27FC236}">
                      <a16:creationId xmlns:a16="http://schemas.microsoft.com/office/drawing/2014/main" id="{C0F661E2-DC42-6BE2-DC3D-8D94408AA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4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4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4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7" name="Freeform 80">
                  <a:extLst>
                    <a:ext uri="{FF2B5EF4-FFF2-40B4-BE49-F238E27FC236}">
                      <a16:creationId xmlns:a16="http://schemas.microsoft.com/office/drawing/2014/main" id="{15E48D79-C023-095E-9E8B-6EAB959E84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90173" cy="33222"/>
                </a:xfrm>
                <a:custGeom>
                  <a:avLst/>
                  <a:gdLst>
                    <a:gd name="T0" fmla="*/ 4 w 24"/>
                    <a:gd name="T1" fmla="*/ 9 h 9"/>
                    <a:gd name="T2" fmla="*/ 20 w 24"/>
                    <a:gd name="T3" fmla="*/ 9 h 9"/>
                    <a:gd name="T4" fmla="*/ 24 w 24"/>
                    <a:gd name="T5" fmla="*/ 5 h 9"/>
                    <a:gd name="T6" fmla="*/ 20 w 24"/>
                    <a:gd name="T7" fmla="*/ 0 h 9"/>
                    <a:gd name="T8" fmla="*/ 4 w 24"/>
                    <a:gd name="T9" fmla="*/ 0 h 9"/>
                    <a:gd name="T10" fmla="*/ 0 w 24"/>
                    <a:gd name="T11" fmla="*/ 5 h 9"/>
                    <a:gd name="T12" fmla="*/ 4 w 24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9">
                      <a:moveTo>
                        <a:pt x="4" y="9"/>
                      </a:move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2" y="9"/>
                        <a:pt x="24" y="7"/>
                        <a:pt x="24" y="5"/>
                      </a:cubicBezTo>
                      <a:cubicBezTo>
                        <a:pt x="24" y="2"/>
                        <a:pt x="22" y="0"/>
                        <a:pt x="2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8" name="Freeform 81">
                  <a:extLst>
                    <a:ext uri="{FF2B5EF4-FFF2-40B4-BE49-F238E27FC236}">
                      <a16:creationId xmlns:a16="http://schemas.microsoft.com/office/drawing/2014/main" id="{BE5736C6-80F3-B4AC-7020-9E750817FC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132" y="4032786"/>
                  <a:ext cx="427133" cy="544199"/>
                </a:xfrm>
                <a:custGeom>
                  <a:avLst/>
                  <a:gdLst>
                    <a:gd name="T0" fmla="*/ 58 w 114"/>
                    <a:gd name="T1" fmla="*/ 145 h 145"/>
                    <a:gd name="T2" fmla="*/ 114 w 114"/>
                    <a:gd name="T3" fmla="*/ 88 h 145"/>
                    <a:gd name="T4" fmla="*/ 102 w 114"/>
                    <a:gd name="T5" fmla="*/ 56 h 145"/>
                    <a:gd name="T6" fmla="*/ 86 w 114"/>
                    <a:gd name="T7" fmla="*/ 14 h 145"/>
                    <a:gd name="T8" fmla="*/ 74 w 114"/>
                    <a:gd name="T9" fmla="*/ 1 h 145"/>
                    <a:gd name="T10" fmla="*/ 58 w 114"/>
                    <a:gd name="T11" fmla="*/ 1 h 145"/>
                    <a:gd name="T12" fmla="*/ 36 w 114"/>
                    <a:gd name="T13" fmla="*/ 1 h 145"/>
                    <a:gd name="T14" fmla="*/ 21 w 114"/>
                    <a:gd name="T15" fmla="*/ 38 h 145"/>
                    <a:gd name="T16" fmla="*/ 0 w 114"/>
                    <a:gd name="T17" fmla="*/ 89 h 145"/>
                    <a:gd name="T18" fmla="*/ 58 w 114"/>
                    <a:gd name="T19" fmla="*/ 145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145">
                      <a:moveTo>
                        <a:pt x="58" y="145"/>
                      </a:moveTo>
                      <a:cubicBezTo>
                        <a:pt x="95" y="145"/>
                        <a:pt x="114" y="118"/>
                        <a:pt x="114" y="88"/>
                      </a:cubicBezTo>
                      <a:cubicBezTo>
                        <a:pt x="114" y="78"/>
                        <a:pt x="109" y="67"/>
                        <a:pt x="102" y="56"/>
                      </a:cubicBezTo>
                      <a:cubicBezTo>
                        <a:pt x="95" y="45"/>
                        <a:pt x="90" y="27"/>
                        <a:pt x="86" y="14"/>
                      </a:cubicBezTo>
                      <a:cubicBezTo>
                        <a:pt x="83" y="0"/>
                        <a:pt x="74" y="1"/>
                        <a:pt x="74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45" y="1"/>
                        <a:pt x="36" y="1"/>
                      </a:cubicBezTo>
                      <a:cubicBezTo>
                        <a:pt x="27" y="1"/>
                        <a:pt x="29" y="19"/>
                        <a:pt x="21" y="38"/>
                      </a:cubicBezTo>
                      <a:cubicBezTo>
                        <a:pt x="14" y="58"/>
                        <a:pt x="0" y="68"/>
                        <a:pt x="0" y="89"/>
                      </a:cubicBezTo>
                      <a:cubicBezTo>
                        <a:pt x="0" y="111"/>
                        <a:pt x="20" y="145"/>
                        <a:pt x="58" y="145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9" name="Freeform 82">
                  <a:extLst>
                    <a:ext uri="{FF2B5EF4-FFF2-40B4-BE49-F238E27FC236}">
                      <a16:creationId xmlns:a16="http://schemas.microsoft.com/office/drawing/2014/main" id="{03C56AE4-3FF3-969E-D25C-6F58EB1A38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862" y="4032786"/>
                  <a:ext cx="210403" cy="544199"/>
                </a:xfrm>
                <a:custGeom>
                  <a:avLst/>
                  <a:gdLst>
                    <a:gd name="T0" fmla="*/ 56 w 56"/>
                    <a:gd name="T1" fmla="*/ 88 h 145"/>
                    <a:gd name="T2" fmla="*/ 44 w 56"/>
                    <a:gd name="T3" fmla="*/ 56 h 145"/>
                    <a:gd name="T4" fmla="*/ 28 w 56"/>
                    <a:gd name="T5" fmla="*/ 14 h 145"/>
                    <a:gd name="T6" fmla="*/ 16 w 56"/>
                    <a:gd name="T7" fmla="*/ 1 h 145"/>
                    <a:gd name="T8" fmla="*/ 0 w 56"/>
                    <a:gd name="T9" fmla="*/ 1 h 145"/>
                    <a:gd name="T10" fmla="*/ 0 w 56"/>
                    <a:gd name="T11" fmla="*/ 145 h 145"/>
                    <a:gd name="T12" fmla="*/ 56 w 56"/>
                    <a:gd name="T13" fmla="*/ 88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145">
                      <a:moveTo>
                        <a:pt x="56" y="88"/>
                      </a:moveTo>
                      <a:cubicBezTo>
                        <a:pt x="56" y="78"/>
                        <a:pt x="51" y="67"/>
                        <a:pt x="44" y="56"/>
                      </a:cubicBezTo>
                      <a:cubicBezTo>
                        <a:pt x="37" y="45"/>
                        <a:pt x="32" y="27"/>
                        <a:pt x="28" y="14"/>
                      </a:cubicBezTo>
                      <a:cubicBezTo>
                        <a:pt x="25" y="0"/>
                        <a:pt x="16" y="1"/>
                        <a:pt x="16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37" y="145"/>
                        <a:pt x="56" y="118"/>
                        <a:pt x="56" y="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0" name="Freeform 83">
                  <a:extLst>
                    <a:ext uri="{FF2B5EF4-FFF2-40B4-BE49-F238E27FC236}">
                      <a16:creationId xmlns:a16="http://schemas.microsoft.com/office/drawing/2014/main" id="{F28CA66C-7F71-CC5A-28C3-F6B0646E0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90173" cy="33222"/>
                </a:xfrm>
                <a:custGeom>
                  <a:avLst/>
                  <a:gdLst>
                    <a:gd name="T0" fmla="*/ 0 w 24"/>
                    <a:gd name="T1" fmla="*/ 5 h 9"/>
                    <a:gd name="T2" fmla="*/ 5 w 24"/>
                    <a:gd name="T3" fmla="*/ 9 h 9"/>
                    <a:gd name="T4" fmla="*/ 24 w 24"/>
                    <a:gd name="T5" fmla="*/ 9 h 9"/>
                    <a:gd name="T6" fmla="*/ 24 w 24"/>
                    <a:gd name="T7" fmla="*/ 0 h 9"/>
                    <a:gd name="T8" fmla="*/ 5 w 24"/>
                    <a:gd name="T9" fmla="*/ 0 h 9"/>
                    <a:gd name="T10" fmla="*/ 0 w 24"/>
                    <a:gd name="T11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0" y="5"/>
                      </a:move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1" name="Freeform 84">
                  <a:extLst>
                    <a:ext uri="{FF2B5EF4-FFF2-40B4-BE49-F238E27FC236}">
                      <a16:creationId xmlns:a16="http://schemas.microsoft.com/office/drawing/2014/main" id="{2D2A8FE7-380C-1FD8-AA69-973151F03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5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2" name="Freeform 85">
                  <a:extLst>
                    <a:ext uri="{FF2B5EF4-FFF2-40B4-BE49-F238E27FC236}">
                      <a16:creationId xmlns:a16="http://schemas.microsoft.com/office/drawing/2014/main" id="{CBBDEBF2-A301-E270-FF8A-C5218AFE1B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4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3" name="Freeform 86">
                  <a:extLst>
                    <a:ext uri="{FF2B5EF4-FFF2-40B4-BE49-F238E27FC236}">
                      <a16:creationId xmlns:a16="http://schemas.microsoft.com/office/drawing/2014/main" id="{C3EF560B-C182-6A40-30F4-9D5BD80A19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49042" cy="33222"/>
                </a:xfrm>
                <a:custGeom>
                  <a:avLst/>
                  <a:gdLst>
                    <a:gd name="T0" fmla="*/ 4 w 13"/>
                    <a:gd name="T1" fmla="*/ 9 h 9"/>
                    <a:gd name="T2" fmla="*/ 13 w 13"/>
                    <a:gd name="T3" fmla="*/ 9 h 9"/>
                    <a:gd name="T4" fmla="*/ 13 w 13"/>
                    <a:gd name="T5" fmla="*/ 0 h 9"/>
                    <a:gd name="T6" fmla="*/ 4 w 13"/>
                    <a:gd name="T7" fmla="*/ 0 h 9"/>
                    <a:gd name="T8" fmla="*/ 0 w 13"/>
                    <a:gd name="T9" fmla="*/ 5 h 9"/>
                    <a:gd name="T10" fmla="*/ 4 w 13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9">
                      <a:moveTo>
                        <a:pt x="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4" name="Freeform 157">
                  <a:extLst>
                    <a:ext uri="{FF2B5EF4-FFF2-40B4-BE49-F238E27FC236}">
                      <a16:creationId xmlns:a16="http://schemas.microsoft.com/office/drawing/2014/main" id="{FAAFD2EC-D3B6-0008-DA3A-D7A3A4BBF4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214624" y="3487005"/>
                  <a:ext cx="25311" cy="336961"/>
                </a:xfrm>
                <a:custGeom>
                  <a:avLst/>
                  <a:gdLst>
                    <a:gd name="T0" fmla="*/ 16 w 16"/>
                    <a:gd name="T1" fmla="*/ 213 h 213"/>
                    <a:gd name="T2" fmla="*/ 0 w 16"/>
                    <a:gd name="T3" fmla="*/ 213 h 213"/>
                    <a:gd name="T4" fmla="*/ 0 w 16"/>
                    <a:gd name="T5" fmla="*/ 156 h 213"/>
                    <a:gd name="T6" fmla="*/ 16 w 16"/>
                    <a:gd name="T7" fmla="*/ 156 h 213"/>
                    <a:gd name="T8" fmla="*/ 16 w 16"/>
                    <a:gd name="T9" fmla="*/ 213 h 213"/>
                    <a:gd name="T10" fmla="*/ 16 w 16"/>
                    <a:gd name="T11" fmla="*/ 113 h 213"/>
                    <a:gd name="T12" fmla="*/ 0 w 16"/>
                    <a:gd name="T13" fmla="*/ 113 h 213"/>
                    <a:gd name="T14" fmla="*/ 0 w 16"/>
                    <a:gd name="T15" fmla="*/ 54 h 213"/>
                    <a:gd name="T16" fmla="*/ 16 w 16"/>
                    <a:gd name="T17" fmla="*/ 54 h 213"/>
                    <a:gd name="T18" fmla="*/ 16 w 16"/>
                    <a:gd name="T19" fmla="*/ 113 h 213"/>
                    <a:gd name="T20" fmla="*/ 16 w 16"/>
                    <a:gd name="T21" fmla="*/ 12 h 213"/>
                    <a:gd name="T22" fmla="*/ 0 w 16"/>
                    <a:gd name="T23" fmla="*/ 12 h 213"/>
                    <a:gd name="T24" fmla="*/ 0 w 16"/>
                    <a:gd name="T25" fmla="*/ 0 h 213"/>
                    <a:gd name="T26" fmla="*/ 16 w 16"/>
                    <a:gd name="T27" fmla="*/ 0 h 213"/>
                    <a:gd name="T28" fmla="*/ 16 w 16"/>
                    <a:gd name="T29" fmla="*/ 12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13">
                      <a:moveTo>
                        <a:pt x="16" y="213"/>
                      </a:moveTo>
                      <a:lnTo>
                        <a:pt x="0" y="213"/>
                      </a:lnTo>
                      <a:lnTo>
                        <a:pt x="0" y="156"/>
                      </a:lnTo>
                      <a:lnTo>
                        <a:pt x="16" y="156"/>
                      </a:lnTo>
                      <a:lnTo>
                        <a:pt x="16" y="213"/>
                      </a:lnTo>
                      <a:close/>
                      <a:moveTo>
                        <a:pt x="16" y="113"/>
                      </a:moveTo>
                      <a:lnTo>
                        <a:pt x="0" y="113"/>
                      </a:lnTo>
                      <a:lnTo>
                        <a:pt x="0" y="54"/>
                      </a:lnTo>
                      <a:lnTo>
                        <a:pt x="16" y="54"/>
                      </a:lnTo>
                      <a:lnTo>
                        <a:pt x="16" y="113"/>
                      </a:lnTo>
                      <a:close/>
                      <a:moveTo>
                        <a:pt x="16" y="1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82" name="组合 1081">
                <a:extLst>
                  <a:ext uri="{FF2B5EF4-FFF2-40B4-BE49-F238E27FC236}">
                    <a16:creationId xmlns:a16="http://schemas.microsoft.com/office/drawing/2014/main" id="{BF04D908-93E0-3DF1-4386-FC282873EEEE}"/>
                  </a:ext>
                </a:extLst>
              </p:cNvPr>
              <p:cNvGrpSpPr/>
              <p:nvPr/>
            </p:nvGrpSpPr>
            <p:grpSpPr>
              <a:xfrm flipV="1">
                <a:off x="1012353" y="2380296"/>
                <a:ext cx="427133" cy="1089980"/>
                <a:chOff x="1012132" y="3487005"/>
                <a:chExt cx="427133" cy="1089980"/>
              </a:xfrm>
              <a:noFill/>
            </p:grpSpPr>
            <p:sp>
              <p:nvSpPr>
                <p:cNvPr id="1083" name="Freeform 77">
                  <a:extLst>
                    <a:ext uri="{FF2B5EF4-FFF2-40B4-BE49-F238E27FC236}">
                      <a16:creationId xmlns:a16="http://schemas.microsoft.com/office/drawing/2014/main" id="{A356060E-82CD-D651-556D-FE6CE811D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172436" cy="33222"/>
                </a:xfrm>
                <a:custGeom>
                  <a:avLst/>
                  <a:gdLst>
                    <a:gd name="T0" fmla="*/ 42 w 46"/>
                    <a:gd name="T1" fmla="*/ 0 h 9"/>
                    <a:gd name="T2" fmla="*/ 5 w 46"/>
                    <a:gd name="T3" fmla="*/ 0 h 9"/>
                    <a:gd name="T4" fmla="*/ 0 w 46"/>
                    <a:gd name="T5" fmla="*/ 5 h 9"/>
                    <a:gd name="T6" fmla="*/ 5 w 46"/>
                    <a:gd name="T7" fmla="*/ 9 h 9"/>
                    <a:gd name="T8" fmla="*/ 42 w 46"/>
                    <a:gd name="T9" fmla="*/ 9 h 9"/>
                    <a:gd name="T10" fmla="*/ 46 w 46"/>
                    <a:gd name="T11" fmla="*/ 5 h 9"/>
                    <a:gd name="T12" fmla="*/ 42 w 46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42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4" name="Freeform 78">
                  <a:extLst>
                    <a:ext uri="{FF2B5EF4-FFF2-40B4-BE49-F238E27FC236}">
                      <a16:creationId xmlns:a16="http://schemas.microsoft.com/office/drawing/2014/main" id="{588AEB91-4662-A34F-87DD-9E9C03D0BD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5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5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5" name="Freeform 79">
                  <a:extLst>
                    <a:ext uri="{FF2B5EF4-FFF2-40B4-BE49-F238E27FC236}">
                      <a16:creationId xmlns:a16="http://schemas.microsoft.com/office/drawing/2014/main" id="{2B6E6AB3-C443-3196-CD28-82ACC14D13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4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4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4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6" name="Freeform 80">
                  <a:extLst>
                    <a:ext uri="{FF2B5EF4-FFF2-40B4-BE49-F238E27FC236}">
                      <a16:creationId xmlns:a16="http://schemas.microsoft.com/office/drawing/2014/main" id="{D0FDF2E4-CF70-60D8-AF77-3FD3E7AB64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90173" cy="33222"/>
                </a:xfrm>
                <a:custGeom>
                  <a:avLst/>
                  <a:gdLst>
                    <a:gd name="T0" fmla="*/ 4 w 24"/>
                    <a:gd name="T1" fmla="*/ 9 h 9"/>
                    <a:gd name="T2" fmla="*/ 20 w 24"/>
                    <a:gd name="T3" fmla="*/ 9 h 9"/>
                    <a:gd name="T4" fmla="*/ 24 w 24"/>
                    <a:gd name="T5" fmla="*/ 5 h 9"/>
                    <a:gd name="T6" fmla="*/ 20 w 24"/>
                    <a:gd name="T7" fmla="*/ 0 h 9"/>
                    <a:gd name="T8" fmla="*/ 4 w 24"/>
                    <a:gd name="T9" fmla="*/ 0 h 9"/>
                    <a:gd name="T10" fmla="*/ 0 w 24"/>
                    <a:gd name="T11" fmla="*/ 5 h 9"/>
                    <a:gd name="T12" fmla="*/ 4 w 24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9">
                      <a:moveTo>
                        <a:pt x="4" y="9"/>
                      </a:move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2" y="9"/>
                        <a:pt x="24" y="7"/>
                        <a:pt x="24" y="5"/>
                      </a:cubicBezTo>
                      <a:cubicBezTo>
                        <a:pt x="24" y="2"/>
                        <a:pt x="22" y="0"/>
                        <a:pt x="2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7" name="Freeform 81">
                  <a:extLst>
                    <a:ext uri="{FF2B5EF4-FFF2-40B4-BE49-F238E27FC236}">
                      <a16:creationId xmlns:a16="http://schemas.microsoft.com/office/drawing/2014/main" id="{31CBB570-10B8-AD9F-E01A-3FA4A77DFB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132" y="4032786"/>
                  <a:ext cx="427133" cy="544199"/>
                </a:xfrm>
                <a:custGeom>
                  <a:avLst/>
                  <a:gdLst>
                    <a:gd name="T0" fmla="*/ 58 w 114"/>
                    <a:gd name="T1" fmla="*/ 145 h 145"/>
                    <a:gd name="T2" fmla="*/ 114 w 114"/>
                    <a:gd name="T3" fmla="*/ 88 h 145"/>
                    <a:gd name="T4" fmla="*/ 102 w 114"/>
                    <a:gd name="T5" fmla="*/ 56 h 145"/>
                    <a:gd name="T6" fmla="*/ 86 w 114"/>
                    <a:gd name="T7" fmla="*/ 14 h 145"/>
                    <a:gd name="T8" fmla="*/ 74 w 114"/>
                    <a:gd name="T9" fmla="*/ 1 h 145"/>
                    <a:gd name="T10" fmla="*/ 58 w 114"/>
                    <a:gd name="T11" fmla="*/ 1 h 145"/>
                    <a:gd name="T12" fmla="*/ 36 w 114"/>
                    <a:gd name="T13" fmla="*/ 1 h 145"/>
                    <a:gd name="T14" fmla="*/ 21 w 114"/>
                    <a:gd name="T15" fmla="*/ 38 h 145"/>
                    <a:gd name="T16" fmla="*/ 0 w 114"/>
                    <a:gd name="T17" fmla="*/ 89 h 145"/>
                    <a:gd name="T18" fmla="*/ 58 w 114"/>
                    <a:gd name="T19" fmla="*/ 145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145">
                      <a:moveTo>
                        <a:pt x="58" y="145"/>
                      </a:moveTo>
                      <a:cubicBezTo>
                        <a:pt x="95" y="145"/>
                        <a:pt x="114" y="118"/>
                        <a:pt x="114" y="88"/>
                      </a:cubicBezTo>
                      <a:cubicBezTo>
                        <a:pt x="114" y="78"/>
                        <a:pt x="109" y="67"/>
                        <a:pt x="102" y="56"/>
                      </a:cubicBezTo>
                      <a:cubicBezTo>
                        <a:pt x="95" y="45"/>
                        <a:pt x="90" y="27"/>
                        <a:pt x="86" y="14"/>
                      </a:cubicBezTo>
                      <a:cubicBezTo>
                        <a:pt x="83" y="0"/>
                        <a:pt x="74" y="1"/>
                        <a:pt x="74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45" y="1"/>
                        <a:pt x="36" y="1"/>
                      </a:cubicBezTo>
                      <a:cubicBezTo>
                        <a:pt x="27" y="1"/>
                        <a:pt x="29" y="19"/>
                        <a:pt x="21" y="38"/>
                      </a:cubicBezTo>
                      <a:cubicBezTo>
                        <a:pt x="14" y="58"/>
                        <a:pt x="0" y="68"/>
                        <a:pt x="0" y="89"/>
                      </a:cubicBezTo>
                      <a:cubicBezTo>
                        <a:pt x="0" y="111"/>
                        <a:pt x="20" y="145"/>
                        <a:pt x="58" y="14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8" name="Freeform 82">
                  <a:extLst>
                    <a:ext uri="{FF2B5EF4-FFF2-40B4-BE49-F238E27FC236}">
                      <a16:creationId xmlns:a16="http://schemas.microsoft.com/office/drawing/2014/main" id="{9D6D0EFE-3C67-0A43-A80C-9D76BF366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862" y="4032786"/>
                  <a:ext cx="210403" cy="544199"/>
                </a:xfrm>
                <a:custGeom>
                  <a:avLst/>
                  <a:gdLst>
                    <a:gd name="T0" fmla="*/ 56 w 56"/>
                    <a:gd name="T1" fmla="*/ 88 h 145"/>
                    <a:gd name="T2" fmla="*/ 44 w 56"/>
                    <a:gd name="T3" fmla="*/ 56 h 145"/>
                    <a:gd name="T4" fmla="*/ 28 w 56"/>
                    <a:gd name="T5" fmla="*/ 14 h 145"/>
                    <a:gd name="T6" fmla="*/ 16 w 56"/>
                    <a:gd name="T7" fmla="*/ 1 h 145"/>
                    <a:gd name="T8" fmla="*/ 0 w 56"/>
                    <a:gd name="T9" fmla="*/ 1 h 145"/>
                    <a:gd name="T10" fmla="*/ 0 w 56"/>
                    <a:gd name="T11" fmla="*/ 145 h 145"/>
                    <a:gd name="T12" fmla="*/ 56 w 56"/>
                    <a:gd name="T13" fmla="*/ 88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145">
                      <a:moveTo>
                        <a:pt x="56" y="88"/>
                      </a:moveTo>
                      <a:cubicBezTo>
                        <a:pt x="56" y="78"/>
                        <a:pt x="51" y="67"/>
                        <a:pt x="44" y="56"/>
                      </a:cubicBezTo>
                      <a:cubicBezTo>
                        <a:pt x="37" y="45"/>
                        <a:pt x="32" y="27"/>
                        <a:pt x="28" y="14"/>
                      </a:cubicBezTo>
                      <a:cubicBezTo>
                        <a:pt x="25" y="0"/>
                        <a:pt x="16" y="1"/>
                        <a:pt x="16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37" y="145"/>
                        <a:pt x="56" y="118"/>
                        <a:pt x="56" y="8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9" name="Freeform 83">
                  <a:extLst>
                    <a:ext uri="{FF2B5EF4-FFF2-40B4-BE49-F238E27FC236}">
                      <a16:creationId xmlns:a16="http://schemas.microsoft.com/office/drawing/2014/main" id="{1ED50F30-98B4-E140-739B-37663D022F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90173" cy="33222"/>
                </a:xfrm>
                <a:custGeom>
                  <a:avLst/>
                  <a:gdLst>
                    <a:gd name="T0" fmla="*/ 0 w 24"/>
                    <a:gd name="T1" fmla="*/ 5 h 9"/>
                    <a:gd name="T2" fmla="*/ 5 w 24"/>
                    <a:gd name="T3" fmla="*/ 9 h 9"/>
                    <a:gd name="T4" fmla="*/ 24 w 24"/>
                    <a:gd name="T5" fmla="*/ 9 h 9"/>
                    <a:gd name="T6" fmla="*/ 24 w 24"/>
                    <a:gd name="T7" fmla="*/ 0 h 9"/>
                    <a:gd name="T8" fmla="*/ 5 w 24"/>
                    <a:gd name="T9" fmla="*/ 0 h 9"/>
                    <a:gd name="T10" fmla="*/ 0 w 24"/>
                    <a:gd name="T11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0" y="5"/>
                      </a:move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0" name="Freeform 84">
                  <a:extLst>
                    <a:ext uri="{FF2B5EF4-FFF2-40B4-BE49-F238E27FC236}">
                      <a16:creationId xmlns:a16="http://schemas.microsoft.com/office/drawing/2014/main" id="{2A9A69EE-D15B-EAB1-2621-DECC681162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5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1" name="Freeform 85">
                  <a:extLst>
                    <a:ext uri="{FF2B5EF4-FFF2-40B4-BE49-F238E27FC236}">
                      <a16:creationId xmlns:a16="http://schemas.microsoft.com/office/drawing/2014/main" id="{F4BC0797-0B08-B68E-431E-0FA8A49AA3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4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2" name="Freeform 86">
                  <a:extLst>
                    <a:ext uri="{FF2B5EF4-FFF2-40B4-BE49-F238E27FC236}">
                      <a16:creationId xmlns:a16="http://schemas.microsoft.com/office/drawing/2014/main" id="{4AFF97E3-7E7E-5019-956F-56358BB0D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49042" cy="33222"/>
                </a:xfrm>
                <a:custGeom>
                  <a:avLst/>
                  <a:gdLst>
                    <a:gd name="T0" fmla="*/ 4 w 13"/>
                    <a:gd name="T1" fmla="*/ 9 h 9"/>
                    <a:gd name="T2" fmla="*/ 13 w 13"/>
                    <a:gd name="T3" fmla="*/ 9 h 9"/>
                    <a:gd name="T4" fmla="*/ 13 w 13"/>
                    <a:gd name="T5" fmla="*/ 0 h 9"/>
                    <a:gd name="T6" fmla="*/ 4 w 13"/>
                    <a:gd name="T7" fmla="*/ 0 h 9"/>
                    <a:gd name="T8" fmla="*/ 0 w 13"/>
                    <a:gd name="T9" fmla="*/ 5 h 9"/>
                    <a:gd name="T10" fmla="*/ 4 w 13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9">
                      <a:moveTo>
                        <a:pt x="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3" name="Freeform 157">
                  <a:extLst>
                    <a:ext uri="{FF2B5EF4-FFF2-40B4-BE49-F238E27FC236}">
                      <a16:creationId xmlns:a16="http://schemas.microsoft.com/office/drawing/2014/main" id="{8C6BF8D3-7D9C-D22A-CA65-FC94608269A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214624" y="3487005"/>
                  <a:ext cx="25311" cy="336961"/>
                </a:xfrm>
                <a:custGeom>
                  <a:avLst/>
                  <a:gdLst>
                    <a:gd name="T0" fmla="*/ 16 w 16"/>
                    <a:gd name="T1" fmla="*/ 213 h 213"/>
                    <a:gd name="T2" fmla="*/ 0 w 16"/>
                    <a:gd name="T3" fmla="*/ 213 h 213"/>
                    <a:gd name="T4" fmla="*/ 0 w 16"/>
                    <a:gd name="T5" fmla="*/ 156 h 213"/>
                    <a:gd name="T6" fmla="*/ 16 w 16"/>
                    <a:gd name="T7" fmla="*/ 156 h 213"/>
                    <a:gd name="T8" fmla="*/ 16 w 16"/>
                    <a:gd name="T9" fmla="*/ 213 h 213"/>
                    <a:gd name="T10" fmla="*/ 16 w 16"/>
                    <a:gd name="T11" fmla="*/ 113 h 213"/>
                    <a:gd name="T12" fmla="*/ 0 w 16"/>
                    <a:gd name="T13" fmla="*/ 113 h 213"/>
                    <a:gd name="T14" fmla="*/ 0 w 16"/>
                    <a:gd name="T15" fmla="*/ 54 h 213"/>
                    <a:gd name="T16" fmla="*/ 16 w 16"/>
                    <a:gd name="T17" fmla="*/ 54 h 213"/>
                    <a:gd name="T18" fmla="*/ 16 w 16"/>
                    <a:gd name="T19" fmla="*/ 113 h 213"/>
                    <a:gd name="T20" fmla="*/ 16 w 16"/>
                    <a:gd name="T21" fmla="*/ 12 h 213"/>
                    <a:gd name="T22" fmla="*/ 0 w 16"/>
                    <a:gd name="T23" fmla="*/ 12 h 213"/>
                    <a:gd name="T24" fmla="*/ 0 w 16"/>
                    <a:gd name="T25" fmla="*/ 0 h 213"/>
                    <a:gd name="T26" fmla="*/ 16 w 16"/>
                    <a:gd name="T27" fmla="*/ 0 h 213"/>
                    <a:gd name="T28" fmla="*/ 16 w 16"/>
                    <a:gd name="T29" fmla="*/ 12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13">
                      <a:moveTo>
                        <a:pt x="16" y="213"/>
                      </a:moveTo>
                      <a:lnTo>
                        <a:pt x="0" y="213"/>
                      </a:lnTo>
                      <a:lnTo>
                        <a:pt x="0" y="156"/>
                      </a:lnTo>
                      <a:lnTo>
                        <a:pt x="16" y="156"/>
                      </a:lnTo>
                      <a:lnTo>
                        <a:pt x="16" y="213"/>
                      </a:lnTo>
                      <a:close/>
                      <a:moveTo>
                        <a:pt x="16" y="113"/>
                      </a:moveTo>
                      <a:lnTo>
                        <a:pt x="0" y="113"/>
                      </a:lnTo>
                      <a:lnTo>
                        <a:pt x="0" y="54"/>
                      </a:lnTo>
                      <a:lnTo>
                        <a:pt x="16" y="54"/>
                      </a:lnTo>
                      <a:lnTo>
                        <a:pt x="16" y="113"/>
                      </a:lnTo>
                      <a:close/>
                      <a:moveTo>
                        <a:pt x="16" y="1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1" name="组合 90">
              <a:extLst>
                <a:ext uri="{FF2B5EF4-FFF2-40B4-BE49-F238E27FC236}">
                  <a16:creationId xmlns:a16="http://schemas.microsoft.com/office/drawing/2014/main" id="{DF405F7A-0D3A-9AE0-03C9-779F012A20FB}"/>
                </a:ext>
              </a:extLst>
            </p:cNvPr>
            <p:cNvGrpSpPr/>
            <p:nvPr/>
          </p:nvGrpSpPr>
          <p:grpSpPr>
            <a:xfrm>
              <a:off x="1867979" y="2537458"/>
              <a:ext cx="322944" cy="1889240"/>
              <a:chOff x="1867979" y="2537458"/>
              <a:chExt cx="322944" cy="1889240"/>
            </a:xfrm>
          </p:grpSpPr>
          <p:grpSp>
            <p:nvGrpSpPr>
              <p:cNvPr id="1057" name="组合 1056">
                <a:extLst>
                  <a:ext uri="{FF2B5EF4-FFF2-40B4-BE49-F238E27FC236}">
                    <a16:creationId xmlns:a16="http://schemas.microsoft.com/office/drawing/2014/main" id="{7FA096CB-C1D3-6060-8D0B-D9766CB1ABF3}"/>
                  </a:ext>
                </a:extLst>
              </p:cNvPr>
              <p:cNvGrpSpPr/>
              <p:nvPr/>
            </p:nvGrpSpPr>
            <p:grpSpPr>
              <a:xfrm>
                <a:off x="1867979" y="3487005"/>
                <a:ext cx="322723" cy="939693"/>
                <a:chOff x="1867979" y="3487005"/>
                <a:chExt cx="322723" cy="939693"/>
              </a:xfrm>
            </p:grpSpPr>
            <p:sp>
              <p:nvSpPr>
                <p:cNvPr id="1070" name="Freeform 107">
                  <a:extLst>
                    <a:ext uri="{FF2B5EF4-FFF2-40B4-BE49-F238E27FC236}">
                      <a16:creationId xmlns:a16="http://schemas.microsoft.com/office/drawing/2014/main" id="{FB852305-2E35-2F58-2A49-5ACC55384C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129722" cy="26894"/>
                </a:xfrm>
                <a:custGeom>
                  <a:avLst/>
                  <a:gdLst>
                    <a:gd name="T0" fmla="*/ 32 w 35"/>
                    <a:gd name="T1" fmla="*/ 0 h 7"/>
                    <a:gd name="T2" fmla="*/ 4 w 35"/>
                    <a:gd name="T3" fmla="*/ 0 h 7"/>
                    <a:gd name="T4" fmla="*/ 0 w 35"/>
                    <a:gd name="T5" fmla="*/ 4 h 7"/>
                    <a:gd name="T6" fmla="*/ 4 w 35"/>
                    <a:gd name="T7" fmla="*/ 7 h 7"/>
                    <a:gd name="T8" fmla="*/ 32 w 35"/>
                    <a:gd name="T9" fmla="*/ 7 h 7"/>
                    <a:gd name="T10" fmla="*/ 35 w 35"/>
                    <a:gd name="T11" fmla="*/ 4 h 7"/>
                    <a:gd name="T12" fmla="*/ 32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2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6"/>
                        <a:pt x="35" y="4"/>
                      </a:cubicBezTo>
                      <a:cubicBezTo>
                        <a:pt x="35" y="2"/>
                        <a:pt x="34" y="0"/>
                        <a:pt x="32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1" name="Freeform 108">
                  <a:extLst>
                    <a:ext uri="{FF2B5EF4-FFF2-40B4-BE49-F238E27FC236}">
                      <a16:creationId xmlns:a16="http://schemas.microsoft.com/office/drawing/2014/main" id="{EFAF578D-8D1B-0D64-83FA-49F497822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129722" cy="25311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2" name="Freeform 109">
                  <a:extLst>
                    <a:ext uri="{FF2B5EF4-FFF2-40B4-BE49-F238E27FC236}">
                      <a16:creationId xmlns:a16="http://schemas.microsoft.com/office/drawing/2014/main" id="{95184C69-E1A8-7294-E2FA-0C1D0FC27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129722" cy="26894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3" name="Freeform 110">
                  <a:extLst>
                    <a:ext uri="{FF2B5EF4-FFF2-40B4-BE49-F238E27FC236}">
                      <a16:creationId xmlns:a16="http://schemas.microsoft.com/office/drawing/2014/main" id="{1290C05C-3994-E2A3-01F0-57C83AD410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71190" cy="22148"/>
                </a:xfrm>
                <a:custGeom>
                  <a:avLst/>
                  <a:gdLst>
                    <a:gd name="T0" fmla="*/ 4 w 19"/>
                    <a:gd name="T1" fmla="*/ 6 h 6"/>
                    <a:gd name="T2" fmla="*/ 16 w 19"/>
                    <a:gd name="T3" fmla="*/ 6 h 6"/>
                    <a:gd name="T4" fmla="*/ 19 w 19"/>
                    <a:gd name="T5" fmla="*/ 3 h 6"/>
                    <a:gd name="T6" fmla="*/ 16 w 19"/>
                    <a:gd name="T7" fmla="*/ 0 h 6"/>
                    <a:gd name="T8" fmla="*/ 4 w 19"/>
                    <a:gd name="T9" fmla="*/ 0 h 6"/>
                    <a:gd name="T10" fmla="*/ 0 w 19"/>
                    <a:gd name="T11" fmla="*/ 3 h 6"/>
                    <a:gd name="T12" fmla="*/ 4 w 19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6">
                      <a:moveTo>
                        <a:pt x="4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5"/>
                        <a:pt x="19" y="3"/>
                      </a:cubicBezTo>
                      <a:cubicBezTo>
                        <a:pt x="19" y="1"/>
                        <a:pt x="17" y="0"/>
                        <a:pt x="16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4" name="Freeform 111">
                  <a:extLst>
                    <a:ext uri="{FF2B5EF4-FFF2-40B4-BE49-F238E27FC236}">
                      <a16:creationId xmlns:a16="http://schemas.microsoft.com/office/drawing/2014/main" id="{FF50E4D3-6D68-E2D7-4402-E5D7C914A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7979" y="4018548"/>
                  <a:ext cx="322723" cy="408150"/>
                </a:xfrm>
                <a:custGeom>
                  <a:avLst/>
                  <a:gdLst>
                    <a:gd name="T0" fmla="*/ 43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3 w 86"/>
                    <a:gd name="T11" fmla="*/ 1 h 109"/>
                    <a:gd name="T12" fmla="*/ 27 w 86"/>
                    <a:gd name="T13" fmla="*/ 1 h 109"/>
                    <a:gd name="T14" fmla="*/ 15 w 86"/>
                    <a:gd name="T15" fmla="*/ 29 h 109"/>
                    <a:gd name="T16" fmla="*/ 0 w 86"/>
                    <a:gd name="T17" fmla="*/ 67 h 109"/>
                    <a:gd name="T18" fmla="*/ 43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3" y="109"/>
                      </a:moveTo>
                      <a:cubicBezTo>
                        <a:pt x="71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7" y="20"/>
                        <a:pt x="65" y="10"/>
                      </a:cubicBezTo>
                      <a:cubicBezTo>
                        <a:pt x="62" y="0"/>
                        <a:pt x="56" y="1"/>
                        <a:pt x="56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33" y="1"/>
                        <a:pt x="27" y="1"/>
                      </a:cubicBezTo>
                      <a:cubicBezTo>
                        <a:pt x="20" y="1"/>
                        <a:pt x="21" y="14"/>
                        <a:pt x="15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3" y="109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5" name="Freeform 112">
                  <a:extLst>
                    <a:ext uri="{FF2B5EF4-FFF2-40B4-BE49-F238E27FC236}">
                      <a16:creationId xmlns:a16="http://schemas.microsoft.com/office/drawing/2014/main" id="{3D550F22-C87D-9A0D-8221-35C62D2EC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9341" y="4018548"/>
                  <a:ext cx="161361" cy="408150"/>
                </a:xfrm>
                <a:custGeom>
                  <a:avLst/>
                  <a:gdLst>
                    <a:gd name="T0" fmla="*/ 43 w 43"/>
                    <a:gd name="T1" fmla="*/ 66 h 109"/>
                    <a:gd name="T2" fmla="*/ 34 w 43"/>
                    <a:gd name="T3" fmla="*/ 42 h 109"/>
                    <a:gd name="T4" fmla="*/ 22 w 43"/>
                    <a:gd name="T5" fmla="*/ 10 h 109"/>
                    <a:gd name="T6" fmla="*/ 13 w 43"/>
                    <a:gd name="T7" fmla="*/ 1 h 109"/>
                    <a:gd name="T8" fmla="*/ 0 w 43"/>
                    <a:gd name="T9" fmla="*/ 1 h 109"/>
                    <a:gd name="T10" fmla="*/ 0 w 43"/>
                    <a:gd name="T11" fmla="*/ 109 h 109"/>
                    <a:gd name="T12" fmla="*/ 43 w 43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09">
                      <a:moveTo>
                        <a:pt x="43" y="66"/>
                      </a:moveTo>
                      <a:cubicBezTo>
                        <a:pt x="43" y="59"/>
                        <a:pt x="39" y="51"/>
                        <a:pt x="34" y="42"/>
                      </a:cubicBezTo>
                      <a:cubicBezTo>
                        <a:pt x="29" y="34"/>
                        <a:pt x="24" y="20"/>
                        <a:pt x="22" y="10"/>
                      </a:cubicBezTo>
                      <a:cubicBezTo>
                        <a:pt x="19" y="0"/>
                        <a:pt x="13" y="1"/>
                        <a:pt x="1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3" y="89"/>
                        <a:pt x="43" y="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6" name="Freeform 113">
                  <a:extLst>
                    <a:ext uri="{FF2B5EF4-FFF2-40B4-BE49-F238E27FC236}">
                      <a16:creationId xmlns:a16="http://schemas.microsoft.com/office/drawing/2014/main" id="{A1E0A86F-D9A5-F2AE-CF9E-757EA26CB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66443" cy="26894"/>
                </a:xfrm>
                <a:custGeom>
                  <a:avLst/>
                  <a:gdLst>
                    <a:gd name="T0" fmla="*/ 0 w 18"/>
                    <a:gd name="T1" fmla="*/ 4 h 7"/>
                    <a:gd name="T2" fmla="*/ 4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4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7" name="Freeform 114">
                  <a:extLst>
                    <a:ext uri="{FF2B5EF4-FFF2-40B4-BE49-F238E27FC236}">
                      <a16:creationId xmlns:a16="http://schemas.microsoft.com/office/drawing/2014/main" id="{A97D6398-6A66-925A-CE46-63BB3E7D21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66443" cy="25311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8" name="Freeform 115">
                  <a:extLst>
                    <a:ext uri="{FF2B5EF4-FFF2-40B4-BE49-F238E27FC236}">
                      <a16:creationId xmlns:a16="http://schemas.microsoft.com/office/drawing/2014/main" id="{5420E5F6-7201-78AA-29AB-EBB66B507A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66443" cy="26894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9" name="Freeform 116">
                  <a:extLst>
                    <a:ext uri="{FF2B5EF4-FFF2-40B4-BE49-F238E27FC236}">
                      <a16:creationId xmlns:a16="http://schemas.microsoft.com/office/drawing/2014/main" id="{16320725-02CF-5FAC-80C3-1D90DC43EF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37967" cy="22148"/>
                </a:xfrm>
                <a:custGeom>
                  <a:avLst/>
                  <a:gdLst>
                    <a:gd name="T0" fmla="*/ 4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4 w 10"/>
                    <a:gd name="T7" fmla="*/ 0 h 6"/>
                    <a:gd name="T8" fmla="*/ 0 w 10"/>
                    <a:gd name="T9" fmla="*/ 3 h 6"/>
                    <a:gd name="T10" fmla="*/ 4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4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0" name="Freeform 158">
                  <a:extLst>
                    <a:ext uri="{FF2B5EF4-FFF2-40B4-BE49-F238E27FC236}">
                      <a16:creationId xmlns:a16="http://schemas.microsoft.com/office/drawing/2014/main" id="{A214B409-3BB9-768D-A1BD-EBA195D315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18267" y="3487005"/>
                  <a:ext cx="26894" cy="374928"/>
                </a:xfrm>
                <a:custGeom>
                  <a:avLst/>
                  <a:gdLst>
                    <a:gd name="T0" fmla="*/ 17 w 17"/>
                    <a:gd name="T1" fmla="*/ 237 h 237"/>
                    <a:gd name="T2" fmla="*/ 0 w 17"/>
                    <a:gd name="T3" fmla="*/ 237 h 237"/>
                    <a:gd name="T4" fmla="*/ 0 w 17"/>
                    <a:gd name="T5" fmla="*/ 177 h 237"/>
                    <a:gd name="T6" fmla="*/ 17 w 17"/>
                    <a:gd name="T7" fmla="*/ 177 h 237"/>
                    <a:gd name="T8" fmla="*/ 17 w 17"/>
                    <a:gd name="T9" fmla="*/ 237 h 237"/>
                    <a:gd name="T10" fmla="*/ 17 w 17"/>
                    <a:gd name="T11" fmla="*/ 135 h 237"/>
                    <a:gd name="T12" fmla="*/ 0 w 17"/>
                    <a:gd name="T13" fmla="*/ 135 h 237"/>
                    <a:gd name="T14" fmla="*/ 0 w 17"/>
                    <a:gd name="T15" fmla="*/ 75 h 237"/>
                    <a:gd name="T16" fmla="*/ 17 w 17"/>
                    <a:gd name="T17" fmla="*/ 75 h 237"/>
                    <a:gd name="T18" fmla="*/ 17 w 17"/>
                    <a:gd name="T19" fmla="*/ 135 h 237"/>
                    <a:gd name="T20" fmla="*/ 17 w 17"/>
                    <a:gd name="T21" fmla="*/ 35 h 237"/>
                    <a:gd name="T22" fmla="*/ 0 w 17"/>
                    <a:gd name="T23" fmla="*/ 35 h 237"/>
                    <a:gd name="T24" fmla="*/ 0 w 17"/>
                    <a:gd name="T25" fmla="*/ 0 h 237"/>
                    <a:gd name="T26" fmla="*/ 17 w 17"/>
                    <a:gd name="T27" fmla="*/ 0 h 237"/>
                    <a:gd name="T28" fmla="*/ 17 w 17"/>
                    <a:gd name="T29" fmla="*/ 35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37">
                      <a:moveTo>
                        <a:pt x="17" y="237"/>
                      </a:moveTo>
                      <a:lnTo>
                        <a:pt x="0" y="237"/>
                      </a:lnTo>
                      <a:lnTo>
                        <a:pt x="0" y="177"/>
                      </a:lnTo>
                      <a:lnTo>
                        <a:pt x="17" y="177"/>
                      </a:lnTo>
                      <a:lnTo>
                        <a:pt x="17" y="237"/>
                      </a:lnTo>
                      <a:close/>
                      <a:moveTo>
                        <a:pt x="17" y="135"/>
                      </a:moveTo>
                      <a:lnTo>
                        <a:pt x="0" y="135"/>
                      </a:lnTo>
                      <a:lnTo>
                        <a:pt x="0" y="75"/>
                      </a:lnTo>
                      <a:lnTo>
                        <a:pt x="17" y="75"/>
                      </a:lnTo>
                      <a:lnTo>
                        <a:pt x="17" y="135"/>
                      </a:lnTo>
                      <a:close/>
                      <a:moveTo>
                        <a:pt x="17" y="35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35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58" name="组合 1057">
                <a:extLst>
                  <a:ext uri="{FF2B5EF4-FFF2-40B4-BE49-F238E27FC236}">
                    <a16:creationId xmlns:a16="http://schemas.microsoft.com/office/drawing/2014/main" id="{28F29C09-52FB-2FB7-5D93-0A991FF147F2}"/>
                  </a:ext>
                </a:extLst>
              </p:cNvPr>
              <p:cNvGrpSpPr/>
              <p:nvPr/>
            </p:nvGrpSpPr>
            <p:grpSpPr>
              <a:xfrm flipV="1">
                <a:off x="1868200" y="2537458"/>
                <a:ext cx="322723" cy="939693"/>
                <a:chOff x="1867979" y="3487005"/>
                <a:chExt cx="322723" cy="939693"/>
              </a:xfrm>
              <a:noFill/>
            </p:grpSpPr>
            <p:sp>
              <p:nvSpPr>
                <p:cNvPr id="1059" name="Freeform 107">
                  <a:extLst>
                    <a:ext uri="{FF2B5EF4-FFF2-40B4-BE49-F238E27FC236}">
                      <a16:creationId xmlns:a16="http://schemas.microsoft.com/office/drawing/2014/main" id="{AC272DDE-5F4A-4C39-66DA-86EFDC1F32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129722" cy="26894"/>
                </a:xfrm>
                <a:custGeom>
                  <a:avLst/>
                  <a:gdLst>
                    <a:gd name="T0" fmla="*/ 32 w 35"/>
                    <a:gd name="T1" fmla="*/ 0 h 7"/>
                    <a:gd name="T2" fmla="*/ 4 w 35"/>
                    <a:gd name="T3" fmla="*/ 0 h 7"/>
                    <a:gd name="T4" fmla="*/ 0 w 35"/>
                    <a:gd name="T5" fmla="*/ 4 h 7"/>
                    <a:gd name="T6" fmla="*/ 4 w 35"/>
                    <a:gd name="T7" fmla="*/ 7 h 7"/>
                    <a:gd name="T8" fmla="*/ 32 w 35"/>
                    <a:gd name="T9" fmla="*/ 7 h 7"/>
                    <a:gd name="T10" fmla="*/ 35 w 35"/>
                    <a:gd name="T11" fmla="*/ 4 h 7"/>
                    <a:gd name="T12" fmla="*/ 32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2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6"/>
                        <a:pt x="35" y="4"/>
                      </a:cubicBezTo>
                      <a:cubicBezTo>
                        <a:pt x="35" y="2"/>
                        <a:pt x="34" y="0"/>
                        <a:pt x="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0" name="Freeform 108">
                  <a:extLst>
                    <a:ext uri="{FF2B5EF4-FFF2-40B4-BE49-F238E27FC236}">
                      <a16:creationId xmlns:a16="http://schemas.microsoft.com/office/drawing/2014/main" id="{56465CFD-488F-2DBD-DDAA-5E8EA1CEB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129722" cy="25311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1" name="Freeform 109">
                  <a:extLst>
                    <a:ext uri="{FF2B5EF4-FFF2-40B4-BE49-F238E27FC236}">
                      <a16:creationId xmlns:a16="http://schemas.microsoft.com/office/drawing/2014/main" id="{7E4427BF-DBAD-265B-A0A6-9583F4DD17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129722" cy="26894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2" name="Freeform 110">
                  <a:extLst>
                    <a:ext uri="{FF2B5EF4-FFF2-40B4-BE49-F238E27FC236}">
                      <a16:creationId xmlns:a16="http://schemas.microsoft.com/office/drawing/2014/main" id="{A53838FC-E43B-1CAD-C225-084CCED03A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71190" cy="22148"/>
                </a:xfrm>
                <a:custGeom>
                  <a:avLst/>
                  <a:gdLst>
                    <a:gd name="T0" fmla="*/ 4 w 19"/>
                    <a:gd name="T1" fmla="*/ 6 h 6"/>
                    <a:gd name="T2" fmla="*/ 16 w 19"/>
                    <a:gd name="T3" fmla="*/ 6 h 6"/>
                    <a:gd name="T4" fmla="*/ 19 w 19"/>
                    <a:gd name="T5" fmla="*/ 3 h 6"/>
                    <a:gd name="T6" fmla="*/ 16 w 19"/>
                    <a:gd name="T7" fmla="*/ 0 h 6"/>
                    <a:gd name="T8" fmla="*/ 4 w 19"/>
                    <a:gd name="T9" fmla="*/ 0 h 6"/>
                    <a:gd name="T10" fmla="*/ 0 w 19"/>
                    <a:gd name="T11" fmla="*/ 3 h 6"/>
                    <a:gd name="T12" fmla="*/ 4 w 19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6">
                      <a:moveTo>
                        <a:pt x="4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5"/>
                        <a:pt x="19" y="3"/>
                      </a:cubicBezTo>
                      <a:cubicBezTo>
                        <a:pt x="19" y="1"/>
                        <a:pt x="17" y="0"/>
                        <a:pt x="16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3" name="Freeform 111">
                  <a:extLst>
                    <a:ext uri="{FF2B5EF4-FFF2-40B4-BE49-F238E27FC236}">
                      <a16:creationId xmlns:a16="http://schemas.microsoft.com/office/drawing/2014/main" id="{ACC232C1-2D4D-071A-AFB0-6F7770675A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7979" y="4018548"/>
                  <a:ext cx="322723" cy="408150"/>
                </a:xfrm>
                <a:custGeom>
                  <a:avLst/>
                  <a:gdLst>
                    <a:gd name="T0" fmla="*/ 43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3 w 86"/>
                    <a:gd name="T11" fmla="*/ 1 h 109"/>
                    <a:gd name="T12" fmla="*/ 27 w 86"/>
                    <a:gd name="T13" fmla="*/ 1 h 109"/>
                    <a:gd name="T14" fmla="*/ 15 w 86"/>
                    <a:gd name="T15" fmla="*/ 29 h 109"/>
                    <a:gd name="T16" fmla="*/ 0 w 86"/>
                    <a:gd name="T17" fmla="*/ 67 h 109"/>
                    <a:gd name="T18" fmla="*/ 43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3" y="109"/>
                      </a:moveTo>
                      <a:cubicBezTo>
                        <a:pt x="71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7" y="20"/>
                        <a:pt x="65" y="10"/>
                      </a:cubicBezTo>
                      <a:cubicBezTo>
                        <a:pt x="62" y="0"/>
                        <a:pt x="56" y="1"/>
                        <a:pt x="56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33" y="1"/>
                        <a:pt x="27" y="1"/>
                      </a:cubicBezTo>
                      <a:cubicBezTo>
                        <a:pt x="20" y="1"/>
                        <a:pt x="21" y="14"/>
                        <a:pt x="15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3" y="10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4" name="Freeform 112">
                  <a:extLst>
                    <a:ext uri="{FF2B5EF4-FFF2-40B4-BE49-F238E27FC236}">
                      <a16:creationId xmlns:a16="http://schemas.microsoft.com/office/drawing/2014/main" id="{5FAA00F3-A453-D7E5-BBBD-85D25247D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9341" y="4018548"/>
                  <a:ext cx="161361" cy="408150"/>
                </a:xfrm>
                <a:custGeom>
                  <a:avLst/>
                  <a:gdLst>
                    <a:gd name="T0" fmla="*/ 43 w 43"/>
                    <a:gd name="T1" fmla="*/ 66 h 109"/>
                    <a:gd name="T2" fmla="*/ 34 w 43"/>
                    <a:gd name="T3" fmla="*/ 42 h 109"/>
                    <a:gd name="T4" fmla="*/ 22 w 43"/>
                    <a:gd name="T5" fmla="*/ 10 h 109"/>
                    <a:gd name="T6" fmla="*/ 13 w 43"/>
                    <a:gd name="T7" fmla="*/ 1 h 109"/>
                    <a:gd name="T8" fmla="*/ 0 w 43"/>
                    <a:gd name="T9" fmla="*/ 1 h 109"/>
                    <a:gd name="T10" fmla="*/ 0 w 43"/>
                    <a:gd name="T11" fmla="*/ 109 h 109"/>
                    <a:gd name="T12" fmla="*/ 43 w 43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09">
                      <a:moveTo>
                        <a:pt x="43" y="66"/>
                      </a:moveTo>
                      <a:cubicBezTo>
                        <a:pt x="43" y="59"/>
                        <a:pt x="39" y="51"/>
                        <a:pt x="34" y="42"/>
                      </a:cubicBezTo>
                      <a:cubicBezTo>
                        <a:pt x="29" y="34"/>
                        <a:pt x="24" y="20"/>
                        <a:pt x="22" y="10"/>
                      </a:cubicBezTo>
                      <a:cubicBezTo>
                        <a:pt x="19" y="0"/>
                        <a:pt x="13" y="1"/>
                        <a:pt x="1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3" y="89"/>
                        <a:pt x="43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5" name="Freeform 113">
                  <a:extLst>
                    <a:ext uri="{FF2B5EF4-FFF2-40B4-BE49-F238E27FC236}">
                      <a16:creationId xmlns:a16="http://schemas.microsoft.com/office/drawing/2014/main" id="{4D6D8C7F-8DD9-2F0A-5F2D-9C3CF564C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66443" cy="26894"/>
                </a:xfrm>
                <a:custGeom>
                  <a:avLst/>
                  <a:gdLst>
                    <a:gd name="T0" fmla="*/ 0 w 18"/>
                    <a:gd name="T1" fmla="*/ 4 h 7"/>
                    <a:gd name="T2" fmla="*/ 4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4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6" name="Freeform 114">
                  <a:extLst>
                    <a:ext uri="{FF2B5EF4-FFF2-40B4-BE49-F238E27FC236}">
                      <a16:creationId xmlns:a16="http://schemas.microsoft.com/office/drawing/2014/main" id="{4B310834-396D-70F4-95A8-1AF8FFE77F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66443" cy="25311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7" name="Freeform 115">
                  <a:extLst>
                    <a:ext uri="{FF2B5EF4-FFF2-40B4-BE49-F238E27FC236}">
                      <a16:creationId xmlns:a16="http://schemas.microsoft.com/office/drawing/2014/main" id="{CC6192C2-BCF8-7C66-EC81-8A5ABEF49E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66443" cy="26894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8" name="Freeform 116">
                  <a:extLst>
                    <a:ext uri="{FF2B5EF4-FFF2-40B4-BE49-F238E27FC236}">
                      <a16:creationId xmlns:a16="http://schemas.microsoft.com/office/drawing/2014/main" id="{3F24C672-6A57-4353-3C80-E308A43617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37967" cy="22148"/>
                </a:xfrm>
                <a:custGeom>
                  <a:avLst/>
                  <a:gdLst>
                    <a:gd name="T0" fmla="*/ 4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4 w 10"/>
                    <a:gd name="T7" fmla="*/ 0 h 6"/>
                    <a:gd name="T8" fmla="*/ 0 w 10"/>
                    <a:gd name="T9" fmla="*/ 3 h 6"/>
                    <a:gd name="T10" fmla="*/ 4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4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9" name="Freeform 158">
                  <a:extLst>
                    <a:ext uri="{FF2B5EF4-FFF2-40B4-BE49-F238E27FC236}">
                      <a16:creationId xmlns:a16="http://schemas.microsoft.com/office/drawing/2014/main" id="{0C1CABFB-6B80-CE5E-21C6-95C7BA016FB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18267" y="3487005"/>
                  <a:ext cx="26894" cy="374928"/>
                </a:xfrm>
                <a:custGeom>
                  <a:avLst/>
                  <a:gdLst>
                    <a:gd name="T0" fmla="*/ 17 w 17"/>
                    <a:gd name="T1" fmla="*/ 237 h 237"/>
                    <a:gd name="T2" fmla="*/ 0 w 17"/>
                    <a:gd name="T3" fmla="*/ 237 h 237"/>
                    <a:gd name="T4" fmla="*/ 0 w 17"/>
                    <a:gd name="T5" fmla="*/ 177 h 237"/>
                    <a:gd name="T6" fmla="*/ 17 w 17"/>
                    <a:gd name="T7" fmla="*/ 177 h 237"/>
                    <a:gd name="T8" fmla="*/ 17 w 17"/>
                    <a:gd name="T9" fmla="*/ 237 h 237"/>
                    <a:gd name="T10" fmla="*/ 17 w 17"/>
                    <a:gd name="T11" fmla="*/ 135 h 237"/>
                    <a:gd name="T12" fmla="*/ 0 w 17"/>
                    <a:gd name="T13" fmla="*/ 135 h 237"/>
                    <a:gd name="T14" fmla="*/ 0 w 17"/>
                    <a:gd name="T15" fmla="*/ 75 h 237"/>
                    <a:gd name="T16" fmla="*/ 17 w 17"/>
                    <a:gd name="T17" fmla="*/ 75 h 237"/>
                    <a:gd name="T18" fmla="*/ 17 w 17"/>
                    <a:gd name="T19" fmla="*/ 135 h 237"/>
                    <a:gd name="T20" fmla="*/ 17 w 17"/>
                    <a:gd name="T21" fmla="*/ 35 h 237"/>
                    <a:gd name="T22" fmla="*/ 0 w 17"/>
                    <a:gd name="T23" fmla="*/ 35 h 237"/>
                    <a:gd name="T24" fmla="*/ 0 w 17"/>
                    <a:gd name="T25" fmla="*/ 0 h 237"/>
                    <a:gd name="T26" fmla="*/ 17 w 17"/>
                    <a:gd name="T27" fmla="*/ 0 h 237"/>
                    <a:gd name="T28" fmla="*/ 17 w 17"/>
                    <a:gd name="T29" fmla="*/ 35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37">
                      <a:moveTo>
                        <a:pt x="17" y="237"/>
                      </a:moveTo>
                      <a:lnTo>
                        <a:pt x="0" y="237"/>
                      </a:lnTo>
                      <a:lnTo>
                        <a:pt x="0" y="177"/>
                      </a:lnTo>
                      <a:lnTo>
                        <a:pt x="17" y="177"/>
                      </a:lnTo>
                      <a:lnTo>
                        <a:pt x="17" y="237"/>
                      </a:lnTo>
                      <a:close/>
                      <a:moveTo>
                        <a:pt x="17" y="135"/>
                      </a:moveTo>
                      <a:lnTo>
                        <a:pt x="0" y="135"/>
                      </a:lnTo>
                      <a:lnTo>
                        <a:pt x="0" y="75"/>
                      </a:lnTo>
                      <a:lnTo>
                        <a:pt x="17" y="75"/>
                      </a:lnTo>
                      <a:lnTo>
                        <a:pt x="17" y="135"/>
                      </a:lnTo>
                      <a:close/>
                      <a:moveTo>
                        <a:pt x="17" y="35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77" name="组合 976">
              <a:extLst>
                <a:ext uri="{FF2B5EF4-FFF2-40B4-BE49-F238E27FC236}">
                  <a16:creationId xmlns:a16="http://schemas.microsoft.com/office/drawing/2014/main" id="{81449C9D-F313-E17B-DFDC-D91A8BD7CB9D}"/>
                </a:ext>
              </a:extLst>
            </p:cNvPr>
            <p:cNvGrpSpPr/>
            <p:nvPr/>
          </p:nvGrpSpPr>
          <p:grpSpPr>
            <a:xfrm>
              <a:off x="2336244" y="2051683"/>
              <a:ext cx="691544" cy="2843279"/>
              <a:chOff x="2336244" y="2051683"/>
              <a:chExt cx="691544" cy="2843279"/>
            </a:xfrm>
          </p:grpSpPr>
          <p:grpSp>
            <p:nvGrpSpPr>
              <p:cNvPr id="1033" name="组合 1032">
                <a:extLst>
                  <a:ext uri="{FF2B5EF4-FFF2-40B4-BE49-F238E27FC236}">
                    <a16:creationId xmlns:a16="http://schemas.microsoft.com/office/drawing/2014/main" id="{048C4DEF-C192-AF1E-B750-42AE1C723A16}"/>
                  </a:ext>
                </a:extLst>
              </p:cNvPr>
              <p:cNvGrpSpPr/>
              <p:nvPr/>
            </p:nvGrpSpPr>
            <p:grpSpPr>
              <a:xfrm>
                <a:off x="2336244" y="3487005"/>
                <a:ext cx="691323" cy="1407957"/>
                <a:chOff x="2336244" y="3487005"/>
                <a:chExt cx="691323" cy="1407957"/>
              </a:xfrm>
            </p:grpSpPr>
            <p:sp>
              <p:nvSpPr>
                <p:cNvPr id="1046" name="Freeform 87">
                  <a:extLst>
                    <a:ext uri="{FF2B5EF4-FFF2-40B4-BE49-F238E27FC236}">
                      <a16:creationId xmlns:a16="http://schemas.microsoft.com/office/drawing/2014/main" id="{F10BAA69-F2A8-A63A-033C-85B23BA5B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280010" cy="55370"/>
                </a:xfrm>
                <a:custGeom>
                  <a:avLst/>
                  <a:gdLst>
                    <a:gd name="T0" fmla="*/ 68 w 75"/>
                    <a:gd name="T1" fmla="*/ 0 h 15"/>
                    <a:gd name="T2" fmla="*/ 7 w 75"/>
                    <a:gd name="T3" fmla="*/ 0 h 15"/>
                    <a:gd name="T4" fmla="*/ 0 w 75"/>
                    <a:gd name="T5" fmla="*/ 7 h 15"/>
                    <a:gd name="T6" fmla="*/ 7 w 75"/>
                    <a:gd name="T7" fmla="*/ 15 h 15"/>
                    <a:gd name="T8" fmla="*/ 68 w 75"/>
                    <a:gd name="T9" fmla="*/ 15 h 15"/>
                    <a:gd name="T10" fmla="*/ 75 w 75"/>
                    <a:gd name="T11" fmla="*/ 7 h 15"/>
                    <a:gd name="T12" fmla="*/ 68 w 75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6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7" name="Freeform 88">
                  <a:extLst>
                    <a:ext uri="{FF2B5EF4-FFF2-40B4-BE49-F238E27FC236}">
                      <a16:creationId xmlns:a16="http://schemas.microsoft.com/office/drawing/2014/main" id="{B01643AB-2FD2-00C8-B645-BD04F7EB53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8" name="Freeform 89">
                  <a:extLst>
                    <a:ext uri="{FF2B5EF4-FFF2-40B4-BE49-F238E27FC236}">
                      <a16:creationId xmlns:a16="http://schemas.microsoft.com/office/drawing/2014/main" id="{A4DC5D23-7A07-AABB-6111-8D0AD3552A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2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9" name="Freeform 90">
                  <a:extLst>
                    <a:ext uri="{FF2B5EF4-FFF2-40B4-BE49-F238E27FC236}">
                      <a16:creationId xmlns:a16="http://schemas.microsoft.com/office/drawing/2014/main" id="{E41FB9D4-D441-C17A-455F-C4CE33BB4C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145542" cy="52205"/>
                </a:xfrm>
                <a:custGeom>
                  <a:avLst/>
                  <a:gdLst>
                    <a:gd name="T0" fmla="*/ 6 w 39"/>
                    <a:gd name="T1" fmla="*/ 14 h 14"/>
                    <a:gd name="T2" fmla="*/ 32 w 39"/>
                    <a:gd name="T3" fmla="*/ 14 h 14"/>
                    <a:gd name="T4" fmla="*/ 39 w 39"/>
                    <a:gd name="T5" fmla="*/ 7 h 14"/>
                    <a:gd name="T6" fmla="*/ 32 w 39"/>
                    <a:gd name="T7" fmla="*/ 0 h 14"/>
                    <a:gd name="T8" fmla="*/ 6 w 39"/>
                    <a:gd name="T9" fmla="*/ 0 h 14"/>
                    <a:gd name="T10" fmla="*/ 0 w 39"/>
                    <a:gd name="T11" fmla="*/ 7 h 14"/>
                    <a:gd name="T12" fmla="*/ 6 w 3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14">
                      <a:moveTo>
                        <a:pt x="6" y="14"/>
                      </a:move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6" y="14"/>
                        <a:pt x="39" y="11"/>
                        <a:pt x="39" y="7"/>
                      </a:cubicBezTo>
                      <a:cubicBezTo>
                        <a:pt x="39" y="3"/>
                        <a:pt x="36" y="0"/>
                        <a:pt x="32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0" name="Freeform 91">
                  <a:extLst>
                    <a:ext uri="{FF2B5EF4-FFF2-40B4-BE49-F238E27FC236}">
                      <a16:creationId xmlns:a16="http://schemas.microsoft.com/office/drawing/2014/main" id="{40A4FDDF-461C-7548-9A10-D5F03CB73D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6244" y="4010638"/>
                  <a:ext cx="691323" cy="884324"/>
                </a:xfrm>
                <a:custGeom>
                  <a:avLst/>
                  <a:gdLst>
                    <a:gd name="T0" fmla="*/ 93 w 185"/>
                    <a:gd name="T1" fmla="*/ 236 h 236"/>
                    <a:gd name="T2" fmla="*/ 185 w 185"/>
                    <a:gd name="T3" fmla="*/ 143 h 236"/>
                    <a:gd name="T4" fmla="*/ 166 w 185"/>
                    <a:gd name="T5" fmla="*/ 92 h 236"/>
                    <a:gd name="T6" fmla="*/ 140 w 185"/>
                    <a:gd name="T7" fmla="*/ 22 h 236"/>
                    <a:gd name="T8" fmla="*/ 120 w 185"/>
                    <a:gd name="T9" fmla="*/ 2 h 236"/>
                    <a:gd name="T10" fmla="*/ 93 w 185"/>
                    <a:gd name="T11" fmla="*/ 2 h 236"/>
                    <a:gd name="T12" fmla="*/ 58 w 185"/>
                    <a:gd name="T13" fmla="*/ 2 h 236"/>
                    <a:gd name="T14" fmla="*/ 34 w 185"/>
                    <a:gd name="T15" fmla="*/ 62 h 236"/>
                    <a:gd name="T16" fmla="*/ 0 w 185"/>
                    <a:gd name="T17" fmla="*/ 146 h 236"/>
                    <a:gd name="T18" fmla="*/ 93 w 185"/>
                    <a:gd name="T19" fmla="*/ 236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5" h="236">
                      <a:moveTo>
                        <a:pt x="93" y="236"/>
                      </a:moveTo>
                      <a:cubicBezTo>
                        <a:pt x="154" y="236"/>
                        <a:pt x="185" y="193"/>
                        <a:pt x="185" y="143"/>
                      </a:cubicBezTo>
                      <a:cubicBezTo>
                        <a:pt x="185" y="127"/>
                        <a:pt x="177" y="110"/>
                        <a:pt x="166" y="92"/>
                      </a:cubicBezTo>
                      <a:cubicBezTo>
                        <a:pt x="155" y="74"/>
                        <a:pt x="146" y="44"/>
                        <a:pt x="140" y="22"/>
                      </a:cubicBezTo>
                      <a:cubicBezTo>
                        <a:pt x="135" y="0"/>
                        <a:pt x="120" y="2"/>
                        <a:pt x="120" y="2"/>
                      </a:cubicBezTo>
                      <a:cubicBezTo>
                        <a:pt x="93" y="2"/>
                        <a:pt x="93" y="2"/>
                        <a:pt x="93" y="2"/>
                      </a:cubicBezTo>
                      <a:cubicBezTo>
                        <a:pt x="93" y="2"/>
                        <a:pt x="72" y="2"/>
                        <a:pt x="58" y="2"/>
                      </a:cubicBezTo>
                      <a:cubicBezTo>
                        <a:pt x="44" y="2"/>
                        <a:pt x="46" y="31"/>
                        <a:pt x="34" y="62"/>
                      </a:cubicBezTo>
                      <a:cubicBezTo>
                        <a:pt x="22" y="94"/>
                        <a:pt x="0" y="111"/>
                        <a:pt x="0" y="146"/>
                      </a:cubicBezTo>
                      <a:cubicBezTo>
                        <a:pt x="0" y="180"/>
                        <a:pt x="32" y="236"/>
                        <a:pt x="93" y="236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1" name="Freeform 92">
                  <a:extLst>
                    <a:ext uri="{FF2B5EF4-FFF2-40B4-BE49-F238E27FC236}">
                      <a16:creationId xmlns:a16="http://schemas.microsoft.com/office/drawing/2014/main" id="{48AEC98D-E201-2B18-C7E9-BBC4F1400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4278" y="4010638"/>
                  <a:ext cx="343289" cy="884324"/>
                </a:xfrm>
                <a:custGeom>
                  <a:avLst/>
                  <a:gdLst>
                    <a:gd name="T0" fmla="*/ 92 w 92"/>
                    <a:gd name="T1" fmla="*/ 143 h 236"/>
                    <a:gd name="T2" fmla="*/ 73 w 92"/>
                    <a:gd name="T3" fmla="*/ 92 h 236"/>
                    <a:gd name="T4" fmla="*/ 47 w 92"/>
                    <a:gd name="T5" fmla="*/ 22 h 236"/>
                    <a:gd name="T6" fmla="*/ 27 w 92"/>
                    <a:gd name="T7" fmla="*/ 2 h 236"/>
                    <a:gd name="T8" fmla="*/ 0 w 92"/>
                    <a:gd name="T9" fmla="*/ 2 h 236"/>
                    <a:gd name="T10" fmla="*/ 0 w 92"/>
                    <a:gd name="T11" fmla="*/ 236 h 236"/>
                    <a:gd name="T12" fmla="*/ 92 w 92"/>
                    <a:gd name="T13" fmla="*/ 14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2" h="236">
                      <a:moveTo>
                        <a:pt x="92" y="143"/>
                      </a:moveTo>
                      <a:cubicBezTo>
                        <a:pt x="92" y="127"/>
                        <a:pt x="84" y="110"/>
                        <a:pt x="73" y="92"/>
                      </a:cubicBezTo>
                      <a:cubicBezTo>
                        <a:pt x="62" y="74"/>
                        <a:pt x="53" y="44"/>
                        <a:pt x="47" y="22"/>
                      </a:cubicBezTo>
                      <a:cubicBezTo>
                        <a:pt x="42" y="0"/>
                        <a:pt x="27" y="2"/>
                        <a:pt x="27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36"/>
                        <a:pt x="0" y="236"/>
                        <a:pt x="0" y="236"/>
                      </a:cubicBezTo>
                      <a:cubicBezTo>
                        <a:pt x="61" y="236"/>
                        <a:pt x="92" y="193"/>
                        <a:pt x="92" y="1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2" name="Freeform 93">
                  <a:extLst>
                    <a:ext uri="{FF2B5EF4-FFF2-40B4-BE49-F238E27FC236}">
                      <a16:creationId xmlns:a16="http://schemas.microsoft.com/office/drawing/2014/main" id="{2C0A36DA-420C-3E53-D6C3-96801870FC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142378" cy="55370"/>
                </a:xfrm>
                <a:custGeom>
                  <a:avLst/>
                  <a:gdLst>
                    <a:gd name="T0" fmla="*/ 0 w 38"/>
                    <a:gd name="T1" fmla="*/ 7 h 15"/>
                    <a:gd name="T2" fmla="*/ 7 w 38"/>
                    <a:gd name="T3" fmla="*/ 15 h 15"/>
                    <a:gd name="T4" fmla="*/ 38 w 38"/>
                    <a:gd name="T5" fmla="*/ 15 h 15"/>
                    <a:gd name="T6" fmla="*/ 38 w 38"/>
                    <a:gd name="T7" fmla="*/ 0 h 15"/>
                    <a:gd name="T8" fmla="*/ 7 w 38"/>
                    <a:gd name="T9" fmla="*/ 0 h 15"/>
                    <a:gd name="T10" fmla="*/ 0 w 38"/>
                    <a:gd name="T11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0" y="7"/>
                      </a:move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3" name="Freeform 94">
                  <a:extLst>
                    <a:ext uri="{FF2B5EF4-FFF2-40B4-BE49-F238E27FC236}">
                      <a16:creationId xmlns:a16="http://schemas.microsoft.com/office/drawing/2014/main" id="{ECCB0E94-61DB-8D44-05D6-1E5C45DF5B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4" name="Freeform 95">
                  <a:extLst>
                    <a:ext uri="{FF2B5EF4-FFF2-40B4-BE49-F238E27FC236}">
                      <a16:creationId xmlns:a16="http://schemas.microsoft.com/office/drawing/2014/main" id="{3A6C33A4-3936-B1A0-805F-5B2A049333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5" name="Freeform 96">
                  <a:extLst>
                    <a:ext uri="{FF2B5EF4-FFF2-40B4-BE49-F238E27FC236}">
                      <a16:creationId xmlns:a16="http://schemas.microsoft.com/office/drawing/2014/main" id="{6C478641-75CB-E45D-5AB2-9BDA42954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74353" cy="52205"/>
                </a:xfrm>
                <a:custGeom>
                  <a:avLst/>
                  <a:gdLst>
                    <a:gd name="T0" fmla="*/ 6 w 20"/>
                    <a:gd name="T1" fmla="*/ 14 h 14"/>
                    <a:gd name="T2" fmla="*/ 20 w 20"/>
                    <a:gd name="T3" fmla="*/ 14 h 14"/>
                    <a:gd name="T4" fmla="*/ 20 w 20"/>
                    <a:gd name="T5" fmla="*/ 0 h 14"/>
                    <a:gd name="T6" fmla="*/ 6 w 20"/>
                    <a:gd name="T7" fmla="*/ 0 h 14"/>
                    <a:gd name="T8" fmla="*/ 0 w 20"/>
                    <a:gd name="T9" fmla="*/ 7 h 14"/>
                    <a:gd name="T10" fmla="*/ 6 w 20"/>
                    <a:gd name="T1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14">
                      <a:moveTo>
                        <a:pt x="6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6" name="Freeform 159">
                  <a:extLst>
                    <a:ext uri="{FF2B5EF4-FFF2-40B4-BE49-F238E27FC236}">
                      <a16:creationId xmlns:a16="http://schemas.microsoft.com/office/drawing/2014/main" id="{0F93219D-F8D3-B64A-B1FA-2B86B86B362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673205" y="3487005"/>
                  <a:ext cx="25311" cy="183509"/>
                </a:xfrm>
                <a:custGeom>
                  <a:avLst/>
                  <a:gdLst>
                    <a:gd name="T0" fmla="*/ 16 w 16"/>
                    <a:gd name="T1" fmla="*/ 116 h 116"/>
                    <a:gd name="T2" fmla="*/ 0 w 16"/>
                    <a:gd name="T3" fmla="*/ 116 h 116"/>
                    <a:gd name="T4" fmla="*/ 0 w 16"/>
                    <a:gd name="T5" fmla="*/ 57 h 116"/>
                    <a:gd name="T6" fmla="*/ 16 w 16"/>
                    <a:gd name="T7" fmla="*/ 57 h 116"/>
                    <a:gd name="T8" fmla="*/ 16 w 16"/>
                    <a:gd name="T9" fmla="*/ 116 h 116"/>
                    <a:gd name="T10" fmla="*/ 16 w 16"/>
                    <a:gd name="T11" fmla="*/ 14 h 116"/>
                    <a:gd name="T12" fmla="*/ 0 w 16"/>
                    <a:gd name="T13" fmla="*/ 14 h 116"/>
                    <a:gd name="T14" fmla="*/ 0 w 16"/>
                    <a:gd name="T15" fmla="*/ 0 h 116"/>
                    <a:gd name="T16" fmla="*/ 16 w 16"/>
                    <a:gd name="T17" fmla="*/ 0 h 116"/>
                    <a:gd name="T18" fmla="*/ 16 w 16"/>
                    <a:gd name="T19" fmla="*/ 1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16">
                      <a:moveTo>
                        <a:pt x="16" y="116"/>
                      </a:moveTo>
                      <a:lnTo>
                        <a:pt x="0" y="116"/>
                      </a:lnTo>
                      <a:lnTo>
                        <a:pt x="0" y="57"/>
                      </a:lnTo>
                      <a:lnTo>
                        <a:pt x="16" y="57"/>
                      </a:lnTo>
                      <a:lnTo>
                        <a:pt x="16" y="116"/>
                      </a:lnTo>
                      <a:close/>
                      <a:moveTo>
                        <a:pt x="16" y="1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4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34" name="组合 1033">
                <a:extLst>
                  <a:ext uri="{FF2B5EF4-FFF2-40B4-BE49-F238E27FC236}">
                    <a16:creationId xmlns:a16="http://schemas.microsoft.com/office/drawing/2014/main" id="{7DCA5126-F031-1980-EBAD-71C9C2E99EBF}"/>
                  </a:ext>
                </a:extLst>
              </p:cNvPr>
              <p:cNvGrpSpPr/>
              <p:nvPr/>
            </p:nvGrpSpPr>
            <p:grpSpPr>
              <a:xfrm flipV="1">
                <a:off x="2336465" y="2051683"/>
                <a:ext cx="691323" cy="1407957"/>
                <a:chOff x="2336244" y="3487005"/>
                <a:chExt cx="691323" cy="1407957"/>
              </a:xfrm>
              <a:noFill/>
            </p:grpSpPr>
            <p:sp>
              <p:nvSpPr>
                <p:cNvPr id="1035" name="Freeform 87">
                  <a:extLst>
                    <a:ext uri="{FF2B5EF4-FFF2-40B4-BE49-F238E27FC236}">
                      <a16:creationId xmlns:a16="http://schemas.microsoft.com/office/drawing/2014/main" id="{F8E4A8B7-26EB-DA52-26AA-A330D18DB8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280010" cy="55370"/>
                </a:xfrm>
                <a:custGeom>
                  <a:avLst/>
                  <a:gdLst>
                    <a:gd name="T0" fmla="*/ 68 w 75"/>
                    <a:gd name="T1" fmla="*/ 0 h 15"/>
                    <a:gd name="T2" fmla="*/ 7 w 75"/>
                    <a:gd name="T3" fmla="*/ 0 h 15"/>
                    <a:gd name="T4" fmla="*/ 0 w 75"/>
                    <a:gd name="T5" fmla="*/ 7 h 15"/>
                    <a:gd name="T6" fmla="*/ 7 w 75"/>
                    <a:gd name="T7" fmla="*/ 15 h 15"/>
                    <a:gd name="T8" fmla="*/ 68 w 75"/>
                    <a:gd name="T9" fmla="*/ 15 h 15"/>
                    <a:gd name="T10" fmla="*/ 75 w 75"/>
                    <a:gd name="T11" fmla="*/ 7 h 15"/>
                    <a:gd name="T12" fmla="*/ 68 w 75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6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6" name="Freeform 88">
                  <a:extLst>
                    <a:ext uri="{FF2B5EF4-FFF2-40B4-BE49-F238E27FC236}">
                      <a16:creationId xmlns:a16="http://schemas.microsoft.com/office/drawing/2014/main" id="{D87AB1D4-B008-CCD5-811F-14561CC33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7" name="Freeform 89">
                  <a:extLst>
                    <a:ext uri="{FF2B5EF4-FFF2-40B4-BE49-F238E27FC236}">
                      <a16:creationId xmlns:a16="http://schemas.microsoft.com/office/drawing/2014/main" id="{8F394267-D8C3-3701-A7BA-C31953179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2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8" name="Freeform 90">
                  <a:extLst>
                    <a:ext uri="{FF2B5EF4-FFF2-40B4-BE49-F238E27FC236}">
                      <a16:creationId xmlns:a16="http://schemas.microsoft.com/office/drawing/2014/main" id="{AE80C99A-D07F-8FAF-D044-E57105C3B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145542" cy="52205"/>
                </a:xfrm>
                <a:custGeom>
                  <a:avLst/>
                  <a:gdLst>
                    <a:gd name="T0" fmla="*/ 6 w 39"/>
                    <a:gd name="T1" fmla="*/ 14 h 14"/>
                    <a:gd name="T2" fmla="*/ 32 w 39"/>
                    <a:gd name="T3" fmla="*/ 14 h 14"/>
                    <a:gd name="T4" fmla="*/ 39 w 39"/>
                    <a:gd name="T5" fmla="*/ 7 h 14"/>
                    <a:gd name="T6" fmla="*/ 32 w 39"/>
                    <a:gd name="T7" fmla="*/ 0 h 14"/>
                    <a:gd name="T8" fmla="*/ 6 w 39"/>
                    <a:gd name="T9" fmla="*/ 0 h 14"/>
                    <a:gd name="T10" fmla="*/ 0 w 39"/>
                    <a:gd name="T11" fmla="*/ 7 h 14"/>
                    <a:gd name="T12" fmla="*/ 6 w 3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14">
                      <a:moveTo>
                        <a:pt x="6" y="14"/>
                      </a:move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6" y="14"/>
                        <a:pt x="39" y="11"/>
                        <a:pt x="39" y="7"/>
                      </a:cubicBezTo>
                      <a:cubicBezTo>
                        <a:pt x="39" y="3"/>
                        <a:pt x="36" y="0"/>
                        <a:pt x="32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9" name="Freeform 91">
                  <a:extLst>
                    <a:ext uri="{FF2B5EF4-FFF2-40B4-BE49-F238E27FC236}">
                      <a16:creationId xmlns:a16="http://schemas.microsoft.com/office/drawing/2014/main" id="{E200E372-6243-18EF-84FA-23B8C0F15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6244" y="4010638"/>
                  <a:ext cx="691323" cy="884324"/>
                </a:xfrm>
                <a:custGeom>
                  <a:avLst/>
                  <a:gdLst>
                    <a:gd name="T0" fmla="*/ 93 w 185"/>
                    <a:gd name="T1" fmla="*/ 236 h 236"/>
                    <a:gd name="T2" fmla="*/ 185 w 185"/>
                    <a:gd name="T3" fmla="*/ 143 h 236"/>
                    <a:gd name="T4" fmla="*/ 166 w 185"/>
                    <a:gd name="T5" fmla="*/ 92 h 236"/>
                    <a:gd name="T6" fmla="*/ 140 w 185"/>
                    <a:gd name="T7" fmla="*/ 22 h 236"/>
                    <a:gd name="T8" fmla="*/ 120 w 185"/>
                    <a:gd name="T9" fmla="*/ 2 h 236"/>
                    <a:gd name="T10" fmla="*/ 93 w 185"/>
                    <a:gd name="T11" fmla="*/ 2 h 236"/>
                    <a:gd name="T12" fmla="*/ 58 w 185"/>
                    <a:gd name="T13" fmla="*/ 2 h 236"/>
                    <a:gd name="T14" fmla="*/ 34 w 185"/>
                    <a:gd name="T15" fmla="*/ 62 h 236"/>
                    <a:gd name="T16" fmla="*/ 0 w 185"/>
                    <a:gd name="T17" fmla="*/ 146 h 236"/>
                    <a:gd name="T18" fmla="*/ 93 w 185"/>
                    <a:gd name="T19" fmla="*/ 236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5" h="236">
                      <a:moveTo>
                        <a:pt x="93" y="236"/>
                      </a:moveTo>
                      <a:cubicBezTo>
                        <a:pt x="154" y="236"/>
                        <a:pt x="185" y="193"/>
                        <a:pt x="185" y="143"/>
                      </a:cubicBezTo>
                      <a:cubicBezTo>
                        <a:pt x="185" y="127"/>
                        <a:pt x="177" y="110"/>
                        <a:pt x="166" y="92"/>
                      </a:cubicBezTo>
                      <a:cubicBezTo>
                        <a:pt x="155" y="74"/>
                        <a:pt x="146" y="44"/>
                        <a:pt x="140" y="22"/>
                      </a:cubicBezTo>
                      <a:cubicBezTo>
                        <a:pt x="135" y="0"/>
                        <a:pt x="120" y="2"/>
                        <a:pt x="120" y="2"/>
                      </a:cubicBezTo>
                      <a:cubicBezTo>
                        <a:pt x="93" y="2"/>
                        <a:pt x="93" y="2"/>
                        <a:pt x="93" y="2"/>
                      </a:cubicBezTo>
                      <a:cubicBezTo>
                        <a:pt x="93" y="2"/>
                        <a:pt x="72" y="2"/>
                        <a:pt x="58" y="2"/>
                      </a:cubicBezTo>
                      <a:cubicBezTo>
                        <a:pt x="44" y="2"/>
                        <a:pt x="46" y="31"/>
                        <a:pt x="34" y="62"/>
                      </a:cubicBezTo>
                      <a:cubicBezTo>
                        <a:pt x="22" y="94"/>
                        <a:pt x="0" y="111"/>
                        <a:pt x="0" y="146"/>
                      </a:cubicBezTo>
                      <a:cubicBezTo>
                        <a:pt x="0" y="180"/>
                        <a:pt x="32" y="236"/>
                        <a:pt x="93" y="2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0" name="Freeform 92">
                  <a:extLst>
                    <a:ext uri="{FF2B5EF4-FFF2-40B4-BE49-F238E27FC236}">
                      <a16:creationId xmlns:a16="http://schemas.microsoft.com/office/drawing/2014/main" id="{6024058F-E921-C910-F2A5-6D4C76D56F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4278" y="4010638"/>
                  <a:ext cx="343289" cy="884324"/>
                </a:xfrm>
                <a:custGeom>
                  <a:avLst/>
                  <a:gdLst>
                    <a:gd name="T0" fmla="*/ 92 w 92"/>
                    <a:gd name="T1" fmla="*/ 143 h 236"/>
                    <a:gd name="T2" fmla="*/ 73 w 92"/>
                    <a:gd name="T3" fmla="*/ 92 h 236"/>
                    <a:gd name="T4" fmla="*/ 47 w 92"/>
                    <a:gd name="T5" fmla="*/ 22 h 236"/>
                    <a:gd name="T6" fmla="*/ 27 w 92"/>
                    <a:gd name="T7" fmla="*/ 2 h 236"/>
                    <a:gd name="T8" fmla="*/ 0 w 92"/>
                    <a:gd name="T9" fmla="*/ 2 h 236"/>
                    <a:gd name="T10" fmla="*/ 0 w 92"/>
                    <a:gd name="T11" fmla="*/ 236 h 236"/>
                    <a:gd name="T12" fmla="*/ 92 w 92"/>
                    <a:gd name="T13" fmla="*/ 14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2" h="236">
                      <a:moveTo>
                        <a:pt x="92" y="143"/>
                      </a:moveTo>
                      <a:cubicBezTo>
                        <a:pt x="92" y="127"/>
                        <a:pt x="84" y="110"/>
                        <a:pt x="73" y="92"/>
                      </a:cubicBezTo>
                      <a:cubicBezTo>
                        <a:pt x="62" y="74"/>
                        <a:pt x="53" y="44"/>
                        <a:pt x="47" y="22"/>
                      </a:cubicBezTo>
                      <a:cubicBezTo>
                        <a:pt x="42" y="0"/>
                        <a:pt x="27" y="2"/>
                        <a:pt x="27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36"/>
                        <a:pt x="0" y="236"/>
                        <a:pt x="0" y="236"/>
                      </a:cubicBezTo>
                      <a:cubicBezTo>
                        <a:pt x="61" y="236"/>
                        <a:pt x="92" y="193"/>
                        <a:pt x="92" y="14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1" name="Freeform 93">
                  <a:extLst>
                    <a:ext uri="{FF2B5EF4-FFF2-40B4-BE49-F238E27FC236}">
                      <a16:creationId xmlns:a16="http://schemas.microsoft.com/office/drawing/2014/main" id="{CBEB5B43-D645-ECF3-0010-9EF95A77DD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142378" cy="55370"/>
                </a:xfrm>
                <a:custGeom>
                  <a:avLst/>
                  <a:gdLst>
                    <a:gd name="T0" fmla="*/ 0 w 38"/>
                    <a:gd name="T1" fmla="*/ 7 h 15"/>
                    <a:gd name="T2" fmla="*/ 7 w 38"/>
                    <a:gd name="T3" fmla="*/ 15 h 15"/>
                    <a:gd name="T4" fmla="*/ 38 w 38"/>
                    <a:gd name="T5" fmla="*/ 15 h 15"/>
                    <a:gd name="T6" fmla="*/ 38 w 38"/>
                    <a:gd name="T7" fmla="*/ 0 h 15"/>
                    <a:gd name="T8" fmla="*/ 7 w 38"/>
                    <a:gd name="T9" fmla="*/ 0 h 15"/>
                    <a:gd name="T10" fmla="*/ 0 w 38"/>
                    <a:gd name="T11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0" y="7"/>
                      </a:move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2" name="Freeform 94">
                  <a:extLst>
                    <a:ext uri="{FF2B5EF4-FFF2-40B4-BE49-F238E27FC236}">
                      <a16:creationId xmlns:a16="http://schemas.microsoft.com/office/drawing/2014/main" id="{F2301580-4D10-C5D2-0C0E-8A3E9A4A4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3" name="Freeform 95">
                  <a:extLst>
                    <a:ext uri="{FF2B5EF4-FFF2-40B4-BE49-F238E27FC236}">
                      <a16:creationId xmlns:a16="http://schemas.microsoft.com/office/drawing/2014/main" id="{183E9CBB-49E9-1628-6D11-D6F5907C99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4" name="Freeform 96">
                  <a:extLst>
                    <a:ext uri="{FF2B5EF4-FFF2-40B4-BE49-F238E27FC236}">
                      <a16:creationId xmlns:a16="http://schemas.microsoft.com/office/drawing/2014/main" id="{0010DD3A-71CD-1800-6AA6-99BD82B47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74353" cy="52205"/>
                </a:xfrm>
                <a:custGeom>
                  <a:avLst/>
                  <a:gdLst>
                    <a:gd name="T0" fmla="*/ 6 w 20"/>
                    <a:gd name="T1" fmla="*/ 14 h 14"/>
                    <a:gd name="T2" fmla="*/ 20 w 20"/>
                    <a:gd name="T3" fmla="*/ 14 h 14"/>
                    <a:gd name="T4" fmla="*/ 20 w 20"/>
                    <a:gd name="T5" fmla="*/ 0 h 14"/>
                    <a:gd name="T6" fmla="*/ 6 w 20"/>
                    <a:gd name="T7" fmla="*/ 0 h 14"/>
                    <a:gd name="T8" fmla="*/ 0 w 20"/>
                    <a:gd name="T9" fmla="*/ 7 h 14"/>
                    <a:gd name="T10" fmla="*/ 6 w 20"/>
                    <a:gd name="T1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14">
                      <a:moveTo>
                        <a:pt x="6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5" name="Freeform 159">
                  <a:extLst>
                    <a:ext uri="{FF2B5EF4-FFF2-40B4-BE49-F238E27FC236}">
                      <a16:creationId xmlns:a16="http://schemas.microsoft.com/office/drawing/2014/main" id="{AC20E140-2B67-ED41-95EF-D4C71F144C8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673205" y="3487005"/>
                  <a:ext cx="25311" cy="183509"/>
                </a:xfrm>
                <a:custGeom>
                  <a:avLst/>
                  <a:gdLst>
                    <a:gd name="T0" fmla="*/ 16 w 16"/>
                    <a:gd name="T1" fmla="*/ 116 h 116"/>
                    <a:gd name="T2" fmla="*/ 0 w 16"/>
                    <a:gd name="T3" fmla="*/ 116 h 116"/>
                    <a:gd name="T4" fmla="*/ 0 w 16"/>
                    <a:gd name="T5" fmla="*/ 57 h 116"/>
                    <a:gd name="T6" fmla="*/ 16 w 16"/>
                    <a:gd name="T7" fmla="*/ 57 h 116"/>
                    <a:gd name="T8" fmla="*/ 16 w 16"/>
                    <a:gd name="T9" fmla="*/ 116 h 116"/>
                    <a:gd name="T10" fmla="*/ 16 w 16"/>
                    <a:gd name="T11" fmla="*/ 14 h 116"/>
                    <a:gd name="T12" fmla="*/ 0 w 16"/>
                    <a:gd name="T13" fmla="*/ 14 h 116"/>
                    <a:gd name="T14" fmla="*/ 0 w 16"/>
                    <a:gd name="T15" fmla="*/ 0 h 116"/>
                    <a:gd name="T16" fmla="*/ 16 w 16"/>
                    <a:gd name="T17" fmla="*/ 0 h 116"/>
                    <a:gd name="T18" fmla="*/ 16 w 16"/>
                    <a:gd name="T19" fmla="*/ 1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16">
                      <a:moveTo>
                        <a:pt x="16" y="116"/>
                      </a:moveTo>
                      <a:lnTo>
                        <a:pt x="0" y="116"/>
                      </a:lnTo>
                      <a:lnTo>
                        <a:pt x="0" y="57"/>
                      </a:lnTo>
                      <a:lnTo>
                        <a:pt x="16" y="57"/>
                      </a:lnTo>
                      <a:lnTo>
                        <a:pt x="16" y="116"/>
                      </a:lnTo>
                      <a:close/>
                      <a:moveTo>
                        <a:pt x="16" y="1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78" name="组合 977">
              <a:extLst>
                <a:ext uri="{FF2B5EF4-FFF2-40B4-BE49-F238E27FC236}">
                  <a16:creationId xmlns:a16="http://schemas.microsoft.com/office/drawing/2014/main" id="{133ED657-8574-D94D-76E3-F9A63FE7AB0D}"/>
                </a:ext>
              </a:extLst>
            </p:cNvPr>
            <p:cNvGrpSpPr/>
            <p:nvPr/>
          </p:nvGrpSpPr>
          <p:grpSpPr>
            <a:xfrm>
              <a:off x="1378428" y="1500079"/>
              <a:ext cx="524356" cy="3983377"/>
              <a:chOff x="1378428" y="1500079"/>
              <a:chExt cx="524356" cy="3983377"/>
            </a:xfrm>
          </p:grpSpPr>
          <p:grpSp>
            <p:nvGrpSpPr>
              <p:cNvPr id="369" name="组合 368">
                <a:extLst>
                  <a:ext uri="{FF2B5EF4-FFF2-40B4-BE49-F238E27FC236}">
                    <a16:creationId xmlns:a16="http://schemas.microsoft.com/office/drawing/2014/main" id="{7604C448-853E-393C-C010-FE4324A254FC}"/>
                  </a:ext>
                </a:extLst>
              </p:cNvPr>
              <p:cNvGrpSpPr/>
              <p:nvPr/>
            </p:nvGrpSpPr>
            <p:grpSpPr>
              <a:xfrm>
                <a:off x="1379150" y="3512317"/>
                <a:ext cx="523634" cy="1971139"/>
                <a:chOff x="1379150" y="3512317"/>
                <a:chExt cx="523634" cy="1971139"/>
              </a:xfrm>
            </p:grpSpPr>
            <p:sp>
              <p:nvSpPr>
                <p:cNvPr id="382" name="Freeform 97">
                  <a:extLst>
                    <a:ext uri="{FF2B5EF4-FFF2-40B4-BE49-F238E27FC236}">
                      <a16:creationId xmlns:a16="http://schemas.microsoft.com/office/drawing/2014/main" id="{E4D72472-36A6-D32D-C1BE-825B09CB1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213567" cy="44296"/>
                </a:xfrm>
                <a:custGeom>
                  <a:avLst/>
                  <a:gdLst>
                    <a:gd name="T0" fmla="*/ 51 w 57"/>
                    <a:gd name="T1" fmla="*/ 0 h 12"/>
                    <a:gd name="T2" fmla="*/ 5 w 57"/>
                    <a:gd name="T3" fmla="*/ 0 h 12"/>
                    <a:gd name="T4" fmla="*/ 0 w 57"/>
                    <a:gd name="T5" fmla="*/ 6 h 12"/>
                    <a:gd name="T6" fmla="*/ 5 w 57"/>
                    <a:gd name="T7" fmla="*/ 12 h 12"/>
                    <a:gd name="T8" fmla="*/ 51 w 57"/>
                    <a:gd name="T9" fmla="*/ 12 h 12"/>
                    <a:gd name="T10" fmla="*/ 57 w 57"/>
                    <a:gd name="T11" fmla="*/ 6 h 12"/>
                    <a:gd name="T12" fmla="*/ 51 w 57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1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" name="Freeform 98">
                  <a:extLst>
                    <a:ext uri="{FF2B5EF4-FFF2-40B4-BE49-F238E27FC236}">
                      <a16:creationId xmlns:a16="http://schemas.microsoft.com/office/drawing/2014/main" id="{844163D6-415B-E9F4-4CEC-8E1B0F1A1F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213567" cy="41131"/>
                </a:xfrm>
                <a:custGeom>
                  <a:avLst/>
                  <a:gdLst>
                    <a:gd name="T0" fmla="*/ 5 w 57"/>
                    <a:gd name="T1" fmla="*/ 11 h 11"/>
                    <a:gd name="T2" fmla="*/ 51 w 57"/>
                    <a:gd name="T3" fmla="*/ 11 h 11"/>
                    <a:gd name="T4" fmla="*/ 57 w 57"/>
                    <a:gd name="T5" fmla="*/ 5 h 11"/>
                    <a:gd name="T6" fmla="*/ 51 w 57"/>
                    <a:gd name="T7" fmla="*/ 0 h 11"/>
                    <a:gd name="T8" fmla="*/ 5 w 57"/>
                    <a:gd name="T9" fmla="*/ 0 h 11"/>
                    <a:gd name="T10" fmla="*/ 0 w 57"/>
                    <a:gd name="T11" fmla="*/ 5 h 11"/>
                    <a:gd name="T12" fmla="*/ 5 w 57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1">
                      <a:moveTo>
                        <a:pt x="5" y="11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4" y="11"/>
                        <a:pt x="57" y="9"/>
                        <a:pt x="57" y="5"/>
                      </a:cubicBezTo>
                      <a:cubicBezTo>
                        <a:pt x="57" y="2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4" name="Freeform 99">
                  <a:extLst>
                    <a:ext uri="{FF2B5EF4-FFF2-40B4-BE49-F238E27FC236}">
                      <a16:creationId xmlns:a16="http://schemas.microsoft.com/office/drawing/2014/main" id="{17E34001-6B18-242D-C018-A5B4A633BA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213567" cy="45878"/>
                </a:xfrm>
                <a:custGeom>
                  <a:avLst/>
                  <a:gdLst>
                    <a:gd name="T0" fmla="*/ 5 w 57"/>
                    <a:gd name="T1" fmla="*/ 12 h 12"/>
                    <a:gd name="T2" fmla="*/ 51 w 57"/>
                    <a:gd name="T3" fmla="*/ 12 h 12"/>
                    <a:gd name="T4" fmla="*/ 57 w 57"/>
                    <a:gd name="T5" fmla="*/ 6 h 12"/>
                    <a:gd name="T6" fmla="*/ 51 w 57"/>
                    <a:gd name="T7" fmla="*/ 0 h 12"/>
                    <a:gd name="T8" fmla="*/ 5 w 57"/>
                    <a:gd name="T9" fmla="*/ 0 h 12"/>
                    <a:gd name="T10" fmla="*/ 0 w 57"/>
                    <a:gd name="T11" fmla="*/ 6 h 12"/>
                    <a:gd name="T12" fmla="*/ 5 w 57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" y="12"/>
                      </a:move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5" name="Freeform 100">
                  <a:extLst>
                    <a:ext uri="{FF2B5EF4-FFF2-40B4-BE49-F238E27FC236}">
                      <a16:creationId xmlns:a16="http://schemas.microsoft.com/office/drawing/2014/main" id="{C22EF275-8BA5-23C0-A399-E9AEDF41F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112320" cy="37967"/>
                </a:xfrm>
                <a:custGeom>
                  <a:avLst/>
                  <a:gdLst>
                    <a:gd name="T0" fmla="*/ 5 w 30"/>
                    <a:gd name="T1" fmla="*/ 10 h 10"/>
                    <a:gd name="T2" fmla="*/ 25 w 30"/>
                    <a:gd name="T3" fmla="*/ 10 h 10"/>
                    <a:gd name="T4" fmla="*/ 30 w 30"/>
                    <a:gd name="T5" fmla="*/ 5 h 10"/>
                    <a:gd name="T6" fmla="*/ 25 w 30"/>
                    <a:gd name="T7" fmla="*/ 0 h 10"/>
                    <a:gd name="T8" fmla="*/ 5 w 30"/>
                    <a:gd name="T9" fmla="*/ 0 h 10"/>
                    <a:gd name="T10" fmla="*/ 0 w 30"/>
                    <a:gd name="T11" fmla="*/ 5 h 10"/>
                    <a:gd name="T12" fmla="*/ 5 w 3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0" h="10">
                      <a:moveTo>
                        <a:pt x="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8" y="10"/>
                        <a:pt x="30" y="8"/>
                        <a:pt x="30" y="5"/>
                      </a:cubicBezTo>
                      <a:cubicBezTo>
                        <a:pt x="30" y="2"/>
                        <a:pt x="28" y="0"/>
                        <a:pt x="2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6" name="Freeform 101">
                  <a:extLst>
                    <a:ext uri="{FF2B5EF4-FFF2-40B4-BE49-F238E27FC236}">
                      <a16:creationId xmlns:a16="http://schemas.microsoft.com/office/drawing/2014/main" id="{75B78170-93D6-3EA1-2CA7-F208649F4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9150" y="4815863"/>
                  <a:ext cx="523634" cy="667593"/>
                </a:xfrm>
                <a:custGeom>
                  <a:avLst/>
                  <a:gdLst>
                    <a:gd name="T0" fmla="*/ 71 w 140"/>
                    <a:gd name="T1" fmla="*/ 178 h 178"/>
                    <a:gd name="T2" fmla="*/ 140 w 140"/>
                    <a:gd name="T3" fmla="*/ 108 h 178"/>
                    <a:gd name="T4" fmla="*/ 125 w 140"/>
                    <a:gd name="T5" fmla="*/ 69 h 178"/>
                    <a:gd name="T6" fmla="*/ 106 w 140"/>
                    <a:gd name="T7" fmla="*/ 17 h 178"/>
                    <a:gd name="T8" fmla="*/ 91 w 140"/>
                    <a:gd name="T9" fmla="*/ 2 h 178"/>
                    <a:gd name="T10" fmla="*/ 71 w 140"/>
                    <a:gd name="T11" fmla="*/ 2 h 178"/>
                    <a:gd name="T12" fmla="*/ 44 w 140"/>
                    <a:gd name="T13" fmla="*/ 2 h 178"/>
                    <a:gd name="T14" fmla="*/ 26 w 140"/>
                    <a:gd name="T15" fmla="*/ 47 h 178"/>
                    <a:gd name="T16" fmla="*/ 0 w 140"/>
                    <a:gd name="T17" fmla="*/ 110 h 178"/>
                    <a:gd name="T18" fmla="*/ 71 w 140"/>
                    <a:gd name="T19" fmla="*/ 17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0" h="178">
                      <a:moveTo>
                        <a:pt x="71" y="178"/>
                      </a:moveTo>
                      <a:cubicBezTo>
                        <a:pt x="117" y="178"/>
                        <a:pt x="140" y="146"/>
                        <a:pt x="140" y="108"/>
                      </a:cubicBezTo>
                      <a:cubicBezTo>
                        <a:pt x="140" y="96"/>
                        <a:pt x="134" y="83"/>
                        <a:pt x="125" y="69"/>
                      </a:cubicBezTo>
                      <a:cubicBezTo>
                        <a:pt x="117" y="56"/>
                        <a:pt x="110" y="33"/>
                        <a:pt x="106" y="17"/>
                      </a:cubicBezTo>
                      <a:cubicBezTo>
                        <a:pt x="102" y="0"/>
                        <a:pt x="91" y="2"/>
                        <a:pt x="91" y="2"/>
                      </a:cubicBezTo>
                      <a:cubicBezTo>
                        <a:pt x="71" y="2"/>
                        <a:pt x="71" y="2"/>
                        <a:pt x="71" y="2"/>
                      </a:cubicBezTo>
                      <a:cubicBezTo>
                        <a:pt x="71" y="2"/>
                        <a:pt x="55" y="2"/>
                        <a:pt x="44" y="2"/>
                      </a:cubicBezTo>
                      <a:cubicBezTo>
                        <a:pt x="34" y="2"/>
                        <a:pt x="35" y="24"/>
                        <a:pt x="26" y="47"/>
                      </a:cubicBezTo>
                      <a:cubicBezTo>
                        <a:pt x="17" y="71"/>
                        <a:pt x="0" y="84"/>
                        <a:pt x="0" y="110"/>
                      </a:cubicBezTo>
                      <a:cubicBezTo>
                        <a:pt x="0" y="136"/>
                        <a:pt x="25" y="178"/>
                        <a:pt x="71" y="178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7" name="Freeform 102">
                  <a:extLst>
                    <a:ext uri="{FF2B5EF4-FFF2-40B4-BE49-F238E27FC236}">
                      <a16:creationId xmlns:a16="http://schemas.microsoft.com/office/drawing/2014/main" id="{8BC413A7-FE31-FA09-EE23-CD52A42E07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4921" y="4815863"/>
                  <a:ext cx="257862" cy="667593"/>
                </a:xfrm>
                <a:custGeom>
                  <a:avLst/>
                  <a:gdLst>
                    <a:gd name="T0" fmla="*/ 69 w 69"/>
                    <a:gd name="T1" fmla="*/ 108 h 178"/>
                    <a:gd name="T2" fmla="*/ 54 w 69"/>
                    <a:gd name="T3" fmla="*/ 69 h 178"/>
                    <a:gd name="T4" fmla="*/ 35 w 69"/>
                    <a:gd name="T5" fmla="*/ 17 h 178"/>
                    <a:gd name="T6" fmla="*/ 20 w 69"/>
                    <a:gd name="T7" fmla="*/ 2 h 178"/>
                    <a:gd name="T8" fmla="*/ 0 w 69"/>
                    <a:gd name="T9" fmla="*/ 2 h 178"/>
                    <a:gd name="T10" fmla="*/ 0 w 69"/>
                    <a:gd name="T11" fmla="*/ 178 h 178"/>
                    <a:gd name="T12" fmla="*/ 69 w 69"/>
                    <a:gd name="T13" fmla="*/ 10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78">
                      <a:moveTo>
                        <a:pt x="69" y="108"/>
                      </a:moveTo>
                      <a:cubicBezTo>
                        <a:pt x="69" y="96"/>
                        <a:pt x="63" y="83"/>
                        <a:pt x="54" y="69"/>
                      </a:cubicBezTo>
                      <a:cubicBezTo>
                        <a:pt x="46" y="56"/>
                        <a:pt x="39" y="33"/>
                        <a:pt x="35" y="17"/>
                      </a:cubicBezTo>
                      <a:cubicBezTo>
                        <a:pt x="31" y="0"/>
                        <a:pt x="20" y="2"/>
                        <a:pt x="2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46" y="178"/>
                        <a:pt x="69" y="146"/>
                        <a:pt x="69" y="1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8" name="Freeform 103">
                  <a:extLst>
                    <a:ext uri="{FF2B5EF4-FFF2-40B4-BE49-F238E27FC236}">
                      <a16:creationId xmlns:a16="http://schemas.microsoft.com/office/drawing/2014/main" id="{820567D2-3A93-7DA6-461F-8257009B6D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109157" cy="44296"/>
                </a:xfrm>
                <a:custGeom>
                  <a:avLst/>
                  <a:gdLst>
                    <a:gd name="T0" fmla="*/ 0 w 29"/>
                    <a:gd name="T1" fmla="*/ 6 h 12"/>
                    <a:gd name="T2" fmla="*/ 5 w 29"/>
                    <a:gd name="T3" fmla="*/ 12 h 12"/>
                    <a:gd name="T4" fmla="*/ 29 w 29"/>
                    <a:gd name="T5" fmla="*/ 12 h 12"/>
                    <a:gd name="T6" fmla="*/ 29 w 29"/>
                    <a:gd name="T7" fmla="*/ 0 h 12"/>
                    <a:gd name="T8" fmla="*/ 5 w 29"/>
                    <a:gd name="T9" fmla="*/ 0 h 12"/>
                    <a:gd name="T10" fmla="*/ 0 w 29"/>
                    <a:gd name="T11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0" y="6"/>
                      </a:move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9" name="Freeform 104">
                  <a:extLst>
                    <a:ext uri="{FF2B5EF4-FFF2-40B4-BE49-F238E27FC236}">
                      <a16:creationId xmlns:a16="http://schemas.microsoft.com/office/drawing/2014/main" id="{730D9963-F823-DEB9-8585-F8E617B4D9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109157" cy="41131"/>
                </a:xfrm>
                <a:custGeom>
                  <a:avLst/>
                  <a:gdLst>
                    <a:gd name="T0" fmla="*/ 5 w 29"/>
                    <a:gd name="T1" fmla="*/ 11 h 11"/>
                    <a:gd name="T2" fmla="*/ 29 w 29"/>
                    <a:gd name="T3" fmla="*/ 11 h 11"/>
                    <a:gd name="T4" fmla="*/ 29 w 29"/>
                    <a:gd name="T5" fmla="*/ 0 h 11"/>
                    <a:gd name="T6" fmla="*/ 5 w 29"/>
                    <a:gd name="T7" fmla="*/ 0 h 11"/>
                    <a:gd name="T8" fmla="*/ 0 w 29"/>
                    <a:gd name="T9" fmla="*/ 5 h 11"/>
                    <a:gd name="T10" fmla="*/ 5 w 29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1">
                      <a:moveTo>
                        <a:pt x="5" y="11"/>
                      </a:move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0" name="Freeform 105">
                  <a:extLst>
                    <a:ext uri="{FF2B5EF4-FFF2-40B4-BE49-F238E27FC236}">
                      <a16:creationId xmlns:a16="http://schemas.microsoft.com/office/drawing/2014/main" id="{5499A213-441B-6211-F062-2E76DAB142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109157" cy="45878"/>
                </a:xfrm>
                <a:custGeom>
                  <a:avLst/>
                  <a:gdLst>
                    <a:gd name="T0" fmla="*/ 5 w 29"/>
                    <a:gd name="T1" fmla="*/ 12 h 12"/>
                    <a:gd name="T2" fmla="*/ 29 w 29"/>
                    <a:gd name="T3" fmla="*/ 12 h 12"/>
                    <a:gd name="T4" fmla="*/ 29 w 29"/>
                    <a:gd name="T5" fmla="*/ 0 h 12"/>
                    <a:gd name="T6" fmla="*/ 5 w 29"/>
                    <a:gd name="T7" fmla="*/ 0 h 12"/>
                    <a:gd name="T8" fmla="*/ 0 w 29"/>
                    <a:gd name="T9" fmla="*/ 6 h 12"/>
                    <a:gd name="T10" fmla="*/ 5 w 29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5" y="12"/>
                      </a:move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1" name="Freeform 106">
                  <a:extLst>
                    <a:ext uri="{FF2B5EF4-FFF2-40B4-BE49-F238E27FC236}">
                      <a16:creationId xmlns:a16="http://schemas.microsoft.com/office/drawing/2014/main" id="{5B32B18F-3F56-081E-DBB2-9A78281FAD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60115" cy="37967"/>
                </a:xfrm>
                <a:custGeom>
                  <a:avLst/>
                  <a:gdLst>
                    <a:gd name="T0" fmla="*/ 5 w 16"/>
                    <a:gd name="T1" fmla="*/ 10 h 10"/>
                    <a:gd name="T2" fmla="*/ 16 w 16"/>
                    <a:gd name="T3" fmla="*/ 10 h 10"/>
                    <a:gd name="T4" fmla="*/ 16 w 16"/>
                    <a:gd name="T5" fmla="*/ 0 h 10"/>
                    <a:gd name="T6" fmla="*/ 5 w 16"/>
                    <a:gd name="T7" fmla="*/ 0 h 10"/>
                    <a:gd name="T8" fmla="*/ 0 w 16"/>
                    <a:gd name="T9" fmla="*/ 5 h 10"/>
                    <a:gd name="T10" fmla="*/ 5 w 16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10">
                      <a:moveTo>
                        <a:pt x="5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2" name="Freeform 160">
                  <a:extLst>
                    <a:ext uri="{FF2B5EF4-FFF2-40B4-BE49-F238E27FC236}">
                      <a16:creationId xmlns:a16="http://schemas.microsoft.com/office/drawing/2014/main" id="{871B123D-93D4-41E7-28BA-5CA26A99C9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29102" y="3512317"/>
                  <a:ext cx="26894" cy="1048849"/>
                </a:xfrm>
                <a:custGeom>
                  <a:avLst/>
                  <a:gdLst>
                    <a:gd name="T0" fmla="*/ 17 w 17"/>
                    <a:gd name="T1" fmla="*/ 663 h 663"/>
                    <a:gd name="T2" fmla="*/ 0 w 17"/>
                    <a:gd name="T3" fmla="*/ 663 h 663"/>
                    <a:gd name="T4" fmla="*/ 0 w 17"/>
                    <a:gd name="T5" fmla="*/ 604 h 663"/>
                    <a:gd name="T6" fmla="*/ 17 w 17"/>
                    <a:gd name="T7" fmla="*/ 604 h 663"/>
                    <a:gd name="T8" fmla="*/ 17 w 17"/>
                    <a:gd name="T9" fmla="*/ 663 h 663"/>
                    <a:gd name="T10" fmla="*/ 17 w 17"/>
                    <a:gd name="T11" fmla="*/ 561 h 663"/>
                    <a:gd name="T12" fmla="*/ 0 w 17"/>
                    <a:gd name="T13" fmla="*/ 561 h 663"/>
                    <a:gd name="T14" fmla="*/ 0 w 17"/>
                    <a:gd name="T15" fmla="*/ 502 h 663"/>
                    <a:gd name="T16" fmla="*/ 17 w 17"/>
                    <a:gd name="T17" fmla="*/ 502 h 663"/>
                    <a:gd name="T18" fmla="*/ 17 w 17"/>
                    <a:gd name="T19" fmla="*/ 561 h 663"/>
                    <a:gd name="T20" fmla="*/ 17 w 17"/>
                    <a:gd name="T21" fmla="*/ 462 h 663"/>
                    <a:gd name="T22" fmla="*/ 0 w 17"/>
                    <a:gd name="T23" fmla="*/ 462 h 663"/>
                    <a:gd name="T24" fmla="*/ 0 w 17"/>
                    <a:gd name="T25" fmla="*/ 403 h 663"/>
                    <a:gd name="T26" fmla="*/ 17 w 17"/>
                    <a:gd name="T27" fmla="*/ 403 h 663"/>
                    <a:gd name="T28" fmla="*/ 17 w 17"/>
                    <a:gd name="T29" fmla="*/ 462 h 663"/>
                    <a:gd name="T30" fmla="*/ 17 w 17"/>
                    <a:gd name="T31" fmla="*/ 360 h 663"/>
                    <a:gd name="T32" fmla="*/ 0 w 17"/>
                    <a:gd name="T33" fmla="*/ 360 h 663"/>
                    <a:gd name="T34" fmla="*/ 0 w 17"/>
                    <a:gd name="T35" fmla="*/ 301 h 663"/>
                    <a:gd name="T36" fmla="*/ 17 w 17"/>
                    <a:gd name="T37" fmla="*/ 301 h 663"/>
                    <a:gd name="T38" fmla="*/ 17 w 17"/>
                    <a:gd name="T39" fmla="*/ 360 h 663"/>
                    <a:gd name="T40" fmla="*/ 17 w 17"/>
                    <a:gd name="T41" fmla="*/ 261 h 663"/>
                    <a:gd name="T42" fmla="*/ 0 w 17"/>
                    <a:gd name="T43" fmla="*/ 261 h 663"/>
                    <a:gd name="T44" fmla="*/ 0 w 17"/>
                    <a:gd name="T45" fmla="*/ 202 h 663"/>
                    <a:gd name="T46" fmla="*/ 17 w 17"/>
                    <a:gd name="T47" fmla="*/ 202 h 663"/>
                    <a:gd name="T48" fmla="*/ 17 w 17"/>
                    <a:gd name="T49" fmla="*/ 261 h 663"/>
                    <a:gd name="T50" fmla="*/ 17 w 17"/>
                    <a:gd name="T51" fmla="*/ 159 h 663"/>
                    <a:gd name="T52" fmla="*/ 0 w 17"/>
                    <a:gd name="T53" fmla="*/ 159 h 663"/>
                    <a:gd name="T54" fmla="*/ 0 w 17"/>
                    <a:gd name="T55" fmla="*/ 100 h 663"/>
                    <a:gd name="T56" fmla="*/ 17 w 17"/>
                    <a:gd name="T57" fmla="*/ 100 h 663"/>
                    <a:gd name="T58" fmla="*/ 17 w 17"/>
                    <a:gd name="T59" fmla="*/ 159 h 663"/>
                    <a:gd name="T60" fmla="*/ 17 w 17"/>
                    <a:gd name="T61" fmla="*/ 59 h 663"/>
                    <a:gd name="T62" fmla="*/ 0 w 17"/>
                    <a:gd name="T63" fmla="*/ 59 h 663"/>
                    <a:gd name="T64" fmla="*/ 0 w 17"/>
                    <a:gd name="T65" fmla="*/ 0 h 663"/>
                    <a:gd name="T66" fmla="*/ 17 w 17"/>
                    <a:gd name="T67" fmla="*/ 0 h 663"/>
                    <a:gd name="T68" fmla="*/ 17 w 17"/>
                    <a:gd name="T69" fmla="*/ 59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663"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1"/>
                      </a:moveTo>
                      <a:lnTo>
                        <a:pt x="0" y="561"/>
                      </a:lnTo>
                      <a:lnTo>
                        <a:pt x="0" y="502"/>
                      </a:lnTo>
                      <a:lnTo>
                        <a:pt x="17" y="502"/>
                      </a:lnTo>
                      <a:lnTo>
                        <a:pt x="17" y="561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0"/>
                      </a:moveTo>
                      <a:lnTo>
                        <a:pt x="0" y="360"/>
                      </a:lnTo>
                      <a:lnTo>
                        <a:pt x="0" y="301"/>
                      </a:lnTo>
                      <a:lnTo>
                        <a:pt x="17" y="301"/>
                      </a:lnTo>
                      <a:lnTo>
                        <a:pt x="17" y="360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59"/>
                      </a:moveTo>
                      <a:lnTo>
                        <a:pt x="0" y="159"/>
                      </a:lnTo>
                      <a:lnTo>
                        <a:pt x="0" y="100"/>
                      </a:lnTo>
                      <a:lnTo>
                        <a:pt x="17" y="100"/>
                      </a:lnTo>
                      <a:lnTo>
                        <a:pt x="17" y="159"/>
                      </a:lnTo>
                      <a:close/>
                      <a:moveTo>
                        <a:pt x="17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59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70" name="组合 369">
                <a:extLst>
                  <a:ext uri="{FF2B5EF4-FFF2-40B4-BE49-F238E27FC236}">
                    <a16:creationId xmlns:a16="http://schemas.microsoft.com/office/drawing/2014/main" id="{1DEFE593-5512-D735-CBC8-FEE4E79B1A02}"/>
                  </a:ext>
                </a:extLst>
              </p:cNvPr>
              <p:cNvGrpSpPr/>
              <p:nvPr/>
            </p:nvGrpSpPr>
            <p:grpSpPr>
              <a:xfrm flipV="1">
                <a:off x="1378428" y="1500079"/>
                <a:ext cx="523634" cy="1971139"/>
                <a:chOff x="1379150" y="3512317"/>
                <a:chExt cx="523634" cy="1971139"/>
              </a:xfrm>
              <a:noFill/>
            </p:grpSpPr>
            <p:sp>
              <p:nvSpPr>
                <p:cNvPr id="371" name="Freeform 97">
                  <a:extLst>
                    <a:ext uri="{FF2B5EF4-FFF2-40B4-BE49-F238E27FC236}">
                      <a16:creationId xmlns:a16="http://schemas.microsoft.com/office/drawing/2014/main" id="{C2E75CE3-03F0-8202-B6DD-CCEADC175A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213567" cy="44296"/>
                </a:xfrm>
                <a:custGeom>
                  <a:avLst/>
                  <a:gdLst>
                    <a:gd name="T0" fmla="*/ 51 w 57"/>
                    <a:gd name="T1" fmla="*/ 0 h 12"/>
                    <a:gd name="T2" fmla="*/ 5 w 57"/>
                    <a:gd name="T3" fmla="*/ 0 h 12"/>
                    <a:gd name="T4" fmla="*/ 0 w 57"/>
                    <a:gd name="T5" fmla="*/ 6 h 12"/>
                    <a:gd name="T6" fmla="*/ 5 w 57"/>
                    <a:gd name="T7" fmla="*/ 12 h 12"/>
                    <a:gd name="T8" fmla="*/ 51 w 57"/>
                    <a:gd name="T9" fmla="*/ 12 h 12"/>
                    <a:gd name="T10" fmla="*/ 57 w 57"/>
                    <a:gd name="T11" fmla="*/ 6 h 12"/>
                    <a:gd name="T12" fmla="*/ 51 w 57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1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" name="Freeform 98">
                  <a:extLst>
                    <a:ext uri="{FF2B5EF4-FFF2-40B4-BE49-F238E27FC236}">
                      <a16:creationId xmlns:a16="http://schemas.microsoft.com/office/drawing/2014/main" id="{0B46ECDE-761E-3241-5151-F478FBB2B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213567" cy="41131"/>
                </a:xfrm>
                <a:custGeom>
                  <a:avLst/>
                  <a:gdLst>
                    <a:gd name="T0" fmla="*/ 5 w 57"/>
                    <a:gd name="T1" fmla="*/ 11 h 11"/>
                    <a:gd name="T2" fmla="*/ 51 w 57"/>
                    <a:gd name="T3" fmla="*/ 11 h 11"/>
                    <a:gd name="T4" fmla="*/ 57 w 57"/>
                    <a:gd name="T5" fmla="*/ 5 h 11"/>
                    <a:gd name="T6" fmla="*/ 51 w 57"/>
                    <a:gd name="T7" fmla="*/ 0 h 11"/>
                    <a:gd name="T8" fmla="*/ 5 w 57"/>
                    <a:gd name="T9" fmla="*/ 0 h 11"/>
                    <a:gd name="T10" fmla="*/ 0 w 57"/>
                    <a:gd name="T11" fmla="*/ 5 h 11"/>
                    <a:gd name="T12" fmla="*/ 5 w 57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1">
                      <a:moveTo>
                        <a:pt x="5" y="11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4" y="11"/>
                        <a:pt x="57" y="9"/>
                        <a:pt x="57" y="5"/>
                      </a:cubicBezTo>
                      <a:cubicBezTo>
                        <a:pt x="57" y="2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3" name="Freeform 99">
                  <a:extLst>
                    <a:ext uri="{FF2B5EF4-FFF2-40B4-BE49-F238E27FC236}">
                      <a16:creationId xmlns:a16="http://schemas.microsoft.com/office/drawing/2014/main" id="{2ABE5F26-1CA4-9758-AA56-C7EB90751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213567" cy="45878"/>
                </a:xfrm>
                <a:custGeom>
                  <a:avLst/>
                  <a:gdLst>
                    <a:gd name="T0" fmla="*/ 5 w 57"/>
                    <a:gd name="T1" fmla="*/ 12 h 12"/>
                    <a:gd name="T2" fmla="*/ 51 w 57"/>
                    <a:gd name="T3" fmla="*/ 12 h 12"/>
                    <a:gd name="T4" fmla="*/ 57 w 57"/>
                    <a:gd name="T5" fmla="*/ 6 h 12"/>
                    <a:gd name="T6" fmla="*/ 51 w 57"/>
                    <a:gd name="T7" fmla="*/ 0 h 12"/>
                    <a:gd name="T8" fmla="*/ 5 w 57"/>
                    <a:gd name="T9" fmla="*/ 0 h 12"/>
                    <a:gd name="T10" fmla="*/ 0 w 57"/>
                    <a:gd name="T11" fmla="*/ 6 h 12"/>
                    <a:gd name="T12" fmla="*/ 5 w 57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" y="12"/>
                      </a:move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4" name="Freeform 100">
                  <a:extLst>
                    <a:ext uri="{FF2B5EF4-FFF2-40B4-BE49-F238E27FC236}">
                      <a16:creationId xmlns:a16="http://schemas.microsoft.com/office/drawing/2014/main" id="{90CFBE1B-96E4-DAEF-6DC3-0CDC77B1E8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112320" cy="37967"/>
                </a:xfrm>
                <a:custGeom>
                  <a:avLst/>
                  <a:gdLst>
                    <a:gd name="T0" fmla="*/ 5 w 30"/>
                    <a:gd name="T1" fmla="*/ 10 h 10"/>
                    <a:gd name="T2" fmla="*/ 25 w 30"/>
                    <a:gd name="T3" fmla="*/ 10 h 10"/>
                    <a:gd name="T4" fmla="*/ 30 w 30"/>
                    <a:gd name="T5" fmla="*/ 5 h 10"/>
                    <a:gd name="T6" fmla="*/ 25 w 30"/>
                    <a:gd name="T7" fmla="*/ 0 h 10"/>
                    <a:gd name="T8" fmla="*/ 5 w 30"/>
                    <a:gd name="T9" fmla="*/ 0 h 10"/>
                    <a:gd name="T10" fmla="*/ 0 w 30"/>
                    <a:gd name="T11" fmla="*/ 5 h 10"/>
                    <a:gd name="T12" fmla="*/ 5 w 3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0" h="10">
                      <a:moveTo>
                        <a:pt x="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8" y="10"/>
                        <a:pt x="30" y="8"/>
                        <a:pt x="30" y="5"/>
                      </a:cubicBezTo>
                      <a:cubicBezTo>
                        <a:pt x="30" y="2"/>
                        <a:pt x="28" y="0"/>
                        <a:pt x="2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5" name="Freeform 101">
                  <a:extLst>
                    <a:ext uri="{FF2B5EF4-FFF2-40B4-BE49-F238E27FC236}">
                      <a16:creationId xmlns:a16="http://schemas.microsoft.com/office/drawing/2014/main" id="{9BE0C6E3-CD84-8813-11F9-AB64A42944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9150" y="4815863"/>
                  <a:ext cx="523634" cy="667593"/>
                </a:xfrm>
                <a:custGeom>
                  <a:avLst/>
                  <a:gdLst>
                    <a:gd name="T0" fmla="*/ 71 w 140"/>
                    <a:gd name="T1" fmla="*/ 178 h 178"/>
                    <a:gd name="T2" fmla="*/ 140 w 140"/>
                    <a:gd name="T3" fmla="*/ 108 h 178"/>
                    <a:gd name="T4" fmla="*/ 125 w 140"/>
                    <a:gd name="T5" fmla="*/ 69 h 178"/>
                    <a:gd name="T6" fmla="*/ 106 w 140"/>
                    <a:gd name="T7" fmla="*/ 17 h 178"/>
                    <a:gd name="T8" fmla="*/ 91 w 140"/>
                    <a:gd name="T9" fmla="*/ 2 h 178"/>
                    <a:gd name="T10" fmla="*/ 71 w 140"/>
                    <a:gd name="T11" fmla="*/ 2 h 178"/>
                    <a:gd name="T12" fmla="*/ 44 w 140"/>
                    <a:gd name="T13" fmla="*/ 2 h 178"/>
                    <a:gd name="T14" fmla="*/ 26 w 140"/>
                    <a:gd name="T15" fmla="*/ 47 h 178"/>
                    <a:gd name="T16" fmla="*/ 0 w 140"/>
                    <a:gd name="T17" fmla="*/ 110 h 178"/>
                    <a:gd name="T18" fmla="*/ 71 w 140"/>
                    <a:gd name="T19" fmla="*/ 17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0" h="178">
                      <a:moveTo>
                        <a:pt x="71" y="178"/>
                      </a:moveTo>
                      <a:cubicBezTo>
                        <a:pt x="117" y="178"/>
                        <a:pt x="140" y="146"/>
                        <a:pt x="140" y="108"/>
                      </a:cubicBezTo>
                      <a:cubicBezTo>
                        <a:pt x="140" y="96"/>
                        <a:pt x="134" y="83"/>
                        <a:pt x="125" y="69"/>
                      </a:cubicBezTo>
                      <a:cubicBezTo>
                        <a:pt x="117" y="56"/>
                        <a:pt x="110" y="33"/>
                        <a:pt x="106" y="17"/>
                      </a:cubicBezTo>
                      <a:cubicBezTo>
                        <a:pt x="102" y="0"/>
                        <a:pt x="91" y="2"/>
                        <a:pt x="91" y="2"/>
                      </a:cubicBezTo>
                      <a:cubicBezTo>
                        <a:pt x="71" y="2"/>
                        <a:pt x="71" y="2"/>
                        <a:pt x="71" y="2"/>
                      </a:cubicBezTo>
                      <a:cubicBezTo>
                        <a:pt x="71" y="2"/>
                        <a:pt x="55" y="2"/>
                        <a:pt x="44" y="2"/>
                      </a:cubicBezTo>
                      <a:cubicBezTo>
                        <a:pt x="34" y="2"/>
                        <a:pt x="35" y="24"/>
                        <a:pt x="26" y="47"/>
                      </a:cubicBezTo>
                      <a:cubicBezTo>
                        <a:pt x="17" y="71"/>
                        <a:pt x="0" y="84"/>
                        <a:pt x="0" y="110"/>
                      </a:cubicBezTo>
                      <a:cubicBezTo>
                        <a:pt x="0" y="136"/>
                        <a:pt x="25" y="178"/>
                        <a:pt x="71" y="17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6" name="Freeform 102">
                  <a:extLst>
                    <a:ext uri="{FF2B5EF4-FFF2-40B4-BE49-F238E27FC236}">
                      <a16:creationId xmlns:a16="http://schemas.microsoft.com/office/drawing/2014/main" id="{29E0B5F4-57E8-7EEC-2664-39B59995CE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4921" y="4815863"/>
                  <a:ext cx="257862" cy="667593"/>
                </a:xfrm>
                <a:custGeom>
                  <a:avLst/>
                  <a:gdLst>
                    <a:gd name="T0" fmla="*/ 69 w 69"/>
                    <a:gd name="T1" fmla="*/ 108 h 178"/>
                    <a:gd name="T2" fmla="*/ 54 w 69"/>
                    <a:gd name="T3" fmla="*/ 69 h 178"/>
                    <a:gd name="T4" fmla="*/ 35 w 69"/>
                    <a:gd name="T5" fmla="*/ 17 h 178"/>
                    <a:gd name="T6" fmla="*/ 20 w 69"/>
                    <a:gd name="T7" fmla="*/ 2 h 178"/>
                    <a:gd name="T8" fmla="*/ 0 w 69"/>
                    <a:gd name="T9" fmla="*/ 2 h 178"/>
                    <a:gd name="T10" fmla="*/ 0 w 69"/>
                    <a:gd name="T11" fmla="*/ 178 h 178"/>
                    <a:gd name="T12" fmla="*/ 69 w 69"/>
                    <a:gd name="T13" fmla="*/ 10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78">
                      <a:moveTo>
                        <a:pt x="69" y="108"/>
                      </a:moveTo>
                      <a:cubicBezTo>
                        <a:pt x="69" y="96"/>
                        <a:pt x="63" y="83"/>
                        <a:pt x="54" y="69"/>
                      </a:cubicBezTo>
                      <a:cubicBezTo>
                        <a:pt x="46" y="56"/>
                        <a:pt x="39" y="33"/>
                        <a:pt x="35" y="17"/>
                      </a:cubicBezTo>
                      <a:cubicBezTo>
                        <a:pt x="31" y="0"/>
                        <a:pt x="20" y="2"/>
                        <a:pt x="2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46" y="178"/>
                        <a:pt x="69" y="146"/>
                        <a:pt x="69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7" name="Freeform 103">
                  <a:extLst>
                    <a:ext uri="{FF2B5EF4-FFF2-40B4-BE49-F238E27FC236}">
                      <a16:creationId xmlns:a16="http://schemas.microsoft.com/office/drawing/2014/main" id="{F343A08A-1FCB-38D2-C84C-02ABDE67D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109157" cy="44296"/>
                </a:xfrm>
                <a:custGeom>
                  <a:avLst/>
                  <a:gdLst>
                    <a:gd name="T0" fmla="*/ 0 w 29"/>
                    <a:gd name="T1" fmla="*/ 6 h 12"/>
                    <a:gd name="T2" fmla="*/ 5 w 29"/>
                    <a:gd name="T3" fmla="*/ 12 h 12"/>
                    <a:gd name="T4" fmla="*/ 29 w 29"/>
                    <a:gd name="T5" fmla="*/ 12 h 12"/>
                    <a:gd name="T6" fmla="*/ 29 w 29"/>
                    <a:gd name="T7" fmla="*/ 0 h 12"/>
                    <a:gd name="T8" fmla="*/ 5 w 29"/>
                    <a:gd name="T9" fmla="*/ 0 h 12"/>
                    <a:gd name="T10" fmla="*/ 0 w 29"/>
                    <a:gd name="T11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0" y="6"/>
                      </a:move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8" name="Freeform 104">
                  <a:extLst>
                    <a:ext uri="{FF2B5EF4-FFF2-40B4-BE49-F238E27FC236}">
                      <a16:creationId xmlns:a16="http://schemas.microsoft.com/office/drawing/2014/main" id="{F56CFC0A-9142-F71F-003A-5E2706D2C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109157" cy="41131"/>
                </a:xfrm>
                <a:custGeom>
                  <a:avLst/>
                  <a:gdLst>
                    <a:gd name="T0" fmla="*/ 5 w 29"/>
                    <a:gd name="T1" fmla="*/ 11 h 11"/>
                    <a:gd name="T2" fmla="*/ 29 w 29"/>
                    <a:gd name="T3" fmla="*/ 11 h 11"/>
                    <a:gd name="T4" fmla="*/ 29 w 29"/>
                    <a:gd name="T5" fmla="*/ 0 h 11"/>
                    <a:gd name="T6" fmla="*/ 5 w 29"/>
                    <a:gd name="T7" fmla="*/ 0 h 11"/>
                    <a:gd name="T8" fmla="*/ 0 w 29"/>
                    <a:gd name="T9" fmla="*/ 5 h 11"/>
                    <a:gd name="T10" fmla="*/ 5 w 29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1">
                      <a:moveTo>
                        <a:pt x="5" y="11"/>
                      </a:move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9" name="Freeform 105">
                  <a:extLst>
                    <a:ext uri="{FF2B5EF4-FFF2-40B4-BE49-F238E27FC236}">
                      <a16:creationId xmlns:a16="http://schemas.microsoft.com/office/drawing/2014/main" id="{6856B64B-54D0-3E41-8CE9-0DED414D61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109157" cy="45878"/>
                </a:xfrm>
                <a:custGeom>
                  <a:avLst/>
                  <a:gdLst>
                    <a:gd name="T0" fmla="*/ 5 w 29"/>
                    <a:gd name="T1" fmla="*/ 12 h 12"/>
                    <a:gd name="T2" fmla="*/ 29 w 29"/>
                    <a:gd name="T3" fmla="*/ 12 h 12"/>
                    <a:gd name="T4" fmla="*/ 29 w 29"/>
                    <a:gd name="T5" fmla="*/ 0 h 12"/>
                    <a:gd name="T6" fmla="*/ 5 w 29"/>
                    <a:gd name="T7" fmla="*/ 0 h 12"/>
                    <a:gd name="T8" fmla="*/ 0 w 29"/>
                    <a:gd name="T9" fmla="*/ 6 h 12"/>
                    <a:gd name="T10" fmla="*/ 5 w 29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5" y="12"/>
                      </a:move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0" name="Freeform 106">
                  <a:extLst>
                    <a:ext uri="{FF2B5EF4-FFF2-40B4-BE49-F238E27FC236}">
                      <a16:creationId xmlns:a16="http://schemas.microsoft.com/office/drawing/2014/main" id="{81296129-4F2F-DE2C-38FF-1D59076C55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60115" cy="37967"/>
                </a:xfrm>
                <a:custGeom>
                  <a:avLst/>
                  <a:gdLst>
                    <a:gd name="T0" fmla="*/ 5 w 16"/>
                    <a:gd name="T1" fmla="*/ 10 h 10"/>
                    <a:gd name="T2" fmla="*/ 16 w 16"/>
                    <a:gd name="T3" fmla="*/ 10 h 10"/>
                    <a:gd name="T4" fmla="*/ 16 w 16"/>
                    <a:gd name="T5" fmla="*/ 0 h 10"/>
                    <a:gd name="T6" fmla="*/ 5 w 16"/>
                    <a:gd name="T7" fmla="*/ 0 h 10"/>
                    <a:gd name="T8" fmla="*/ 0 w 16"/>
                    <a:gd name="T9" fmla="*/ 5 h 10"/>
                    <a:gd name="T10" fmla="*/ 5 w 16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10">
                      <a:moveTo>
                        <a:pt x="5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1" name="Freeform 160">
                  <a:extLst>
                    <a:ext uri="{FF2B5EF4-FFF2-40B4-BE49-F238E27FC236}">
                      <a16:creationId xmlns:a16="http://schemas.microsoft.com/office/drawing/2014/main" id="{D3EDED8B-E620-13C5-9ADE-A08D058A2C1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29102" y="3512317"/>
                  <a:ext cx="26894" cy="1048849"/>
                </a:xfrm>
                <a:custGeom>
                  <a:avLst/>
                  <a:gdLst>
                    <a:gd name="T0" fmla="*/ 17 w 17"/>
                    <a:gd name="T1" fmla="*/ 663 h 663"/>
                    <a:gd name="T2" fmla="*/ 0 w 17"/>
                    <a:gd name="T3" fmla="*/ 663 h 663"/>
                    <a:gd name="T4" fmla="*/ 0 w 17"/>
                    <a:gd name="T5" fmla="*/ 604 h 663"/>
                    <a:gd name="T6" fmla="*/ 17 w 17"/>
                    <a:gd name="T7" fmla="*/ 604 h 663"/>
                    <a:gd name="T8" fmla="*/ 17 w 17"/>
                    <a:gd name="T9" fmla="*/ 663 h 663"/>
                    <a:gd name="T10" fmla="*/ 17 w 17"/>
                    <a:gd name="T11" fmla="*/ 561 h 663"/>
                    <a:gd name="T12" fmla="*/ 0 w 17"/>
                    <a:gd name="T13" fmla="*/ 561 h 663"/>
                    <a:gd name="T14" fmla="*/ 0 w 17"/>
                    <a:gd name="T15" fmla="*/ 502 h 663"/>
                    <a:gd name="T16" fmla="*/ 17 w 17"/>
                    <a:gd name="T17" fmla="*/ 502 h 663"/>
                    <a:gd name="T18" fmla="*/ 17 w 17"/>
                    <a:gd name="T19" fmla="*/ 561 h 663"/>
                    <a:gd name="T20" fmla="*/ 17 w 17"/>
                    <a:gd name="T21" fmla="*/ 462 h 663"/>
                    <a:gd name="T22" fmla="*/ 0 w 17"/>
                    <a:gd name="T23" fmla="*/ 462 h 663"/>
                    <a:gd name="T24" fmla="*/ 0 w 17"/>
                    <a:gd name="T25" fmla="*/ 403 h 663"/>
                    <a:gd name="T26" fmla="*/ 17 w 17"/>
                    <a:gd name="T27" fmla="*/ 403 h 663"/>
                    <a:gd name="T28" fmla="*/ 17 w 17"/>
                    <a:gd name="T29" fmla="*/ 462 h 663"/>
                    <a:gd name="T30" fmla="*/ 17 w 17"/>
                    <a:gd name="T31" fmla="*/ 360 h 663"/>
                    <a:gd name="T32" fmla="*/ 0 w 17"/>
                    <a:gd name="T33" fmla="*/ 360 h 663"/>
                    <a:gd name="T34" fmla="*/ 0 w 17"/>
                    <a:gd name="T35" fmla="*/ 301 h 663"/>
                    <a:gd name="T36" fmla="*/ 17 w 17"/>
                    <a:gd name="T37" fmla="*/ 301 h 663"/>
                    <a:gd name="T38" fmla="*/ 17 w 17"/>
                    <a:gd name="T39" fmla="*/ 360 h 663"/>
                    <a:gd name="T40" fmla="*/ 17 w 17"/>
                    <a:gd name="T41" fmla="*/ 261 h 663"/>
                    <a:gd name="T42" fmla="*/ 0 w 17"/>
                    <a:gd name="T43" fmla="*/ 261 h 663"/>
                    <a:gd name="T44" fmla="*/ 0 w 17"/>
                    <a:gd name="T45" fmla="*/ 202 h 663"/>
                    <a:gd name="T46" fmla="*/ 17 w 17"/>
                    <a:gd name="T47" fmla="*/ 202 h 663"/>
                    <a:gd name="T48" fmla="*/ 17 w 17"/>
                    <a:gd name="T49" fmla="*/ 261 h 663"/>
                    <a:gd name="T50" fmla="*/ 17 w 17"/>
                    <a:gd name="T51" fmla="*/ 159 h 663"/>
                    <a:gd name="T52" fmla="*/ 0 w 17"/>
                    <a:gd name="T53" fmla="*/ 159 h 663"/>
                    <a:gd name="T54" fmla="*/ 0 w 17"/>
                    <a:gd name="T55" fmla="*/ 100 h 663"/>
                    <a:gd name="T56" fmla="*/ 17 w 17"/>
                    <a:gd name="T57" fmla="*/ 100 h 663"/>
                    <a:gd name="T58" fmla="*/ 17 w 17"/>
                    <a:gd name="T59" fmla="*/ 159 h 663"/>
                    <a:gd name="T60" fmla="*/ 17 w 17"/>
                    <a:gd name="T61" fmla="*/ 59 h 663"/>
                    <a:gd name="T62" fmla="*/ 0 w 17"/>
                    <a:gd name="T63" fmla="*/ 59 h 663"/>
                    <a:gd name="T64" fmla="*/ 0 w 17"/>
                    <a:gd name="T65" fmla="*/ 0 h 663"/>
                    <a:gd name="T66" fmla="*/ 17 w 17"/>
                    <a:gd name="T67" fmla="*/ 0 h 663"/>
                    <a:gd name="T68" fmla="*/ 17 w 17"/>
                    <a:gd name="T69" fmla="*/ 59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663"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1"/>
                      </a:moveTo>
                      <a:lnTo>
                        <a:pt x="0" y="561"/>
                      </a:lnTo>
                      <a:lnTo>
                        <a:pt x="0" y="502"/>
                      </a:lnTo>
                      <a:lnTo>
                        <a:pt x="17" y="502"/>
                      </a:lnTo>
                      <a:lnTo>
                        <a:pt x="17" y="561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0"/>
                      </a:moveTo>
                      <a:lnTo>
                        <a:pt x="0" y="360"/>
                      </a:lnTo>
                      <a:lnTo>
                        <a:pt x="0" y="301"/>
                      </a:lnTo>
                      <a:lnTo>
                        <a:pt x="17" y="301"/>
                      </a:lnTo>
                      <a:lnTo>
                        <a:pt x="17" y="360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59"/>
                      </a:moveTo>
                      <a:lnTo>
                        <a:pt x="0" y="159"/>
                      </a:lnTo>
                      <a:lnTo>
                        <a:pt x="0" y="100"/>
                      </a:lnTo>
                      <a:lnTo>
                        <a:pt x="17" y="100"/>
                      </a:lnTo>
                      <a:lnTo>
                        <a:pt x="17" y="159"/>
                      </a:lnTo>
                      <a:close/>
                      <a:moveTo>
                        <a:pt x="17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84" name="组合 983">
              <a:extLst>
                <a:ext uri="{FF2B5EF4-FFF2-40B4-BE49-F238E27FC236}">
                  <a16:creationId xmlns:a16="http://schemas.microsoft.com/office/drawing/2014/main" id="{008A5146-B480-A0E0-69FA-1681E9D3DBB5}"/>
                </a:ext>
              </a:extLst>
            </p:cNvPr>
            <p:cNvGrpSpPr/>
            <p:nvPr/>
          </p:nvGrpSpPr>
          <p:grpSpPr>
            <a:xfrm>
              <a:off x="3312322" y="2220164"/>
              <a:ext cx="486929" cy="2559314"/>
              <a:chOff x="3312322" y="2220164"/>
              <a:chExt cx="486929" cy="2559314"/>
            </a:xfrm>
          </p:grpSpPr>
          <p:grpSp>
            <p:nvGrpSpPr>
              <p:cNvPr id="693" name="组合 692">
                <a:extLst>
                  <a:ext uri="{FF2B5EF4-FFF2-40B4-BE49-F238E27FC236}">
                    <a16:creationId xmlns:a16="http://schemas.microsoft.com/office/drawing/2014/main" id="{C3E13CB7-4E95-55FF-A4C2-365FC48494C8}"/>
                  </a:ext>
                </a:extLst>
              </p:cNvPr>
              <p:cNvGrpSpPr/>
              <p:nvPr/>
            </p:nvGrpSpPr>
            <p:grpSpPr>
              <a:xfrm>
                <a:off x="3312322" y="3509153"/>
                <a:ext cx="485667" cy="1270325"/>
                <a:chOff x="3312322" y="3509153"/>
                <a:chExt cx="485667" cy="1270325"/>
              </a:xfrm>
            </p:grpSpPr>
            <p:sp>
              <p:nvSpPr>
                <p:cNvPr id="340" name="Freeform 137">
                  <a:extLst>
                    <a:ext uri="{FF2B5EF4-FFF2-40B4-BE49-F238E27FC236}">
                      <a16:creationId xmlns:a16="http://schemas.microsoft.com/office/drawing/2014/main" id="{1575E63E-FA22-F090-2F24-FFF39D8649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97747" cy="37967"/>
                </a:xfrm>
                <a:custGeom>
                  <a:avLst/>
                  <a:gdLst>
                    <a:gd name="T0" fmla="*/ 47 w 53"/>
                    <a:gd name="T1" fmla="*/ 0 h 10"/>
                    <a:gd name="T2" fmla="*/ 5 w 53"/>
                    <a:gd name="T3" fmla="*/ 0 h 10"/>
                    <a:gd name="T4" fmla="*/ 0 w 53"/>
                    <a:gd name="T5" fmla="*/ 5 h 10"/>
                    <a:gd name="T6" fmla="*/ 5 w 53"/>
                    <a:gd name="T7" fmla="*/ 10 h 10"/>
                    <a:gd name="T8" fmla="*/ 47 w 53"/>
                    <a:gd name="T9" fmla="*/ 10 h 10"/>
                    <a:gd name="T10" fmla="*/ 53 w 53"/>
                    <a:gd name="T11" fmla="*/ 5 h 10"/>
                    <a:gd name="T12" fmla="*/ 47 w 5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1" name="Freeform 138">
                  <a:extLst>
                    <a:ext uri="{FF2B5EF4-FFF2-40B4-BE49-F238E27FC236}">
                      <a16:creationId xmlns:a16="http://schemas.microsoft.com/office/drawing/2014/main" id="{81AFA224-2BF2-9BF6-6E7A-7DB45FDBD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6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6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6"/>
                      </a:cubicBezTo>
                      <a:cubicBezTo>
                        <a:pt x="53" y="3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9" name="Freeform 139">
                  <a:extLst>
                    <a:ext uri="{FF2B5EF4-FFF2-40B4-BE49-F238E27FC236}">
                      <a16:creationId xmlns:a16="http://schemas.microsoft.com/office/drawing/2014/main" id="{5972E52D-139D-7AB8-D898-CF9DFB9236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5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5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6" name="Freeform 140">
                  <a:extLst>
                    <a:ext uri="{FF2B5EF4-FFF2-40B4-BE49-F238E27FC236}">
                      <a16:creationId xmlns:a16="http://schemas.microsoft.com/office/drawing/2014/main" id="{932D0612-5D9B-0D20-0888-BA57FF001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104411" cy="34804"/>
                </a:xfrm>
                <a:custGeom>
                  <a:avLst/>
                  <a:gdLst>
                    <a:gd name="T0" fmla="*/ 5 w 28"/>
                    <a:gd name="T1" fmla="*/ 9 h 9"/>
                    <a:gd name="T2" fmla="*/ 23 w 28"/>
                    <a:gd name="T3" fmla="*/ 9 h 9"/>
                    <a:gd name="T4" fmla="*/ 28 w 28"/>
                    <a:gd name="T5" fmla="*/ 4 h 9"/>
                    <a:gd name="T6" fmla="*/ 23 w 28"/>
                    <a:gd name="T7" fmla="*/ 0 h 9"/>
                    <a:gd name="T8" fmla="*/ 5 w 28"/>
                    <a:gd name="T9" fmla="*/ 0 h 9"/>
                    <a:gd name="T10" fmla="*/ 0 w 28"/>
                    <a:gd name="T11" fmla="*/ 4 h 9"/>
                    <a:gd name="T12" fmla="*/ 5 w 28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9">
                      <a:moveTo>
                        <a:pt x="5" y="9"/>
                      </a:move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6" y="9"/>
                        <a:pt x="28" y="7"/>
                        <a:pt x="28" y="4"/>
                      </a:cubicBezTo>
                      <a:cubicBezTo>
                        <a:pt x="28" y="2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2" name="Freeform 141">
                  <a:extLst>
                    <a:ext uri="{FF2B5EF4-FFF2-40B4-BE49-F238E27FC236}">
                      <a16:creationId xmlns:a16="http://schemas.microsoft.com/office/drawing/2014/main" id="{FF8B3D1B-9E12-407B-D8D7-F01D8D0E5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322" y="4157762"/>
                  <a:ext cx="485667" cy="621716"/>
                </a:xfrm>
                <a:custGeom>
                  <a:avLst/>
                  <a:gdLst>
                    <a:gd name="T0" fmla="*/ 66 w 130"/>
                    <a:gd name="T1" fmla="*/ 166 h 166"/>
                    <a:gd name="T2" fmla="*/ 130 w 130"/>
                    <a:gd name="T3" fmla="*/ 101 h 166"/>
                    <a:gd name="T4" fmla="*/ 117 w 130"/>
                    <a:gd name="T5" fmla="*/ 65 h 166"/>
                    <a:gd name="T6" fmla="*/ 99 w 130"/>
                    <a:gd name="T7" fmla="*/ 16 h 166"/>
                    <a:gd name="T8" fmla="*/ 85 w 130"/>
                    <a:gd name="T9" fmla="*/ 2 h 166"/>
                    <a:gd name="T10" fmla="*/ 66 w 130"/>
                    <a:gd name="T11" fmla="*/ 2 h 166"/>
                    <a:gd name="T12" fmla="*/ 41 w 130"/>
                    <a:gd name="T13" fmla="*/ 2 h 166"/>
                    <a:gd name="T14" fmla="*/ 24 w 130"/>
                    <a:gd name="T15" fmla="*/ 44 h 166"/>
                    <a:gd name="T16" fmla="*/ 0 w 130"/>
                    <a:gd name="T17" fmla="*/ 102 h 166"/>
                    <a:gd name="T18" fmla="*/ 66 w 130"/>
                    <a:gd name="T19" fmla="*/ 16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66">
                      <a:moveTo>
                        <a:pt x="66" y="166"/>
                      </a:moveTo>
                      <a:cubicBezTo>
                        <a:pt x="109" y="166"/>
                        <a:pt x="130" y="136"/>
                        <a:pt x="130" y="101"/>
                      </a:cubicBezTo>
                      <a:cubicBezTo>
                        <a:pt x="130" y="89"/>
                        <a:pt x="124" y="77"/>
                        <a:pt x="117" y="65"/>
                      </a:cubicBezTo>
                      <a:cubicBezTo>
                        <a:pt x="109" y="52"/>
                        <a:pt x="103" y="31"/>
                        <a:pt x="99" y="16"/>
                      </a:cubicBezTo>
                      <a:cubicBezTo>
                        <a:pt x="95" y="0"/>
                        <a:pt x="85" y="2"/>
                        <a:pt x="85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51" y="2"/>
                        <a:pt x="41" y="2"/>
                      </a:cubicBezTo>
                      <a:cubicBezTo>
                        <a:pt x="31" y="2"/>
                        <a:pt x="33" y="22"/>
                        <a:pt x="24" y="44"/>
                      </a:cubicBezTo>
                      <a:cubicBezTo>
                        <a:pt x="16" y="66"/>
                        <a:pt x="0" y="78"/>
                        <a:pt x="0" y="102"/>
                      </a:cubicBezTo>
                      <a:cubicBezTo>
                        <a:pt x="0" y="127"/>
                        <a:pt x="23" y="166"/>
                        <a:pt x="66" y="166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3" name="Freeform 142">
                  <a:extLst>
                    <a:ext uri="{FF2B5EF4-FFF2-40B4-BE49-F238E27FC236}">
                      <a16:creationId xmlns:a16="http://schemas.microsoft.com/office/drawing/2014/main" id="{43DC21C6-BF60-6096-C5CD-083E4B4B3B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9110" y="4157762"/>
                  <a:ext cx="238879" cy="621716"/>
                </a:xfrm>
                <a:custGeom>
                  <a:avLst/>
                  <a:gdLst>
                    <a:gd name="T0" fmla="*/ 64 w 64"/>
                    <a:gd name="T1" fmla="*/ 101 h 166"/>
                    <a:gd name="T2" fmla="*/ 51 w 64"/>
                    <a:gd name="T3" fmla="*/ 65 h 166"/>
                    <a:gd name="T4" fmla="*/ 33 w 64"/>
                    <a:gd name="T5" fmla="*/ 16 h 166"/>
                    <a:gd name="T6" fmla="*/ 19 w 64"/>
                    <a:gd name="T7" fmla="*/ 2 h 166"/>
                    <a:gd name="T8" fmla="*/ 0 w 64"/>
                    <a:gd name="T9" fmla="*/ 2 h 166"/>
                    <a:gd name="T10" fmla="*/ 0 w 64"/>
                    <a:gd name="T11" fmla="*/ 166 h 166"/>
                    <a:gd name="T12" fmla="*/ 64 w 64"/>
                    <a:gd name="T13" fmla="*/ 101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66">
                      <a:moveTo>
                        <a:pt x="64" y="101"/>
                      </a:moveTo>
                      <a:cubicBezTo>
                        <a:pt x="64" y="89"/>
                        <a:pt x="58" y="77"/>
                        <a:pt x="51" y="65"/>
                      </a:cubicBezTo>
                      <a:cubicBezTo>
                        <a:pt x="43" y="52"/>
                        <a:pt x="37" y="31"/>
                        <a:pt x="33" y="16"/>
                      </a:cubicBezTo>
                      <a:cubicBezTo>
                        <a:pt x="29" y="0"/>
                        <a:pt x="19" y="2"/>
                        <a:pt x="19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43" y="166"/>
                        <a:pt x="64" y="136"/>
                        <a:pt x="64" y="1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4" name="Freeform 143">
                  <a:extLst>
                    <a:ext uri="{FF2B5EF4-FFF2-40B4-BE49-F238E27FC236}">
                      <a16:creationId xmlns:a16="http://schemas.microsoft.com/office/drawing/2014/main" id="{1A324552-8DF9-673B-52A1-6E00BCFA05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5" name="Freeform 144">
                  <a:extLst>
                    <a:ext uri="{FF2B5EF4-FFF2-40B4-BE49-F238E27FC236}">
                      <a16:creationId xmlns:a16="http://schemas.microsoft.com/office/drawing/2014/main" id="{DE9F4AD6-AB18-851C-556F-D7EDF7340A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6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6" name="Freeform 145">
                  <a:extLst>
                    <a:ext uri="{FF2B5EF4-FFF2-40B4-BE49-F238E27FC236}">
                      <a16:creationId xmlns:a16="http://schemas.microsoft.com/office/drawing/2014/main" id="{3FF5D5D2-C054-C665-730A-94234D4B2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5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7" name="Freeform 146">
                  <a:extLst>
                    <a:ext uri="{FF2B5EF4-FFF2-40B4-BE49-F238E27FC236}">
                      <a16:creationId xmlns:a16="http://schemas.microsoft.com/office/drawing/2014/main" id="{8364E289-2CD5-34F4-4117-68A4135BB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55370" cy="34804"/>
                </a:xfrm>
                <a:custGeom>
                  <a:avLst/>
                  <a:gdLst>
                    <a:gd name="T0" fmla="*/ 5 w 15"/>
                    <a:gd name="T1" fmla="*/ 9 h 9"/>
                    <a:gd name="T2" fmla="*/ 15 w 15"/>
                    <a:gd name="T3" fmla="*/ 9 h 9"/>
                    <a:gd name="T4" fmla="*/ 15 w 15"/>
                    <a:gd name="T5" fmla="*/ 0 h 9"/>
                    <a:gd name="T6" fmla="*/ 5 w 15"/>
                    <a:gd name="T7" fmla="*/ 0 h 9"/>
                    <a:gd name="T8" fmla="*/ 0 w 15"/>
                    <a:gd name="T9" fmla="*/ 4 h 9"/>
                    <a:gd name="T10" fmla="*/ 5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8" name="Freeform 161">
                  <a:extLst>
                    <a:ext uri="{FF2B5EF4-FFF2-40B4-BE49-F238E27FC236}">
                      <a16:creationId xmlns:a16="http://schemas.microsoft.com/office/drawing/2014/main" id="{515821A0-8E96-2234-A3D3-F8B68A7CE4F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872" y="3509153"/>
                  <a:ext cx="28475" cy="411313"/>
                </a:xfrm>
                <a:custGeom>
                  <a:avLst/>
                  <a:gdLst>
                    <a:gd name="T0" fmla="*/ 18 w 18"/>
                    <a:gd name="T1" fmla="*/ 260 h 260"/>
                    <a:gd name="T2" fmla="*/ 0 w 18"/>
                    <a:gd name="T3" fmla="*/ 260 h 260"/>
                    <a:gd name="T4" fmla="*/ 0 w 18"/>
                    <a:gd name="T5" fmla="*/ 201 h 260"/>
                    <a:gd name="T6" fmla="*/ 18 w 18"/>
                    <a:gd name="T7" fmla="*/ 201 h 260"/>
                    <a:gd name="T8" fmla="*/ 18 w 18"/>
                    <a:gd name="T9" fmla="*/ 260 h 260"/>
                    <a:gd name="T10" fmla="*/ 18 w 18"/>
                    <a:gd name="T11" fmla="*/ 159 h 260"/>
                    <a:gd name="T12" fmla="*/ 0 w 18"/>
                    <a:gd name="T13" fmla="*/ 159 h 260"/>
                    <a:gd name="T14" fmla="*/ 0 w 18"/>
                    <a:gd name="T15" fmla="*/ 99 h 260"/>
                    <a:gd name="T16" fmla="*/ 18 w 18"/>
                    <a:gd name="T17" fmla="*/ 99 h 260"/>
                    <a:gd name="T18" fmla="*/ 18 w 18"/>
                    <a:gd name="T19" fmla="*/ 159 h 260"/>
                    <a:gd name="T20" fmla="*/ 18 w 18"/>
                    <a:gd name="T21" fmla="*/ 59 h 260"/>
                    <a:gd name="T22" fmla="*/ 0 w 18"/>
                    <a:gd name="T23" fmla="*/ 59 h 260"/>
                    <a:gd name="T24" fmla="*/ 0 w 18"/>
                    <a:gd name="T25" fmla="*/ 0 h 260"/>
                    <a:gd name="T26" fmla="*/ 18 w 18"/>
                    <a:gd name="T27" fmla="*/ 0 h 260"/>
                    <a:gd name="T28" fmla="*/ 18 w 18"/>
                    <a:gd name="T29" fmla="*/ 59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260">
                      <a:moveTo>
                        <a:pt x="18" y="260"/>
                      </a:moveTo>
                      <a:lnTo>
                        <a:pt x="0" y="260"/>
                      </a:lnTo>
                      <a:lnTo>
                        <a:pt x="0" y="201"/>
                      </a:lnTo>
                      <a:lnTo>
                        <a:pt x="18" y="201"/>
                      </a:lnTo>
                      <a:lnTo>
                        <a:pt x="18" y="260"/>
                      </a:lnTo>
                      <a:close/>
                      <a:moveTo>
                        <a:pt x="18" y="159"/>
                      </a:moveTo>
                      <a:lnTo>
                        <a:pt x="0" y="159"/>
                      </a:lnTo>
                      <a:lnTo>
                        <a:pt x="0" y="99"/>
                      </a:lnTo>
                      <a:lnTo>
                        <a:pt x="18" y="99"/>
                      </a:lnTo>
                      <a:lnTo>
                        <a:pt x="18" y="159"/>
                      </a:lnTo>
                      <a:close/>
                      <a:moveTo>
                        <a:pt x="18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8" y="0"/>
                      </a:lnTo>
                      <a:lnTo>
                        <a:pt x="18" y="59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94" name="组合 693">
                <a:extLst>
                  <a:ext uri="{FF2B5EF4-FFF2-40B4-BE49-F238E27FC236}">
                    <a16:creationId xmlns:a16="http://schemas.microsoft.com/office/drawing/2014/main" id="{4EEBEF2B-B435-65BB-7015-515CD5AC72A9}"/>
                  </a:ext>
                </a:extLst>
              </p:cNvPr>
              <p:cNvGrpSpPr/>
              <p:nvPr/>
            </p:nvGrpSpPr>
            <p:grpSpPr>
              <a:xfrm flipV="1">
                <a:off x="3313584" y="2220164"/>
                <a:ext cx="485667" cy="1270325"/>
                <a:chOff x="3312322" y="3509153"/>
                <a:chExt cx="485667" cy="1270325"/>
              </a:xfrm>
              <a:noFill/>
            </p:grpSpPr>
            <p:sp>
              <p:nvSpPr>
                <p:cNvPr id="695" name="Freeform 137">
                  <a:extLst>
                    <a:ext uri="{FF2B5EF4-FFF2-40B4-BE49-F238E27FC236}">
                      <a16:creationId xmlns:a16="http://schemas.microsoft.com/office/drawing/2014/main" id="{34A56E43-60C1-0425-DF39-8EB7A509E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97747" cy="37967"/>
                </a:xfrm>
                <a:custGeom>
                  <a:avLst/>
                  <a:gdLst>
                    <a:gd name="T0" fmla="*/ 47 w 53"/>
                    <a:gd name="T1" fmla="*/ 0 h 10"/>
                    <a:gd name="T2" fmla="*/ 5 w 53"/>
                    <a:gd name="T3" fmla="*/ 0 h 10"/>
                    <a:gd name="T4" fmla="*/ 0 w 53"/>
                    <a:gd name="T5" fmla="*/ 5 h 10"/>
                    <a:gd name="T6" fmla="*/ 5 w 53"/>
                    <a:gd name="T7" fmla="*/ 10 h 10"/>
                    <a:gd name="T8" fmla="*/ 47 w 53"/>
                    <a:gd name="T9" fmla="*/ 10 h 10"/>
                    <a:gd name="T10" fmla="*/ 53 w 53"/>
                    <a:gd name="T11" fmla="*/ 5 h 10"/>
                    <a:gd name="T12" fmla="*/ 47 w 5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6" name="Freeform 138">
                  <a:extLst>
                    <a:ext uri="{FF2B5EF4-FFF2-40B4-BE49-F238E27FC236}">
                      <a16:creationId xmlns:a16="http://schemas.microsoft.com/office/drawing/2014/main" id="{32939325-9922-0BB9-A339-84F123A276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6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6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6"/>
                      </a:cubicBezTo>
                      <a:cubicBezTo>
                        <a:pt x="53" y="3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7" name="Freeform 139">
                  <a:extLst>
                    <a:ext uri="{FF2B5EF4-FFF2-40B4-BE49-F238E27FC236}">
                      <a16:creationId xmlns:a16="http://schemas.microsoft.com/office/drawing/2014/main" id="{CB103D5F-A30F-0614-DBAE-1205A32C21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5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5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8" name="Freeform 140">
                  <a:extLst>
                    <a:ext uri="{FF2B5EF4-FFF2-40B4-BE49-F238E27FC236}">
                      <a16:creationId xmlns:a16="http://schemas.microsoft.com/office/drawing/2014/main" id="{AF0F8872-6018-9A0D-1CDD-E1791F513B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104411" cy="34804"/>
                </a:xfrm>
                <a:custGeom>
                  <a:avLst/>
                  <a:gdLst>
                    <a:gd name="T0" fmla="*/ 5 w 28"/>
                    <a:gd name="T1" fmla="*/ 9 h 9"/>
                    <a:gd name="T2" fmla="*/ 23 w 28"/>
                    <a:gd name="T3" fmla="*/ 9 h 9"/>
                    <a:gd name="T4" fmla="*/ 28 w 28"/>
                    <a:gd name="T5" fmla="*/ 4 h 9"/>
                    <a:gd name="T6" fmla="*/ 23 w 28"/>
                    <a:gd name="T7" fmla="*/ 0 h 9"/>
                    <a:gd name="T8" fmla="*/ 5 w 28"/>
                    <a:gd name="T9" fmla="*/ 0 h 9"/>
                    <a:gd name="T10" fmla="*/ 0 w 28"/>
                    <a:gd name="T11" fmla="*/ 4 h 9"/>
                    <a:gd name="T12" fmla="*/ 5 w 28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9">
                      <a:moveTo>
                        <a:pt x="5" y="9"/>
                      </a:move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6" y="9"/>
                        <a:pt x="28" y="7"/>
                        <a:pt x="28" y="4"/>
                      </a:cubicBezTo>
                      <a:cubicBezTo>
                        <a:pt x="28" y="2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9" name="Freeform 141">
                  <a:extLst>
                    <a:ext uri="{FF2B5EF4-FFF2-40B4-BE49-F238E27FC236}">
                      <a16:creationId xmlns:a16="http://schemas.microsoft.com/office/drawing/2014/main" id="{CDF4575B-C8E5-DBD5-4D37-89A65CBC8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322" y="4157762"/>
                  <a:ext cx="485667" cy="621716"/>
                </a:xfrm>
                <a:custGeom>
                  <a:avLst/>
                  <a:gdLst>
                    <a:gd name="T0" fmla="*/ 66 w 130"/>
                    <a:gd name="T1" fmla="*/ 166 h 166"/>
                    <a:gd name="T2" fmla="*/ 130 w 130"/>
                    <a:gd name="T3" fmla="*/ 101 h 166"/>
                    <a:gd name="T4" fmla="*/ 117 w 130"/>
                    <a:gd name="T5" fmla="*/ 65 h 166"/>
                    <a:gd name="T6" fmla="*/ 99 w 130"/>
                    <a:gd name="T7" fmla="*/ 16 h 166"/>
                    <a:gd name="T8" fmla="*/ 85 w 130"/>
                    <a:gd name="T9" fmla="*/ 2 h 166"/>
                    <a:gd name="T10" fmla="*/ 66 w 130"/>
                    <a:gd name="T11" fmla="*/ 2 h 166"/>
                    <a:gd name="T12" fmla="*/ 41 w 130"/>
                    <a:gd name="T13" fmla="*/ 2 h 166"/>
                    <a:gd name="T14" fmla="*/ 24 w 130"/>
                    <a:gd name="T15" fmla="*/ 44 h 166"/>
                    <a:gd name="T16" fmla="*/ 0 w 130"/>
                    <a:gd name="T17" fmla="*/ 102 h 166"/>
                    <a:gd name="T18" fmla="*/ 66 w 130"/>
                    <a:gd name="T19" fmla="*/ 16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66">
                      <a:moveTo>
                        <a:pt x="66" y="166"/>
                      </a:moveTo>
                      <a:cubicBezTo>
                        <a:pt x="109" y="166"/>
                        <a:pt x="130" y="136"/>
                        <a:pt x="130" y="101"/>
                      </a:cubicBezTo>
                      <a:cubicBezTo>
                        <a:pt x="130" y="89"/>
                        <a:pt x="124" y="77"/>
                        <a:pt x="117" y="65"/>
                      </a:cubicBezTo>
                      <a:cubicBezTo>
                        <a:pt x="109" y="52"/>
                        <a:pt x="103" y="31"/>
                        <a:pt x="99" y="16"/>
                      </a:cubicBezTo>
                      <a:cubicBezTo>
                        <a:pt x="95" y="0"/>
                        <a:pt x="85" y="2"/>
                        <a:pt x="85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51" y="2"/>
                        <a:pt x="41" y="2"/>
                      </a:cubicBezTo>
                      <a:cubicBezTo>
                        <a:pt x="31" y="2"/>
                        <a:pt x="33" y="22"/>
                        <a:pt x="24" y="44"/>
                      </a:cubicBezTo>
                      <a:cubicBezTo>
                        <a:pt x="16" y="66"/>
                        <a:pt x="0" y="78"/>
                        <a:pt x="0" y="102"/>
                      </a:cubicBezTo>
                      <a:cubicBezTo>
                        <a:pt x="0" y="127"/>
                        <a:pt x="23" y="166"/>
                        <a:pt x="66" y="1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0" name="Freeform 142">
                  <a:extLst>
                    <a:ext uri="{FF2B5EF4-FFF2-40B4-BE49-F238E27FC236}">
                      <a16:creationId xmlns:a16="http://schemas.microsoft.com/office/drawing/2014/main" id="{52F43498-DB38-329D-EDC3-3192671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9110" y="4157762"/>
                  <a:ext cx="238879" cy="621716"/>
                </a:xfrm>
                <a:custGeom>
                  <a:avLst/>
                  <a:gdLst>
                    <a:gd name="T0" fmla="*/ 64 w 64"/>
                    <a:gd name="T1" fmla="*/ 101 h 166"/>
                    <a:gd name="T2" fmla="*/ 51 w 64"/>
                    <a:gd name="T3" fmla="*/ 65 h 166"/>
                    <a:gd name="T4" fmla="*/ 33 w 64"/>
                    <a:gd name="T5" fmla="*/ 16 h 166"/>
                    <a:gd name="T6" fmla="*/ 19 w 64"/>
                    <a:gd name="T7" fmla="*/ 2 h 166"/>
                    <a:gd name="T8" fmla="*/ 0 w 64"/>
                    <a:gd name="T9" fmla="*/ 2 h 166"/>
                    <a:gd name="T10" fmla="*/ 0 w 64"/>
                    <a:gd name="T11" fmla="*/ 166 h 166"/>
                    <a:gd name="T12" fmla="*/ 64 w 64"/>
                    <a:gd name="T13" fmla="*/ 101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66">
                      <a:moveTo>
                        <a:pt x="64" y="101"/>
                      </a:moveTo>
                      <a:cubicBezTo>
                        <a:pt x="64" y="89"/>
                        <a:pt x="58" y="77"/>
                        <a:pt x="51" y="65"/>
                      </a:cubicBezTo>
                      <a:cubicBezTo>
                        <a:pt x="43" y="52"/>
                        <a:pt x="37" y="31"/>
                        <a:pt x="33" y="16"/>
                      </a:cubicBezTo>
                      <a:cubicBezTo>
                        <a:pt x="29" y="0"/>
                        <a:pt x="19" y="2"/>
                        <a:pt x="19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43" y="166"/>
                        <a:pt x="64" y="136"/>
                        <a:pt x="64" y="1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1" name="Freeform 143">
                  <a:extLst>
                    <a:ext uri="{FF2B5EF4-FFF2-40B4-BE49-F238E27FC236}">
                      <a16:creationId xmlns:a16="http://schemas.microsoft.com/office/drawing/2014/main" id="{2588E87B-BFDB-590A-6758-8F3E11C5EB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2" name="Freeform 144">
                  <a:extLst>
                    <a:ext uri="{FF2B5EF4-FFF2-40B4-BE49-F238E27FC236}">
                      <a16:creationId xmlns:a16="http://schemas.microsoft.com/office/drawing/2014/main" id="{BCBD2EC6-1F8A-C90F-3228-3B74D12F1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6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3" name="Freeform 145">
                  <a:extLst>
                    <a:ext uri="{FF2B5EF4-FFF2-40B4-BE49-F238E27FC236}">
                      <a16:creationId xmlns:a16="http://schemas.microsoft.com/office/drawing/2014/main" id="{B45E78D9-78B0-6B12-0E71-A9E3A3DAF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5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8" name="Freeform 146">
                  <a:extLst>
                    <a:ext uri="{FF2B5EF4-FFF2-40B4-BE49-F238E27FC236}">
                      <a16:creationId xmlns:a16="http://schemas.microsoft.com/office/drawing/2014/main" id="{35FE4E59-E53F-2500-2447-4C0CD87ADA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55370" cy="34804"/>
                </a:xfrm>
                <a:custGeom>
                  <a:avLst/>
                  <a:gdLst>
                    <a:gd name="T0" fmla="*/ 5 w 15"/>
                    <a:gd name="T1" fmla="*/ 9 h 9"/>
                    <a:gd name="T2" fmla="*/ 15 w 15"/>
                    <a:gd name="T3" fmla="*/ 9 h 9"/>
                    <a:gd name="T4" fmla="*/ 15 w 15"/>
                    <a:gd name="T5" fmla="*/ 0 h 9"/>
                    <a:gd name="T6" fmla="*/ 5 w 15"/>
                    <a:gd name="T7" fmla="*/ 0 h 9"/>
                    <a:gd name="T8" fmla="*/ 0 w 15"/>
                    <a:gd name="T9" fmla="*/ 4 h 9"/>
                    <a:gd name="T10" fmla="*/ 5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9" name="Freeform 161">
                  <a:extLst>
                    <a:ext uri="{FF2B5EF4-FFF2-40B4-BE49-F238E27FC236}">
                      <a16:creationId xmlns:a16="http://schemas.microsoft.com/office/drawing/2014/main" id="{7634C8A5-B88A-EEEC-7E70-88C12C3C3E9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872" y="3509153"/>
                  <a:ext cx="28475" cy="411313"/>
                </a:xfrm>
                <a:custGeom>
                  <a:avLst/>
                  <a:gdLst>
                    <a:gd name="T0" fmla="*/ 18 w 18"/>
                    <a:gd name="T1" fmla="*/ 260 h 260"/>
                    <a:gd name="T2" fmla="*/ 0 w 18"/>
                    <a:gd name="T3" fmla="*/ 260 h 260"/>
                    <a:gd name="T4" fmla="*/ 0 w 18"/>
                    <a:gd name="T5" fmla="*/ 201 h 260"/>
                    <a:gd name="T6" fmla="*/ 18 w 18"/>
                    <a:gd name="T7" fmla="*/ 201 h 260"/>
                    <a:gd name="T8" fmla="*/ 18 w 18"/>
                    <a:gd name="T9" fmla="*/ 260 h 260"/>
                    <a:gd name="T10" fmla="*/ 18 w 18"/>
                    <a:gd name="T11" fmla="*/ 159 h 260"/>
                    <a:gd name="T12" fmla="*/ 0 w 18"/>
                    <a:gd name="T13" fmla="*/ 159 h 260"/>
                    <a:gd name="T14" fmla="*/ 0 w 18"/>
                    <a:gd name="T15" fmla="*/ 99 h 260"/>
                    <a:gd name="T16" fmla="*/ 18 w 18"/>
                    <a:gd name="T17" fmla="*/ 99 h 260"/>
                    <a:gd name="T18" fmla="*/ 18 w 18"/>
                    <a:gd name="T19" fmla="*/ 159 h 260"/>
                    <a:gd name="T20" fmla="*/ 18 w 18"/>
                    <a:gd name="T21" fmla="*/ 59 h 260"/>
                    <a:gd name="T22" fmla="*/ 0 w 18"/>
                    <a:gd name="T23" fmla="*/ 59 h 260"/>
                    <a:gd name="T24" fmla="*/ 0 w 18"/>
                    <a:gd name="T25" fmla="*/ 0 h 260"/>
                    <a:gd name="T26" fmla="*/ 18 w 18"/>
                    <a:gd name="T27" fmla="*/ 0 h 260"/>
                    <a:gd name="T28" fmla="*/ 18 w 18"/>
                    <a:gd name="T29" fmla="*/ 59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260">
                      <a:moveTo>
                        <a:pt x="18" y="260"/>
                      </a:moveTo>
                      <a:lnTo>
                        <a:pt x="0" y="260"/>
                      </a:lnTo>
                      <a:lnTo>
                        <a:pt x="0" y="201"/>
                      </a:lnTo>
                      <a:lnTo>
                        <a:pt x="18" y="201"/>
                      </a:lnTo>
                      <a:lnTo>
                        <a:pt x="18" y="260"/>
                      </a:lnTo>
                      <a:close/>
                      <a:moveTo>
                        <a:pt x="18" y="159"/>
                      </a:moveTo>
                      <a:lnTo>
                        <a:pt x="0" y="159"/>
                      </a:lnTo>
                      <a:lnTo>
                        <a:pt x="0" y="99"/>
                      </a:lnTo>
                      <a:lnTo>
                        <a:pt x="18" y="99"/>
                      </a:lnTo>
                      <a:lnTo>
                        <a:pt x="18" y="159"/>
                      </a:lnTo>
                      <a:close/>
                      <a:moveTo>
                        <a:pt x="18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8" y="0"/>
                      </a:lnTo>
                      <a:lnTo>
                        <a:pt x="18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86" name="组合 985">
              <a:extLst>
                <a:ext uri="{FF2B5EF4-FFF2-40B4-BE49-F238E27FC236}">
                  <a16:creationId xmlns:a16="http://schemas.microsoft.com/office/drawing/2014/main" id="{D968120F-C96D-DA1D-84C0-B678F0296742}"/>
                </a:ext>
              </a:extLst>
            </p:cNvPr>
            <p:cNvGrpSpPr/>
            <p:nvPr/>
          </p:nvGrpSpPr>
          <p:grpSpPr>
            <a:xfrm>
              <a:off x="4408630" y="2191891"/>
              <a:ext cx="590425" cy="2661939"/>
              <a:chOff x="4408630" y="2191891"/>
              <a:chExt cx="590425" cy="2661939"/>
            </a:xfrm>
          </p:grpSpPr>
          <p:grpSp>
            <p:nvGrpSpPr>
              <p:cNvPr id="650" name="组合 649">
                <a:extLst>
                  <a:ext uri="{FF2B5EF4-FFF2-40B4-BE49-F238E27FC236}">
                    <a16:creationId xmlns:a16="http://schemas.microsoft.com/office/drawing/2014/main" id="{7F0C9D9B-3AE1-98B1-355E-39E9F7DEF033}"/>
                  </a:ext>
                </a:extLst>
              </p:cNvPr>
              <p:cNvGrpSpPr/>
              <p:nvPr/>
            </p:nvGrpSpPr>
            <p:grpSpPr>
              <a:xfrm>
                <a:off x="4408630" y="3487005"/>
                <a:ext cx="590077" cy="1366825"/>
                <a:chOff x="4408630" y="3487005"/>
                <a:chExt cx="590077" cy="1366825"/>
              </a:xfrm>
            </p:grpSpPr>
            <p:sp>
              <p:nvSpPr>
                <p:cNvPr id="682" name="Freeform 147">
                  <a:extLst>
                    <a:ext uri="{FF2B5EF4-FFF2-40B4-BE49-F238E27FC236}">
                      <a16:creationId xmlns:a16="http://schemas.microsoft.com/office/drawing/2014/main" id="{9A98B9D9-4C7C-1DEC-C040-769F15C0CB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238879" cy="47459"/>
                </a:xfrm>
                <a:custGeom>
                  <a:avLst/>
                  <a:gdLst>
                    <a:gd name="T0" fmla="*/ 58 w 64"/>
                    <a:gd name="T1" fmla="*/ 0 h 13"/>
                    <a:gd name="T2" fmla="*/ 7 w 64"/>
                    <a:gd name="T3" fmla="*/ 0 h 13"/>
                    <a:gd name="T4" fmla="*/ 0 w 64"/>
                    <a:gd name="T5" fmla="*/ 7 h 13"/>
                    <a:gd name="T6" fmla="*/ 7 w 64"/>
                    <a:gd name="T7" fmla="*/ 13 h 13"/>
                    <a:gd name="T8" fmla="*/ 58 w 64"/>
                    <a:gd name="T9" fmla="*/ 13 h 13"/>
                    <a:gd name="T10" fmla="*/ 64 w 64"/>
                    <a:gd name="T11" fmla="*/ 7 h 13"/>
                    <a:gd name="T12" fmla="*/ 58 w 64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5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3" name="Freeform 148">
                  <a:extLst>
                    <a:ext uri="{FF2B5EF4-FFF2-40B4-BE49-F238E27FC236}">
                      <a16:creationId xmlns:a16="http://schemas.microsoft.com/office/drawing/2014/main" id="{D32355CA-EEF0-856F-AC0D-E509D59E7C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7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7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4" name="Freeform 149">
                  <a:extLst>
                    <a:ext uri="{FF2B5EF4-FFF2-40B4-BE49-F238E27FC236}">
                      <a16:creationId xmlns:a16="http://schemas.microsoft.com/office/drawing/2014/main" id="{77A54D48-1EF6-8682-D911-66A04E80AA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6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6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6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5" name="Freeform 150">
                  <a:extLst>
                    <a:ext uri="{FF2B5EF4-FFF2-40B4-BE49-F238E27FC236}">
                      <a16:creationId xmlns:a16="http://schemas.microsoft.com/office/drawing/2014/main" id="{43FFF65B-BE43-87DB-F7EC-ED5D951030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128140" cy="45878"/>
                </a:xfrm>
                <a:custGeom>
                  <a:avLst/>
                  <a:gdLst>
                    <a:gd name="T0" fmla="*/ 6 w 34"/>
                    <a:gd name="T1" fmla="*/ 12 h 12"/>
                    <a:gd name="T2" fmla="*/ 28 w 34"/>
                    <a:gd name="T3" fmla="*/ 12 h 12"/>
                    <a:gd name="T4" fmla="*/ 34 w 34"/>
                    <a:gd name="T5" fmla="*/ 6 h 12"/>
                    <a:gd name="T6" fmla="*/ 28 w 34"/>
                    <a:gd name="T7" fmla="*/ 0 h 12"/>
                    <a:gd name="T8" fmla="*/ 6 w 34"/>
                    <a:gd name="T9" fmla="*/ 0 h 12"/>
                    <a:gd name="T10" fmla="*/ 0 w 34"/>
                    <a:gd name="T11" fmla="*/ 6 h 12"/>
                    <a:gd name="T12" fmla="*/ 6 w 34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2">
                      <a:moveTo>
                        <a:pt x="6" y="12"/>
                      </a:move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2" y="12"/>
                        <a:pt x="34" y="9"/>
                        <a:pt x="34" y="6"/>
                      </a:cubicBezTo>
                      <a:cubicBezTo>
                        <a:pt x="34" y="3"/>
                        <a:pt x="32" y="0"/>
                        <a:pt x="2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6" name="Freeform 151">
                  <a:extLst>
                    <a:ext uri="{FF2B5EF4-FFF2-40B4-BE49-F238E27FC236}">
                      <a16:creationId xmlns:a16="http://schemas.microsoft.com/office/drawing/2014/main" id="{1E6AC348-CF98-86D1-2385-598D916920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630" y="4100811"/>
                  <a:ext cx="590077" cy="753019"/>
                </a:xfrm>
                <a:custGeom>
                  <a:avLst/>
                  <a:gdLst>
                    <a:gd name="T0" fmla="*/ 80 w 158"/>
                    <a:gd name="T1" fmla="*/ 201 h 201"/>
                    <a:gd name="T2" fmla="*/ 158 w 158"/>
                    <a:gd name="T3" fmla="*/ 121 h 201"/>
                    <a:gd name="T4" fmla="*/ 142 w 158"/>
                    <a:gd name="T5" fmla="*/ 78 h 201"/>
                    <a:gd name="T6" fmla="*/ 120 w 158"/>
                    <a:gd name="T7" fmla="*/ 18 h 201"/>
                    <a:gd name="T8" fmla="*/ 103 w 158"/>
                    <a:gd name="T9" fmla="*/ 1 h 201"/>
                    <a:gd name="T10" fmla="*/ 80 w 158"/>
                    <a:gd name="T11" fmla="*/ 1 h 201"/>
                    <a:gd name="T12" fmla="*/ 50 w 158"/>
                    <a:gd name="T13" fmla="*/ 1 h 201"/>
                    <a:gd name="T14" fmla="*/ 29 w 158"/>
                    <a:gd name="T15" fmla="*/ 53 h 201"/>
                    <a:gd name="T16" fmla="*/ 0 w 158"/>
                    <a:gd name="T17" fmla="*/ 124 h 201"/>
                    <a:gd name="T18" fmla="*/ 80 w 158"/>
                    <a:gd name="T19" fmla="*/ 20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8" h="201">
                      <a:moveTo>
                        <a:pt x="80" y="201"/>
                      </a:moveTo>
                      <a:cubicBezTo>
                        <a:pt x="132" y="201"/>
                        <a:pt x="158" y="164"/>
                        <a:pt x="158" y="121"/>
                      </a:cubicBezTo>
                      <a:cubicBezTo>
                        <a:pt x="158" y="108"/>
                        <a:pt x="151" y="93"/>
                        <a:pt x="142" y="78"/>
                      </a:cubicBezTo>
                      <a:cubicBezTo>
                        <a:pt x="133" y="63"/>
                        <a:pt x="125" y="37"/>
                        <a:pt x="120" y="18"/>
                      </a:cubicBezTo>
                      <a:cubicBezTo>
                        <a:pt x="115" y="0"/>
                        <a:pt x="103" y="1"/>
                        <a:pt x="103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80" y="1"/>
                        <a:pt x="62" y="1"/>
                        <a:pt x="50" y="1"/>
                      </a:cubicBezTo>
                      <a:cubicBezTo>
                        <a:pt x="38" y="1"/>
                        <a:pt x="40" y="26"/>
                        <a:pt x="29" y="53"/>
                      </a:cubicBezTo>
                      <a:cubicBezTo>
                        <a:pt x="19" y="79"/>
                        <a:pt x="0" y="94"/>
                        <a:pt x="0" y="124"/>
                      </a:cubicBezTo>
                      <a:cubicBezTo>
                        <a:pt x="0" y="153"/>
                        <a:pt x="28" y="201"/>
                        <a:pt x="80" y="201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7" name="Freeform 152">
                  <a:extLst>
                    <a:ext uri="{FF2B5EF4-FFF2-40B4-BE49-F238E27FC236}">
                      <a16:creationId xmlns:a16="http://schemas.microsoft.com/office/drawing/2014/main" id="{6B21DECF-2B67-B48A-B159-5216D354F7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7623" y="4100811"/>
                  <a:ext cx="291083" cy="753019"/>
                </a:xfrm>
                <a:custGeom>
                  <a:avLst/>
                  <a:gdLst>
                    <a:gd name="T0" fmla="*/ 78 w 78"/>
                    <a:gd name="T1" fmla="*/ 121 h 201"/>
                    <a:gd name="T2" fmla="*/ 62 w 78"/>
                    <a:gd name="T3" fmla="*/ 78 h 201"/>
                    <a:gd name="T4" fmla="*/ 40 w 78"/>
                    <a:gd name="T5" fmla="*/ 18 h 201"/>
                    <a:gd name="T6" fmla="*/ 23 w 78"/>
                    <a:gd name="T7" fmla="*/ 1 h 201"/>
                    <a:gd name="T8" fmla="*/ 0 w 78"/>
                    <a:gd name="T9" fmla="*/ 1 h 201"/>
                    <a:gd name="T10" fmla="*/ 0 w 78"/>
                    <a:gd name="T11" fmla="*/ 201 h 201"/>
                    <a:gd name="T12" fmla="*/ 78 w 78"/>
                    <a:gd name="T13" fmla="*/ 12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201">
                      <a:moveTo>
                        <a:pt x="78" y="121"/>
                      </a:moveTo>
                      <a:cubicBezTo>
                        <a:pt x="78" y="108"/>
                        <a:pt x="71" y="93"/>
                        <a:pt x="62" y="78"/>
                      </a:cubicBezTo>
                      <a:cubicBezTo>
                        <a:pt x="53" y="63"/>
                        <a:pt x="45" y="37"/>
                        <a:pt x="40" y="18"/>
                      </a:cubicBezTo>
                      <a:cubicBezTo>
                        <a:pt x="35" y="0"/>
                        <a:pt x="23" y="1"/>
                        <a:pt x="2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52" y="201"/>
                        <a:pt x="78" y="164"/>
                        <a:pt x="78" y="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8" name="Freeform 153">
                  <a:extLst>
                    <a:ext uri="{FF2B5EF4-FFF2-40B4-BE49-F238E27FC236}">
                      <a16:creationId xmlns:a16="http://schemas.microsoft.com/office/drawing/2014/main" id="{5FB71C05-FE6F-EE92-7F55-B550C81AE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123394" cy="47459"/>
                </a:xfrm>
                <a:custGeom>
                  <a:avLst/>
                  <a:gdLst>
                    <a:gd name="T0" fmla="*/ 0 w 33"/>
                    <a:gd name="T1" fmla="*/ 7 h 13"/>
                    <a:gd name="T2" fmla="*/ 7 w 33"/>
                    <a:gd name="T3" fmla="*/ 13 h 13"/>
                    <a:gd name="T4" fmla="*/ 33 w 33"/>
                    <a:gd name="T5" fmla="*/ 13 h 13"/>
                    <a:gd name="T6" fmla="*/ 33 w 33"/>
                    <a:gd name="T7" fmla="*/ 0 h 13"/>
                    <a:gd name="T8" fmla="*/ 7 w 33"/>
                    <a:gd name="T9" fmla="*/ 0 h 13"/>
                    <a:gd name="T10" fmla="*/ 0 w 33"/>
                    <a:gd name="T11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0" y="7"/>
                      </a:move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9" name="Freeform 154">
                  <a:extLst>
                    <a:ext uri="{FF2B5EF4-FFF2-40B4-BE49-F238E27FC236}">
                      <a16:creationId xmlns:a16="http://schemas.microsoft.com/office/drawing/2014/main" id="{1E20FD88-86D0-3C23-BB60-DA7FDE7EF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7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0" name="Freeform 155">
                  <a:extLst>
                    <a:ext uri="{FF2B5EF4-FFF2-40B4-BE49-F238E27FC236}">
                      <a16:creationId xmlns:a16="http://schemas.microsoft.com/office/drawing/2014/main" id="{C993AAAB-95CF-5DA7-6F3A-7C734988C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6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1" name="Freeform 156">
                  <a:extLst>
                    <a:ext uri="{FF2B5EF4-FFF2-40B4-BE49-F238E27FC236}">
                      <a16:creationId xmlns:a16="http://schemas.microsoft.com/office/drawing/2014/main" id="{50E07112-C490-3B46-6CD0-BBBD673C3D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68026" cy="45878"/>
                </a:xfrm>
                <a:custGeom>
                  <a:avLst/>
                  <a:gdLst>
                    <a:gd name="T0" fmla="*/ 6 w 18"/>
                    <a:gd name="T1" fmla="*/ 12 h 12"/>
                    <a:gd name="T2" fmla="*/ 18 w 18"/>
                    <a:gd name="T3" fmla="*/ 12 h 12"/>
                    <a:gd name="T4" fmla="*/ 18 w 18"/>
                    <a:gd name="T5" fmla="*/ 0 h 12"/>
                    <a:gd name="T6" fmla="*/ 6 w 18"/>
                    <a:gd name="T7" fmla="*/ 0 h 12"/>
                    <a:gd name="T8" fmla="*/ 0 w 18"/>
                    <a:gd name="T9" fmla="*/ 6 h 12"/>
                    <a:gd name="T10" fmla="*/ 6 w 18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6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2" name="Freeform 162">
                  <a:extLst>
                    <a:ext uri="{FF2B5EF4-FFF2-40B4-BE49-F238E27FC236}">
                      <a16:creationId xmlns:a16="http://schemas.microsoft.com/office/drawing/2014/main" id="{B3CCF4C6-310F-385B-E419-C3AA3A476B4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6549" y="3487005"/>
                  <a:ext cx="25311" cy="321141"/>
                </a:xfrm>
                <a:custGeom>
                  <a:avLst/>
                  <a:gdLst>
                    <a:gd name="T0" fmla="*/ 16 w 16"/>
                    <a:gd name="T1" fmla="*/ 203 h 203"/>
                    <a:gd name="T2" fmla="*/ 0 w 16"/>
                    <a:gd name="T3" fmla="*/ 203 h 203"/>
                    <a:gd name="T4" fmla="*/ 0 w 16"/>
                    <a:gd name="T5" fmla="*/ 144 h 203"/>
                    <a:gd name="T6" fmla="*/ 16 w 16"/>
                    <a:gd name="T7" fmla="*/ 144 h 203"/>
                    <a:gd name="T8" fmla="*/ 16 w 16"/>
                    <a:gd name="T9" fmla="*/ 203 h 203"/>
                    <a:gd name="T10" fmla="*/ 16 w 16"/>
                    <a:gd name="T11" fmla="*/ 104 h 203"/>
                    <a:gd name="T12" fmla="*/ 0 w 16"/>
                    <a:gd name="T13" fmla="*/ 104 h 203"/>
                    <a:gd name="T14" fmla="*/ 0 w 16"/>
                    <a:gd name="T15" fmla="*/ 45 h 203"/>
                    <a:gd name="T16" fmla="*/ 16 w 16"/>
                    <a:gd name="T17" fmla="*/ 45 h 203"/>
                    <a:gd name="T18" fmla="*/ 16 w 16"/>
                    <a:gd name="T19" fmla="*/ 104 h 203"/>
                    <a:gd name="T20" fmla="*/ 16 w 16"/>
                    <a:gd name="T21" fmla="*/ 2 h 203"/>
                    <a:gd name="T22" fmla="*/ 0 w 16"/>
                    <a:gd name="T23" fmla="*/ 2 h 203"/>
                    <a:gd name="T24" fmla="*/ 0 w 16"/>
                    <a:gd name="T25" fmla="*/ 0 h 203"/>
                    <a:gd name="T26" fmla="*/ 16 w 16"/>
                    <a:gd name="T27" fmla="*/ 0 h 203"/>
                    <a:gd name="T28" fmla="*/ 16 w 16"/>
                    <a:gd name="T29" fmla="*/ 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03">
                      <a:moveTo>
                        <a:pt x="16" y="203"/>
                      </a:moveTo>
                      <a:lnTo>
                        <a:pt x="0" y="203"/>
                      </a:lnTo>
                      <a:lnTo>
                        <a:pt x="0" y="144"/>
                      </a:lnTo>
                      <a:lnTo>
                        <a:pt x="16" y="144"/>
                      </a:lnTo>
                      <a:lnTo>
                        <a:pt x="16" y="203"/>
                      </a:lnTo>
                      <a:close/>
                      <a:moveTo>
                        <a:pt x="16" y="104"/>
                      </a:moveTo>
                      <a:lnTo>
                        <a:pt x="0" y="104"/>
                      </a:lnTo>
                      <a:lnTo>
                        <a:pt x="0" y="45"/>
                      </a:lnTo>
                      <a:lnTo>
                        <a:pt x="16" y="45"/>
                      </a:lnTo>
                      <a:lnTo>
                        <a:pt x="16" y="104"/>
                      </a:lnTo>
                      <a:close/>
                      <a:moveTo>
                        <a:pt x="16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51" name="组合 650">
                <a:extLst>
                  <a:ext uri="{FF2B5EF4-FFF2-40B4-BE49-F238E27FC236}">
                    <a16:creationId xmlns:a16="http://schemas.microsoft.com/office/drawing/2014/main" id="{A8063722-DF5B-00F1-FD0A-AF89E1DCEDDA}"/>
                  </a:ext>
                </a:extLst>
              </p:cNvPr>
              <p:cNvGrpSpPr/>
              <p:nvPr/>
            </p:nvGrpSpPr>
            <p:grpSpPr>
              <a:xfrm flipV="1">
                <a:off x="4408978" y="2191891"/>
                <a:ext cx="590077" cy="1366825"/>
                <a:chOff x="4408630" y="3487005"/>
                <a:chExt cx="590077" cy="1366825"/>
              </a:xfrm>
              <a:noFill/>
            </p:grpSpPr>
            <p:sp>
              <p:nvSpPr>
                <p:cNvPr id="652" name="Freeform 147">
                  <a:extLst>
                    <a:ext uri="{FF2B5EF4-FFF2-40B4-BE49-F238E27FC236}">
                      <a16:creationId xmlns:a16="http://schemas.microsoft.com/office/drawing/2014/main" id="{B34E23FC-7CDB-23BE-1914-6255C645A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238879" cy="47459"/>
                </a:xfrm>
                <a:custGeom>
                  <a:avLst/>
                  <a:gdLst>
                    <a:gd name="T0" fmla="*/ 58 w 64"/>
                    <a:gd name="T1" fmla="*/ 0 h 13"/>
                    <a:gd name="T2" fmla="*/ 7 w 64"/>
                    <a:gd name="T3" fmla="*/ 0 h 13"/>
                    <a:gd name="T4" fmla="*/ 0 w 64"/>
                    <a:gd name="T5" fmla="*/ 7 h 13"/>
                    <a:gd name="T6" fmla="*/ 7 w 64"/>
                    <a:gd name="T7" fmla="*/ 13 h 13"/>
                    <a:gd name="T8" fmla="*/ 58 w 64"/>
                    <a:gd name="T9" fmla="*/ 13 h 13"/>
                    <a:gd name="T10" fmla="*/ 64 w 64"/>
                    <a:gd name="T11" fmla="*/ 7 h 13"/>
                    <a:gd name="T12" fmla="*/ 58 w 64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5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3" name="Freeform 148">
                  <a:extLst>
                    <a:ext uri="{FF2B5EF4-FFF2-40B4-BE49-F238E27FC236}">
                      <a16:creationId xmlns:a16="http://schemas.microsoft.com/office/drawing/2014/main" id="{EB59789B-CB0B-0B9C-A104-2CB069186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7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7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4" name="Freeform 149">
                  <a:extLst>
                    <a:ext uri="{FF2B5EF4-FFF2-40B4-BE49-F238E27FC236}">
                      <a16:creationId xmlns:a16="http://schemas.microsoft.com/office/drawing/2014/main" id="{86607E14-DE72-1792-4D3D-F597FCC606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6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6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6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4" name="Freeform 150">
                  <a:extLst>
                    <a:ext uri="{FF2B5EF4-FFF2-40B4-BE49-F238E27FC236}">
                      <a16:creationId xmlns:a16="http://schemas.microsoft.com/office/drawing/2014/main" id="{C67A90DB-24E3-6E5D-69AE-094C090577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128140" cy="45878"/>
                </a:xfrm>
                <a:custGeom>
                  <a:avLst/>
                  <a:gdLst>
                    <a:gd name="T0" fmla="*/ 6 w 34"/>
                    <a:gd name="T1" fmla="*/ 12 h 12"/>
                    <a:gd name="T2" fmla="*/ 28 w 34"/>
                    <a:gd name="T3" fmla="*/ 12 h 12"/>
                    <a:gd name="T4" fmla="*/ 34 w 34"/>
                    <a:gd name="T5" fmla="*/ 6 h 12"/>
                    <a:gd name="T6" fmla="*/ 28 w 34"/>
                    <a:gd name="T7" fmla="*/ 0 h 12"/>
                    <a:gd name="T8" fmla="*/ 6 w 34"/>
                    <a:gd name="T9" fmla="*/ 0 h 12"/>
                    <a:gd name="T10" fmla="*/ 0 w 34"/>
                    <a:gd name="T11" fmla="*/ 6 h 12"/>
                    <a:gd name="T12" fmla="*/ 6 w 34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2">
                      <a:moveTo>
                        <a:pt x="6" y="12"/>
                      </a:move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2" y="12"/>
                        <a:pt x="34" y="9"/>
                        <a:pt x="34" y="6"/>
                      </a:cubicBezTo>
                      <a:cubicBezTo>
                        <a:pt x="34" y="3"/>
                        <a:pt x="32" y="0"/>
                        <a:pt x="2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5" name="Freeform 151">
                  <a:extLst>
                    <a:ext uri="{FF2B5EF4-FFF2-40B4-BE49-F238E27FC236}">
                      <a16:creationId xmlns:a16="http://schemas.microsoft.com/office/drawing/2014/main" id="{D73D2579-6395-A605-851D-FF7722CA45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630" y="4100811"/>
                  <a:ext cx="590077" cy="753019"/>
                </a:xfrm>
                <a:custGeom>
                  <a:avLst/>
                  <a:gdLst>
                    <a:gd name="T0" fmla="*/ 80 w 158"/>
                    <a:gd name="T1" fmla="*/ 201 h 201"/>
                    <a:gd name="T2" fmla="*/ 158 w 158"/>
                    <a:gd name="T3" fmla="*/ 121 h 201"/>
                    <a:gd name="T4" fmla="*/ 142 w 158"/>
                    <a:gd name="T5" fmla="*/ 78 h 201"/>
                    <a:gd name="T6" fmla="*/ 120 w 158"/>
                    <a:gd name="T7" fmla="*/ 18 h 201"/>
                    <a:gd name="T8" fmla="*/ 103 w 158"/>
                    <a:gd name="T9" fmla="*/ 1 h 201"/>
                    <a:gd name="T10" fmla="*/ 80 w 158"/>
                    <a:gd name="T11" fmla="*/ 1 h 201"/>
                    <a:gd name="T12" fmla="*/ 50 w 158"/>
                    <a:gd name="T13" fmla="*/ 1 h 201"/>
                    <a:gd name="T14" fmla="*/ 29 w 158"/>
                    <a:gd name="T15" fmla="*/ 53 h 201"/>
                    <a:gd name="T16" fmla="*/ 0 w 158"/>
                    <a:gd name="T17" fmla="*/ 124 h 201"/>
                    <a:gd name="T18" fmla="*/ 80 w 158"/>
                    <a:gd name="T19" fmla="*/ 20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8" h="201">
                      <a:moveTo>
                        <a:pt x="80" y="201"/>
                      </a:moveTo>
                      <a:cubicBezTo>
                        <a:pt x="132" y="201"/>
                        <a:pt x="158" y="164"/>
                        <a:pt x="158" y="121"/>
                      </a:cubicBezTo>
                      <a:cubicBezTo>
                        <a:pt x="158" y="108"/>
                        <a:pt x="151" y="93"/>
                        <a:pt x="142" y="78"/>
                      </a:cubicBezTo>
                      <a:cubicBezTo>
                        <a:pt x="133" y="63"/>
                        <a:pt x="125" y="37"/>
                        <a:pt x="120" y="18"/>
                      </a:cubicBezTo>
                      <a:cubicBezTo>
                        <a:pt x="115" y="0"/>
                        <a:pt x="103" y="1"/>
                        <a:pt x="103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80" y="1"/>
                        <a:pt x="62" y="1"/>
                        <a:pt x="50" y="1"/>
                      </a:cubicBezTo>
                      <a:cubicBezTo>
                        <a:pt x="38" y="1"/>
                        <a:pt x="40" y="26"/>
                        <a:pt x="29" y="53"/>
                      </a:cubicBezTo>
                      <a:cubicBezTo>
                        <a:pt x="19" y="79"/>
                        <a:pt x="0" y="94"/>
                        <a:pt x="0" y="124"/>
                      </a:cubicBezTo>
                      <a:cubicBezTo>
                        <a:pt x="0" y="153"/>
                        <a:pt x="28" y="201"/>
                        <a:pt x="80" y="2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6" name="Freeform 152">
                  <a:extLst>
                    <a:ext uri="{FF2B5EF4-FFF2-40B4-BE49-F238E27FC236}">
                      <a16:creationId xmlns:a16="http://schemas.microsoft.com/office/drawing/2014/main" id="{8B58FE54-5CBF-4F0D-C45E-FE24D72C49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7623" y="4100811"/>
                  <a:ext cx="291083" cy="753019"/>
                </a:xfrm>
                <a:custGeom>
                  <a:avLst/>
                  <a:gdLst>
                    <a:gd name="T0" fmla="*/ 78 w 78"/>
                    <a:gd name="T1" fmla="*/ 121 h 201"/>
                    <a:gd name="T2" fmla="*/ 62 w 78"/>
                    <a:gd name="T3" fmla="*/ 78 h 201"/>
                    <a:gd name="T4" fmla="*/ 40 w 78"/>
                    <a:gd name="T5" fmla="*/ 18 h 201"/>
                    <a:gd name="T6" fmla="*/ 23 w 78"/>
                    <a:gd name="T7" fmla="*/ 1 h 201"/>
                    <a:gd name="T8" fmla="*/ 0 w 78"/>
                    <a:gd name="T9" fmla="*/ 1 h 201"/>
                    <a:gd name="T10" fmla="*/ 0 w 78"/>
                    <a:gd name="T11" fmla="*/ 201 h 201"/>
                    <a:gd name="T12" fmla="*/ 78 w 78"/>
                    <a:gd name="T13" fmla="*/ 12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201">
                      <a:moveTo>
                        <a:pt x="78" y="121"/>
                      </a:moveTo>
                      <a:cubicBezTo>
                        <a:pt x="78" y="108"/>
                        <a:pt x="71" y="93"/>
                        <a:pt x="62" y="78"/>
                      </a:cubicBezTo>
                      <a:cubicBezTo>
                        <a:pt x="53" y="63"/>
                        <a:pt x="45" y="37"/>
                        <a:pt x="40" y="18"/>
                      </a:cubicBezTo>
                      <a:cubicBezTo>
                        <a:pt x="35" y="0"/>
                        <a:pt x="23" y="1"/>
                        <a:pt x="2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52" y="201"/>
                        <a:pt x="78" y="164"/>
                        <a:pt x="78" y="1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7" name="Freeform 153">
                  <a:extLst>
                    <a:ext uri="{FF2B5EF4-FFF2-40B4-BE49-F238E27FC236}">
                      <a16:creationId xmlns:a16="http://schemas.microsoft.com/office/drawing/2014/main" id="{183B54C7-F254-21A4-F94D-77B60185CA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123394" cy="47459"/>
                </a:xfrm>
                <a:custGeom>
                  <a:avLst/>
                  <a:gdLst>
                    <a:gd name="T0" fmla="*/ 0 w 33"/>
                    <a:gd name="T1" fmla="*/ 7 h 13"/>
                    <a:gd name="T2" fmla="*/ 7 w 33"/>
                    <a:gd name="T3" fmla="*/ 13 h 13"/>
                    <a:gd name="T4" fmla="*/ 33 w 33"/>
                    <a:gd name="T5" fmla="*/ 13 h 13"/>
                    <a:gd name="T6" fmla="*/ 33 w 33"/>
                    <a:gd name="T7" fmla="*/ 0 h 13"/>
                    <a:gd name="T8" fmla="*/ 7 w 33"/>
                    <a:gd name="T9" fmla="*/ 0 h 13"/>
                    <a:gd name="T10" fmla="*/ 0 w 33"/>
                    <a:gd name="T11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0" y="7"/>
                      </a:move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8" name="Freeform 154">
                  <a:extLst>
                    <a:ext uri="{FF2B5EF4-FFF2-40B4-BE49-F238E27FC236}">
                      <a16:creationId xmlns:a16="http://schemas.microsoft.com/office/drawing/2014/main" id="{AE5F5607-EC67-5142-32C6-22137518A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7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9" name="Freeform 155">
                  <a:extLst>
                    <a:ext uri="{FF2B5EF4-FFF2-40B4-BE49-F238E27FC236}">
                      <a16:creationId xmlns:a16="http://schemas.microsoft.com/office/drawing/2014/main" id="{60ADAFD3-9A25-BF5B-1EF7-25AA613C8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6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0" name="Freeform 156">
                  <a:extLst>
                    <a:ext uri="{FF2B5EF4-FFF2-40B4-BE49-F238E27FC236}">
                      <a16:creationId xmlns:a16="http://schemas.microsoft.com/office/drawing/2014/main" id="{039FC61A-3498-A71F-E084-C41270236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68026" cy="45878"/>
                </a:xfrm>
                <a:custGeom>
                  <a:avLst/>
                  <a:gdLst>
                    <a:gd name="T0" fmla="*/ 6 w 18"/>
                    <a:gd name="T1" fmla="*/ 12 h 12"/>
                    <a:gd name="T2" fmla="*/ 18 w 18"/>
                    <a:gd name="T3" fmla="*/ 12 h 12"/>
                    <a:gd name="T4" fmla="*/ 18 w 18"/>
                    <a:gd name="T5" fmla="*/ 0 h 12"/>
                    <a:gd name="T6" fmla="*/ 6 w 18"/>
                    <a:gd name="T7" fmla="*/ 0 h 12"/>
                    <a:gd name="T8" fmla="*/ 0 w 18"/>
                    <a:gd name="T9" fmla="*/ 6 h 12"/>
                    <a:gd name="T10" fmla="*/ 6 w 18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6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1" name="Freeform 162">
                  <a:extLst>
                    <a:ext uri="{FF2B5EF4-FFF2-40B4-BE49-F238E27FC236}">
                      <a16:creationId xmlns:a16="http://schemas.microsoft.com/office/drawing/2014/main" id="{43B1917D-B648-1AD4-6BB5-85CBDEB4B22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6549" y="3487005"/>
                  <a:ext cx="25311" cy="321141"/>
                </a:xfrm>
                <a:custGeom>
                  <a:avLst/>
                  <a:gdLst>
                    <a:gd name="T0" fmla="*/ 16 w 16"/>
                    <a:gd name="T1" fmla="*/ 203 h 203"/>
                    <a:gd name="T2" fmla="*/ 0 w 16"/>
                    <a:gd name="T3" fmla="*/ 203 h 203"/>
                    <a:gd name="T4" fmla="*/ 0 w 16"/>
                    <a:gd name="T5" fmla="*/ 144 h 203"/>
                    <a:gd name="T6" fmla="*/ 16 w 16"/>
                    <a:gd name="T7" fmla="*/ 144 h 203"/>
                    <a:gd name="T8" fmla="*/ 16 w 16"/>
                    <a:gd name="T9" fmla="*/ 203 h 203"/>
                    <a:gd name="T10" fmla="*/ 16 w 16"/>
                    <a:gd name="T11" fmla="*/ 104 h 203"/>
                    <a:gd name="T12" fmla="*/ 0 w 16"/>
                    <a:gd name="T13" fmla="*/ 104 h 203"/>
                    <a:gd name="T14" fmla="*/ 0 w 16"/>
                    <a:gd name="T15" fmla="*/ 45 h 203"/>
                    <a:gd name="T16" fmla="*/ 16 w 16"/>
                    <a:gd name="T17" fmla="*/ 45 h 203"/>
                    <a:gd name="T18" fmla="*/ 16 w 16"/>
                    <a:gd name="T19" fmla="*/ 104 h 203"/>
                    <a:gd name="T20" fmla="*/ 16 w 16"/>
                    <a:gd name="T21" fmla="*/ 2 h 203"/>
                    <a:gd name="T22" fmla="*/ 0 w 16"/>
                    <a:gd name="T23" fmla="*/ 2 h 203"/>
                    <a:gd name="T24" fmla="*/ 0 w 16"/>
                    <a:gd name="T25" fmla="*/ 0 h 203"/>
                    <a:gd name="T26" fmla="*/ 16 w 16"/>
                    <a:gd name="T27" fmla="*/ 0 h 203"/>
                    <a:gd name="T28" fmla="*/ 16 w 16"/>
                    <a:gd name="T29" fmla="*/ 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03">
                      <a:moveTo>
                        <a:pt x="16" y="203"/>
                      </a:moveTo>
                      <a:lnTo>
                        <a:pt x="0" y="203"/>
                      </a:lnTo>
                      <a:lnTo>
                        <a:pt x="0" y="144"/>
                      </a:lnTo>
                      <a:lnTo>
                        <a:pt x="16" y="144"/>
                      </a:lnTo>
                      <a:lnTo>
                        <a:pt x="16" y="203"/>
                      </a:lnTo>
                      <a:close/>
                      <a:moveTo>
                        <a:pt x="16" y="104"/>
                      </a:moveTo>
                      <a:lnTo>
                        <a:pt x="0" y="104"/>
                      </a:lnTo>
                      <a:lnTo>
                        <a:pt x="0" y="45"/>
                      </a:lnTo>
                      <a:lnTo>
                        <a:pt x="16" y="45"/>
                      </a:lnTo>
                      <a:lnTo>
                        <a:pt x="16" y="104"/>
                      </a:lnTo>
                      <a:close/>
                      <a:moveTo>
                        <a:pt x="16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87" name="组合 986">
              <a:extLst>
                <a:ext uri="{FF2B5EF4-FFF2-40B4-BE49-F238E27FC236}">
                  <a16:creationId xmlns:a16="http://schemas.microsoft.com/office/drawing/2014/main" id="{7BA30FCE-6984-38AC-5AA8-A906F117E8B6}"/>
                </a:ext>
              </a:extLst>
            </p:cNvPr>
            <p:cNvGrpSpPr/>
            <p:nvPr/>
          </p:nvGrpSpPr>
          <p:grpSpPr>
            <a:xfrm>
              <a:off x="3910308" y="1468733"/>
              <a:ext cx="479974" cy="4108059"/>
              <a:chOff x="3910308" y="1468733"/>
              <a:chExt cx="479974" cy="4108059"/>
            </a:xfrm>
          </p:grpSpPr>
          <p:grpSp>
            <p:nvGrpSpPr>
              <p:cNvPr id="1021" name="组合 1020">
                <a:extLst>
                  <a:ext uri="{FF2B5EF4-FFF2-40B4-BE49-F238E27FC236}">
                    <a16:creationId xmlns:a16="http://schemas.microsoft.com/office/drawing/2014/main" id="{FD509071-7A35-09F5-104B-246C600CC859}"/>
                  </a:ext>
                </a:extLst>
              </p:cNvPr>
              <p:cNvGrpSpPr/>
              <p:nvPr/>
            </p:nvGrpSpPr>
            <p:grpSpPr>
              <a:xfrm>
                <a:off x="3910308" y="3523390"/>
                <a:ext cx="479338" cy="2053402"/>
                <a:chOff x="3910308" y="3523390"/>
                <a:chExt cx="479338" cy="2053402"/>
              </a:xfrm>
            </p:grpSpPr>
            <p:sp>
              <p:nvSpPr>
                <p:cNvPr id="159" name="Freeform 127">
                  <a:extLst>
                    <a:ext uri="{FF2B5EF4-FFF2-40B4-BE49-F238E27FC236}">
                      <a16:creationId xmlns:a16="http://schemas.microsoft.com/office/drawing/2014/main" id="{2FCB953B-6D96-438F-143D-0A1B60BE3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94583" cy="37967"/>
                </a:xfrm>
                <a:custGeom>
                  <a:avLst/>
                  <a:gdLst>
                    <a:gd name="T0" fmla="*/ 47 w 52"/>
                    <a:gd name="T1" fmla="*/ 0 h 10"/>
                    <a:gd name="T2" fmla="*/ 5 w 52"/>
                    <a:gd name="T3" fmla="*/ 0 h 10"/>
                    <a:gd name="T4" fmla="*/ 0 w 52"/>
                    <a:gd name="T5" fmla="*/ 5 h 10"/>
                    <a:gd name="T6" fmla="*/ 5 w 52"/>
                    <a:gd name="T7" fmla="*/ 10 h 10"/>
                    <a:gd name="T8" fmla="*/ 47 w 52"/>
                    <a:gd name="T9" fmla="*/ 10 h 10"/>
                    <a:gd name="T10" fmla="*/ 52 w 52"/>
                    <a:gd name="T11" fmla="*/ 5 h 10"/>
                    <a:gd name="T12" fmla="*/ 47 w 5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0" name="Freeform 128">
                  <a:extLst>
                    <a:ext uri="{FF2B5EF4-FFF2-40B4-BE49-F238E27FC236}">
                      <a16:creationId xmlns:a16="http://schemas.microsoft.com/office/drawing/2014/main" id="{64CD0FDC-3DDD-F7BE-0F02-6D1FBDF585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94583" cy="37967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1" name="Freeform 129">
                  <a:extLst>
                    <a:ext uri="{FF2B5EF4-FFF2-40B4-BE49-F238E27FC236}">
                      <a16:creationId xmlns:a16="http://schemas.microsoft.com/office/drawing/2014/main" id="{CCA0E6BA-5C02-AADF-E814-655EE1954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94583" cy="36386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2" name="Freeform 130">
                  <a:extLst>
                    <a:ext uri="{FF2B5EF4-FFF2-40B4-BE49-F238E27FC236}">
                      <a16:creationId xmlns:a16="http://schemas.microsoft.com/office/drawing/2014/main" id="{B6BE6F64-73B7-18F8-285C-B989C3ADF7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105993" cy="37967"/>
                </a:xfrm>
                <a:custGeom>
                  <a:avLst/>
                  <a:gdLst>
                    <a:gd name="T0" fmla="*/ 5 w 28"/>
                    <a:gd name="T1" fmla="*/ 10 h 10"/>
                    <a:gd name="T2" fmla="*/ 23 w 28"/>
                    <a:gd name="T3" fmla="*/ 10 h 10"/>
                    <a:gd name="T4" fmla="*/ 28 w 28"/>
                    <a:gd name="T5" fmla="*/ 5 h 10"/>
                    <a:gd name="T6" fmla="*/ 23 w 28"/>
                    <a:gd name="T7" fmla="*/ 0 h 10"/>
                    <a:gd name="T8" fmla="*/ 5 w 28"/>
                    <a:gd name="T9" fmla="*/ 0 h 10"/>
                    <a:gd name="T10" fmla="*/ 0 w 28"/>
                    <a:gd name="T11" fmla="*/ 5 h 10"/>
                    <a:gd name="T12" fmla="*/ 5 w 28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0">
                      <a:moveTo>
                        <a:pt x="5" y="10"/>
                      </a:move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6" y="10"/>
                        <a:pt x="28" y="8"/>
                        <a:pt x="28" y="5"/>
                      </a:cubicBezTo>
                      <a:cubicBezTo>
                        <a:pt x="28" y="3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3" name="Freeform 131">
                  <a:extLst>
                    <a:ext uri="{FF2B5EF4-FFF2-40B4-BE49-F238E27FC236}">
                      <a16:creationId xmlns:a16="http://schemas.microsoft.com/office/drawing/2014/main" id="{40256F27-730D-1B63-1154-A5F85E9515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0308" y="4966150"/>
                  <a:ext cx="479338" cy="610642"/>
                </a:xfrm>
                <a:custGeom>
                  <a:avLst/>
                  <a:gdLst>
                    <a:gd name="T0" fmla="*/ 65 w 128"/>
                    <a:gd name="T1" fmla="*/ 163 h 163"/>
                    <a:gd name="T2" fmla="*/ 128 w 128"/>
                    <a:gd name="T3" fmla="*/ 99 h 163"/>
                    <a:gd name="T4" fmla="*/ 115 w 128"/>
                    <a:gd name="T5" fmla="*/ 63 h 163"/>
                    <a:gd name="T6" fmla="*/ 97 w 128"/>
                    <a:gd name="T7" fmla="*/ 15 h 163"/>
                    <a:gd name="T8" fmla="*/ 83 w 128"/>
                    <a:gd name="T9" fmla="*/ 1 h 163"/>
                    <a:gd name="T10" fmla="*/ 65 w 128"/>
                    <a:gd name="T11" fmla="*/ 1 h 163"/>
                    <a:gd name="T12" fmla="*/ 40 w 128"/>
                    <a:gd name="T13" fmla="*/ 1 h 163"/>
                    <a:gd name="T14" fmla="*/ 24 w 128"/>
                    <a:gd name="T15" fmla="*/ 43 h 163"/>
                    <a:gd name="T16" fmla="*/ 0 w 128"/>
                    <a:gd name="T17" fmla="*/ 100 h 163"/>
                    <a:gd name="T18" fmla="*/ 65 w 128"/>
                    <a:gd name="T1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8" h="163">
                      <a:moveTo>
                        <a:pt x="65" y="163"/>
                      </a:moveTo>
                      <a:cubicBezTo>
                        <a:pt x="107" y="163"/>
                        <a:pt x="128" y="133"/>
                        <a:pt x="128" y="99"/>
                      </a:cubicBezTo>
                      <a:cubicBezTo>
                        <a:pt x="128" y="88"/>
                        <a:pt x="122" y="76"/>
                        <a:pt x="115" y="63"/>
                      </a:cubicBezTo>
                      <a:cubicBezTo>
                        <a:pt x="107" y="51"/>
                        <a:pt x="101" y="30"/>
                        <a:pt x="97" y="15"/>
                      </a:cubicBezTo>
                      <a:cubicBezTo>
                        <a:pt x="93" y="0"/>
                        <a:pt x="83" y="1"/>
                        <a:pt x="83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50" y="1"/>
                        <a:pt x="40" y="1"/>
                      </a:cubicBezTo>
                      <a:cubicBezTo>
                        <a:pt x="31" y="1"/>
                        <a:pt x="32" y="21"/>
                        <a:pt x="24" y="43"/>
                      </a:cubicBezTo>
                      <a:cubicBezTo>
                        <a:pt x="15" y="65"/>
                        <a:pt x="0" y="76"/>
                        <a:pt x="0" y="100"/>
                      </a:cubicBezTo>
                      <a:cubicBezTo>
                        <a:pt x="0" y="124"/>
                        <a:pt x="23" y="163"/>
                        <a:pt x="65" y="163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4" name="Freeform 132">
                  <a:extLst>
                    <a:ext uri="{FF2B5EF4-FFF2-40B4-BE49-F238E27FC236}">
                      <a16:creationId xmlns:a16="http://schemas.microsoft.com/office/drawing/2014/main" id="{5126E33D-5496-29B4-0F54-CCE25185D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53932" y="4966150"/>
                  <a:ext cx="235714" cy="610642"/>
                </a:xfrm>
                <a:custGeom>
                  <a:avLst/>
                  <a:gdLst>
                    <a:gd name="T0" fmla="*/ 63 w 63"/>
                    <a:gd name="T1" fmla="*/ 99 h 163"/>
                    <a:gd name="T2" fmla="*/ 50 w 63"/>
                    <a:gd name="T3" fmla="*/ 63 h 163"/>
                    <a:gd name="T4" fmla="*/ 32 w 63"/>
                    <a:gd name="T5" fmla="*/ 15 h 163"/>
                    <a:gd name="T6" fmla="*/ 18 w 63"/>
                    <a:gd name="T7" fmla="*/ 1 h 163"/>
                    <a:gd name="T8" fmla="*/ 0 w 63"/>
                    <a:gd name="T9" fmla="*/ 1 h 163"/>
                    <a:gd name="T10" fmla="*/ 0 w 63"/>
                    <a:gd name="T11" fmla="*/ 163 h 163"/>
                    <a:gd name="T12" fmla="*/ 63 w 63"/>
                    <a:gd name="T13" fmla="*/ 99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163">
                      <a:moveTo>
                        <a:pt x="63" y="99"/>
                      </a:moveTo>
                      <a:cubicBezTo>
                        <a:pt x="63" y="88"/>
                        <a:pt x="57" y="76"/>
                        <a:pt x="50" y="63"/>
                      </a:cubicBezTo>
                      <a:cubicBezTo>
                        <a:pt x="42" y="51"/>
                        <a:pt x="36" y="30"/>
                        <a:pt x="32" y="15"/>
                      </a:cubicBezTo>
                      <a:cubicBezTo>
                        <a:pt x="28" y="0"/>
                        <a:pt x="18" y="1"/>
                        <a:pt x="18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42" y="163"/>
                        <a:pt x="63" y="133"/>
                        <a:pt x="63" y="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5" name="Freeform 133">
                  <a:extLst>
                    <a:ext uri="{FF2B5EF4-FFF2-40B4-BE49-F238E27FC236}">
                      <a16:creationId xmlns:a16="http://schemas.microsoft.com/office/drawing/2014/main" id="{EBEAA45C-77CB-F651-60F7-7897D9EC4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6" name="Freeform 134">
                  <a:extLst>
                    <a:ext uri="{FF2B5EF4-FFF2-40B4-BE49-F238E27FC236}">
                      <a16:creationId xmlns:a16="http://schemas.microsoft.com/office/drawing/2014/main" id="{07DDFFFD-4723-9F02-813E-8AE692532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01246" cy="37967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7" name="Freeform 135">
                  <a:extLst>
                    <a:ext uri="{FF2B5EF4-FFF2-40B4-BE49-F238E27FC236}">
                      <a16:creationId xmlns:a16="http://schemas.microsoft.com/office/drawing/2014/main" id="{F2B07DB7-A495-5247-310D-DA6A50DA2F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01246" cy="36386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8" name="Freeform 136">
                  <a:extLst>
                    <a:ext uri="{FF2B5EF4-FFF2-40B4-BE49-F238E27FC236}">
                      <a16:creationId xmlns:a16="http://schemas.microsoft.com/office/drawing/2014/main" id="{24067432-F298-6A88-1980-765474C629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56951" cy="37967"/>
                </a:xfrm>
                <a:custGeom>
                  <a:avLst/>
                  <a:gdLst>
                    <a:gd name="T0" fmla="*/ 5 w 15"/>
                    <a:gd name="T1" fmla="*/ 10 h 10"/>
                    <a:gd name="T2" fmla="*/ 15 w 15"/>
                    <a:gd name="T3" fmla="*/ 10 h 10"/>
                    <a:gd name="T4" fmla="*/ 15 w 15"/>
                    <a:gd name="T5" fmla="*/ 0 h 10"/>
                    <a:gd name="T6" fmla="*/ 5 w 15"/>
                    <a:gd name="T7" fmla="*/ 0 h 10"/>
                    <a:gd name="T8" fmla="*/ 0 w 15"/>
                    <a:gd name="T9" fmla="*/ 5 h 10"/>
                    <a:gd name="T10" fmla="*/ 5 w 1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9" name="Freeform 163">
                  <a:extLst>
                    <a:ext uri="{FF2B5EF4-FFF2-40B4-BE49-F238E27FC236}">
                      <a16:creationId xmlns:a16="http://schemas.microsoft.com/office/drawing/2014/main" id="{448C7F0D-6550-C1C9-E3C1-80400A6884D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138112" y="3523390"/>
                  <a:ext cx="26894" cy="1207046"/>
                </a:xfrm>
                <a:custGeom>
                  <a:avLst/>
                  <a:gdLst>
                    <a:gd name="T0" fmla="*/ 17 w 17"/>
                    <a:gd name="T1" fmla="*/ 763 h 763"/>
                    <a:gd name="T2" fmla="*/ 0 w 17"/>
                    <a:gd name="T3" fmla="*/ 763 h 763"/>
                    <a:gd name="T4" fmla="*/ 0 w 17"/>
                    <a:gd name="T5" fmla="*/ 706 h 763"/>
                    <a:gd name="T6" fmla="*/ 17 w 17"/>
                    <a:gd name="T7" fmla="*/ 706 h 763"/>
                    <a:gd name="T8" fmla="*/ 17 w 17"/>
                    <a:gd name="T9" fmla="*/ 763 h 763"/>
                    <a:gd name="T10" fmla="*/ 17 w 17"/>
                    <a:gd name="T11" fmla="*/ 663 h 763"/>
                    <a:gd name="T12" fmla="*/ 0 w 17"/>
                    <a:gd name="T13" fmla="*/ 663 h 763"/>
                    <a:gd name="T14" fmla="*/ 0 w 17"/>
                    <a:gd name="T15" fmla="*/ 604 h 763"/>
                    <a:gd name="T16" fmla="*/ 17 w 17"/>
                    <a:gd name="T17" fmla="*/ 604 h 763"/>
                    <a:gd name="T18" fmla="*/ 17 w 17"/>
                    <a:gd name="T19" fmla="*/ 663 h 763"/>
                    <a:gd name="T20" fmla="*/ 17 w 17"/>
                    <a:gd name="T21" fmla="*/ 562 h 763"/>
                    <a:gd name="T22" fmla="*/ 0 w 17"/>
                    <a:gd name="T23" fmla="*/ 562 h 763"/>
                    <a:gd name="T24" fmla="*/ 0 w 17"/>
                    <a:gd name="T25" fmla="*/ 505 h 763"/>
                    <a:gd name="T26" fmla="*/ 17 w 17"/>
                    <a:gd name="T27" fmla="*/ 505 h 763"/>
                    <a:gd name="T28" fmla="*/ 17 w 17"/>
                    <a:gd name="T29" fmla="*/ 562 h 763"/>
                    <a:gd name="T30" fmla="*/ 17 w 17"/>
                    <a:gd name="T31" fmla="*/ 462 h 763"/>
                    <a:gd name="T32" fmla="*/ 0 w 17"/>
                    <a:gd name="T33" fmla="*/ 462 h 763"/>
                    <a:gd name="T34" fmla="*/ 0 w 17"/>
                    <a:gd name="T35" fmla="*/ 403 h 763"/>
                    <a:gd name="T36" fmla="*/ 17 w 17"/>
                    <a:gd name="T37" fmla="*/ 403 h 763"/>
                    <a:gd name="T38" fmla="*/ 17 w 17"/>
                    <a:gd name="T39" fmla="*/ 462 h 763"/>
                    <a:gd name="T40" fmla="*/ 17 w 17"/>
                    <a:gd name="T41" fmla="*/ 363 h 763"/>
                    <a:gd name="T42" fmla="*/ 0 w 17"/>
                    <a:gd name="T43" fmla="*/ 363 h 763"/>
                    <a:gd name="T44" fmla="*/ 0 w 17"/>
                    <a:gd name="T45" fmla="*/ 303 h 763"/>
                    <a:gd name="T46" fmla="*/ 17 w 17"/>
                    <a:gd name="T47" fmla="*/ 303 h 763"/>
                    <a:gd name="T48" fmla="*/ 17 w 17"/>
                    <a:gd name="T49" fmla="*/ 363 h 763"/>
                    <a:gd name="T50" fmla="*/ 17 w 17"/>
                    <a:gd name="T51" fmla="*/ 261 h 763"/>
                    <a:gd name="T52" fmla="*/ 0 w 17"/>
                    <a:gd name="T53" fmla="*/ 261 h 763"/>
                    <a:gd name="T54" fmla="*/ 0 w 17"/>
                    <a:gd name="T55" fmla="*/ 202 h 763"/>
                    <a:gd name="T56" fmla="*/ 17 w 17"/>
                    <a:gd name="T57" fmla="*/ 202 h 763"/>
                    <a:gd name="T58" fmla="*/ 17 w 17"/>
                    <a:gd name="T59" fmla="*/ 261 h 763"/>
                    <a:gd name="T60" fmla="*/ 17 w 17"/>
                    <a:gd name="T61" fmla="*/ 161 h 763"/>
                    <a:gd name="T62" fmla="*/ 0 w 17"/>
                    <a:gd name="T63" fmla="*/ 161 h 763"/>
                    <a:gd name="T64" fmla="*/ 0 w 17"/>
                    <a:gd name="T65" fmla="*/ 102 h 763"/>
                    <a:gd name="T66" fmla="*/ 17 w 17"/>
                    <a:gd name="T67" fmla="*/ 102 h 763"/>
                    <a:gd name="T68" fmla="*/ 17 w 17"/>
                    <a:gd name="T69" fmla="*/ 161 h 763"/>
                    <a:gd name="T70" fmla="*/ 17 w 17"/>
                    <a:gd name="T71" fmla="*/ 60 h 763"/>
                    <a:gd name="T72" fmla="*/ 0 w 17"/>
                    <a:gd name="T73" fmla="*/ 60 h 763"/>
                    <a:gd name="T74" fmla="*/ 0 w 17"/>
                    <a:gd name="T75" fmla="*/ 0 h 763"/>
                    <a:gd name="T76" fmla="*/ 17 w 17"/>
                    <a:gd name="T77" fmla="*/ 0 h 763"/>
                    <a:gd name="T78" fmla="*/ 17 w 17"/>
                    <a:gd name="T79" fmla="*/ 60 h 7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" h="763">
                      <a:moveTo>
                        <a:pt x="17" y="763"/>
                      </a:moveTo>
                      <a:lnTo>
                        <a:pt x="0" y="763"/>
                      </a:lnTo>
                      <a:lnTo>
                        <a:pt x="0" y="706"/>
                      </a:lnTo>
                      <a:lnTo>
                        <a:pt x="17" y="706"/>
                      </a:lnTo>
                      <a:lnTo>
                        <a:pt x="17" y="763"/>
                      </a:lnTo>
                      <a:close/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2"/>
                      </a:moveTo>
                      <a:lnTo>
                        <a:pt x="0" y="562"/>
                      </a:lnTo>
                      <a:lnTo>
                        <a:pt x="0" y="505"/>
                      </a:lnTo>
                      <a:lnTo>
                        <a:pt x="17" y="505"/>
                      </a:lnTo>
                      <a:lnTo>
                        <a:pt x="17" y="562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3"/>
                      </a:moveTo>
                      <a:lnTo>
                        <a:pt x="0" y="363"/>
                      </a:lnTo>
                      <a:lnTo>
                        <a:pt x="0" y="303"/>
                      </a:lnTo>
                      <a:lnTo>
                        <a:pt x="17" y="303"/>
                      </a:lnTo>
                      <a:lnTo>
                        <a:pt x="17" y="363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61"/>
                      </a:moveTo>
                      <a:lnTo>
                        <a:pt x="0" y="161"/>
                      </a:lnTo>
                      <a:lnTo>
                        <a:pt x="0" y="102"/>
                      </a:lnTo>
                      <a:lnTo>
                        <a:pt x="17" y="102"/>
                      </a:lnTo>
                      <a:lnTo>
                        <a:pt x="17" y="161"/>
                      </a:lnTo>
                      <a:close/>
                      <a:moveTo>
                        <a:pt x="17" y="60"/>
                      </a:moveTo>
                      <a:lnTo>
                        <a:pt x="0" y="6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60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22" name="组合 1021">
                <a:extLst>
                  <a:ext uri="{FF2B5EF4-FFF2-40B4-BE49-F238E27FC236}">
                    <a16:creationId xmlns:a16="http://schemas.microsoft.com/office/drawing/2014/main" id="{F970546D-19A2-18DA-E9AA-920F44C464C0}"/>
                  </a:ext>
                </a:extLst>
              </p:cNvPr>
              <p:cNvGrpSpPr/>
              <p:nvPr/>
            </p:nvGrpSpPr>
            <p:grpSpPr>
              <a:xfrm flipV="1">
                <a:off x="3910944" y="1468733"/>
                <a:ext cx="479338" cy="2053402"/>
                <a:chOff x="3910308" y="3523390"/>
                <a:chExt cx="479338" cy="2053402"/>
              </a:xfrm>
              <a:noFill/>
            </p:grpSpPr>
            <p:sp>
              <p:nvSpPr>
                <p:cNvPr id="1023" name="Freeform 127">
                  <a:extLst>
                    <a:ext uri="{FF2B5EF4-FFF2-40B4-BE49-F238E27FC236}">
                      <a16:creationId xmlns:a16="http://schemas.microsoft.com/office/drawing/2014/main" id="{DDEE7180-15F9-13BF-C490-3A37027A36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94583" cy="37967"/>
                </a:xfrm>
                <a:custGeom>
                  <a:avLst/>
                  <a:gdLst>
                    <a:gd name="T0" fmla="*/ 47 w 52"/>
                    <a:gd name="T1" fmla="*/ 0 h 10"/>
                    <a:gd name="T2" fmla="*/ 5 w 52"/>
                    <a:gd name="T3" fmla="*/ 0 h 10"/>
                    <a:gd name="T4" fmla="*/ 0 w 52"/>
                    <a:gd name="T5" fmla="*/ 5 h 10"/>
                    <a:gd name="T6" fmla="*/ 5 w 52"/>
                    <a:gd name="T7" fmla="*/ 10 h 10"/>
                    <a:gd name="T8" fmla="*/ 47 w 52"/>
                    <a:gd name="T9" fmla="*/ 10 h 10"/>
                    <a:gd name="T10" fmla="*/ 52 w 52"/>
                    <a:gd name="T11" fmla="*/ 5 h 10"/>
                    <a:gd name="T12" fmla="*/ 47 w 5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" name="Freeform 128">
                  <a:extLst>
                    <a:ext uri="{FF2B5EF4-FFF2-40B4-BE49-F238E27FC236}">
                      <a16:creationId xmlns:a16="http://schemas.microsoft.com/office/drawing/2014/main" id="{767F9620-A43B-0300-012B-9EAE3E910C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94583" cy="37967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0" name="Freeform 129">
                  <a:extLst>
                    <a:ext uri="{FF2B5EF4-FFF2-40B4-BE49-F238E27FC236}">
                      <a16:creationId xmlns:a16="http://schemas.microsoft.com/office/drawing/2014/main" id="{7B91BF4E-9C05-702B-ED73-3B2C7D9D04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94583" cy="36386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" name="Freeform 130">
                  <a:extLst>
                    <a:ext uri="{FF2B5EF4-FFF2-40B4-BE49-F238E27FC236}">
                      <a16:creationId xmlns:a16="http://schemas.microsoft.com/office/drawing/2014/main" id="{69FC1B8B-317F-2B97-BBCA-43DE2F0E0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105993" cy="37967"/>
                </a:xfrm>
                <a:custGeom>
                  <a:avLst/>
                  <a:gdLst>
                    <a:gd name="T0" fmla="*/ 5 w 28"/>
                    <a:gd name="T1" fmla="*/ 10 h 10"/>
                    <a:gd name="T2" fmla="*/ 23 w 28"/>
                    <a:gd name="T3" fmla="*/ 10 h 10"/>
                    <a:gd name="T4" fmla="*/ 28 w 28"/>
                    <a:gd name="T5" fmla="*/ 5 h 10"/>
                    <a:gd name="T6" fmla="*/ 23 w 28"/>
                    <a:gd name="T7" fmla="*/ 0 h 10"/>
                    <a:gd name="T8" fmla="*/ 5 w 28"/>
                    <a:gd name="T9" fmla="*/ 0 h 10"/>
                    <a:gd name="T10" fmla="*/ 0 w 28"/>
                    <a:gd name="T11" fmla="*/ 5 h 10"/>
                    <a:gd name="T12" fmla="*/ 5 w 28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0">
                      <a:moveTo>
                        <a:pt x="5" y="10"/>
                      </a:move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6" y="10"/>
                        <a:pt x="28" y="8"/>
                        <a:pt x="28" y="5"/>
                      </a:cubicBezTo>
                      <a:cubicBezTo>
                        <a:pt x="28" y="3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" name="Freeform 131">
                  <a:extLst>
                    <a:ext uri="{FF2B5EF4-FFF2-40B4-BE49-F238E27FC236}">
                      <a16:creationId xmlns:a16="http://schemas.microsoft.com/office/drawing/2014/main" id="{819DE600-9F0F-FBA0-BF45-265300071F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0308" y="4966150"/>
                  <a:ext cx="479338" cy="610642"/>
                </a:xfrm>
                <a:custGeom>
                  <a:avLst/>
                  <a:gdLst>
                    <a:gd name="T0" fmla="*/ 65 w 128"/>
                    <a:gd name="T1" fmla="*/ 163 h 163"/>
                    <a:gd name="T2" fmla="*/ 128 w 128"/>
                    <a:gd name="T3" fmla="*/ 99 h 163"/>
                    <a:gd name="T4" fmla="*/ 115 w 128"/>
                    <a:gd name="T5" fmla="*/ 63 h 163"/>
                    <a:gd name="T6" fmla="*/ 97 w 128"/>
                    <a:gd name="T7" fmla="*/ 15 h 163"/>
                    <a:gd name="T8" fmla="*/ 83 w 128"/>
                    <a:gd name="T9" fmla="*/ 1 h 163"/>
                    <a:gd name="T10" fmla="*/ 65 w 128"/>
                    <a:gd name="T11" fmla="*/ 1 h 163"/>
                    <a:gd name="T12" fmla="*/ 40 w 128"/>
                    <a:gd name="T13" fmla="*/ 1 h 163"/>
                    <a:gd name="T14" fmla="*/ 24 w 128"/>
                    <a:gd name="T15" fmla="*/ 43 h 163"/>
                    <a:gd name="T16" fmla="*/ 0 w 128"/>
                    <a:gd name="T17" fmla="*/ 100 h 163"/>
                    <a:gd name="T18" fmla="*/ 65 w 128"/>
                    <a:gd name="T1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8" h="163">
                      <a:moveTo>
                        <a:pt x="65" y="163"/>
                      </a:moveTo>
                      <a:cubicBezTo>
                        <a:pt x="107" y="163"/>
                        <a:pt x="128" y="133"/>
                        <a:pt x="128" y="99"/>
                      </a:cubicBezTo>
                      <a:cubicBezTo>
                        <a:pt x="128" y="88"/>
                        <a:pt x="122" y="76"/>
                        <a:pt x="115" y="63"/>
                      </a:cubicBezTo>
                      <a:cubicBezTo>
                        <a:pt x="107" y="51"/>
                        <a:pt x="101" y="30"/>
                        <a:pt x="97" y="15"/>
                      </a:cubicBezTo>
                      <a:cubicBezTo>
                        <a:pt x="93" y="0"/>
                        <a:pt x="83" y="1"/>
                        <a:pt x="83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50" y="1"/>
                        <a:pt x="40" y="1"/>
                      </a:cubicBezTo>
                      <a:cubicBezTo>
                        <a:pt x="31" y="1"/>
                        <a:pt x="32" y="21"/>
                        <a:pt x="24" y="43"/>
                      </a:cubicBezTo>
                      <a:cubicBezTo>
                        <a:pt x="15" y="65"/>
                        <a:pt x="0" y="76"/>
                        <a:pt x="0" y="100"/>
                      </a:cubicBezTo>
                      <a:cubicBezTo>
                        <a:pt x="0" y="124"/>
                        <a:pt x="23" y="163"/>
                        <a:pt x="65" y="16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7" name="Freeform 132">
                  <a:extLst>
                    <a:ext uri="{FF2B5EF4-FFF2-40B4-BE49-F238E27FC236}">
                      <a16:creationId xmlns:a16="http://schemas.microsoft.com/office/drawing/2014/main" id="{CA15CB86-821A-A638-B75C-08DD164BD9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53932" y="4966150"/>
                  <a:ext cx="235714" cy="610642"/>
                </a:xfrm>
                <a:custGeom>
                  <a:avLst/>
                  <a:gdLst>
                    <a:gd name="T0" fmla="*/ 63 w 63"/>
                    <a:gd name="T1" fmla="*/ 99 h 163"/>
                    <a:gd name="T2" fmla="*/ 50 w 63"/>
                    <a:gd name="T3" fmla="*/ 63 h 163"/>
                    <a:gd name="T4" fmla="*/ 32 w 63"/>
                    <a:gd name="T5" fmla="*/ 15 h 163"/>
                    <a:gd name="T6" fmla="*/ 18 w 63"/>
                    <a:gd name="T7" fmla="*/ 1 h 163"/>
                    <a:gd name="T8" fmla="*/ 0 w 63"/>
                    <a:gd name="T9" fmla="*/ 1 h 163"/>
                    <a:gd name="T10" fmla="*/ 0 w 63"/>
                    <a:gd name="T11" fmla="*/ 163 h 163"/>
                    <a:gd name="T12" fmla="*/ 63 w 63"/>
                    <a:gd name="T13" fmla="*/ 99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163">
                      <a:moveTo>
                        <a:pt x="63" y="99"/>
                      </a:moveTo>
                      <a:cubicBezTo>
                        <a:pt x="63" y="88"/>
                        <a:pt x="57" y="76"/>
                        <a:pt x="50" y="63"/>
                      </a:cubicBezTo>
                      <a:cubicBezTo>
                        <a:pt x="42" y="51"/>
                        <a:pt x="36" y="30"/>
                        <a:pt x="32" y="15"/>
                      </a:cubicBezTo>
                      <a:cubicBezTo>
                        <a:pt x="28" y="0"/>
                        <a:pt x="18" y="1"/>
                        <a:pt x="18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42" y="163"/>
                        <a:pt x="63" y="133"/>
                        <a:pt x="63" y="9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8" name="Freeform 133">
                  <a:extLst>
                    <a:ext uri="{FF2B5EF4-FFF2-40B4-BE49-F238E27FC236}">
                      <a16:creationId xmlns:a16="http://schemas.microsoft.com/office/drawing/2014/main" id="{217AE521-1853-468C-E230-85FA6B73A9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9" name="Freeform 134">
                  <a:extLst>
                    <a:ext uri="{FF2B5EF4-FFF2-40B4-BE49-F238E27FC236}">
                      <a16:creationId xmlns:a16="http://schemas.microsoft.com/office/drawing/2014/main" id="{E9446BB1-820A-62C5-03C0-57DE84A69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01246" cy="37967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2" name="Freeform 135">
                  <a:extLst>
                    <a:ext uri="{FF2B5EF4-FFF2-40B4-BE49-F238E27FC236}">
                      <a16:creationId xmlns:a16="http://schemas.microsoft.com/office/drawing/2014/main" id="{6A728B24-3DD2-D7F4-A6EF-78A2FAA77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01246" cy="36386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6" name="Freeform 136">
                  <a:extLst>
                    <a:ext uri="{FF2B5EF4-FFF2-40B4-BE49-F238E27FC236}">
                      <a16:creationId xmlns:a16="http://schemas.microsoft.com/office/drawing/2014/main" id="{BC8E4706-495D-2CC6-8A4E-0E59F59A3E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56951" cy="37967"/>
                </a:xfrm>
                <a:custGeom>
                  <a:avLst/>
                  <a:gdLst>
                    <a:gd name="T0" fmla="*/ 5 w 15"/>
                    <a:gd name="T1" fmla="*/ 10 h 10"/>
                    <a:gd name="T2" fmla="*/ 15 w 15"/>
                    <a:gd name="T3" fmla="*/ 10 h 10"/>
                    <a:gd name="T4" fmla="*/ 15 w 15"/>
                    <a:gd name="T5" fmla="*/ 0 h 10"/>
                    <a:gd name="T6" fmla="*/ 5 w 15"/>
                    <a:gd name="T7" fmla="*/ 0 h 10"/>
                    <a:gd name="T8" fmla="*/ 0 w 15"/>
                    <a:gd name="T9" fmla="*/ 5 h 10"/>
                    <a:gd name="T10" fmla="*/ 5 w 1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8" name="Freeform 163">
                  <a:extLst>
                    <a:ext uri="{FF2B5EF4-FFF2-40B4-BE49-F238E27FC236}">
                      <a16:creationId xmlns:a16="http://schemas.microsoft.com/office/drawing/2014/main" id="{9F21A893-D4B4-7BD9-087A-1B611F6FBD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138112" y="3523390"/>
                  <a:ext cx="26894" cy="1207046"/>
                </a:xfrm>
                <a:custGeom>
                  <a:avLst/>
                  <a:gdLst>
                    <a:gd name="T0" fmla="*/ 17 w 17"/>
                    <a:gd name="T1" fmla="*/ 763 h 763"/>
                    <a:gd name="T2" fmla="*/ 0 w 17"/>
                    <a:gd name="T3" fmla="*/ 763 h 763"/>
                    <a:gd name="T4" fmla="*/ 0 w 17"/>
                    <a:gd name="T5" fmla="*/ 706 h 763"/>
                    <a:gd name="T6" fmla="*/ 17 w 17"/>
                    <a:gd name="T7" fmla="*/ 706 h 763"/>
                    <a:gd name="T8" fmla="*/ 17 w 17"/>
                    <a:gd name="T9" fmla="*/ 763 h 763"/>
                    <a:gd name="T10" fmla="*/ 17 w 17"/>
                    <a:gd name="T11" fmla="*/ 663 h 763"/>
                    <a:gd name="T12" fmla="*/ 0 w 17"/>
                    <a:gd name="T13" fmla="*/ 663 h 763"/>
                    <a:gd name="T14" fmla="*/ 0 w 17"/>
                    <a:gd name="T15" fmla="*/ 604 h 763"/>
                    <a:gd name="T16" fmla="*/ 17 w 17"/>
                    <a:gd name="T17" fmla="*/ 604 h 763"/>
                    <a:gd name="T18" fmla="*/ 17 w 17"/>
                    <a:gd name="T19" fmla="*/ 663 h 763"/>
                    <a:gd name="T20" fmla="*/ 17 w 17"/>
                    <a:gd name="T21" fmla="*/ 562 h 763"/>
                    <a:gd name="T22" fmla="*/ 0 w 17"/>
                    <a:gd name="T23" fmla="*/ 562 h 763"/>
                    <a:gd name="T24" fmla="*/ 0 w 17"/>
                    <a:gd name="T25" fmla="*/ 505 h 763"/>
                    <a:gd name="T26" fmla="*/ 17 w 17"/>
                    <a:gd name="T27" fmla="*/ 505 h 763"/>
                    <a:gd name="T28" fmla="*/ 17 w 17"/>
                    <a:gd name="T29" fmla="*/ 562 h 763"/>
                    <a:gd name="T30" fmla="*/ 17 w 17"/>
                    <a:gd name="T31" fmla="*/ 462 h 763"/>
                    <a:gd name="T32" fmla="*/ 0 w 17"/>
                    <a:gd name="T33" fmla="*/ 462 h 763"/>
                    <a:gd name="T34" fmla="*/ 0 w 17"/>
                    <a:gd name="T35" fmla="*/ 403 h 763"/>
                    <a:gd name="T36" fmla="*/ 17 w 17"/>
                    <a:gd name="T37" fmla="*/ 403 h 763"/>
                    <a:gd name="T38" fmla="*/ 17 w 17"/>
                    <a:gd name="T39" fmla="*/ 462 h 763"/>
                    <a:gd name="T40" fmla="*/ 17 w 17"/>
                    <a:gd name="T41" fmla="*/ 363 h 763"/>
                    <a:gd name="T42" fmla="*/ 0 w 17"/>
                    <a:gd name="T43" fmla="*/ 363 h 763"/>
                    <a:gd name="T44" fmla="*/ 0 w 17"/>
                    <a:gd name="T45" fmla="*/ 303 h 763"/>
                    <a:gd name="T46" fmla="*/ 17 w 17"/>
                    <a:gd name="T47" fmla="*/ 303 h 763"/>
                    <a:gd name="T48" fmla="*/ 17 w 17"/>
                    <a:gd name="T49" fmla="*/ 363 h 763"/>
                    <a:gd name="T50" fmla="*/ 17 w 17"/>
                    <a:gd name="T51" fmla="*/ 261 h 763"/>
                    <a:gd name="T52" fmla="*/ 0 w 17"/>
                    <a:gd name="T53" fmla="*/ 261 h 763"/>
                    <a:gd name="T54" fmla="*/ 0 w 17"/>
                    <a:gd name="T55" fmla="*/ 202 h 763"/>
                    <a:gd name="T56" fmla="*/ 17 w 17"/>
                    <a:gd name="T57" fmla="*/ 202 h 763"/>
                    <a:gd name="T58" fmla="*/ 17 w 17"/>
                    <a:gd name="T59" fmla="*/ 261 h 763"/>
                    <a:gd name="T60" fmla="*/ 17 w 17"/>
                    <a:gd name="T61" fmla="*/ 161 h 763"/>
                    <a:gd name="T62" fmla="*/ 0 w 17"/>
                    <a:gd name="T63" fmla="*/ 161 h 763"/>
                    <a:gd name="T64" fmla="*/ 0 w 17"/>
                    <a:gd name="T65" fmla="*/ 102 h 763"/>
                    <a:gd name="T66" fmla="*/ 17 w 17"/>
                    <a:gd name="T67" fmla="*/ 102 h 763"/>
                    <a:gd name="T68" fmla="*/ 17 w 17"/>
                    <a:gd name="T69" fmla="*/ 161 h 763"/>
                    <a:gd name="T70" fmla="*/ 17 w 17"/>
                    <a:gd name="T71" fmla="*/ 60 h 763"/>
                    <a:gd name="T72" fmla="*/ 0 w 17"/>
                    <a:gd name="T73" fmla="*/ 60 h 763"/>
                    <a:gd name="T74" fmla="*/ 0 w 17"/>
                    <a:gd name="T75" fmla="*/ 0 h 763"/>
                    <a:gd name="T76" fmla="*/ 17 w 17"/>
                    <a:gd name="T77" fmla="*/ 0 h 763"/>
                    <a:gd name="T78" fmla="*/ 17 w 17"/>
                    <a:gd name="T79" fmla="*/ 60 h 7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" h="763">
                      <a:moveTo>
                        <a:pt x="17" y="763"/>
                      </a:moveTo>
                      <a:lnTo>
                        <a:pt x="0" y="763"/>
                      </a:lnTo>
                      <a:lnTo>
                        <a:pt x="0" y="706"/>
                      </a:lnTo>
                      <a:lnTo>
                        <a:pt x="17" y="706"/>
                      </a:lnTo>
                      <a:lnTo>
                        <a:pt x="17" y="763"/>
                      </a:lnTo>
                      <a:close/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2"/>
                      </a:moveTo>
                      <a:lnTo>
                        <a:pt x="0" y="562"/>
                      </a:lnTo>
                      <a:lnTo>
                        <a:pt x="0" y="505"/>
                      </a:lnTo>
                      <a:lnTo>
                        <a:pt x="17" y="505"/>
                      </a:lnTo>
                      <a:lnTo>
                        <a:pt x="17" y="562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3"/>
                      </a:moveTo>
                      <a:lnTo>
                        <a:pt x="0" y="363"/>
                      </a:lnTo>
                      <a:lnTo>
                        <a:pt x="0" y="303"/>
                      </a:lnTo>
                      <a:lnTo>
                        <a:pt x="17" y="303"/>
                      </a:lnTo>
                      <a:lnTo>
                        <a:pt x="17" y="363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61"/>
                      </a:moveTo>
                      <a:lnTo>
                        <a:pt x="0" y="161"/>
                      </a:lnTo>
                      <a:lnTo>
                        <a:pt x="0" y="102"/>
                      </a:lnTo>
                      <a:lnTo>
                        <a:pt x="17" y="102"/>
                      </a:lnTo>
                      <a:lnTo>
                        <a:pt x="17" y="161"/>
                      </a:lnTo>
                      <a:close/>
                      <a:moveTo>
                        <a:pt x="17" y="60"/>
                      </a:moveTo>
                      <a:lnTo>
                        <a:pt x="0" y="6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88" name="组合 987">
              <a:extLst>
                <a:ext uri="{FF2B5EF4-FFF2-40B4-BE49-F238E27FC236}">
                  <a16:creationId xmlns:a16="http://schemas.microsoft.com/office/drawing/2014/main" id="{AA517D6D-DBE4-8FF4-0C75-9FFD2BB4C753}"/>
                </a:ext>
              </a:extLst>
            </p:cNvPr>
            <p:cNvGrpSpPr/>
            <p:nvPr/>
          </p:nvGrpSpPr>
          <p:grpSpPr>
            <a:xfrm>
              <a:off x="3005419" y="1377441"/>
              <a:ext cx="327468" cy="4172459"/>
              <a:chOff x="3005419" y="1377441"/>
              <a:chExt cx="327468" cy="4172459"/>
            </a:xfrm>
          </p:grpSpPr>
          <p:grpSp>
            <p:nvGrpSpPr>
              <p:cNvPr id="997" name="组合 996">
                <a:extLst>
                  <a:ext uri="{FF2B5EF4-FFF2-40B4-BE49-F238E27FC236}">
                    <a16:creationId xmlns:a16="http://schemas.microsoft.com/office/drawing/2014/main" id="{4AD59853-0240-C03E-30B3-F9FAEB7C5681}"/>
                  </a:ext>
                </a:extLst>
              </p:cNvPr>
              <p:cNvGrpSpPr/>
              <p:nvPr/>
            </p:nvGrpSpPr>
            <p:grpSpPr>
              <a:xfrm>
                <a:off x="3005419" y="3487005"/>
                <a:ext cx="321142" cy="2062895"/>
                <a:chOff x="3005419" y="3487005"/>
                <a:chExt cx="321142" cy="2062895"/>
              </a:xfrm>
            </p:grpSpPr>
            <p:sp>
              <p:nvSpPr>
                <p:cNvPr id="1010" name="Freeform 117">
                  <a:extLst>
                    <a:ext uri="{FF2B5EF4-FFF2-40B4-BE49-F238E27FC236}">
                      <a16:creationId xmlns:a16="http://schemas.microsoft.com/office/drawing/2014/main" id="{7E23DB65-87FD-57AE-30DD-E9A97FC724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129722" cy="25311"/>
                </a:xfrm>
                <a:custGeom>
                  <a:avLst/>
                  <a:gdLst>
                    <a:gd name="T0" fmla="*/ 31 w 35"/>
                    <a:gd name="T1" fmla="*/ 0 h 7"/>
                    <a:gd name="T2" fmla="*/ 3 w 35"/>
                    <a:gd name="T3" fmla="*/ 0 h 7"/>
                    <a:gd name="T4" fmla="*/ 0 w 35"/>
                    <a:gd name="T5" fmla="*/ 4 h 7"/>
                    <a:gd name="T6" fmla="*/ 3 w 35"/>
                    <a:gd name="T7" fmla="*/ 7 h 7"/>
                    <a:gd name="T8" fmla="*/ 31 w 35"/>
                    <a:gd name="T9" fmla="*/ 7 h 7"/>
                    <a:gd name="T10" fmla="*/ 35 w 35"/>
                    <a:gd name="T11" fmla="*/ 4 h 7"/>
                    <a:gd name="T12" fmla="*/ 31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1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6"/>
                        <a:pt x="35" y="4"/>
                      </a:cubicBezTo>
                      <a:cubicBezTo>
                        <a:pt x="35" y="2"/>
                        <a:pt x="33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1" name="Freeform 118">
                  <a:extLst>
                    <a:ext uri="{FF2B5EF4-FFF2-40B4-BE49-F238E27FC236}">
                      <a16:creationId xmlns:a16="http://schemas.microsoft.com/office/drawing/2014/main" id="{0308CC2A-2F4C-6035-7616-F498451662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129722" cy="26894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2" name="Freeform 119">
                  <a:extLst>
                    <a:ext uri="{FF2B5EF4-FFF2-40B4-BE49-F238E27FC236}">
                      <a16:creationId xmlns:a16="http://schemas.microsoft.com/office/drawing/2014/main" id="{346934CC-E6EA-FC8F-DDC2-750C27F31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129722" cy="25311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3" name="Freeform 120">
                  <a:extLst>
                    <a:ext uri="{FF2B5EF4-FFF2-40B4-BE49-F238E27FC236}">
                      <a16:creationId xmlns:a16="http://schemas.microsoft.com/office/drawing/2014/main" id="{BBFD2FFE-8DA1-60BF-94EF-4275045757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66443" cy="22148"/>
                </a:xfrm>
                <a:custGeom>
                  <a:avLst/>
                  <a:gdLst>
                    <a:gd name="T0" fmla="*/ 3 w 18"/>
                    <a:gd name="T1" fmla="*/ 6 h 6"/>
                    <a:gd name="T2" fmla="*/ 15 w 18"/>
                    <a:gd name="T3" fmla="*/ 6 h 6"/>
                    <a:gd name="T4" fmla="*/ 18 w 18"/>
                    <a:gd name="T5" fmla="*/ 3 h 6"/>
                    <a:gd name="T6" fmla="*/ 15 w 18"/>
                    <a:gd name="T7" fmla="*/ 0 h 6"/>
                    <a:gd name="T8" fmla="*/ 3 w 18"/>
                    <a:gd name="T9" fmla="*/ 0 h 6"/>
                    <a:gd name="T10" fmla="*/ 0 w 18"/>
                    <a:gd name="T11" fmla="*/ 3 h 6"/>
                    <a:gd name="T12" fmla="*/ 3 w 18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6">
                      <a:moveTo>
                        <a:pt x="3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7" y="6"/>
                        <a:pt x="18" y="5"/>
                        <a:pt x="18" y="3"/>
                      </a:cubicBezTo>
                      <a:cubicBezTo>
                        <a:pt x="18" y="1"/>
                        <a:pt x="17" y="0"/>
                        <a:pt x="15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4" name="Freeform 121">
                  <a:extLst>
                    <a:ext uri="{FF2B5EF4-FFF2-40B4-BE49-F238E27FC236}">
                      <a16:creationId xmlns:a16="http://schemas.microsoft.com/office/drawing/2014/main" id="{76CDEB3B-93E0-D545-45D2-B454DC1490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5419" y="5141750"/>
                  <a:ext cx="321141" cy="408150"/>
                </a:xfrm>
                <a:custGeom>
                  <a:avLst/>
                  <a:gdLst>
                    <a:gd name="T0" fmla="*/ 44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4 w 86"/>
                    <a:gd name="T11" fmla="*/ 1 h 109"/>
                    <a:gd name="T12" fmla="*/ 27 w 86"/>
                    <a:gd name="T13" fmla="*/ 1 h 109"/>
                    <a:gd name="T14" fmla="*/ 16 w 86"/>
                    <a:gd name="T15" fmla="*/ 29 h 109"/>
                    <a:gd name="T16" fmla="*/ 0 w 86"/>
                    <a:gd name="T17" fmla="*/ 67 h 109"/>
                    <a:gd name="T18" fmla="*/ 44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4" y="109"/>
                      </a:moveTo>
                      <a:cubicBezTo>
                        <a:pt x="72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8" y="20"/>
                        <a:pt x="65" y="10"/>
                      </a:cubicBezTo>
                      <a:cubicBezTo>
                        <a:pt x="63" y="0"/>
                        <a:pt x="56" y="1"/>
                        <a:pt x="56" y="1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34" y="1"/>
                        <a:pt x="27" y="1"/>
                      </a:cubicBezTo>
                      <a:cubicBezTo>
                        <a:pt x="21" y="1"/>
                        <a:pt x="22" y="14"/>
                        <a:pt x="16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4" y="109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5" name="Freeform 122">
                  <a:extLst>
                    <a:ext uri="{FF2B5EF4-FFF2-40B4-BE49-F238E27FC236}">
                      <a16:creationId xmlns:a16="http://schemas.microsoft.com/office/drawing/2014/main" id="{A26663E6-FBBD-F378-4656-C9304DCE0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9945" y="5141750"/>
                  <a:ext cx="156616" cy="408150"/>
                </a:xfrm>
                <a:custGeom>
                  <a:avLst/>
                  <a:gdLst>
                    <a:gd name="T0" fmla="*/ 42 w 42"/>
                    <a:gd name="T1" fmla="*/ 66 h 109"/>
                    <a:gd name="T2" fmla="*/ 33 w 42"/>
                    <a:gd name="T3" fmla="*/ 42 h 109"/>
                    <a:gd name="T4" fmla="*/ 21 w 42"/>
                    <a:gd name="T5" fmla="*/ 10 h 109"/>
                    <a:gd name="T6" fmla="*/ 12 w 42"/>
                    <a:gd name="T7" fmla="*/ 1 h 109"/>
                    <a:gd name="T8" fmla="*/ 0 w 42"/>
                    <a:gd name="T9" fmla="*/ 1 h 109"/>
                    <a:gd name="T10" fmla="*/ 0 w 42"/>
                    <a:gd name="T11" fmla="*/ 109 h 109"/>
                    <a:gd name="T12" fmla="*/ 42 w 42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109">
                      <a:moveTo>
                        <a:pt x="42" y="66"/>
                      </a:moveTo>
                      <a:cubicBezTo>
                        <a:pt x="42" y="59"/>
                        <a:pt x="38" y="51"/>
                        <a:pt x="33" y="42"/>
                      </a:cubicBezTo>
                      <a:cubicBezTo>
                        <a:pt x="28" y="34"/>
                        <a:pt x="24" y="20"/>
                        <a:pt x="21" y="10"/>
                      </a:cubicBezTo>
                      <a:cubicBezTo>
                        <a:pt x="19" y="0"/>
                        <a:pt x="12" y="1"/>
                        <a:pt x="12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2" y="89"/>
                        <a:pt x="42" y="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6" name="Freeform 123">
                  <a:extLst>
                    <a:ext uri="{FF2B5EF4-FFF2-40B4-BE49-F238E27FC236}">
                      <a16:creationId xmlns:a16="http://schemas.microsoft.com/office/drawing/2014/main" id="{C1749934-D7D0-9E19-0CFE-1EB2149A67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66443" cy="25311"/>
                </a:xfrm>
                <a:custGeom>
                  <a:avLst/>
                  <a:gdLst>
                    <a:gd name="T0" fmla="*/ 0 w 18"/>
                    <a:gd name="T1" fmla="*/ 4 h 7"/>
                    <a:gd name="T2" fmla="*/ 3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3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7" name="Freeform 124">
                  <a:extLst>
                    <a:ext uri="{FF2B5EF4-FFF2-40B4-BE49-F238E27FC236}">
                      <a16:creationId xmlns:a16="http://schemas.microsoft.com/office/drawing/2014/main" id="{00B1E037-1EDA-AACE-4E0B-5ADB9707E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66443" cy="26894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8" name="Freeform 125">
                  <a:extLst>
                    <a:ext uri="{FF2B5EF4-FFF2-40B4-BE49-F238E27FC236}">
                      <a16:creationId xmlns:a16="http://schemas.microsoft.com/office/drawing/2014/main" id="{E5CAB369-C549-1919-5781-2EB39A1E51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66443" cy="25311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9" name="Freeform 126">
                  <a:extLst>
                    <a:ext uri="{FF2B5EF4-FFF2-40B4-BE49-F238E27FC236}">
                      <a16:creationId xmlns:a16="http://schemas.microsoft.com/office/drawing/2014/main" id="{AD210F40-DAA3-8E35-B522-E56080A712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36386" cy="22148"/>
                </a:xfrm>
                <a:custGeom>
                  <a:avLst/>
                  <a:gdLst>
                    <a:gd name="T0" fmla="*/ 3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3 w 10"/>
                    <a:gd name="T7" fmla="*/ 0 h 6"/>
                    <a:gd name="T8" fmla="*/ 0 w 10"/>
                    <a:gd name="T9" fmla="*/ 3 h 6"/>
                    <a:gd name="T10" fmla="*/ 3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3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0" name="Freeform 164">
                  <a:extLst>
                    <a:ext uri="{FF2B5EF4-FFF2-40B4-BE49-F238E27FC236}">
                      <a16:creationId xmlns:a16="http://schemas.microsoft.com/office/drawing/2014/main" id="{1F089282-46A7-48D6-3019-963E13F97C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55706" y="3487005"/>
                  <a:ext cx="25311" cy="1498129"/>
                </a:xfrm>
                <a:custGeom>
                  <a:avLst/>
                  <a:gdLst>
                    <a:gd name="T0" fmla="*/ 16 w 16"/>
                    <a:gd name="T1" fmla="*/ 947 h 947"/>
                    <a:gd name="T2" fmla="*/ 0 w 16"/>
                    <a:gd name="T3" fmla="*/ 947 h 947"/>
                    <a:gd name="T4" fmla="*/ 0 w 16"/>
                    <a:gd name="T5" fmla="*/ 888 h 947"/>
                    <a:gd name="T6" fmla="*/ 16 w 16"/>
                    <a:gd name="T7" fmla="*/ 888 h 947"/>
                    <a:gd name="T8" fmla="*/ 16 w 16"/>
                    <a:gd name="T9" fmla="*/ 947 h 947"/>
                    <a:gd name="T10" fmla="*/ 16 w 16"/>
                    <a:gd name="T11" fmla="*/ 845 h 947"/>
                    <a:gd name="T12" fmla="*/ 0 w 16"/>
                    <a:gd name="T13" fmla="*/ 845 h 947"/>
                    <a:gd name="T14" fmla="*/ 0 w 16"/>
                    <a:gd name="T15" fmla="*/ 786 h 947"/>
                    <a:gd name="T16" fmla="*/ 16 w 16"/>
                    <a:gd name="T17" fmla="*/ 786 h 947"/>
                    <a:gd name="T18" fmla="*/ 16 w 16"/>
                    <a:gd name="T19" fmla="*/ 845 h 947"/>
                    <a:gd name="T20" fmla="*/ 16 w 16"/>
                    <a:gd name="T21" fmla="*/ 746 h 947"/>
                    <a:gd name="T22" fmla="*/ 0 w 16"/>
                    <a:gd name="T23" fmla="*/ 746 h 947"/>
                    <a:gd name="T24" fmla="*/ 0 w 16"/>
                    <a:gd name="T25" fmla="*/ 686 h 947"/>
                    <a:gd name="T26" fmla="*/ 16 w 16"/>
                    <a:gd name="T27" fmla="*/ 686 h 947"/>
                    <a:gd name="T28" fmla="*/ 16 w 16"/>
                    <a:gd name="T29" fmla="*/ 746 h 947"/>
                    <a:gd name="T30" fmla="*/ 16 w 16"/>
                    <a:gd name="T31" fmla="*/ 644 h 947"/>
                    <a:gd name="T32" fmla="*/ 0 w 16"/>
                    <a:gd name="T33" fmla="*/ 644 h 947"/>
                    <a:gd name="T34" fmla="*/ 0 w 16"/>
                    <a:gd name="T35" fmla="*/ 585 h 947"/>
                    <a:gd name="T36" fmla="*/ 16 w 16"/>
                    <a:gd name="T37" fmla="*/ 585 h 947"/>
                    <a:gd name="T38" fmla="*/ 16 w 16"/>
                    <a:gd name="T39" fmla="*/ 644 h 947"/>
                    <a:gd name="T40" fmla="*/ 16 w 16"/>
                    <a:gd name="T41" fmla="*/ 544 h 947"/>
                    <a:gd name="T42" fmla="*/ 0 w 16"/>
                    <a:gd name="T43" fmla="*/ 544 h 947"/>
                    <a:gd name="T44" fmla="*/ 0 w 16"/>
                    <a:gd name="T45" fmla="*/ 485 h 947"/>
                    <a:gd name="T46" fmla="*/ 16 w 16"/>
                    <a:gd name="T47" fmla="*/ 485 h 947"/>
                    <a:gd name="T48" fmla="*/ 16 w 16"/>
                    <a:gd name="T49" fmla="*/ 544 h 947"/>
                    <a:gd name="T50" fmla="*/ 16 w 16"/>
                    <a:gd name="T51" fmla="*/ 443 h 947"/>
                    <a:gd name="T52" fmla="*/ 0 w 16"/>
                    <a:gd name="T53" fmla="*/ 443 h 947"/>
                    <a:gd name="T54" fmla="*/ 0 w 16"/>
                    <a:gd name="T55" fmla="*/ 383 h 947"/>
                    <a:gd name="T56" fmla="*/ 16 w 16"/>
                    <a:gd name="T57" fmla="*/ 383 h 947"/>
                    <a:gd name="T58" fmla="*/ 16 w 16"/>
                    <a:gd name="T59" fmla="*/ 443 h 947"/>
                    <a:gd name="T60" fmla="*/ 16 w 16"/>
                    <a:gd name="T61" fmla="*/ 343 h 947"/>
                    <a:gd name="T62" fmla="*/ 0 w 16"/>
                    <a:gd name="T63" fmla="*/ 343 h 947"/>
                    <a:gd name="T64" fmla="*/ 0 w 16"/>
                    <a:gd name="T65" fmla="*/ 284 h 947"/>
                    <a:gd name="T66" fmla="*/ 16 w 16"/>
                    <a:gd name="T67" fmla="*/ 284 h 947"/>
                    <a:gd name="T68" fmla="*/ 16 w 16"/>
                    <a:gd name="T69" fmla="*/ 343 h 947"/>
                    <a:gd name="T70" fmla="*/ 16 w 16"/>
                    <a:gd name="T71" fmla="*/ 241 h 947"/>
                    <a:gd name="T72" fmla="*/ 0 w 16"/>
                    <a:gd name="T73" fmla="*/ 241 h 947"/>
                    <a:gd name="T74" fmla="*/ 0 w 16"/>
                    <a:gd name="T75" fmla="*/ 182 h 947"/>
                    <a:gd name="T76" fmla="*/ 16 w 16"/>
                    <a:gd name="T77" fmla="*/ 182 h 947"/>
                    <a:gd name="T78" fmla="*/ 16 w 16"/>
                    <a:gd name="T79" fmla="*/ 241 h 947"/>
                    <a:gd name="T80" fmla="*/ 16 w 16"/>
                    <a:gd name="T81" fmla="*/ 142 h 947"/>
                    <a:gd name="T82" fmla="*/ 0 w 16"/>
                    <a:gd name="T83" fmla="*/ 142 h 947"/>
                    <a:gd name="T84" fmla="*/ 0 w 16"/>
                    <a:gd name="T85" fmla="*/ 83 h 947"/>
                    <a:gd name="T86" fmla="*/ 16 w 16"/>
                    <a:gd name="T87" fmla="*/ 83 h 947"/>
                    <a:gd name="T88" fmla="*/ 16 w 16"/>
                    <a:gd name="T89" fmla="*/ 142 h 947"/>
                    <a:gd name="T90" fmla="*/ 16 w 16"/>
                    <a:gd name="T91" fmla="*/ 40 h 947"/>
                    <a:gd name="T92" fmla="*/ 0 w 16"/>
                    <a:gd name="T93" fmla="*/ 40 h 947"/>
                    <a:gd name="T94" fmla="*/ 0 w 16"/>
                    <a:gd name="T95" fmla="*/ 0 h 947"/>
                    <a:gd name="T96" fmla="*/ 16 w 16"/>
                    <a:gd name="T97" fmla="*/ 0 h 947"/>
                    <a:gd name="T98" fmla="*/ 16 w 16"/>
                    <a:gd name="T99" fmla="*/ 4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6" h="947">
                      <a:moveTo>
                        <a:pt x="16" y="947"/>
                      </a:moveTo>
                      <a:lnTo>
                        <a:pt x="0" y="947"/>
                      </a:lnTo>
                      <a:lnTo>
                        <a:pt x="0" y="888"/>
                      </a:lnTo>
                      <a:lnTo>
                        <a:pt x="16" y="888"/>
                      </a:lnTo>
                      <a:lnTo>
                        <a:pt x="16" y="947"/>
                      </a:lnTo>
                      <a:close/>
                      <a:moveTo>
                        <a:pt x="16" y="845"/>
                      </a:moveTo>
                      <a:lnTo>
                        <a:pt x="0" y="845"/>
                      </a:lnTo>
                      <a:lnTo>
                        <a:pt x="0" y="786"/>
                      </a:lnTo>
                      <a:lnTo>
                        <a:pt x="16" y="786"/>
                      </a:lnTo>
                      <a:lnTo>
                        <a:pt x="16" y="845"/>
                      </a:lnTo>
                      <a:close/>
                      <a:moveTo>
                        <a:pt x="16" y="746"/>
                      </a:moveTo>
                      <a:lnTo>
                        <a:pt x="0" y="746"/>
                      </a:lnTo>
                      <a:lnTo>
                        <a:pt x="0" y="686"/>
                      </a:lnTo>
                      <a:lnTo>
                        <a:pt x="16" y="686"/>
                      </a:lnTo>
                      <a:lnTo>
                        <a:pt x="16" y="746"/>
                      </a:lnTo>
                      <a:close/>
                      <a:moveTo>
                        <a:pt x="16" y="644"/>
                      </a:moveTo>
                      <a:lnTo>
                        <a:pt x="0" y="644"/>
                      </a:lnTo>
                      <a:lnTo>
                        <a:pt x="0" y="585"/>
                      </a:lnTo>
                      <a:lnTo>
                        <a:pt x="16" y="585"/>
                      </a:lnTo>
                      <a:lnTo>
                        <a:pt x="16" y="644"/>
                      </a:lnTo>
                      <a:close/>
                      <a:moveTo>
                        <a:pt x="16" y="544"/>
                      </a:moveTo>
                      <a:lnTo>
                        <a:pt x="0" y="544"/>
                      </a:lnTo>
                      <a:lnTo>
                        <a:pt x="0" y="485"/>
                      </a:lnTo>
                      <a:lnTo>
                        <a:pt x="16" y="485"/>
                      </a:lnTo>
                      <a:lnTo>
                        <a:pt x="16" y="544"/>
                      </a:lnTo>
                      <a:close/>
                      <a:moveTo>
                        <a:pt x="16" y="443"/>
                      </a:moveTo>
                      <a:lnTo>
                        <a:pt x="0" y="443"/>
                      </a:lnTo>
                      <a:lnTo>
                        <a:pt x="0" y="383"/>
                      </a:lnTo>
                      <a:lnTo>
                        <a:pt x="16" y="383"/>
                      </a:lnTo>
                      <a:lnTo>
                        <a:pt x="16" y="443"/>
                      </a:lnTo>
                      <a:close/>
                      <a:moveTo>
                        <a:pt x="16" y="343"/>
                      </a:moveTo>
                      <a:lnTo>
                        <a:pt x="0" y="343"/>
                      </a:lnTo>
                      <a:lnTo>
                        <a:pt x="0" y="284"/>
                      </a:lnTo>
                      <a:lnTo>
                        <a:pt x="16" y="284"/>
                      </a:lnTo>
                      <a:lnTo>
                        <a:pt x="16" y="343"/>
                      </a:lnTo>
                      <a:close/>
                      <a:moveTo>
                        <a:pt x="16" y="241"/>
                      </a:moveTo>
                      <a:lnTo>
                        <a:pt x="0" y="241"/>
                      </a:lnTo>
                      <a:lnTo>
                        <a:pt x="0" y="182"/>
                      </a:lnTo>
                      <a:lnTo>
                        <a:pt x="16" y="182"/>
                      </a:lnTo>
                      <a:lnTo>
                        <a:pt x="16" y="241"/>
                      </a:lnTo>
                      <a:close/>
                      <a:moveTo>
                        <a:pt x="16" y="142"/>
                      </a:moveTo>
                      <a:lnTo>
                        <a:pt x="0" y="142"/>
                      </a:lnTo>
                      <a:lnTo>
                        <a:pt x="0" y="83"/>
                      </a:lnTo>
                      <a:lnTo>
                        <a:pt x="16" y="83"/>
                      </a:lnTo>
                      <a:lnTo>
                        <a:pt x="16" y="142"/>
                      </a:lnTo>
                      <a:close/>
                      <a:moveTo>
                        <a:pt x="16" y="40"/>
                      </a:move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98" name="组合 997">
                <a:extLst>
                  <a:ext uri="{FF2B5EF4-FFF2-40B4-BE49-F238E27FC236}">
                    <a16:creationId xmlns:a16="http://schemas.microsoft.com/office/drawing/2014/main" id="{73939B52-56D7-D936-8C1D-12A13E8B80A5}"/>
                  </a:ext>
                </a:extLst>
              </p:cNvPr>
              <p:cNvGrpSpPr/>
              <p:nvPr/>
            </p:nvGrpSpPr>
            <p:grpSpPr>
              <a:xfrm flipV="1">
                <a:off x="3011745" y="1377441"/>
                <a:ext cx="321142" cy="2062895"/>
                <a:chOff x="3005419" y="3487005"/>
                <a:chExt cx="321142" cy="2062895"/>
              </a:xfrm>
              <a:noFill/>
            </p:grpSpPr>
            <p:sp>
              <p:nvSpPr>
                <p:cNvPr id="999" name="Freeform 117">
                  <a:extLst>
                    <a:ext uri="{FF2B5EF4-FFF2-40B4-BE49-F238E27FC236}">
                      <a16:creationId xmlns:a16="http://schemas.microsoft.com/office/drawing/2014/main" id="{FD9F0F09-2F64-BD5A-96EC-4B8A04E3CB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129722" cy="25311"/>
                </a:xfrm>
                <a:custGeom>
                  <a:avLst/>
                  <a:gdLst>
                    <a:gd name="T0" fmla="*/ 31 w 35"/>
                    <a:gd name="T1" fmla="*/ 0 h 7"/>
                    <a:gd name="T2" fmla="*/ 3 w 35"/>
                    <a:gd name="T3" fmla="*/ 0 h 7"/>
                    <a:gd name="T4" fmla="*/ 0 w 35"/>
                    <a:gd name="T5" fmla="*/ 4 h 7"/>
                    <a:gd name="T6" fmla="*/ 3 w 35"/>
                    <a:gd name="T7" fmla="*/ 7 h 7"/>
                    <a:gd name="T8" fmla="*/ 31 w 35"/>
                    <a:gd name="T9" fmla="*/ 7 h 7"/>
                    <a:gd name="T10" fmla="*/ 35 w 35"/>
                    <a:gd name="T11" fmla="*/ 4 h 7"/>
                    <a:gd name="T12" fmla="*/ 31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1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6"/>
                        <a:pt x="35" y="4"/>
                      </a:cubicBezTo>
                      <a:cubicBezTo>
                        <a:pt x="35" y="2"/>
                        <a:pt x="33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0" name="Freeform 118">
                  <a:extLst>
                    <a:ext uri="{FF2B5EF4-FFF2-40B4-BE49-F238E27FC236}">
                      <a16:creationId xmlns:a16="http://schemas.microsoft.com/office/drawing/2014/main" id="{7431E15C-8ECC-5117-44F5-144FE03040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129722" cy="26894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1" name="Freeform 119">
                  <a:extLst>
                    <a:ext uri="{FF2B5EF4-FFF2-40B4-BE49-F238E27FC236}">
                      <a16:creationId xmlns:a16="http://schemas.microsoft.com/office/drawing/2014/main" id="{89E7304E-B42A-DC93-598E-5518030D85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129722" cy="25311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2" name="Freeform 120">
                  <a:extLst>
                    <a:ext uri="{FF2B5EF4-FFF2-40B4-BE49-F238E27FC236}">
                      <a16:creationId xmlns:a16="http://schemas.microsoft.com/office/drawing/2014/main" id="{28952EC8-631D-8204-AFCE-A456A0CA0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66443" cy="22148"/>
                </a:xfrm>
                <a:custGeom>
                  <a:avLst/>
                  <a:gdLst>
                    <a:gd name="T0" fmla="*/ 3 w 18"/>
                    <a:gd name="T1" fmla="*/ 6 h 6"/>
                    <a:gd name="T2" fmla="*/ 15 w 18"/>
                    <a:gd name="T3" fmla="*/ 6 h 6"/>
                    <a:gd name="T4" fmla="*/ 18 w 18"/>
                    <a:gd name="T5" fmla="*/ 3 h 6"/>
                    <a:gd name="T6" fmla="*/ 15 w 18"/>
                    <a:gd name="T7" fmla="*/ 0 h 6"/>
                    <a:gd name="T8" fmla="*/ 3 w 18"/>
                    <a:gd name="T9" fmla="*/ 0 h 6"/>
                    <a:gd name="T10" fmla="*/ 0 w 18"/>
                    <a:gd name="T11" fmla="*/ 3 h 6"/>
                    <a:gd name="T12" fmla="*/ 3 w 18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6">
                      <a:moveTo>
                        <a:pt x="3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7" y="6"/>
                        <a:pt x="18" y="5"/>
                        <a:pt x="18" y="3"/>
                      </a:cubicBezTo>
                      <a:cubicBezTo>
                        <a:pt x="18" y="1"/>
                        <a:pt x="17" y="0"/>
                        <a:pt x="15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3" name="Freeform 121">
                  <a:extLst>
                    <a:ext uri="{FF2B5EF4-FFF2-40B4-BE49-F238E27FC236}">
                      <a16:creationId xmlns:a16="http://schemas.microsoft.com/office/drawing/2014/main" id="{6C66EED5-5257-9A59-EBDD-7F4492D4B3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5419" y="5141750"/>
                  <a:ext cx="321141" cy="408150"/>
                </a:xfrm>
                <a:custGeom>
                  <a:avLst/>
                  <a:gdLst>
                    <a:gd name="T0" fmla="*/ 44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4 w 86"/>
                    <a:gd name="T11" fmla="*/ 1 h 109"/>
                    <a:gd name="T12" fmla="*/ 27 w 86"/>
                    <a:gd name="T13" fmla="*/ 1 h 109"/>
                    <a:gd name="T14" fmla="*/ 16 w 86"/>
                    <a:gd name="T15" fmla="*/ 29 h 109"/>
                    <a:gd name="T16" fmla="*/ 0 w 86"/>
                    <a:gd name="T17" fmla="*/ 67 h 109"/>
                    <a:gd name="T18" fmla="*/ 44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4" y="109"/>
                      </a:moveTo>
                      <a:cubicBezTo>
                        <a:pt x="72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8" y="20"/>
                        <a:pt x="65" y="10"/>
                      </a:cubicBezTo>
                      <a:cubicBezTo>
                        <a:pt x="63" y="0"/>
                        <a:pt x="56" y="1"/>
                        <a:pt x="56" y="1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34" y="1"/>
                        <a:pt x="27" y="1"/>
                      </a:cubicBezTo>
                      <a:cubicBezTo>
                        <a:pt x="21" y="1"/>
                        <a:pt x="22" y="14"/>
                        <a:pt x="16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4" y="10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4" name="Freeform 122">
                  <a:extLst>
                    <a:ext uri="{FF2B5EF4-FFF2-40B4-BE49-F238E27FC236}">
                      <a16:creationId xmlns:a16="http://schemas.microsoft.com/office/drawing/2014/main" id="{9401F675-3571-9838-6DA7-1649CE5164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9945" y="5141750"/>
                  <a:ext cx="156616" cy="408150"/>
                </a:xfrm>
                <a:custGeom>
                  <a:avLst/>
                  <a:gdLst>
                    <a:gd name="T0" fmla="*/ 42 w 42"/>
                    <a:gd name="T1" fmla="*/ 66 h 109"/>
                    <a:gd name="T2" fmla="*/ 33 w 42"/>
                    <a:gd name="T3" fmla="*/ 42 h 109"/>
                    <a:gd name="T4" fmla="*/ 21 w 42"/>
                    <a:gd name="T5" fmla="*/ 10 h 109"/>
                    <a:gd name="T6" fmla="*/ 12 w 42"/>
                    <a:gd name="T7" fmla="*/ 1 h 109"/>
                    <a:gd name="T8" fmla="*/ 0 w 42"/>
                    <a:gd name="T9" fmla="*/ 1 h 109"/>
                    <a:gd name="T10" fmla="*/ 0 w 42"/>
                    <a:gd name="T11" fmla="*/ 109 h 109"/>
                    <a:gd name="T12" fmla="*/ 42 w 42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109">
                      <a:moveTo>
                        <a:pt x="42" y="66"/>
                      </a:moveTo>
                      <a:cubicBezTo>
                        <a:pt x="42" y="59"/>
                        <a:pt x="38" y="51"/>
                        <a:pt x="33" y="42"/>
                      </a:cubicBezTo>
                      <a:cubicBezTo>
                        <a:pt x="28" y="34"/>
                        <a:pt x="24" y="20"/>
                        <a:pt x="21" y="10"/>
                      </a:cubicBezTo>
                      <a:cubicBezTo>
                        <a:pt x="19" y="0"/>
                        <a:pt x="12" y="1"/>
                        <a:pt x="12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2" y="89"/>
                        <a:pt x="42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5" name="Freeform 123">
                  <a:extLst>
                    <a:ext uri="{FF2B5EF4-FFF2-40B4-BE49-F238E27FC236}">
                      <a16:creationId xmlns:a16="http://schemas.microsoft.com/office/drawing/2014/main" id="{E91632C4-DFA8-D54B-C1AF-0D7FF41DC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66443" cy="25311"/>
                </a:xfrm>
                <a:custGeom>
                  <a:avLst/>
                  <a:gdLst>
                    <a:gd name="T0" fmla="*/ 0 w 18"/>
                    <a:gd name="T1" fmla="*/ 4 h 7"/>
                    <a:gd name="T2" fmla="*/ 3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3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6" name="Freeform 124">
                  <a:extLst>
                    <a:ext uri="{FF2B5EF4-FFF2-40B4-BE49-F238E27FC236}">
                      <a16:creationId xmlns:a16="http://schemas.microsoft.com/office/drawing/2014/main" id="{9698B7DC-4846-7ADA-795D-BB2115342E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66443" cy="26894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7" name="Freeform 125">
                  <a:extLst>
                    <a:ext uri="{FF2B5EF4-FFF2-40B4-BE49-F238E27FC236}">
                      <a16:creationId xmlns:a16="http://schemas.microsoft.com/office/drawing/2014/main" id="{4B401225-9A55-7D33-97E0-0EAEB0E6D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66443" cy="25311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8" name="Freeform 126">
                  <a:extLst>
                    <a:ext uri="{FF2B5EF4-FFF2-40B4-BE49-F238E27FC236}">
                      <a16:creationId xmlns:a16="http://schemas.microsoft.com/office/drawing/2014/main" id="{6D8AAD4F-EBBC-3499-127B-8E483559FF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36386" cy="22148"/>
                </a:xfrm>
                <a:custGeom>
                  <a:avLst/>
                  <a:gdLst>
                    <a:gd name="T0" fmla="*/ 3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3 w 10"/>
                    <a:gd name="T7" fmla="*/ 0 h 6"/>
                    <a:gd name="T8" fmla="*/ 0 w 10"/>
                    <a:gd name="T9" fmla="*/ 3 h 6"/>
                    <a:gd name="T10" fmla="*/ 3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3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9" name="Freeform 164">
                  <a:extLst>
                    <a:ext uri="{FF2B5EF4-FFF2-40B4-BE49-F238E27FC236}">
                      <a16:creationId xmlns:a16="http://schemas.microsoft.com/office/drawing/2014/main" id="{D5003281-4B9C-4392-B08C-F8DE644C8A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55706" y="3487005"/>
                  <a:ext cx="25311" cy="1498129"/>
                </a:xfrm>
                <a:custGeom>
                  <a:avLst/>
                  <a:gdLst>
                    <a:gd name="T0" fmla="*/ 16 w 16"/>
                    <a:gd name="T1" fmla="*/ 947 h 947"/>
                    <a:gd name="T2" fmla="*/ 0 w 16"/>
                    <a:gd name="T3" fmla="*/ 947 h 947"/>
                    <a:gd name="T4" fmla="*/ 0 w 16"/>
                    <a:gd name="T5" fmla="*/ 888 h 947"/>
                    <a:gd name="T6" fmla="*/ 16 w 16"/>
                    <a:gd name="T7" fmla="*/ 888 h 947"/>
                    <a:gd name="T8" fmla="*/ 16 w 16"/>
                    <a:gd name="T9" fmla="*/ 947 h 947"/>
                    <a:gd name="T10" fmla="*/ 16 w 16"/>
                    <a:gd name="T11" fmla="*/ 845 h 947"/>
                    <a:gd name="T12" fmla="*/ 0 w 16"/>
                    <a:gd name="T13" fmla="*/ 845 h 947"/>
                    <a:gd name="T14" fmla="*/ 0 w 16"/>
                    <a:gd name="T15" fmla="*/ 786 h 947"/>
                    <a:gd name="T16" fmla="*/ 16 w 16"/>
                    <a:gd name="T17" fmla="*/ 786 h 947"/>
                    <a:gd name="T18" fmla="*/ 16 w 16"/>
                    <a:gd name="T19" fmla="*/ 845 h 947"/>
                    <a:gd name="T20" fmla="*/ 16 w 16"/>
                    <a:gd name="T21" fmla="*/ 746 h 947"/>
                    <a:gd name="T22" fmla="*/ 0 w 16"/>
                    <a:gd name="T23" fmla="*/ 746 h 947"/>
                    <a:gd name="T24" fmla="*/ 0 w 16"/>
                    <a:gd name="T25" fmla="*/ 686 h 947"/>
                    <a:gd name="T26" fmla="*/ 16 w 16"/>
                    <a:gd name="T27" fmla="*/ 686 h 947"/>
                    <a:gd name="T28" fmla="*/ 16 w 16"/>
                    <a:gd name="T29" fmla="*/ 746 h 947"/>
                    <a:gd name="T30" fmla="*/ 16 w 16"/>
                    <a:gd name="T31" fmla="*/ 644 h 947"/>
                    <a:gd name="T32" fmla="*/ 0 w 16"/>
                    <a:gd name="T33" fmla="*/ 644 h 947"/>
                    <a:gd name="T34" fmla="*/ 0 w 16"/>
                    <a:gd name="T35" fmla="*/ 585 h 947"/>
                    <a:gd name="T36" fmla="*/ 16 w 16"/>
                    <a:gd name="T37" fmla="*/ 585 h 947"/>
                    <a:gd name="T38" fmla="*/ 16 w 16"/>
                    <a:gd name="T39" fmla="*/ 644 h 947"/>
                    <a:gd name="T40" fmla="*/ 16 w 16"/>
                    <a:gd name="T41" fmla="*/ 544 h 947"/>
                    <a:gd name="T42" fmla="*/ 0 w 16"/>
                    <a:gd name="T43" fmla="*/ 544 h 947"/>
                    <a:gd name="T44" fmla="*/ 0 w 16"/>
                    <a:gd name="T45" fmla="*/ 485 h 947"/>
                    <a:gd name="T46" fmla="*/ 16 w 16"/>
                    <a:gd name="T47" fmla="*/ 485 h 947"/>
                    <a:gd name="T48" fmla="*/ 16 w 16"/>
                    <a:gd name="T49" fmla="*/ 544 h 947"/>
                    <a:gd name="T50" fmla="*/ 16 w 16"/>
                    <a:gd name="T51" fmla="*/ 443 h 947"/>
                    <a:gd name="T52" fmla="*/ 0 w 16"/>
                    <a:gd name="T53" fmla="*/ 443 h 947"/>
                    <a:gd name="T54" fmla="*/ 0 w 16"/>
                    <a:gd name="T55" fmla="*/ 383 h 947"/>
                    <a:gd name="T56" fmla="*/ 16 w 16"/>
                    <a:gd name="T57" fmla="*/ 383 h 947"/>
                    <a:gd name="T58" fmla="*/ 16 w 16"/>
                    <a:gd name="T59" fmla="*/ 443 h 947"/>
                    <a:gd name="T60" fmla="*/ 16 w 16"/>
                    <a:gd name="T61" fmla="*/ 343 h 947"/>
                    <a:gd name="T62" fmla="*/ 0 w 16"/>
                    <a:gd name="T63" fmla="*/ 343 h 947"/>
                    <a:gd name="T64" fmla="*/ 0 w 16"/>
                    <a:gd name="T65" fmla="*/ 284 h 947"/>
                    <a:gd name="T66" fmla="*/ 16 w 16"/>
                    <a:gd name="T67" fmla="*/ 284 h 947"/>
                    <a:gd name="T68" fmla="*/ 16 w 16"/>
                    <a:gd name="T69" fmla="*/ 343 h 947"/>
                    <a:gd name="T70" fmla="*/ 16 w 16"/>
                    <a:gd name="T71" fmla="*/ 241 h 947"/>
                    <a:gd name="T72" fmla="*/ 0 w 16"/>
                    <a:gd name="T73" fmla="*/ 241 h 947"/>
                    <a:gd name="T74" fmla="*/ 0 w 16"/>
                    <a:gd name="T75" fmla="*/ 182 h 947"/>
                    <a:gd name="T76" fmla="*/ 16 w 16"/>
                    <a:gd name="T77" fmla="*/ 182 h 947"/>
                    <a:gd name="T78" fmla="*/ 16 w 16"/>
                    <a:gd name="T79" fmla="*/ 241 h 947"/>
                    <a:gd name="T80" fmla="*/ 16 w 16"/>
                    <a:gd name="T81" fmla="*/ 142 h 947"/>
                    <a:gd name="T82" fmla="*/ 0 w 16"/>
                    <a:gd name="T83" fmla="*/ 142 h 947"/>
                    <a:gd name="T84" fmla="*/ 0 w 16"/>
                    <a:gd name="T85" fmla="*/ 83 h 947"/>
                    <a:gd name="T86" fmla="*/ 16 w 16"/>
                    <a:gd name="T87" fmla="*/ 83 h 947"/>
                    <a:gd name="T88" fmla="*/ 16 w 16"/>
                    <a:gd name="T89" fmla="*/ 142 h 947"/>
                    <a:gd name="T90" fmla="*/ 16 w 16"/>
                    <a:gd name="T91" fmla="*/ 40 h 947"/>
                    <a:gd name="T92" fmla="*/ 0 w 16"/>
                    <a:gd name="T93" fmla="*/ 40 h 947"/>
                    <a:gd name="T94" fmla="*/ 0 w 16"/>
                    <a:gd name="T95" fmla="*/ 0 h 947"/>
                    <a:gd name="T96" fmla="*/ 16 w 16"/>
                    <a:gd name="T97" fmla="*/ 0 h 947"/>
                    <a:gd name="T98" fmla="*/ 16 w 16"/>
                    <a:gd name="T99" fmla="*/ 4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6" h="947">
                      <a:moveTo>
                        <a:pt x="16" y="947"/>
                      </a:moveTo>
                      <a:lnTo>
                        <a:pt x="0" y="947"/>
                      </a:lnTo>
                      <a:lnTo>
                        <a:pt x="0" y="888"/>
                      </a:lnTo>
                      <a:lnTo>
                        <a:pt x="16" y="888"/>
                      </a:lnTo>
                      <a:lnTo>
                        <a:pt x="16" y="947"/>
                      </a:lnTo>
                      <a:close/>
                      <a:moveTo>
                        <a:pt x="16" y="845"/>
                      </a:moveTo>
                      <a:lnTo>
                        <a:pt x="0" y="845"/>
                      </a:lnTo>
                      <a:lnTo>
                        <a:pt x="0" y="786"/>
                      </a:lnTo>
                      <a:lnTo>
                        <a:pt x="16" y="786"/>
                      </a:lnTo>
                      <a:lnTo>
                        <a:pt x="16" y="845"/>
                      </a:lnTo>
                      <a:close/>
                      <a:moveTo>
                        <a:pt x="16" y="746"/>
                      </a:moveTo>
                      <a:lnTo>
                        <a:pt x="0" y="746"/>
                      </a:lnTo>
                      <a:lnTo>
                        <a:pt x="0" y="686"/>
                      </a:lnTo>
                      <a:lnTo>
                        <a:pt x="16" y="686"/>
                      </a:lnTo>
                      <a:lnTo>
                        <a:pt x="16" y="746"/>
                      </a:lnTo>
                      <a:close/>
                      <a:moveTo>
                        <a:pt x="16" y="644"/>
                      </a:moveTo>
                      <a:lnTo>
                        <a:pt x="0" y="644"/>
                      </a:lnTo>
                      <a:lnTo>
                        <a:pt x="0" y="585"/>
                      </a:lnTo>
                      <a:lnTo>
                        <a:pt x="16" y="585"/>
                      </a:lnTo>
                      <a:lnTo>
                        <a:pt x="16" y="644"/>
                      </a:lnTo>
                      <a:close/>
                      <a:moveTo>
                        <a:pt x="16" y="544"/>
                      </a:moveTo>
                      <a:lnTo>
                        <a:pt x="0" y="544"/>
                      </a:lnTo>
                      <a:lnTo>
                        <a:pt x="0" y="485"/>
                      </a:lnTo>
                      <a:lnTo>
                        <a:pt x="16" y="485"/>
                      </a:lnTo>
                      <a:lnTo>
                        <a:pt x="16" y="544"/>
                      </a:lnTo>
                      <a:close/>
                      <a:moveTo>
                        <a:pt x="16" y="443"/>
                      </a:moveTo>
                      <a:lnTo>
                        <a:pt x="0" y="443"/>
                      </a:lnTo>
                      <a:lnTo>
                        <a:pt x="0" y="383"/>
                      </a:lnTo>
                      <a:lnTo>
                        <a:pt x="16" y="383"/>
                      </a:lnTo>
                      <a:lnTo>
                        <a:pt x="16" y="443"/>
                      </a:lnTo>
                      <a:close/>
                      <a:moveTo>
                        <a:pt x="16" y="343"/>
                      </a:moveTo>
                      <a:lnTo>
                        <a:pt x="0" y="343"/>
                      </a:lnTo>
                      <a:lnTo>
                        <a:pt x="0" y="284"/>
                      </a:lnTo>
                      <a:lnTo>
                        <a:pt x="16" y="284"/>
                      </a:lnTo>
                      <a:lnTo>
                        <a:pt x="16" y="343"/>
                      </a:lnTo>
                      <a:close/>
                      <a:moveTo>
                        <a:pt x="16" y="241"/>
                      </a:moveTo>
                      <a:lnTo>
                        <a:pt x="0" y="241"/>
                      </a:lnTo>
                      <a:lnTo>
                        <a:pt x="0" y="182"/>
                      </a:lnTo>
                      <a:lnTo>
                        <a:pt x="16" y="182"/>
                      </a:lnTo>
                      <a:lnTo>
                        <a:pt x="16" y="241"/>
                      </a:lnTo>
                      <a:close/>
                      <a:moveTo>
                        <a:pt x="16" y="142"/>
                      </a:moveTo>
                      <a:lnTo>
                        <a:pt x="0" y="142"/>
                      </a:lnTo>
                      <a:lnTo>
                        <a:pt x="0" y="83"/>
                      </a:lnTo>
                      <a:lnTo>
                        <a:pt x="16" y="83"/>
                      </a:lnTo>
                      <a:lnTo>
                        <a:pt x="16" y="142"/>
                      </a:lnTo>
                      <a:close/>
                      <a:moveTo>
                        <a:pt x="16" y="40"/>
                      </a:move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89" name="椭圆 988">
              <a:extLst>
                <a:ext uri="{FF2B5EF4-FFF2-40B4-BE49-F238E27FC236}">
                  <a16:creationId xmlns:a16="http://schemas.microsoft.com/office/drawing/2014/main" id="{D3EA1B7D-C454-7CCB-2B08-5B75845245E7}"/>
                </a:ext>
              </a:extLst>
            </p:cNvPr>
            <p:cNvSpPr/>
            <p:nvPr/>
          </p:nvSpPr>
          <p:spPr>
            <a:xfrm>
              <a:off x="3315404" y="4418789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0" name="椭圆 989">
              <a:extLst>
                <a:ext uri="{FF2B5EF4-FFF2-40B4-BE49-F238E27FC236}">
                  <a16:creationId xmlns:a16="http://schemas.microsoft.com/office/drawing/2014/main" id="{D37DCDF7-DF63-8285-BE30-F6DEA1406CB4}"/>
                </a:ext>
              </a:extLst>
            </p:cNvPr>
            <p:cNvSpPr/>
            <p:nvPr/>
          </p:nvSpPr>
          <p:spPr>
            <a:xfrm>
              <a:off x="3921464" y="3671888"/>
              <a:ext cx="1552608" cy="1552608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1" name="椭圆 990">
              <a:extLst>
                <a:ext uri="{FF2B5EF4-FFF2-40B4-BE49-F238E27FC236}">
                  <a16:creationId xmlns:a16="http://schemas.microsoft.com/office/drawing/2014/main" id="{E0508159-7D6D-C625-44D8-DB4995ACA2C5}"/>
                </a:ext>
              </a:extLst>
            </p:cNvPr>
            <p:cNvSpPr/>
            <p:nvPr/>
          </p:nvSpPr>
          <p:spPr>
            <a:xfrm>
              <a:off x="1799711" y="3676841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2" name="椭圆 991">
              <a:extLst>
                <a:ext uri="{FF2B5EF4-FFF2-40B4-BE49-F238E27FC236}">
                  <a16:creationId xmlns:a16="http://schemas.microsoft.com/office/drawing/2014/main" id="{D01C6D94-2F0A-220E-ACDC-33CC4958DBA3}"/>
                </a:ext>
              </a:extLst>
            </p:cNvPr>
            <p:cNvSpPr/>
            <p:nvPr/>
          </p:nvSpPr>
          <p:spPr>
            <a:xfrm>
              <a:off x="823019" y="4388647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3" name="椭圆 992">
              <a:extLst>
                <a:ext uri="{FF2B5EF4-FFF2-40B4-BE49-F238E27FC236}">
                  <a16:creationId xmlns:a16="http://schemas.microsoft.com/office/drawing/2014/main" id="{E0AA0526-995F-1F7D-C073-F1651B360FD5}"/>
                </a:ext>
              </a:extLst>
            </p:cNvPr>
            <p:cNvSpPr/>
            <p:nvPr/>
          </p:nvSpPr>
          <p:spPr>
            <a:xfrm>
              <a:off x="2501755" y="4691063"/>
              <a:ext cx="1320713" cy="132071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4" name="椭圆 993">
              <a:extLst>
                <a:ext uri="{FF2B5EF4-FFF2-40B4-BE49-F238E27FC236}">
                  <a16:creationId xmlns:a16="http://schemas.microsoft.com/office/drawing/2014/main" id="{3E7211FE-2C79-B6A5-5CFF-F31B2D87AE0B}"/>
                </a:ext>
              </a:extLst>
            </p:cNvPr>
            <p:cNvSpPr/>
            <p:nvPr/>
          </p:nvSpPr>
          <p:spPr>
            <a:xfrm>
              <a:off x="2873375" y="3765327"/>
              <a:ext cx="1432418" cy="1432418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5" name="椭圆 994">
              <a:extLst>
                <a:ext uri="{FF2B5EF4-FFF2-40B4-BE49-F238E27FC236}">
                  <a16:creationId xmlns:a16="http://schemas.microsoft.com/office/drawing/2014/main" id="{E7884B11-7D59-2F21-E867-3745685B58CA}"/>
                </a:ext>
              </a:extLst>
            </p:cNvPr>
            <p:cNvSpPr/>
            <p:nvPr/>
          </p:nvSpPr>
          <p:spPr>
            <a:xfrm>
              <a:off x="1476787" y="3659535"/>
              <a:ext cx="1090835" cy="1090835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6" name="椭圆 995">
              <a:extLst>
                <a:ext uri="{FF2B5EF4-FFF2-40B4-BE49-F238E27FC236}">
                  <a16:creationId xmlns:a16="http://schemas.microsoft.com/office/drawing/2014/main" id="{51FB7767-AC73-3F09-93B2-A1228FDF585C}"/>
                </a:ext>
              </a:extLst>
            </p:cNvPr>
            <p:cNvSpPr/>
            <p:nvPr/>
          </p:nvSpPr>
          <p:spPr>
            <a:xfrm>
              <a:off x="531694" y="3625850"/>
              <a:ext cx="1394974" cy="1394974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106834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791585" y="1875719"/>
            <a:ext cx="3566567" cy="43205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 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900" name="组合 899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2708030" y="2070595"/>
            <a:ext cx="4948286" cy="1001393"/>
            <a:chOff x="2450203" y="1936425"/>
            <a:chExt cx="4948286" cy="1001393"/>
          </a:xfrm>
        </p:grpSpPr>
        <p:sp>
          <p:nvSpPr>
            <p:cNvPr id="899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20858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-0</a:t>
              </a:r>
            </a:p>
          </p:txBody>
        </p:sp>
        <p:pic>
          <p:nvPicPr>
            <p:cNvPr id="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6765" y="2082598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-5</a:t>
              </a:r>
            </a:p>
          </p:txBody>
        </p:sp>
      </p:grpSp>
      <p:grpSp>
        <p:nvGrpSpPr>
          <p:cNvPr id="901" name="组合 90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2708030" y="3256533"/>
            <a:ext cx="4948286" cy="1099599"/>
            <a:chOff x="2450203" y="1921767"/>
            <a:chExt cx="4948286" cy="1099599"/>
          </a:xfrm>
        </p:grpSpPr>
        <p:sp>
          <p:nvSpPr>
            <p:cNvPr id="902" name="矩形: 圆角 901">
              <a:extLst>
                <a:ext uri="{FF2B5EF4-FFF2-40B4-BE49-F238E27FC236}">
                  <a16:creationId xmlns:a16="http://schemas.microsoft.com/office/drawing/2014/main" id="{F096A603-017D-21B2-9597-52E9F9DE2322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4" name="文本框 90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-20</a:t>
              </a:r>
            </a:p>
          </p:txBody>
        </p:sp>
        <p:pic>
          <p:nvPicPr>
            <p:cNvPr id="90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B59245E-E8FA-3D4F-6D8B-767097872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0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7" name="文本框 906">
              <a:extLst>
                <a:ext uri="{FF2B5EF4-FFF2-40B4-BE49-F238E27FC236}">
                  <a16:creationId xmlns:a16="http://schemas.microsoft.com/office/drawing/2014/main" id="{CE0C599C-E8E2-B7C5-EFD8-7C4A0F0FB9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</a:t>
              </a:r>
              <a:r>
                <a:rPr lang="en-US" altLang="zh-CN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908" name="文本框 907">
              <a:extLst>
                <a:ext uri="{FF2B5EF4-FFF2-40B4-BE49-F238E27FC236}">
                  <a16:creationId xmlns:a16="http://schemas.microsoft.com/office/drawing/2014/main" id="{AE6DCB75-6FAA-4DAE-D662-870A9603C8E5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909" name="组合 908">
            <a:extLst>
              <a:ext uri="{FF2B5EF4-FFF2-40B4-BE49-F238E27FC236}">
                <a16:creationId xmlns:a16="http://schemas.microsoft.com/office/drawing/2014/main" id="{4F84A1CB-6BCA-119E-F052-E4A50F167C60}"/>
              </a:ext>
            </a:extLst>
          </p:cNvPr>
          <p:cNvGrpSpPr/>
          <p:nvPr/>
        </p:nvGrpSpPr>
        <p:grpSpPr>
          <a:xfrm>
            <a:off x="2711735" y="4458846"/>
            <a:ext cx="4948286" cy="1016051"/>
            <a:chOff x="2450203" y="1921767"/>
            <a:chExt cx="4948286" cy="1016051"/>
          </a:xfrm>
        </p:grpSpPr>
        <p:sp>
          <p:nvSpPr>
            <p:cNvPr id="910" name="矩形: 圆角 909">
              <a:extLst>
                <a:ext uri="{FF2B5EF4-FFF2-40B4-BE49-F238E27FC236}">
                  <a16:creationId xmlns:a16="http://schemas.microsoft.com/office/drawing/2014/main" id="{B3B96055-1FF1-8643-5627-2C606F84579A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" name="矩形: 圆角 910">
              <a:extLst>
                <a:ext uri="{FF2B5EF4-FFF2-40B4-BE49-F238E27FC236}">
                  <a16:creationId xmlns:a16="http://schemas.microsoft.com/office/drawing/2014/main" id="{02AB656B-1955-6E15-8468-05E6763C51BF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2" name="文本框 911">
              <a:extLst>
                <a:ext uri="{FF2B5EF4-FFF2-40B4-BE49-F238E27FC236}">
                  <a16:creationId xmlns:a16="http://schemas.microsoft.com/office/drawing/2014/main" id="{85959BDC-4CDF-6743-101E-9593FE9A1FC6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-15</a:t>
              </a:r>
            </a:p>
          </p:txBody>
        </p:sp>
        <p:pic>
          <p:nvPicPr>
            <p:cNvPr id="913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D396BD2F-3BF4-663C-1AD5-B776F6BCD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14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CD475263-0111-EADD-C4FD-810E800D2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15" name="文本框 914">
              <a:extLst>
                <a:ext uri="{FF2B5EF4-FFF2-40B4-BE49-F238E27FC236}">
                  <a16:creationId xmlns:a16="http://schemas.microsoft.com/office/drawing/2014/main" id="{26BA0084-2EC0-BE5D-905D-D438F7BC503C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</a:t>
              </a:r>
              <a:r>
                <a:rPr lang="en-US" altLang="zh-CN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916" name="文本框 915">
              <a:extLst>
                <a:ext uri="{FF2B5EF4-FFF2-40B4-BE49-F238E27FC236}">
                  <a16:creationId xmlns:a16="http://schemas.microsoft.com/office/drawing/2014/main" id="{56D43D3A-32ED-6EB6-2066-84895C37D15A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+5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8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59A70F07-D668-E154-ECB6-A986B24741ED}"/>
              </a:ext>
            </a:extLst>
          </p:cNvPr>
          <p:cNvSpPr txBox="1"/>
          <p:nvPr/>
        </p:nvSpPr>
        <p:spPr>
          <a:xfrm>
            <a:off x="1763925" y="186667"/>
            <a:ext cx="10012808" cy="16890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随着电网可再生电力的快速</a:t>
            </a: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增长，电网承受着巨大的消纳压力，光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伏发电的并网受限。政府为应对这一问题，鼓励企业增加自消纳比例，并取消了对全额上网电量的补贴。面对这一变化，你们会？</a:t>
            </a:r>
          </a:p>
        </p:txBody>
      </p:sp>
      <p:grpSp>
        <p:nvGrpSpPr>
          <p:cNvPr id="41" name="组合 40">
            <a:extLst>
              <a:ext uri="{FF2B5EF4-FFF2-40B4-BE49-F238E27FC236}">
                <a16:creationId xmlns:a16="http://schemas.microsoft.com/office/drawing/2014/main" id="{44238182-37DA-2B65-E2EF-D9ECFC0504FE}"/>
              </a:ext>
            </a:extLst>
          </p:cNvPr>
          <p:cNvGrpSpPr/>
          <p:nvPr/>
        </p:nvGrpSpPr>
        <p:grpSpPr>
          <a:xfrm>
            <a:off x="8368898" y="4377194"/>
            <a:ext cx="3503553" cy="2397377"/>
            <a:chOff x="252375" y="1153795"/>
            <a:chExt cx="5625909" cy="4934137"/>
          </a:xfrm>
        </p:grpSpPr>
        <p:grpSp>
          <p:nvGrpSpPr>
            <p:cNvPr id="42" name="组合 41">
              <a:extLst>
                <a:ext uri="{FF2B5EF4-FFF2-40B4-BE49-F238E27FC236}">
                  <a16:creationId xmlns:a16="http://schemas.microsoft.com/office/drawing/2014/main" id="{6657265E-8788-9A43-1FF0-6F8C42C7B990}"/>
                </a:ext>
              </a:extLst>
            </p:cNvPr>
            <p:cNvGrpSpPr/>
            <p:nvPr/>
          </p:nvGrpSpPr>
          <p:grpSpPr>
            <a:xfrm>
              <a:off x="5020854" y="1367160"/>
              <a:ext cx="857430" cy="857430"/>
              <a:chOff x="5020854" y="1367160"/>
              <a:chExt cx="857430" cy="857430"/>
            </a:xfrm>
          </p:grpSpPr>
          <p:sp>
            <p:nvSpPr>
              <p:cNvPr id="1196" name="Freeform 33">
                <a:extLst>
                  <a:ext uri="{FF2B5EF4-FFF2-40B4-BE49-F238E27FC236}">
                    <a16:creationId xmlns:a16="http://schemas.microsoft.com/office/drawing/2014/main" id="{71BAADF5-2ABC-12F9-C603-E1FF50564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642" y="1613948"/>
                <a:ext cx="367018" cy="363854"/>
              </a:xfrm>
              <a:custGeom>
                <a:avLst/>
                <a:gdLst>
                  <a:gd name="T0" fmla="*/ 97 w 98"/>
                  <a:gd name="T1" fmla="*/ 49 h 97"/>
                  <a:gd name="T2" fmla="*/ 48 w 98"/>
                  <a:gd name="T3" fmla="*/ 97 h 97"/>
                  <a:gd name="T4" fmla="*/ 0 w 98"/>
                  <a:gd name="T5" fmla="*/ 48 h 97"/>
                  <a:gd name="T6" fmla="*/ 50 w 98"/>
                  <a:gd name="T7" fmla="*/ 0 h 97"/>
                  <a:gd name="T8" fmla="*/ 97 w 98"/>
                  <a:gd name="T9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97">
                    <a:moveTo>
                      <a:pt x="97" y="49"/>
                    </a:moveTo>
                    <a:cubicBezTo>
                      <a:pt x="97" y="76"/>
                      <a:pt x="75" y="97"/>
                      <a:pt x="48" y="97"/>
                    </a:cubicBezTo>
                    <a:cubicBezTo>
                      <a:pt x="22" y="96"/>
                      <a:pt x="0" y="74"/>
                      <a:pt x="0" y="48"/>
                    </a:cubicBezTo>
                    <a:cubicBezTo>
                      <a:pt x="1" y="21"/>
                      <a:pt x="23" y="0"/>
                      <a:pt x="50" y="0"/>
                    </a:cubicBezTo>
                    <a:cubicBezTo>
                      <a:pt x="76" y="0"/>
                      <a:pt x="98" y="22"/>
                      <a:pt x="97" y="49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7" name="Freeform 34">
                <a:extLst>
                  <a:ext uri="{FF2B5EF4-FFF2-40B4-BE49-F238E27FC236}">
                    <a16:creationId xmlns:a16="http://schemas.microsoft.com/office/drawing/2014/main" id="{2BD71FF3-1A8F-697F-CD61-C9624BDB8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7987" y="1613948"/>
                <a:ext cx="186673" cy="363854"/>
              </a:xfrm>
              <a:custGeom>
                <a:avLst/>
                <a:gdLst>
                  <a:gd name="T0" fmla="*/ 49 w 50"/>
                  <a:gd name="T1" fmla="*/ 49 h 97"/>
                  <a:gd name="T2" fmla="*/ 2 w 50"/>
                  <a:gd name="T3" fmla="*/ 0 h 97"/>
                  <a:gd name="T4" fmla="*/ 0 w 50"/>
                  <a:gd name="T5" fmla="*/ 97 h 97"/>
                  <a:gd name="T6" fmla="*/ 49 w 50"/>
                  <a:gd name="T7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97">
                    <a:moveTo>
                      <a:pt x="49" y="49"/>
                    </a:moveTo>
                    <a:cubicBezTo>
                      <a:pt x="50" y="22"/>
                      <a:pt x="28" y="0"/>
                      <a:pt x="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27" y="97"/>
                      <a:pt x="49" y="76"/>
                      <a:pt x="49" y="49"/>
                    </a:cubicBezTo>
                    <a:close/>
                  </a:path>
                </a:pathLst>
              </a:custGeom>
              <a:solidFill>
                <a:srgbClr val="EAE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8" name="Freeform 35">
                <a:extLst>
                  <a:ext uri="{FF2B5EF4-FFF2-40B4-BE49-F238E27FC236}">
                    <a16:creationId xmlns:a16="http://schemas.microsoft.com/office/drawing/2014/main" id="{D3D73B1B-C247-D069-AAFF-B93AE182B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8956" y="1778473"/>
                <a:ext cx="199328" cy="41131"/>
              </a:xfrm>
              <a:custGeom>
                <a:avLst/>
                <a:gdLst>
                  <a:gd name="T0" fmla="*/ 48 w 53"/>
                  <a:gd name="T1" fmla="*/ 0 h 11"/>
                  <a:gd name="T2" fmla="*/ 5 w 53"/>
                  <a:gd name="T3" fmla="*/ 0 h 11"/>
                  <a:gd name="T4" fmla="*/ 0 w 53"/>
                  <a:gd name="T5" fmla="*/ 5 h 11"/>
                  <a:gd name="T6" fmla="*/ 5 w 53"/>
                  <a:gd name="T7" fmla="*/ 11 h 11"/>
                  <a:gd name="T8" fmla="*/ 48 w 53"/>
                  <a:gd name="T9" fmla="*/ 11 h 11"/>
                  <a:gd name="T10" fmla="*/ 53 w 53"/>
                  <a:gd name="T11" fmla="*/ 6 h 11"/>
                  <a:gd name="T12" fmla="*/ 48 w 5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11">
                    <a:moveTo>
                      <a:pt x="4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1" y="11"/>
                      <a:pt x="53" y="9"/>
                      <a:pt x="53" y="6"/>
                    </a:cubicBezTo>
                    <a:cubicBezTo>
                      <a:pt x="53" y="3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9" name="Freeform 36">
                <a:extLst>
                  <a:ext uri="{FF2B5EF4-FFF2-40B4-BE49-F238E27FC236}">
                    <a16:creationId xmlns:a16="http://schemas.microsoft.com/office/drawing/2014/main" id="{C17FC472-E2A1-144D-6C22-7AC0483D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854" y="1767399"/>
                <a:ext cx="202493" cy="44296"/>
              </a:xfrm>
              <a:custGeom>
                <a:avLst/>
                <a:gdLst>
                  <a:gd name="T0" fmla="*/ 54 w 54"/>
                  <a:gd name="T1" fmla="*/ 7 h 12"/>
                  <a:gd name="T2" fmla="*/ 49 w 54"/>
                  <a:gd name="T3" fmla="*/ 1 h 12"/>
                  <a:gd name="T4" fmla="*/ 6 w 54"/>
                  <a:gd name="T5" fmla="*/ 1 h 12"/>
                  <a:gd name="T6" fmla="*/ 0 w 54"/>
                  <a:gd name="T7" fmla="*/ 6 h 12"/>
                  <a:gd name="T8" fmla="*/ 6 w 54"/>
                  <a:gd name="T9" fmla="*/ 11 h 12"/>
                  <a:gd name="T10" fmla="*/ 48 w 54"/>
                  <a:gd name="T11" fmla="*/ 12 h 12"/>
                  <a:gd name="T12" fmla="*/ 54 w 54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12">
                    <a:moveTo>
                      <a:pt x="54" y="7"/>
                    </a:moveTo>
                    <a:cubicBezTo>
                      <a:pt x="54" y="4"/>
                      <a:pt x="52" y="1"/>
                      <a:pt x="49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51" y="12"/>
                      <a:pt x="54" y="10"/>
                      <a:pt x="54" y="7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0" name="Freeform 37">
                <a:extLst>
                  <a:ext uri="{FF2B5EF4-FFF2-40B4-BE49-F238E27FC236}">
                    <a16:creationId xmlns:a16="http://schemas.microsoft.com/office/drawing/2014/main" id="{AF502D31-84E3-905A-9490-77819E528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4602" y="1485808"/>
                <a:ext cx="161361" cy="158197"/>
              </a:xfrm>
              <a:custGeom>
                <a:avLst/>
                <a:gdLst>
                  <a:gd name="T0" fmla="*/ 10 w 43"/>
                  <a:gd name="T1" fmla="*/ 40 h 42"/>
                  <a:gd name="T2" fmla="*/ 41 w 43"/>
                  <a:gd name="T3" fmla="*/ 10 h 42"/>
                  <a:gd name="T4" fmla="*/ 41 w 43"/>
                  <a:gd name="T5" fmla="*/ 3 h 42"/>
                  <a:gd name="T6" fmla="*/ 33 w 43"/>
                  <a:gd name="T7" fmla="*/ 3 h 42"/>
                  <a:gd name="T8" fmla="*/ 3 w 43"/>
                  <a:gd name="T9" fmla="*/ 32 h 42"/>
                  <a:gd name="T10" fmla="*/ 2 w 43"/>
                  <a:gd name="T11" fmla="*/ 40 h 42"/>
                  <a:gd name="T12" fmla="*/ 10 w 43"/>
                  <a:gd name="T13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2">
                    <a:moveTo>
                      <a:pt x="10" y="40"/>
                    </a:moveTo>
                    <a:cubicBezTo>
                      <a:pt x="41" y="10"/>
                      <a:pt x="41" y="10"/>
                      <a:pt x="41" y="10"/>
                    </a:cubicBezTo>
                    <a:cubicBezTo>
                      <a:pt x="43" y="8"/>
                      <a:pt x="43" y="5"/>
                      <a:pt x="41" y="3"/>
                    </a:cubicBezTo>
                    <a:cubicBezTo>
                      <a:pt x="39" y="0"/>
                      <a:pt x="35" y="0"/>
                      <a:pt x="33" y="3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0" y="34"/>
                      <a:pt x="0" y="38"/>
                      <a:pt x="2" y="40"/>
                    </a:cubicBezTo>
                    <a:cubicBezTo>
                      <a:pt x="5" y="42"/>
                      <a:pt x="8" y="42"/>
                      <a:pt x="10" y="4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1" name="Freeform 38">
                <a:extLst>
                  <a:ext uri="{FF2B5EF4-FFF2-40B4-BE49-F238E27FC236}">
                    <a16:creationId xmlns:a16="http://schemas.microsoft.com/office/drawing/2014/main" id="{47961F24-B085-BDEC-B299-1A862628E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920" y="1947744"/>
                <a:ext cx="156616" cy="153452"/>
              </a:xfrm>
              <a:custGeom>
                <a:avLst/>
                <a:gdLst>
                  <a:gd name="T0" fmla="*/ 33 w 42"/>
                  <a:gd name="T1" fmla="*/ 2 h 41"/>
                  <a:gd name="T2" fmla="*/ 2 w 42"/>
                  <a:gd name="T3" fmla="*/ 31 h 41"/>
                  <a:gd name="T4" fmla="*/ 2 w 42"/>
                  <a:gd name="T5" fmla="*/ 39 h 41"/>
                  <a:gd name="T6" fmla="*/ 10 w 42"/>
                  <a:gd name="T7" fmla="*/ 39 h 41"/>
                  <a:gd name="T8" fmla="*/ 40 w 42"/>
                  <a:gd name="T9" fmla="*/ 10 h 41"/>
                  <a:gd name="T10" fmla="*/ 40 w 42"/>
                  <a:gd name="T11" fmla="*/ 2 h 41"/>
                  <a:gd name="T12" fmla="*/ 33 w 42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1">
                    <a:moveTo>
                      <a:pt x="33" y="2"/>
                    </a:moveTo>
                    <a:cubicBezTo>
                      <a:pt x="2" y="31"/>
                      <a:pt x="2" y="31"/>
                      <a:pt x="2" y="31"/>
                    </a:cubicBezTo>
                    <a:cubicBezTo>
                      <a:pt x="0" y="34"/>
                      <a:pt x="0" y="37"/>
                      <a:pt x="2" y="39"/>
                    </a:cubicBezTo>
                    <a:cubicBezTo>
                      <a:pt x="4" y="41"/>
                      <a:pt x="7" y="41"/>
                      <a:pt x="10" y="3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7"/>
                      <a:pt x="42" y="4"/>
                      <a:pt x="40" y="2"/>
                    </a:cubicBezTo>
                    <a:cubicBezTo>
                      <a:pt x="38" y="0"/>
                      <a:pt x="35" y="0"/>
                      <a:pt x="33" y="2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2" name="Freeform 39">
                <a:extLst>
                  <a:ext uri="{FF2B5EF4-FFF2-40B4-BE49-F238E27FC236}">
                    <a16:creationId xmlns:a16="http://schemas.microsoft.com/office/drawing/2014/main" id="{E6714088-9F9A-FC78-D58D-C7F97D0EF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1438" y="1950908"/>
                <a:ext cx="156616" cy="156616"/>
              </a:xfrm>
              <a:custGeom>
                <a:avLst/>
                <a:gdLst>
                  <a:gd name="T0" fmla="*/ 10 w 42"/>
                  <a:gd name="T1" fmla="*/ 2 h 42"/>
                  <a:gd name="T2" fmla="*/ 2 w 42"/>
                  <a:gd name="T3" fmla="*/ 2 h 42"/>
                  <a:gd name="T4" fmla="*/ 2 w 42"/>
                  <a:gd name="T5" fmla="*/ 10 h 42"/>
                  <a:gd name="T6" fmla="*/ 32 w 42"/>
                  <a:gd name="T7" fmla="*/ 40 h 42"/>
                  <a:gd name="T8" fmla="*/ 40 w 42"/>
                  <a:gd name="T9" fmla="*/ 40 h 42"/>
                  <a:gd name="T10" fmla="*/ 40 w 42"/>
                  <a:gd name="T11" fmla="*/ 33 h 42"/>
                  <a:gd name="T12" fmla="*/ 10 w 42"/>
                  <a:gd name="T1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10" y="2"/>
                    </a:moveTo>
                    <a:cubicBezTo>
                      <a:pt x="8" y="0"/>
                      <a:pt x="5" y="0"/>
                      <a:pt x="2" y="2"/>
                    </a:cubicBezTo>
                    <a:cubicBezTo>
                      <a:pt x="0" y="4"/>
                      <a:pt x="0" y="7"/>
                      <a:pt x="2" y="1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4" y="42"/>
                      <a:pt x="38" y="42"/>
                      <a:pt x="40" y="40"/>
                    </a:cubicBezTo>
                    <a:cubicBezTo>
                      <a:pt x="42" y="38"/>
                      <a:pt x="42" y="35"/>
                      <a:pt x="40" y="33"/>
                    </a:cubicBez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3" name="Freeform 40">
                <a:extLst>
                  <a:ext uri="{FF2B5EF4-FFF2-40B4-BE49-F238E27FC236}">
                    <a16:creationId xmlns:a16="http://schemas.microsoft.com/office/drawing/2014/main" id="{D2A97209-699B-56B5-8E60-D89CDDD23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248" y="1479479"/>
                <a:ext cx="158197" cy="159780"/>
              </a:xfrm>
              <a:custGeom>
                <a:avLst/>
                <a:gdLst>
                  <a:gd name="T0" fmla="*/ 10 w 42"/>
                  <a:gd name="T1" fmla="*/ 3 h 43"/>
                  <a:gd name="T2" fmla="*/ 2 w 42"/>
                  <a:gd name="T3" fmla="*/ 3 h 43"/>
                  <a:gd name="T4" fmla="*/ 2 w 42"/>
                  <a:gd name="T5" fmla="*/ 10 h 43"/>
                  <a:gd name="T6" fmla="*/ 32 w 42"/>
                  <a:gd name="T7" fmla="*/ 41 h 43"/>
                  <a:gd name="T8" fmla="*/ 39 w 42"/>
                  <a:gd name="T9" fmla="*/ 41 h 43"/>
                  <a:gd name="T10" fmla="*/ 40 w 42"/>
                  <a:gd name="T11" fmla="*/ 33 h 43"/>
                  <a:gd name="T12" fmla="*/ 10 w 42"/>
                  <a:gd name="T13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3">
                    <a:moveTo>
                      <a:pt x="10" y="3"/>
                    </a:moveTo>
                    <a:cubicBezTo>
                      <a:pt x="8" y="0"/>
                      <a:pt x="4" y="0"/>
                      <a:pt x="2" y="3"/>
                    </a:cubicBezTo>
                    <a:cubicBezTo>
                      <a:pt x="0" y="5"/>
                      <a:pt x="0" y="8"/>
                      <a:pt x="2" y="1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4" y="43"/>
                      <a:pt x="37" y="43"/>
                      <a:pt x="39" y="41"/>
                    </a:cubicBezTo>
                    <a:cubicBezTo>
                      <a:pt x="42" y="39"/>
                      <a:pt x="42" y="35"/>
                      <a:pt x="40" y="33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4" name="Freeform 41">
                <a:extLst>
                  <a:ext uri="{FF2B5EF4-FFF2-40B4-BE49-F238E27FC236}">
                    <a16:creationId xmlns:a16="http://schemas.microsoft.com/office/drawing/2014/main" id="{F73EC481-7FFC-10D2-9D7A-34E93BF41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5840" y="2022097"/>
                <a:ext cx="44296" cy="202493"/>
              </a:xfrm>
              <a:custGeom>
                <a:avLst/>
                <a:gdLst>
                  <a:gd name="T0" fmla="*/ 6 w 12"/>
                  <a:gd name="T1" fmla="*/ 0 h 54"/>
                  <a:gd name="T2" fmla="*/ 1 w 12"/>
                  <a:gd name="T3" fmla="*/ 6 h 54"/>
                  <a:gd name="T4" fmla="*/ 0 w 12"/>
                  <a:gd name="T5" fmla="*/ 48 h 54"/>
                  <a:gd name="T6" fmla="*/ 5 w 12"/>
                  <a:gd name="T7" fmla="*/ 54 h 54"/>
                  <a:gd name="T8" fmla="*/ 11 w 12"/>
                  <a:gd name="T9" fmla="*/ 48 h 54"/>
                  <a:gd name="T10" fmla="*/ 11 w 12"/>
                  <a:gd name="T11" fmla="*/ 6 h 54"/>
                  <a:gd name="T12" fmla="*/ 6 w 12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6" y="0"/>
                    </a:moveTo>
                    <a:cubicBezTo>
                      <a:pt x="3" y="0"/>
                      <a:pt x="1" y="3"/>
                      <a:pt x="1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1"/>
                      <a:pt x="2" y="54"/>
                      <a:pt x="5" y="54"/>
                    </a:cubicBezTo>
                    <a:cubicBezTo>
                      <a:pt x="8" y="54"/>
                      <a:pt x="11" y="51"/>
                      <a:pt x="11" y="4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3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5" name="Freeform 42">
                <a:extLst>
                  <a:ext uri="{FF2B5EF4-FFF2-40B4-BE49-F238E27FC236}">
                    <a16:creationId xmlns:a16="http://schemas.microsoft.com/office/drawing/2014/main" id="{018B2DF1-A8A2-014F-CC06-6BBE7F3C9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2167" y="1367160"/>
                <a:ext cx="45878" cy="200911"/>
              </a:xfrm>
              <a:custGeom>
                <a:avLst/>
                <a:gdLst>
                  <a:gd name="T0" fmla="*/ 6 w 12"/>
                  <a:gd name="T1" fmla="*/ 0 h 54"/>
                  <a:gd name="T2" fmla="*/ 1 w 12"/>
                  <a:gd name="T3" fmla="*/ 6 h 54"/>
                  <a:gd name="T4" fmla="*/ 0 w 12"/>
                  <a:gd name="T5" fmla="*/ 48 h 54"/>
                  <a:gd name="T6" fmla="*/ 6 w 12"/>
                  <a:gd name="T7" fmla="*/ 54 h 54"/>
                  <a:gd name="T8" fmla="*/ 11 w 12"/>
                  <a:gd name="T9" fmla="*/ 48 h 54"/>
                  <a:gd name="T10" fmla="*/ 12 w 12"/>
                  <a:gd name="T11" fmla="*/ 6 h 54"/>
                  <a:gd name="T12" fmla="*/ 6 w 12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6" y="0"/>
                    </a:moveTo>
                    <a:cubicBezTo>
                      <a:pt x="3" y="0"/>
                      <a:pt x="1" y="2"/>
                      <a:pt x="1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1"/>
                      <a:pt x="3" y="54"/>
                      <a:pt x="6" y="54"/>
                    </a:cubicBezTo>
                    <a:cubicBezTo>
                      <a:pt x="9" y="54"/>
                      <a:pt x="11" y="51"/>
                      <a:pt x="11" y="4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43" name="Freeform 19">
              <a:extLst>
                <a:ext uri="{FF2B5EF4-FFF2-40B4-BE49-F238E27FC236}">
                  <a16:creationId xmlns:a16="http://schemas.microsoft.com/office/drawing/2014/main" id="{C48153C0-FB9F-1467-3DE7-52ECF15BE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712" y="2931732"/>
              <a:ext cx="101246" cy="273682"/>
            </a:xfrm>
            <a:custGeom>
              <a:avLst/>
              <a:gdLst>
                <a:gd name="T0" fmla="*/ 14 w 64"/>
                <a:gd name="T1" fmla="*/ 0 h 173"/>
                <a:gd name="T2" fmla="*/ 0 w 64"/>
                <a:gd name="T3" fmla="*/ 173 h 173"/>
                <a:gd name="T4" fmla="*/ 64 w 64"/>
                <a:gd name="T5" fmla="*/ 173 h 173"/>
                <a:gd name="T6" fmla="*/ 50 w 64"/>
                <a:gd name="T7" fmla="*/ 0 h 173"/>
                <a:gd name="T8" fmla="*/ 14 w 64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173">
                  <a:moveTo>
                    <a:pt x="14" y="0"/>
                  </a:moveTo>
                  <a:lnTo>
                    <a:pt x="0" y="173"/>
                  </a:lnTo>
                  <a:lnTo>
                    <a:pt x="64" y="173"/>
                  </a:lnTo>
                  <a:lnTo>
                    <a:pt x="50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">
              <a:extLst>
                <a:ext uri="{FF2B5EF4-FFF2-40B4-BE49-F238E27FC236}">
                  <a16:creationId xmlns:a16="http://schemas.microsoft.com/office/drawing/2014/main" id="{C06200CF-95D6-310A-E1C9-87178C093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916" y="2931732"/>
              <a:ext cx="49042" cy="273682"/>
            </a:xfrm>
            <a:custGeom>
              <a:avLst/>
              <a:gdLst>
                <a:gd name="T0" fmla="*/ 0 w 31"/>
                <a:gd name="T1" fmla="*/ 0 h 173"/>
                <a:gd name="T2" fmla="*/ 0 w 31"/>
                <a:gd name="T3" fmla="*/ 173 h 173"/>
                <a:gd name="T4" fmla="*/ 31 w 31"/>
                <a:gd name="T5" fmla="*/ 173 h 173"/>
                <a:gd name="T6" fmla="*/ 17 w 31"/>
                <a:gd name="T7" fmla="*/ 0 h 173"/>
                <a:gd name="T8" fmla="*/ 0 w 31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73">
                  <a:moveTo>
                    <a:pt x="0" y="0"/>
                  </a:moveTo>
                  <a:lnTo>
                    <a:pt x="0" y="173"/>
                  </a:lnTo>
                  <a:lnTo>
                    <a:pt x="31" y="173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1">
              <a:extLst>
                <a:ext uri="{FF2B5EF4-FFF2-40B4-BE49-F238E27FC236}">
                  <a16:creationId xmlns:a16="http://schemas.microsoft.com/office/drawing/2014/main" id="{1790684E-3F51-DF2C-E631-64FD0769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071" y="1835425"/>
              <a:ext cx="550527" cy="1183317"/>
            </a:xfrm>
            <a:custGeom>
              <a:avLst/>
              <a:gdLst>
                <a:gd name="T0" fmla="*/ 0 w 348"/>
                <a:gd name="T1" fmla="*/ 748 h 748"/>
                <a:gd name="T2" fmla="*/ 175 w 348"/>
                <a:gd name="T3" fmla="*/ 0 h 748"/>
                <a:gd name="T4" fmla="*/ 348 w 348"/>
                <a:gd name="T5" fmla="*/ 748 h 748"/>
                <a:gd name="T6" fmla="*/ 0 w 348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8" h="748">
                  <a:moveTo>
                    <a:pt x="0" y="748"/>
                  </a:moveTo>
                  <a:lnTo>
                    <a:pt x="175" y="0"/>
                  </a:lnTo>
                  <a:lnTo>
                    <a:pt x="348" y="748"/>
                  </a:lnTo>
                  <a:lnTo>
                    <a:pt x="0" y="748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2">
              <a:extLst>
                <a:ext uri="{FF2B5EF4-FFF2-40B4-BE49-F238E27FC236}">
                  <a16:creationId xmlns:a16="http://schemas.microsoft.com/office/drawing/2014/main" id="{96C92F6C-9DCD-832A-7353-40E335C0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916" y="1835425"/>
              <a:ext cx="273682" cy="1183317"/>
            </a:xfrm>
            <a:custGeom>
              <a:avLst/>
              <a:gdLst>
                <a:gd name="T0" fmla="*/ 173 w 173"/>
                <a:gd name="T1" fmla="*/ 748 h 748"/>
                <a:gd name="T2" fmla="*/ 0 w 173"/>
                <a:gd name="T3" fmla="*/ 0 h 748"/>
                <a:gd name="T4" fmla="*/ 0 w 173"/>
                <a:gd name="T5" fmla="*/ 748 h 748"/>
                <a:gd name="T6" fmla="*/ 173 w 173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748">
                  <a:moveTo>
                    <a:pt x="173" y="748"/>
                  </a:moveTo>
                  <a:lnTo>
                    <a:pt x="0" y="0"/>
                  </a:lnTo>
                  <a:lnTo>
                    <a:pt x="0" y="748"/>
                  </a:lnTo>
                  <a:lnTo>
                    <a:pt x="173" y="748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15">
              <a:extLst>
                <a:ext uri="{FF2B5EF4-FFF2-40B4-BE49-F238E27FC236}">
                  <a16:creationId xmlns:a16="http://schemas.microsoft.com/office/drawing/2014/main" id="{ACFCEFCE-231D-1760-2C17-E4F411242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951" y="2838395"/>
              <a:ext cx="134468" cy="367018"/>
            </a:xfrm>
            <a:custGeom>
              <a:avLst/>
              <a:gdLst>
                <a:gd name="T0" fmla="*/ 19 w 85"/>
                <a:gd name="T1" fmla="*/ 0 h 232"/>
                <a:gd name="T2" fmla="*/ 0 w 85"/>
                <a:gd name="T3" fmla="*/ 232 h 232"/>
                <a:gd name="T4" fmla="*/ 85 w 85"/>
                <a:gd name="T5" fmla="*/ 232 h 232"/>
                <a:gd name="T6" fmla="*/ 66 w 85"/>
                <a:gd name="T7" fmla="*/ 0 h 232"/>
                <a:gd name="T8" fmla="*/ 19 w 85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232">
                  <a:moveTo>
                    <a:pt x="19" y="0"/>
                  </a:moveTo>
                  <a:lnTo>
                    <a:pt x="0" y="232"/>
                  </a:lnTo>
                  <a:lnTo>
                    <a:pt x="85" y="232"/>
                  </a:lnTo>
                  <a:lnTo>
                    <a:pt x="66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16">
              <a:extLst>
                <a:ext uri="{FF2B5EF4-FFF2-40B4-BE49-F238E27FC236}">
                  <a16:creationId xmlns:a16="http://schemas.microsoft.com/office/drawing/2014/main" id="{5E812A86-2E18-8F13-6E1D-E21D0DDD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976" y="2838395"/>
              <a:ext cx="66443" cy="367018"/>
            </a:xfrm>
            <a:custGeom>
              <a:avLst/>
              <a:gdLst>
                <a:gd name="T0" fmla="*/ 0 w 42"/>
                <a:gd name="T1" fmla="*/ 0 h 232"/>
                <a:gd name="T2" fmla="*/ 0 w 42"/>
                <a:gd name="T3" fmla="*/ 232 h 232"/>
                <a:gd name="T4" fmla="*/ 42 w 42"/>
                <a:gd name="T5" fmla="*/ 232 h 232"/>
                <a:gd name="T6" fmla="*/ 23 w 42"/>
                <a:gd name="T7" fmla="*/ 0 h 232"/>
                <a:gd name="T8" fmla="*/ 0 w 42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32">
                  <a:moveTo>
                    <a:pt x="0" y="0"/>
                  </a:moveTo>
                  <a:lnTo>
                    <a:pt x="0" y="232"/>
                  </a:lnTo>
                  <a:lnTo>
                    <a:pt x="42" y="232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7">
              <a:extLst>
                <a:ext uri="{FF2B5EF4-FFF2-40B4-BE49-F238E27FC236}">
                  <a16:creationId xmlns:a16="http://schemas.microsoft.com/office/drawing/2014/main" id="{071E91BC-BA23-E682-E602-F00E131E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794" y="1362414"/>
              <a:ext cx="740364" cy="1591466"/>
            </a:xfrm>
            <a:custGeom>
              <a:avLst/>
              <a:gdLst>
                <a:gd name="T0" fmla="*/ 0 w 468"/>
                <a:gd name="T1" fmla="*/ 1006 h 1006"/>
                <a:gd name="T2" fmla="*/ 234 w 468"/>
                <a:gd name="T3" fmla="*/ 0 h 1006"/>
                <a:gd name="T4" fmla="*/ 468 w 468"/>
                <a:gd name="T5" fmla="*/ 1006 h 1006"/>
                <a:gd name="T6" fmla="*/ 0 w 468"/>
                <a:gd name="T7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8" h="1006">
                  <a:moveTo>
                    <a:pt x="0" y="1006"/>
                  </a:moveTo>
                  <a:lnTo>
                    <a:pt x="234" y="0"/>
                  </a:lnTo>
                  <a:lnTo>
                    <a:pt x="468" y="1006"/>
                  </a:lnTo>
                  <a:lnTo>
                    <a:pt x="0" y="1006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8">
              <a:extLst>
                <a:ext uri="{FF2B5EF4-FFF2-40B4-BE49-F238E27FC236}">
                  <a16:creationId xmlns:a16="http://schemas.microsoft.com/office/drawing/2014/main" id="{1BFEB6B2-36B8-3AF4-F53E-E55AB5921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976" y="1362414"/>
              <a:ext cx="370182" cy="1591466"/>
            </a:xfrm>
            <a:custGeom>
              <a:avLst/>
              <a:gdLst>
                <a:gd name="T0" fmla="*/ 234 w 234"/>
                <a:gd name="T1" fmla="*/ 1006 h 1006"/>
                <a:gd name="T2" fmla="*/ 0 w 234"/>
                <a:gd name="T3" fmla="*/ 0 h 1006"/>
                <a:gd name="T4" fmla="*/ 0 w 234"/>
                <a:gd name="T5" fmla="*/ 1006 h 1006"/>
                <a:gd name="T6" fmla="*/ 234 w 234"/>
                <a:gd name="T7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4" h="1006">
                  <a:moveTo>
                    <a:pt x="234" y="1006"/>
                  </a:moveTo>
                  <a:lnTo>
                    <a:pt x="0" y="0"/>
                  </a:lnTo>
                  <a:lnTo>
                    <a:pt x="0" y="1006"/>
                  </a:lnTo>
                  <a:lnTo>
                    <a:pt x="234" y="1006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51" name="组合 50">
              <a:extLst>
                <a:ext uri="{FF2B5EF4-FFF2-40B4-BE49-F238E27FC236}">
                  <a16:creationId xmlns:a16="http://schemas.microsoft.com/office/drawing/2014/main" id="{CD7E31A3-66D6-457A-06DF-82F67F97BEEA}"/>
                </a:ext>
              </a:extLst>
            </p:cNvPr>
            <p:cNvGrpSpPr/>
            <p:nvPr/>
          </p:nvGrpSpPr>
          <p:grpSpPr>
            <a:xfrm>
              <a:off x="914483" y="1909725"/>
              <a:ext cx="1001648" cy="1009345"/>
              <a:chOff x="765867" y="4096848"/>
              <a:chExt cx="1922284" cy="1937054"/>
            </a:xfrm>
          </p:grpSpPr>
          <p:grpSp>
            <p:nvGrpSpPr>
              <p:cNvPr id="1181" name="组合 1180">
                <a:extLst>
                  <a:ext uri="{FF2B5EF4-FFF2-40B4-BE49-F238E27FC236}">
                    <a16:creationId xmlns:a16="http://schemas.microsoft.com/office/drawing/2014/main" id="{4A494E02-8872-D24B-EB78-100259606ED8}"/>
                  </a:ext>
                </a:extLst>
              </p:cNvPr>
              <p:cNvGrpSpPr/>
              <p:nvPr/>
            </p:nvGrpSpPr>
            <p:grpSpPr>
              <a:xfrm>
                <a:off x="765867" y="4206427"/>
                <a:ext cx="1590082" cy="1568468"/>
                <a:chOff x="765867" y="4206427"/>
                <a:chExt cx="1590082" cy="1568468"/>
              </a:xfrm>
            </p:grpSpPr>
            <p:sp>
              <p:nvSpPr>
                <p:cNvPr id="1185" name="Freeform 173">
                  <a:extLst>
                    <a:ext uri="{FF2B5EF4-FFF2-40B4-BE49-F238E27FC236}">
                      <a16:creationId xmlns:a16="http://schemas.microsoft.com/office/drawing/2014/main" id="{68EA0B81-7DB0-6FA4-BC25-80C056A19B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549" y="5059391"/>
                  <a:ext cx="664400" cy="715504"/>
                </a:xfrm>
                <a:custGeom>
                  <a:avLst/>
                  <a:gdLst>
                    <a:gd name="T0" fmla="*/ 0 w 178"/>
                    <a:gd name="T1" fmla="*/ 12 h 203"/>
                    <a:gd name="T2" fmla="*/ 178 w 178"/>
                    <a:gd name="T3" fmla="*/ 203 h 203"/>
                    <a:gd name="T4" fmla="*/ 178 w 178"/>
                    <a:gd name="T5" fmla="*/ 187 h 203"/>
                    <a:gd name="T6" fmla="*/ 71 w 178"/>
                    <a:gd name="T7" fmla="*/ 16 h 203"/>
                    <a:gd name="T8" fmla="*/ 14 w 178"/>
                    <a:gd name="T9" fmla="*/ 0 h 203"/>
                    <a:gd name="T10" fmla="*/ 0 w 178"/>
                    <a:gd name="T11" fmla="*/ 1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8" h="203">
                      <a:moveTo>
                        <a:pt x="0" y="12"/>
                      </a:moveTo>
                      <a:lnTo>
                        <a:pt x="178" y="203"/>
                      </a:lnTo>
                      <a:lnTo>
                        <a:pt x="178" y="187"/>
                      </a:lnTo>
                      <a:lnTo>
                        <a:pt x="71" y="16"/>
                      </a:lnTo>
                      <a:lnTo>
                        <a:pt x="14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86" name="Freeform 174">
                  <a:extLst>
                    <a:ext uri="{FF2B5EF4-FFF2-40B4-BE49-F238E27FC236}">
                      <a16:creationId xmlns:a16="http://schemas.microsoft.com/office/drawing/2014/main" id="{CE1A38F7-05FB-2804-30CE-B96933BF71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851" y="5249722"/>
                  <a:ext cx="515096" cy="525172"/>
                </a:xfrm>
                <a:custGeom>
                  <a:avLst/>
                  <a:gdLst>
                    <a:gd name="T0" fmla="*/ 0 w 138"/>
                    <a:gd name="T1" fmla="*/ 0 h 149"/>
                    <a:gd name="T2" fmla="*/ 138 w 138"/>
                    <a:gd name="T3" fmla="*/ 149 h 149"/>
                    <a:gd name="T4" fmla="*/ 138 w 138"/>
                    <a:gd name="T5" fmla="*/ 133 h 149"/>
                    <a:gd name="T6" fmla="*/ 71 w 138"/>
                    <a:gd name="T7" fmla="*/ 26 h 149"/>
                    <a:gd name="T8" fmla="*/ 0 w 138"/>
                    <a:gd name="T9" fmla="*/ 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9">
                      <a:moveTo>
                        <a:pt x="0" y="0"/>
                      </a:moveTo>
                      <a:lnTo>
                        <a:pt x="138" y="149"/>
                      </a:lnTo>
                      <a:lnTo>
                        <a:pt x="138" y="133"/>
                      </a:lnTo>
                      <a:lnTo>
                        <a:pt x="71" y="2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87" name="Freeform 175">
                  <a:extLst>
                    <a:ext uri="{FF2B5EF4-FFF2-40B4-BE49-F238E27FC236}">
                      <a16:creationId xmlns:a16="http://schemas.microsoft.com/office/drawing/2014/main" id="{0230EE27-75E3-6237-B6C0-827CB9E1B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969" y="5334313"/>
                  <a:ext cx="432980" cy="440581"/>
                </a:xfrm>
                <a:custGeom>
                  <a:avLst/>
                  <a:gdLst>
                    <a:gd name="T0" fmla="*/ 61 w 116"/>
                    <a:gd name="T1" fmla="*/ 19 h 125"/>
                    <a:gd name="T2" fmla="*/ 0 w 116"/>
                    <a:gd name="T3" fmla="*/ 0 h 125"/>
                    <a:gd name="T4" fmla="*/ 116 w 116"/>
                    <a:gd name="T5" fmla="*/ 125 h 125"/>
                    <a:gd name="T6" fmla="*/ 116 w 116"/>
                    <a:gd name="T7" fmla="*/ 109 h 125"/>
                    <a:gd name="T8" fmla="*/ 61 w 116"/>
                    <a:gd name="T9" fmla="*/ 19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6" h="125">
                      <a:moveTo>
                        <a:pt x="61" y="19"/>
                      </a:moveTo>
                      <a:lnTo>
                        <a:pt x="0" y="0"/>
                      </a:lnTo>
                      <a:lnTo>
                        <a:pt x="116" y="125"/>
                      </a:lnTo>
                      <a:lnTo>
                        <a:pt x="116" y="109"/>
                      </a:lnTo>
                      <a:lnTo>
                        <a:pt x="61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88" name="Freeform 176">
                  <a:extLst>
                    <a:ext uri="{FF2B5EF4-FFF2-40B4-BE49-F238E27FC236}">
                      <a16:creationId xmlns:a16="http://schemas.microsoft.com/office/drawing/2014/main" id="{6E2FF285-9454-74B0-1C9C-E9564CF010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9293" y="4206427"/>
                  <a:ext cx="406854" cy="877638"/>
                </a:xfrm>
                <a:custGeom>
                  <a:avLst/>
                  <a:gdLst>
                    <a:gd name="T0" fmla="*/ 33 w 109"/>
                    <a:gd name="T1" fmla="*/ 249 h 249"/>
                    <a:gd name="T2" fmla="*/ 109 w 109"/>
                    <a:gd name="T3" fmla="*/ 0 h 249"/>
                    <a:gd name="T4" fmla="*/ 95 w 109"/>
                    <a:gd name="T5" fmla="*/ 7 h 249"/>
                    <a:gd name="T6" fmla="*/ 0 w 109"/>
                    <a:gd name="T7" fmla="*/ 185 h 249"/>
                    <a:gd name="T8" fmla="*/ 14 w 109"/>
                    <a:gd name="T9" fmla="*/ 244 h 249"/>
                    <a:gd name="T10" fmla="*/ 33 w 109"/>
                    <a:gd name="T11" fmla="*/ 249 h 2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9" h="249">
                      <a:moveTo>
                        <a:pt x="33" y="249"/>
                      </a:moveTo>
                      <a:lnTo>
                        <a:pt x="109" y="0"/>
                      </a:lnTo>
                      <a:lnTo>
                        <a:pt x="95" y="7"/>
                      </a:lnTo>
                      <a:lnTo>
                        <a:pt x="0" y="185"/>
                      </a:lnTo>
                      <a:lnTo>
                        <a:pt x="14" y="244"/>
                      </a:lnTo>
                      <a:lnTo>
                        <a:pt x="33" y="249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89" name="Freeform 177">
                  <a:extLst>
                    <a:ext uri="{FF2B5EF4-FFF2-40B4-BE49-F238E27FC236}">
                      <a16:creationId xmlns:a16="http://schemas.microsoft.com/office/drawing/2014/main" id="{2172F0BD-3B2B-9F9E-6914-309603874D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9934" y="4206427"/>
                  <a:ext cx="276210" cy="683781"/>
                </a:xfrm>
                <a:custGeom>
                  <a:avLst/>
                  <a:gdLst>
                    <a:gd name="T0" fmla="*/ 15 w 74"/>
                    <a:gd name="T1" fmla="*/ 194 h 194"/>
                    <a:gd name="T2" fmla="*/ 74 w 74"/>
                    <a:gd name="T3" fmla="*/ 0 h 194"/>
                    <a:gd name="T4" fmla="*/ 60 w 74"/>
                    <a:gd name="T5" fmla="*/ 7 h 194"/>
                    <a:gd name="T6" fmla="*/ 0 w 74"/>
                    <a:gd name="T7" fmla="*/ 119 h 194"/>
                    <a:gd name="T8" fmla="*/ 15 w 74"/>
                    <a:gd name="T9" fmla="*/ 194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4" h="194">
                      <a:moveTo>
                        <a:pt x="15" y="194"/>
                      </a:moveTo>
                      <a:lnTo>
                        <a:pt x="74" y="0"/>
                      </a:lnTo>
                      <a:lnTo>
                        <a:pt x="60" y="7"/>
                      </a:lnTo>
                      <a:lnTo>
                        <a:pt x="0" y="119"/>
                      </a:lnTo>
                      <a:lnTo>
                        <a:pt x="15" y="194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0" name="Freeform 178">
                  <a:extLst>
                    <a:ext uri="{FF2B5EF4-FFF2-40B4-BE49-F238E27FC236}">
                      <a16:creationId xmlns:a16="http://schemas.microsoft.com/office/drawing/2014/main" id="{B1808349-99C0-3668-E398-B0A6F4A64E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7259" y="4206427"/>
                  <a:ext cx="238885" cy="578041"/>
                </a:xfrm>
                <a:custGeom>
                  <a:avLst/>
                  <a:gdLst>
                    <a:gd name="T0" fmla="*/ 0 w 64"/>
                    <a:gd name="T1" fmla="*/ 100 h 164"/>
                    <a:gd name="T2" fmla="*/ 14 w 64"/>
                    <a:gd name="T3" fmla="*/ 164 h 164"/>
                    <a:gd name="T4" fmla="*/ 64 w 64"/>
                    <a:gd name="T5" fmla="*/ 0 h 164"/>
                    <a:gd name="T6" fmla="*/ 50 w 64"/>
                    <a:gd name="T7" fmla="*/ 7 h 164"/>
                    <a:gd name="T8" fmla="*/ 0 w 64"/>
                    <a:gd name="T9" fmla="*/ 10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" h="164">
                      <a:moveTo>
                        <a:pt x="0" y="100"/>
                      </a:moveTo>
                      <a:lnTo>
                        <a:pt x="14" y="164"/>
                      </a:lnTo>
                      <a:lnTo>
                        <a:pt x="64" y="0"/>
                      </a:lnTo>
                      <a:lnTo>
                        <a:pt x="50" y="7"/>
                      </a:lnTo>
                      <a:lnTo>
                        <a:pt x="0" y="1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1" name="Freeform 179">
                  <a:extLst>
                    <a:ext uri="{FF2B5EF4-FFF2-40B4-BE49-F238E27FC236}">
                      <a16:creationId xmlns:a16="http://schemas.microsoft.com/office/drawing/2014/main" id="{A26A43DF-131A-4BA4-C672-066F3182F1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041766"/>
                  <a:ext cx="963008" cy="232627"/>
                </a:xfrm>
                <a:custGeom>
                  <a:avLst/>
                  <a:gdLst>
                    <a:gd name="T0" fmla="*/ 255 w 258"/>
                    <a:gd name="T1" fmla="*/ 0 h 66"/>
                    <a:gd name="T2" fmla="*/ 0 w 258"/>
                    <a:gd name="T3" fmla="*/ 59 h 66"/>
                    <a:gd name="T4" fmla="*/ 14 w 258"/>
                    <a:gd name="T5" fmla="*/ 66 h 66"/>
                    <a:gd name="T6" fmla="*/ 215 w 258"/>
                    <a:gd name="T7" fmla="*/ 59 h 66"/>
                    <a:gd name="T8" fmla="*/ 258 w 258"/>
                    <a:gd name="T9" fmla="*/ 17 h 66"/>
                    <a:gd name="T10" fmla="*/ 255 w 258"/>
                    <a:gd name="T11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8" h="66">
                      <a:moveTo>
                        <a:pt x="255" y="0"/>
                      </a:moveTo>
                      <a:lnTo>
                        <a:pt x="0" y="59"/>
                      </a:lnTo>
                      <a:lnTo>
                        <a:pt x="14" y="66"/>
                      </a:lnTo>
                      <a:lnTo>
                        <a:pt x="215" y="59"/>
                      </a:lnTo>
                      <a:lnTo>
                        <a:pt x="258" y="17"/>
                      </a:lnTo>
                      <a:lnTo>
                        <a:pt x="255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2" name="Freeform 180">
                  <a:extLst>
                    <a:ext uri="{FF2B5EF4-FFF2-40B4-BE49-F238E27FC236}">
                      <a16:creationId xmlns:a16="http://schemas.microsoft.com/office/drawing/2014/main" id="{632382E3-EB79-9AF2-1EF7-4BFE77CDC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084061"/>
                  <a:ext cx="742785" cy="190332"/>
                </a:xfrm>
                <a:custGeom>
                  <a:avLst/>
                  <a:gdLst>
                    <a:gd name="T0" fmla="*/ 199 w 199"/>
                    <a:gd name="T1" fmla="*/ 0 h 54"/>
                    <a:gd name="T2" fmla="*/ 0 w 199"/>
                    <a:gd name="T3" fmla="*/ 47 h 54"/>
                    <a:gd name="T4" fmla="*/ 14 w 199"/>
                    <a:gd name="T5" fmla="*/ 54 h 54"/>
                    <a:gd name="T6" fmla="*/ 139 w 199"/>
                    <a:gd name="T7" fmla="*/ 50 h 54"/>
                    <a:gd name="T8" fmla="*/ 199 w 199"/>
                    <a:gd name="T9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54">
                      <a:moveTo>
                        <a:pt x="199" y="0"/>
                      </a:moveTo>
                      <a:lnTo>
                        <a:pt x="0" y="47"/>
                      </a:lnTo>
                      <a:lnTo>
                        <a:pt x="14" y="54"/>
                      </a:lnTo>
                      <a:lnTo>
                        <a:pt x="139" y="50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3" name="Freeform 181">
                  <a:extLst>
                    <a:ext uri="{FF2B5EF4-FFF2-40B4-BE49-F238E27FC236}">
                      <a16:creationId xmlns:a16="http://schemas.microsoft.com/office/drawing/2014/main" id="{92D74C5C-39E7-1C83-F54B-F68B101D4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108736"/>
                  <a:ext cx="627075" cy="165659"/>
                </a:xfrm>
                <a:custGeom>
                  <a:avLst/>
                  <a:gdLst>
                    <a:gd name="T0" fmla="*/ 118 w 168"/>
                    <a:gd name="T1" fmla="*/ 43 h 47"/>
                    <a:gd name="T2" fmla="*/ 168 w 168"/>
                    <a:gd name="T3" fmla="*/ 0 h 47"/>
                    <a:gd name="T4" fmla="*/ 0 w 168"/>
                    <a:gd name="T5" fmla="*/ 40 h 47"/>
                    <a:gd name="T6" fmla="*/ 14 w 168"/>
                    <a:gd name="T7" fmla="*/ 47 h 47"/>
                    <a:gd name="T8" fmla="*/ 118 w 168"/>
                    <a:gd name="T9" fmla="*/ 43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47">
                      <a:moveTo>
                        <a:pt x="118" y="43"/>
                      </a:moveTo>
                      <a:lnTo>
                        <a:pt x="168" y="0"/>
                      </a:lnTo>
                      <a:lnTo>
                        <a:pt x="0" y="40"/>
                      </a:lnTo>
                      <a:lnTo>
                        <a:pt x="14" y="47"/>
                      </a:lnTo>
                      <a:lnTo>
                        <a:pt x="118" y="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4" name="Freeform 182">
                  <a:extLst>
                    <a:ext uri="{FF2B5EF4-FFF2-40B4-BE49-F238E27FC236}">
                      <a16:creationId xmlns:a16="http://schemas.microsoft.com/office/drawing/2014/main" id="{7B135C97-3F8C-382C-6089-0084B59611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3167" y="4974800"/>
                  <a:ext cx="220223" cy="200906"/>
                </a:xfrm>
                <a:custGeom>
                  <a:avLst/>
                  <a:gdLst>
                    <a:gd name="T0" fmla="*/ 0 w 59"/>
                    <a:gd name="T1" fmla="*/ 36 h 57"/>
                    <a:gd name="T2" fmla="*/ 9 w 59"/>
                    <a:gd name="T3" fmla="*/ 5 h 57"/>
                    <a:gd name="T4" fmla="*/ 38 w 59"/>
                    <a:gd name="T5" fmla="*/ 0 h 57"/>
                    <a:gd name="T6" fmla="*/ 59 w 59"/>
                    <a:gd name="T7" fmla="*/ 21 h 57"/>
                    <a:gd name="T8" fmla="*/ 50 w 59"/>
                    <a:gd name="T9" fmla="*/ 50 h 57"/>
                    <a:gd name="T10" fmla="*/ 21 w 59"/>
                    <a:gd name="T11" fmla="*/ 57 h 57"/>
                    <a:gd name="T12" fmla="*/ 0 w 59"/>
                    <a:gd name="T13" fmla="*/ 36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9" h="57">
                      <a:moveTo>
                        <a:pt x="0" y="36"/>
                      </a:moveTo>
                      <a:lnTo>
                        <a:pt x="9" y="5"/>
                      </a:lnTo>
                      <a:lnTo>
                        <a:pt x="38" y="0"/>
                      </a:lnTo>
                      <a:lnTo>
                        <a:pt x="59" y="21"/>
                      </a:lnTo>
                      <a:lnTo>
                        <a:pt x="50" y="50"/>
                      </a:lnTo>
                      <a:lnTo>
                        <a:pt x="21" y="57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5" name="Freeform 183">
                  <a:extLst>
                    <a:ext uri="{FF2B5EF4-FFF2-40B4-BE49-F238E27FC236}">
                      <a16:creationId xmlns:a16="http://schemas.microsoft.com/office/drawing/2014/main" id="{C0004B51-321F-BB6B-4FF7-809233D06B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0630" y="5024145"/>
                  <a:ext cx="205293" cy="102216"/>
                </a:xfrm>
                <a:custGeom>
                  <a:avLst/>
                  <a:gdLst>
                    <a:gd name="T0" fmla="*/ 0 w 55"/>
                    <a:gd name="T1" fmla="*/ 15 h 29"/>
                    <a:gd name="T2" fmla="*/ 50 w 55"/>
                    <a:gd name="T3" fmla="*/ 29 h 29"/>
                    <a:gd name="T4" fmla="*/ 55 w 55"/>
                    <a:gd name="T5" fmla="*/ 15 h 29"/>
                    <a:gd name="T6" fmla="*/ 5 w 55"/>
                    <a:gd name="T7" fmla="*/ 0 h 29"/>
                    <a:gd name="T8" fmla="*/ 0 w 55"/>
                    <a:gd name="T9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5" h="29">
                      <a:moveTo>
                        <a:pt x="0" y="15"/>
                      </a:moveTo>
                      <a:lnTo>
                        <a:pt x="50" y="29"/>
                      </a:lnTo>
                      <a:lnTo>
                        <a:pt x="55" y="1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182" name="矩形 1181">
                <a:extLst>
                  <a:ext uri="{FF2B5EF4-FFF2-40B4-BE49-F238E27FC236}">
                    <a16:creationId xmlns:a16="http://schemas.microsoft.com/office/drawing/2014/main" id="{CF4180B0-CDAF-C4AF-A380-722D74EF9768}"/>
                  </a:ext>
                </a:extLst>
              </p:cNvPr>
              <p:cNvSpPr/>
              <p:nvPr/>
            </p:nvSpPr>
            <p:spPr>
              <a:xfrm>
                <a:off x="2393871" y="4731822"/>
                <a:ext cx="294280" cy="98753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83" name="矩形 1182">
                <a:extLst>
                  <a:ext uri="{FF2B5EF4-FFF2-40B4-BE49-F238E27FC236}">
                    <a16:creationId xmlns:a16="http://schemas.microsoft.com/office/drawing/2014/main" id="{5FBE73DB-0D7A-C4AC-8FB5-B1E30B3D78CE}"/>
                  </a:ext>
                </a:extLst>
              </p:cNvPr>
              <p:cNvSpPr/>
              <p:nvPr/>
            </p:nvSpPr>
            <p:spPr>
              <a:xfrm>
                <a:off x="1584646" y="4096848"/>
                <a:ext cx="294280" cy="849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84" name="矩形 1183">
                <a:extLst>
                  <a:ext uri="{FF2B5EF4-FFF2-40B4-BE49-F238E27FC236}">
                    <a16:creationId xmlns:a16="http://schemas.microsoft.com/office/drawing/2014/main" id="{6EF4C386-43F5-7808-A066-F4E8196C1BC4}"/>
                  </a:ext>
                </a:extLst>
              </p:cNvPr>
              <p:cNvSpPr/>
              <p:nvPr/>
            </p:nvSpPr>
            <p:spPr>
              <a:xfrm>
                <a:off x="1588273" y="5948997"/>
                <a:ext cx="294280" cy="849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2" name="组合 51">
              <a:extLst>
                <a:ext uri="{FF2B5EF4-FFF2-40B4-BE49-F238E27FC236}">
                  <a16:creationId xmlns:a16="http://schemas.microsoft.com/office/drawing/2014/main" id="{1BC3B69E-68B5-9023-84F5-0E4BCB27712A}"/>
                </a:ext>
              </a:extLst>
            </p:cNvPr>
            <p:cNvGrpSpPr/>
            <p:nvPr/>
          </p:nvGrpSpPr>
          <p:grpSpPr>
            <a:xfrm>
              <a:off x="1749331" y="1860736"/>
              <a:ext cx="560020" cy="303739"/>
              <a:chOff x="1749331" y="1860736"/>
              <a:chExt cx="560020" cy="303739"/>
            </a:xfrm>
          </p:grpSpPr>
          <p:sp>
            <p:nvSpPr>
              <p:cNvPr id="1179" name="Freeform 13">
                <a:extLst>
                  <a:ext uri="{FF2B5EF4-FFF2-40B4-BE49-F238E27FC236}">
                    <a16:creationId xmlns:a16="http://schemas.microsoft.com/office/drawing/2014/main" id="{32A5E681-1720-9C1B-B28E-FCF0E749B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331" y="1860736"/>
                <a:ext cx="560019" cy="303739"/>
              </a:xfrm>
              <a:custGeom>
                <a:avLst/>
                <a:gdLst>
                  <a:gd name="T0" fmla="*/ 14 w 150"/>
                  <a:gd name="T1" fmla="*/ 81 h 81"/>
                  <a:gd name="T2" fmla="*/ 129 w 150"/>
                  <a:gd name="T3" fmla="*/ 81 h 81"/>
                  <a:gd name="T4" fmla="*/ 150 w 150"/>
                  <a:gd name="T5" fmla="*/ 63 h 81"/>
                  <a:gd name="T6" fmla="*/ 129 w 150"/>
                  <a:gd name="T7" fmla="*/ 38 h 81"/>
                  <a:gd name="T8" fmla="*/ 119 w 150"/>
                  <a:gd name="T9" fmla="*/ 21 h 81"/>
                  <a:gd name="T10" fmla="*/ 94 w 150"/>
                  <a:gd name="T11" fmla="*/ 19 h 81"/>
                  <a:gd name="T12" fmla="*/ 69 w 150"/>
                  <a:gd name="T13" fmla="*/ 0 h 81"/>
                  <a:gd name="T14" fmla="*/ 44 w 150"/>
                  <a:gd name="T15" fmla="*/ 20 h 81"/>
                  <a:gd name="T16" fmla="*/ 21 w 150"/>
                  <a:gd name="T17" fmla="*/ 26 h 81"/>
                  <a:gd name="T18" fmla="*/ 15 w 150"/>
                  <a:gd name="T19" fmla="*/ 47 h 81"/>
                  <a:gd name="T20" fmla="*/ 0 w 150"/>
                  <a:gd name="T21" fmla="*/ 67 h 81"/>
                  <a:gd name="T22" fmla="*/ 14 w 150"/>
                  <a:gd name="T2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0" h="81">
                    <a:moveTo>
                      <a:pt x="14" y="81"/>
                    </a:moveTo>
                    <a:cubicBezTo>
                      <a:pt x="28" y="81"/>
                      <a:pt x="78" y="81"/>
                      <a:pt x="129" y="81"/>
                    </a:cubicBezTo>
                    <a:cubicBezTo>
                      <a:pt x="138" y="81"/>
                      <a:pt x="150" y="73"/>
                      <a:pt x="150" y="63"/>
                    </a:cubicBezTo>
                    <a:cubicBezTo>
                      <a:pt x="150" y="41"/>
                      <a:pt x="129" y="38"/>
                      <a:pt x="129" y="38"/>
                    </a:cubicBezTo>
                    <a:cubicBezTo>
                      <a:pt x="129" y="38"/>
                      <a:pt x="131" y="27"/>
                      <a:pt x="119" y="21"/>
                    </a:cubicBezTo>
                    <a:cubicBezTo>
                      <a:pt x="107" y="15"/>
                      <a:pt x="94" y="19"/>
                      <a:pt x="94" y="19"/>
                    </a:cubicBezTo>
                    <a:cubicBezTo>
                      <a:pt x="94" y="19"/>
                      <a:pt x="91" y="0"/>
                      <a:pt x="69" y="0"/>
                    </a:cubicBezTo>
                    <a:cubicBezTo>
                      <a:pt x="45" y="0"/>
                      <a:pt x="44" y="20"/>
                      <a:pt x="44" y="20"/>
                    </a:cubicBezTo>
                    <a:cubicBezTo>
                      <a:pt x="44" y="20"/>
                      <a:pt x="33" y="15"/>
                      <a:pt x="21" y="26"/>
                    </a:cubicBezTo>
                    <a:cubicBezTo>
                      <a:pt x="10" y="38"/>
                      <a:pt x="15" y="47"/>
                      <a:pt x="15" y="47"/>
                    </a:cubicBezTo>
                    <a:cubicBezTo>
                      <a:pt x="15" y="47"/>
                      <a:pt x="0" y="52"/>
                      <a:pt x="0" y="67"/>
                    </a:cubicBezTo>
                    <a:cubicBezTo>
                      <a:pt x="0" y="73"/>
                      <a:pt x="5" y="81"/>
                      <a:pt x="14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0" name="Freeform 14">
                <a:extLst>
                  <a:ext uri="{FF2B5EF4-FFF2-40B4-BE49-F238E27FC236}">
                    <a16:creationId xmlns:a16="http://schemas.microsoft.com/office/drawing/2014/main" id="{967721A0-2BAB-2FA6-6026-3A7456928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341" y="1860736"/>
                <a:ext cx="280010" cy="303739"/>
              </a:xfrm>
              <a:custGeom>
                <a:avLst/>
                <a:gdLst>
                  <a:gd name="T0" fmla="*/ 54 w 75"/>
                  <a:gd name="T1" fmla="*/ 38 h 81"/>
                  <a:gd name="T2" fmla="*/ 44 w 75"/>
                  <a:gd name="T3" fmla="*/ 21 h 81"/>
                  <a:gd name="T4" fmla="*/ 19 w 75"/>
                  <a:gd name="T5" fmla="*/ 19 h 81"/>
                  <a:gd name="T6" fmla="*/ 0 w 75"/>
                  <a:gd name="T7" fmla="*/ 0 h 81"/>
                  <a:gd name="T8" fmla="*/ 0 w 75"/>
                  <a:gd name="T9" fmla="*/ 81 h 81"/>
                  <a:gd name="T10" fmla="*/ 54 w 75"/>
                  <a:gd name="T11" fmla="*/ 81 h 81"/>
                  <a:gd name="T12" fmla="*/ 75 w 75"/>
                  <a:gd name="T13" fmla="*/ 63 h 81"/>
                  <a:gd name="T14" fmla="*/ 54 w 75"/>
                  <a:gd name="T15" fmla="*/ 3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81">
                    <a:moveTo>
                      <a:pt x="54" y="38"/>
                    </a:moveTo>
                    <a:cubicBezTo>
                      <a:pt x="54" y="38"/>
                      <a:pt x="56" y="27"/>
                      <a:pt x="44" y="21"/>
                    </a:cubicBezTo>
                    <a:cubicBezTo>
                      <a:pt x="32" y="15"/>
                      <a:pt x="19" y="19"/>
                      <a:pt x="19" y="19"/>
                    </a:cubicBezTo>
                    <a:cubicBezTo>
                      <a:pt x="19" y="19"/>
                      <a:pt x="17" y="4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7" y="81"/>
                      <a:pt x="35" y="81"/>
                      <a:pt x="54" y="81"/>
                    </a:cubicBezTo>
                    <a:cubicBezTo>
                      <a:pt x="63" y="81"/>
                      <a:pt x="75" y="73"/>
                      <a:pt x="75" y="63"/>
                    </a:cubicBezTo>
                    <a:cubicBezTo>
                      <a:pt x="75" y="41"/>
                      <a:pt x="54" y="38"/>
                      <a:pt x="54" y="38"/>
                    </a:cubicBezTo>
                    <a:close/>
                  </a:path>
                </a:pathLst>
              </a:custGeom>
              <a:solidFill>
                <a:srgbClr val="C8F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53" name="Oval 166">
              <a:extLst>
                <a:ext uri="{FF2B5EF4-FFF2-40B4-BE49-F238E27FC236}">
                  <a16:creationId xmlns:a16="http://schemas.microsoft.com/office/drawing/2014/main" id="{3AA49C06-EEA8-5808-C732-5478EBA66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155" y="2187970"/>
              <a:ext cx="106543" cy="10060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Oval 221">
              <a:extLst>
                <a:ext uri="{FF2B5EF4-FFF2-40B4-BE49-F238E27FC236}">
                  <a16:creationId xmlns:a16="http://schemas.microsoft.com/office/drawing/2014/main" id="{14D34879-E8F6-95F5-64B1-7091077E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Oval 221">
              <a:extLst>
                <a:ext uri="{FF2B5EF4-FFF2-40B4-BE49-F238E27FC236}">
                  <a16:creationId xmlns:a16="http://schemas.microsoft.com/office/drawing/2014/main" id="{59809E4D-698C-5FEB-13FE-4E9CF775A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Oval 221">
              <a:extLst>
                <a:ext uri="{FF2B5EF4-FFF2-40B4-BE49-F238E27FC236}">
                  <a16:creationId xmlns:a16="http://schemas.microsoft.com/office/drawing/2014/main" id="{C85EF71F-ADF4-6752-BAC5-82CA2FFD7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Oval 221">
              <a:extLst>
                <a:ext uri="{FF2B5EF4-FFF2-40B4-BE49-F238E27FC236}">
                  <a16:creationId xmlns:a16="http://schemas.microsoft.com/office/drawing/2014/main" id="{0B569741-44DA-E6C0-06F3-8F48339BC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6" name="Oval 221">
              <a:extLst>
                <a:ext uri="{FF2B5EF4-FFF2-40B4-BE49-F238E27FC236}">
                  <a16:creationId xmlns:a16="http://schemas.microsoft.com/office/drawing/2014/main" id="{3F716E21-4535-720A-066E-0330C0565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7" name="Oval 221">
              <a:extLst>
                <a:ext uri="{FF2B5EF4-FFF2-40B4-BE49-F238E27FC236}">
                  <a16:creationId xmlns:a16="http://schemas.microsoft.com/office/drawing/2014/main" id="{872D9742-68EB-D822-60B1-48E94F3C3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6" name="Freeform 23">
              <a:extLst>
                <a:ext uri="{FF2B5EF4-FFF2-40B4-BE49-F238E27FC236}">
                  <a16:creationId xmlns:a16="http://schemas.microsoft.com/office/drawing/2014/main" id="{47F417AA-B21B-4890-6892-52D787231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340" y="3032978"/>
              <a:ext cx="63279" cy="172435"/>
            </a:xfrm>
            <a:custGeom>
              <a:avLst/>
              <a:gdLst>
                <a:gd name="T0" fmla="*/ 9 w 40"/>
                <a:gd name="T1" fmla="*/ 0 h 109"/>
                <a:gd name="T2" fmla="*/ 0 w 40"/>
                <a:gd name="T3" fmla="*/ 109 h 109"/>
                <a:gd name="T4" fmla="*/ 40 w 40"/>
                <a:gd name="T5" fmla="*/ 109 h 109"/>
                <a:gd name="T6" fmla="*/ 30 w 40"/>
                <a:gd name="T7" fmla="*/ 0 h 109"/>
                <a:gd name="T8" fmla="*/ 9 w 40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09">
                  <a:moveTo>
                    <a:pt x="9" y="0"/>
                  </a:moveTo>
                  <a:lnTo>
                    <a:pt x="0" y="109"/>
                  </a:lnTo>
                  <a:lnTo>
                    <a:pt x="40" y="109"/>
                  </a:lnTo>
                  <a:lnTo>
                    <a:pt x="3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7" name="Freeform 24">
              <a:extLst>
                <a:ext uri="{FF2B5EF4-FFF2-40B4-BE49-F238E27FC236}">
                  <a16:creationId xmlns:a16="http://schemas.microsoft.com/office/drawing/2014/main" id="{093AF463-3E91-83BC-3193-BB7D57AE9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561" y="3032978"/>
              <a:ext cx="30058" cy="172435"/>
            </a:xfrm>
            <a:custGeom>
              <a:avLst/>
              <a:gdLst>
                <a:gd name="T0" fmla="*/ 0 w 19"/>
                <a:gd name="T1" fmla="*/ 0 h 109"/>
                <a:gd name="T2" fmla="*/ 0 w 19"/>
                <a:gd name="T3" fmla="*/ 109 h 109"/>
                <a:gd name="T4" fmla="*/ 19 w 19"/>
                <a:gd name="T5" fmla="*/ 109 h 109"/>
                <a:gd name="T6" fmla="*/ 9 w 19"/>
                <a:gd name="T7" fmla="*/ 0 h 109"/>
                <a:gd name="T8" fmla="*/ 0 w 19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9">
                  <a:moveTo>
                    <a:pt x="0" y="0"/>
                  </a:moveTo>
                  <a:lnTo>
                    <a:pt x="0" y="109"/>
                  </a:lnTo>
                  <a:lnTo>
                    <a:pt x="19" y="10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8" name="Freeform 25">
              <a:extLst>
                <a:ext uri="{FF2B5EF4-FFF2-40B4-BE49-F238E27FC236}">
                  <a16:creationId xmlns:a16="http://schemas.microsoft.com/office/drawing/2014/main" id="{DBED202D-8D2C-84C9-688A-3FE036143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126" y="2347984"/>
              <a:ext cx="344870" cy="741946"/>
            </a:xfrm>
            <a:custGeom>
              <a:avLst/>
              <a:gdLst>
                <a:gd name="T0" fmla="*/ 0 w 218"/>
                <a:gd name="T1" fmla="*/ 469 h 469"/>
                <a:gd name="T2" fmla="*/ 109 w 218"/>
                <a:gd name="T3" fmla="*/ 0 h 469"/>
                <a:gd name="T4" fmla="*/ 218 w 218"/>
                <a:gd name="T5" fmla="*/ 469 h 469"/>
                <a:gd name="T6" fmla="*/ 0 w 218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8" h="469">
                  <a:moveTo>
                    <a:pt x="0" y="469"/>
                  </a:moveTo>
                  <a:lnTo>
                    <a:pt x="109" y="0"/>
                  </a:lnTo>
                  <a:lnTo>
                    <a:pt x="218" y="469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9" name="Freeform 26">
              <a:extLst>
                <a:ext uri="{FF2B5EF4-FFF2-40B4-BE49-F238E27FC236}">
                  <a16:creationId xmlns:a16="http://schemas.microsoft.com/office/drawing/2014/main" id="{B0C8F54A-3EAB-B171-4A22-C007610FC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561" y="2347984"/>
              <a:ext cx="172436" cy="741946"/>
            </a:xfrm>
            <a:custGeom>
              <a:avLst/>
              <a:gdLst>
                <a:gd name="T0" fmla="*/ 109 w 109"/>
                <a:gd name="T1" fmla="*/ 469 h 469"/>
                <a:gd name="T2" fmla="*/ 0 w 109"/>
                <a:gd name="T3" fmla="*/ 0 h 469"/>
                <a:gd name="T4" fmla="*/ 0 w 109"/>
                <a:gd name="T5" fmla="*/ 469 h 469"/>
                <a:gd name="T6" fmla="*/ 109 w 109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469">
                  <a:moveTo>
                    <a:pt x="109" y="469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0" name="Freeform 27">
              <a:extLst>
                <a:ext uri="{FF2B5EF4-FFF2-40B4-BE49-F238E27FC236}">
                  <a16:creationId xmlns:a16="http://schemas.microsoft.com/office/drawing/2014/main" id="{BA054718-5484-5318-DD9C-6EFCACC9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293" y="3032978"/>
              <a:ext cx="63279" cy="172435"/>
            </a:xfrm>
            <a:custGeom>
              <a:avLst/>
              <a:gdLst>
                <a:gd name="T0" fmla="*/ 9 w 40"/>
                <a:gd name="T1" fmla="*/ 0 h 109"/>
                <a:gd name="T2" fmla="*/ 0 w 40"/>
                <a:gd name="T3" fmla="*/ 109 h 109"/>
                <a:gd name="T4" fmla="*/ 40 w 40"/>
                <a:gd name="T5" fmla="*/ 109 h 109"/>
                <a:gd name="T6" fmla="*/ 30 w 40"/>
                <a:gd name="T7" fmla="*/ 0 h 109"/>
                <a:gd name="T8" fmla="*/ 9 w 40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09">
                  <a:moveTo>
                    <a:pt x="9" y="0"/>
                  </a:moveTo>
                  <a:lnTo>
                    <a:pt x="0" y="109"/>
                  </a:lnTo>
                  <a:lnTo>
                    <a:pt x="40" y="109"/>
                  </a:lnTo>
                  <a:lnTo>
                    <a:pt x="3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1" name="Freeform 28">
              <a:extLst>
                <a:ext uri="{FF2B5EF4-FFF2-40B4-BE49-F238E27FC236}">
                  <a16:creationId xmlns:a16="http://schemas.microsoft.com/office/drawing/2014/main" id="{A0AD5B14-CF2F-EF7A-E031-B6DB755CB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515" y="3032978"/>
              <a:ext cx="30058" cy="172435"/>
            </a:xfrm>
            <a:custGeom>
              <a:avLst/>
              <a:gdLst>
                <a:gd name="T0" fmla="*/ 0 w 19"/>
                <a:gd name="T1" fmla="*/ 0 h 109"/>
                <a:gd name="T2" fmla="*/ 0 w 19"/>
                <a:gd name="T3" fmla="*/ 109 h 109"/>
                <a:gd name="T4" fmla="*/ 19 w 19"/>
                <a:gd name="T5" fmla="*/ 109 h 109"/>
                <a:gd name="T6" fmla="*/ 9 w 19"/>
                <a:gd name="T7" fmla="*/ 0 h 109"/>
                <a:gd name="T8" fmla="*/ 0 w 19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9">
                  <a:moveTo>
                    <a:pt x="0" y="0"/>
                  </a:moveTo>
                  <a:lnTo>
                    <a:pt x="0" y="109"/>
                  </a:lnTo>
                  <a:lnTo>
                    <a:pt x="19" y="10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2" name="Freeform 29">
              <a:extLst>
                <a:ext uri="{FF2B5EF4-FFF2-40B4-BE49-F238E27FC236}">
                  <a16:creationId xmlns:a16="http://schemas.microsoft.com/office/drawing/2014/main" id="{BDD7DFAC-2ADC-E6B9-FC6B-13BF22D68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916" y="2347984"/>
              <a:ext cx="348035" cy="741946"/>
            </a:xfrm>
            <a:custGeom>
              <a:avLst/>
              <a:gdLst>
                <a:gd name="T0" fmla="*/ 0 w 220"/>
                <a:gd name="T1" fmla="*/ 469 h 469"/>
                <a:gd name="T2" fmla="*/ 111 w 220"/>
                <a:gd name="T3" fmla="*/ 0 h 469"/>
                <a:gd name="T4" fmla="*/ 220 w 220"/>
                <a:gd name="T5" fmla="*/ 469 h 469"/>
                <a:gd name="T6" fmla="*/ 0 w 220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" h="469">
                  <a:moveTo>
                    <a:pt x="0" y="469"/>
                  </a:moveTo>
                  <a:lnTo>
                    <a:pt x="111" y="0"/>
                  </a:lnTo>
                  <a:lnTo>
                    <a:pt x="220" y="469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3" name="Freeform 30">
              <a:extLst>
                <a:ext uri="{FF2B5EF4-FFF2-40B4-BE49-F238E27FC236}">
                  <a16:creationId xmlns:a16="http://schemas.microsoft.com/office/drawing/2014/main" id="{28C5DEDA-FA95-C0A4-9BF8-24F29C78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515" y="2347984"/>
              <a:ext cx="172436" cy="741946"/>
            </a:xfrm>
            <a:custGeom>
              <a:avLst/>
              <a:gdLst>
                <a:gd name="T0" fmla="*/ 109 w 109"/>
                <a:gd name="T1" fmla="*/ 469 h 469"/>
                <a:gd name="T2" fmla="*/ 0 w 109"/>
                <a:gd name="T3" fmla="*/ 0 h 469"/>
                <a:gd name="T4" fmla="*/ 0 w 109"/>
                <a:gd name="T5" fmla="*/ 469 h 469"/>
                <a:gd name="T6" fmla="*/ 109 w 109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469">
                  <a:moveTo>
                    <a:pt x="109" y="469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4" name="Freeform 31">
              <a:extLst>
                <a:ext uri="{FF2B5EF4-FFF2-40B4-BE49-F238E27FC236}">
                  <a16:creationId xmlns:a16="http://schemas.microsoft.com/office/drawing/2014/main" id="{F10D317E-B13F-451E-4823-EE8DCF3C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802" y="3205413"/>
              <a:ext cx="4899374" cy="281591"/>
            </a:xfrm>
            <a:custGeom>
              <a:avLst/>
              <a:gdLst>
                <a:gd name="T0" fmla="*/ 1310 w 1310"/>
                <a:gd name="T1" fmla="*/ 37 h 75"/>
                <a:gd name="T2" fmla="*/ 1267 w 1310"/>
                <a:gd name="T3" fmla="*/ 75 h 75"/>
                <a:gd name="T4" fmla="*/ 43 w 1310"/>
                <a:gd name="T5" fmla="*/ 75 h 75"/>
                <a:gd name="T6" fmla="*/ 0 w 1310"/>
                <a:gd name="T7" fmla="*/ 37 h 75"/>
                <a:gd name="T8" fmla="*/ 0 w 1310"/>
                <a:gd name="T9" fmla="*/ 37 h 75"/>
                <a:gd name="T10" fmla="*/ 43 w 1310"/>
                <a:gd name="T11" fmla="*/ 0 h 75"/>
                <a:gd name="T12" fmla="*/ 1267 w 1310"/>
                <a:gd name="T13" fmla="*/ 0 h 75"/>
                <a:gd name="T14" fmla="*/ 1310 w 1310"/>
                <a:gd name="T15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0" h="75">
                  <a:moveTo>
                    <a:pt x="1310" y="37"/>
                  </a:moveTo>
                  <a:cubicBezTo>
                    <a:pt x="1310" y="58"/>
                    <a:pt x="1291" y="75"/>
                    <a:pt x="1267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19" y="75"/>
                    <a:pt x="0" y="58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9" y="0"/>
                    <a:pt x="43" y="0"/>
                  </a:cubicBezTo>
                  <a:cubicBezTo>
                    <a:pt x="1267" y="0"/>
                    <a:pt x="1267" y="0"/>
                    <a:pt x="1267" y="0"/>
                  </a:cubicBezTo>
                  <a:cubicBezTo>
                    <a:pt x="1291" y="0"/>
                    <a:pt x="1310" y="16"/>
                    <a:pt x="1310" y="37"/>
                  </a:cubicBezTo>
                  <a:close/>
                </a:path>
              </a:pathLst>
            </a:custGeom>
            <a:solidFill>
              <a:srgbClr val="ADE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5" name="Freeform 32">
              <a:extLst>
                <a:ext uri="{FF2B5EF4-FFF2-40B4-BE49-F238E27FC236}">
                  <a16:creationId xmlns:a16="http://schemas.microsoft.com/office/drawing/2014/main" id="{433A4A1C-F14E-E49C-B333-AE5DA518F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802" y="3344627"/>
              <a:ext cx="4899374" cy="142378"/>
            </a:xfrm>
            <a:custGeom>
              <a:avLst/>
              <a:gdLst>
                <a:gd name="T0" fmla="*/ 43 w 1310"/>
                <a:gd name="T1" fmla="*/ 38 h 38"/>
                <a:gd name="T2" fmla="*/ 1267 w 1310"/>
                <a:gd name="T3" fmla="*/ 38 h 38"/>
                <a:gd name="T4" fmla="*/ 1310 w 1310"/>
                <a:gd name="T5" fmla="*/ 0 h 38"/>
                <a:gd name="T6" fmla="*/ 0 w 1310"/>
                <a:gd name="T7" fmla="*/ 0 h 38"/>
                <a:gd name="T8" fmla="*/ 43 w 1310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0" h="38">
                  <a:moveTo>
                    <a:pt x="43" y="38"/>
                  </a:moveTo>
                  <a:cubicBezTo>
                    <a:pt x="1267" y="38"/>
                    <a:pt x="1267" y="38"/>
                    <a:pt x="1267" y="38"/>
                  </a:cubicBezTo>
                  <a:cubicBezTo>
                    <a:pt x="1291" y="38"/>
                    <a:pt x="1310" y="21"/>
                    <a:pt x="13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"/>
                    <a:pt x="19" y="38"/>
                    <a:pt x="43" y="38"/>
                  </a:cubicBezTo>
                  <a:close/>
                </a:path>
              </a:pathLst>
            </a:custGeom>
            <a:solidFill>
              <a:srgbClr val="73A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6" name="Rectangle 43">
              <a:extLst>
                <a:ext uri="{FF2B5EF4-FFF2-40B4-BE49-F238E27FC236}">
                  <a16:creationId xmlns:a16="http://schemas.microsoft.com/office/drawing/2014/main" id="{D151E3C2-5F0F-BD10-ED26-D487B46E1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078" y="3138971"/>
              <a:ext cx="22148" cy="66443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7" name="Rectangle 44">
              <a:extLst>
                <a:ext uri="{FF2B5EF4-FFF2-40B4-BE49-F238E27FC236}">
                  <a16:creationId xmlns:a16="http://schemas.microsoft.com/office/drawing/2014/main" id="{3B07B8C3-D3A1-E0A1-8C24-415339E6F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078" y="3191175"/>
              <a:ext cx="22148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8" name="Rectangle 45">
              <a:extLst>
                <a:ext uri="{FF2B5EF4-FFF2-40B4-BE49-F238E27FC236}">
                  <a16:creationId xmlns:a16="http://schemas.microsoft.com/office/drawing/2014/main" id="{D26E8FE0-FF60-D3D0-5ACC-F6E3B96C6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193" y="3123151"/>
              <a:ext cx="18984" cy="82263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9" name="Rectangle 46">
              <a:extLst>
                <a:ext uri="{FF2B5EF4-FFF2-40B4-BE49-F238E27FC236}">
                  <a16:creationId xmlns:a16="http://schemas.microsoft.com/office/drawing/2014/main" id="{21026EC8-E54B-4AB9-84E5-F365CFB61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193" y="3191175"/>
              <a:ext cx="18984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0" name="Rectangle 47">
              <a:extLst>
                <a:ext uri="{FF2B5EF4-FFF2-40B4-BE49-F238E27FC236}">
                  <a16:creationId xmlns:a16="http://schemas.microsoft.com/office/drawing/2014/main" id="{08EA02E7-D3BC-82B2-25F0-2C6B2921F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405" y="3063036"/>
              <a:ext cx="18984" cy="142378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1" name="Rectangle 48">
              <a:extLst>
                <a:ext uri="{FF2B5EF4-FFF2-40B4-BE49-F238E27FC236}">
                  <a16:creationId xmlns:a16="http://schemas.microsoft.com/office/drawing/2014/main" id="{B2F2EBE2-4F9B-A561-E262-A00EB4652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405" y="3191175"/>
              <a:ext cx="18984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2" name="Rectangle 49">
              <a:extLst>
                <a:ext uri="{FF2B5EF4-FFF2-40B4-BE49-F238E27FC236}">
                  <a16:creationId xmlns:a16="http://schemas.microsoft.com/office/drawing/2014/main" id="{A851B439-12CE-62E0-C2E3-2353A6238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446" y="3063036"/>
              <a:ext cx="22148" cy="142378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3" name="Rectangle 50">
              <a:extLst>
                <a:ext uri="{FF2B5EF4-FFF2-40B4-BE49-F238E27FC236}">
                  <a16:creationId xmlns:a16="http://schemas.microsoft.com/office/drawing/2014/main" id="{F63ABFB2-8FE4-E0B3-7A69-CD344B3C5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446" y="3191175"/>
              <a:ext cx="22148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4" name="Freeform 51">
              <a:extLst>
                <a:ext uri="{FF2B5EF4-FFF2-40B4-BE49-F238E27FC236}">
                  <a16:creationId xmlns:a16="http://schemas.microsoft.com/office/drawing/2014/main" id="{80D1F796-7D55-4F8C-4A09-3EADAAF60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217" y="2797265"/>
              <a:ext cx="389166" cy="359109"/>
            </a:xfrm>
            <a:custGeom>
              <a:avLst/>
              <a:gdLst>
                <a:gd name="T0" fmla="*/ 0 w 104"/>
                <a:gd name="T1" fmla="*/ 52 h 96"/>
                <a:gd name="T2" fmla="*/ 6 w 104"/>
                <a:gd name="T3" fmla="*/ 42 h 96"/>
                <a:gd name="T4" fmla="*/ 3 w 104"/>
                <a:gd name="T5" fmla="*/ 31 h 96"/>
                <a:gd name="T6" fmla="*/ 20 w 104"/>
                <a:gd name="T7" fmla="*/ 14 h 96"/>
                <a:gd name="T8" fmla="*/ 25 w 104"/>
                <a:gd name="T9" fmla="*/ 15 h 96"/>
                <a:gd name="T10" fmla="*/ 46 w 104"/>
                <a:gd name="T11" fmla="*/ 0 h 96"/>
                <a:gd name="T12" fmla="*/ 58 w 104"/>
                <a:gd name="T13" fmla="*/ 4 h 96"/>
                <a:gd name="T14" fmla="*/ 73 w 104"/>
                <a:gd name="T15" fmla="*/ 0 h 96"/>
                <a:gd name="T16" fmla="*/ 104 w 104"/>
                <a:gd name="T17" fmla="*/ 31 h 96"/>
                <a:gd name="T18" fmla="*/ 81 w 104"/>
                <a:gd name="T19" fmla="*/ 61 h 96"/>
                <a:gd name="T20" fmla="*/ 81 w 104"/>
                <a:gd name="T21" fmla="*/ 62 h 96"/>
                <a:gd name="T22" fmla="*/ 94 w 104"/>
                <a:gd name="T23" fmla="*/ 78 h 96"/>
                <a:gd name="T24" fmla="*/ 78 w 104"/>
                <a:gd name="T25" fmla="*/ 94 h 96"/>
                <a:gd name="T26" fmla="*/ 66 w 104"/>
                <a:gd name="T27" fmla="*/ 90 h 96"/>
                <a:gd name="T28" fmla="*/ 55 w 104"/>
                <a:gd name="T29" fmla="*/ 96 h 96"/>
                <a:gd name="T30" fmla="*/ 42 w 104"/>
                <a:gd name="T31" fmla="*/ 85 h 96"/>
                <a:gd name="T32" fmla="*/ 30 w 104"/>
                <a:gd name="T33" fmla="*/ 88 h 96"/>
                <a:gd name="T34" fmla="*/ 9 w 104"/>
                <a:gd name="T35" fmla="*/ 67 h 96"/>
                <a:gd name="T36" fmla="*/ 10 w 104"/>
                <a:gd name="T37" fmla="*/ 63 h 96"/>
                <a:gd name="T38" fmla="*/ 0 w 104"/>
                <a:gd name="T39" fmla="*/ 5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4" h="96">
                  <a:moveTo>
                    <a:pt x="0" y="52"/>
                  </a:moveTo>
                  <a:cubicBezTo>
                    <a:pt x="0" y="48"/>
                    <a:pt x="3" y="44"/>
                    <a:pt x="6" y="42"/>
                  </a:cubicBezTo>
                  <a:cubicBezTo>
                    <a:pt x="4" y="39"/>
                    <a:pt x="3" y="35"/>
                    <a:pt x="3" y="31"/>
                  </a:cubicBezTo>
                  <a:cubicBezTo>
                    <a:pt x="3" y="22"/>
                    <a:pt x="10" y="14"/>
                    <a:pt x="20" y="14"/>
                  </a:cubicBezTo>
                  <a:cubicBezTo>
                    <a:pt x="22" y="14"/>
                    <a:pt x="23" y="15"/>
                    <a:pt x="25" y="15"/>
                  </a:cubicBezTo>
                  <a:cubicBezTo>
                    <a:pt x="28" y="6"/>
                    <a:pt x="36" y="0"/>
                    <a:pt x="46" y="0"/>
                  </a:cubicBezTo>
                  <a:cubicBezTo>
                    <a:pt x="51" y="0"/>
                    <a:pt x="55" y="1"/>
                    <a:pt x="58" y="4"/>
                  </a:cubicBezTo>
                  <a:cubicBezTo>
                    <a:pt x="63" y="1"/>
                    <a:pt x="67" y="0"/>
                    <a:pt x="73" y="0"/>
                  </a:cubicBezTo>
                  <a:cubicBezTo>
                    <a:pt x="90" y="0"/>
                    <a:pt x="104" y="14"/>
                    <a:pt x="104" y="31"/>
                  </a:cubicBezTo>
                  <a:cubicBezTo>
                    <a:pt x="104" y="46"/>
                    <a:pt x="94" y="57"/>
                    <a:pt x="81" y="61"/>
                  </a:cubicBezTo>
                  <a:cubicBezTo>
                    <a:pt x="81" y="61"/>
                    <a:pt x="81" y="61"/>
                    <a:pt x="81" y="62"/>
                  </a:cubicBezTo>
                  <a:cubicBezTo>
                    <a:pt x="89" y="63"/>
                    <a:pt x="94" y="70"/>
                    <a:pt x="94" y="78"/>
                  </a:cubicBezTo>
                  <a:cubicBezTo>
                    <a:pt x="94" y="87"/>
                    <a:pt x="87" y="94"/>
                    <a:pt x="78" y="94"/>
                  </a:cubicBezTo>
                  <a:cubicBezTo>
                    <a:pt x="73" y="94"/>
                    <a:pt x="69" y="92"/>
                    <a:pt x="66" y="90"/>
                  </a:cubicBezTo>
                  <a:cubicBezTo>
                    <a:pt x="64" y="94"/>
                    <a:pt x="60" y="96"/>
                    <a:pt x="55" y="96"/>
                  </a:cubicBezTo>
                  <a:cubicBezTo>
                    <a:pt x="48" y="96"/>
                    <a:pt x="43" y="91"/>
                    <a:pt x="42" y="85"/>
                  </a:cubicBezTo>
                  <a:cubicBezTo>
                    <a:pt x="39" y="87"/>
                    <a:pt x="35" y="88"/>
                    <a:pt x="30" y="88"/>
                  </a:cubicBezTo>
                  <a:cubicBezTo>
                    <a:pt x="19" y="88"/>
                    <a:pt x="9" y="79"/>
                    <a:pt x="9" y="67"/>
                  </a:cubicBezTo>
                  <a:cubicBezTo>
                    <a:pt x="9" y="66"/>
                    <a:pt x="10" y="65"/>
                    <a:pt x="10" y="63"/>
                  </a:cubicBezTo>
                  <a:cubicBezTo>
                    <a:pt x="4" y="62"/>
                    <a:pt x="0" y="58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5" name="Freeform 52">
              <a:extLst>
                <a:ext uri="{FF2B5EF4-FFF2-40B4-BE49-F238E27FC236}">
                  <a16:creationId xmlns:a16="http://schemas.microsoft.com/office/drawing/2014/main" id="{5500571B-4024-DBD2-E035-E9B3ABD9C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488" y="2906420"/>
              <a:ext cx="123394" cy="96501"/>
            </a:xfrm>
            <a:custGeom>
              <a:avLst/>
              <a:gdLst>
                <a:gd name="T0" fmla="*/ 0 w 33"/>
                <a:gd name="T1" fmla="*/ 3 h 26"/>
                <a:gd name="T2" fmla="*/ 15 w 33"/>
                <a:gd name="T3" fmla="*/ 22 h 26"/>
                <a:gd name="T4" fmla="*/ 33 w 33"/>
                <a:gd name="T5" fmla="*/ 23 h 26"/>
                <a:gd name="T6" fmla="*/ 18 w 33"/>
                <a:gd name="T7" fmla="*/ 5 h 26"/>
                <a:gd name="T8" fmla="*/ 0 w 33"/>
                <a:gd name="T9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0" y="3"/>
                  </a:moveTo>
                  <a:cubicBezTo>
                    <a:pt x="3" y="11"/>
                    <a:pt x="9" y="18"/>
                    <a:pt x="15" y="22"/>
                  </a:cubicBezTo>
                  <a:cubicBezTo>
                    <a:pt x="22" y="26"/>
                    <a:pt x="29" y="26"/>
                    <a:pt x="33" y="23"/>
                  </a:cubicBezTo>
                  <a:cubicBezTo>
                    <a:pt x="30" y="16"/>
                    <a:pt x="25" y="9"/>
                    <a:pt x="18" y="5"/>
                  </a:cubicBezTo>
                  <a:cubicBezTo>
                    <a:pt x="11" y="1"/>
                    <a:pt x="5" y="0"/>
                    <a:pt x="0" y="3"/>
                  </a:cubicBezTo>
                  <a:close/>
                </a:path>
              </a:pathLst>
            </a:cu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6" name="Freeform 53">
              <a:extLst>
                <a:ext uri="{FF2B5EF4-FFF2-40B4-BE49-F238E27FC236}">
                  <a16:creationId xmlns:a16="http://schemas.microsoft.com/office/drawing/2014/main" id="{2839C831-5592-4426-A2CF-79695A16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488" y="2917495"/>
              <a:ext cx="123394" cy="85427"/>
            </a:xfrm>
            <a:custGeom>
              <a:avLst/>
              <a:gdLst>
                <a:gd name="T0" fmla="*/ 15 w 33"/>
                <a:gd name="T1" fmla="*/ 19 h 23"/>
                <a:gd name="T2" fmla="*/ 0 w 33"/>
                <a:gd name="T3" fmla="*/ 0 h 23"/>
                <a:gd name="T4" fmla="*/ 33 w 33"/>
                <a:gd name="T5" fmla="*/ 20 h 23"/>
                <a:gd name="T6" fmla="*/ 15 w 33"/>
                <a:gd name="T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3">
                  <a:moveTo>
                    <a:pt x="15" y="19"/>
                  </a:moveTo>
                  <a:cubicBezTo>
                    <a:pt x="9" y="15"/>
                    <a:pt x="3" y="8"/>
                    <a:pt x="0" y="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29" y="23"/>
                    <a:pt x="22" y="23"/>
                    <a:pt x="15" y="19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7" name="Freeform 54">
              <a:extLst>
                <a:ext uri="{FF2B5EF4-FFF2-40B4-BE49-F238E27FC236}">
                  <a16:creationId xmlns:a16="http://schemas.microsoft.com/office/drawing/2014/main" id="{85547146-7A45-16B0-95E0-8E196515F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67" y="2906420"/>
              <a:ext cx="123394" cy="96501"/>
            </a:xfrm>
            <a:custGeom>
              <a:avLst/>
              <a:gdLst>
                <a:gd name="T0" fmla="*/ 33 w 33"/>
                <a:gd name="T1" fmla="*/ 3 h 26"/>
                <a:gd name="T2" fmla="*/ 18 w 33"/>
                <a:gd name="T3" fmla="*/ 22 h 26"/>
                <a:gd name="T4" fmla="*/ 0 w 33"/>
                <a:gd name="T5" fmla="*/ 23 h 26"/>
                <a:gd name="T6" fmla="*/ 16 w 33"/>
                <a:gd name="T7" fmla="*/ 5 h 26"/>
                <a:gd name="T8" fmla="*/ 33 w 33"/>
                <a:gd name="T9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33" y="3"/>
                  </a:moveTo>
                  <a:cubicBezTo>
                    <a:pt x="30" y="11"/>
                    <a:pt x="25" y="18"/>
                    <a:pt x="18" y="22"/>
                  </a:cubicBezTo>
                  <a:cubicBezTo>
                    <a:pt x="11" y="26"/>
                    <a:pt x="5" y="26"/>
                    <a:pt x="0" y="23"/>
                  </a:cubicBezTo>
                  <a:cubicBezTo>
                    <a:pt x="3" y="16"/>
                    <a:pt x="9" y="9"/>
                    <a:pt x="16" y="5"/>
                  </a:cubicBezTo>
                  <a:cubicBezTo>
                    <a:pt x="22" y="1"/>
                    <a:pt x="29" y="0"/>
                    <a:pt x="33" y="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8" name="Freeform 55">
              <a:extLst>
                <a:ext uri="{FF2B5EF4-FFF2-40B4-BE49-F238E27FC236}">
                  <a16:creationId xmlns:a16="http://schemas.microsoft.com/office/drawing/2014/main" id="{43992251-6321-E53D-EDE9-BE9D980B8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67" y="2917495"/>
              <a:ext cx="123394" cy="85427"/>
            </a:xfrm>
            <a:custGeom>
              <a:avLst/>
              <a:gdLst>
                <a:gd name="T0" fmla="*/ 18 w 33"/>
                <a:gd name="T1" fmla="*/ 19 h 23"/>
                <a:gd name="T2" fmla="*/ 33 w 33"/>
                <a:gd name="T3" fmla="*/ 0 h 23"/>
                <a:gd name="T4" fmla="*/ 0 w 33"/>
                <a:gd name="T5" fmla="*/ 20 h 23"/>
                <a:gd name="T6" fmla="*/ 18 w 33"/>
                <a:gd name="T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3">
                  <a:moveTo>
                    <a:pt x="18" y="19"/>
                  </a:moveTo>
                  <a:cubicBezTo>
                    <a:pt x="25" y="15"/>
                    <a:pt x="30" y="8"/>
                    <a:pt x="33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3"/>
                    <a:pt x="11" y="23"/>
                    <a:pt x="18" y="19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9" name="Oval 56">
              <a:extLst>
                <a:ext uri="{FF2B5EF4-FFF2-40B4-BE49-F238E27FC236}">
                  <a16:creationId xmlns:a16="http://schemas.microsoft.com/office/drawing/2014/main" id="{F83D0597-CB9B-E3D4-145F-3A75CCE60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946" y="2865289"/>
              <a:ext cx="208820" cy="243624"/>
            </a:xfrm>
            <a:prstGeom prst="ellipse">
              <a:avLst/>
            </a:pr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0" name="Freeform 57">
              <a:extLst>
                <a:ext uri="{FF2B5EF4-FFF2-40B4-BE49-F238E27FC236}">
                  <a16:creationId xmlns:a16="http://schemas.microsoft.com/office/drawing/2014/main" id="{DCA1E7E0-64A4-160C-1F3A-7518880A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946" y="2865289"/>
              <a:ext cx="104411" cy="243624"/>
            </a:xfrm>
            <a:custGeom>
              <a:avLst/>
              <a:gdLst>
                <a:gd name="T0" fmla="*/ 0 w 28"/>
                <a:gd name="T1" fmla="*/ 32 h 65"/>
                <a:gd name="T2" fmla="*/ 28 w 28"/>
                <a:gd name="T3" fmla="*/ 0 h 65"/>
                <a:gd name="T4" fmla="*/ 28 w 28"/>
                <a:gd name="T5" fmla="*/ 65 h 65"/>
                <a:gd name="T6" fmla="*/ 0 w 28"/>
                <a:gd name="T7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65">
                  <a:moveTo>
                    <a:pt x="0" y="32"/>
                  </a:moveTo>
                  <a:cubicBezTo>
                    <a:pt x="0" y="14"/>
                    <a:pt x="12" y="0"/>
                    <a:pt x="28" y="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12" y="65"/>
                    <a:pt x="0" y="50"/>
                    <a:pt x="0" y="3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1" name="Oval 58">
              <a:extLst>
                <a:ext uri="{FF2B5EF4-FFF2-40B4-BE49-F238E27FC236}">
                  <a16:creationId xmlns:a16="http://schemas.microsoft.com/office/drawing/2014/main" id="{2E3F6FBA-4107-281D-AC0F-AD535695D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176" y="2999757"/>
              <a:ext cx="25311" cy="25311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2" name="Oval 59">
              <a:extLst>
                <a:ext uri="{FF2B5EF4-FFF2-40B4-BE49-F238E27FC236}">
                  <a16:creationId xmlns:a16="http://schemas.microsoft.com/office/drawing/2014/main" id="{AF996910-20C9-E6CA-3206-1BB0EA226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061" y="2999757"/>
              <a:ext cx="25311" cy="25311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3" name="Rectangle 60">
              <a:extLst>
                <a:ext uri="{FF2B5EF4-FFF2-40B4-BE49-F238E27FC236}">
                  <a16:creationId xmlns:a16="http://schemas.microsoft.com/office/drawing/2014/main" id="{89D1615C-86C3-1703-C695-DB27B4AB5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169" y="3156372"/>
              <a:ext cx="15819" cy="49042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4" name="Rectangle 61">
              <a:extLst>
                <a:ext uri="{FF2B5EF4-FFF2-40B4-BE49-F238E27FC236}">
                  <a16:creationId xmlns:a16="http://schemas.microsoft.com/office/drawing/2014/main" id="{8724250E-6B98-872D-8740-BD649F190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169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5" name="Rectangle 62">
              <a:extLst>
                <a:ext uri="{FF2B5EF4-FFF2-40B4-BE49-F238E27FC236}">
                  <a16:creationId xmlns:a16="http://schemas.microsoft.com/office/drawing/2014/main" id="{90ED70B7-344C-3D38-D3B0-BADD7FF7F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039" y="3150044"/>
              <a:ext cx="15819" cy="55370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Rectangle 63">
              <a:extLst>
                <a:ext uri="{FF2B5EF4-FFF2-40B4-BE49-F238E27FC236}">
                  <a16:creationId xmlns:a16="http://schemas.microsoft.com/office/drawing/2014/main" id="{71E5A596-8D1D-22AC-3CFF-E9A9AF79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039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Rectangle 64">
              <a:extLst>
                <a:ext uri="{FF2B5EF4-FFF2-40B4-BE49-F238E27FC236}">
                  <a16:creationId xmlns:a16="http://schemas.microsoft.com/office/drawing/2014/main" id="{648B2989-5050-C658-B8DD-8070111F0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310" y="3108913"/>
              <a:ext cx="14238" cy="9650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Rectangle 65">
              <a:extLst>
                <a:ext uri="{FF2B5EF4-FFF2-40B4-BE49-F238E27FC236}">
                  <a16:creationId xmlns:a16="http://schemas.microsoft.com/office/drawing/2014/main" id="{FEAC9277-A53F-4F0B-B01A-BDC5C19DB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310" y="3194340"/>
              <a:ext cx="14238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Rectangle 66">
              <a:extLst>
                <a:ext uri="{FF2B5EF4-FFF2-40B4-BE49-F238E27FC236}">
                  <a16:creationId xmlns:a16="http://schemas.microsoft.com/office/drawing/2014/main" id="{05DCC4AE-D01F-D3B1-6FA1-C8BBAD464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507" y="3108913"/>
              <a:ext cx="15819" cy="9650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Rectangle 67">
              <a:extLst>
                <a:ext uri="{FF2B5EF4-FFF2-40B4-BE49-F238E27FC236}">
                  <a16:creationId xmlns:a16="http://schemas.microsoft.com/office/drawing/2014/main" id="{CC9E0A74-2AC3-BE0A-747A-FB43C0E76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507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68">
              <a:extLst>
                <a:ext uri="{FF2B5EF4-FFF2-40B4-BE49-F238E27FC236}">
                  <a16:creationId xmlns:a16="http://schemas.microsoft.com/office/drawing/2014/main" id="{C54D5630-8240-0984-6A37-C5986FD0D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817" y="2925403"/>
              <a:ext cx="265772" cy="246788"/>
            </a:xfrm>
            <a:custGeom>
              <a:avLst/>
              <a:gdLst>
                <a:gd name="T0" fmla="*/ 71 w 71"/>
                <a:gd name="T1" fmla="*/ 36 h 66"/>
                <a:gd name="T2" fmla="*/ 67 w 71"/>
                <a:gd name="T3" fmla="*/ 29 h 66"/>
                <a:gd name="T4" fmla="*/ 69 w 71"/>
                <a:gd name="T5" fmla="*/ 22 h 66"/>
                <a:gd name="T6" fmla="*/ 58 w 71"/>
                <a:gd name="T7" fmla="*/ 10 h 66"/>
                <a:gd name="T8" fmla="*/ 54 w 71"/>
                <a:gd name="T9" fmla="*/ 11 h 66"/>
                <a:gd name="T10" fmla="*/ 40 w 71"/>
                <a:gd name="T11" fmla="*/ 0 h 66"/>
                <a:gd name="T12" fmla="*/ 31 w 71"/>
                <a:gd name="T13" fmla="*/ 3 h 66"/>
                <a:gd name="T14" fmla="*/ 22 w 71"/>
                <a:gd name="T15" fmla="*/ 0 h 66"/>
                <a:gd name="T16" fmla="*/ 0 w 71"/>
                <a:gd name="T17" fmla="*/ 22 h 66"/>
                <a:gd name="T18" fmla="*/ 16 w 71"/>
                <a:gd name="T19" fmla="*/ 42 h 66"/>
                <a:gd name="T20" fmla="*/ 15 w 71"/>
                <a:gd name="T21" fmla="*/ 42 h 66"/>
                <a:gd name="T22" fmla="*/ 7 w 71"/>
                <a:gd name="T23" fmla="*/ 53 h 66"/>
                <a:gd name="T24" fmla="*/ 18 w 71"/>
                <a:gd name="T25" fmla="*/ 65 h 66"/>
                <a:gd name="T26" fmla="*/ 26 w 71"/>
                <a:gd name="T27" fmla="*/ 62 h 66"/>
                <a:gd name="T28" fmla="*/ 34 w 71"/>
                <a:gd name="T29" fmla="*/ 66 h 66"/>
                <a:gd name="T30" fmla="*/ 42 w 71"/>
                <a:gd name="T31" fmla="*/ 58 h 66"/>
                <a:gd name="T32" fmla="*/ 50 w 71"/>
                <a:gd name="T33" fmla="*/ 61 h 66"/>
                <a:gd name="T34" fmla="*/ 65 w 71"/>
                <a:gd name="T35" fmla="*/ 46 h 66"/>
                <a:gd name="T36" fmla="*/ 64 w 71"/>
                <a:gd name="T37" fmla="*/ 44 h 66"/>
                <a:gd name="T38" fmla="*/ 71 w 71"/>
                <a:gd name="T39" fmla="*/ 3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66">
                  <a:moveTo>
                    <a:pt x="71" y="36"/>
                  </a:moveTo>
                  <a:cubicBezTo>
                    <a:pt x="71" y="33"/>
                    <a:pt x="69" y="30"/>
                    <a:pt x="67" y="29"/>
                  </a:cubicBezTo>
                  <a:cubicBezTo>
                    <a:pt x="68" y="27"/>
                    <a:pt x="69" y="25"/>
                    <a:pt x="69" y="22"/>
                  </a:cubicBezTo>
                  <a:cubicBezTo>
                    <a:pt x="69" y="15"/>
                    <a:pt x="64" y="10"/>
                    <a:pt x="58" y="10"/>
                  </a:cubicBezTo>
                  <a:cubicBezTo>
                    <a:pt x="56" y="10"/>
                    <a:pt x="55" y="11"/>
                    <a:pt x="54" y="11"/>
                  </a:cubicBezTo>
                  <a:cubicBezTo>
                    <a:pt x="52" y="5"/>
                    <a:pt x="46" y="0"/>
                    <a:pt x="40" y="0"/>
                  </a:cubicBezTo>
                  <a:cubicBezTo>
                    <a:pt x="37" y="0"/>
                    <a:pt x="34" y="1"/>
                    <a:pt x="31" y="3"/>
                  </a:cubicBezTo>
                  <a:cubicBezTo>
                    <a:pt x="28" y="1"/>
                    <a:pt x="25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2"/>
                    <a:pt x="7" y="40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0" y="44"/>
                    <a:pt x="7" y="48"/>
                    <a:pt x="7" y="53"/>
                  </a:cubicBezTo>
                  <a:cubicBezTo>
                    <a:pt x="7" y="60"/>
                    <a:pt x="12" y="65"/>
                    <a:pt x="18" y="65"/>
                  </a:cubicBezTo>
                  <a:cubicBezTo>
                    <a:pt x="21" y="65"/>
                    <a:pt x="24" y="64"/>
                    <a:pt x="26" y="62"/>
                  </a:cubicBezTo>
                  <a:cubicBezTo>
                    <a:pt x="27" y="64"/>
                    <a:pt x="30" y="66"/>
                    <a:pt x="34" y="66"/>
                  </a:cubicBezTo>
                  <a:cubicBezTo>
                    <a:pt x="38" y="66"/>
                    <a:pt x="42" y="63"/>
                    <a:pt x="42" y="58"/>
                  </a:cubicBezTo>
                  <a:cubicBezTo>
                    <a:pt x="45" y="60"/>
                    <a:pt x="47" y="61"/>
                    <a:pt x="50" y="61"/>
                  </a:cubicBezTo>
                  <a:cubicBezTo>
                    <a:pt x="58" y="61"/>
                    <a:pt x="65" y="54"/>
                    <a:pt x="65" y="46"/>
                  </a:cubicBezTo>
                  <a:cubicBezTo>
                    <a:pt x="65" y="46"/>
                    <a:pt x="65" y="45"/>
                    <a:pt x="64" y="44"/>
                  </a:cubicBezTo>
                  <a:cubicBezTo>
                    <a:pt x="68" y="43"/>
                    <a:pt x="71" y="40"/>
                    <a:pt x="7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7" name="Freeform 69">
              <a:extLst>
                <a:ext uri="{FF2B5EF4-FFF2-40B4-BE49-F238E27FC236}">
                  <a16:creationId xmlns:a16="http://schemas.microsoft.com/office/drawing/2014/main" id="{786D92EA-28A5-0C79-E281-C6AFED2EB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374" y="3002921"/>
              <a:ext cx="85427" cy="64861"/>
            </a:xfrm>
            <a:custGeom>
              <a:avLst/>
              <a:gdLst>
                <a:gd name="T0" fmla="*/ 23 w 23"/>
                <a:gd name="T1" fmla="*/ 2 h 17"/>
                <a:gd name="T2" fmla="*/ 12 w 23"/>
                <a:gd name="T3" fmla="*/ 14 h 17"/>
                <a:gd name="T4" fmla="*/ 0 w 23"/>
                <a:gd name="T5" fmla="*/ 15 h 17"/>
                <a:gd name="T6" fmla="*/ 11 w 23"/>
                <a:gd name="T7" fmla="*/ 2 h 17"/>
                <a:gd name="T8" fmla="*/ 23 w 23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23" y="2"/>
                  </a:moveTo>
                  <a:cubicBezTo>
                    <a:pt x="21" y="7"/>
                    <a:pt x="17" y="12"/>
                    <a:pt x="12" y="14"/>
                  </a:cubicBezTo>
                  <a:cubicBezTo>
                    <a:pt x="8" y="17"/>
                    <a:pt x="3" y="17"/>
                    <a:pt x="0" y="15"/>
                  </a:cubicBezTo>
                  <a:cubicBezTo>
                    <a:pt x="2" y="10"/>
                    <a:pt x="6" y="5"/>
                    <a:pt x="11" y="2"/>
                  </a:cubicBezTo>
                  <a:cubicBezTo>
                    <a:pt x="15" y="0"/>
                    <a:pt x="20" y="0"/>
                    <a:pt x="23" y="2"/>
                  </a:cubicBezTo>
                  <a:close/>
                </a:path>
              </a:pathLst>
            </a:cu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8" name="Freeform 70">
              <a:extLst>
                <a:ext uri="{FF2B5EF4-FFF2-40B4-BE49-F238E27FC236}">
                  <a16:creationId xmlns:a16="http://schemas.microsoft.com/office/drawing/2014/main" id="{3BE7F9D8-DCD6-AB10-1E93-D7A7091AD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374" y="3010830"/>
              <a:ext cx="85427" cy="56951"/>
            </a:xfrm>
            <a:custGeom>
              <a:avLst/>
              <a:gdLst>
                <a:gd name="T0" fmla="*/ 12 w 23"/>
                <a:gd name="T1" fmla="*/ 12 h 15"/>
                <a:gd name="T2" fmla="*/ 23 w 23"/>
                <a:gd name="T3" fmla="*/ 0 h 15"/>
                <a:gd name="T4" fmla="*/ 0 w 23"/>
                <a:gd name="T5" fmla="*/ 13 h 15"/>
                <a:gd name="T6" fmla="*/ 12 w 23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12" y="12"/>
                  </a:moveTo>
                  <a:cubicBezTo>
                    <a:pt x="17" y="10"/>
                    <a:pt x="21" y="5"/>
                    <a:pt x="23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5"/>
                    <a:pt x="8" y="15"/>
                    <a:pt x="12" y="1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4" name="Freeform 71">
              <a:extLst>
                <a:ext uri="{FF2B5EF4-FFF2-40B4-BE49-F238E27FC236}">
                  <a16:creationId xmlns:a16="http://schemas.microsoft.com/office/drawing/2014/main" id="{AD7660D5-1E43-1515-D61E-39D57410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169" y="3002921"/>
              <a:ext cx="87009" cy="64861"/>
            </a:xfrm>
            <a:custGeom>
              <a:avLst/>
              <a:gdLst>
                <a:gd name="T0" fmla="*/ 0 w 23"/>
                <a:gd name="T1" fmla="*/ 2 h 17"/>
                <a:gd name="T2" fmla="*/ 11 w 23"/>
                <a:gd name="T3" fmla="*/ 14 h 17"/>
                <a:gd name="T4" fmla="*/ 23 w 23"/>
                <a:gd name="T5" fmla="*/ 15 h 17"/>
                <a:gd name="T6" fmla="*/ 12 w 23"/>
                <a:gd name="T7" fmla="*/ 2 h 17"/>
                <a:gd name="T8" fmla="*/ 0 w 23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0" y="2"/>
                  </a:moveTo>
                  <a:cubicBezTo>
                    <a:pt x="2" y="7"/>
                    <a:pt x="6" y="12"/>
                    <a:pt x="11" y="14"/>
                  </a:cubicBezTo>
                  <a:cubicBezTo>
                    <a:pt x="15" y="17"/>
                    <a:pt x="20" y="17"/>
                    <a:pt x="23" y="15"/>
                  </a:cubicBezTo>
                  <a:cubicBezTo>
                    <a:pt x="21" y="10"/>
                    <a:pt x="17" y="5"/>
                    <a:pt x="12" y="2"/>
                  </a:cubicBezTo>
                  <a:cubicBezTo>
                    <a:pt x="8" y="0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6" name="Freeform 72">
              <a:extLst>
                <a:ext uri="{FF2B5EF4-FFF2-40B4-BE49-F238E27FC236}">
                  <a16:creationId xmlns:a16="http://schemas.microsoft.com/office/drawing/2014/main" id="{81D472BE-D0AB-2EEB-3C4A-BB468DF8F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169" y="3010830"/>
              <a:ext cx="87009" cy="56951"/>
            </a:xfrm>
            <a:custGeom>
              <a:avLst/>
              <a:gdLst>
                <a:gd name="T0" fmla="*/ 11 w 23"/>
                <a:gd name="T1" fmla="*/ 12 h 15"/>
                <a:gd name="T2" fmla="*/ 0 w 23"/>
                <a:gd name="T3" fmla="*/ 0 h 15"/>
                <a:gd name="T4" fmla="*/ 23 w 23"/>
                <a:gd name="T5" fmla="*/ 13 h 15"/>
                <a:gd name="T6" fmla="*/ 11 w 23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11" y="12"/>
                  </a:moveTo>
                  <a:cubicBezTo>
                    <a:pt x="6" y="10"/>
                    <a:pt x="2" y="5"/>
                    <a:pt x="0" y="0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0" y="15"/>
                    <a:pt x="15" y="15"/>
                    <a:pt x="11" y="12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7" name="Oval 73">
              <a:extLst>
                <a:ext uri="{FF2B5EF4-FFF2-40B4-BE49-F238E27FC236}">
                  <a16:creationId xmlns:a16="http://schemas.microsoft.com/office/drawing/2014/main" id="{64CE6C09-8F87-A9ED-02DB-97ED849E3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670" y="2969699"/>
              <a:ext cx="142378" cy="169272"/>
            </a:xfrm>
            <a:prstGeom prst="ellipse">
              <a:avLst/>
            </a:pr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8" name="Freeform 74">
              <a:extLst>
                <a:ext uri="{FF2B5EF4-FFF2-40B4-BE49-F238E27FC236}">
                  <a16:creationId xmlns:a16="http://schemas.microsoft.com/office/drawing/2014/main" id="{C0BDCB91-CB86-CA14-4E34-D67BE3F29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858" y="2969699"/>
              <a:ext cx="71190" cy="169272"/>
            </a:xfrm>
            <a:custGeom>
              <a:avLst/>
              <a:gdLst>
                <a:gd name="T0" fmla="*/ 19 w 19"/>
                <a:gd name="T1" fmla="*/ 23 h 45"/>
                <a:gd name="T2" fmla="*/ 0 w 19"/>
                <a:gd name="T3" fmla="*/ 0 h 45"/>
                <a:gd name="T4" fmla="*/ 0 w 19"/>
                <a:gd name="T5" fmla="*/ 45 h 45"/>
                <a:gd name="T6" fmla="*/ 19 w 19"/>
                <a:gd name="T7" fmla="*/ 2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5">
                  <a:moveTo>
                    <a:pt x="19" y="23"/>
                  </a:moveTo>
                  <a:cubicBezTo>
                    <a:pt x="19" y="10"/>
                    <a:pt x="10" y="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0" y="45"/>
                    <a:pt x="19" y="35"/>
                    <a:pt x="19" y="2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9" name="Oval 75">
              <a:extLst>
                <a:ext uri="{FF2B5EF4-FFF2-40B4-BE49-F238E27FC236}">
                  <a16:creationId xmlns:a16="http://schemas.microsoft.com/office/drawing/2014/main" id="{C61AF4C0-C0D4-7210-F503-66933D888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800" y="3063036"/>
              <a:ext cx="14238" cy="1898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0" name="Oval 76">
              <a:extLst>
                <a:ext uri="{FF2B5EF4-FFF2-40B4-BE49-F238E27FC236}">
                  <a16:creationId xmlns:a16="http://schemas.microsoft.com/office/drawing/2014/main" id="{0E67C5A3-5891-0BDC-657A-6C41D6C5B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3932" y="3063036"/>
              <a:ext cx="14238" cy="1898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1" name="Oval 165">
              <a:extLst>
                <a:ext uri="{FF2B5EF4-FFF2-40B4-BE49-F238E27FC236}">
                  <a16:creationId xmlns:a16="http://schemas.microsoft.com/office/drawing/2014/main" id="{C5565F8C-697D-EC37-468A-C78D68735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1248" y="1961982"/>
              <a:ext cx="230968" cy="2325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2" name="Oval 166">
              <a:extLst>
                <a:ext uri="{FF2B5EF4-FFF2-40B4-BE49-F238E27FC236}">
                  <a16:creationId xmlns:a16="http://schemas.microsoft.com/office/drawing/2014/main" id="{5BD7668B-D462-24D2-DDD0-8618380B6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110" y="2235664"/>
              <a:ext cx="131305" cy="13130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3" name="Freeform 201">
              <a:extLst>
                <a:ext uri="{FF2B5EF4-FFF2-40B4-BE49-F238E27FC236}">
                  <a16:creationId xmlns:a16="http://schemas.microsoft.com/office/drawing/2014/main" id="{A731E74C-B5F8-58F2-E49B-48D98FFA6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322" y="2670706"/>
              <a:ext cx="164526" cy="534707"/>
            </a:xfrm>
            <a:custGeom>
              <a:avLst/>
              <a:gdLst>
                <a:gd name="T0" fmla="*/ 0 w 104"/>
                <a:gd name="T1" fmla="*/ 338 h 338"/>
                <a:gd name="T2" fmla="*/ 104 w 104"/>
                <a:gd name="T3" fmla="*/ 338 h 338"/>
                <a:gd name="T4" fmla="*/ 99 w 104"/>
                <a:gd name="T5" fmla="*/ 0 h 338"/>
                <a:gd name="T6" fmla="*/ 2 w 104"/>
                <a:gd name="T7" fmla="*/ 0 h 338"/>
                <a:gd name="T8" fmla="*/ 0 w 104"/>
                <a:gd name="T9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38">
                  <a:moveTo>
                    <a:pt x="0" y="338"/>
                  </a:moveTo>
                  <a:lnTo>
                    <a:pt x="104" y="338"/>
                  </a:lnTo>
                  <a:lnTo>
                    <a:pt x="99" y="0"/>
                  </a:lnTo>
                  <a:lnTo>
                    <a:pt x="2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4" name="Freeform 202">
              <a:extLst>
                <a:ext uri="{FF2B5EF4-FFF2-40B4-BE49-F238E27FC236}">
                  <a16:creationId xmlns:a16="http://schemas.microsoft.com/office/drawing/2014/main" id="{E5CD8366-29A0-CB6D-0D4C-48209FEE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584" y="2670706"/>
              <a:ext cx="82263" cy="534707"/>
            </a:xfrm>
            <a:custGeom>
              <a:avLst/>
              <a:gdLst>
                <a:gd name="T0" fmla="*/ 47 w 52"/>
                <a:gd name="T1" fmla="*/ 0 h 338"/>
                <a:gd name="T2" fmla="*/ 0 w 52"/>
                <a:gd name="T3" fmla="*/ 0 h 338"/>
                <a:gd name="T4" fmla="*/ 0 w 52"/>
                <a:gd name="T5" fmla="*/ 338 h 338"/>
                <a:gd name="T6" fmla="*/ 52 w 52"/>
                <a:gd name="T7" fmla="*/ 338 h 338"/>
                <a:gd name="T8" fmla="*/ 47 w 52"/>
                <a:gd name="T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38">
                  <a:moveTo>
                    <a:pt x="47" y="0"/>
                  </a:moveTo>
                  <a:lnTo>
                    <a:pt x="0" y="0"/>
                  </a:lnTo>
                  <a:lnTo>
                    <a:pt x="0" y="338"/>
                  </a:lnTo>
                  <a:lnTo>
                    <a:pt x="52" y="338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5" name="Freeform 203">
              <a:extLst>
                <a:ext uri="{FF2B5EF4-FFF2-40B4-BE49-F238E27FC236}">
                  <a16:creationId xmlns:a16="http://schemas.microsoft.com/office/drawing/2014/main" id="{7F8E4250-7342-2AFE-8619-D0235FBF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409" y="2670706"/>
              <a:ext cx="164526" cy="534707"/>
            </a:xfrm>
            <a:custGeom>
              <a:avLst/>
              <a:gdLst>
                <a:gd name="T0" fmla="*/ 0 w 104"/>
                <a:gd name="T1" fmla="*/ 338 h 338"/>
                <a:gd name="T2" fmla="*/ 104 w 104"/>
                <a:gd name="T3" fmla="*/ 338 h 338"/>
                <a:gd name="T4" fmla="*/ 100 w 104"/>
                <a:gd name="T5" fmla="*/ 0 h 338"/>
                <a:gd name="T6" fmla="*/ 5 w 104"/>
                <a:gd name="T7" fmla="*/ 0 h 338"/>
                <a:gd name="T8" fmla="*/ 0 w 104"/>
                <a:gd name="T9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38">
                  <a:moveTo>
                    <a:pt x="0" y="338"/>
                  </a:moveTo>
                  <a:lnTo>
                    <a:pt x="104" y="338"/>
                  </a:lnTo>
                  <a:lnTo>
                    <a:pt x="100" y="0"/>
                  </a:lnTo>
                  <a:lnTo>
                    <a:pt x="5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6" name="Freeform 204">
              <a:extLst>
                <a:ext uri="{FF2B5EF4-FFF2-40B4-BE49-F238E27FC236}">
                  <a16:creationId xmlns:a16="http://schemas.microsoft.com/office/drawing/2014/main" id="{254189A4-640D-76BC-E5FC-F298A32C4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672" y="2670706"/>
              <a:ext cx="82263" cy="534707"/>
            </a:xfrm>
            <a:custGeom>
              <a:avLst/>
              <a:gdLst>
                <a:gd name="T0" fmla="*/ 48 w 52"/>
                <a:gd name="T1" fmla="*/ 0 h 338"/>
                <a:gd name="T2" fmla="*/ 0 w 52"/>
                <a:gd name="T3" fmla="*/ 0 h 338"/>
                <a:gd name="T4" fmla="*/ 0 w 52"/>
                <a:gd name="T5" fmla="*/ 338 h 338"/>
                <a:gd name="T6" fmla="*/ 52 w 52"/>
                <a:gd name="T7" fmla="*/ 338 h 338"/>
                <a:gd name="T8" fmla="*/ 48 w 52"/>
                <a:gd name="T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38">
                  <a:moveTo>
                    <a:pt x="48" y="0"/>
                  </a:moveTo>
                  <a:lnTo>
                    <a:pt x="0" y="0"/>
                  </a:lnTo>
                  <a:lnTo>
                    <a:pt x="0" y="338"/>
                  </a:lnTo>
                  <a:lnTo>
                    <a:pt x="52" y="338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7" name="Rectangle 206">
              <a:extLst>
                <a:ext uri="{FF2B5EF4-FFF2-40B4-BE49-F238E27FC236}">
                  <a16:creationId xmlns:a16="http://schemas.microsoft.com/office/drawing/2014/main" id="{8E94114C-6306-CB0F-41E8-7DE9ADBB8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738" y="1792710"/>
              <a:ext cx="1809778" cy="933365"/>
            </a:xfrm>
            <a:prstGeom prst="rect">
              <a:avLst/>
            </a:pr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8" name="Rectangle 207">
              <a:extLst>
                <a:ext uri="{FF2B5EF4-FFF2-40B4-BE49-F238E27FC236}">
                  <a16:creationId xmlns:a16="http://schemas.microsoft.com/office/drawing/2014/main" id="{795629CE-1C92-415E-D3EB-724A8B90A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9" name="Rectangle 208">
              <a:extLst>
                <a:ext uri="{FF2B5EF4-FFF2-40B4-BE49-F238E27FC236}">
                  <a16:creationId xmlns:a16="http://schemas.microsoft.com/office/drawing/2014/main" id="{58DE7ABC-9B1D-727A-FAFA-FC06DA44F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0" name="Rectangle 209">
              <a:extLst>
                <a:ext uri="{FF2B5EF4-FFF2-40B4-BE49-F238E27FC236}">
                  <a16:creationId xmlns:a16="http://schemas.microsoft.com/office/drawing/2014/main" id="{53AD7AF3-477C-8BE6-C250-BEE95F7B1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1" name="Rectangle 210">
              <a:extLst>
                <a:ext uri="{FF2B5EF4-FFF2-40B4-BE49-F238E27FC236}">
                  <a16:creationId xmlns:a16="http://schemas.microsoft.com/office/drawing/2014/main" id="{1B6C3A5E-C446-EB73-43FD-C4F02943F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2" name="Rectangle 211">
              <a:extLst>
                <a:ext uri="{FF2B5EF4-FFF2-40B4-BE49-F238E27FC236}">
                  <a16:creationId xmlns:a16="http://schemas.microsoft.com/office/drawing/2014/main" id="{503AFAB8-4216-3829-5E47-F1EB6C6D1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3" name="Rectangle 212">
              <a:extLst>
                <a:ext uri="{FF2B5EF4-FFF2-40B4-BE49-F238E27FC236}">
                  <a16:creationId xmlns:a16="http://schemas.microsoft.com/office/drawing/2014/main" id="{B142CE64-E4F9-F4CC-14D3-8947B6119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4" name="Rectangle 213">
              <a:extLst>
                <a:ext uri="{FF2B5EF4-FFF2-40B4-BE49-F238E27FC236}">
                  <a16:creationId xmlns:a16="http://schemas.microsoft.com/office/drawing/2014/main" id="{AB55391F-F5C9-E9AD-0105-2F0024F62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5" name="Rectangle 214">
              <a:extLst>
                <a:ext uri="{FF2B5EF4-FFF2-40B4-BE49-F238E27FC236}">
                  <a16:creationId xmlns:a16="http://schemas.microsoft.com/office/drawing/2014/main" id="{DF3B053D-355C-C55E-E09B-96A09DE14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6" name="Rectangle 215">
              <a:extLst>
                <a:ext uri="{FF2B5EF4-FFF2-40B4-BE49-F238E27FC236}">
                  <a16:creationId xmlns:a16="http://schemas.microsoft.com/office/drawing/2014/main" id="{FBDA13E5-6B32-EE0C-11E5-6D3ED8ACA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7" name="Rectangle 216">
              <a:extLst>
                <a:ext uri="{FF2B5EF4-FFF2-40B4-BE49-F238E27FC236}">
                  <a16:creationId xmlns:a16="http://schemas.microsoft.com/office/drawing/2014/main" id="{417A5DAC-CB87-16AA-504F-4C0CBC9E1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8" name="Rectangle 217">
              <a:extLst>
                <a:ext uri="{FF2B5EF4-FFF2-40B4-BE49-F238E27FC236}">
                  <a16:creationId xmlns:a16="http://schemas.microsoft.com/office/drawing/2014/main" id="{BDFE79A8-21D0-6AD4-C49A-9574A17FF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9" name="Rectangle 218">
              <a:extLst>
                <a:ext uri="{FF2B5EF4-FFF2-40B4-BE49-F238E27FC236}">
                  <a16:creationId xmlns:a16="http://schemas.microsoft.com/office/drawing/2014/main" id="{CA1C881A-2AAD-0F0A-762C-2CDD31258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0" name="Rectangle 219">
              <a:extLst>
                <a:ext uri="{FF2B5EF4-FFF2-40B4-BE49-F238E27FC236}">
                  <a16:creationId xmlns:a16="http://schemas.microsoft.com/office/drawing/2014/main" id="{4C23779D-1187-5F36-AA24-01EA66B8D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738" y="2684944"/>
              <a:ext cx="1809778" cy="41131"/>
            </a:xfrm>
            <a:prstGeom prst="rect">
              <a:avLst/>
            </a:prstGeom>
            <a:solidFill>
              <a:srgbClr val="448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1011" name="组合 1010">
              <a:extLst>
                <a:ext uri="{FF2B5EF4-FFF2-40B4-BE49-F238E27FC236}">
                  <a16:creationId xmlns:a16="http://schemas.microsoft.com/office/drawing/2014/main" id="{B88C8A80-861D-6B05-657A-3D93C458C150}"/>
                </a:ext>
              </a:extLst>
            </p:cNvPr>
            <p:cNvGrpSpPr/>
            <p:nvPr/>
          </p:nvGrpSpPr>
          <p:grpSpPr>
            <a:xfrm>
              <a:off x="1366342" y="2410097"/>
              <a:ext cx="87754" cy="1594635"/>
              <a:chOff x="1631827" y="5041766"/>
              <a:chExt cx="186431" cy="3387760"/>
            </a:xfrm>
          </p:grpSpPr>
          <p:grpSp>
            <p:nvGrpSpPr>
              <p:cNvPr id="1167" name="组合 1166">
                <a:extLst>
                  <a:ext uri="{FF2B5EF4-FFF2-40B4-BE49-F238E27FC236}">
                    <a16:creationId xmlns:a16="http://schemas.microsoft.com/office/drawing/2014/main" id="{E3056CB4-370C-95BB-5218-A7C255AD945C}"/>
                  </a:ext>
                </a:extLst>
              </p:cNvPr>
              <p:cNvGrpSpPr/>
              <p:nvPr/>
            </p:nvGrpSpPr>
            <p:grpSpPr>
              <a:xfrm>
                <a:off x="1631827" y="5041766"/>
                <a:ext cx="182898" cy="1702403"/>
                <a:chOff x="1631827" y="5041766"/>
                <a:chExt cx="182898" cy="1702403"/>
              </a:xfrm>
            </p:grpSpPr>
            <p:sp>
              <p:nvSpPr>
                <p:cNvPr id="1174" name="Freeform 167">
                  <a:extLst>
                    <a:ext uri="{FF2B5EF4-FFF2-40B4-BE49-F238E27FC236}">
                      <a16:creationId xmlns:a16="http://schemas.microsoft.com/office/drawing/2014/main" id="{9EEB5222-2183-C2A5-1E4D-18C7BF1412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5041766"/>
                  <a:ext cx="182898" cy="1702403"/>
                </a:xfrm>
                <a:custGeom>
                  <a:avLst/>
                  <a:gdLst>
                    <a:gd name="T0" fmla="*/ 9 w 49"/>
                    <a:gd name="T1" fmla="*/ 0 h 483"/>
                    <a:gd name="T2" fmla="*/ 0 w 49"/>
                    <a:gd name="T3" fmla="*/ 483 h 483"/>
                    <a:gd name="T4" fmla="*/ 49 w 49"/>
                    <a:gd name="T5" fmla="*/ 483 h 483"/>
                    <a:gd name="T6" fmla="*/ 40 w 49"/>
                    <a:gd name="T7" fmla="*/ 0 h 483"/>
                    <a:gd name="T8" fmla="*/ 9 w 49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83">
                      <a:moveTo>
                        <a:pt x="9" y="0"/>
                      </a:moveTo>
                      <a:lnTo>
                        <a:pt x="0" y="483"/>
                      </a:lnTo>
                      <a:lnTo>
                        <a:pt x="49" y="483"/>
                      </a:lnTo>
                      <a:lnTo>
                        <a:pt x="40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5" name="Freeform 168">
                  <a:extLst>
                    <a:ext uri="{FF2B5EF4-FFF2-40B4-BE49-F238E27FC236}">
                      <a16:creationId xmlns:a16="http://schemas.microsoft.com/office/drawing/2014/main" id="{6A67AD4E-EC87-8A3F-1AAE-7B9A2001ED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5041766"/>
                  <a:ext cx="85851" cy="1702403"/>
                </a:xfrm>
                <a:custGeom>
                  <a:avLst/>
                  <a:gdLst>
                    <a:gd name="T0" fmla="*/ 0 w 23"/>
                    <a:gd name="T1" fmla="*/ 0 h 483"/>
                    <a:gd name="T2" fmla="*/ 0 w 23"/>
                    <a:gd name="T3" fmla="*/ 483 h 483"/>
                    <a:gd name="T4" fmla="*/ 23 w 23"/>
                    <a:gd name="T5" fmla="*/ 483 h 483"/>
                    <a:gd name="T6" fmla="*/ 14 w 23"/>
                    <a:gd name="T7" fmla="*/ 0 h 483"/>
                    <a:gd name="T8" fmla="*/ 0 w 23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83">
                      <a:moveTo>
                        <a:pt x="0" y="0"/>
                      </a:moveTo>
                      <a:lnTo>
                        <a:pt x="0" y="483"/>
                      </a:lnTo>
                      <a:lnTo>
                        <a:pt x="23" y="483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6" name="Freeform 169">
                  <a:extLst>
                    <a:ext uri="{FF2B5EF4-FFF2-40B4-BE49-F238E27FC236}">
                      <a16:creationId xmlns:a16="http://schemas.microsoft.com/office/drawing/2014/main" id="{3565AD00-C4FB-F79B-6046-DD58C35993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6409326"/>
                  <a:ext cx="182898" cy="334843"/>
                </a:xfrm>
                <a:custGeom>
                  <a:avLst/>
                  <a:gdLst>
                    <a:gd name="T0" fmla="*/ 0 w 49"/>
                    <a:gd name="T1" fmla="*/ 95 h 95"/>
                    <a:gd name="T2" fmla="*/ 49 w 49"/>
                    <a:gd name="T3" fmla="*/ 95 h 95"/>
                    <a:gd name="T4" fmla="*/ 47 w 49"/>
                    <a:gd name="T5" fmla="*/ 0 h 95"/>
                    <a:gd name="T6" fmla="*/ 2 w 49"/>
                    <a:gd name="T7" fmla="*/ 0 h 95"/>
                    <a:gd name="T8" fmla="*/ 0 w 49"/>
                    <a:gd name="T9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95">
                      <a:moveTo>
                        <a:pt x="0" y="95"/>
                      </a:moveTo>
                      <a:lnTo>
                        <a:pt x="49" y="95"/>
                      </a:lnTo>
                      <a:lnTo>
                        <a:pt x="47" y="0"/>
                      </a:lnTo>
                      <a:lnTo>
                        <a:pt x="2" y="0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7" name="Freeform 170">
                  <a:extLst>
                    <a:ext uri="{FF2B5EF4-FFF2-40B4-BE49-F238E27FC236}">
                      <a16:creationId xmlns:a16="http://schemas.microsoft.com/office/drawing/2014/main" id="{497AB90B-5306-0890-CAC0-A81218B8D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6409326"/>
                  <a:ext cx="85851" cy="334843"/>
                </a:xfrm>
                <a:custGeom>
                  <a:avLst/>
                  <a:gdLst>
                    <a:gd name="T0" fmla="*/ 21 w 23"/>
                    <a:gd name="T1" fmla="*/ 0 h 95"/>
                    <a:gd name="T2" fmla="*/ 0 w 23"/>
                    <a:gd name="T3" fmla="*/ 0 h 95"/>
                    <a:gd name="T4" fmla="*/ 0 w 23"/>
                    <a:gd name="T5" fmla="*/ 95 h 95"/>
                    <a:gd name="T6" fmla="*/ 23 w 23"/>
                    <a:gd name="T7" fmla="*/ 95 h 95"/>
                    <a:gd name="T8" fmla="*/ 21 w 23"/>
                    <a:gd name="T9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5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95"/>
                      </a:lnTo>
                      <a:lnTo>
                        <a:pt x="23" y="95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8" name="Rectangle 171">
                  <a:extLst>
                    <a:ext uri="{FF2B5EF4-FFF2-40B4-BE49-F238E27FC236}">
                      <a16:creationId xmlns:a16="http://schemas.microsoft.com/office/drawing/2014/main" id="{4A6AED89-38FD-5DD6-08F7-6FAA621411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9293" y="6285967"/>
                  <a:ext cx="167969" cy="49345"/>
                </a:xfrm>
                <a:prstGeom prst="rect">
                  <a:avLst/>
                </a:pr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68" name="组合 1167">
                <a:extLst>
                  <a:ext uri="{FF2B5EF4-FFF2-40B4-BE49-F238E27FC236}">
                    <a16:creationId xmlns:a16="http://schemas.microsoft.com/office/drawing/2014/main" id="{9D5ABD62-0BF0-273C-19CA-EF9A782228EF}"/>
                  </a:ext>
                </a:extLst>
              </p:cNvPr>
              <p:cNvGrpSpPr/>
              <p:nvPr/>
            </p:nvGrpSpPr>
            <p:grpSpPr>
              <a:xfrm flipV="1">
                <a:off x="1635360" y="6727123"/>
                <a:ext cx="182898" cy="1702403"/>
                <a:chOff x="1631827" y="5041766"/>
                <a:chExt cx="182898" cy="1702403"/>
              </a:xfrm>
              <a:noFill/>
            </p:grpSpPr>
            <p:sp>
              <p:nvSpPr>
                <p:cNvPr id="1169" name="Freeform 167">
                  <a:extLst>
                    <a:ext uri="{FF2B5EF4-FFF2-40B4-BE49-F238E27FC236}">
                      <a16:creationId xmlns:a16="http://schemas.microsoft.com/office/drawing/2014/main" id="{891A7FB6-2279-84A2-0997-6E1D95365D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5041766"/>
                  <a:ext cx="182898" cy="1702403"/>
                </a:xfrm>
                <a:custGeom>
                  <a:avLst/>
                  <a:gdLst>
                    <a:gd name="T0" fmla="*/ 9 w 49"/>
                    <a:gd name="T1" fmla="*/ 0 h 483"/>
                    <a:gd name="T2" fmla="*/ 0 w 49"/>
                    <a:gd name="T3" fmla="*/ 483 h 483"/>
                    <a:gd name="T4" fmla="*/ 49 w 49"/>
                    <a:gd name="T5" fmla="*/ 483 h 483"/>
                    <a:gd name="T6" fmla="*/ 40 w 49"/>
                    <a:gd name="T7" fmla="*/ 0 h 483"/>
                    <a:gd name="T8" fmla="*/ 9 w 49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83">
                      <a:moveTo>
                        <a:pt x="9" y="0"/>
                      </a:moveTo>
                      <a:lnTo>
                        <a:pt x="0" y="483"/>
                      </a:lnTo>
                      <a:lnTo>
                        <a:pt x="49" y="483"/>
                      </a:lnTo>
                      <a:lnTo>
                        <a:pt x="40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0" name="Freeform 168">
                  <a:extLst>
                    <a:ext uri="{FF2B5EF4-FFF2-40B4-BE49-F238E27FC236}">
                      <a16:creationId xmlns:a16="http://schemas.microsoft.com/office/drawing/2014/main" id="{B2BBA619-79DD-1E85-D7A6-213B357208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5041766"/>
                  <a:ext cx="85851" cy="1702403"/>
                </a:xfrm>
                <a:custGeom>
                  <a:avLst/>
                  <a:gdLst>
                    <a:gd name="T0" fmla="*/ 0 w 23"/>
                    <a:gd name="T1" fmla="*/ 0 h 483"/>
                    <a:gd name="T2" fmla="*/ 0 w 23"/>
                    <a:gd name="T3" fmla="*/ 483 h 483"/>
                    <a:gd name="T4" fmla="*/ 23 w 23"/>
                    <a:gd name="T5" fmla="*/ 483 h 483"/>
                    <a:gd name="T6" fmla="*/ 14 w 23"/>
                    <a:gd name="T7" fmla="*/ 0 h 483"/>
                    <a:gd name="T8" fmla="*/ 0 w 23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83">
                      <a:moveTo>
                        <a:pt x="0" y="0"/>
                      </a:moveTo>
                      <a:lnTo>
                        <a:pt x="0" y="483"/>
                      </a:lnTo>
                      <a:lnTo>
                        <a:pt x="23" y="483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1" name="Freeform 169">
                  <a:extLst>
                    <a:ext uri="{FF2B5EF4-FFF2-40B4-BE49-F238E27FC236}">
                      <a16:creationId xmlns:a16="http://schemas.microsoft.com/office/drawing/2014/main" id="{42DB21A5-CF8C-5E0E-6774-D846F7AFDE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6409326"/>
                  <a:ext cx="182898" cy="334843"/>
                </a:xfrm>
                <a:custGeom>
                  <a:avLst/>
                  <a:gdLst>
                    <a:gd name="T0" fmla="*/ 0 w 49"/>
                    <a:gd name="T1" fmla="*/ 95 h 95"/>
                    <a:gd name="T2" fmla="*/ 49 w 49"/>
                    <a:gd name="T3" fmla="*/ 95 h 95"/>
                    <a:gd name="T4" fmla="*/ 47 w 49"/>
                    <a:gd name="T5" fmla="*/ 0 h 95"/>
                    <a:gd name="T6" fmla="*/ 2 w 49"/>
                    <a:gd name="T7" fmla="*/ 0 h 95"/>
                    <a:gd name="T8" fmla="*/ 0 w 49"/>
                    <a:gd name="T9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95">
                      <a:moveTo>
                        <a:pt x="0" y="95"/>
                      </a:moveTo>
                      <a:lnTo>
                        <a:pt x="49" y="95"/>
                      </a:lnTo>
                      <a:lnTo>
                        <a:pt x="47" y="0"/>
                      </a:lnTo>
                      <a:lnTo>
                        <a:pt x="2" y="0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2" name="Freeform 170">
                  <a:extLst>
                    <a:ext uri="{FF2B5EF4-FFF2-40B4-BE49-F238E27FC236}">
                      <a16:creationId xmlns:a16="http://schemas.microsoft.com/office/drawing/2014/main" id="{796D3B9E-78D7-6092-E153-8B56773FB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6409326"/>
                  <a:ext cx="85851" cy="334843"/>
                </a:xfrm>
                <a:custGeom>
                  <a:avLst/>
                  <a:gdLst>
                    <a:gd name="T0" fmla="*/ 21 w 23"/>
                    <a:gd name="T1" fmla="*/ 0 h 95"/>
                    <a:gd name="T2" fmla="*/ 0 w 23"/>
                    <a:gd name="T3" fmla="*/ 0 h 95"/>
                    <a:gd name="T4" fmla="*/ 0 w 23"/>
                    <a:gd name="T5" fmla="*/ 95 h 95"/>
                    <a:gd name="T6" fmla="*/ 23 w 23"/>
                    <a:gd name="T7" fmla="*/ 95 h 95"/>
                    <a:gd name="T8" fmla="*/ 21 w 23"/>
                    <a:gd name="T9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5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95"/>
                      </a:lnTo>
                      <a:lnTo>
                        <a:pt x="23" y="95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3" name="Rectangle 171">
                  <a:extLst>
                    <a:ext uri="{FF2B5EF4-FFF2-40B4-BE49-F238E27FC236}">
                      <a16:creationId xmlns:a16="http://schemas.microsoft.com/office/drawing/2014/main" id="{C6A830CF-4AF8-23AD-CE5C-28994B6C1D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9293" y="6285967"/>
                  <a:ext cx="167969" cy="4934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2" name="组合 1011">
              <a:extLst>
                <a:ext uri="{FF2B5EF4-FFF2-40B4-BE49-F238E27FC236}">
                  <a16:creationId xmlns:a16="http://schemas.microsoft.com/office/drawing/2014/main" id="{F7352856-57D9-A221-999D-B99A7FD9BC37}"/>
                </a:ext>
              </a:extLst>
            </p:cNvPr>
            <p:cNvGrpSpPr/>
            <p:nvPr/>
          </p:nvGrpSpPr>
          <p:grpSpPr>
            <a:xfrm>
              <a:off x="1012618" y="1962149"/>
              <a:ext cx="137621" cy="2490931"/>
              <a:chOff x="880349" y="4090112"/>
              <a:chExt cx="292372" cy="5291916"/>
            </a:xfrm>
          </p:grpSpPr>
          <p:grpSp>
            <p:nvGrpSpPr>
              <p:cNvPr id="1155" name="组合 1154">
                <a:extLst>
                  <a:ext uri="{FF2B5EF4-FFF2-40B4-BE49-F238E27FC236}">
                    <a16:creationId xmlns:a16="http://schemas.microsoft.com/office/drawing/2014/main" id="{C2911E3F-758F-5B56-EE97-C9A88194D77C}"/>
                  </a:ext>
                </a:extLst>
              </p:cNvPr>
              <p:cNvGrpSpPr/>
              <p:nvPr/>
            </p:nvGrpSpPr>
            <p:grpSpPr>
              <a:xfrm>
                <a:off x="881579" y="4090112"/>
                <a:ext cx="291142" cy="2654059"/>
                <a:chOff x="881579" y="4090112"/>
                <a:chExt cx="291142" cy="2654059"/>
              </a:xfrm>
            </p:grpSpPr>
            <p:sp>
              <p:nvSpPr>
                <p:cNvPr id="1162" name="Freeform 184">
                  <a:extLst>
                    <a:ext uri="{FF2B5EF4-FFF2-40B4-BE49-F238E27FC236}">
                      <a16:creationId xmlns:a16="http://schemas.microsoft.com/office/drawing/2014/main" id="{03FEFE7C-98D1-B7A2-8727-6F473239D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4090112"/>
                  <a:ext cx="291142" cy="2654057"/>
                </a:xfrm>
                <a:custGeom>
                  <a:avLst/>
                  <a:gdLst>
                    <a:gd name="T0" fmla="*/ 16 w 78"/>
                    <a:gd name="T1" fmla="*/ 0 h 753"/>
                    <a:gd name="T2" fmla="*/ 0 w 78"/>
                    <a:gd name="T3" fmla="*/ 753 h 753"/>
                    <a:gd name="T4" fmla="*/ 78 w 78"/>
                    <a:gd name="T5" fmla="*/ 753 h 753"/>
                    <a:gd name="T6" fmla="*/ 61 w 78"/>
                    <a:gd name="T7" fmla="*/ 0 h 753"/>
                    <a:gd name="T8" fmla="*/ 16 w 78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753">
                      <a:moveTo>
                        <a:pt x="16" y="0"/>
                      </a:moveTo>
                      <a:lnTo>
                        <a:pt x="0" y="753"/>
                      </a:lnTo>
                      <a:lnTo>
                        <a:pt x="78" y="753"/>
                      </a:lnTo>
                      <a:lnTo>
                        <a:pt x="6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3" name="Freeform 185">
                  <a:extLst>
                    <a:ext uri="{FF2B5EF4-FFF2-40B4-BE49-F238E27FC236}">
                      <a16:creationId xmlns:a16="http://schemas.microsoft.com/office/drawing/2014/main" id="{E6C70D10-406B-CA83-D48E-A52DF5A8E5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4090112"/>
                  <a:ext cx="149304" cy="2654057"/>
                </a:xfrm>
                <a:custGeom>
                  <a:avLst/>
                  <a:gdLst>
                    <a:gd name="T0" fmla="*/ 0 w 40"/>
                    <a:gd name="T1" fmla="*/ 0 h 753"/>
                    <a:gd name="T2" fmla="*/ 0 w 40"/>
                    <a:gd name="T3" fmla="*/ 753 h 753"/>
                    <a:gd name="T4" fmla="*/ 40 w 40"/>
                    <a:gd name="T5" fmla="*/ 753 h 753"/>
                    <a:gd name="T6" fmla="*/ 23 w 40"/>
                    <a:gd name="T7" fmla="*/ 0 h 753"/>
                    <a:gd name="T8" fmla="*/ 0 w 40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753">
                      <a:moveTo>
                        <a:pt x="0" y="0"/>
                      </a:moveTo>
                      <a:lnTo>
                        <a:pt x="0" y="753"/>
                      </a:lnTo>
                      <a:lnTo>
                        <a:pt x="40" y="753"/>
                      </a:lnTo>
                      <a:lnTo>
                        <a:pt x="2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4" name="Freeform 186">
                  <a:extLst>
                    <a:ext uri="{FF2B5EF4-FFF2-40B4-BE49-F238E27FC236}">
                      <a16:creationId xmlns:a16="http://schemas.microsoft.com/office/drawing/2014/main" id="{CB0E1B4B-144A-1B3D-AF26-E4743227BE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6226047"/>
                  <a:ext cx="291142" cy="518124"/>
                </a:xfrm>
                <a:custGeom>
                  <a:avLst/>
                  <a:gdLst>
                    <a:gd name="T0" fmla="*/ 0 w 78"/>
                    <a:gd name="T1" fmla="*/ 147 h 147"/>
                    <a:gd name="T2" fmla="*/ 78 w 78"/>
                    <a:gd name="T3" fmla="*/ 147 h 147"/>
                    <a:gd name="T4" fmla="*/ 73 w 78"/>
                    <a:gd name="T5" fmla="*/ 0 h 147"/>
                    <a:gd name="T6" fmla="*/ 2 w 78"/>
                    <a:gd name="T7" fmla="*/ 0 h 147"/>
                    <a:gd name="T8" fmla="*/ 0 w 78"/>
                    <a:gd name="T9" fmla="*/ 14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47">
                      <a:moveTo>
                        <a:pt x="0" y="147"/>
                      </a:moveTo>
                      <a:lnTo>
                        <a:pt x="78" y="147"/>
                      </a:lnTo>
                      <a:lnTo>
                        <a:pt x="73" y="0"/>
                      </a:lnTo>
                      <a:lnTo>
                        <a:pt x="2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5" name="Freeform 187">
                  <a:extLst>
                    <a:ext uri="{FF2B5EF4-FFF2-40B4-BE49-F238E27FC236}">
                      <a16:creationId xmlns:a16="http://schemas.microsoft.com/office/drawing/2014/main" id="{5DAC051E-B70B-DA51-78DE-B430039B0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6226047"/>
                  <a:ext cx="149304" cy="518124"/>
                </a:xfrm>
                <a:custGeom>
                  <a:avLst/>
                  <a:gdLst>
                    <a:gd name="T0" fmla="*/ 35 w 40"/>
                    <a:gd name="T1" fmla="*/ 0 h 147"/>
                    <a:gd name="T2" fmla="*/ 0 w 40"/>
                    <a:gd name="T3" fmla="*/ 0 h 147"/>
                    <a:gd name="T4" fmla="*/ 0 w 40"/>
                    <a:gd name="T5" fmla="*/ 147 h 147"/>
                    <a:gd name="T6" fmla="*/ 40 w 40"/>
                    <a:gd name="T7" fmla="*/ 147 h 147"/>
                    <a:gd name="T8" fmla="*/ 35 w 40"/>
                    <a:gd name="T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47">
                      <a:moveTo>
                        <a:pt x="35" y="0"/>
                      </a:moveTo>
                      <a:lnTo>
                        <a:pt x="0" y="0"/>
                      </a:lnTo>
                      <a:lnTo>
                        <a:pt x="0" y="147"/>
                      </a:lnTo>
                      <a:lnTo>
                        <a:pt x="40" y="14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6" name="Freeform 188">
                  <a:extLst>
                    <a:ext uri="{FF2B5EF4-FFF2-40B4-BE49-F238E27FC236}">
                      <a16:creationId xmlns:a16="http://schemas.microsoft.com/office/drawing/2014/main" id="{4E61EBE7-20EE-17B9-E05D-BD9B9A3BB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044" y="6035715"/>
                  <a:ext cx="265014" cy="66970"/>
                </a:xfrm>
                <a:custGeom>
                  <a:avLst/>
                  <a:gdLst>
                    <a:gd name="T0" fmla="*/ 0 w 71"/>
                    <a:gd name="T1" fmla="*/ 19 h 19"/>
                    <a:gd name="T2" fmla="*/ 71 w 71"/>
                    <a:gd name="T3" fmla="*/ 19 h 19"/>
                    <a:gd name="T4" fmla="*/ 71 w 71"/>
                    <a:gd name="T5" fmla="*/ 0 h 19"/>
                    <a:gd name="T6" fmla="*/ 2 w 71"/>
                    <a:gd name="T7" fmla="*/ 0 h 19"/>
                    <a:gd name="T8" fmla="*/ 0 w 71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1" h="19">
                      <a:moveTo>
                        <a:pt x="0" y="19"/>
                      </a:moveTo>
                      <a:lnTo>
                        <a:pt x="71" y="19"/>
                      </a:lnTo>
                      <a:lnTo>
                        <a:pt x="71" y="0"/>
                      </a:lnTo>
                      <a:lnTo>
                        <a:pt x="2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56" name="组合 1155">
                <a:extLst>
                  <a:ext uri="{FF2B5EF4-FFF2-40B4-BE49-F238E27FC236}">
                    <a16:creationId xmlns:a16="http://schemas.microsoft.com/office/drawing/2014/main" id="{F2D01172-515D-4623-5FD7-F4503A54A53C}"/>
                  </a:ext>
                </a:extLst>
              </p:cNvPr>
              <p:cNvGrpSpPr/>
              <p:nvPr/>
            </p:nvGrpSpPr>
            <p:grpSpPr>
              <a:xfrm flipV="1">
                <a:off x="880349" y="6727969"/>
                <a:ext cx="291142" cy="2654059"/>
                <a:chOff x="881579" y="4090112"/>
                <a:chExt cx="291142" cy="2654059"/>
              </a:xfrm>
              <a:noFill/>
            </p:grpSpPr>
            <p:sp>
              <p:nvSpPr>
                <p:cNvPr id="1157" name="Freeform 184">
                  <a:extLst>
                    <a:ext uri="{FF2B5EF4-FFF2-40B4-BE49-F238E27FC236}">
                      <a16:creationId xmlns:a16="http://schemas.microsoft.com/office/drawing/2014/main" id="{34BD1528-D262-D832-B460-EAD6216D25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4090112"/>
                  <a:ext cx="291142" cy="2654057"/>
                </a:xfrm>
                <a:custGeom>
                  <a:avLst/>
                  <a:gdLst>
                    <a:gd name="T0" fmla="*/ 16 w 78"/>
                    <a:gd name="T1" fmla="*/ 0 h 753"/>
                    <a:gd name="T2" fmla="*/ 0 w 78"/>
                    <a:gd name="T3" fmla="*/ 753 h 753"/>
                    <a:gd name="T4" fmla="*/ 78 w 78"/>
                    <a:gd name="T5" fmla="*/ 753 h 753"/>
                    <a:gd name="T6" fmla="*/ 61 w 78"/>
                    <a:gd name="T7" fmla="*/ 0 h 753"/>
                    <a:gd name="T8" fmla="*/ 16 w 78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753">
                      <a:moveTo>
                        <a:pt x="16" y="0"/>
                      </a:moveTo>
                      <a:lnTo>
                        <a:pt x="0" y="753"/>
                      </a:lnTo>
                      <a:lnTo>
                        <a:pt x="78" y="753"/>
                      </a:lnTo>
                      <a:lnTo>
                        <a:pt x="6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8" name="Freeform 185">
                  <a:extLst>
                    <a:ext uri="{FF2B5EF4-FFF2-40B4-BE49-F238E27FC236}">
                      <a16:creationId xmlns:a16="http://schemas.microsoft.com/office/drawing/2014/main" id="{FCD63304-61E2-73E9-72DD-B25000E7B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4090112"/>
                  <a:ext cx="149304" cy="2654057"/>
                </a:xfrm>
                <a:custGeom>
                  <a:avLst/>
                  <a:gdLst>
                    <a:gd name="T0" fmla="*/ 0 w 40"/>
                    <a:gd name="T1" fmla="*/ 0 h 753"/>
                    <a:gd name="T2" fmla="*/ 0 w 40"/>
                    <a:gd name="T3" fmla="*/ 753 h 753"/>
                    <a:gd name="T4" fmla="*/ 40 w 40"/>
                    <a:gd name="T5" fmla="*/ 753 h 753"/>
                    <a:gd name="T6" fmla="*/ 23 w 40"/>
                    <a:gd name="T7" fmla="*/ 0 h 753"/>
                    <a:gd name="T8" fmla="*/ 0 w 40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753">
                      <a:moveTo>
                        <a:pt x="0" y="0"/>
                      </a:moveTo>
                      <a:lnTo>
                        <a:pt x="0" y="753"/>
                      </a:lnTo>
                      <a:lnTo>
                        <a:pt x="40" y="753"/>
                      </a:lnTo>
                      <a:lnTo>
                        <a:pt x="2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9" name="Freeform 186">
                  <a:extLst>
                    <a:ext uri="{FF2B5EF4-FFF2-40B4-BE49-F238E27FC236}">
                      <a16:creationId xmlns:a16="http://schemas.microsoft.com/office/drawing/2014/main" id="{B8361DD4-C776-6E25-4F7D-F4A11FF52C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6226047"/>
                  <a:ext cx="291142" cy="518124"/>
                </a:xfrm>
                <a:custGeom>
                  <a:avLst/>
                  <a:gdLst>
                    <a:gd name="T0" fmla="*/ 0 w 78"/>
                    <a:gd name="T1" fmla="*/ 147 h 147"/>
                    <a:gd name="T2" fmla="*/ 78 w 78"/>
                    <a:gd name="T3" fmla="*/ 147 h 147"/>
                    <a:gd name="T4" fmla="*/ 73 w 78"/>
                    <a:gd name="T5" fmla="*/ 0 h 147"/>
                    <a:gd name="T6" fmla="*/ 2 w 78"/>
                    <a:gd name="T7" fmla="*/ 0 h 147"/>
                    <a:gd name="T8" fmla="*/ 0 w 78"/>
                    <a:gd name="T9" fmla="*/ 14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47">
                      <a:moveTo>
                        <a:pt x="0" y="147"/>
                      </a:moveTo>
                      <a:lnTo>
                        <a:pt x="78" y="147"/>
                      </a:lnTo>
                      <a:lnTo>
                        <a:pt x="73" y="0"/>
                      </a:lnTo>
                      <a:lnTo>
                        <a:pt x="2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0" name="Freeform 187">
                  <a:extLst>
                    <a:ext uri="{FF2B5EF4-FFF2-40B4-BE49-F238E27FC236}">
                      <a16:creationId xmlns:a16="http://schemas.microsoft.com/office/drawing/2014/main" id="{CDE7EFF1-A8D1-13A8-7083-D21AB2188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6226047"/>
                  <a:ext cx="149304" cy="518124"/>
                </a:xfrm>
                <a:custGeom>
                  <a:avLst/>
                  <a:gdLst>
                    <a:gd name="T0" fmla="*/ 35 w 40"/>
                    <a:gd name="T1" fmla="*/ 0 h 147"/>
                    <a:gd name="T2" fmla="*/ 0 w 40"/>
                    <a:gd name="T3" fmla="*/ 0 h 147"/>
                    <a:gd name="T4" fmla="*/ 0 w 40"/>
                    <a:gd name="T5" fmla="*/ 147 h 147"/>
                    <a:gd name="T6" fmla="*/ 40 w 40"/>
                    <a:gd name="T7" fmla="*/ 147 h 147"/>
                    <a:gd name="T8" fmla="*/ 35 w 40"/>
                    <a:gd name="T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47">
                      <a:moveTo>
                        <a:pt x="35" y="0"/>
                      </a:moveTo>
                      <a:lnTo>
                        <a:pt x="0" y="0"/>
                      </a:lnTo>
                      <a:lnTo>
                        <a:pt x="0" y="147"/>
                      </a:lnTo>
                      <a:lnTo>
                        <a:pt x="40" y="14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1" name="Freeform 188">
                  <a:extLst>
                    <a:ext uri="{FF2B5EF4-FFF2-40B4-BE49-F238E27FC236}">
                      <a16:creationId xmlns:a16="http://schemas.microsoft.com/office/drawing/2014/main" id="{9E48BF0B-2B7B-41E5-3A5A-D37CC29685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044" y="6035715"/>
                  <a:ext cx="265014" cy="66970"/>
                </a:xfrm>
                <a:custGeom>
                  <a:avLst/>
                  <a:gdLst>
                    <a:gd name="T0" fmla="*/ 0 w 71"/>
                    <a:gd name="T1" fmla="*/ 19 h 19"/>
                    <a:gd name="T2" fmla="*/ 71 w 71"/>
                    <a:gd name="T3" fmla="*/ 19 h 19"/>
                    <a:gd name="T4" fmla="*/ 71 w 71"/>
                    <a:gd name="T5" fmla="*/ 0 h 19"/>
                    <a:gd name="T6" fmla="*/ 2 w 71"/>
                    <a:gd name="T7" fmla="*/ 0 h 19"/>
                    <a:gd name="T8" fmla="*/ 0 w 71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1" h="19">
                      <a:moveTo>
                        <a:pt x="0" y="19"/>
                      </a:moveTo>
                      <a:lnTo>
                        <a:pt x="71" y="19"/>
                      </a:lnTo>
                      <a:lnTo>
                        <a:pt x="71" y="0"/>
                      </a:lnTo>
                      <a:lnTo>
                        <a:pt x="2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3" name="组合 1012">
              <a:extLst>
                <a:ext uri="{FF2B5EF4-FFF2-40B4-BE49-F238E27FC236}">
                  <a16:creationId xmlns:a16="http://schemas.microsoft.com/office/drawing/2014/main" id="{9BD5848E-405B-EEB9-B1A6-F4DE7FC7D2CE}"/>
                </a:ext>
              </a:extLst>
            </p:cNvPr>
            <p:cNvGrpSpPr/>
            <p:nvPr/>
          </p:nvGrpSpPr>
          <p:grpSpPr>
            <a:xfrm>
              <a:off x="2056235" y="1307045"/>
              <a:ext cx="680249" cy="367018"/>
              <a:chOff x="2056235" y="1307045"/>
              <a:chExt cx="680249" cy="367018"/>
            </a:xfrm>
          </p:grpSpPr>
          <p:sp>
            <p:nvSpPr>
              <p:cNvPr id="1153" name="Freeform 11">
                <a:extLst>
                  <a:ext uri="{FF2B5EF4-FFF2-40B4-BE49-F238E27FC236}">
                    <a16:creationId xmlns:a16="http://schemas.microsoft.com/office/drawing/2014/main" id="{449F1B01-4B37-7254-046B-8CA391DB9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235" y="1307045"/>
                <a:ext cx="680249" cy="367018"/>
              </a:xfrm>
              <a:custGeom>
                <a:avLst/>
                <a:gdLst>
                  <a:gd name="T0" fmla="*/ 16 w 182"/>
                  <a:gd name="T1" fmla="*/ 98 h 98"/>
                  <a:gd name="T2" fmla="*/ 156 w 182"/>
                  <a:gd name="T3" fmla="*/ 98 h 98"/>
                  <a:gd name="T4" fmla="*/ 182 w 182"/>
                  <a:gd name="T5" fmla="*/ 77 h 98"/>
                  <a:gd name="T6" fmla="*/ 157 w 182"/>
                  <a:gd name="T7" fmla="*/ 47 h 98"/>
                  <a:gd name="T8" fmla="*/ 144 w 182"/>
                  <a:gd name="T9" fmla="*/ 26 h 98"/>
                  <a:gd name="T10" fmla="*/ 113 w 182"/>
                  <a:gd name="T11" fmla="*/ 23 h 98"/>
                  <a:gd name="T12" fmla="*/ 83 w 182"/>
                  <a:gd name="T13" fmla="*/ 0 h 98"/>
                  <a:gd name="T14" fmla="*/ 53 w 182"/>
                  <a:gd name="T15" fmla="*/ 24 h 98"/>
                  <a:gd name="T16" fmla="*/ 25 w 182"/>
                  <a:gd name="T17" fmla="*/ 32 h 98"/>
                  <a:gd name="T18" fmla="*/ 18 w 182"/>
                  <a:gd name="T19" fmla="*/ 58 h 98"/>
                  <a:gd name="T20" fmla="*/ 0 w 182"/>
                  <a:gd name="T21" fmla="*/ 82 h 98"/>
                  <a:gd name="T22" fmla="*/ 16 w 182"/>
                  <a:gd name="T2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2" h="98">
                    <a:moveTo>
                      <a:pt x="16" y="98"/>
                    </a:moveTo>
                    <a:cubicBezTo>
                      <a:pt x="33" y="98"/>
                      <a:pt x="95" y="98"/>
                      <a:pt x="156" y="98"/>
                    </a:cubicBezTo>
                    <a:cubicBezTo>
                      <a:pt x="168" y="98"/>
                      <a:pt x="182" y="89"/>
                      <a:pt x="182" y="77"/>
                    </a:cubicBezTo>
                    <a:cubicBezTo>
                      <a:pt x="182" y="50"/>
                      <a:pt x="157" y="47"/>
                      <a:pt x="157" y="47"/>
                    </a:cubicBezTo>
                    <a:cubicBezTo>
                      <a:pt x="157" y="47"/>
                      <a:pt x="159" y="33"/>
                      <a:pt x="144" y="26"/>
                    </a:cubicBezTo>
                    <a:cubicBezTo>
                      <a:pt x="130" y="18"/>
                      <a:pt x="113" y="23"/>
                      <a:pt x="113" y="23"/>
                    </a:cubicBezTo>
                    <a:cubicBezTo>
                      <a:pt x="113" y="23"/>
                      <a:pt x="111" y="0"/>
                      <a:pt x="83" y="0"/>
                    </a:cubicBezTo>
                    <a:cubicBezTo>
                      <a:pt x="54" y="0"/>
                      <a:pt x="53" y="24"/>
                      <a:pt x="53" y="24"/>
                    </a:cubicBezTo>
                    <a:cubicBezTo>
                      <a:pt x="53" y="24"/>
                      <a:pt x="39" y="19"/>
                      <a:pt x="25" y="32"/>
                    </a:cubicBezTo>
                    <a:cubicBezTo>
                      <a:pt x="11" y="46"/>
                      <a:pt x="18" y="58"/>
                      <a:pt x="18" y="58"/>
                    </a:cubicBezTo>
                    <a:cubicBezTo>
                      <a:pt x="18" y="58"/>
                      <a:pt x="0" y="64"/>
                      <a:pt x="0" y="82"/>
                    </a:cubicBezTo>
                    <a:cubicBezTo>
                      <a:pt x="0" y="88"/>
                      <a:pt x="6" y="98"/>
                      <a:pt x="16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4" name="Freeform 12">
                <a:extLst>
                  <a:ext uri="{FF2B5EF4-FFF2-40B4-BE49-F238E27FC236}">
                    <a16:creationId xmlns:a16="http://schemas.microsoft.com/office/drawing/2014/main" id="{BDB26106-10EE-8134-C3AD-734946883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359" y="1307045"/>
                <a:ext cx="340125" cy="367018"/>
              </a:xfrm>
              <a:custGeom>
                <a:avLst/>
                <a:gdLst>
                  <a:gd name="T0" fmla="*/ 66 w 91"/>
                  <a:gd name="T1" fmla="*/ 47 h 98"/>
                  <a:gd name="T2" fmla="*/ 53 w 91"/>
                  <a:gd name="T3" fmla="*/ 26 h 98"/>
                  <a:gd name="T4" fmla="*/ 22 w 91"/>
                  <a:gd name="T5" fmla="*/ 23 h 98"/>
                  <a:gd name="T6" fmla="*/ 0 w 91"/>
                  <a:gd name="T7" fmla="*/ 0 h 98"/>
                  <a:gd name="T8" fmla="*/ 0 w 91"/>
                  <a:gd name="T9" fmla="*/ 98 h 98"/>
                  <a:gd name="T10" fmla="*/ 65 w 91"/>
                  <a:gd name="T11" fmla="*/ 98 h 98"/>
                  <a:gd name="T12" fmla="*/ 91 w 91"/>
                  <a:gd name="T13" fmla="*/ 77 h 98"/>
                  <a:gd name="T14" fmla="*/ 66 w 91"/>
                  <a:gd name="T15" fmla="*/ 4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98">
                    <a:moveTo>
                      <a:pt x="66" y="47"/>
                    </a:moveTo>
                    <a:cubicBezTo>
                      <a:pt x="66" y="47"/>
                      <a:pt x="68" y="33"/>
                      <a:pt x="53" y="26"/>
                    </a:cubicBezTo>
                    <a:cubicBezTo>
                      <a:pt x="39" y="18"/>
                      <a:pt x="22" y="23"/>
                      <a:pt x="22" y="23"/>
                    </a:cubicBezTo>
                    <a:cubicBezTo>
                      <a:pt x="22" y="23"/>
                      <a:pt x="20" y="4"/>
                      <a:pt x="0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20" y="98"/>
                      <a:pt x="43" y="98"/>
                      <a:pt x="65" y="98"/>
                    </a:cubicBezTo>
                    <a:cubicBezTo>
                      <a:pt x="77" y="98"/>
                      <a:pt x="91" y="89"/>
                      <a:pt x="91" y="77"/>
                    </a:cubicBezTo>
                    <a:cubicBezTo>
                      <a:pt x="91" y="50"/>
                      <a:pt x="66" y="47"/>
                      <a:pt x="66" y="47"/>
                    </a:cubicBezTo>
                    <a:close/>
                  </a:path>
                </a:pathLst>
              </a:custGeom>
              <a:solidFill>
                <a:srgbClr val="C8F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014" name="组合 1013">
              <a:extLst>
                <a:ext uri="{FF2B5EF4-FFF2-40B4-BE49-F238E27FC236}">
                  <a16:creationId xmlns:a16="http://schemas.microsoft.com/office/drawing/2014/main" id="{BF12B374-23F4-93C9-272F-056580E320A8}"/>
                </a:ext>
              </a:extLst>
            </p:cNvPr>
            <p:cNvGrpSpPr/>
            <p:nvPr/>
          </p:nvGrpSpPr>
          <p:grpSpPr>
            <a:xfrm>
              <a:off x="252375" y="1153795"/>
              <a:ext cx="1610496" cy="1620602"/>
              <a:chOff x="-551889" y="2494935"/>
              <a:chExt cx="3090736" cy="3110130"/>
            </a:xfrm>
          </p:grpSpPr>
          <p:grpSp>
            <p:nvGrpSpPr>
              <p:cNvPr id="1138" name="组合 1137">
                <a:extLst>
                  <a:ext uri="{FF2B5EF4-FFF2-40B4-BE49-F238E27FC236}">
                    <a16:creationId xmlns:a16="http://schemas.microsoft.com/office/drawing/2014/main" id="{53826C98-FF27-82F4-778A-27970C414E6F}"/>
                  </a:ext>
                </a:extLst>
              </p:cNvPr>
              <p:cNvGrpSpPr/>
              <p:nvPr/>
            </p:nvGrpSpPr>
            <p:grpSpPr>
              <a:xfrm>
                <a:off x="217179" y="2796569"/>
                <a:ext cx="2321668" cy="2488399"/>
                <a:chOff x="217179" y="2796569"/>
                <a:chExt cx="2321668" cy="2488399"/>
              </a:xfrm>
            </p:grpSpPr>
            <p:sp>
              <p:nvSpPr>
                <p:cNvPr id="1142" name="Freeform 190">
                  <a:extLst>
                    <a:ext uri="{FF2B5EF4-FFF2-40B4-BE49-F238E27FC236}">
                      <a16:creationId xmlns:a16="http://schemas.microsoft.com/office/drawing/2014/main" id="{08A7B5CC-456A-5F69-624F-1134B222BE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3857487"/>
                  <a:ext cx="1515430" cy="267873"/>
                </a:xfrm>
                <a:custGeom>
                  <a:avLst/>
                  <a:gdLst>
                    <a:gd name="T0" fmla="*/ 0 w 406"/>
                    <a:gd name="T1" fmla="*/ 76 h 76"/>
                    <a:gd name="T2" fmla="*/ 406 w 406"/>
                    <a:gd name="T3" fmla="*/ 76 h 76"/>
                    <a:gd name="T4" fmla="*/ 387 w 406"/>
                    <a:gd name="T5" fmla="*/ 59 h 76"/>
                    <a:gd name="T6" fmla="*/ 82 w 406"/>
                    <a:gd name="T7" fmla="*/ 0 h 76"/>
                    <a:gd name="T8" fmla="*/ 0 w 406"/>
                    <a:gd name="T9" fmla="*/ 47 h 76"/>
                    <a:gd name="T10" fmla="*/ 0 w 406"/>
                    <a:gd name="T11" fmla="*/ 7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6" h="76">
                      <a:moveTo>
                        <a:pt x="0" y="76"/>
                      </a:moveTo>
                      <a:lnTo>
                        <a:pt x="406" y="76"/>
                      </a:lnTo>
                      <a:lnTo>
                        <a:pt x="387" y="59"/>
                      </a:lnTo>
                      <a:lnTo>
                        <a:pt x="82" y="0"/>
                      </a:lnTo>
                      <a:lnTo>
                        <a:pt x="0" y="47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3" name="Freeform 191">
                  <a:extLst>
                    <a:ext uri="{FF2B5EF4-FFF2-40B4-BE49-F238E27FC236}">
                      <a16:creationId xmlns:a16="http://schemas.microsoft.com/office/drawing/2014/main" id="{43846E99-4CB7-BA7B-ABF4-C849BA951C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815" y="3931505"/>
                  <a:ext cx="1172032" cy="193857"/>
                </a:xfrm>
                <a:custGeom>
                  <a:avLst/>
                  <a:gdLst>
                    <a:gd name="T0" fmla="*/ 0 w 314"/>
                    <a:gd name="T1" fmla="*/ 55 h 55"/>
                    <a:gd name="T2" fmla="*/ 314 w 314"/>
                    <a:gd name="T3" fmla="*/ 55 h 55"/>
                    <a:gd name="T4" fmla="*/ 295 w 314"/>
                    <a:gd name="T5" fmla="*/ 38 h 55"/>
                    <a:gd name="T6" fmla="*/ 104 w 314"/>
                    <a:gd name="T7" fmla="*/ 0 h 55"/>
                    <a:gd name="T8" fmla="*/ 0 w 31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4" h="55">
                      <a:moveTo>
                        <a:pt x="0" y="55"/>
                      </a:moveTo>
                      <a:lnTo>
                        <a:pt x="314" y="55"/>
                      </a:lnTo>
                      <a:lnTo>
                        <a:pt x="295" y="38"/>
                      </a:lnTo>
                      <a:lnTo>
                        <a:pt x="104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4" name="Freeform 192">
                  <a:extLst>
                    <a:ext uri="{FF2B5EF4-FFF2-40B4-BE49-F238E27FC236}">
                      <a16:creationId xmlns:a16="http://schemas.microsoft.com/office/drawing/2014/main" id="{457153B4-7B86-0520-2A96-8AB3BE0C7A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2245" y="3956176"/>
                  <a:ext cx="996602" cy="169182"/>
                </a:xfrm>
                <a:custGeom>
                  <a:avLst/>
                  <a:gdLst>
                    <a:gd name="T0" fmla="*/ 90 w 267"/>
                    <a:gd name="T1" fmla="*/ 0 h 48"/>
                    <a:gd name="T2" fmla="*/ 0 w 267"/>
                    <a:gd name="T3" fmla="*/ 48 h 48"/>
                    <a:gd name="T4" fmla="*/ 267 w 267"/>
                    <a:gd name="T5" fmla="*/ 48 h 48"/>
                    <a:gd name="T6" fmla="*/ 248 w 267"/>
                    <a:gd name="T7" fmla="*/ 31 h 48"/>
                    <a:gd name="T8" fmla="*/ 90 w 267"/>
                    <a:gd name="T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48">
                      <a:moveTo>
                        <a:pt x="90" y="0"/>
                      </a:moveTo>
                      <a:lnTo>
                        <a:pt x="0" y="48"/>
                      </a:lnTo>
                      <a:lnTo>
                        <a:pt x="267" y="48"/>
                      </a:lnTo>
                      <a:lnTo>
                        <a:pt x="248" y="3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5" name="Freeform 193">
                  <a:extLst>
                    <a:ext uri="{FF2B5EF4-FFF2-40B4-BE49-F238E27FC236}">
                      <a16:creationId xmlns:a16="http://schemas.microsoft.com/office/drawing/2014/main" id="{5AE5D712-DCF1-439A-E47C-B298EFB217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776377" cy="1293545"/>
                </a:xfrm>
                <a:custGeom>
                  <a:avLst/>
                  <a:gdLst>
                    <a:gd name="T0" fmla="*/ 208 w 208"/>
                    <a:gd name="T1" fmla="*/ 353 h 367"/>
                    <a:gd name="T2" fmla="*/ 4 w 208"/>
                    <a:gd name="T3" fmla="*/ 0 h 367"/>
                    <a:gd name="T4" fmla="*/ 0 w 208"/>
                    <a:gd name="T5" fmla="*/ 26 h 367"/>
                    <a:gd name="T6" fmla="*/ 101 w 208"/>
                    <a:gd name="T7" fmla="*/ 320 h 367"/>
                    <a:gd name="T8" fmla="*/ 182 w 208"/>
                    <a:gd name="T9" fmla="*/ 367 h 367"/>
                    <a:gd name="T10" fmla="*/ 208 w 208"/>
                    <a:gd name="T11" fmla="*/ 353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8" h="367">
                      <a:moveTo>
                        <a:pt x="208" y="353"/>
                      </a:move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101" y="320"/>
                      </a:lnTo>
                      <a:lnTo>
                        <a:pt x="182" y="367"/>
                      </a:lnTo>
                      <a:lnTo>
                        <a:pt x="208" y="353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6" name="Freeform 194">
                  <a:extLst>
                    <a:ext uri="{FF2B5EF4-FFF2-40B4-BE49-F238E27FC236}">
                      <a16:creationId xmlns:a16="http://schemas.microsoft.com/office/drawing/2014/main" id="{8521B274-0FFF-CAC9-3E6F-1182C153AD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608412" cy="969279"/>
                </a:xfrm>
                <a:custGeom>
                  <a:avLst/>
                  <a:gdLst>
                    <a:gd name="T0" fmla="*/ 163 w 163"/>
                    <a:gd name="T1" fmla="*/ 275 h 275"/>
                    <a:gd name="T2" fmla="*/ 4 w 163"/>
                    <a:gd name="T3" fmla="*/ 0 h 275"/>
                    <a:gd name="T4" fmla="*/ 0 w 163"/>
                    <a:gd name="T5" fmla="*/ 26 h 275"/>
                    <a:gd name="T6" fmla="*/ 64 w 163"/>
                    <a:gd name="T7" fmla="*/ 211 h 275"/>
                    <a:gd name="T8" fmla="*/ 163 w 163"/>
                    <a:gd name="T9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3" h="275">
                      <a:moveTo>
                        <a:pt x="163" y="275"/>
                      </a:move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64" y="211"/>
                      </a:lnTo>
                      <a:lnTo>
                        <a:pt x="163" y="27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7" name="Freeform 195">
                  <a:extLst>
                    <a:ext uri="{FF2B5EF4-FFF2-40B4-BE49-F238E27FC236}">
                      <a16:creationId xmlns:a16="http://schemas.microsoft.com/office/drawing/2014/main" id="{3F193B02-CC17-0060-B396-595FB15497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511365" cy="817718"/>
                </a:xfrm>
                <a:custGeom>
                  <a:avLst/>
                  <a:gdLst>
                    <a:gd name="T0" fmla="*/ 52 w 137"/>
                    <a:gd name="T1" fmla="*/ 178 h 232"/>
                    <a:gd name="T2" fmla="*/ 137 w 137"/>
                    <a:gd name="T3" fmla="*/ 232 h 232"/>
                    <a:gd name="T4" fmla="*/ 4 w 137"/>
                    <a:gd name="T5" fmla="*/ 0 h 232"/>
                    <a:gd name="T6" fmla="*/ 0 w 137"/>
                    <a:gd name="T7" fmla="*/ 26 h 232"/>
                    <a:gd name="T8" fmla="*/ 52 w 137"/>
                    <a:gd name="T9" fmla="*/ 178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232">
                      <a:moveTo>
                        <a:pt x="52" y="178"/>
                      </a:moveTo>
                      <a:lnTo>
                        <a:pt x="137" y="232"/>
                      </a:ln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52" y="1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8" name="Freeform 196">
                  <a:extLst>
                    <a:ext uri="{FF2B5EF4-FFF2-40B4-BE49-F238E27FC236}">
                      <a16:creationId xmlns:a16="http://schemas.microsoft.com/office/drawing/2014/main" id="{16EDDFE0-8DAC-E133-29E7-5C2FEF36C5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040769"/>
                  <a:ext cx="847298" cy="1244199"/>
                </a:xfrm>
                <a:custGeom>
                  <a:avLst/>
                  <a:gdLst>
                    <a:gd name="T0" fmla="*/ 204 w 227"/>
                    <a:gd name="T1" fmla="*/ 0 h 353"/>
                    <a:gd name="T2" fmla="*/ 0 w 227"/>
                    <a:gd name="T3" fmla="*/ 353 h 353"/>
                    <a:gd name="T4" fmla="*/ 24 w 227"/>
                    <a:gd name="T5" fmla="*/ 343 h 353"/>
                    <a:gd name="T6" fmla="*/ 227 w 227"/>
                    <a:gd name="T7" fmla="*/ 109 h 353"/>
                    <a:gd name="T8" fmla="*/ 227 w 227"/>
                    <a:gd name="T9" fmla="*/ 14 h 353"/>
                    <a:gd name="T10" fmla="*/ 204 w 227"/>
                    <a:gd name="T11" fmla="*/ 0 h 3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7" h="353">
                      <a:moveTo>
                        <a:pt x="204" y="0"/>
                      </a:moveTo>
                      <a:lnTo>
                        <a:pt x="0" y="353"/>
                      </a:lnTo>
                      <a:lnTo>
                        <a:pt x="24" y="343"/>
                      </a:lnTo>
                      <a:lnTo>
                        <a:pt x="227" y="109"/>
                      </a:lnTo>
                      <a:lnTo>
                        <a:pt x="227" y="14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9" name="Freeform 197">
                  <a:extLst>
                    <a:ext uri="{FF2B5EF4-FFF2-40B4-BE49-F238E27FC236}">
                      <a16:creationId xmlns:a16="http://schemas.microsoft.com/office/drawing/2014/main" id="{7BB4FD8E-5223-CA4B-515F-2C1C0FFFE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315689"/>
                  <a:ext cx="582284" cy="969279"/>
                </a:xfrm>
                <a:custGeom>
                  <a:avLst/>
                  <a:gdLst>
                    <a:gd name="T0" fmla="*/ 156 w 156"/>
                    <a:gd name="T1" fmla="*/ 0 h 275"/>
                    <a:gd name="T2" fmla="*/ 0 w 156"/>
                    <a:gd name="T3" fmla="*/ 275 h 275"/>
                    <a:gd name="T4" fmla="*/ 24 w 156"/>
                    <a:gd name="T5" fmla="*/ 265 h 275"/>
                    <a:gd name="T6" fmla="*/ 152 w 156"/>
                    <a:gd name="T7" fmla="*/ 119 h 275"/>
                    <a:gd name="T8" fmla="*/ 156 w 156"/>
                    <a:gd name="T9" fmla="*/ 0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6" h="275">
                      <a:moveTo>
                        <a:pt x="156" y="0"/>
                      </a:moveTo>
                      <a:lnTo>
                        <a:pt x="0" y="275"/>
                      </a:lnTo>
                      <a:lnTo>
                        <a:pt x="24" y="265"/>
                      </a:lnTo>
                      <a:lnTo>
                        <a:pt x="152" y="119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0" name="Freeform 198">
                  <a:extLst>
                    <a:ext uri="{FF2B5EF4-FFF2-40B4-BE49-F238E27FC236}">
                      <a16:creationId xmlns:a16="http://schemas.microsoft.com/office/drawing/2014/main" id="{96329831-7F8A-FCF9-93DB-393C2D6C1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467250"/>
                  <a:ext cx="496435" cy="817718"/>
                </a:xfrm>
                <a:custGeom>
                  <a:avLst/>
                  <a:gdLst>
                    <a:gd name="T0" fmla="*/ 130 w 133"/>
                    <a:gd name="T1" fmla="*/ 102 h 232"/>
                    <a:gd name="T2" fmla="*/ 133 w 133"/>
                    <a:gd name="T3" fmla="*/ 0 h 232"/>
                    <a:gd name="T4" fmla="*/ 0 w 133"/>
                    <a:gd name="T5" fmla="*/ 232 h 232"/>
                    <a:gd name="T6" fmla="*/ 24 w 133"/>
                    <a:gd name="T7" fmla="*/ 222 h 232"/>
                    <a:gd name="T8" fmla="*/ 130 w 133"/>
                    <a:gd name="T9" fmla="*/ 102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" h="232">
                      <a:moveTo>
                        <a:pt x="130" y="102"/>
                      </a:moveTo>
                      <a:lnTo>
                        <a:pt x="133" y="0"/>
                      </a:lnTo>
                      <a:lnTo>
                        <a:pt x="0" y="232"/>
                      </a:lnTo>
                      <a:lnTo>
                        <a:pt x="24" y="222"/>
                      </a:lnTo>
                      <a:lnTo>
                        <a:pt x="130" y="1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1" name="Freeform 199">
                  <a:extLst>
                    <a:ext uri="{FF2B5EF4-FFF2-40B4-BE49-F238E27FC236}">
                      <a16:creationId xmlns:a16="http://schemas.microsoft.com/office/drawing/2014/main" id="{71C6315B-FC8A-A113-3F2C-4AF3C84627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4254" y="3924455"/>
                  <a:ext cx="362061" cy="292547"/>
                </a:xfrm>
                <a:custGeom>
                  <a:avLst/>
                  <a:gdLst>
                    <a:gd name="T0" fmla="*/ 24 w 97"/>
                    <a:gd name="T1" fmla="*/ 83 h 83"/>
                    <a:gd name="T2" fmla="*/ 0 w 97"/>
                    <a:gd name="T3" fmla="*/ 40 h 83"/>
                    <a:gd name="T4" fmla="*/ 24 w 97"/>
                    <a:gd name="T5" fmla="*/ 0 h 83"/>
                    <a:gd name="T6" fmla="*/ 71 w 97"/>
                    <a:gd name="T7" fmla="*/ 0 h 83"/>
                    <a:gd name="T8" fmla="*/ 97 w 97"/>
                    <a:gd name="T9" fmla="*/ 40 h 83"/>
                    <a:gd name="T10" fmla="*/ 71 w 97"/>
                    <a:gd name="T11" fmla="*/ 83 h 83"/>
                    <a:gd name="T12" fmla="*/ 24 w 97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7" h="83">
                      <a:moveTo>
                        <a:pt x="24" y="83"/>
                      </a:moveTo>
                      <a:lnTo>
                        <a:pt x="0" y="40"/>
                      </a:lnTo>
                      <a:lnTo>
                        <a:pt x="24" y="0"/>
                      </a:lnTo>
                      <a:lnTo>
                        <a:pt x="71" y="0"/>
                      </a:lnTo>
                      <a:lnTo>
                        <a:pt x="97" y="40"/>
                      </a:lnTo>
                      <a:lnTo>
                        <a:pt x="71" y="83"/>
                      </a:lnTo>
                      <a:lnTo>
                        <a:pt x="24" y="83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2" name="Freeform 200">
                  <a:extLst>
                    <a:ext uri="{FF2B5EF4-FFF2-40B4-BE49-F238E27FC236}">
                      <a16:creationId xmlns:a16="http://schemas.microsoft.com/office/drawing/2014/main" id="{8107827B-B00D-0B73-D56B-3F72CCEC18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2914" y="3956176"/>
                  <a:ext cx="317270" cy="225577"/>
                </a:xfrm>
                <a:custGeom>
                  <a:avLst/>
                  <a:gdLst>
                    <a:gd name="T0" fmla="*/ 14 w 85"/>
                    <a:gd name="T1" fmla="*/ 64 h 64"/>
                    <a:gd name="T2" fmla="*/ 85 w 85"/>
                    <a:gd name="T3" fmla="*/ 22 h 64"/>
                    <a:gd name="T4" fmla="*/ 73 w 85"/>
                    <a:gd name="T5" fmla="*/ 0 h 64"/>
                    <a:gd name="T6" fmla="*/ 0 w 85"/>
                    <a:gd name="T7" fmla="*/ 43 h 64"/>
                    <a:gd name="T8" fmla="*/ 14 w 85"/>
                    <a:gd name="T9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5" h="64">
                      <a:moveTo>
                        <a:pt x="14" y="64"/>
                      </a:moveTo>
                      <a:lnTo>
                        <a:pt x="85" y="22"/>
                      </a:lnTo>
                      <a:lnTo>
                        <a:pt x="73" y="0"/>
                      </a:lnTo>
                      <a:lnTo>
                        <a:pt x="0" y="43"/>
                      </a:lnTo>
                      <a:lnTo>
                        <a:pt x="14" y="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139" name="矩形 1138">
                <a:extLst>
                  <a:ext uri="{FF2B5EF4-FFF2-40B4-BE49-F238E27FC236}">
                    <a16:creationId xmlns:a16="http://schemas.microsoft.com/office/drawing/2014/main" id="{EE896885-2F7C-F8EC-2188-8126B9356421}"/>
                  </a:ext>
                </a:extLst>
              </p:cNvPr>
              <p:cNvSpPr/>
              <p:nvPr/>
            </p:nvSpPr>
            <p:spPr>
              <a:xfrm>
                <a:off x="-551889" y="2898783"/>
                <a:ext cx="472004" cy="209735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40" name="矩形 1139">
                <a:extLst>
                  <a:ext uri="{FF2B5EF4-FFF2-40B4-BE49-F238E27FC236}">
                    <a16:creationId xmlns:a16="http://schemas.microsoft.com/office/drawing/2014/main" id="{DAF24209-7E27-27D4-8BFB-06F32B974C76}"/>
                  </a:ext>
                </a:extLst>
              </p:cNvPr>
              <p:cNvSpPr/>
              <p:nvPr/>
            </p:nvSpPr>
            <p:spPr>
              <a:xfrm>
                <a:off x="659658" y="5299068"/>
                <a:ext cx="472004" cy="3059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41" name="矩形 1140">
                <a:extLst>
                  <a:ext uri="{FF2B5EF4-FFF2-40B4-BE49-F238E27FC236}">
                    <a16:creationId xmlns:a16="http://schemas.microsoft.com/office/drawing/2014/main" id="{47D483AF-E21B-9BFF-60AF-F111505DD408}"/>
                  </a:ext>
                </a:extLst>
              </p:cNvPr>
              <p:cNvSpPr/>
              <p:nvPr/>
            </p:nvSpPr>
            <p:spPr>
              <a:xfrm>
                <a:off x="720231" y="2494935"/>
                <a:ext cx="472004" cy="3059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15" name="组合 1014">
              <a:extLst>
                <a:ext uri="{FF2B5EF4-FFF2-40B4-BE49-F238E27FC236}">
                  <a16:creationId xmlns:a16="http://schemas.microsoft.com/office/drawing/2014/main" id="{51FA8B79-502A-5CE7-98D4-8A0C7C79A821}"/>
                </a:ext>
              </a:extLst>
            </p:cNvPr>
            <p:cNvGrpSpPr/>
            <p:nvPr/>
          </p:nvGrpSpPr>
          <p:grpSpPr>
            <a:xfrm>
              <a:off x="1012132" y="2380296"/>
              <a:ext cx="427354" cy="2196689"/>
              <a:chOff x="1012132" y="2380296"/>
              <a:chExt cx="427354" cy="2196689"/>
            </a:xfrm>
          </p:grpSpPr>
          <p:grpSp>
            <p:nvGrpSpPr>
              <p:cNvPr id="1114" name="组合 1113">
                <a:extLst>
                  <a:ext uri="{FF2B5EF4-FFF2-40B4-BE49-F238E27FC236}">
                    <a16:creationId xmlns:a16="http://schemas.microsoft.com/office/drawing/2014/main" id="{FA26A489-EF83-FD5B-BB22-E2CD17656631}"/>
                  </a:ext>
                </a:extLst>
              </p:cNvPr>
              <p:cNvGrpSpPr/>
              <p:nvPr/>
            </p:nvGrpSpPr>
            <p:grpSpPr>
              <a:xfrm>
                <a:off x="1012132" y="3487005"/>
                <a:ext cx="427133" cy="1089980"/>
                <a:chOff x="1012132" y="3487005"/>
                <a:chExt cx="427133" cy="1089980"/>
              </a:xfrm>
            </p:grpSpPr>
            <p:sp>
              <p:nvSpPr>
                <p:cNvPr id="1127" name="Freeform 77">
                  <a:extLst>
                    <a:ext uri="{FF2B5EF4-FFF2-40B4-BE49-F238E27FC236}">
                      <a16:creationId xmlns:a16="http://schemas.microsoft.com/office/drawing/2014/main" id="{AA845166-E298-F683-0EDD-6FE13426E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172436" cy="33222"/>
                </a:xfrm>
                <a:custGeom>
                  <a:avLst/>
                  <a:gdLst>
                    <a:gd name="T0" fmla="*/ 42 w 46"/>
                    <a:gd name="T1" fmla="*/ 0 h 9"/>
                    <a:gd name="T2" fmla="*/ 5 w 46"/>
                    <a:gd name="T3" fmla="*/ 0 h 9"/>
                    <a:gd name="T4" fmla="*/ 0 w 46"/>
                    <a:gd name="T5" fmla="*/ 5 h 9"/>
                    <a:gd name="T6" fmla="*/ 5 w 46"/>
                    <a:gd name="T7" fmla="*/ 9 h 9"/>
                    <a:gd name="T8" fmla="*/ 42 w 46"/>
                    <a:gd name="T9" fmla="*/ 9 h 9"/>
                    <a:gd name="T10" fmla="*/ 46 w 46"/>
                    <a:gd name="T11" fmla="*/ 5 h 9"/>
                    <a:gd name="T12" fmla="*/ 42 w 46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42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8" name="Freeform 78">
                  <a:extLst>
                    <a:ext uri="{FF2B5EF4-FFF2-40B4-BE49-F238E27FC236}">
                      <a16:creationId xmlns:a16="http://schemas.microsoft.com/office/drawing/2014/main" id="{2A52F374-8693-91A9-9173-32861160F9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5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5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9" name="Freeform 79">
                  <a:extLst>
                    <a:ext uri="{FF2B5EF4-FFF2-40B4-BE49-F238E27FC236}">
                      <a16:creationId xmlns:a16="http://schemas.microsoft.com/office/drawing/2014/main" id="{2AB5FCF7-C402-ABE7-157A-CCE8D7CA1F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4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4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4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0" name="Freeform 80">
                  <a:extLst>
                    <a:ext uri="{FF2B5EF4-FFF2-40B4-BE49-F238E27FC236}">
                      <a16:creationId xmlns:a16="http://schemas.microsoft.com/office/drawing/2014/main" id="{E5B0FB2F-A91E-806E-224B-FA426523C7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90173" cy="33222"/>
                </a:xfrm>
                <a:custGeom>
                  <a:avLst/>
                  <a:gdLst>
                    <a:gd name="T0" fmla="*/ 4 w 24"/>
                    <a:gd name="T1" fmla="*/ 9 h 9"/>
                    <a:gd name="T2" fmla="*/ 20 w 24"/>
                    <a:gd name="T3" fmla="*/ 9 h 9"/>
                    <a:gd name="T4" fmla="*/ 24 w 24"/>
                    <a:gd name="T5" fmla="*/ 5 h 9"/>
                    <a:gd name="T6" fmla="*/ 20 w 24"/>
                    <a:gd name="T7" fmla="*/ 0 h 9"/>
                    <a:gd name="T8" fmla="*/ 4 w 24"/>
                    <a:gd name="T9" fmla="*/ 0 h 9"/>
                    <a:gd name="T10" fmla="*/ 0 w 24"/>
                    <a:gd name="T11" fmla="*/ 5 h 9"/>
                    <a:gd name="T12" fmla="*/ 4 w 24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9">
                      <a:moveTo>
                        <a:pt x="4" y="9"/>
                      </a:move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2" y="9"/>
                        <a:pt x="24" y="7"/>
                        <a:pt x="24" y="5"/>
                      </a:cubicBezTo>
                      <a:cubicBezTo>
                        <a:pt x="24" y="2"/>
                        <a:pt x="22" y="0"/>
                        <a:pt x="2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1" name="Freeform 81">
                  <a:extLst>
                    <a:ext uri="{FF2B5EF4-FFF2-40B4-BE49-F238E27FC236}">
                      <a16:creationId xmlns:a16="http://schemas.microsoft.com/office/drawing/2014/main" id="{56760D43-7E8A-AEE2-050A-67CCC0D94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132" y="4032786"/>
                  <a:ext cx="427133" cy="544199"/>
                </a:xfrm>
                <a:custGeom>
                  <a:avLst/>
                  <a:gdLst>
                    <a:gd name="T0" fmla="*/ 58 w 114"/>
                    <a:gd name="T1" fmla="*/ 145 h 145"/>
                    <a:gd name="T2" fmla="*/ 114 w 114"/>
                    <a:gd name="T3" fmla="*/ 88 h 145"/>
                    <a:gd name="T4" fmla="*/ 102 w 114"/>
                    <a:gd name="T5" fmla="*/ 56 h 145"/>
                    <a:gd name="T6" fmla="*/ 86 w 114"/>
                    <a:gd name="T7" fmla="*/ 14 h 145"/>
                    <a:gd name="T8" fmla="*/ 74 w 114"/>
                    <a:gd name="T9" fmla="*/ 1 h 145"/>
                    <a:gd name="T10" fmla="*/ 58 w 114"/>
                    <a:gd name="T11" fmla="*/ 1 h 145"/>
                    <a:gd name="T12" fmla="*/ 36 w 114"/>
                    <a:gd name="T13" fmla="*/ 1 h 145"/>
                    <a:gd name="T14" fmla="*/ 21 w 114"/>
                    <a:gd name="T15" fmla="*/ 38 h 145"/>
                    <a:gd name="T16" fmla="*/ 0 w 114"/>
                    <a:gd name="T17" fmla="*/ 89 h 145"/>
                    <a:gd name="T18" fmla="*/ 58 w 114"/>
                    <a:gd name="T19" fmla="*/ 145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145">
                      <a:moveTo>
                        <a:pt x="58" y="145"/>
                      </a:moveTo>
                      <a:cubicBezTo>
                        <a:pt x="95" y="145"/>
                        <a:pt x="114" y="118"/>
                        <a:pt x="114" y="88"/>
                      </a:cubicBezTo>
                      <a:cubicBezTo>
                        <a:pt x="114" y="78"/>
                        <a:pt x="109" y="67"/>
                        <a:pt x="102" y="56"/>
                      </a:cubicBezTo>
                      <a:cubicBezTo>
                        <a:pt x="95" y="45"/>
                        <a:pt x="90" y="27"/>
                        <a:pt x="86" y="14"/>
                      </a:cubicBezTo>
                      <a:cubicBezTo>
                        <a:pt x="83" y="0"/>
                        <a:pt x="74" y="1"/>
                        <a:pt x="74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45" y="1"/>
                        <a:pt x="36" y="1"/>
                      </a:cubicBezTo>
                      <a:cubicBezTo>
                        <a:pt x="27" y="1"/>
                        <a:pt x="29" y="19"/>
                        <a:pt x="21" y="38"/>
                      </a:cubicBezTo>
                      <a:cubicBezTo>
                        <a:pt x="14" y="58"/>
                        <a:pt x="0" y="68"/>
                        <a:pt x="0" y="89"/>
                      </a:cubicBezTo>
                      <a:cubicBezTo>
                        <a:pt x="0" y="111"/>
                        <a:pt x="20" y="145"/>
                        <a:pt x="58" y="145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2" name="Freeform 82">
                  <a:extLst>
                    <a:ext uri="{FF2B5EF4-FFF2-40B4-BE49-F238E27FC236}">
                      <a16:creationId xmlns:a16="http://schemas.microsoft.com/office/drawing/2014/main" id="{B6AA1769-185C-5270-7872-F69AA1072B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862" y="4032786"/>
                  <a:ext cx="210403" cy="544199"/>
                </a:xfrm>
                <a:custGeom>
                  <a:avLst/>
                  <a:gdLst>
                    <a:gd name="T0" fmla="*/ 56 w 56"/>
                    <a:gd name="T1" fmla="*/ 88 h 145"/>
                    <a:gd name="T2" fmla="*/ 44 w 56"/>
                    <a:gd name="T3" fmla="*/ 56 h 145"/>
                    <a:gd name="T4" fmla="*/ 28 w 56"/>
                    <a:gd name="T5" fmla="*/ 14 h 145"/>
                    <a:gd name="T6" fmla="*/ 16 w 56"/>
                    <a:gd name="T7" fmla="*/ 1 h 145"/>
                    <a:gd name="T8" fmla="*/ 0 w 56"/>
                    <a:gd name="T9" fmla="*/ 1 h 145"/>
                    <a:gd name="T10" fmla="*/ 0 w 56"/>
                    <a:gd name="T11" fmla="*/ 145 h 145"/>
                    <a:gd name="T12" fmla="*/ 56 w 56"/>
                    <a:gd name="T13" fmla="*/ 88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145">
                      <a:moveTo>
                        <a:pt x="56" y="88"/>
                      </a:moveTo>
                      <a:cubicBezTo>
                        <a:pt x="56" y="78"/>
                        <a:pt x="51" y="67"/>
                        <a:pt x="44" y="56"/>
                      </a:cubicBezTo>
                      <a:cubicBezTo>
                        <a:pt x="37" y="45"/>
                        <a:pt x="32" y="27"/>
                        <a:pt x="28" y="14"/>
                      </a:cubicBezTo>
                      <a:cubicBezTo>
                        <a:pt x="25" y="0"/>
                        <a:pt x="16" y="1"/>
                        <a:pt x="16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37" y="145"/>
                        <a:pt x="56" y="118"/>
                        <a:pt x="56" y="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3" name="Freeform 83">
                  <a:extLst>
                    <a:ext uri="{FF2B5EF4-FFF2-40B4-BE49-F238E27FC236}">
                      <a16:creationId xmlns:a16="http://schemas.microsoft.com/office/drawing/2014/main" id="{7043631B-4385-8F48-B454-69BFB40A72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90173" cy="33222"/>
                </a:xfrm>
                <a:custGeom>
                  <a:avLst/>
                  <a:gdLst>
                    <a:gd name="T0" fmla="*/ 0 w 24"/>
                    <a:gd name="T1" fmla="*/ 5 h 9"/>
                    <a:gd name="T2" fmla="*/ 5 w 24"/>
                    <a:gd name="T3" fmla="*/ 9 h 9"/>
                    <a:gd name="T4" fmla="*/ 24 w 24"/>
                    <a:gd name="T5" fmla="*/ 9 h 9"/>
                    <a:gd name="T6" fmla="*/ 24 w 24"/>
                    <a:gd name="T7" fmla="*/ 0 h 9"/>
                    <a:gd name="T8" fmla="*/ 5 w 24"/>
                    <a:gd name="T9" fmla="*/ 0 h 9"/>
                    <a:gd name="T10" fmla="*/ 0 w 24"/>
                    <a:gd name="T11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0" y="5"/>
                      </a:move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4" name="Freeform 84">
                  <a:extLst>
                    <a:ext uri="{FF2B5EF4-FFF2-40B4-BE49-F238E27FC236}">
                      <a16:creationId xmlns:a16="http://schemas.microsoft.com/office/drawing/2014/main" id="{6F2ABEAA-EF48-D4CD-56B7-8EA31ABC81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5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5" name="Freeform 85">
                  <a:extLst>
                    <a:ext uri="{FF2B5EF4-FFF2-40B4-BE49-F238E27FC236}">
                      <a16:creationId xmlns:a16="http://schemas.microsoft.com/office/drawing/2014/main" id="{B38877A2-C9DE-DD5E-8C7B-431A950C7F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4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6" name="Freeform 86">
                  <a:extLst>
                    <a:ext uri="{FF2B5EF4-FFF2-40B4-BE49-F238E27FC236}">
                      <a16:creationId xmlns:a16="http://schemas.microsoft.com/office/drawing/2014/main" id="{BC5CF20C-CCE7-FB7C-4B95-839017A9CA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49042" cy="33222"/>
                </a:xfrm>
                <a:custGeom>
                  <a:avLst/>
                  <a:gdLst>
                    <a:gd name="T0" fmla="*/ 4 w 13"/>
                    <a:gd name="T1" fmla="*/ 9 h 9"/>
                    <a:gd name="T2" fmla="*/ 13 w 13"/>
                    <a:gd name="T3" fmla="*/ 9 h 9"/>
                    <a:gd name="T4" fmla="*/ 13 w 13"/>
                    <a:gd name="T5" fmla="*/ 0 h 9"/>
                    <a:gd name="T6" fmla="*/ 4 w 13"/>
                    <a:gd name="T7" fmla="*/ 0 h 9"/>
                    <a:gd name="T8" fmla="*/ 0 w 13"/>
                    <a:gd name="T9" fmla="*/ 5 h 9"/>
                    <a:gd name="T10" fmla="*/ 4 w 13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9">
                      <a:moveTo>
                        <a:pt x="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7" name="Freeform 157">
                  <a:extLst>
                    <a:ext uri="{FF2B5EF4-FFF2-40B4-BE49-F238E27FC236}">
                      <a16:creationId xmlns:a16="http://schemas.microsoft.com/office/drawing/2014/main" id="{B568C527-2D5A-AB2A-77E0-9A7C26ACDDA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214624" y="3487005"/>
                  <a:ext cx="25311" cy="336961"/>
                </a:xfrm>
                <a:custGeom>
                  <a:avLst/>
                  <a:gdLst>
                    <a:gd name="T0" fmla="*/ 16 w 16"/>
                    <a:gd name="T1" fmla="*/ 213 h 213"/>
                    <a:gd name="T2" fmla="*/ 0 w 16"/>
                    <a:gd name="T3" fmla="*/ 213 h 213"/>
                    <a:gd name="T4" fmla="*/ 0 w 16"/>
                    <a:gd name="T5" fmla="*/ 156 h 213"/>
                    <a:gd name="T6" fmla="*/ 16 w 16"/>
                    <a:gd name="T7" fmla="*/ 156 h 213"/>
                    <a:gd name="T8" fmla="*/ 16 w 16"/>
                    <a:gd name="T9" fmla="*/ 213 h 213"/>
                    <a:gd name="T10" fmla="*/ 16 w 16"/>
                    <a:gd name="T11" fmla="*/ 113 h 213"/>
                    <a:gd name="T12" fmla="*/ 0 w 16"/>
                    <a:gd name="T13" fmla="*/ 113 h 213"/>
                    <a:gd name="T14" fmla="*/ 0 w 16"/>
                    <a:gd name="T15" fmla="*/ 54 h 213"/>
                    <a:gd name="T16" fmla="*/ 16 w 16"/>
                    <a:gd name="T17" fmla="*/ 54 h 213"/>
                    <a:gd name="T18" fmla="*/ 16 w 16"/>
                    <a:gd name="T19" fmla="*/ 113 h 213"/>
                    <a:gd name="T20" fmla="*/ 16 w 16"/>
                    <a:gd name="T21" fmla="*/ 12 h 213"/>
                    <a:gd name="T22" fmla="*/ 0 w 16"/>
                    <a:gd name="T23" fmla="*/ 12 h 213"/>
                    <a:gd name="T24" fmla="*/ 0 w 16"/>
                    <a:gd name="T25" fmla="*/ 0 h 213"/>
                    <a:gd name="T26" fmla="*/ 16 w 16"/>
                    <a:gd name="T27" fmla="*/ 0 h 213"/>
                    <a:gd name="T28" fmla="*/ 16 w 16"/>
                    <a:gd name="T29" fmla="*/ 12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13">
                      <a:moveTo>
                        <a:pt x="16" y="213"/>
                      </a:moveTo>
                      <a:lnTo>
                        <a:pt x="0" y="213"/>
                      </a:lnTo>
                      <a:lnTo>
                        <a:pt x="0" y="156"/>
                      </a:lnTo>
                      <a:lnTo>
                        <a:pt x="16" y="156"/>
                      </a:lnTo>
                      <a:lnTo>
                        <a:pt x="16" y="213"/>
                      </a:lnTo>
                      <a:close/>
                      <a:moveTo>
                        <a:pt x="16" y="113"/>
                      </a:moveTo>
                      <a:lnTo>
                        <a:pt x="0" y="113"/>
                      </a:lnTo>
                      <a:lnTo>
                        <a:pt x="0" y="54"/>
                      </a:lnTo>
                      <a:lnTo>
                        <a:pt x="16" y="54"/>
                      </a:lnTo>
                      <a:lnTo>
                        <a:pt x="16" y="113"/>
                      </a:lnTo>
                      <a:close/>
                      <a:moveTo>
                        <a:pt x="16" y="1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15" name="组合 1114">
                <a:extLst>
                  <a:ext uri="{FF2B5EF4-FFF2-40B4-BE49-F238E27FC236}">
                    <a16:creationId xmlns:a16="http://schemas.microsoft.com/office/drawing/2014/main" id="{DB148F23-A026-5EA2-694D-0CEDB38A9367}"/>
                  </a:ext>
                </a:extLst>
              </p:cNvPr>
              <p:cNvGrpSpPr/>
              <p:nvPr/>
            </p:nvGrpSpPr>
            <p:grpSpPr>
              <a:xfrm flipV="1">
                <a:off x="1012353" y="2380296"/>
                <a:ext cx="427133" cy="1089980"/>
                <a:chOff x="1012132" y="3487005"/>
                <a:chExt cx="427133" cy="1089980"/>
              </a:xfrm>
              <a:noFill/>
            </p:grpSpPr>
            <p:sp>
              <p:nvSpPr>
                <p:cNvPr id="1116" name="Freeform 77">
                  <a:extLst>
                    <a:ext uri="{FF2B5EF4-FFF2-40B4-BE49-F238E27FC236}">
                      <a16:creationId xmlns:a16="http://schemas.microsoft.com/office/drawing/2014/main" id="{388F4F67-A2D9-2E6B-FB35-AD5A229F18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172436" cy="33222"/>
                </a:xfrm>
                <a:custGeom>
                  <a:avLst/>
                  <a:gdLst>
                    <a:gd name="T0" fmla="*/ 42 w 46"/>
                    <a:gd name="T1" fmla="*/ 0 h 9"/>
                    <a:gd name="T2" fmla="*/ 5 w 46"/>
                    <a:gd name="T3" fmla="*/ 0 h 9"/>
                    <a:gd name="T4" fmla="*/ 0 w 46"/>
                    <a:gd name="T5" fmla="*/ 5 h 9"/>
                    <a:gd name="T6" fmla="*/ 5 w 46"/>
                    <a:gd name="T7" fmla="*/ 9 h 9"/>
                    <a:gd name="T8" fmla="*/ 42 w 46"/>
                    <a:gd name="T9" fmla="*/ 9 h 9"/>
                    <a:gd name="T10" fmla="*/ 46 w 46"/>
                    <a:gd name="T11" fmla="*/ 5 h 9"/>
                    <a:gd name="T12" fmla="*/ 42 w 46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42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7" name="Freeform 78">
                  <a:extLst>
                    <a:ext uri="{FF2B5EF4-FFF2-40B4-BE49-F238E27FC236}">
                      <a16:creationId xmlns:a16="http://schemas.microsoft.com/office/drawing/2014/main" id="{2F299ECA-97D6-3818-BBB6-481BDCCEEA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5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5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8" name="Freeform 79">
                  <a:extLst>
                    <a:ext uri="{FF2B5EF4-FFF2-40B4-BE49-F238E27FC236}">
                      <a16:creationId xmlns:a16="http://schemas.microsoft.com/office/drawing/2014/main" id="{30E96AC5-6E33-8EAD-B0E9-BE72BD5D82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4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4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4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9" name="Freeform 80">
                  <a:extLst>
                    <a:ext uri="{FF2B5EF4-FFF2-40B4-BE49-F238E27FC236}">
                      <a16:creationId xmlns:a16="http://schemas.microsoft.com/office/drawing/2014/main" id="{9014B4A3-E646-0AFE-D72E-C1FBAAEAF5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90173" cy="33222"/>
                </a:xfrm>
                <a:custGeom>
                  <a:avLst/>
                  <a:gdLst>
                    <a:gd name="T0" fmla="*/ 4 w 24"/>
                    <a:gd name="T1" fmla="*/ 9 h 9"/>
                    <a:gd name="T2" fmla="*/ 20 w 24"/>
                    <a:gd name="T3" fmla="*/ 9 h 9"/>
                    <a:gd name="T4" fmla="*/ 24 w 24"/>
                    <a:gd name="T5" fmla="*/ 5 h 9"/>
                    <a:gd name="T6" fmla="*/ 20 w 24"/>
                    <a:gd name="T7" fmla="*/ 0 h 9"/>
                    <a:gd name="T8" fmla="*/ 4 w 24"/>
                    <a:gd name="T9" fmla="*/ 0 h 9"/>
                    <a:gd name="T10" fmla="*/ 0 w 24"/>
                    <a:gd name="T11" fmla="*/ 5 h 9"/>
                    <a:gd name="T12" fmla="*/ 4 w 24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9">
                      <a:moveTo>
                        <a:pt x="4" y="9"/>
                      </a:move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2" y="9"/>
                        <a:pt x="24" y="7"/>
                        <a:pt x="24" y="5"/>
                      </a:cubicBezTo>
                      <a:cubicBezTo>
                        <a:pt x="24" y="2"/>
                        <a:pt x="22" y="0"/>
                        <a:pt x="2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0" name="Freeform 81">
                  <a:extLst>
                    <a:ext uri="{FF2B5EF4-FFF2-40B4-BE49-F238E27FC236}">
                      <a16:creationId xmlns:a16="http://schemas.microsoft.com/office/drawing/2014/main" id="{73A1BA20-49DE-9E31-A5E4-BD15484DC1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132" y="4032786"/>
                  <a:ext cx="427133" cy="544199"/>
                </a:xfrm>
                <a:custGeom>
                  <a:avLst/>
                  <a:gdLst>
                    <a:gd name="T0" fmla="*/ 58 w 114"/>
                    <a:gd name="T1" fmla="*/ 145 h 145"/>
                    <a:gd name="T2" fmla="*/ 114 w 114"/>
                    <a:gd name="T3" fmla="*/ 88 h 145"/>
                    <a:gd name="T4" fmla="*/ 102 w 114"/>
                    <a:gd name="T5" fmla="*/ 56 h 145"/>
                    <a:gd name="T6" fmla="*/ 86 w 114"/>
                    <a:gd name="T7" fmla="*/ 14 h 145"/>
                    <a:gd name="T8" fmla="*/ 74 w 114"/>
                    <a:gd name="T9" fmla="*/ 1 h 145"/>
                    <a:gd name="T10" fmla="*/ 58 w 114"/>
                    <a:gd name="T11" fmla="*/ 1 h 145"/>
                    <a:gd name="T12" fmla="*/ 36 w 114"/>
                    <a:gd name="T13" fmla="*/ 1 h 145"/>
                    <a:gd name="T14" fmla="*/ 21 w 114"/>
                    <a:gd name="T15" fmla="*/ 38 h 145"/>
                    <a:gd name="T16" fmla="*/ 0 w 114"/>
                    <a:gd name="T17" fmla="*/ 89 h 145"/>
                    <a:gd name="T18" fmla="*/ 58 w 114"/>
                    <a:gd name="T19" fmla="*/ 145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145">
                      <a:moveTo>
                        <a:pt x="58" y="145"/>
                      </a:moveTo>
                      <a:cubicBezTo>
                        <a:pt x="95" y="145"/>
                        <a:pt x="114" y="118"/>
                        <a:pt x="114" y="88"/>
                      </a:cubicBezTo>
                      <a:cubicBezTo>
                        <a:pt x="114" y="78"/>
                        <a:pt x="109" y="67"/>
                        <a:pt x="102" y="56"/>
                      </a:cubicBezTo>
                      <a:cubicBezTo>
                        <a:pt x="95" y="45"/>
                        <a:pt x="90" y="27"/>
                        <a:pt x="86" y="14"/>
                      </a:cubicBezTo>
                      <a:cubicBezTo>
                        <a:pt x="83" y="0"/>
                        <a:pt x="74" y="1"/>
                        <a:pt x="74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45" y="1"/>
                        <a:pt x="36" y="1"/>
                      </a:cubicBezTo>
                      <a:cubicBezTo>
                        <a:pt x="27" y="1"/>
                        <a:pt x="29" y="19"/>
                        <a:pt x="21" y="38"/>
                      </a:cubicBezTo>
                      <a:cubicBezTo>
                        <a:pt x="14" y="58"/>
                        <a:pt x="0" y="68"/>
                        <a:pt x="0" y="89"/>
                      </a:cubicBezTo>
                      <a:cubicBezTo>
                        <a:pt x="0" y="111"/>
                        <a:pt x="20" y="145"/>
                        <a:pt x="58" y="14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1" name="Freeform 82">
                  <a:extLst>
                    <a:ext uri="{FF2B5EF4-FFF2-40B4-BE49-F238E27FC236}">
                      <a16:creationId xmlns:a16="http://schemas.microsoft.com/office/drawing/2014/main" id="{CB5494D5-1480-7FC2-F95A-D76DAD6CD5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862" y="4032786"/>
                  <a:ext cx="210403" cy="544199"/>
                </a:xfrm>
                <a:custGeom>
                  <a:avLst/>
                  <a:gdLst>
                    <a:gd name="T0" fmla="*/ 56 w 56"/>
                    <a:gd name="T1" fmla="*/ 88 h 145"/>
                    <a:gd name="T2" fmla="*/ 44 w 56"/>
                    <a:gd name="T3" fmla="*/ 56 h 145"/>
                    <a:gd name="T4" fmla="*/ 28 w 56"/>
                    <a:gd name="T5" fmla="*/ 14 h 145"/>
                    <a:gd name="T6" fmla="*/ 16 w 56"/>
                    <a:gd name="T7" fmla="*/ 1 h 145"/>
                    <a:gd name="T8" fmla="*/ 0 w 56"/>
                    <a:gd name="T9" fmla="*/ 1 h 145"/>
                    <a:gd name="T10" fmla="*/ 0 w 56"/>
                    <a:gd name="T11" fmla="*/ 145 h 145"/>
                    <a:gd name="T12" fmla="*/ 56 w 56"/>
                    <a:gd name="T13" fmla="*/ 88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145">
                      <a:moveTo>
                        <a:pt x="56" y="88"/>
                      </a:moveTo>
                      <a:cubicBezTo>
                        <a:pt x="56" y="78"/>
                        <a:pt x="51" y="67"/>
                        <a:pt x="44" y="56"/>
                      </a:cubicBezTo>
                      <a:cubicBezTo>
                        <a:pt x="37" y="45"/>
                        <a:pt x="32" y="27"/>
                        <a:pt x="28" y="14"/>
                      </a:cubicBezTo>
                      <a:cubicBezTo>
                        <a:pt x="25" y="0"/>
                        <a:pt x="16" y="1"/>
                        <a:pt x="16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37" y="145"/>
                        <a:pt x="56" y="118"/>
                        <a:pt x="56" y="8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2" name="Freeform 83">
                  <a:extLst>
                    <a:ext uri="{FF2B5EF4-FFF2-40B4-BE49-F238E27FC236}">
                      <a16:creationId xmlns:a16="http://schemas.microsoft.com/office/drawing/2014/main" id="{E2024417-4D3E-9DC5-D745-8A9785B12F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90173" cy="33222"/>
                </a:xfrm>
                <a:custGeom>
                  <a:avLst/>
                  <a:gdLst>
                    <a:gd name="T0" fmla="*/ 0 w 24"/>
                    <a:gd name="T1" fmla="*/ 5 h 9"/>
                    <a:gd name="T2" fmla="*/ 5 w 24"/>
                    <a:gd name="T3" fmla="*/ 9 h 9"/>
                    <a:gd name="T4" fmla="*/ 24 w 24"/>
                    <a:gd name="T5" fmla="*/ 9 h 9"/>
                    <a:gd name="T6" fmla="*/ 24 w 24"/>
                    <a:gd name="T7" fmla="*/ 0 h 9"/>
                    <a:gd name="T8" fmla="*/ 5 w 24"/>
                    <a:gd name="T9" fmla="*/ 0 h 9"/>
                    <a:gd name="T10" fmla="*/ 0 w 24"/>
                    <a:gd name="T11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0" y="5"/>
                      </a:move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3" name="Freeform 84">
                  <a:extLst>
                    <a:ext uri="{FF2B5EF4-FFF2-40B4-BE49-F238E27FC236}">
                      <a16:creationId xmlns:a16="http://schemas.microsoft.com/office/drawing/2014/main" id="{057AEB14-0093-ECFC-5772-FFB248656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5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4" name="Freeform 85">
                  <a:extLst>
                    <a:ext uri="{FF2B5EF4-FFF2-40B4-BE49-F238E27FC236}">
                      <a16:creationId xmlns:a16="http://schemas.microsoft.com/office/drawing/2014/main" id="{06169D74-261D-734A-1627-FEF7E6F304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4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5" name="Freeform 86">
                  <a:extLst>
                    <a:ext uri="{FF2B5EF4-FFF2-40B4-BE49-F238E27FC236}">
                      <a16:creationId xmlns:a16="http://schemas.microsoft.com/office/drawing/2014/main" id="{EDFEC613-18BF-9583-C8E8-777E735991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49042" cy="33222"/>
                </a:xfrm>
                <a:custGeom>
                  <a:avLst/>
                  <a:gdLst>
                    <a:gd name="T0" fmla="*/ 4 w 13"/>
                    <a:gd name="T1" fmla="*/ 9 h 9"/>
                    <a:gd name="T2" fmla="*/ 13 w 13"/>
                    <a:gd name="T3" fmla="*/ 9 h 9"/>
                    <a:gd name="T4" fmla="*/ 13 w 13"/>
                    <a:gd name="T5" fmla="*/ 0 h 9"/>
                    <a:gd name="T6" fmla="*/ 4 w 13"/>
                    <a:gd name="T7" fmla="*/ 0 h 9"/>
                    <a:gd name="T8" fmla="*/ 0 w 13"/>
                    <a:gd name="T9" fmla="*/ 5 h 9"/>
                    <a:gd name="T10" fmla="*/ 4 w 13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9">
                      <a:moveTo>
                        <a:pt x="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6" name="Freeform 157">
                  <a:extLst>
                    <a:ext uri="{FF2B5EF4-FFF2-40B4-BE49-F238E27FC236}">
                      <a16:creationId xmlns:a16="http://schemas.microsoft.com/office/drawing/2014/main" id="{7128AD3E-44E0-EB2A-330F-C0C27605981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214624" y="3487005"/>
                  <a:ext cx="25311" cy="336961"/>
                </a:xfrm>
                <a:custGeom>
                  <a:avLst/>
                  <a:gdLst>
                    <a:gd name="T0" fmla="*/ 16 w 16"/>
                    <a:gd name="T1" fmla="*/ 213 h 213"/>
                    <a:gd name="T2" fmla="*/ 0 w 16"/>
                    <a:gd name="T3" fmla="*/ 213 h 213"/>
                    <a:gd name="T4" fmla="*/ 0 w 16"/>
                    <a:gd name="T5" fmla="*/ 156 h 213"/>
                    <a:gd name="T6" fmla="*/ 16 w 16"/>
                    <a:gd name="T7" fmla="*/ 156 h 213"/>
                    <a:gd name="T8" fmla="*/ 16 w 16"/>
                    <a:gd name="T9" fmla="*/ 213 h 213"/>
                    <a:gd name="T10" fmla="*/ 16 w 16"/>
                    <a:gd name="T11" fmla="*/ 113 h 213"/>
                    <a:gd name="T12" fmla="*/ 0 w 16"/>
                    <a:gd name="T13" fmla="*/ 113 h 213"/>
                    <a:gd name="T14" fmla="*/ 0 w 16"/>
                    <a:gd name="T15" fmla="*/ 54 h 213"/>
                    <a:gd name="T16" fmla="*/ 16 w 16"/>
                    <a:gd name="T17" fmla="*/ 54 h 213"/>
                    <a:gd name="T18" fmla="*/ 16 w 16"/>
                    <a:gd name="T19" fmla="*/ 113 h 213"/>
                    <a:gd name="T20" fmla="*/ 16 w 16"/>
                    <a:gd name="T21" fmla="*/ 12 h 213"/>
                    <a:gd name="T22" fmla="*/ 0 w 16"/>
                    <a:gd name="T23" fmla="*/ 12 h 213"/>
                    <a:gd name="T24" fmla="*/ 0 w 16"/>
                    <a:gd name="T25" fmla="*/ 0 h 213"/>
                    <a:gd name="T26" fmla="*/ 16 w 16"/>
                    <a:gd name="T27" fmla="*/ 0 h 213"/>
                    <a:gd name="T28" fmla="*/ 16 w 16"/>
                    <a:gd name="T29" fmla="*/ 12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13">
                      <a:moveTo>
                        <a:pt x="16" y="213"/>
                      </a:moveTo>
                      <a:lnTo>
                        <a:pt x="0" y="213"/>
                      </a:lnTo>
                      <a:lnTo>
                        <a:pt x="0" y="156"/>
                      </a:lnTo>
                      <a:lnTo>
                        <a:pt x="16" y="156"/>
                      </a:lnTo>
                      <a:lnTo>
                        <a:pt x="16" y="213"/>
                      </a:lnTo>
                      <a:close/>
                      <a:moveTo>
                        <a:pt x="16" y="113"/>
                      </a:moveTo>
                      <a:lnTo>
                        <a:pt x="0" y="113"/>
                      </a:lnTo>
                      <a:lnTo>
                        <a:pt x="0" y="54"/>
                      </a:lnTo>
                      <a:lnTo>
                        <a:pt x="16" y="54"/>
                      </a:lnTo>
                      <a:lnTo>
                        <a:pt x="16" y="113"/>
                      </a:lnTo>
                      <a:close/>
                      <a:moveTo>
                        <a:pt x="16" y="1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6" name="组合 1015">
              <a:extLst>
                <a:ext uri="{FF2B5EF4-FFF2-40B4-BE49-F238E27FC236}">
                  <a16:creationId xmlns:a16="http://schemas.microsoft.com/office/drawing/2014/main" id="{DE7C10B8-F6B5-E0F2-6F77-12881BBDE529}"/>
                </a:ext>
              </a:extLst>
            </p:cNvPr>
            <p:cNvGrpSpPr/>
            <p:nvPr/>
          </p:nvGrpSpPr>
          <p:grpSpPr>
            <a:xfrm>
              <a:off x="1867979" y="2537458"/>
              <a:ext cx="322944" cy="1889240"/>
              <a:chOff x="1867979" y="2537458"/>
              <a:chExt cx="322944" cy="1889240"/>
            </a:xfrm>
          </p:grpSpPr>
          <p:grpSp>
            <p:nvGrpSpPr>
              <p:cNvPr id="1090" name="组合 1089">
                <a:extLst>
                  <a:ext uri="{FF2B5EF4-FFF2-40B4-BE49-F238E27FC236}">
                    <a16:creationId xmlns:a16="http://schemas.microsoft.com/office/drawing/2014/main" id="{74232DE4-9278-65FD-EF36-ABDEF6E0C37E}"/>
                  </a:ext>
                </a:extLst>
              </p:cNvPr>
              <p:cNvGrpSpPr/>
              <p:nvPr/>
            </p:nvGrpSpPr>
            <p:grpSpPr>
              <a:xfrm>
                <a:off x="1867979" y="3487005"/>
                <a:ext cx="322723" cy="939693"/>
                <a:chOff x="1867979" y="3487005"/>
                <a:chExt cx="322723" cy="939693"/>
              </a:xfrm>
            </p:grpSpPr>
            <p:sp>
              <p:nvSpPr>
                <p:cNvPr id="1103" name="Freeform 107">
                  <a:extLst>
                    <a:ext uri="{FF2B5EF4-FFF2-40B4-BE49-F238E27FC236}">
                      <a16:creationId xmlns:a16="http://schemas.microsoft.com/office/drawing/2014/main" id="{4D53439B-5435-66CB-1CFB-EA842804BB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129722" cy="26894"/>
                </a:xfrm>
                <a:custGeom>
                  <a:avLst/>
                  <a:gdLst>
                    <a:gd name="T0" fmla="*/ 32 w 35"/>
                    <a:gd name="T1" fmla="*/ 0 h 7"/>
                    <a:gd name="T2" fmla="*/ 4 w 35"/>
                    <a:gd name="T3" fmla="*/ 0 h 7"/>
                    <a:gd name="T4" fmla="*/ 0 w 35"/>
                    <a:gd name="T5" fmla="*/ 4 h 7"/>
                    <a:gd name="T6" fmla="*/ 4 w 35"/>
                    <a:gd name="T7" fmla="*/ 7 h 7"/>
                    <a:gd name="T8" fmla="*/ 32 w 35"/>
                    <a:gd name="T9" fmla="*/ 7 h 7"/>
                    <a:gd name="T10" fmla="*/ 35 w 35"/>
                    <a:gd name="T11" fmla="*/ 4 h 7"/>
                    <a:gd name="T12" fmla="*/ 32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2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6"/>
                        <a:pt x="35" y="4"/>
                      </a:cubicBezTo>
                      <a:cubicBezTo>
                        <a:pt x="35" y="2"/>
                        <a:pt x="34" y="0"/>
                        <a:pt x="32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4" name="Freeform 108">
                  <a:extLst>
                    <a:ext uri="{FF2B5EF4-FFF2-40B4-BE49-F238E27FC236}">
                      <a16:creationId xmlns:a16="http://schemas.microsoft.com/office/drawing/2014/main" id="{88C4A5EE-0A71-1519-56A8-0FA06E754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129722" cy="25311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5" name="Freeform 109">
                  <a:extLst>
                    <a:ext uri="{FF2B5EF4-FFF2-40B4-BE49-F238E27FC236}">
                      <a16:creationId xmlns:a16="http://schemas.microsoft.com/office/drawing/2014/main" id="{00BBF4B5-5B37-D5CB-34B8-AF0C790280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129722" cy="26894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6" name="Freeform 110">
                  <a:extLst>
                    <a:ext uri="{FF2B5EF4-FFF2-40B4-BE49-F238E27FC236}">
                      <a16:creationId xmlns:a16="http://schemas.microsoft.com/office/drawing/2014/main" id="{DF6BD24B-3AAD-BCA9-163E-D09DEC20A4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71190" cy="22148"/>
                </a:xfrm>
                <a:custGeom>
                  <a:avLst/>
                  <a:gdLst>
                    <a:gd name="T0" fmla="*/ 4 w 19"/>
                    <a:gd name="T1" fmla="*/ 6 h 6"/>
                    <a:gd name="T2" fmla="*/ 16 w 19"/>
                    <a:gd name="T3" fmla="*/ 6 h 6"/>
                    <a:gd name="T4" fmla="*/ 19 w 19"/>
                    <a:gd name="T5" fmla="*/ 3 h 6"/>
                    <a:gd name="T6" fmla="*/ 16 w 19"/>
                    <a:gd name="T7" fmla="*/ 0 h 6"/>
                    <a:gd name="T8" fmla="*/ 4 w 19"/>
                    <a:gd name="T9" fmla="*/ 0 h 6"/>
                    <a:gd name="T10" fmla="*/ 0 w 19"/>
                    <a:gd name="T11" fmla="*/ 3 h 6"/>
                    <a:gd name="T12" fmla="*/ 4 w 19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6">
                      <a:moveTo>
                        <a:pt x="4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5"/>
                        <a:pt x="19" y="3"/>
                      </a:cubicBezTo>
                      <a:cubicBezTo>
                        <a:pt x="19" y="1"/>
                        <a:pt x="17" y="0"/>
                        <a:pt x="16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7" name="Freeform 111">
                  <a:extLst>
                    <a:ext uri="{FF2B5EF4-FFF2-40B4-BE49-F238E27FC236}">
                      <a16:creationId xmlns:a16="http://schemas.microsoft.com/office/drawing/2014/main" id="{E4C858A9-64FD-F62E-1D65-0B32E763D8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7979" y="4018548"/>
                  <a:ext cx="322723" cy="408150"/>
                </a:xfrm>
                <a:custGeom>
                  <a:avLst/>
                  <a:gdLst>
                    <a:gd name="T0" fmla="*/ 43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3 w 86"/>
                    <a:gd name="T11" fmla="*/ 1 h 109"/>
                    <a:gd name="T12" fmla="*/ 27 w 86"/>
                    <a:gd name="T13" fmla="*/ 1 h 109"/>
                    <a:gd name="T14" fmla="*/ 15 w 86"/>
                    <a:gd name="T15" fmla="*/ 29 h 109"/>
                    <a:gd name="T16" fmla="*/ 0 w 86"/>
                    <a:gd name="T17" fmla="*/ 67 h 109"/>
                    <a:gd name="T18" fmla="*/ 43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3" y="109"/>
                      </a:moveTo>
                      <a:cubicBezTo>
                        <a:pt x="71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7" y="20"/>
                        <a:pt x="65" y="10"/>
                      </a:cubicBezTo>
                      <a:cubicBezTo>
                        <a:pt x="62" y="0"/>
                        <a:pt x="56" y="1"/>
                        <a:pt x="56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33" y="1"/>
                        <a:pt x="27" y="1"/>
                      </a:cubicBezTo>
                      <a:cubicBezTo>
                        <a:pt x="20" y="1"/>
                        <a:pt x="21" y="14"/>
                        <a:pt x="15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3" y="109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8" name="Freeform 112">
                  <a:extLst>
                    <a:ext uri="{FF2B5EF4-FFF2-40B4-BE49-F238E27FC236}">
                      <a16:creationId xmlns:a16="http://schemas.microsoft.com/office/drawing/2014/main" id="{207E7E83-E736-65CA-BCB4-9B044065E6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9341" y="4018548"/>
                  <a:ext cx="161361" cy="408150"/>
                </a:xfrm>
                <a:custGeom>
                  <a:avLst/>
                  <a:gdLst>
                    <a:gd name="T0" fmla="*/ 43 w 43"/>
                    <a:gd name="T1" fmla="*/ 66 h 109"/>
                    <a:gd name="T2" fmla="*/ 34 w 43"/>
                    <a:gd name="T3" fmla="*/ 42 h 109"/>
                    <a:gd name="T4" fmla="*/ 22 w 43"/>
                    <a:gd name="T5" fmla="*/ 10 h 109"/>
                    <a:gd name="T6" fmla="*/ 13 w 43"/>
                    <a:gd name="T7" fmla="*/ 1 h 109"/>
                    <a:gd name="T8" fmla="*/ 0 w 43"/>
                    <a:gd name="T9" fmla="*/ 1 h 109"/>
                    <a:gd name="T10" fmla="*/ 0 w 43"/>
                    <a:gd name="T11" fmla="*/ 109 h 109"/>
                    <a:gd name="T12" fmla="*/ 43 w 43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09">
                      <a:moveTo>
                        <a:pt x="43" y="66"/>
                      </a:moveTo>
                      <a:cubicBezTo>
                        <a:pt x="43" y="59"/>
                        <a:pt x="39" y="51"/>
                        <a:pt x="34" y="42"/>
                      </a:cubicBezTo>
                      <a:cubicBezTo>
                        <a:pt x="29" y="34"/>
                        <a:pt x="24" y="20"/>
                        <a:pt x="22" y="10"/>
                      </a:cubicBezTo>
                      <a:cubicBezTo>
                        <a:pt x="19" y="0"/>
                        <a:pt x="13" y="1"/>
                        <a:pt x="1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3" y="89"/>
                        <a:pt x="43" y="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9" name="Freeform 113">
                  <a:extLst>
                    <a:ext uri="{FF2B5EF4-FFF2-40B4-BE49-F238E27FC236}">
                      <a16:creationId xmlns:a16="http://schemas.microsoft.com/office/drawing/2014/main" id="{A48F2448-38BF-3798-DFCE-A5A805BD7A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66443" cy="26894"/>
                </a:xfrm>
                <a:custGeom>
                  <a:avLst/>
                  <a:gdLst>
                    <a:gd name="T0" fmla="*/ 0 w 18"/>
                    <a:gd name="T1" fmla="*/ 4 h 7"/>
                    <a:gd name="T2" fmla="*/ 4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4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0" name="Freeform 114">
                  <a:extLst>
                    <a:ext uri="{FF2B5EF4-FFF2-40B4-BE49-F238E27FC236}">
                      <a16:creationId xmlns:a16="http://schemas.microsoft.com/office/drawing/2014/main" id="{C560EC46-9AAB-DE6B-6147-39F7BFCBD5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66443" cy="25311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1" name="Freeform 115">
                  <a:extLst>
                    <a:ext uri="{FF2B5EF4-FFF2-40B4-BE49-F238E27FC236}">
                      <a16:creationId xmlns:a16="http://schemas.microsoft.com/office/drawing/2014/main" id="{B6F9C923-5F46-E8DB-5B11-CDA4F1E2D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66443" cy="26894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2" name="Freeform 116">
                  <a:extLst>
                    <a:ext uri="{FF2B5EF4-FFF2-40B4-BE49-F238E27FC236}">
                      <a16:creationId xmlns:a16="http://schemas.microsoft.com/office/drawing/2014/main" id="{2CFF63FD-A1B9-657C-3A14-A0DB01215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37967" cy="22148"/>
                </a:xfrm>
                <a:custGeom>
                  <a:avLst/>
                  <a:gdLst>
                    <a:gd name="T0" fmla="*/ 4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4 w 10"/>
                    <a:gd name="T7" fmla="*/ 0 h 6"/>
                    <a:gd name="T8" fmla="*/ 0 w 10"/>
                    <a:gd name="T9" fmla="*/ 3 h 6"/>
                    <a:gd name="T10" fmla="*/ 4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4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3" name="Freeform 158">
                  <a:extLst>
                    <a:ext uri="{FF2B5EF4-FFF2-40B4-BE49-F238E27FC236}">
                      <a16:creationId xmlns:a16="http://schemas.microsoft.com/office/drawing/2014/main" id="{89EE43F9-0DE0-4FBF-5BF9-47C8A16C2F0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18267" y="3487005"/>
                  <a:ext cx="26894" cy="374928"/>
                </a:xfrm>
                <a:custGeom>
                  <a:avLst/>
                  <a:gdLst>
                    <a:gd name="T0" fmla="*/ 17 w 17"/>
                    <a:gd name="T1" fmla="*/ 237 h 237"/>
                    <a:gd name="T2" fmla="*/ 0 w 17"/>
                    <a:gd name="T3" fmla="*/ 237 h 237"/>
                    <a:gd name="T4" fmla="*/ 0 w 17"/>
                    <a:gd name="T5" fmla="*/ 177 h 237"/>
                    <a:gd name="T6" fmla="*/ 17 w 17"/>
                    <a:gd name="T7" fmla="*/ 177 h 237"/>
                    <a:gd name="T8" fmla="*/ 17 w 17"/>
                    <a:gd name="T9" fmla="*/ 237 h 237"/>
                    <a:gd name="T10" fmla="*/ 17 w 17"/>
                    <a:gd name="T11" fmla="*/ 135 h 237"/>
                    <a:gd name="T12" fmla="*/ 0 w 17"/>
                    <a:gd name="T13" fmla="*/ 135 h 237"/>
                    <a:gd name="T14" fmla="*/ 0 w 17"/>
                    <a:gd name="T15" fmla="*/ 75 h 237"/>
                    <a:gd name="T16" fmla="*/ 17 w 17"/>
                    <a:gd name="T17" fmla="*/ 75 h 237"/>
                    <a:gd name="T18" fmla="*/ 17 w 17"/>
                    <a:gd name="T19" fmla="*/ 135 h 237"/>
                    <a:gd name="T20" fmla="*/ 17 w 17"/>
                    <a:gd name="T21" fmla="*/ 35 h 237"/>
                    <a:gd name="T22" fmla="*/ 0 w 17"/>
                    <a:gd name="T23" fmla="*/ 35 h 237"/>
                    <a:gd name="T24" fmla="*/ 0 w 17"/>
                    <a:gd name="T25" fmla="*/ 0 h 237"/>
                    <a:gd name="T26" fmla="*/ 17 w 17"/>
                    <a:gd name="T27" fmla="*/ 0 h 237"/>
                    <a:gd name="T28" fmla="*/ 17 w 17"/>
                    <a:gd name="T29" fmla="*/ 35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37">
                      <a:moveTo>
                        <a:pt x="17" y="237"/>
                      </a:moveTo>
                      <a:lnTo>
                        <a:pt x="0" y="237"/>
                      </a:lnTo>
                      <a:lnTo>
                        <a:pt x="0" y="177"/>
                      </a:lnTo>
                      <a:lnTo>
                        <a:pt x="17" y="177"/>
                      </a:lnTo>
                      <a:lnTo>
                        <a:pt x="17" y="237"/>
                      </a:lnTo>
                      <a:close/>
                      <a:moveTo>
                        <a:pt x="17" y="135"/>
                      </a:moveTo>
                      <a:lnTo>
                        <a:pt x="0" y="135"/>
                      </a:lnTo>
                      <a:lnTo>
                        <a:pt x="0" y="75"/>
                      </a:lnTo>
                      <a:lnTo>
                        <a:pt x="17" y="75"/>
                      </a:lnTo>
                      <a:lnTo>
                        <a:pt x="17" y="135"/>
                      </a:lnTo>
                      <a:close/>
                      <a:moveTo>
                        <a:pt x="17" y="35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35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91" name="组合 1090">
                <a:extLst>
                  <a:ext uri="{FF2B5EF4-FFF2-40B4-BE49-F238E27FC236}">
                    <a16:creationId xmlns:a16="http://schemas.microsoft.com/office/drawing/2014/main" id="{B2E9B5C4-CDE9-9C30-74B7-31516EC8BABB}"/>
                  </a:ext>
                </a:extLst>
              </p:cNvPr>
              <p:cNvGrpSpPr/>
              <p:nvPr/>
            </p:nvGrpSpPr>
            <p:grpSpPr>
              <a:xfrm flipV="1">
                <a:off x="1868200" y="2537458"/>
                <a:ext cx="322723" cy="939693"/>
                <a:chOff x="1867979" y="3487005"/>
                <a:chExt cx="322723" cy="939693"/>
              </a:xfrm>
              <a:noFill/>
            </p:grpSpPr>
            <p:sp>
              <p:nvSpPr>
                <p:cNvPr id="1092" name="Freeform 107">
                  <a:extLst>
                    <a:ext uri="{FF2B5EF4-FFF2-40B4-BE49-F238E27FC236}">
                      <a16:creationId xmlns:a16="http://schemas.microsoft.com/office/drawing/2014/main" id="{FD16331C-EFB8-D15C-BAFF-FB03AA2E7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129722" cy="26894"/>
                </a:xfrm>
                <a:custGeom>
                  <a:avLst/>
                  <a:gdLst>
                    <a:gd name="T0" fmla="*/ 32 w 35"/>
                    <a:gd name="T1" fmla="*/ 0 h 7"/>
                    <a:gd name="T2" fmla="*/ 4 w 35"/>
                    <a:gd name="T3" fmla="*/ 0 h 7"/>
                    <a:gd name="T4" fmla="*/ 0 w 35"/>
                    <a:gd name="T5" fmla="*/ 4 h 7"/>
                    <a:gd name="T6" fmla="*/ 4 w 35"/>
                    <a:gd name="T7" fmla="*/ 7 h 7"/>
                    <a:gd name="T8" fmla="*/ 32 w 35"/>
                    <a:gd name="T9" fmla="*/ 7 h 7"/>
                    <a:gd name="T10" fmla="*/ 35 w 35"/>
                    <a:gd name="T11" fmla="*/ 4 h 7"/>
                    <a:gd name="T12" fmla="*/ 32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2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6"/>
                        <a:pt x="35" y="4"/>
                      </a:cubicBezTo>
                      <a:cubicBezTo>
                        <a:pt x="35" y="2"/>
                        <a:pt x="34" y="0"/>
                        <a:pt x="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3" name="Freeform 108">
                  <a:extLst>
                    <a:ext uri="{FF2B5EF4-FFF2-40B4-BE49-F238E27FC236}">
                      <a16:creationId xmlns:a16="http://schemas.microsoft.com/office/drawing/2014/main" id="{7471A423-C001-D336-82FE-E0CCFDD39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129722" cy="25311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4" name="Freeform 109">
                  <a:extLst>
                    <a:ext uri="{FF2B5EF4-FFF2-40B4-BE49-F238E27FC236}">
                      <a16:creationId xmlns:a16="http://schemas.microsoft.com/office/drawing/2014/main" id="{98E7D9A9-9C5F-3F47-1B00-EBFC109D56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129722" cy="26894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5" name="Freeform 110">
                  <a:extLst>
                    <a:ext uri="{FF2B5EF4-FFF2-40B4-BE49-F238E27FC236}">
                      <a16:creationId xmlns:a16="http://schemas.microsoft.com/office/drawing/2014/main" id="{B9994028-2561-5D63-EC92-9E8594A45B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71190" cy="22148"/>
                </a:xfrm>
                <a:custGeom>
                  <a:avLst/>
                  <a:gdLst>
                    <a:gd name="T0" fmla="*/ 4 w 19"/>
                    <a:gd name="T1" fmla="*/ 6 h 6"/>
                    <a:gd name="T2" fmla="*/ 16 w 19"/>
                    <a:gd name="T3" fmla="*/ 6 h 6"/>
                    <a:gd name="T4" fmla="*/ 19 w 19"/>
                    <a:gd name="T5" fmla="*/ 3 h 6"/>
                    <a:gd name="T6" fmla="*/ 16 w 19"/>
                    <a:gd name="T7" fmla="*/ 0 h 6"/>
                    <a:gd name="T8" fmla="*/ 4 w 19"/>
                    <a:gd name="T9" fmla="*/ 0 h 6"/>
                    <a:gd name="T10" fmla="*/ 0 w 19"/>
                    <a:gd name="T11" fmla="*/ 3 h 6"/>
                    <a:gd name="T12" fmla="*/ 4 w 19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6">
                      <a:moveTo>
                        <a:pt x="4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5"/>
                        <a:pt x="19" y="3"/>
                      </a:cubicBezTo>
                      <a:cubicBezTo>
                        <a:pt x="19" y="1"/>
                        <a:pt x="17" y="0"/>
                        <a:pt x="16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6" name="Freeform 111">
                  <a:extLst>
                    <a:ext uri="{FF2B5EF4-FFF2-40B4-BE49-F238E27FC236}">
                      <a16:creationId xmlns:a16="http://schemas.microsoft.com/office/drawing/2014/main" id="{E48410A4-E583-F15B-B2AF-2DEA4790AA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7979" y="4018548"/>
                  <a:ext cx="322723" cy="408150"/>
                </a:xfrm>
                <a:custGeom>
                  <a:avLst/>
                  <a:gdLst>
                    <a:gd name="T0" fmla="*/ 43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3 w 86"/>
                    <a:gd name="T11" fmla="*/ 1 h 109"/>
                    <a:gd name="T12" fmla="*/ 27 w 86"/>
                    <a:gd name="T13" fmla="*/ 1 h 109"/>
                    <a:gd name="T14" fmla="*/ 15 w 86"/>
                    <a:gd name="T15" fmla="*/ 29 h 109"/>
                    <a:gd name="T16" fmla="*/ 0 w 86"/>
                    <a:gd name="T17" fmla="*/ 67 h 109"/>
                    <a:gd name="T18" fmla="*/ 43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3" y="109"/>
                      </a:moveTo>
                      <a:cubicBezTo>
                        <a:pt x="71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7" y="20"/>
                        <a:pt x="65" y="10"/>
                      </a:cubicBezTo>
                      <a:cubicBezTo>
                        <a:pt x="62" y="0"/>
                        <a:pt x="56" y="1"/>
                        <a:pt x="56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33" y="1"/>
                        <a:pt x="27" y="1"/>
                      </a:cubicBezTo>
                      <a:cubicBezTo>
                        <a:pt x="20" y="1"/>
                        <a:pt x="21" y="14"/>
                        <a:pt x="15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3" y="10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7" name="Freeform 112">
                  <a:extLst>
                    <a:ext uri="{FF2B5EF4-FFF2-40B4-BE49-F238E27FC236}">
                      <a16:creationId xmlns:a16="http://schemas.microsoft.com/office/drawing/2014/main" id="{2C2101E0-5536-4857-E3D8-77ACE05613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9341" y="4018548"/>
                  <a:ext cx="161361" cy="408150"/>
                </a:xfrm>
                <a:custGeom>
                  <a:avLst/>
                  <a:gdLst>
                    <a:gd name="T0" fmla="*/ 43 w 43"/>
                    <a:gd name="T1" fmla="*/ 66 h 109"/>
                    <a:gd name="T2" fmla="*/ 34 w 43"/>
                    <a:gd name="T3" fmla="*/ 42 h 109"/>
                    <a:gd name="T4" fmla="*/ 22 w 43"/>
                    <a:gd name="T5" fmla="*/ 10 h 109"/>
                    <a:gd name="T6" fmla="*/ 13 w 43"/>
                    <a:gd name="T7" fmla="*/ 1 h 109"/>
                    <a:gd name="T8" fmla="*/ 0 w 43"/>
                    <a:gd name="T9" fmla="*/ 1 h 109"/>
                    <a:gd name="T10" fmla="*/ 0 w 43"/>
                    <a:gd name="T11" fmla="*/ 109 h 109"/>
                    <a:gd name="T12" fmla="*/ 43 w 43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09">
                      <a:moveTo>
                        <a:pt x="43" y="66"/>
                      </a:moveTo>
                      <a:cubicBezTo>
                        <a:pt x="43" y="59"/>
                        <a:pt x="39" y="51"/>
                        <a:pt x="34" y="42"/>
                      </a:cubicBezTo>
                      <a:cubicBezTo>
                        <a:pt x="29" y="34"/>
                        <a:pt x="24" y="20"/>
                        <a:pt x="22" y="10"/>
                      </a:cubicBezTo>
                      <a:cubicBezTo>
                        <a:pt x="19" y="0"/>
                        <a:pt x="13" y="1"/>
                        <a:pt x="1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3" y="89"/>
                        <a:pt x="43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8" name="Freeform 113">
                  <a:extLst>
                    <a:ext uri="{FF2B5EF4-FFF2-40B4-BE49-F238E27FC236}">
                      <a16:creationId xmlns:a16="http://schemas.microsoft.com/office/drawing/2014/main" id="{ECC9C2C2-C3BC-6906-9EC2-967757B4AF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66443" cy="26894"/>
                </a:xfrm>
                <a:custGeom>
                  <a:avLst/>
                  <a:gdLst>
                    <a:gd name="T0" fmla="*/ 0 w 18"/>
                    <a:gd name="T1" fmla="*/ 4 h 7"/>
                    <a:gd name="T2" fmla="*/ 4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4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9" name="Freeform 114">
                  <a:extLst>
                    <a:ext uri="{FF2B5EF4-FFF2-40B4-BE49-F238E27FC236}">
                      <a16:creationId xmlns:a16="http://schemas.microsoft.com/office/drawing/2014/main" id="{29034B25-8A64-6FE3-D8AA-4A739D4C82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66443" cy="25311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0" name="Freeform 115">
                  <a:extLst>
                    <a:ext uri="{FF2B5EF4-FFF2-40B4-BE49-F238E27FC236}">
                      <a16:creationId xmlns:a16="http://schemas.microsoft.com/office/drawing/2014/main" id="{A3DC0246-F22E-615C-6F4D-61CFE87DB7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66443" cy="26894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1" name="Freeform 116">
                  <a:extLst>
                    <a:ext uri="{FF2B5EF4-FFF2-40B4-BE49-F238E27FC236}">
                      <a16:creationId xmlns:a16="http://schemas.microsoft.com/office/drawing/2014/main" id="{8E18B917-881D-61A6-350C-B0B9259245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37967" cy="22148"/>
                </a:xfrm>
                <a:custGeom>
                  <a:avLst/>
                  <a:gdLst>
                    <a:gd name="T0" fmla="*/ 4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4 w 10"/>
                    <a:gd name="T7" fmla="*/ 0 h 6"/>
                    <a:gd name="T8" fmla="*/ 0 w 10"/>
                    <a:gd name="T9" fmla="*/ 3 h 6"/>
                    <a:gd name="T10" fmla="*/ 4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4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2" name="Freeform 158">
                  <a:extLst>
                    <a:ext uri="{FF2B5EF4-FFF2-40B4-BE49-F238E27FC236}">
                      <a16:creationId xmlns:a16="http://schemas.microsoft.com/office/drawing/2014/main" id="{737508CB-FB42-4222-FDB4-73DE7340084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18267" y="3487005"/>
                  <a:ext cx="26894" cy="374928"/>
                </a:xfrm>
                <a:custGeom>
                  <a:avLst/>
                  <a:gdLst>
                    <a:gd name="T0" fmla="*/ 17 w 17"/>
                    <a:gd name="T1" fmla="*/ 237 h 237"/>
                    <a:gd name="T2" fmla="*/ 0 w 17"/>
                    <a:gd name="T3" fmla="*/ 237 h 237"/>
                    <a:gd name="T4" fmla="*/ 0 w 17"/>
                    <a:gd name="T5" fmla="*/ 177 h 237"/>
                    <a:gd name="T6" fmla="*/ 17 w 17"/>
                    <a:gd name="T7" fmla="*/ 177 h 237"/>
                    <a:gd name="T8" fmla="*/ 17 w 17"/>
                    <a:gd name="T9" fmla="*/ 237 h 237"/>
                    <a:gd name="T10" fmla="*/ 17 w 17"/>
                    <a:gd name="T11" fmla="*/ 135 h 237"/>
                    <a:gd name="T12" fmla="*/ 0 w 17"/>
                    <a:gd name="T13" fmla="*/ 135 h 237"/>
                    <a:gd name="T14" fmla="*/ 0 w 17"/>
                    <a:gd name="T15" fmla="*/ 75 h 237"/>
                    <a:gd name="T16" fmla="*/ 17 w 17"/>
                    <a:gd name="T17" fmla="*/ 75 h 237"/>
                    <a:gd name="T18" fmla="*/ 17 w 17"/>
                    <a:gd name="T19" fmla="*/ 135 h 237"/>
                    <a:gd name="T20" fmla="*/ 17 w 17"/>
                    <a:gd name="T21" fmla="*/ 35 h 237"/>
                    <a:gd name="T22" fmla="*/ 0 w 17"/>
                    <a:gd name="T23" fmla="*/ 35 h 237"/>
                    <a:gd name="T24" fmla="*/ 0 w 17"/>
                    <a:gd name="T25" fmla="*/ 0 h 237"/>
                    <a:gd name="T26" fmla="*/ 17 w 17"/>
                    <a:gd name="T27" fmla="*/ 0 h 237"/>
                    <a:gd name="T28" fmla="*/ 17 w 17"/>
                    <a:gd name="T29" fmla="*/ 35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37">
                      <a:moveTo>
                        <a:pt x="17" y="237"/>
                      </a:moveTo>
                      <a:lnTo>
                        <a:pt x="0" y="237"/>
                      </a:lnTo>
                      <a:lnTo>
                        <a:pt x="0" y="177"/>
                      </a:lnTo>
                      <a:lnTo>
                        <a:pt x="17" y="177"/>
                      </a:lnTo>
                      <a:lnTo>
                        <a:pt x="17" y="237"/>
                      </a:lnTo>
                      <a:close/>
                      <a:moveTo>
                        <a:pt x="17" y="135"/>
                      </a:moveTo>
                      <a:lnTo>
                        <a:pt x="0" y="135"/>
                      </a:lnTo>
                      <a:lnTo>
                        <a:pt x="0" y="75"/>
                      </a:lnTo>
                      <a:lnTo>
                        <a:pt x="17" y="75"/>
                      </a:lnTo>
                      <a:lnTo>
                        <a:pt x="17" y="135"/>
                      </a:lnTo>
                      <a:close/>
                      <a:moveTo>
                        <a:pt x="17" y="35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7" name="组合 1016">
              <a:extLst>
                <a:ext uri="{FF2B5EF4-FFF2-40B4-BE49-F238E27FC236}">
                  <a16:creationId xmlns:a16="http://schemas.microsoft.com/office/drawing/2014/main" id="{8F746989-FB82-610A-9B94-E9A44AA4B501}"/>
                </a:ext>
              </a:extLst>
            </p:cNvPr>
            <p:cNvGrpSpPr/>
            <p:nvPr/>
          </p:nvGrpSpPr>
          <p:grpSpPr>
            <a:xfrm>
              <a:off x="2336244" y="2051683"/>
              <a:ext cx="691544" cy="2843279"/>
              <a:chOff x="2336244" y="2051683"/>
              <a:chExt cx="691544" cy="2843279"/>
            </a:xfrm>
          </p:grpSpPr>
          <p:grpSp>
            <p:nvGrpSpPr>
              <p:cNvPr id="1066" name="组合 1065">
                <a:extLst>
                  <a:ext uri="{FF2B5EF4-FFF2-40B4-BE49-F238E27FC236}">
                    <a16:creationId xmlns:a16="http://schemas.microsoft.com/office/drawing/2014/main" id="{A6267CAF-7DB1-E180-90E3-40664089F7E2}"/>
                  </a:ext>
                </a:extLst>
              </p:cNvPr>
              <p:cNvGrpSpPr/>
              <p:nvPr/>
            </p:nvGrpSpPr>
            <p:grpSpPr>
              <a:xfrm>
                <a:off x="2336244" y="3487005"/>
                <a:ext cx="691323" cy="1407957"/>
                <a:chOff x="2336244" y="3487005"/>
                <a:chExt cx="691323" cy="1407957"/>
              </a:xfrm>
            </p:grpSpPr>
            <p:sp>
              <p:nvSpPr>
                <p:cNvPr id="1079" name="Freeform 87">
                  <a:extLst>
                    <a:ext uri="{FF2B5EF4-FFF2-40B4-BE49-F238E27FC236}">
                      <a16:creationId xmlns:a16="http://schemas.microsoft.com/office/drawing/2014/main" id="{E5F0F389-B2C6-C65C-E22C-37DE0D60B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280010" cy="55370"/>
                </a:xfrm>
                <a:custGeom>
                  <a:avLst/>
                  <a:gdLst>
                    <a:gd name="T0" fmla="*/ 68 w 75"/>
                    <a:gd name="T1" fmla="*/ 0 h 15"/>
                    <a:gd name="T2" fmla="*/ 7 w 75"/>
                    <a:gd name="T3" fmla="*/ 0 h 15"/>
                    <a:gd name="T4" fmla="*/ 0 w 75"/>
                    <a:gd name="T5" fmla="*/ 7 h 15"/>
                    <a:gd name="T6" fmla="*/ 7 w 75"/>
                    <a:gd name="T7" fmla="*/ 15 h 15"/>
                    <a:gd name="T8" fmla="*/ 68 w 75"/>
                    <a:gd name="T9" fmla="*/ 15 h 15"/>
                    <a:gd name="T10" fmla="*/ 75 w 75"/>
                    <a:gd name="T11" fmla="*/ 7 h 15"/>
                    <a:gd name="T12" fmla="*/ 68 w 75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6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0" name="Freeform 88">
                  <a:extLst>
                    <a:ext uri="{FF2B5EF4-FFF2-40B4-BE49-F238E27FC236}">
                      <a16:creationId xmlns:a16="http://schemas.microsoft.com/office/drawing/2014/main" id="{0B0282EE-D5D6-0B41-7208-6B31FDC2E1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1" name="Freeform 89">
                  <a:extLst>
                    <a:ext uri="{FF2B5EF4-FFF2-40B4-BE49-F238E27FC236}">
                      <a16:creationId xmlns:a16="http://schemas.microsoft.com/office/drawing/2014/main" id="{0A8DF2F7-CE56-77E4-C7CE-92951FEB6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2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2" name="Freeform 90">
                  <a:extLst>
                    <a:ext uri="{FF2B5EF4-FFF2-40B4-BE49-F238E27FC236}">
                      <a16:creationId xmlns:a16="http://schemas.microsoft.com/office/drawing/2014/main" id="{0F97FBF3-0C64-AA8E-9BAA-98294AF790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145542" cy="52205"/>
                </a:xfrm>
                <a:custGeom>
                  <a:avLst/>
                  <a:gdLst>
                    <a:gd name="T0" fmla="*/ 6 w 39"/>
                    <a:gd name="T1" fmla="*/ 14 h 14"/>
                    <a:gd name="T2" fmla="*/ 32 w 39"/>
                    <a:gd name="T3" fmla="*/ 14 h 14"/>
                    <a:gd name="T4" fmla="*/ 39 w 39"/>
                    <a:gd name="T5" fmla="*/ 7 h 14"/>
                    <a:gd name="T6" fmla="*/ 32 w 39"/>
                    <a:gd name="T7" fmla="*/ 0 h 14"/>
                    <a:gd name="T8" fmla="*/ 6 w 39"/>
                    <a:gd name="T9" fmla="*/ 0 h 14"/>
                    <a:gd name="T10" fmla="*/ 0 w 39"/>
                    <a:gd name="T11" fmla="*/ 7 h 14"/>
                    <a:gd name="T12" fmla="*/ 6 w 3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14">
                      <a:moveTo>
                        <a:pt x="6" y="14"/>
                      </a:move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6" y="14"/>
                        <a:pt x="39" y="11"/>
                        <a:pt x="39" y="7"/>
                      </a:cubicBezTo>
                      <a:cubicBezTo>
                        <a:pt x="39" y="3"/>
                        <a:pt x="36" y="0"/>
                        <a:pt x="32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3" name="Freeform 91">
                  <a:extLst>
                    <a:ext uri="{FF2B5EF4-FFF2-40B4-BE49-F238E27FC236}">
                      <a16:creationId xmlns:a16="http://schemas.microsoft.com/office/drawing/2014/main" id="{99F622D5-68C9-F773-69E2-1B7ED23428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6244" y="4010638"/>
                  <a:ext cx="691323" cy="884324"/>
                </a:xfrm>
                <a:custGeom>
                  <a:avLst/>
                  <a:gdLst>
                    <a:gd name="T0" fmla="*/ 93 w 185"/>
                    <a:gd name="T1" fmla="*/ 236 h 236"/>
                    <a:gd name="T2" fmla="*/ 185 w 185"/>
                    <a:gd name="T3" fmla="*/ 143 h 236"/>
                    <a:gd name="T4" fmla="*/ 166 w 185"/>
                    <a:gd name="T5" fmla="*/ 92 h 236"/>
                    <a:gd name="T6" fmla="*/ 140 w 185"/>
                    <a:gd name="T7" fmla="*/ 22 h 236"/>
                    <a:gd name="T8" fmla="*/ 120 w 185"/>
                    <a:gd name="T9" fmla="*/ 2 h 236"/>
                    <a:gd name="T10" fmla="*/ 93 w 185"/>
                    <a:gd name="T11" fmla="*/ 2 h 236"/>
                    <a:gd name="T12" fmla="*/ 58 w 185"/>
                    <a:gd name="T13" fmla="*/ 2 h 236"/>
                    <a:gd name="T14" fmla="*/ 34 w 185"/>
                    <a:gd name="T15" fmla="*/ 62 h 236"/>
                    <a:gd name="T16" fmla="*/ 0 w 185"/>
                    <a:gd name="T17" fmla="*/ 146 h 236"/>
                    <a:gd name="T18" fmla="*/ 93 w 185"/>
                    <a:gd name="T19" fmla="*/ 236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5" h="236">
                      <a:moveTo>
                        <a:pt x="93" y="236"/>
                      </a:moveTo>
                      <a:cubicBezTo>
                        <a:pt x="154" y="236"/>
                        <a:pt x="185" y="193"/>
                        <a:pt x="185" y="143"/>
                      </a:cubicBezTo>
                      <a:cubicBezTo>
                        <a:pt x="185" y="127"/>
                        <a:pt x="177" y="110"/>
                        <a:pt x="166" y="92"/>
                      </a:cubicBezTo>
                      <a:cubicBezTo>
                        <a:pt x="155" y="74"/>
                        <a:pt x="146" y="44"/>
                        <a:pt x="140" y="22"/>
                      </a:cubicBezTo>
                      <a:cubicBezTo>
                        <a:pt x="135" y="0"/>
                        <a:pt x="120" y="2"/>
                        <a:pt x="120" y="2"/>
                      </a:cubicBezTo>
                      <a:cubicBezTo>
                        <a:pt x="93" y="2"/>
                        <a:pt x="93" y="2"/>
                        <a:pt x="93" y="2"/>
                      </a:cubicBezTo>
                      <a:cubicBezTo>
                        <a:pt x="93" y="2"/>
                        <a:pt x="72" y="2"/>
                        <a:pt x="58" y="2"/>
                      </a:cubicBezTo>
                      <a:cubicBezTo>
                        <a:pt x="44" y="2"/>
                        <a:pt x="46" y="31"/>
                        <a:pt x="34" y="62"/>
                      </a:cubicBezTo>
                      <a:cubicBezTo>
                        <a:pt x="22" y="94"/>
                        <a:pt x="0" y="111"/>
                        <a:pt x="0" y="146"/>
                      </a:cubicBezTo>
                      <a:cubicBezTo>
                        <a:pt x="0" y="180"/>
                        <a:pt x="32" y="236"/>
                        <a:pt x="93" y="236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4" name="Freeform 92">
                  <a:extLst>
                    <a:ext uri="{FF2B5EF4-FFF2-40B4-BE49-F238E27FC236}">
                      <a16:creationId xmlns:a16="http://schemas.microsoft.com/office/drawing/2014/main" id="{51888F68-D8DC-F7B3-E87D-CEFED44003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4278" y="4010638"/>
                  <a:ext cx="343289" cy="884324"/>
                </a:xfrm>
                <a:custGeom>
                  <a:avLst/>
                  <a:gdLst>
                    <a:gd name="T0" fmla="*/ 92 w 92"/>
                    <a:gd name="T1" fmla="*/ 143 h 236"/>
                    <a:gd name="T2" fmla="*/ 73 w 92"/>
                    <a:gd name="T3" fmla="*/ 92 h 236"/>
                    <a:gd name="T4" fmla="*/ 47 w 92"/>
                    <a:gd name="T5" fmla="*/ 22 h 236"/>
                    <a:gd name="T6" fmla="*/ 27 w 92"/>
                    <a:gd name="T7" fmla="*/ 2 h 236"/>
                    <a:gd name="T8" fmla="*/ 0 w 92"/>
                    <a:gd name="T9" fmla="*/ 2 h 236"/>
                    <a:gd name="T10" fmla="*/ 0 w 92"/>
                    <a:gd name="T11" fmla="*/ 236 h 236"/>
                    <a:gd name="T12" fmla="*/ 92 w 92"/>
                    <a:gd name="T13" fmla="*/ 14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2" h="236">
                      <a:moveTo>
                        <a:pt x="92" y="143"/>
                      </a:moveTo>
                      <a:cubicBezTo>
                        <a:pt x="92" y="127"/>
                        <a:pt x="84" y="110"/>
                        <a:pt x="73" y="92"/>
                      </a:cubicBezTo>
                      <a:cubicBezTo>
                        <a:pt x="62" y="74"/>
                        <a:pt x="53" y="44"/>
                        <a:pt x="47" y="22"/>
                      </a:cubicBezTo>
                      <a:cubicBezTo>
                        <a:pt x="42" y="0"/>
                        <a:pt x="27" y="2"/>
                        <a:pt x="27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36"/>
                        <a:pt x="0" y="236"/>
                        <a:pt x="0" y="236"/>
                      </a:cubicBezTo>
                      <a:cubicBezTo>
                        <a:pt x="61" y="236"/>
                        <a:pt x="92" y="193"/>
                        <a:pt x="92" y="1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5" name="Freeform 93">
                  <a:extLst>
                    <a:ext uri="{FF2B5EF4-FFF2-40B4-BE49-F238E27FC236}">
                      <a16:creationId xmlns:a16="http://schemas.microsoft.com/office/drawing/2014/main" id="{339A9FE0-249B-992B-A905-EDE5C9D049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142378" cy="55370"/>
                </a:xfrm>
                <a:custGeom>
                  <a:avLst/>
                  <a:gdLst>
                    <a:gd name="T0" fmla="*/ 0 w 38"/>
                    <a:gd name="T1" fmla="*/ 7 h 15"/>
                    <a:gd name="T2" fmla="*/ 7 w 38"/>
                    <a:gd name="T3" fmla="*/ 15 h 15"/>
                    <a:gd name="T4" fmla="*/ 38 w 38"/>
                    <a:gd name="T5" fmla="*/ 15 h 15"/>
                    <a:gd name="T6" fmla="*/ 38 w 38"/>
                    <a:gd name="T7" fmla="*/ 0 h 15"/>
                    <a:gd name="T8" fmla="*/ 7 w 38"/>
                    <a:gd name="T9" fmla="*/ 0 h 15"/>
                    <a:gd name="T10" fmla="*/ 0 w 38"/>
                    <a:gd name="T11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0" y="7"/>
                      </a:move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6" name="Freeform 94">
                  <a:extLst>
                    <a:ext uri="{FF2B5EF4-FFF2-40B4-BE49-F238E27FC236}">
                      <a16:creationId xmlns:a16="http://schemas.microsoft.com/office/drawing/2014/main" id="{3DB3993F-B6D1-D319-7A12-F86E73AB1D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7" name="Freeform 95">
                  <a:extLst>
                    <a:ext uri="{FF2B5EF4-FFF2-40B4-BE49-F238E27FC236}">
                      <a16:creationId xmlns:a16="http://schemas.microsoft.com/office/drawing/2014/main" id="{E64F6BC4-3BEE-D6E0-5172-33C1613626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8" name="Freeform 96">
                  <a:extLst>
                    <a:ext uri="{FF2B5EF4-FFF2-40B4-BE49-F238E27FC236}">
                      <a16:creationId xmlns:a16="http://schemas.microsoft.com/office/drawing/2014/main" id="{E21014FB-34FC-B9C3-78E6-2B6D9D33E9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74353" cy="52205"/>
                </a:xfrm>
                <a:custGeom>
                  <a:avLst/>
                  <a:gdLst>
                    <a:gd name="T0" fmla="*/ 6 w 20"/>
                    <a:gd name="T1" fmla="*/ 14 h 14"/>
                    <a:gd name="T2" fmla="*/ 20 w 20"/>
                    <a:gd name="T3" fmla="*/ 14 h 14"/>
                    <a:gd name="T4" fmla="*/ 20 w 20"/>
                    <a:gd name="T5" fmla="*/ 0 h 14"/>
                    <a:gd name="T6" fmla="*/ 6 w 20"/>
                    <a:gd name="T7" fmla="*/ 0 h 14"/>
                    <a:gd name="T8" fmla="*/ 0 w 20"/>
                    <a:gd name="T9" fmla="*/ 7 h 14"/>
                    <a:gd name="T10" fmla="*/ 6 w 20"/>
                    <a:gd name="T1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14">
                      <a:moveTo>
                        <a:pt x="6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9" name="Freeform 159">
                  <a:extLst>
                    <a:ext uri="{FF2B5EF4-FFF2-40B4-BE49-F238E27FC236}">
                      <a16:creationId xmlns:a16="http://schemas.microsoft.com/office/drawing/2014/main" id="{AB041C54-3C9C-0766-9D6C-CFF16E9B172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673205" y="3487005"/>
                  <a:ext cx="25311" cy="183509"/>
                </a:xfrm>
                <a:custGeom>
                  <a:avLst/>
                  <a:gdLst>
                    <a:gd name="T0" fmla="*/ 16 w 16"/>
                    <a:gd name="T1" fmla="*/ 116 h 116"/>
                    <a:gd name="T2" fmla="*/ 0 w 16"/>
                    <a:gd name="T3" fmla="*/ 116 h 116"/>
                    <a:gd name="T4" fmla="*/ 0 w 16"/>
                    <a:gd name="T5" fmla="*/ 57 h 116"/>
                    <a:gd name="T6" fmla="*/ 16 w 16"/>
                    <a:gd name="T7" fmla="*/ 57 h 116"/>
                    <a:gd name="T8" fmla="*/ 16 w 16"/>
                    <a:gd name="T9" fmla="*/ 116 h 116"/>
                    <a:gd name="T10" fmla="*/ 16 w 16"/>
                    <a:gd name="T11" fmla="*/ 14 h 116"/>
                    <a:gd name="T12" fmla="*/ 0 w 16"/>
                    <a:gd name="T13" fmla="*/ 14 h 116"/>
                    <a:gd name="T14" fmla="*/ 0 w 16"/>
                    <a:gd name="T15" fmla="*/ 0 h 116"/>
                    <a:gd name="T16" fmla="*/ 16 w 16"/>
                    <a:gd name="T17" fmla="*/ 0 h 116"/>
                    <a:gd name="T18" fmla="*/ 16 w 16"/>
                    <a:gd name="T19" fmla="*/ 1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16">
                      <a:moveTo>
                        <a:pt x="16" y="116"/>
                      </a:moveTo>
                      <a:lnTo>
                        <a:pt x="0" y="116"/>
                      </a:lnTo>
                      <a:lnTo>
                        <a:pt x="0" y="57"/>
                      </a:lnTo>
                      <a:lnTo>
                        <a:pt x="16" y="57"/>
                      </a:lnTo>
                      <a:lnTo>
                        <a:pt x="16" y="116"/>
                      </a:lnTo>
                      <a:close/>
                      <a:moveTo>
                        <a:pt x="16" y="1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4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67" name="组合 1066">
                <a:extLst>
                  <a:ext uri="{FF2B5EF4-FFF2-40B4-BE49-F238E27FC236}">
                    <a16:creationId xmlns:a16="http://schemas.microsoft.com/office/drawing/2014/main" id="{92B14933-E58A-4625-0E8A-BADEE6431A68}"/>
                  </a:ext>
                </a:extLst>
              </p:cNvPr>
              <p:cNvGrpSpPr/>
              <p:nvPr/>
            </p:nvGrpSpPr>
            <p:grpSpPr>
              <a:xfrm flipV="1">
                <a:off x="2336465" y="2051683"/>
                <a:ext cx="691323" cy="1407957"/>
                <a:chOff x="2336244" y="3487005"/>
                <a:chExt cx="691323" cy="1407957"/>
              </a:xfrm>
              <a:noFill/>
            </p:grpSpPr>
            <p:sp>
              <p:nvSpPr>
                <p:cNvPr id="1068" name="Freeform 87">
                  <a:extLst>
                    <a:ext uri="{FF2B5EF4-FFF2-40B4-BE49-F238E27FC236}">
                      <a16:creationId xmlns:a16="http://schemas.microsoft.com/office/drawing/2014/main" id="{29BE3207-C651-4EE6-971F-B55198A4A8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280010" cy="55370"/>
                </a:xfrm>
                <a:custGeom>
                  <a:avLst/>
                  <a:gdLst>
                    <a:gd name="T0" fmla="*/ 68 w 75"/>
                    <a:gd name="T1" fmla="*/ 0 h 15"/>
                    <a:gd name="T2" fmla="*/ 7 w 75"/>
                    <a:gd name="T3" fmla="*/ 0 h 15"/>
                    <a:gd name="T4" fmla="*/ 0 w 75"/>
                    <a:gd name="T5" fmla="*/ 7 h 15"/>
                    <a:gd name="T6" fmla="*/ 7 w 75"/>
                    <a:gd name="T7" fmla="*/ 15 h 15"/>
                    <a:gd name="T8" fmla="*/ 68 w 75"/>
                    <a:gd name="T9" fmla="*/ 15 h 15"/>
                    <a:gd name="T10" fmla="*/ 75 w 75"/>
                    <a:gd name="T11" fmla="*/ 7 h 15"/>
                    <a:gd name="T12" fmla="*/ 68 w 75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6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9" name="Freeform 88">
                  <a:extLst>
                    <a:ext uri="{FF2B5EF4-FFF2-40B4-BE49-F238E27FC236}">
                      <a16:creationId xmlns:a16="http://schemas.microsoft.com/office/drawing/2014/main" id="{38D22E57-C485-49D6-9E12-EF8612E29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0" name="Freeform 89">
                  <a:extLst>
                    <a:ext uri="{FF2B5EF4-FFF2-40B4-BE49-F238E27FC236}">
                      <a16:creationId xmlns:a16="http://schemas.microsoft.com/office/drawing/2014/main" id="{8F340041-F6BF-7CE9-D2E7-7D4443C097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2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1" name="Freeform 90">
                  <a:extLst>
                    <a:ext uri="{FF2B5EF4-FFF2-40B4-BE49-F238E27FC236}">
                      <a16:creationId xmlns:a16="http://schemas.microsoft.com/office/drawing/2014/main" id="{D5E99857-671B-BF77-3CD3-A69AEBE915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145542" cy="52205"/>
                </a:xfrm>
                <a:custGeom>
                  <a:avLst/>
                  <a:gdLst>
                    <a:gd name="T0" fmla="*/ 6 w 39"/>
                    <a:gd name="T1" fmla="*/ 14 h 14"/>
                    <a:gd name="T2" fmla="*/ 32 w 39"/>
                    <a:gd name="T3" fmla="*/ 14 h 14"/>
                    <a:gd name="T4" fmla="*/ 39 w 39"/>
                    <a:gd name="T5" fmla="*/ 7 h 14"/>
                    <a:gd name="T6" fmla="*/ 32 w 39"/>
                    <a:gd name="T7" fmla="*/ 0 h 14"/>
                    <a:gd name="T8" fmla="*/ 6 w 39"/>
                    <a:gd name="T9" fmla="*/ 0 h 14"/>
                    <a:gd name="T10" fmla="*/ 0 w 39"/>
                    <a:gd name="T11" fmla="*/ 7 h 14"/>
                    <a:gd name="T12" fmla="*/ 6 w 3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14">
                      <a:moveTo>
                        <a:pt x="6" y="14"/>
                      </a:move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6" y="14"/>
                        <a:pt x="39" y="11"/>
                        <a:pt x="39" y="7"/>
                      </a:cubicBezTo>
                      <a:cubicBezTo>
                        <a:pt x="39" y="3"/>
                        <a:pt x="36" y="0"/>
                        <a:pt x="32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2" name="Freeform 91">
                  <a:extLst>
                    <a:ext uri="{FF2B5EF4-FFF2-40B4-BE49-F238E27FC236}">
                      <a16:creationId xmlns:a16="http://schemas.microsoft.com/office/drawing/2014/main" id="{46F49EFD-79B2-3F10-2ADD-E4F80F922F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6244" y="4010638"/>
                  <a:ext cx="691323" cy="884324"/>
                </a:xfrm>
                <a:custGeom>
                  <a:avLst/>
                  <a:gdLst>
                    <a:gd name="T0" fmla="*/ 93 w 185"/>
                    <a:gd name="T1" fmla="*/ 236 h 236"/>
                    <a:gd name="T2" fmla="*/ 185 w 185"/>
                    <a:gd name="T3" fmla="*/ 143 h 236"/>
                    <a:gd name="T4" fmla="*/ 166 w 185"/>
                    <a:gd name="T5" fmla="*/ 92 h 236"/>
                    <a:gd name="T6" fmla="*/ 140 w 185"/>
                    <a:gd name="T7" fmla="*/ 22 h 236"/>
                    <a:gd name="T8" fmla="*/ 120 w 185"/>
                    <a:gd name="T9" fmla="*/ 2 h 236"/>
                    <a:gd name="T10" fmla="*/ 93 w 185"/>
                    <a:gd name="T11" fmla="*/ 2 h 236"/>
                    <a:gd name="T12" fmla="*/ 58 w 185"/>
                    <a:gd name="T13" fmla="*/ 2 h 236"/>
                    <a:gd name="T14" fmla="*/ 34 w 185"/>
                    <a:gd name="T15" fmla="*/ 62 h 236"/>
                    <a:gd name="T16" fmla="*/ 0 w 185"/>
                    <a:gd name="T17" fmla="*/ 146 h 236"/>
                    <a:gd name="T18" fmla="*/ 93 w 185"/>
                    <a:gd name="T19" fmla="*/ 236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5" h="236">
                      <a:moveTo>
                        <a:pt x="93" y="236"/>
                      </a:moveTo>
                      <a:cubicBezTo>
                        <a:pt x="154" y="236"/>
                        <a:pt x="185" y="193"/>
                        <a:pt x="185" y="143"/>
                      </a:cubicBezTo>
                      <a:cubicBezTo>
                        <a:pt x="185" y="127"/>
                        <a:pt x="177" y="110"/>
                        <a:pt x="166" y="92"/>
                      </a:cubicBezTo>
                      <a:cubicBezTo>
                        <a:pt x="155" y="74"/>
                        <a:pt x="146" y="44"/>
                        <a:pt x="140" y="22"/>
                      </a:cubicBezTo>
                      <a:cubicBezTo>
                        <a:pt x="135" y="0"/>
                        <a:pt x="120" y="2"/>
                        <a:pt x="120" y="2"/>
                      </a:cubicBezTo>
                      <a:cubicBezTo>
                        <a:pt x="93" y="2"/>
                        <a:pt x="93" y="2"/>
                        <a:pt x="93" y="2"/>
                      </a:cubicBezTo>
                      <a:cubicBezTo>
                        <a:pt x="93" y="2"/>
                        <a:pt x="72" y="2"/>
                        <a:pt x="58" y="2"/>
                      </a:cubicBezTo>
                      <a:cubicBezTo>
                        <a:pt x="44" y="2"/>
                        <a:pt x="46" y="31"/>
                        <a:pt x="34" y="62"/>
                      </a:cubicBezTo>
                      <a:cubicBezTo>
                        <a:pt x="22" y="94"/>
                        <a:pt x="0" y="111"/>
                        <a:pt x="0" y="146"/>
                      </a:cubicBezTo>
                      <a:cubicBezTo>
                        <a:pt x="0" y="180"/>
                        <a:pt x="32" y="236"/>
                        <a:pt x="93" y="2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3" name="Freeform 92">
                  <a:extLst>
                    <a:ext uri="{FF2B5EF4-FFF2-40B4-BE49-F238E27FC236}">
                      <a16:creationId xmlns:a16="http://schemas.microsoft.com/office/drawing/2014/main" id="{85F679F7-6C7D-AFFA-591B-0D23240DF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4278" y="4010638"/>
                  <a:ext cx="343289" cy="884324"/>
                </a:xfrm>
                <a:custGeom>
                  <a:avLst/>
                  <a:gdLst>
                    <a:gd name="T0" fmla="*/ 92 w 92"/>
                    <a:gd name="T1" fmla="*/ 143 h 236"/>
                    <a:gd name="T2" fmla="*/ 73 w 92"/>
                    <a:gd name="T3" fmla="*/ 92 h 236"/>
                    <a:gd name="T4" fmla="*/ 47 w 92"/>
                    <a:gd name="T5" fmla="*/ 22 h 236"/>
                    <a:gd name="T6" fmla="*/ 27 w 92"/>
                    <a:gd name="T7" fmla="*/ 2 h 236"/>
                    <a:gd name="T8" fmla="*/ 0 w 92"/>
                    <a:gd name="T9" fmla="*/ 2 h 236"/>
                    <a:gd name="T10" fmla="*/ 0 w 92"/>
                    <a:gd name="T11" fmla="*/ 236 h 236"/>
                    <a:gd name="T12" fmla="*/ 92 w 92"/>
                    <a:gd name="T13" fmla="*/ 14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2" h="236">
                      <a:moveTo>
                        <a:pt x="92" y="143"/>
                      </a:moveTo>
                      <a:cubicBezTo>
                        <a:pt x="92" y="127"/>
                        <a:pt x="84" y="110"/>
                        <a:pt x="73" y="92"/>
                      </a:cubicBezTo>
                      <a:cubicBezTo>
                        <a:pt x="62" y="74"/>
                        <a:pt x="53" y="44"/>
                        <a:pt x="47" y="22"/>
                      </a:cubicBezTo>
                      <a:cubicBezTo>
                        <a:pt x="42" y="0"/>
                        <a:pt x="27" y="2"/>
                        <a:pt x="27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36"/>
                        <a:pt x="0" y="236"/>
                        <a:pt x="0" y="236"/>
                      </a:cubicBezTo>
                      <a:cubicBezTo>
                        <a:pt x="61" y="236"/>
                        <a:pt x="92" y="193"/>
                        <a:pt x="92" y="14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4" name="Freeform 93">
                  <a:extLst>
                    <a:ext uri="{FF2B5EF4-FFF2-40B4-BE49-F238E27FC236}">
                      <a16:creationId xmlns:a16="http://schemas.microsoft.com/office/drawing/2014/main" id="{0297D3EA-4B64-00A9-0B0F-4D60F770AF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142378" cy="55370"/>
                </a:xfrm>
                <a:custGeom>
                  <a:avLst/>
                  <a:gdLst>
                    <a:gd name="T0" fmla="*/ 0 w 38"/>
                    <a:gd name="T1" fmla="*/ 7 h 15"/>
                    <a:gd name="T2" fmla="*/ 7 w 38"/>
                    <a:gd name="T3" fmla="*/ 15 h 15"/>
                    <a:gd name="T4" fmla="*/ 38 w 38"/>
                    <a:gd name="T5" fmla="*/ 15 h 15"/>
                    <a:gd name="T6" fmla="*/ 38 w 38"/>
                    <a:gd name="T7" fmla="*/ 0 h 15"/>
                    <a:gd name="T8" fmla="*/ 7 w 38"/>
                    <a:gd name="T9" fmla="*/ 0 h 15"/>
                    <a:gd name="T10" fmla="*/ 0 w 38"/>
                    <a:gd name="T11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0" y="7"/>
                      </a:move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5" name="Freeform 94">
                  <a:extLst>
                    <a:ext uri="{FF2B5EF4-FFF2-40B4-BE49-F238E27FC236}">
                      <a16:creationId xmlns:a16="http://schemas.microsoft.com/office/drawing/2014/main" id="{CBB35AFA-D79C-4027-2E4A-BFF097E467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6" name="Freeform 95">
                  <a:extLst>
                    <a:ext uri="{FF2B5EF4-FFF2-40B4-BE49-F238E27FC236}">
                      <a16:creationId xmlns:a16="http://schemas.microsoft.com/office/drawing/2014/main" id="{8E68BCEC-1DF1-0BBB-B886-24EEDEF91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7" name="Freeform 96">
                  <a:extLst>
                    <a:ext uri="{FF2B5EF4-FFF2-40B4-BE49-F238E27FC236}">
                      <a16:creationId xmlns:a16="http://schemas.microsoft.com/office/drawing/2014/main" id="{11709D56-B170-09AF-C929-97E144CF10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74353" cy="52205"/>
                </a:xfrm>
                <a:custGeom>
                  <a:avLst/>
                  <a:gdLst>
                    <a:gd name="T0" fmla="*/ 6 w 20"/>
                    <a:gd name="T1" fmla="*/ 14 h 14"/>
                    <a:gd name="T2" fmla="*/ 20 w 20"/>
                    <a:gd name="T3" fmla="*/ 14 h 14"/>
                    <a:gd name="T4" fmla="*/ 20 w 20"/>
                    <a:gd name="T5" fmla="*/ 0 h 14"/>
                    <a:gd name="T6" fmla="*/ 6 w 20"/>
                    <a:gd name="T7" fmla="*/ 0 h 14"/>
                    <a:gd name="T8" fmla="*/ 0 w 20"/>
                    <a:gd name="T9" fmla="*/ 7 h 14"/>
                    <a:gd name="T10" fmla="*/ 6 w 20"/>
                    <a:gd name="T1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14">
                      <a:moveTo>
                        <a:pt x="6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8" name="Freeform 159">
                  <a:extLst>
                    <a:ext uri="{FF2B5EF4-FFF2-40B4-BE49-F238E27FC236}">
                      <a16:creationId xmlns:a16="http://schemas.microsoft.com/office/drawing/2014/main" id="{779A82F3-1661-382A-8D5B-58B55E4D2B8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673205" y="3487005"/>
                  <a:ext cx="25311" cy="183509"/>
                </a:xfrm>
                <a:custGeom>
                  <a:avLst/>
                  <a:gdLst>
                    <a:gd name="T0" fmla="*/ 16 w 16"/>
                    <a:gd name="T1" fmla="*/ 116 h 116"/>
                    <a:gd name="T2" fmla="*/ 0 w 16"/>
                    <a:gd name="T3" fmla="*/ 116 h 116"/>
                    <a:gd name="T4" fmla="*/ 0 w 16"/>
                    <a:gd name="T5" fmla="*/ 57 h 116"/>
                    <a:gd name="T6" fmla="*/ 16 w 16"/>
                    <a:gd name="T7" fmla="*/ 57 h 116"/>
                    <a:gd name="T8" fmla="*/ 16 w 16"/>
                    <a:gd name="T9" fmla="*/ 116 h 116"/>
                    <a:gd name="T10" fmla="*/ 16 w 16"/>
                    <a:gd name="T11" fmla="*/ 14 h 116"/>
                    <a:gd name="T12" fmla="*/ 0 w 16"/>
                    <a:gd name="T13" fmla="*/ 14 h 116"/>
                    <a:gd name="T14" fmla="*/ 0 w 16"/>
                    <a:gd name="T15" fmla="*/ 0 h 116"/>
                    <a:gd name="T16" fmla="*/ 16 w 16"/>
                    <a:gd name="T17" fmla="*/ 0 h 116"/>
                    <a:gd name="T18" fmla="*/ 16 w 16"/>
                    <a:gd name="T19" fmla="*/ 1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16">
                      <a:moveTo>
                        <a:pt x="16" y="116"/>
                      </a:moveTo>
                      <a:lnTo>
                        <a:pt x="0" y="116"/>
                      </a:lnTo>
                      <a:lnTo>
                        <a:pt x="0" y="57"/>
                      </a:lnTo>
                      <a:lnTo>
                        <a:pt x="16" y="57"/>
                      </a:lnTo>
                      <a:lnTo>
                        <a:pt x="16" y="116"/>
                      </a:lnTo>
                      <a:close/>
                      <a:moveTo>
                        <a:pt x="16" y="1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8" name="组合 1017">
              <a:extLst>
                <a:ext uri="{FF2B5EF4-FFF2-40B4-BE49-F238E27FC236}">
                  <a16:creationId xmlns:a16="http://schemas.microsoft.com/office/drawing/2014/main" id="{4747154F-CAEF-40F8-C542-E25B36F8F9E7}"/>
                </a:ext>
              </a:extLst>
            </p:cNvPr>
            <p:cNvGrpSpPr/>
            <p:nvPr/>
          </p:nvGrpSpPr>
          <p:grpSpPr>
            <a:xfrm>
              <a:off x="1378428" y="1500079"/>
              <a:ext cx="524356" cy="3983377"/>
              <a:chOff x="1378428" y="1500079"/>
              <a:chExt cx="524356" cy="3983377"/>
            </a:xfrm>
          </p:grpSpPr>
          <p:grpSp>
            <p:nvGrpSpPr>
              <p:cNvPr id="1042" name="组合 1041">
                <a:extLst>
                  <a:ext uri="{FF2B5EF4-FFF2-40B4-BE49-F238E27FC236}">
                    <a16:creationId xmlns:a16="http://schemas.microsoft.com/office/drawing/2014/main" id="{4313C4B8-5B7D-976F-D6B2-2DA3FE222B48}"/>
                  </a:ext>
                </a:extLst>
              </p:cNvPr>
              <p:cNvGrpSpPr/>
              <p:nvPr/>
            </p:nvGrpSpPr>
            <p:grpSpPr>
              <a:xfrm>
                <a:off x="1379150" y="3512317"/>
                <a:ext cx="523634" cy="1971139"/>
                <a:chOff x="1379150" y="3512317"/>
                <a:chExt cx="523634" cy="1971139"/>
              </a:xfrm>
            </p:grpSpPr>
            <p:sp>
              <p:nvSpPr>
                <p:cNvPr id="1055" name="Freeform 97">
                  <a:extLst>
                    <a:ext uri="{FF2B5EF4-FFF2-40B4-BE49-F238E27FC236}">
                      <a16:creationId xmlns:a16="http://schemas.microsoft.com/office/drawing/2014/main" id="{904422F1-9C60-B9B4-3F9B-585496705B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213567" cy="44296"/>
                </a:xfrm>
                <a:custGeom>
                  <a:avLst/>
                  <a:gdLst>
                    <a:gd name="T0" fmla="*/ 51 w 57"/>
                    <a:gd name="T1" fmla="*/ 0 h 12"/>
                    <a:gd name="T2" fmla="*/ 5 w 57"/>
                    <a:gd name="T3" fmla="*/ 0 h 12"/>
                    <a:gd name="T4" fmla="*/ 0 w 57"/>
                    <a:gd name="T5" fmla="*/ 6 h 12"/>
                    <a:gd name="T6" fmla="*/ 5 w 57"/>
                    <a:gd name="T7" fmla="*/ 12 h 12"/>
                    <a:gd name="T8" fmla="*/ 51 w 57"/>
                    <a:gd name="T9" fmla="*/ 12 h 12"/>
                    <a:gd name="T10" fmla="*/ 57 w 57"/>
                    <a:gd name="T11" fmla="*/ 6 h 12"/>
                    <a:gd name="T12" fmla="*/ 51 w 57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1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6" name="Freeform 98">
                  <a:extLst>
                    <a:ext uri="{FF2B5EF4-FFF2-40B4-BE49-F238E27FC236}">
                      <a16:creationId xmlns:a16="http://schemas.microsoft.com/office/drawing/2014/main" id="{EDD81DEF-E3B7-9E0A-FB45-8ECD0A5FF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213567" cy="41131"/>
                </a:xfrm>
                <a:custGeom>
                  <a:avLst/>
                  <a:gdLst>
                    <a:gd name="T0" fmla="*/ 5 w 57"/>
                    <a:gd name="T1" fmla="*/ 11 h 11"/>
                    <a:gd name="T2" fmla="*/ 51 w 57"/>
                    <a:gd name="T3" fmla="*/ 11 h 11"/>
                    <a:gd name="T4" fmla="*/ 57 w 57"/>
                    <a:gd name="T5" fmla="*/ 5 h 11"/>
                    <a:gd name="T6" fmla="*/ 51 w 57"/>
                    <a:gd name="T7" fmla="*/ 0 h 11"/>
                    <a:gd name="T8" fmla="*/ 5 w 57"/>
                    <a:gd name="T9" fmla="*/ 0 h 11"/>
                    <a:gd name="T10" fmla="*/ 0 w 57"/>
                    <a:gd name="T11" fmla="*/ 5 h 11"/>
                    <a:gd name="T12" fmla="*/ 5 w 57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1">
                      <a:moveTo>
                        <a:pt x="5" y="11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4" y="11"/>
                        <a:pt x="57" y="9"/>
                        <a:pt x="57" y="5"/>
                      </a:cubicBezTo>
                      <a:cubicBezTo>
                        <a:pt x="57" y="2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7" name="Freeform 99">
                  <a:extLst>
                    <a:ext uri="{FF2B5EF4-FFF2-40B4-BE49-F238E27FC236}">
                      <a16:creationId xmlns:a16="http://schemas.microsoft.com/office/drawing/2014/main" id="{D484C661-25C6-BA37-22EF-50EB373D50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213567" cy="45878"/>
                </a:xfrm>
                <a:custGeom>
                  <a:avLst/>
                  <a:gdLst>
                    <a:gd name="T0" fmla="*/ 5 w 57"/>
                    <a:gd name="T1" fmla="*/ 12 h 12"/>
                    <a:gd name="T2" fmla="*/ 51 w 57"/>
                    <a:gd name="T3" fmla="*/ 12 h 12"/>
                    <a:gd name="T4" fmla="*/ 57 w 57"/>
                    <a:gd name="T5" fmla="*/ 6 h 12"/>
                    <a:gd name="T6" fmla="*/ 51 w 57"/>
                    <a:gd name="T7" fmla="*/ 0 h 12"/>
                    <a:gd name="T8" fmla="*/ 5 w 57"/>
                    <a:gd name="T9" fmla="*/ 0 h 12"/>
                    <a:gd name="T10" fmla="*/ 0 w 57"/>
                    <a:gd name="T11" fmla="*/ 6 h 12"/>
                    <a:gd name="T12" fmla="*/ 5 w 57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" y="12"/>
                      </a:move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8" name="Freeform 100">
                  <a:extLst>
                    <a:ext uri="{FF2B5EF4-FFF2-40B4-BE49-F238E27FC236}">
                      <a16:creationId xmlns:a16="http://schemas.microsoft.com/office/drawing/2014/main" id="{B822265D-9AB5-758E-621C-DB061D7938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112320" cy="37967"/>
                </a:xfrm>
                <a:custGeom>
                  <a:avLst/>
                  <a:gdLst>
                    <a:gd name="T0" fmla="*/ 5 w 30"/>
                    <a:gd name="T1" fmla="*/ 10 h 10"/>
                    <a:gd name="T2" fmla="*/ 25 w 30"/>
                    <a:gd name="T3" fmla="*/ 10 h 10"/>
                    <a:gd name="T4" fmla="*/ 30 w 30"/>
                    <a:gd name="T5" fmla="*/ 5 h 10"/>
                    <a:gd name="T6" fmla="*/ 25 w 30"/>
                    <a:gd name="T7" fmla="*/ 0 h 10"/>
                    <a:gd name="T8" fmla="*/ 5 w 30"/>
                    <a:gd name="T9" fmla="*/ 0 h 10"/>
                    <a:gd name="T10" fmla="*/ 0 w 30"/>
                    <a:gd name="T11" fmla="*/ 5 h 10"/>
                    <a:gd name="T12" fmla="*/ 5 w 3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0" h="10">
                      <a:moveTo>
                        <a:pt x="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8" y="10"/>
                        <a:pt x="30" y="8"/>
                        <a:pt x="30" y="5"/>
                      </a:cubicBezTo>
                      <a:cubicBezTo>
                        <a:pt x="30" y="2"/>
                        <a:pt x="28" y="0"/>
                        <a:pt x="2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9" name="Freeform 101">
                  <a:extLst>
                    <a:ext uri="{FF2B5EF4-FFF2-40B4-BE49-F238E27FC236}">
                      <a16:creationId xmlns:a16="http://schemas.microsoft.com/office/drawing/2014/main" id="{183698A0-6C15-FD3C-2309-A3F4DEFB6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9150" y="4815863"/>
                  <a:ext cx="523634" cy="667593"/>
                </a:xfrm>
                <a:custGeom>
                  <a:avLst/>
                  <a:gdLst>
                    <a:gd name="T0" fmla="*/ 71 w 140"/>
                    <a:gd name="T1" fmla="*/ 178 h 178"/>
                    <a:gd name="T2" fmla="*/ 140 w 140"/>
                    <a:gd name="T3" fmla="*/ 108 h 178"/>
                    <a:gd name="T4" fmla="*/ 125 w 140"/>
                    <a:gd name="T5" fmla="*/ 69 h 178"/>
                    <a:gd name="T6" fmla="*/ 106 w 140"/>
                    <a:gd name="T7" fmla="*/ 17 h 178"/>
                    <a:gd name="T8" fmla="*/ 91 w 140"/>
                    <a:gd name="T9" fmla="*/ 2 h 178"/>
                    <a:gd name="T10" fmla="*/ 71 w 140"/>
                    <a:gd name="T11" fmla="*/ 2 h 178"/>
                    <a:gd name="T12" fmla="*/ 44 w 140"/>
                    <a:gd name="T13" fmla="*/ 2 h 178"/>
                    <a:gd name="T14" fmla="*/ 26 w 140"/>
                    <a:gd name="T15" fmla="*/ 47 h 178"/>
                    <a:gd name="T16" fmla="*/ 0 w 140"/>
                    <a:gd name="T17" fmla="*/ 110 h 178"/>
                    <a:gd name="T18" fmla="*/ 71 w 140"/>
                    <a:gd name="T19" fmla="*/ 17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0" h="178">
                      <a:moveTo>
                        <a:pt x="71" y="178"/>
                      </a:moveTo>
                      <a:cubicBezTo>
                        <a:pt x="117" y="178"/>
                        <a:pt x="140" y="146"/>
                        <a:pt x="140" y="108"/>
                      </a:cubicBezTo>
                      <a:cubicBezTo>
                        <a:pt x="140" y="96"/>
                        <a:pt x="134" y="83"/>
                        <a:pt x="125" y="69"/>
                      </a:cubicBezTo>
                      <a:cubicBezTo>
                        <a:pt x="117" y="56"/>
                        <a:pt x="110" y="33"/>
                        <a:pt x="106" y="17"/>
                      </a:cubicBezTo>
                      <a:cubicBezTo>
                        <a:pt x="102" y="0"/>
                        <a:pt x="91" y="2"/>
                        <a:pt x="91" y="2"/>
                      </a:cubicBezTo>
                      <a:cubicBezTo>
                        <a:pt x="71" y="2"/>
                        <a:pt x="71" y="2"/>
                        <a:pt x="71" y="2"/>
                      </a:cubicBezTo>
                      <a:cubicBezTo>
                        <a:pt x="71" y="2"/>
                        <a:pt x="55" y="2"/>
                        <a:pt x="44" y="2"/>
                      </a:cubicBezTo>
                      <a:cubicBezTo>
                        <a:pt x="34" y="2"/>
                        <a:pt x="35" y="24"/>
                        <a:pt x="26" y="47"/>
                      </a:cubicBezTo>
                      <a:cubicBezTo>
                        <a:pt x="17" y="71"/>
                        <a:pt x="0" y="84"/>
                        <a:pt x="0" y="110"/>
                      </a:cubicBezTo>
                      <a:cubicBezTo>
                        <a:pt x="0" y="136"/>
                        <a:pt x="25" y="178"/>
                        <a:pt x="71" y="178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0" name="Freeform 102">
                  <a:extLst>
                    <a:ext uri="{FF2B5EF4-FFF2-40B4-BE49-F238E27FC236}">
                      <a16:creationId xmlns:a16="http://schemas.microsoft.com/office/drawing/2014/main" id="{171B28E8-F098-A082-C6C7-756B3437FC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4921" y="4815863"/>
                  <a:ext cx="257862" cy="667593"/>
                </a:xfrm>
                <a:custGeom>
                  <a:avLst/>
                  <a:gdLst>
                    <a:gd name="T0" fmla="*/ 69 w 69"/>
                    <a:gd name="T1" fmla="*/ 108 h 178"/>
                    <a:gd name="T2" fmla="*/ 54 w 69"/>
                    <a:gd name="T3" fmla="*/ 69 h 178"/>
                    <a:gd name="T4" fmla="*/ 35 w 69"/>
                    <a:gd name="T5" fmla="*/ 17 h 178"/>
                    <a:gd name="T6" fmla="*/ 20 w 69"/>
                    <a:gd name="T7" fmla="*/ 2 h 178"/>
                    <a:gd name="T8" fmla="*/ 0 w 69"/>
                    <a:gd name="T9" fmla="*/ 2 h 178"/>
                    <a:gd name="T10" fmla="*/ 0 w 69"/>
                    <a:gd name="T11" fmla="*/ 178 h 178"/>
                    <a:gd name="T12" fmla="*/ 69 w 69"/>
                    <a:gd name="T13" fmla="*/ 10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78">
                      <a:moveTo>
                        <a:pt x="69" y="108"/>
                      </a:moveTo>
                      <a:cubicBezTo>
                        <a:pt x="69" y="96"/>
                        <a:pt x="63" y="83"/>
                        <a:pt x="54" y="69"/>
                      </a:cubicBezTo>
                      <a:cubicBezTo>
                        <a:pt x="46" y="56"/>
                        <a:pt x="39" y="33"/>
                        <a:pt x="35" y="17"/>
                      </a:cubicBezTo>
                      <a:cubicBezTo>
                        <a:pt x="31" y="0"/>
                        <a:pt x="20" y="2"/>
                        <a:pt x="2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46" y="178"/>
                        <a:pt x="69" y="146"/>
                        <a:pt x="69" y="1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1" name="Freeform 103">
                  <a:extLst>
                    <a:ext uri="{FF2B5EF4-FFF2-40B4-BE49-F238E27FC236}">
                      <a16:creationId xmlns:a16="http://schemas.microsoft.com/office/drawing/2014/main" id="{60744B19-17E3-FCAF-9DDC-DFE89B4E98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109157" cy="44296"/>
                </a:xfrm>
                <a:custGeom>
                  <a:avLst/>
                  <a:gdLst>
                    <a:gd name="T0" fmla="*/ 0 w 29"/>
                    <a:gd name="T1" fmla="*/ 6 h 12"/>
                    <a:gd name="T2" fmla="*/ 5 w 29"/>
                    <a:gd name="T3" fmla="*/ 12 h 12"/>
                    <a:gd name="T4" fmla="*/ 29 w 29"/>
                    <a:gd name="T5" fmla="*/ 12 h 12"/>
                    <a:gd name="T6" fmla="*/ 29 w 29"/>
                    <a:gd name="T7" fmla="*/ 0 h 12"/>
                    <a:gd name="T8" fmla="*/ 5 w 29"/>
                    <a:gd name="T9" fmla="*/ 0 h 12"/>
                    <a:gd name="T10" fmla="*/ 0 w 29"/>
                    <a:gd name="T11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0" y="6"/>
                      </a:move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2" name="Freeform 104">
                  <a:extLst>
                    <a:ext uri="{FF2B5EF4-FFF2-40B4-BE49-F238E27FC236}">
                      <a16:creationId xmlns:a16="http://schemas.microsoft.com/office/drawing/2014/main" id="{A0BAE454-D769-1773-37D6-3667D9B44B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109157" cy="41131"/>
                </a:xfrm>
                <a:custGeom>
                  <a:avLst/>
                  <a:gdLst>
                    <a:gd name="T0" fmla="*/ 5 w 29"/>
                    <a:gd name="T1" fmla="*/ 11 h 11"/>
                    <a:gd name="T2" fmla="*/ 29 w 29"/>
                    <a:gd name="T3" fmla="*/ 11 h 11"/>
                    <a:gd name="T4" fmla="*/ 29 w 29"/>
                    <a:gd name="T5" fmla="*/ 0 h 11"/>
                    <a:gd name="T6" fmla="*/ 5 w 29"/>
                    <a:gd name="T7" fmla="*/ 0 h 11"/>
                    <a:gd name="T8" fmla="*/ 0 w 29"/>
                    <a:gd name="T9" fmla="*/ 5 h 11"/>
                    <a:gd name="T10" fmla="*/ 5 w 29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1">
                      <a:moveTo>
                        <a:pt x="5" y="11"/>
                      </a:move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3" name="Freeform 105">
                  <a:extLst>
                    <a:ext uri="{FF2B5EF4-FFF2-40B4-BE49-F238E27FC236}">
                      <a16:creationId xmlns:a16="http://schemas.microsoft.com/office/drawing/2014/main" id="{106724A4-179B-9FEB-F286-6DC4E33D71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109157" cy="45878"/>
                </a:xfrm>
                <a:custGeom>
                  <a:avLst/>
                  <a:gdLst>
                    <a:gd name="T0" fmla="*/ 5 w 29"/>
                    <a:gd name="T1" fmla="*/ 12 h 12"/>
                    <a:gd name="T2" fmla="*/ 29 w 29"/>
                    <a:gd name="T3" fmla="*/ 12 h 12"/>
                    <a:gd name="T4" fmla="*/ 29 w 29"/>
                    <a:gd name="T5" fmla="*/ 0 h 12"/>
                    <a:gd name="T6" fmla="*/ 5 w 29"/>
                    <a:gd name="T7" fmla="*/ 0 h 12"/>
                    <a:gd name="T8" fmla="*/ 0 w 29"/>
                    <a:gd name="T9" fmla="*/ 6 h 12"/>
                    <a:gd name="T10" fmla="*/ 5 w 29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5" y="12"/>
                      </a:move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4" name="Freeform 106">
                  <a:extLst>
                    <a:ext uri="{FF2B5EF4-FFF2-40B4-BE49-F238E27FC236}">
                      <a16:creationId xmlns:a16="http://schemas.microsoft.com/office/drawing/2014/main" id="{440325B8-654C-0874-0646-36CA22043E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60115" cy="37967"/>
                </a:xfrm>
                <a:custGeom>
                  <a:avLst/>
                  <a:gdLst>
                    <a:gd name="T0" fmla="*/ 5 w 16"/>
                    <a:gd name="T1" fmla="*/ 10 h 10"/>
                    <a:gd name="T2" fmla="*/ 16 w 16"/>
                    <a:gd name="T3" fmla="*/ 10 h 10"/>
                    <a:gd name="T4" fmla="*/ 16 w 16"/>
                    <a:gd name="T5" fmla="*/ 0 h 10"/>
                    <a:gd name="T6" fmla="*/ 5 w 16"/>
                    <a:gd name="T7" fmla="*/ 0 h 10"/>
                    <a:gd name="T8" fmla="*/ 0 w 16"/>
                    <a:gd name="T9" fmla="*/ 5 h 10"/>
                    <a:gd name="T10" fmla="*/ 5 w 16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10">
                      <a:moveTo>
                        <a:pt x="5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5" name="Freeform 160">
                  <a:extLst>
                    <a:ext uri="{FF2B5EF4-FFF2-40B4-BE49-F238E27FC236}">
                      <a16:creationId xmlns:a16="http://schemas.microsoft.com/office/drawing/2014/main" id="{FF471E61-4F13-3F04-B806-FF0806CC974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29102" y="3512317"/>
                  <a:ext cx="26894" cy="1048849"/>
                </a:xfrm>
                <a:custGeom>
                  <a:avLst/>
                  <a:gdLst>
                    <a:gd name="T0" fmla="*/ 17 w 17"/>
                    <a:gd name="T1" fmla="*/ 663 h 663"/>
                    <a:gd name="T2" fmla="*/ 0 w 17"/>
                    <a:gd name="T3" fmla="*/ 663 h 663"/>
                    <a:gd name="T4" fmla="*/ 0 w 17"/>
                    <a:gd name="T5" fmla="*/ 604 h 663"/>
                    <a:gd name="T6" fmla="*/ 17 w 17"/>
                    <a:gd name="T7" fmla="*/ 604 h 663"/>
                    <a:gd name="T8" fmla="*/ 17 w 17"/>
                    <a:gd name="T9" fmla="*/ 663 h 663"/>
                    <a:gd name="T10" fmla="*/ 17 w 17"/>
                    <a:gd name="T11" fmla="*/ 561 h 663"/>
                    <a:gd name="T12" fmla="*/ 0 w 17"/>
                    <a:gd name="T13" fmla="*/ 561 h 663"/>
                    <a:gd name="T14" fmla="*/ 0 w 17"/>
                    <a:gd name="T15" fmla="*/ 502 h 663"/>
                    <a:gd name="T16" fmla="*/ 17 w 17"/>
                    <a:gd name="T17" fmla="*/ 502 h 663"/>
                    <a:gd name="T18" fmla="*/ 17 w 17"/>
                    <a:gd name="T19" fmla="*/ 561 h 663"/>
                    <a:gd name="T20" fmla="*/ 17 w 17"/>
                    <a:gd name="T21" fmla="*/ 462 h 663"/>
                    <a:gd name="T22" fmla="*/ 0 w 17"/>
                    <a:gd name="T23" fmla="*/ 462 h 663"/>
                    <a:gd name="T24" fmla="*/ 0 w 17"/>
                    <a:gd name="T25" fmla="*/ 403 h 663"/>
                    <a:gd name="T26" fmla="*/ 17 w 17"/>
                    <a:gd name="T27" fmla="*/ 403 h 663"/>
                    <a:gd name="T28" fmla="*/ 17 w 17"/>
                    <a:gd name="T29" fmla="*/ 462 h 663"/>
                    <a:gd name="T30" fmla="*/ 17 w 17"/>
                    <a:gd name="T31" fmla="*/ 360 h 663"/>
                    <a:gd name="T32" fmla="*/ 0 w 17"/>
                    <a:gd name="T33" fmla="*/ 360 h 663"/>
                    <a:gd name="T34" fmla="*/ 0 w 17"/>
                    <a:gd name="T35" fmla="*/ 301 h 663"/>
                    <a:gd name="T36" fmla="*/ 17 w 17"/>
                    <a:gd name="T37" fmla="*/ 301 h 663"/>
                    <a:gd name="T38" fmla="*/ 17 w 17"/>
                    <a:gd name="T39" fmla="*/ 360 h 663"/>
                    <a:gd name="T40" fmla="*/ 17 w 17"/>
                    <a:gd name="T41" fmla="*/ 261 h 663"/>
                    <a:gd name="T42" fmla="*/ 0 w 17"/>
                    <a:gd name="T43" fmla="*/ 261 h 663"/>
                    <a:gd name="T44" fmla="*/ 0 w 17"/>
                    <a:gd name="T45" fmla="*/ 202 h 663"/>
                    <a:gd name="T46" fmla="*/ 17 w 17"/>
                    <a:gd name="T47" fmla="*/ 202 h 663"/>
                    <a:gd name="T48" fmla="*/ 17 w 17"/>
                    <a:gd name="T49" fmla="*/ 261 h 663"/>
                    <a:gd name="T50" fmla="*/ 17 w 17"/>
                    <a:gd name="T51" fmla="*/ 159 h 663"/>
                    <a:gd name="T52" fmla="*/ 0 w 17"/>
                    <a:gd name="T53" fmla="*/ 159 h 663"/>
                    <a:gd name="T54" fmla="*/ 0 w 17"/>
                    <a:gd name="T55" fmla="*/ 100 h 663"/>
                    <a:gd name="T56" fmla="*/ 17 w 17"/>
                    <a:gd name="T57" fmla="*/ 100 h 663"/>
                    <a:gd name="T58" fmla="*/ 17 w 17"/>
                    <a:gd name="T59" fmla="*/ 159 h 663"/>
                    <a:gd name="T60" fmla="*/ 17 w 17"/>
                    <a:gd name="T61" fmla="*/ 59 h 663"/>
                    <a:gd name="T62" fmla="*/ 0 w 17"/>
                    <a:gd name="T63" fmla="*/ 59 h 663"/>
                    <a:gd name="T64" fmla="*/ 0 w 17"/>
                    <a:gd name="T65" fmla="*/ 0 h 663"/>
                    <a:gd name="T66" fmla="*/ 17 w 17"/>
                    <a:gd name="T67" fmla="*/ 0 h 663"/>
                    <a:gd name="T68" fmla="*/ 17 w 17"/>
                    <a:gd name="T69" fmla="*/ 59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663"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1"/>
                      </a:moveTo>
                      <a:lnTo>
                        <a:pt x="0" y="561"/>
                      </a:lnTo>
                      <a:lnTo>
                        <a:pt x="0" y="502"/>
                      </a:lnTo>
                      <a:lnTo>
                        <a:pt x="17" y="502"/>
                      </a:lnTo>
                      <a:lnTo>
                        <a:pt x="17" y="561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0"/>
                      </a:moveTo>
                      <a:lnTo>
                        <a:pt x="0" y="360"/>
                      </a:lnTo>
                      <a:lnTo>
                        <a:pt x="0" y="301"/>
                      </a:lnTo>
                      <a:lnTo>
                        <a:pt x="17" y="301"/>
                      </a:lnTo>
                      <a:lnTo>
                        <a:pt x="17" y="360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59"/>
                      </a:moveTo>
                      <a:lnTo>
                        <a:pt x="0" y="159"/>
                      </a:lnTo>
                      <a:lnTo>
                        <a:pt x="0" y="100"/>
                      </a:lnTo>
                      <a:lnTo>
                        <a:pt x="17" y="100"/>
                      </a:lnTo>
                      <a:lnTo>
                        <a:pt x="17" y="159"/>
                      </a:lnTo>
                      <a:close/>
                      <a:moveTo>
                        <a:pt x="17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59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43" name="组合 1042">
                <a:extLst>
                  <a:ext uri="{FF2B5EF4-FFF2-40B4-BE49-F238E27FC236}">
                    <a16:creationId xmlns:a16="http://schemas.microsoft.com/office/drawing/2014/main" id="{19D5232E-4BBF-9DEC-E5E5-29877B213017}"/>
                  </a:ext>
                </a:extLst>
              </p:cNvPr>
              <p:cNvGrpSpPr/>
              <p:nvPr/>
            </p:nvGrpSpPr>
            <p:grpSpPr>
              <a:xfrm flipV="1">
                <a:off x="1378428" y="1500079"/>
                <a:ext cx="523634" cy="1971139"/>
                <a:chOff x="1379150" y="3512317"/>
                <a:chExt cx="523634" cy="1971139"/>
              </a:xfrm>
              <a:noFill/>
            </p:grpSpPr>
            <p:sp>
              <p:nvSpPr>
                <p:cNvPr id="1044" name="Freeform 97">
                  <a:extLst>
                    <a:ext uri="{FF2B5EF4-FFF2-40B4-BE49-F238E27FC236}">
                      <a16:creationId xmlns:a16="http://schemas.microsoft.com/office/drawing/2014/main" id="{73EAC0DF-D109-42CC-5A19-DC16557834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213567" cy="44296"/>
                </a:xfrm>
                <a:custGeom>
                  <a:avLst/>
                  <a:gdLst>
                    <a:gd name="T0" fmla="*/ 51 w 57"/>
                    <a:gd name="T1" fmla="*/ 0 h 12"/>
                    <a:gd name="T2" fmla="*/ 5 w 57"/>
                    <a:gd name="T3" fmla="*/ 0 h 12"/>
                    <a:gd name="T4" fmla="*/ 0 w 57"/>
                    <a:gd name="T5" fmla="*/ 6 h 12"/>
                    <a:gd name="T6" fmla="*/ 5 w 57"/>
                    <a:gd name="T7" fmla="*/ 12 h 12"/>
                    <a:gd name="T8" fmla="*/ 51 w 57"/>
                    <a:gd name="T9" fmla="*/ 12 h 12"/>
                    <a:gd name="T10" fmla="*/ 57 w 57"/>
                    <a:gd name="T11" fmla="*/ 6 h 12"/>
                    <a:gd name="T12" fmla="*/ 51 w 57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1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5" name="Freeform 98">
                  <a:extLst>
                    <a:ext uri="{FF2B5EF4-FFF2-40B4-BE49-F238E27FC236}">
                      <a16:creationId xmlns:a16="http://schemas.microsoft.com/office/drawing/2014/main" id="{9AF3F23A-80B9-BCB0-93AE-83672491A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213567" cy="41131"/>
                </a:xfrm>
                <a:custGeom>
                  <a:avLst/>
                  <a:gdLst>
                    <a:gd name="T0" fmla="*/ 5 w 57"/>
                    <a:gd name="T1" fmla="*/ 11 h 11"/>
                    <a:gd name="T2" fmla="*/ 51 w 57"/>
                    <a:gd name="T3" fmla="*/ 11 h 11"/>
                    <a:gd name="T4" fmla="*/ 57 w 57"/>
                    <a:gd name="T5" fmla="*/ 5 h 11"/>
                    <a:gd name="T6" fmla="*/ 51 w 57"/>
                    <a:gd name="T7" fmla="*/ 0 h 11"/>
                    <a:gd name="T8" fmla="*/ 5 w 57"/>
                    <a:gd name="T9" fmla="*/ 0 h 11"/>
                    <a:gd name="T10" fmla="*/ 0 w 57"/>
                    <a:gd name="T11" fmla="*/ 5 h 11"/>
                    <a:gd name="T12" fmla="*/ 5 w 57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1">
                      <a:moveTo>
                        <a:pt x="5" y="11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4" y="11"/>
                        <a:pt x="57" y="9"/>
                        <a:pt x="57" y="5"/>
                      </a:cubicBezTo>
                      <a:cubicBezTo>
                        <a:pt x="57" y="2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6" name="Freeform 99">
                  <a:extLst>
                    <a:ext uri="{FF2B5EF4-FFF2-40B4-BE49-F238E27FC236}">
                      <a16:creationId xmlns:a16="http://schemas.microsoft.com/office/drawing/2014/main" id="{EE39EE7C-1E64-F00C-1707-206536EAD0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213567" cy="45878"/>
                </a:xfrm>
                <a:custGeom>
                  <a:avLst/>
                  <a:gdLst>
                    <a:gd name="T0" fmla="*/ 5 w 57"/>
                    <a:gd name="T1" fmla="*/ 12 h 12"/>
                    <a:gd name="T2" fmla="*/ 51 w 57"/>
                    <a:gd name="T3" fmla="*/ 12 h 12"/>
                    <a:gd name="T4" fmla="*/ 57 w 57"/>
                    <a:gd name="T5" fmla="*/ 6 h 12"/>
                    <a:gd name="T6" fmla="*/ 51 w 57"/>
                    <a:gd name="T7" fmla="*/ 0 h 12"/>
                    <a:gd name="T8" fmla="*/ 5 w 57"/>
                    <a:gd name="T9" fmla="*/ 0 h 12"/>
                    <a:gd name="T10" fmla="*/ 0 w 57"/>
                    <a:gd name="T11" fmla="*/ 6 h 12"/>
                    <a:gd name="T12" fmla="*/ 5 w 57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" y="12"/>
                      </a:move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7" name="Freeform 100">
                  <a:extLst>
                    <a:ext uri="{FF2B5EF4-FFF2-40B4-BE49-F238E27FC236}">
                      <a16:creationId xmlns:a16="http://schemas.microsoft.com/office/drawing/2014/main" id="{350DC5E8-ED12-F58C-8892-98532328A3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112320" cy="37967"/>
                </a:xfrm>
                <a:custGeom>
                  <a:avLst/>
                  <a:gdLst>
                    <a:gd name="T0" fmla="*/ 5 w 30"/>
                    <a:gd name="T1" fmla="*/ 10 h 10"/>
                    <a:gd name="T2" fmla="*/ 25 w 30"/>
                    <a:gd name="T3" fmla="*/ 10 h 10"/>
                    <a:gd name="T4" fmla="*/ 30 w 30"/>
                    <a:gd name="T5" fmla="*/ 5 h 10"/>
                    <a:gd name="T6" fmla="*/ 25 w 30"/>
                    <a:gd name="T7" fmla="*/ 0 h 10"/>
                    <a:gd name="T8" fmla="*/ 5 w 30"/>
                    <a:gd name="T9" fmla="*/ 0 h 10"/>
                    <a:gd name="T10" fmla="*/ 0 w 30"/>
                    <a:gd name="T11" fmla="*/ 5 h 10"/>
                    <a:gd name="T12" fmla="*/ 5 w 3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0" h="10">
                      <a:moveTo>
                        <a:pt x="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8" y="10"/>
                        <a:pt x="30" y="8"/>
                        <a:pt x="30" y="5"/>
                      </a:cubicBezTo>
                      <a:cubicBezTo>
                        <a:pt x="30" y="2"/>
                        <a:pt x="28" y="0"/>
                        <a:pt x="2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8" name="Freeform 101">
                  <a:extLst>
                    <a:ext uri="{FF2B5EF4-FFF2-40B4-BE49-F238E27FC236}">
                      <a16:creationId xmlns:a16="http://schemas.microsoft.com/office/drawing/2014/main" id="{7A9D654B-A8B2-FFDF-113B-8C310CEB68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9150" y="4815863"/>
                  <a:ext cx="523634" cy="667593"/>
                </a:xfrm>
                <a:custGeom>
                  <a:avLst/>
                  <a:gdLst>
                    <a:gd name="T0" fmla="*/ 71 w 140"/>
                    <a:gd name="T1" fmla="*/ 178 h 178"/>
                    <a:gd name="T2" fmla="*/ 140 w 140"/>
                    <a:gd name="T3" fmla="*/ 108 h 178"/>
                    <a:gd name="T4" fmla="*/ 125 w 140"/>
                    <a:gd name="T5" fmla="*/ 69 h 178"/>
                    <a:gd name="T6" fmla="*/ 106 w 140"/>
                    <a:gd name="T7" fmla="*/ 17 h 178"/>
                    <a:gd name="T8" fmla="*/ 91 w 140"/>
                    <a:gd name="T9" fmla="*/ 2 h 178"/>
                    <a:gd name="T10" fmla="*/ 71 w 140"/>
                    <a:gd name="T11" fmla="*/ 2 h 178"/>
                    <a:gd name="T12" fmla="*/ 44 w 140"/>
                    <a:gd name="T13" fmla="*/ 2 h 178"/>
                    <a:gd name="T14" fmla="*/ 26 w 140"/>
                    <a:gd name="T15" fmla="*/ 47 h 178"/>
                    <a:gd name="T16" fmla="*/ 0 w 140"/>
                    <a:gd name="T17" fmla="*/ 110 h 178"/>
                    <a:gd name="T18" fmla="*/ 71 w 140"/>
                    <a:gd name="T19" fmla="*/ 17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0" h="178">
                      <a:moveTo>
                        <a:pt x="71" y="178"/>
                      </a:moveTo>
                      <a:cubicBezTo>
                        <a:pt x="117" y="178"/>
                        <a:pt x="140" y="146"/>
                        <a:pt x="140" y="108"/>
                      </a:cubicBezTo>
                      <a:cubicBezTo>
                        <a:pt x="140" y="96"/>
                        <a:pt x="134" y="83"/>
                        <a:pt x="125" y="69"/>
                      </a:cubicBezTo>
                      <a:cubicBezTo>
                        <a:pt x="117" y="56"/>
                        <a:pt x="110" y="33"/>
                        <a:pt x="106" y="17"/>
                      </a:cubicBezTo>
                      <a:cubicBezTo>
                        <a:pt x="102" y="0"/>
                        <a:pt x="91" y="2"/>
                        <a:pt x="91" y="2"/>
                      </a:cubicBezTo>
                      <a:cubicBezTo>
                        <a:pt x="71" y="2"/>
                        <a:pt x="71" y="2"/>
                        <a:pt x="71" y="2"/>
                      </a:cubicBezTo>
                      <a:cubicBezTo>
                        <a:pt x="71" y="2"/>
                        <a:pt x="55" y="2"/>
                        <a:pt x="44" y="2"/>
                      </a:cubicBezTo>
                      <a:cubicBezTo>
                        <a:pt x="34" y="2"/>
                        <a:pt x="35" y="24"/>
                        <a:pt x="26" y="47"/>
                      </a:cubicBezTo>
                      <a:cubicBezTo>
                        <a:pt x="17" y="71"/>
                        <a:pt x="0" y="84"/>
                        <a:pt x="0" y="110"/>
                      </a:cubicBezTo>
                      <a:cubicBezTo>
                        <a:pt x="0" y="136"/>
                        <a:pt x="25" y="178"/>
                        <a:pt x="71" y="17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9" name="Freeform 102">
                  <a:extLst>
                    <a:ext uri="{FF2B5EF4-FFF2-40B4-BE49-F238E27FC236}">
                      <a16:creationId xmlns:a16="http://schemas.microsoft.com/office/drawing/2014/main" id="{9AF3D67B-FB20-AF54-AF1C-209CFD4990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4921" y="4815863"/>
                  <a:ext cx="257862" cy="667593"/>
                </a:xfrm>
                <a:custGeom>
                  <a:avLst/>
                  <a:gdLst>
                    <a:gd name="T0" fmla="*/ 69 w 69"/>
                    <a:gd name="T1" fmla="*/ 108 h 178"/>
                    <a:gd name="T2" fmla="*/ 54 w 69"/>
                    <a:gd name="T3" fmla="*/ 69 h 178"/>
                    <a:gd name="T4" fmla="*/ 35 w 69"/>
                    <a:gd name="T5" fmla="*/ 17 h 178"/>
                    <a:gd name="T6" fmla="*/ 20 w 69"/>
                    <a:gd name="T7" fmla="*/ 2 h 178"/>
                    <a:gd name="T8" fmla="*/ 0 w 69"/>
                    <a:gd name="T9" fmla="*/ 2 h 178"/>
                    <a:gd name="T10" fmla="*/ 0 w 69"/>
                    <a:gd name="T11" fmla="*/ 178 h 178"/>
                    <a:gd name="T12" fmla="*/ 69 w 69"/>
                    <a:gd name="T13" fmla="*/ 10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78">
                      <a:moveTo>
                        <a:pt x="69" y="108"/>
                      </a:moveTo>
                      <a:cubicBezTo>
                        <a:pt x="69" y="96"/>
                        <a:pt x="63" y="83"/>
                        <a:pt x="54" y="69"/>
                      </a:cubicBezTo>
                      <a:cubicBezTo>
                        <a:pt x="46" y="56"/>
                        <a:pt x="39" y="33"/>
                        <a:pt x="35" y="17"/>
                      </a:cubicBezTo>
                      <a:cubicBezTo>
                        <a:pt x="31" y="0"/>
                        <a:pt x="20" y="2"/>
                        <a:pt x="2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46" y="178"/>
                        <a:pt x="69" y="146"/>
                        <a:pt x="69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0" name="Freeform 103">
                  <a:extLst>
                    <a:ext uri="{FF2B5EF4-FFF2-40B4-BE49-F238E27FC236}">
                      <a16:creationId xmlns:a16="http://schemas.microsoft.com/office/drawing/2014/main" id="{DE8AA4A9-8076-D687-29E7-DE49923A6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109157" cy="44296"/>
                </a:xfrm>
                <a:custGeom>
                  <a:avLst/>
                  <a:gdLst>
                    <a:gd name="T0" fmla="*/ 0 w 29"/>
                    <a:gd name="T1" fmla="*/ 6 h 12"/>
                    <a:gd name="T2" fmla="*/ 5 w 29"/>
                    <a:gd name="T3" fmla="*/ 12 h 12"/>
                    <a:gd name="T4" fmla="*/ 29 w 29"/>
                    <a:gd name="T5" fmla="*/ 12 h 12"/>
                    <a:gd name="T6" fmla="*/ 29 w 29"/>
                    <a:gd name="T7" fmla="*/ 0 h 12"/>
                    <a:gd name="T8" fmla="*/ 5 w 29"/>
                    <a:gd name="T9" fmla="*/ 0 h 12"/>
                    <a:gd name="T10" fmla="*/ 0 w 29"/>
                    <a:gd name="T11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0" y="6"/>
                      </a:move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1" name="Freeform 104">
                  <a:extLst>
                    <a:ext uri="{FF2B5EF4-FFF2-40B4-BE49-F238E27FC236}">
                      <a16:creationId xmlns:a16="http://schemas.microsoft.com/office/drawing/2014/main" id="{E170B8CA-ED57-9516-9348-58471A9F06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109157" cy="41131"/>
                </a:xfrm>
                <a:custGeom>
                  <a:avLst/>
                  <a:gdLst>
                    <a:gd name="T0" fmla="*/ 5 w 29"/>
                    <a:gd name="T1" fmla="*/ 11 h 11"/>
                    <a:gd name="T2" fmla="*/ 29 w 29"/>
                    <a:gd name="T3" fmla="*/ 11 h 11"/>
                    <a:gd name="T4" fmla="*/ 29 w 29"/>
                    <a:gd name="T5" fmla="*/ 0 h 11"/>
                    <a:gd name="T6" fmla="*/ 5 w 29"/>
                    <a:gd name="T7" fmla="*/ 0 h 11"/>
                    <a:gd name="T8" fmla="*/ 0 w 29"/>
                    <a:gd name="T9" fmla="*/ 5 h 11"/>
                    <a:gd name="T10" fmla="*/ 5 w 29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1">
                      <a:moveTo>
                        <a:pt x="5" y="11"/>
                      </a:move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2" name="Freeform 105">
                  <a:extLst>
                    <a:ext uri="{FF2B5EF4-FFF2-40B4-BE49-F238E27FC236}">
                      <a16:creationId xmlns:a16="http://schemas.microsoft.com/office/drawing/2014/main" id="{9A581233-55EA-8713-2AE4-55E5E0D50F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109157" cy="45878"/>
                </a:xfrm>
                <a:custGeom>
                  <a:avLst/>
                  <a:gdLst>
                    <a:gd name="T0" fmla="*/ 5 w 29"/>
                    <a:gd name="T1" fmla="*/ 12 h 12"/>
                    <a:gd name="T2" fmla="*/ 29 w 29"/>
                    <a:gd name="T3" fmla="*/ 12 h 12"/>
                    <a:gd name="T4" fmla="*/ 29 w 29"/>
                    <a:gd name="T5" fmla="*/ 0 h 12"/>
                    <a:gd name="T6" fmla="*/ 5 w 29"/>
                    <a:gd name="T7" fmla="*/ 0 h 12"/>
                    <a:gd name="T8" fmla="*/ 0 w 29"/>
                    <a:gd name="T9" fmla="*/ 6 h 12"/>
                    <a:gd name="T10" fmla="*/ 5 w 29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5" y="12"/>
                      </a:move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3" name="Freeform 106">
                  <a:extLst>
                    <a:ext uri="{FF2B5EF4-FFF2-40B4-BE49-F238E27FC236}">
                      <a16:creationId xmlns:a16="http://schemas.microsoft.com/office/drawing/2014/main" id="{0A3F57C7-379F-E883-7263-AC2B2BFE7A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60115" cy="37967"/>
                </a:xfrm>
                <a:custGeom>
                  <a:avLst/>
                  <a:gdLst>
                    <a:gd name="T0" fmla="*/ 5 w 16"/>
                    <a:gd name="T1" fmla="*/ 10 h 10"/>
                    <a:gd name="T2" fmla="*/ 16 w 16"/>
                    <a:gd name="T3" fmla="*/ 10 h 10"/>
                    <a:gd name="T4" fmla="*/ 16 w 16"/>
                    <a:gd name="T5" fmla="*/ 0 h 10"/>
                    <a:gd name="T6" fmla="*/ 5 w 16"/>
                    <a:gd name="T7" fmla="*/ 0 h 10"/>
                    <a:gd name="T8" fmla="*/ 0 w 16"/>
                    <a:gd name="T9" fmla="*/ 5 h 10"/>
                    <a:gd name="T10" fmla="*/ 5 w 16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10">
                      <a:moveTo>
                        <a:pt x="5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4" name="Freeform 160">
                  <a:extLst>
                    <a:ext uri="{FF2B5EF4-FFF2-40B4-BE49-F238E27FC236}">
                      <a16:creationId xmlns:a16="http://schemas.microsoft.com/office/drawing/2014/main" id="{3D6C383D-7061-5B7E-F4BC-CB70503EE01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29102" y="3512317"/>
                  <a:ext cx="26894" cy="1048849"/>
                </a:xfrm>
                <a:custGeom>
                  <a:avLst/>
                  <a:gdLst>
                    <a:gd name="T0" fmla="*/ 17 w 17"/>
                    <a:gd name="T1" fmla="*/ 663 h 663"/>
                    <a:gd name="T2" fmla="*/ 0 w 17"/>
                    <a:gd name="T3" fmla="*/ 663 h 663"/>
                    <a:gd name="T4" fmla="*/ 0 w 17"/>
                    <a:gd name="T5" fmla="*/ 604 h 663"/>
                    <a:gd name="T6" fmla="*/ 17 w 17"/>
                    <a:gd name="T7" fmla="*/ 604 h 663"/>
                    <a:gd name="T8" fmla="*/ 17 w 17"/>
                    <a:gd name="T9" fmla="*/ 663 h 663"/>
                    <a:gd name="T10" fmla="*/ 17 w 17"/>
                    <a:gd name="T11" fmla="*/ 561 h 663"/>
                    <a:gd name="T12" fmla="*/ 0 w 17"/>
                    <a:gd name="T13" fmla="*/ 561 h 663"/>
                    <a:gd name="T14" fmla="*/ 0 w 17"/>
                    <a:gd name="T15" fmla="*/ 502 h 663"/>
                    <a:gd name="T16" fmla="*/ 17 w 17"/>
                    <a:gd name="T17" fmla="*/ 502 h 663"/>
                    <a:gd name="T18" fmla="*/ 17 w 17"/>
                    <a:gd name="T19" fmla="*/ 561 h 663"/>
                    <a:gd name="T20" fmla="*/ 17 w 17"/>
                    <a:gd name="T21" fmla="*/ 462 h 663"/>
                    <a:gd name="T22" fmla="*/ 0 w 17"/>
                    <a:gd name="T23" fmla="*/ 462 h 663"/>
                    <a:gd name="T24" fmla="*/ 0 w 17"/>
                    <a:gd name="T25" fmla="*/ 403 h 663"/>
                    <a:gd name="T26" fmla="*/ 17 w 17"/>
                    <a:gd name="T27" fmla="*/ 403 h 663"/>
                    <a:gd name="T28" fmla="*/ 17 w 17"/>
                    <a:gd name="T29" fmla="*/ 462 h 663"/>
                    <a:gd name="T30" fmla="*/ 17 w 17"/>
                    <a:gd name="T31" fmla="*/ 360 h 663"/>
                    <a:gd name="T32" fmla="*/ 0 w 17"/>
                    <a:gd name="T33" fmla="*/ 360 h 663"/>
                    <a:gd name="T34" fmla="*/ 0 w 17"/>
                    <a:gd name="T35" fmla="*/ 301 h 663"/>
                    <a:gd name="T36" fmla="*/ 17 w 17"/>
                    <a:gd name="T37" fmla="*/ 301 h 663"/>
                    <a:gd name="T38" fmla="*/ 17 w 17"/>
                    <a:gd name="T39" fmla="*/ 360 h 663"/>
                    <a:gd name="T40" fmla="*/ 17 w 17"/>
                    <a:gd name="T41" fmla="*/ 261 h 663"/>
                    <a:gd name="T42" fmla="*/ 0 w 17"/>
                    <a:gd name="T43" fmla="*/ 261 h 663"/>
                    <a:gd name="T44" fmla="*/ 0 w 17"/>
                    <a:gd name="T45" fmla="*/ 202 h 663"/>
                    <a:gd name="T46" fmla="*/ 17 w 17"/>
                    <a:gd name="T47" fmla="*/ 202 h 663"/>
                    <a:gd name="T48" fmla="*/ 17 w 17"/>
                    <a:gd name="T49" fmla="*/ 261 h 663"/>
                    <a:gd name="T50" fmla="*/ 17 w 17"/>
                    <a:gd name="T51" fmla="*/ 159 h 663"/>
                    <a:gd name="T52" fmla="*/ 0 w 17"/>
                    <a:gd name="T53" fmla="*/ 159 h 663"/>
                    <a:gd name="T54" fmla="*/ 0 w 17"/>
                    <a:gd name="T55" fmla="*/ 100 h 663"/>
                    <a:gd name="T56" fmla="*/ 17 w 17"/>
                    <a:gd name="T57" fmla="*/ 100 h 663"/>
                    <a:gd name="T58" fmla="*/ 17 w 17"/>
                    <a:gd name="T59" fmla="*/ 159 h 663"/>
                    <a:gd name="T60" fmla="*/ 17 w 17"/>
                    <a:gd name="T61" fmla="*/ 59 h 663"/>
                    <a:gd name="T62" fmla="*/ 0 w 17"/>
                    <a:gd name="T63" fmla="*/ 59 h 663"/>
                    <a:gd name="T64" fmla="*/ 0 w 17"/>
                    <a:gd name="T65" fmla="*/ 0 h 663"/>
                    <a:gd name="T66" fmla="*/ 17 w 17"/>
                    <a:gd name="T67" fmla="*/ 0 h 663"/>
                    <a:gd name="T68" fmla="*/ 17 w 17"/>
                    <a:gd name="T69" fmla="*/ 59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663"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1"/>
                      </a:moveTo>
                      <a:lnTo>
                        <a:pt x="0" y="561"/>
                      </a:lnTo>
                      <a:lnTo>
                        <a:pt x="0" y="502"/>
                      </a:lnTo>
                      <a:lnTo>
                        <a:pt x="17" y="502"/>
                      </a:lnTo>
                      <a:lnTo>
                        <a:pt x="17" y="561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0"/>
                      </a:moveTo>
                      <a:lnTo>
                        <a:pt x="0" y="360"/>
                      </a:lnTo>
                      <a:lnTo>
                        <a:pt x="0" y="301"/>
                      </a:lnTo>
                      <a:lnTo>
                        <a:pt x="17" y="301"/>
                      </a:lnTo>
                      <a:lnTo>
                        <a:pt x="17" y="360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59"/>
                      </a:moveTo>
                      <a:lnTo>
                        <a:pt x="0" y="159"/>
                      </a:lnTo>
                      <a:lnTo>
                        <a:pt x="0" y="100"/>
                      </a:lnTo>
                      <a:lnTo>
                        <a:pt x="17" y="100"/>
                      </a:lnTo>
                      <a:lnTo>
                        <a:pt x="17" y="159"/>
                      </a:lnTo>
                      <a:close/>
                      <a:moveTo>
                        <a:pt x="17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19" name="组合 1018">
              <a:extLst>
                <a:ext uri="{FF2B5EF4-FFF2-40B4-BE49-F238E27FC236}">
                  <a16:creationId xmlns:a16="http://schemas.microsoft.com/office/drawing/2014/main" id="{E4CE4066-FB1F-F589-71D6-0999CD9883FA}"/>
                </a:ext>
              </a:extLst>
            </p:cNvPr>
            <p:cNvGrpSpPr/>
            <p:nvPr/>
          </p:nvGrpSpPr>
          <p:grpSpPr>
            <a:xfrm>
              <a:off x="3312322" y="2220164"/>
              <a:ext cx="486929" cy="2559314"/>
              <a:chOff x="3312322" y="2220164"/>
              <a:chExt cx="486929" cy="2559314"/>
            </a:xfrm>
          </p:grpSpPr>
          <p:grpSp>
            <p:nvGrpSpPr>
              <p:cNvPr id="378" name="组合 377">
                <a:extLst>
                  <a:ext uri="{FF2B5EF4-FFF2-40B4-BE49-F238E27FC236}">
                    <a16:creationId xmlns:a16="http://schemas.microsoft.com/office/drawing/2014/main" id="{6C73C0D2-AE80-6BC2-6F5E-66BA26AA878C}"/>
                  </a:ext>
                </a:extLst>
              </p:cNvPr>
              <p:cNvGrpSpPr/>
              <p:nvPr/>
            </p:nvGrpSpPr>
            <p:grpSpPr>
              <a:xfrm>
                <a:off x="3312322" y="3509153"/>
                <a:ext cx="485667" cy="1270325"/>
                <a:chOff x="3312322" y="3509153"/>
                <a:chExt cx="485667" cy="1270325"/>
              </a:xfrm>
            </p:grpSpPr>
            <p:sp>
              <p:nvSpPr>
                <p:cNvPr id="1031" name="Freeform 137">
                  <a:extLst>
                    <a:ext uri="{FF2B5EF4-FFF2-40B4-BE49-F238E27FC236}">
                      <a16:creationId xmlns:a16="http://schemas.microsoft.com/office/drawing/2014/main" id="{4B262D46-64A1-4671-AA89-765304E243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97747" cy="37967"/>
                </a:xfrm>
                <a:custGeom>
                  <a:avLst/>
                  <a:gdLst>
                    <a:gd name="T0" fmla="*/ 47 w 53"/>
                    <a:gd name="T1" fmla="*/ 0 h 10"/>
                    <a:gd name="T2" fmla="*/ 5 w 53"/>
                    <a:gd name="T3" fmla="*/ 0 h 10"/>
                    <a:gd name="T4" fmla="*/ 0 w 53"/>
                    <a:gd name="T5" fmla="*/ 5 h 10"/>
                    <a:gd name="T6" fmla="*/ 5 w 53"/>
                    <a:gd name="T7" fmla="*/ 10 h 10"/>
                    <a:gd name="T8" fmla="*/ 47 w 53"/>
                    <a:gd name="T9" fmla="*/ 10 h 10"/>
                    <a:gd name="T10" fmla="*/ 53 w 53"/>
                    <a:gd name="T11" fmla="*/ 5 h 10"/>
                    <a:gd name="T12" fmla="*/ 47 w 5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2" name="Freeform 138">
                  <a:extLst>
                    <a:ext uri="{FF2B5EF4-FFF2-40B4-BE49-F238E27FC236}">
                      <a16:creationId xmlns:a16="http://schemas.microsoft.com/office/drawing/2014/main" id="{6A8B5F0B-B4D8-5E2A-4EBA-033EE472B4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6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6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6"/>
                      </a:cubicBezTo>
                      <a:cubicBezTo>
                        <a:pt x="53" y="3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3" name="Freeform 139">
                  <a:extLst>
                    <a:ext uri="{FF2B5EF4-FFF2-40B4-BE49-F238E27FC236}">
                      <a16:creationId xmlns:a16="http://schemas.microsoft.com/office/drawing/2014/main" id="{25413E0E-78B1-E71E-242B-5E07B17234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5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5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4" name="Freeform 140">
                  <a:extLst>
                    <a:ext uri="{FF2B5EF4-FFF2-40B4-BE49-F238E27FC236}">
                      <a16:creationId xmlns:a16="http://schemas.microsoft.com/office/drawing/2014/main" id="{92FB8A30-5510-A34F-7BC5-D020BD4B99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104411" cy="34804"/>
                </a:xfrm>
                <a:custGeom>
                  <a:avLst/>
                  <a:gdLst>
                    <a:gd name="T0" fmla="*/ 5 w 28"/>
                    <a:gd name="T1" fmla="*/ 9 h 9"/>
                    <a:gd name="T2" fmla="*/ 23 w 28"/>
                    <a:gd name="T3" fmla="*/ 9 h 9"/>
                    <a:gd name="T4" fmla="*/ 28 w 28"/>
                    <a:gd name="T5" fmla="*/ 4 h 9"/>
                    <a:gd name="T6" fmla="*/ 23 w 28"/>
                    <a:gd name="T7" fmla="*/ 0 h 9"/>
                    <a:gd name="T8" fmla="*/ 5 w 28"/>
                    <a:gd name="T9" fmla="*/ 0 h 9"/>
                    <a:gd name="T10" fmla="*/ 0 w 28"/>
                    <a:gd name="T11" fmla="*/ 4 h 9"/>
                    <a:gd name="T12" fmla="*/ 5 w 28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9">
                      <a:moveTo>
                        <a:pt x="5" y="9"/>
                      </a:move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6" y="9"/>
                        <a:pt x="28" y="7"/>
                        <a:pt x="28" y="4"/>
                      </a:cubicBezTo>
                      <a:cubicBezTo>
                        <a:pt x="28" y="2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5" name="Freeform 141">
                  <a:extLst>
                    <a:ext uri="{FF2B5EF4-FFF2-40B4-BE49-F238E27FC236}">
                      <a16:creationId xmlns:a16="http://schemas.microsoft.com/office/drawing/2014/main" id="{BF5E34B6-6AA3-EB1B-8D6C-5A615649A7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322" y="4157762"/>
                  <a:ext cx="485667" cy="621716"/>
                </a:xfrm>
                <a:custGeom>
                  <a:avLst/>
                  <a:gdLst>
                    <a:gd name="T0" fmla="*/ 66 w 130"/>
                    <a:gd name="T1" fmla="*/ 166 h 166"/>
                    <a:gd name="T2" fmla="*/ 130 w 130"/>
                    <a:gd name="T3" fmla="*/ 101 h 166"/>
                    <a:gd name="T4" fmla="*/ 117 w 130"/>
                    <a:gd name="T5" fmla="*/ 65 h 166"/>
                    <a:gd name="T6" fmla="*/ 99 w 130"/>
                    <a:gd name="T7" fmla="*/ 16 h 166"/>
                    <a:gd name="T8" fmla="*/ 85 w 130"/>
                    <a:gd name="T9" fmla="*/ 2 h 166"/>
                    <a:gd name="T10" fmla="*/ 66 w 130"/>
                    <a:gd name="T11" fmla="*/ 2 h 166"/>
                    <a:gd name="T12" fmla="*/ 41 w 130"/>
                    <a:gd name="T13" fmla="*/ 2 h 166"/>
                    <a:gd name="T14" fmla="*/ 24 w 130"/>
                    <a:gd name="T15" fmla="*/ 44 h 166"/>
                    <a:gd name="T16" fmla="*/ 0 w 130"/>
                    <a:gd name="T17" fmla="*/ 102 h 166"/>
                    <a:gd name="T18" fmla="*/ 66 w 130"/>
                    <a:gd name="T19" fmla="*/ 16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66">
                      <a:moveTo>
                        <a:pt x="66" y="166"/>
                      </a:moveTo>
                      <a:cubicBezTo>
                        <a:pt x="109" y="166"/>
                        <a:pt x="130" y="136"/>
                        <a:pt x="130" y="101"/>
                      </a:cubicBezTo>
                      <a:cubicBezTo>
                        <a:pt x="130" y="89"/>
                        <a:pt x="124" y="77"/>
                        <a:pt x="117" y="65"/>
                      </a:cubicBezTo>
                      <a:cubicBezTo>
                        <a:pt x="109" y="52"/>
                        <a:pt x="103" y="31"/>
                        <a:pt x="99" y="16"/>
                      </a:cubicBezTo>
                      <a:cubicBezTo>
                        <a:pt x="95" y="0"/>
                        <a:pt x="85" y="2"/>
                        <a:pt x="85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51" y="2"/>
                        <a:pt x="41" y="2"/>
                      </a:cubicBezTo>
                      <a:cubicBezTo>
                        <a:pt x="31" y="2"/>
                        <a:pt x="33" y="22"/>
                        <a:pt x="24" y="44"/>
                      </a:cubicBezTo>
                      <a:cubicBezTo>
                        <a:pt x="16" y="66"/>
                        <a:pt x="0" y="78"/>
                        <a:pt x="0" y="102"/>
                      </a:cubicBezTo>
                      <a:cubicBezTo>
                        <a:pt x="0" y="127"/>
                        <a:pt x="23" y="166"/>
                        <a:pt x="66" y="166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6" name="Freeform 142">
                  <a:extLst>
                    <a:ext uri="{FF2B5EF4-FFF2-40B4-BE49-F238E27FC236}">
                      <a16:creationId xmlns:a16="http://schemas.microsoft.com/office/drawing/2014/main" id="{70711B04-4790-9E99-45F1-2C78729F7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9110" y="4157762"/>
                  <a:ext cx="238879" cy="621716"/>
                </a:xfrm>
                <a:custGeom>
                  <a:avLst/>
                  <a:gdLst>
                    <a:gd name="T0" fmla="*/ 64 w 64"/>
                    <a:gd name="T1" fmla="*/ 101 h 166"/>
                    <a:gd name="T2" fmla="*/ 51 w 64"/>
                    <a:gd name="T3" fmla="*/ 65 h 166"/>
                    <a:gd name="T4" fmla="*/ 33 w 64"/>
                    <a:gd name="T5" fmla="*/ 16 h 166"/>
                    <a:gd name="T6" fmla="*/ 19 w 64"/>
                    <a:gd name="T7" fmla="*/ 2 h 166"/>
                    <a:gd name="T8" fmla="*/ 0 w 64"/>
                    <a:gd name="T9" fmla="*/ 2 h 166"/>
                    <a:gd name="T10" fmla="*/ 0 w 64"/>
                    <a:gd name="T11" fmla="*/ 166 h 166"/>
                    <a:gd name="T12" fmla="*/ 64 w 64"/>
                    <a:gd name="T13" fmla="*/ 101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66">
                      <a:moveTo>
                        <a:pt x="64" y="101"/>
                      </a:moveTo>
                      <a:cubicBezTo>
                        <a:pt x="64" y="89"/>
                        <a:pt x="58" y="77"/>
                        <a:pt x="51" y="65"/>
                      </a:cubicBezTo>
                      <a:cubicBezTo>
                        <a:pt x="43" y="52"/>
                        <a:pt x="37" y="31"/>
                        <a:pt x="33" y="16"/>
                      </a:cubicBezTo>
                      <a:cubicBezTo>
                        <a:pt x="29" y="0"/>
                        <a:pt x="19" y="2"/>
                        <a:pt x="19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43" y="166"/>
                        <a:pt x="64" y="136"/>
                        <a:pt x="64" y="1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7" name="Freeform 143">
                  <a:extLst>
                    <a:ext uri="{FF2B5EF4-FFF2-40B4-BE49-F238E27FC236}">
                      <a16:creationId xmlns:a16="http://schemas.microsoft.com/office/drawing/2014/main" id="{4125BABB-943A-020D-D643-37CA2670A7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8" name="Freeform 144">
                  <a:extLst>
                    <a:ext uri="{FF2B5EF4-FFF2-40B4-BE49-F238E27FC236}">
                      <a16:creationId xmlns:a16="http://schemas.microsoft.com/office/drawing/2014/main" id="{36643424-DB8B-3269-BDB8-8040B7A273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6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9" name="Freeform 145">
                  <a:extLst>
                    <a:ext uri="{FF2B5EF4-FFF2-40B4-BE49-F238E27FC236}">
                      <a16:creationId xmlns:a16="http://schemas.microsoft.com/office/drawing/2014/main" id="{9BDF98C5-AADD-D1A2-31FE-B163392046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5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0" name="Freeform 146">
                  <a:extLst>
                    <a:ext uri="{FF2B5EF4-FFF2-40B4-BE49-F238E27FC236}">
                      <a16:creationId xmlns:a16="http://schemas.microsoft.com/office/drawing/2014/main" id="{C9A73095-45EF-1828-98B4-8334A387B8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55370" cy="34804"/>
                </a:xfrm>
                <a:custGeom>
                  <a:avLst/>
                  <a:gdLst>
                    <a:gd name="T0" fmla="*/ 5 w 15"/>
                    <a:gd name="T1" fmla="*/ 9 h 9"/>
                    <a:gd name="T2" fmla="*/ 15 w 15"/>
                    <a:gd name="T3" fmla="*/ 9 h 9"/>
                    <a:gd name="T4" fmla="*/ 15 w 15"/>
                    <a:gd name="T5" fmla="*/ 0 h 9"/>
                    <a:gd name="T6" fmla="*/ 5 w 15"/>
                    <a:gd name="T7" fmla="*/ 0 h 9"/>
                    <a:gd name="T8" fmla="*/ 0 w 15"/>
                    <a:gd name="T9" fmla="*/ 4 h 9"/>
                    <a:gd name="T10" fmla="*/ 5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1" name="Freeform 161">
                  <a:extLst>
                    <a:ext uri="{FF2B5EF4-FFF2-40B4-BE49-F238E27FC236}">
                      <a16:creationId xmlns:a16="http://schemas.microsoft.com/office/drawing/2014/main" id="{07E1E5C8-0365-9C9B-9B6A-FB3C4907CD3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872" y="3509153"/>
                  <a:ext cx="28475" cy="411313"/>
                </a:xfrm>
                <a:custGeom>
                  <a:avLst/>
                  <a:gdLst>
                    <a:gd name="T0" fmla="*/ 18 w 18"/>
                    <a:gd name="T1" fmla="*/ 260 h 260"/>
                    <a:gd name="T2" fmla="*/ 0 w 18"/>
                    <a:gd name="T3" fmla="*/ 260 h 260"/>
                    <a:gd name="T4" fmla="*/ 0 w 18"/>
                    <a:gd name="T5" fmla="*/ 201 h 260"/>
                    <a:gd name="T6" fmla="*/ 18 w 18"/>
                    <a:gd name="T7" fmla="*/ 201 h 260"/>
                    <a:gd name="T8" fmla="*/ 18 w 18"/>
                    <a:gd name="T9" fmla="*/ 260 h 260"/>
                    <a:gd name="T10" fmla="*/ 18 w 18"/>
                    <a:gd name="T11" fmla="*/ 159 h 260"/>
                    <a:gd name="T12" fmla="*/ 0 w 18"/>
                    <a:gd name="T13" fmla="*/ 159 h 260"/>
                    <a:gd name="T14" fmla="*/ 0 w 18"/>
                    <a:gd name="T15" fmla="*/ 99 h 260"/>
                    <a:gd name="T16" fmla="*/ 18 w 18"/>
                    <a:gd name="T17" fmla="*/ 99 h 260"/>
                    <a:gd name="T18" fmla="*/ 18 w 18"/>
                    <a:gd name="T19" fmla="*/ 159 h 260"/>
                    <a:gd name="T20" fmla="*/ 18 w 18"/>
                    <a:gd name="T21" fmla="*/ 59 h 260"/>
                    <a:gd name="T22" fmla="*/ 0 w 18"/>
                    <a:gd name="T23" fmla="*/ 59 h 260"/>
                    <a:gd name="T24" fmla="*/ 0 w 18"/>
                    <a:gd name="T25" fmla="*/ 0 h 260"/>
                    <a:gd name="T26" fmla="*/ 18 w 18"/>
                    <a:gd name="T27" fmla="*/ 0 h 260"/>
                    <a:gd name="T28" fmla="*/ 18 w 18"/>
                    <a:gd name="T29" fmla="*/ 59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260">
                      <a:moveTo>
                        <a:pt x="18" y="260"/>
                      </a:moveTo>
                      <a:lnTo>
                        <a:pt x="0" y="260"/>
                      </a:lnTo>
                      <a:lnTo>
                        <a:pt x="0" y="201"/>
                      </a:lnTo>
                      <a:lnTo>
                        <a:pt x="18" y="201"/>
                      </a:lnTo>
                      <a:lnTo>
                        <a:pt x="18" y="260"/>
                      </a:lnTo>
                      <a:close/>
                      <a:moveTo>
                        <a:pt x="18" y="159"/>
                      </a:moveTo>
                      <a:lnTo>
                        <a:pt x="0" y="159"/>
                      </a:lnTo>
                      <a:lnTo>
                        <a:pt x="0" y="99"/>
                      </a:lnTo>
                      <a:lnTo>
                        <a:pt x="18" y="99"/>
                      </a:lnTo>
                      <a:lnTo>
                        <a:pt x="18" y="159"/>
                      </a:lnTo>
                      <a:close/>
                      <a:moveTo>
                        <a:pt x="18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8" y="0"/>
                      </a:lnTo>
                      <a:lnTo>
                        <a:pt x="18" y="59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79" name="组合 378">
                <a:extLst>
                  <a:ext uri="{FF2B5EF4-FFF2-40B4-BE49-F238E27FC236}">
                    <a16:creationId xmlns:a16="http://schemas.microsoft.com/office/drawing/2014/main" id="{A003824A-4DF7-2DF9-1E46-813765C410E2}"/>
                  </a:ext>
                </a:extLst>
              </p:cNvPr>
              <p:cNvGrpSpPr/>
              <p:nvPr/>
            </p:nvGrpSpPr>
            <p:grpSpPr>
              <a:xfrm flipV="1">
                <a:off x="3313584" y="2220164"/>
                <a:ext cx="485667" cy="1270325"/>
                <a:chOff x="3312322" y="3509153"/>
                <a:chExt cx="485667" cy="1270325"/>
              </a:xfrm>
              <a:noFill/>
            </p:grpSpPr>
            <p:sp>
              <p:nvSpPr>
                <p:cNvPr id="380" name="Freeform 137">
                  <a:extLst>
                    <a:ext uri="{FF2B5EF4-FFF2-40B4-BE49-F238E27FC236}">
                      <a16:creationId xmlns:a16="http://schemas.microsoft.com/office/drawing/2014/main" id="{29C0D2DC-E088-E84C-9854-A5A81ADCF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97747" cy="37967"/>
                </a:xfrm>
                <a:custGeom>
                  <a:avLst/>
                  <a:gdLst>
                    <a:gd name="T0" fmla="*/ 47 w 53"/>
                    <a:gd name="T1" fmla="*/ 0 h 10"/>
                    <a:gd name="T2" fmla="*/ 5 w 53"/>
                    <a:gd name="T3" fmla="*/ 0 h 10"/>
                    <a:gd name="T4" fmla="*/ 0 w 53"/>
                    <a:gd name="T5" fmla="*/ 5 h 10"/>
                    <a:gd name="T6" fmla="*/ 5 w 53"/>
                    <a:gd name="T7" fmla="*/ 10 h 10"/>
                    <a:gd name="T8" fmla="*/ 47 w 53"/>
                    <a:gd name="T9" fmla="*/ 10 h 10"/>
                    <a:gd name="T10" fmla="*/ 53 w 53"/>
                    <a:gd name="T11" fmla="*/ 5 h 10"/>
                    <a:gd name="T12" fmla="*/ 47 w 5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1" name="Freeform 138">
                  <a:extLst>
                    <a:ext uri="{FF2B5EF4-FFF2-40B4-BE49-F238E27FC236}">
                      <a16:creationId xmlns:a16="http://schemas.microsoft.com/office/drawing/2014/main" id="{0707D466-20A4-A840-D010-DFCEEDD73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6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6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6"/>
                      </a:cubicBezTo>
                      <a:cubicBezTo>
                        <a:pt x="53" y="3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" name="Freeform 139">
                  <a:extLst>
                    <a:ext uri="{FF2B5EF4-FFF2-40B4-BE49-F238E27FC236}">
                      <a16:creationId xmlns:a16="http://schemas.microsoft.com/office/drawing/2014/main" id="{371A62E5-4EC5-160B-E792-7DFE20CB6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5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5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" name="Freeform 140">
                  <a:extLst>
                    <a:ext uri="{FF2B5EF4-FFF2-40B4-BE49-F238E27FC236}">
                      <a16:creationId xmlns:a16="http://schemas.microsoft.com/office/drawing/2014/main" id="{E0010D24-01E4-AC54-3E7E-7B6C985C1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104411" cy="34804"/>
                </a:xfrm>
                <a:custGeom>
                  <a:avLst/>
                  <a:gdLst>
                    <a:gd name="T0" fmla="*/ 5 w 28"/>
                    <a:gd name="T1" fmla="*/ 9 h 9"/>
                    <a:gd name="T2" fmla="*/ 23 w 28"/>
                    <a:gd name="T3" fmla="*/ 9 h 9"/>
                    <a:gd name="T4" fmla="*/ 28 w 28"/>
                    <a:gd name="T5" fmla="*/ 4 h 9"/>
                    <a:gd name="T6" fmla="*/ 23 w 28"/>
                    <a:gd name="T7" fmla="*/ 0 h 9"/>
                    <a:gd name="T8" fmla="*/ 5 w 28"/>
                    <a:gd name="T9" fmla="*/ 0 h 9"/>
                    <a:gd name="T10" fmla="*/ 0 w 28"/>
                    <a:gd name="T11" fmla="*/ 4 h 9"/>
                    <a:gd name="T12" fmla="*/ 5 w 28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9">
                      <a:moveTo>
                        <a:pt x="5" y="9"/>
                      </a:move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6" y="9"/>
                        <a:pt x="28" y="7"/>
                        <a:pt x="28" y="4"/>
                      </a:cubicBezTo>
                      <a:cubicBezTo>
                        <a:pt x="28" y="2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4" name="Freeform 141">
                  <a:extLst>
                    <a:ext uri="{FF2B5EF4-FFF2-40B4-BE49-F238E27FC236}">
                      <a16:creationId xmlns:a16="http://schemas.microsoft.com/office/drawing/2014/main" id="{EC7ECE51-9591-DD12-8703-E621F6A98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322" y="4157762"/>
                  <a:ext cx="485667" cy="621716"/>
                </a:xfrm>
                <a:custGeom>
                  <a:avLst/>
                  <a:gdLst>
                    <a:gd name="T0" fmla="*/ 66 w 130"/>
                    <a:gd name="T1" fmla="*/ 166 h 166"/>
                    <a:gd name="T2" fmla="*/ 130 w 130"/>
                    <a:gd name="T3" fmla="*/ 101 h 166"/>
                    <a:gd name="T4" fmla="*/ 117 w 130"/>
                    <a:gd name="T5" fmla="*/ 65 h 166"/>
                    <a:gd name="T6" fmla="*/ 99 w 130"/>
                    <a:gd name="T7" fmla="*/ 16 h 166"/>
                    <a:gd name="T8" fmla="*/ 85 w 130"/>
                    <a:gd name="T9" fmla="*/ 2 h 166"/>
                    <a:gd name="T10" fmla="*/ 66 w 130"/>
                    <a:gd name="T11" fmla="*/ 2 h 166"/>
                    <a:gd name="T12" fmla="*/ 41 w 130"/>
                    <a:gd name="T13" fmla="*/ 2 h 166"/>
                    <a:gd name="T14" fmla="*/ 24 w 130"/>
                    <a:gd name="T15" fmla="*/ 44 h 166"/>
                    <a:gd name="T16" fmla="*/ 0 w 130"/>
                    <a:gd name="T17" fmla="*/ 102 h 166"/>
                    <a:gd name="T18" fmla="*/ 66 w 130"/>
                    <a:gd name="T19" fmla="*/ 16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66">
                      <a:moveTo>
                        <a:pt x="66" y="166"/>
                      </a:moveTo>
                      <a:cubicBezTo>
                        <a:pt x="109" y="166"/>
                        <a:pt x="130" y="136"/>
                        <a:pt x="130" y="101"/>
                      </a:cubicBezTo>
                      <a:cubicBezTo>
                        <a:pt x="130" y="89"/>
                        <a:pt x="124" y="77"/>
                        <a:pt x="117" y="65"/>
                      </a:cubicBezTo>
                      <a:cubicBezTo>
                        <a:pt x="109" y="52"/>
                        <a:pt x="103" y="31"/>
                        <a:pt x="99" y="16"/>
                      </a:cubicBezTo>
                      <a:cubicBezTo>
                        <a:pt x="95" y="0"/>
                        <a:pt x="85" y="2"/>
                        <a:pt x="85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51" y="2"/>
                        <a:pt x="41" y="2"/>
                      </a:cubicBezTo>
                      <a:cubicBezTo>
                        <a:pt x="31" y="2"/>
                        <a:pt x="33" y="22"/>
                        <a:pt x="24" y="44"/>
                      </a:cubicBezTo>
                      <a:cubicBezTo>
                        <a:pt x="16" y="66"/>
                        <a:pt x="0" y="78"/>
                        <a:pt x="0" y="102"/>
                      </a:cubicBezTo>
                      <a:cubicBezTo>
                        <a:pt x="0" y="127"/>
                        <a:pt x="23" y="166"/>
                        <a:pt x="66" y="1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5" name="Freeform 142">
                  <a:extLst>
                    <a:ext uri="{FF2B5EF4-FFF2-40B4-BE49-F238E27FC236}">
                      <a16:creationId xmlns:a16="http://schemas.microsoft.com/office/drawing/2014/main" id="{1F53844C-FB06-CDC6-07C9-8C4FBBE1C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9110" y="4157762"/>
                  <a:ext cx="238879" cy="621716"/>
                </a:xfrm>
                <a:custGeom>
                  <a:avLst/>
                  <a:gdLst>
                    <a:gd name="T0" fmla="*/ 64 w 64"/>
                    <a:gd name="T1" fmla="*/ 101 h 166"/>
                    <a:gd name="T2" fmla="*/ 51 w 64"/>
                    <a:gd name="T3" fmla="*/ 65 h 166"/>
                    <a:gd name="T4" fmla="*/ 33 w 64"/>
                    <a:gd name="T5" fmla="*/ 16 h 166"/>
                    <a:gd name="T6" fmla="*/ 19 w 64"/>
                    <a:gd name="T7" fmla="*/ 2 h 166"/>
                    <a:gd name="T8" fmla="*/ 0 w 64"/>
                    <a:gd name="T9" fmla="*/ 2 h 166"/>
                    <a:gd name="T10" fmla="*/ 0 w 64"/>
                    <a:gd name="T11" fmla="*/ 166 h 166"/>
                    <a:gd name="T12" fmla="*/ 64 w 64"/>
                    <a:gd name="T13" fmla="*/ 101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66">
                      <a:moveTo>
                        <a:pt x="64" y="101"/>
                      </a:moveTo>
                      <a:cubicBezTo>
                        <a:pt x="64" y="89"/>
                        <a:pt x="58" y="77"/>
                        <a:pt x="51" y="65"/>
                      </a:cubicBezTo>
                      <a:cubicBezTo>
                        <a:pt x="43" y="52"/>
                        <a:pt x="37" y="31"/>
                        <a:pt x="33" y="16"/>
                      </a:cubicBezTo>
                      <a:cubicBezTo>
                        <a:pt x="29" y="0"/>
                        <a:pt x="19" y="2"/>
                        <a:pt x="19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43" y="166"/>
                        <a:pt x="64" y="136"/>
                        <a:pt x="64" y="1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6" name="Freeform 143">
                  <a:extLst>
                    <a:ext uri="{FF2B5EF4-FFF2-40B4-BE49-F238E27FC236}">
                      <a16:creationId xmlns:a16="http://schemas.microsoft.com/office/drawing/2014/main" id="{91A8FBE2-29AB-7452-AC40-D801FEB35A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7" name="Freeform 144">
                  <a:extLst>
                    <a:ext uri="{FF2B5EF4-FFF2-40B4-BE49-F238E27FC236}">
                      <a16:creationId xmlns:a16="http://schemas.microsoft.com/office/drawing/2014/main" id="{C2B63F33-45C5-6D56-9D84-5E9FE1D12C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6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8" name="Freeform 145">
                  <a:extLst>
                    <a:ext uri="{FF2B5EF4-FFF2-40B4-BE49-F238E27FC236}">
                      <a16:creationId xmlns:a16="http://schemas.microsoft.com/office/drawing/2014/main" id="{22A62BC4-B217-B680-296F-C337BDB688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5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9" name="Freeform 146">
                  <a:extLst>
                    <a:ext uri="{FF2B5EF4-FFF2-40B4-BE49-F238E27FC236}">
                      <a16:creationId xmlns:a16="http://schemas.microsoft.com/office/drawing/2014/main" id="{236A2743-D052-40A4-4B59-01E69E6EE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55370" cy="34804"/>
                </a:xfrm>
                <a:custGeom>
                  <a:avLst/>
                  <a:gdLst>
                    <a:gd name="T0" fmla="*/ 5 w 15"/>
                    <a:gd name="T1" fmla="*/ 9 h 9"/>
                    <a:gd name="T2" fmla="*/ 15 w 15"/>
                    <a:gd name="T3" fmla="*/ 9 h 9"/>
                    <a:gd name="T4" fmla="*/ 15 w 15"/>
                    <a:gd name="T5" fmla="*/ 0 h 9"/>
                    <a:gd name="T6" fmla="*/ 5 w 15"/>
                    <a:gd name="T7" fmla="*/ 0 h 9"/>
                    <a:gd name="T8" fmla="*/ 0 w 15"/>
                    <a:gd name="T9" fmla="*/ 4 h 9"/>
                    <a:gd name="T10" fmla="*/ 5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0" name="Freeform 161">
                  <a:extLst>
                    <a:ext uri="{FF2B5EF4-FFF2-40B4-BE49-F238E27FC236}">
                      <a16:creationId xmlns:a16="http://schemas.microsoft.com/office/drawing/2014/main" id="{91E349E0-0DA7-74FD-4C10-A7E253AA36A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872" y="3509153"/>
                  <a:ext cx="28475" cy="411313"/>
                </a:xfrm>
                <a:custGeom>
                  <a:avLst/>
                  <a:gdLst>
                    <a:gd name="T0" fmla="*/ 18 w 18"/>
                    <a:gd name="T1" fmla="*/ 260 h 260"/>
                    <a:gd name="T2" fmla="*/ 0 w 18"/>
                    <a:gd name="T3" fmla="*/ 260 h 260"/>
                    <a:gd name="T4" fmla="*/ 0 w 18"/>
                    <a:gd name="T5" fmla="*/ 201 h 260"/>
                    <a:gd name="T6" fmla="*/ 18 w 18"/>
                    <a:gd name="T7" fmla="*/ 201 h 260"/>
                    <a:gd name="T8" fmla="*/ 18 w 18"/>
                    <a:gd name="T9" fmla="*/ 260 h 260"/>
                    <a:gd name="T10" fmla="*/ 18 w 18"/>
                    <a:gd name="T11" fmla="*/ 159 h 260"/>
                    <a:gd name="T12" fmla="*/ 0 w 18"/>
                    <a:gd name="T13" fmla="*/ 159 h 260"/>
                    <a:gd name="T14" fmla="*/ 0 w 18"/>
                    <a:gd name="T15" fmla="*/ 99 h 260"/>
                    <a:gd name="T16" fmla="*/ 18 w 18"/>
                    <a:gd name="T17" fmla="*/ 99 h 260"/>
                    <a:gd name="T18" fmla="*/ 18 w 18"/>
                    <a:gd name="T19" fmla="*/ 159 h 260"/>
                    <a:gd name="T20" fmla="*/ 18 w 18"/>
                    <a:gd name="T21" fmla="*/ 59 h 260"/>
                    <a:gd name="T22" fmla="*/ 0 w 18"/>
                    <a:gd name="T23" fmla="*/ 59 h 260"/>
                    <a:gd name="T24" fmla="*/ 0 w 18"/>
                    <a:gd name="T25" fmla="*/ 0 h 260"/>
                    <a:gd name="T26" fmla="*/ 18 w 18"/>
                    <a:gd name="T27" fmla="*/ 0 h 260"/>
                    <a:gd name="T28" fmla="*/ 18 w 18"/>
                    <a:gd name="T29" fmla="*/ 59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260">
                      <a:moveTo>
                        <a:pt x="18" y="260"/>
                      </a:moveTo>
                      <a:lnTo>
                        <a:pt x="0" y="260"/>
                      </a:lnTo>
                      <a:lnTo>
                        <a:pt x="0" y="201"/>
                      </a:lnTo>
                      <a:lnTo>
                        <a:pt x="18" y="201"/>
                      </a:lnTo>
                      <a:lnTo>
                        <a:pt x="18" y="260"/>
                      </a:lnTo>
                      <a:close/>
                      <a:moveTo>
                        <a:pt x="18" y="159"/>
                      </a:moveTo>
                      <a:lnTo>
                        <a:pt x="0" y="159"/>
                      </a:lnTo>
                      <a:lnTo>
                        <a:pt x="0" y="99"/>
                      </a:lnTo>
                      <a:lnTo>
                        <a:pt x="18" y="99"/>
                      </a:lnTo>
                      <a:lnTo>
                        <a:pt x="18" y="159"/>
                      </a:lnTo>
                      <a:close/>
                      <a:moveTo>
                        <a:pt x="18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8" y="0"/>
                      </a:lnTo>
                      <a:lnTo>
                        <a:pt x="18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20" name="组合 1019">
              <a:extLst>
                <a:ext uri="{FF2B5EF4-FFF2-40B4-BE49-F238E27FC236}">
                  <a16:creationId xmlns:a16="http://schemas.microsoft.com/office/drawing/2014/main" id="{3F8261CA-0504-FAA0-EC38-A8E736BC6880}"/>
                </a:ext>
              </a:extLst>
            </p:cNvPr>
            <p:cNvGrpSpPr/>
            <p:nvPr/>
          </p:nvGrpSpPr>
          <p:grpSpPr>
            <a:xfrm>
              <a:off x="4408630" y="2191891"/>
              <a:ext cx="590425" cy="2661939"/>
              <a:chOff x="4408630" y="2191891"/>
              <a:chExt cx="590425" cy="2661939"/>
            </a:xfrm>
          </p:grpSpPr>
          <p:grpSp>
            <p:nvGrpSpPr>
              <p:cNvPr id="703" name="组合 702">
                <a:extLst>
                  <a:ext uri="{FF2B5EF4-FFF2-40B4-BE49-F238E27FC236}">
                    <a16:creationId xmlns:a16="http://schemas.microsoft.com/office/drawing/2014/main" id="{BFAF911D-4C7F-DA7B-25E6-7C760E29A7F2}"/>
                  </a:ext>
                </a:extLst>
              </p:cNvPr>
              <p:cNvGrpSpPr/>
              <p:nvPr/>
            </p:nvGrpSpPr>
            <p:grpSpPr>
              <a:xfrm>
                <a:off x="4408630" y="3487005"/>
                <a:ext cx="590077" cy="1366825"/>
                <a:chOff x="4408630" y="3487005"/>
                <a:chExt cx="590077" cy="1366825"/>
              </a:xfrm>
            </p:grpSpPr>
            <p:sp>
              <p:nvSpPr>
                <p:cNvPr id="367" name="Freeform 147">
                  <a:extLst>
                    <a:ext uri="{FF2B5EF4-FFF2-40B4-BE49-F238E27FC236}">
                      <a16:creationId xmlns:a16="http://schemas.microsoft.com/office/drawing/2014/main" id="{6A9E617E-598E-FEA6-545F-87A954DBA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238879" cy="47459"/>
                </a:xfrm>
                <a:custGeom>
                  <a:avLst/>
                  <a:gdLst>
                    <a:gd name="T0" fmla="*/ 58 w 64"/>
                    <a:gd name="T1" fmla="*/ 0 h 13"/>
                    <a:gd name="T2" fmla="*/ 7 w 64"/>
                    <a:gd name="T3" fmla="*/ 0 h 13"/>
                    <a:gd name="T4" fmla="*/ 0 w 64"/>
                    <a:gd name="T5" fmla="*/ 7 h 13"/>
                    <a:gd name="T6" fmla="*/ 7 w 64"/>
                    <a:gd name="T7" fmla="*/ 13 h 13"/>
                    <a:gd name="T8" fmla="*/ 58 w 64"/>
                    <a:gd name="T9" fmla="*/ 13 h 13"/>
                    <a:gd name="T10" fmla="*/ 64 w 64"/>
                    <a:gd name="T11" fmla="*/ 7 h 13"/>
                    <a:gd name="T12" fmla="*/ 58 w 64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5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8" name="Freeform 148">
                  <a:extLst>
                    <a:ext uri="{FF2B5EF4-FFF2-40B4-BE49-F238E27FC236}">
                      <a16:creationId xmlns:a16="http://schemas.microsoft.com/office/drawing/2014/main" id="{4DB8BCF8-2A46-FB1A-772A-EDA6D4FD75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7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7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9" name="Freeform 149">
                  <a:extLst>
                    <a:ext uri="{FF2B5EF4-FFF2-40B4-BE49-F238E27FC236}">
                      <a16:creationId xmlns:a16="http://schemas.microsoft.com/office/drawing/2014/main" id="{9C493DDB-8111-226B-2D6F-B67BBBACB3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6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6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6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0" name="Freeform 150">
                  <a:extLst>
                    <a:ext uri="{FF2B5EF4-FFF2-40B4-BE49-F238E27FC236}">
                      <a16:creationId xmlns:a16="http://schemas.microsoft.com/office/drawing/2014/main" id="{4BD96AFF-E00F-AD63-3D83-A0A029E1B4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128140" cy="45878"/>
                </a:xfrm>
                <a:custGeom>
                  <a:avLst/>
                  <a:gdLst>
                    <a:gd name="T0" fmla="*/ 6 w 34"/>
                    <a:gd name="T1" fmla="*/ 12 h 12"/>
                    <a:gd name="T2" fmla="*/ 28 w 34"/>
                    <a:gd name="T3" fmla="*/ 12 h 12"/>
                    <a:gd name="T4" fmla="*/ 34 w 34"/>
                    <a:gd name="T5" fmla="*/ 6 h 12"/>
                    <a:gd name="T6" fmla="*/ 28 w 34"/>
                    <a:gd name="T7" fmla="*/ 0 h 12"/>
                    <a:gd name="T8" fmla="*/ 6 w 34"/>
                    <a:gd name="T9" fmla="*/ 0 h 12"/>
                    <a:gd name="T10" fmla="*/ 0 w 34"/>
                    <a:gd name="T11" fmla="*/ 6 h 12"/>
                    <a:gd name="T12" fmla="*/ 6 w 34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2">
                      <a:moveTo>
                        <a:pt x="6" y="12"/>
                      </a:move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2" y="12"/>
                        <a:pt x="34" y="9"/>
                        <a:pt x="34" y="6"/>
                      </a:cubicBezTo>
                      <a:cubicBezTo>
                        <a:pt x="34" y="3"/>
                        <a:pt x="32" y="0"/>
                        <a:pt x="2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1" name="Freeform 151">
                  <a:extLst>
                    <a:ext uri="{FF2B5EF4-FFF2-40B4-BE49-F238E27FC236}">
                      <a16:creationId xmlns:a16="http://schemas.microsoft.com/office/drawing/2014/main" id="{48C9A3BB-EB9F-9375-7F3A-8C21F1E545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630" y="4100811"/>
                  <a:ext cx="590077" cy="753019"/>
                </a:xfrm>
                <a:custGeom>
                  <a:avLst/>
                  <a:gdLst>
                    <a:gd name="T0" fmla="*/ 80 w 158"/>
                    <a:gd name="T1" fmla="*/ 201 h 201"/>
                    <a:gd name="T2" fmla="*/ 158 w 158"/>
                    <a:gd name="T3" fmla="*/ 121 h 201"/>
                    <a:gd name="T4" fmla="*/ 142 w 158"/>
                    <a:gd name="T5" fmla="*/ 78 h 201"/>
                    <a:gd name="T6" fmla="*/ 120 w 158"/>
                    <a:gd name="T7" fmla="*/ 18 h 201"/>
                    <a:gd name="T8" fmla="*/ 103 w 158"/>
                    <a:gd name="T9" fmla="*/ 1 h 201"/>
                    <a:gd name="T10" fmla="*/ 80 w 158"/>
                    <a:gd name="T11" fmla="*/ 1 h 201"/>
                    <a:gd name="T12" fmla="*/ 50 w 158"/>
                    <a:gd name="T13" fmla="*/ 1 h 201"/>
                    <a:gd name="T14" fmla="*/ 29 w 158"/>
                    <a:gd name="T15" fmla="*/ 53 h 201"/>
                    <a:gd name="T16" fmla="*/ 0 w 158"/>
                    <a:gd name="T17" fmla="*/ 124 h 201"/>
                    <a:gd name="T18" fmla="*/ 80 w 158"/>
                    <a:gd name="T19" fmla="*/ 20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8" h="201">
                      <a:moveTo>
                        <a:pt x="80" y="201"/>
                      </a:moveTo>
                      <a:cubicBezTo>
                        <a:pt x="132" y="201"/>
                        <a:pt x="158" y="164"/>
                        <a:pt x="158" y="121"/>
                      </a:cubicBezTo>
                      <a:cubicBezTo>
                        <a:pt x="158" y="108"/>
                        <a:pt x="151" y="93"/>
                        <a:pt x="142" y="78"/>
                      </a:cubicBezTo>
                      <a:cubicBezTo>
                        <a:pt x="133" y="63"/>
                        <a:pt x="125" y="37"/>
                        <a:pt x="120" y="18"/>
                      </a:cubicBezTo>
                      <a:cubicBezTo>
                        <a:pt x="115" y="0"/>
                        <a:pt x="103" y="1"/>
                        <a:pt x="103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80" y="1"/>
                        <a:pt x="62" y="1"/>
                        <a:pt x="50" y="1"/>
                      </a:cubicBezTo>
                      <a:cubicBezTo>
                        <a:pt x="38" y="1"/>
                        <a:pt x="40" y="26"/>
                        <a:pt x="29" y="53"/>
                      </a:cubicBezTo>
                      <a:cubicBezTo>
                        <a:pt x="19" y="79"/>
                        <a:pt x="0" y="94"/>
                        <a:pt x="0" y="124"/>
                      </a:cubicBezTo>
                      <a:cubicBezTo>
                        <a:pt x="0" y="153"/>
                        <a:pt x="28" y="201"/>
                        <a:pt x="80" y="201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" name="Freeform 152">
                  <a:extLst>
                    <a:ext uri="{FF2B5EF4-FFF2-40B4-BE49-F238E27FC236}">
                      <a16:creationId xmlns:a16="http://schemas.microsoft.com/office/drawing/2014/main" id="{4771CD9B-82CD-7093-1005-DDA16139C5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7623" y="4100811"/>
                  <a:ext cx="291083" cy="753019"/>
                </a:xfrm>
                <a:custGeom>
                  <a:avLst/>
                  <a:gdLst>
                    <a:gd name="T0" fmla="*/ 78 w 78"/>
                    <a:gd name="T1" fmla="*/ 121 h 201"/>
                    <a:gd name="T2" fmla="*/ 62 w 78"/>
                    <a:gd name="T3" fmla="*/ 78 h 201"/>
                    <a:gd name="T4" fmla="*/ 40 w 78"/>
                    <a:gd name="T5" fmla="*/ 18 h 201"/>
                    <a:gd name="T6" fmla="*/ 23 w 78"/>
                    <a:gd name="T7" fmla="*/ 1 h 201"/>
                    <a:gd name="T8" fmla="*/ 0 w 78"/>
                    <a:gd name="T9" fmla="*/ 1 h 201"/>
                    <a:gd name="T10" fmla="*/ 0 w 78"/>
                    <a:gd name="T11" fmla="*/ 201 h 201"/>
                    <a:gd name="T12" fmla="*/ 78 w 78"/>
                    <a:gd name="T13" fmla="*/ 12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201">
                      <a:moveTo>
                        <a:pt x="78" y="121"/>
                      </a:moveTo>
                      <a:cubicBezTo>
                        <a:pt x="78" y="108"/>
                        <a:pt x="71" y="93"/>
                        <a:pt x="62" y="78"/>
                      </a:cubicBezTo>
                      <a:cubicBezTo>
                        <a:pt x="53" y="63"/>
                        <a:pt x="45" y="37"/>
                        <a:pt x="40" y="18"/>
                      </a:cubicBezTo>
                      <a:cubicBezTo>
                        <a:pt x="35" y="0"/>
                        <a:pt x="23" y="1"/>
                        <a:pt x="2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52" y="201"/>
                        <a:pt x="78" y="164"/>
                        <a:pt x="78" y="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3" name="Freeform 153">
                  <a:extLst>
                    <a:ext uri="{FF2B5EF4-FFF2-40B4-BE49-F238E27FC236}">
                      <a16:creationId xmlns:a16="http://schemas.microsoft.com/office/drawing/2014/main" id="{D394DC28-782A-B838-F375-4FFBC6E6A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123394" cy="47459"/>
                </a:xfrm>
                <a:custGeom>
                  <a:avLst/>
                  <a:gdLst>
                    <a:gd name="T0" fmla="*/ 0 w 33"/>
                    <a:gd name="T1" fmla="*/ 7 h 13"/>
                    <a:gd name="T2" fmla="*/ 7 w 33"/>
                    <a:gd name="T3" fmla="*/ 13 h 13"/>
                    <a:gd name="T4" fmla="*/ 33 w 33"/>
                    <a:gd name="T5" fmla="*/ 13 h 13"/>
                    <a:gd name="T6" fmla="*/ 33 w 33"/>
                    <a:gd name="T7" fmla="*/ 0 h 13"/>
                    <a:gd name="T8" fmla="*/ 7 w 33"/>
                    <a:gd name="T9" fmla="*/ 0 h 13"/>
                    <a:gd name="T10" fmla="*/ 0 w 33"/>
                    <a:gd name="T11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0" y="7"/>
                      </a:move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4" name="Freeform 154">
                  <a:extLst>
                    <a:ext uri="{FF2B5EF4-FFF2-40B4-BE49-F238E27FC236}">
                      <a16:creationId xmlns:a16="http://schemas.microsoft.com/office/drawing/2014/main" id="{2BE4AA7F-AA59-B590-7B6C-5609A0056D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7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5" name="Freeform 155">
                  <a:extLst>
                    <a:ext uri="{FF2B5EF4-FFF2-40B4-BE49-F238E27FC236}">
                      <a16:creationId xmlns:a16="http://schemas.microsoft.com/office/drawing/2014/main" id="{BE03B0F9-EECD-25E0-625D-ED2B9F6903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6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6" name="Freeform 156">
                  <a:extLst>
                    <a:ext uri="{FF2B5EF4-FFF2-40B4-BE49-F238E27FC236}">
                      <a16:creationId xmlns:a16="http://schemas.microsoft.com/office/drawing/2014/main" id="{E7B0E0B0-4F04-B9A3-2ED7-BF139DCF03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68026" cy="45878"/>
                </a:xfrm>
                <a:custGeom>
                  <a:avLst/>
                  <a:gdLst>
                    <a:gd name="T0" fmla="*/ 6 w 18"/>
                    <a:gd name="T1" fmla="*/ 12 h 12"/>
                    <a:gd name="T2" fmla="*/ 18 w 18"/>
                    <a:gd name="T3" fmla="*/ 12 h 12"/>
                    <a:gd name="T4" fmla="*/ 18 w 18"/>
                    <a:gd name="T5" fmla="*/ 0 h 12"/>
                    <a:gd name="T6" fmla="*/ 6 w 18"/>
                    <a:gd name="T7" fmla="*/ 0 h 12"/>
                    <a:gd name="T8" fmla="*/ 0 w 18"/>
                    <a:gd name="T9" fmla="*/ 6 h 12"/>
                    <a:gd name="T10" fmla="*/ 6 w 18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6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7" name="Freeform 162">
                  <a:extLst>
                    <a:ext uri="{FF2B5EF4-FFF2-40B4-BE49-F238E27FC236}">
                      <a16:creationId xmlns:a16="http://schemas.microsoft.com/office/drawing/2014/main" id="{A8216F8F-F9C9-FF2B-FD6F-0B9631BC5C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6549" y="3487005"/>
                  <a:ext cx="25311" cy="321141"/>
                </a:xfrm>
                <a:custGeom>
                  <a:avLst/>
                  <a:gdLst>
                    <a:gd name="T0" fmla="*/ 16 w 16"/>
                    <a:gd name="T1" fmla="*/ 203 h 203"/>
                    <a:gd name="T2" fmla="*/ 0 w 16"/>
                    <a:gd name="T3" fmla="*/ 203 h 203"/>
                    <a:gd name="T4" fmla="*/ 0 w 16"/>
                    <a:gd name="T5" fmla="*/ 144 h 203"/>
                    <a:gd name="T6" fmla="*/ 16 w 16"/>
                    <a:gd name="T7" fmla="*/ 144 h 203"/>
                    <a:gd name="T8" fmla="*/ 16 w 16"/>
                    <a:gd name="T9" fmla="*/ 203 h 203"/>
                    <a:gd name="T10" fmla="*/ 16 w 16"/>
                    <a:gd name="T11" fmla="*/ 104 h 203"/>
                    <a:gd name="T12" fmla="*/ 0 w 16"/>
                    <a:gd name="T13" fmla="*/ 104 h 203"/>
                    <a:gd name="T14" fmla="*/ 0 w 16"/>
                    <a:gd name="T15" fmla="*/ 45 h 203"/>
                    <a:gd name="T16" fmla="*/ 16 w 16"/>
                    <a:gd name="T17" fmla="*/ 45 h 203"/>
                    <a:gd name="T18" fmla="*/ 16 w 16"/>
                    <a:gd name="T19" fmla="*/ 104 h 203"/>
                    <a:gd name="T20" fmla="*/ 16 w 16"/>
                    <a:gd name="T21" fmla="*/ 2 h 203"/>
                    <a:gd name="T22" fmla="*/ 0 w 16"/>
                    <a:gd name="T23" fmla="*/ 2 h 203"/>
                    <a:gd name="T24" fmla="*/ 0 w 16"/>
                    <a:gd name="T25" fmla="*/ 0 h 203"/>
                    <a:gd name="T26" fmla="*/ 16 w 16"/>
                    <a:gd name="T27" fmla="*/ 0 h 203"/>
                    <a:gd name="T28" fmla="*/ 16 w 16"/>
                    <a:gd name="T29" fmla="*/ 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03">
                      <a:moveTo>
                        <a:pt x="16" y="203"/>
                      </a:moveTo>
                      <a:lnTo>
                        <a:pt x="0" y="203"/>
                      </a:lnTo>
                      <a:lnTo>
                        <a:pt x="0" y="144"/>
                      </a:lnTo>
                      <a:lnTo>
                        <a:pt x="16" y="144"/>
                      </a:lnTo>
                      <a:lnTo>
                        <a:pt x="16" y="203"/>
                      </a:lnTo>
                      <a:close/>
                      <a:moveTo>
                        <a:pt x="16" y="104"/>
                      </a:moveTo>
                      <a:lnTo>
                        <a:pt x="0" y="104"/>
                      </a:lnTo>
                      <a:lnTo>
                        <a:pt x="0" y="45"/>
                      </a:lnTo>
                      <a:lnTo>
                        <a:pt x="16" y="45"/>
                      </a:lnTo>
                      <a:lnTo>
                        <a:pt x="16" y="104"/>
                      </a:lnTo>
                      <a:close/>
                      <a:moveTo>
                        <a:pt x="16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38" name="组合 337">
                <a:extLst>
                  <a:ext uri="{FF2B5EF4-FFF2-40B4-BE49-F238E27FC236}">
                    <a16:creationId xmlns:a16="http://schemas.microsoft.com/office/drawing/2014/main" id="{ABD36410-8CAE-CC75-7703-607A80E7F970}"/>
                  </a:ext>
                </a:extLst>
              </p:cNvPr>
              <p:cNvGrpSpPr/>
              <p:nvPr/>
            </p:nvGrpSpPr>
            <p:grpSpPr>
              <a:xfrm flipV="1">
                <a:off x="4408978" y="2191891"/>
                <a:ext cx="590077" cy="1366825"/>
                <a:chOff x="4408630" y="3487005"/>
                <a:chExt cx="590077" cy="1366825"/>
              </a:xfrm>
              <a:noFill/>
            </p:grpSpPr>
            <p:sp>
              <p:nvSpPr>
                <p:cNvPr id="339" name="Freeform 147">
                  <a:extLst>
                    <a:ext uri="{FF2B5EF4-FFF2-40B4-BE49-F238E27FC236}">
                      <a16:creationId xmlns:a16="http://schemas.microsoft.com/office/drawing/2014/main" id="{D82BAD75-3DAD-B35B-8B38-85BB247589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238879" cy="47459"/>
                </a:xfrm>
                <a:custGeom>
                  <a:avLst/>
                  <a:gdLst>
                    <a:gd name="T0" fmla="*/ 58 w 64"/>
                    <a:gd name="T1" fmla="*/ 0 h 13"/>
                    <a:gd name="T2" fmla="*/ 7 w 64"/>
                    <a:gd name="T3" fmla="*/ 0 h 13"/>
                    <a:gd name="T4" fmla="*/ 0 w 64"/>
                    <a:gd name="T5" fmla="*/ 7 h 13"/>
                    <a:gd name="T6" fmla="*/ 7 w 64"/>
                    <a:gd name="T7" fmla="*/ 13 h 13"/>
                    <a:gd name="T8" fmla="*/ 58 w 64"/>
                    <a:gd name="T9" fmla="*/ 13 h 13"/>
                    <a:gd name="T10" fmla="*/ 64 w 64"/>
                    <a:gd name="T11" fmla="*/ 7 h 13"/>
                    <a:gd name="T12" fmla="*/ 58 w 64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5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0" name="Freeform 148">
                  <a:extLst>
                    <a:ext uri="{FF2B5EF4-FFF2-40B4-BE49-F238E27FC236}">
                      <a16:creationId xmlns:a16="http://schemas.microsoft.com/office/drawing/2014/main" id="{29CB0F04-0904-95AD-B371-2862831DC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7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7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1" name="Freeform 149">
                  <a:extLst>
                    <a:ext uri="{FF2B5EF4-FFF2-40B4-BE49-F238E27FC236}">
                      <a16:creationId xmlns:a16="http://schemas.microsoft.com/office/drawing/2014/main" id="{DFDCC5F1-40B8-BEFD-1228-A09C6AF3FC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6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6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6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9" name="Freeform 150">
                  <a:extLst>
                    <a:ext uri="{FF2B5EF4-FFF2-40B4-BE49-F238E27FC236}">
                      <a16:creationId xmlns:a16="http://schemas.microsoft.com/office/drawing/2014/main" id="{B3FB8687-560B-F306-9CCC-1C33DF2E16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128140" cy="45878"/>
                </a:xfrm>
                <a:custGeom>
                  <a:avLst/>
                  <a:gdLst>
                    <a:gd name="T0" fmla="*/ 6 w 34"/>
                    <a:gd name="T1" fmla="*/ 12 h 12"/>
                    <a:gd name="T2" fmla="*/ 28 w 34"/>
                    <a:gd name="T3" fmla="*/ 12 h 12"/>
                    <a:gd name="T4" fmla="*/ 34 w 34"/>
                    <a:gd name="T5" fmla="*/ 6 h 12"/>
                    <a:gd name="T6" fmla="*/ 28 w 34"/>
                    <a:gd name="T7" fmla="*/ 0 h 12"/>
                    <a:gd name="T8" fmla="*/ 6 w 34"/>
                    <a:gd name="T9" fmla="*/ 0 h 12"/>
                    <a:gd name="T10" fmla="*/ 0 w 34"/>
                    <a:gd name="T11" fmla="*/ 6 h 12"/>
                    <a:gd name="T12" fmla="*/ 6 w 34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2">
                      <a:moveTo>
                        <a:pt x="6" y="12"/>
                      </a:move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2" y="12"/>
                        <a:pt x="34" y="9"/>
                        <a:pt x="34" y="6"/>
                      </a:cubicBezTo>
                      <a:cubicBezTo>
                        <a:pt x="34" y="3"/>
                        <a:pt x="32" y="0"/>
                        <a:pt x="2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6" name="Freeform 151">
                  <a:extLst>
                    <a:ext uri="{FF2B5EF4-FFF2-40B4-BE49-F238E27FC236}">
                      <a16:creationId xmlns:a16="http://schemas.microsoft.com/office/drawing/2014/main" id="{96554188-DB99-F7E0-4056-355B24C2AB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630" y="4100811"/>
                  <a:ext cx="590077" cy="753019"/>
                </a:xfrm>
                <a:custGeom>
                  <a:avLst/>
                  <a:gdLst>
                    <a:gd name="T0" fmla="*/ 80 w 158"/>
                    <a:gd name="T1" fmla="*/ 201 h 201"/>
                    <a:gd name="T2" fmla="*/ 158 w 158"/>
                    <a:gd name="T3" fmla="*/ 121 h 201"/>
                    <a:gd name="T4" fmla="*/ 142 w 158"/>
                    <a:gd name="T5" fmla="*/ 78 h 201"/>
                    <a:gd name="T6" fmla="*/ 120 w 158"/>
                    <a:gd name="T7" fmla="*/ 18 h 201"/>
                    <a:gd name="T8" fmla="*/ 103 w 158"/>
                    <a:gd name="T9" fmla="*/ 1 h 201"/>
                    <a:gd name="T10" fmla="*/ 80 w 158"/>
                    <a:gd name="T11" fmla="*/ 1 h 201"/>
                    <a:gd name="T12" fmla="*/ 50 w 158"/>
                    <a:gd name="T13" fmla="*/ 1 h 201"/>
                    <a:gd name="T14" fmla="*/ 29 w 158"/>
                    <a:gd name="T15" fmla="*/ 53 h 201"/>
                    <a:gd name="T16" fmla="*/ 0 w 158"/>
                    <a:gd name="T17" fmla="*/ 124 h 201"/>
                    <a:gd name="T18" fmla="*/ 80 w 158"/>
                    <a:gd name="T19" fmla="*/ 20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8" h="201">
                      <a:moveTo>
                        <a:pt x="80" y="201"/>
                      </a:moveTo>
                      <a:cubicBezTo>
                        <a:pt x="132" y="201"/>
                        <a:pt x="158" y="164"/>
                        <a:pt x="158" y="121"/>
                      </a:cubicBezTo>
                      <a:cubicBezTo>
                        <a:pt x="158" y="108"/>
                        <a:pt x="151" y="93"/>
                        <a:pt x="142" y="78"/>
                      </a:cubicBezTo>
                      <a:cubicBezTo>
                        <a:pt x="133" y="63"/>
                        <a:pt x="125" y="37"/>
                        <a:pt x="120" y="18"/>
                      </a:cubicBezTo>
                      <a:cubicBezTo>
                        <a:pt x="115" y="0"/>
                        <a:pt x="103" y="1"/>
                        <a:pt x="103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80" y="1"/>
                        <a:pt x="62" y="1"/>
                        <a:pt x="50" y="1"/>
                      </a:cubicBezTo>
                      <a:cubicBezTo>
                        <a:pt x="38" y="1"/>
                        <a:pt x="40" y="26"/>
                        <a:pt x="29" y="53"/>
                      </a:cubicBezTo>
                      <a:cubicBezTo>
                        <a:pt x="19" y="79"/>
                        <a:pt x="0" y="94"/>
                        <a:pt x="0" y="124"/>
                      </a:cubicBezTo>
                      <a:cubicBezTo>
                        <a:pt x="0" y="153"/>
                        <a:pt x="28" y="201"/>
                        <a:pt x="80" y="2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1" name="Freeform 152">
                  <a:extLst>
                    <a:ext uri="{FF2B5EF4-FFF2-40B4-BE49-F238E27FC236}">
                      <a16:creationId xmlns:a16="http://schemas.microsoft.com/office/drawing/2014/main" id="{8C2C08BC-4DD9-72B0-9869-DD49B824C5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7623" y="4100811"/>
                  <a:ext cx="291083" cy="753019"/>
                </a:xfrm>
                <a:custGeom>
                  <a:avLst/>
                  <a:gdLst>
                    <a:gd name="T0" fmla="*/ 78 w 78"/>
                    <a:gd name="T1" fmla="*/ 121 h 201"/>
                    <a:gd name="T2" fmla="*/ 62 w 78"/>
                    <a:gd name="T3" fmla="*/ 78 h 201"/>
                    <a:gd name="T4" fmla="*/ 40 w 78"/>
                    <a:gd name="T5" fmla="*/ 18 h 201"/>
                    <a:gd name="T6" fmla="*/ 23 w 78"/>
                    <a:gd name="T7" fmla="*/ 1 h 201"/>
                    <a:gd name="T8" fmla="*/ 0 w 78"/>
                    <a:gd name="T9" fmla="*/ 1 h 201"/>
                    <a:gd name="T10" fmla="*/ 0 w 78"/>
                    <a:gd name="T11" fmla="*/ 201 h 201"/>
                    <a:gd name="T12" fmla="*/ 78 w 78"/>
                    <a:gd name="T13" fmla="*/ 12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201">
                      <a:moveTo>
                        <a:pt x="78" y="121"/>
                      </a:moveTo>
                      <a:cubicBezTo>
                        <a:pt x="78" y="108"/>
                        <a:pt x="71" y="93"/>
                        <a:pt x="62" y="78"/>
                      </a:cubicBezTo>
                      <a:cubicBezTo>
                        <a:pt x="53" y="63"/>
                        <a:pt x="45" y="37"/>
                        <a:pt x="40" y="18"/>
                      </a:cubicBezTo>
                      <a:cubicBezTo>
                        <a:pt x="35" y="0"/>
                        <a:pt x="23" y="1"/>
                        <a:pt x="2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52" y="201"/>
                        <a:pt x="78" y="164"/>
                        <a:pt x="78" y="1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2" name="Freeform 153">
                  <a:extLst>
                    <a:ext uri="{FF2B5EF4-FFF2-40B4-BE49-F238E27FC236}">
                      <a16:creationId xmlns:a16="http://schemas.microsoft.com/office/drawing/2014/main" id="{4A1DC4C1-3DC0-6934-9BF9-95D38B3CDA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123394" cy="47459"/>
                </a:xfrm>
                <a:custGeom>
                  <a:avLst/>
                  <a:gdLst>
                    <a:gd name="T0" fmla="*/ 0 w 33"/>
                    <a:gd name="T1" fmla="*/ 7 h 13"/>
                    <a:gd name="T2" fmla="*/ 7 w 33"/>
                    <a:gd name="T3" fmla="*/ 13 h 13"/>
                    <a:gd name="T4" fmla="*/ 33 w 33"/>
                    <a:gd name="T5" fmla="*/ 13 h 13"/>
                    <a:gd name="T6" fmla="*/ 33 w 33"/>
                    <a:gd name="T7" fmla="*/ 0 h 13"/>
                    <a:gd name="T8" fmla="*/ 7 w 33"/>
                    <a:gd name="T9" fmla="*/ 0 h 13"/>
                    <a:gd name="T10" fmla="*/ 0 w 33"/>
                    <a:gd name="T11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0" y="7"/>
                      </a:move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3" name="Freeform 154">
                  <a:extLst>
                    <a:ext uri="{FF2B5EF4-FFF2-40B4-BE49-F238E27FC236}">
                      <a16:creationId xmlns:a16="http://schemas.microsoft.com/office/drawing/2014/main" id="{DBDDCBA2-2CD6-FF63-0840-3E902EAEC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7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4" name="Freeform 155">
                  <a:extLst>
                    <a:ext uri="{FF2B5EF4-FFF2-40B4-BE49-F238E27FC236}">
                      <a16:creationId xmlns:a16="http://schemas.microsoft.com/office/drawing/2014/main" id="{F09F2C57-5DFC-4A81-3B2D-B252763F88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6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5" name="Freeform 156">
                  <a:extLst>
                    <a:ext uri="{FF2B5EF4-FFF2-40B4-BE49-F238E27FC236}">
                      <a16:creationId xmlns:a16="http://schemas.microsoft.com/office/drawing/2014/main" id="{CB1F6BEB-5AE6-7511-E7A2-599D869E90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68026" cy="45878"/>
                </a:xfrm>
                <a:custGeom>
                  <a:avLst/>
                  <a:gdLst>
                    <a:gd name="T0" fmla="*/ 6 w 18"/>
                    <a:gd name="T1" fmla="*/ 12 h 12"/>
                    <a:gd name="T2" fmla="*/ 18 w 18"/>
                    <a:gd name="T3" fmla="*/ 12 h 12"/>
                    <a:gd name="T4" fmla="*/ 18 w 18"/>
                    <a:gd name="T5" fmla="*/ 0 h 12"/>
                    <a:gd name="T6" fmla="*/ 6 w 18"/>
                    <a:gd name="T7" fmla="*/ 0 h 12"/>
                    <a:gd name="T8" fmla="*/ 0 w 18"/>
                    <a:gd name="T9" fmla="*/ 6 h 12"/>
                    <a:gd name="T10" fmla="*/ 6 w 18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6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6" name="Freeform 162">
                  <a:extLst>
                    <a:ext uri="{FF2B5EF4-FFF2-40B4-BE49-F238E27FC236}">
                      <a16:creationId xmlns:a16="http://schemas.microsoft.com/office/drawing/2014/main" id="{14567087-ED53-CF17-E6FB-FABEF2DE21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6549" y="3487005"/>
                  <a:ext cx="25311" cy="321141"/>
                </a:xfrm>
                <a:custGeom>
                  <a:avLst/>
                  <a:gdLst>
                    <a:gd name="T0" fmla="*/ 16 w 16"/>
                    <a:gd name="T1" fmla="*/ 203 h 203"/>
                    <a:gd name="T2" fmla="*/ 0 w 16"/>
                    <a:gd name="T3" fmla="*/ 203 h 203"/>
                    <a:gd name="T4" fmla="*/ 0 w 16"/>
                    <a:gd name="T5" fmla="*/ 144 h 203"/>
                    <a:gd name="T6" fmla="*/ 16 w 16"/>
                    <a:gd name="T7" fmla="*/ 144 h 203"/>
                    <a:gd name="T8" fmla="*/ 16 w 16"/>
                    <a:gd name="T9" fmla="*/ 203 h 203"/>
                    <a:gd name="T10" fmla="*/ 16 w 16"/>
                    <a:gd name="T11" fmla="*/ 104 h 203"/>
                    <a:gd name="T12" fmla="*/ 0 w 16"/>
                    <a:gd name="T13" fmla="*/ 104 h 203"/>
                    <a:gd name="T14" fmla="*/ 0 w 16"/>
                    <a:gd name="T15" fmla="*/ 45 h 203"/>
                    <a:gd name="T16" fmla="*/ 16 w 16"/>
                    <a:gd name="T17" fmla="*/ 45 h 203"/>
                    <a:gd name="T18" fmla="*/ 16 w 16"/>
                    <a:gd name="T19" fmla="*/ 104 h 203"/>
                    <a:gd name="T20" fmla="*/ 16 w 16"/>
                    <a:gd name="T21" fmla="*/ 2 h 203"/>
                    <a:gd name="T22" fmla="*/ 0 w 16"/>
                    <a:gd name="T23" fmla="*/ 2 h 203"/>
                    <a:gd name="T24" fmla="*/ 0 w 16"/>
                    <a:gd name="T25" fmla="*/ 0 h 203"/>
                    <a:gd name="T26" fmla="*/ 16 w 16"/>
                    <a:gd name="T27" fmla="*/ 0 h 203"/>
                    <a:gd name="T28" fmla="*/ 16 w 16"/>
                    <a:gd name="T29" fmla="*/ 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03">
                      <a:moveTo>
                        <a:pt x="16" y="203"/>
                      </a:moveTo>
                      <a:lnTo>
                        <a:pt x="0" y="203"/>
                      </a:lnTo>
                      <a:lnTo>
                        <a:pt x="0" y="144"/>
                      </a:lnTo>
                      <a:lnTo>
                        <a:pt x="16" y="144"/>
                      </a:lnTo>
                      <a:lnTo>
                        <a:pt x="16" y="203"/>
                      </a:lnTo>
                      <a:close/>
                      <a:moveTo>
                        <a:pt x="16" y="104"/>
                      </a:moveTo>
                      <a:lnTo>
                        <a:pt x="0" y="104"/>
                      </a:lnTo>
                      <a:lnTo>
                        <a:pt x="0" y="45"/>
                      </a:lnTo>
                      <a:lnTo>
                        <a:pt x="16" y="45"/>
                      </a:lnTo>
                      <a:lnTo>
                        <a:pt x="16" y="104"/>
                      </a:lnTo>
                      <a:close/>
                      <a:moveTo>
                        <a:pt x="16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21" name="组合 1020">
              <a:extLst>
                <a:ext uri="{FF2B5EF4-FFF2-40B4-BE49-F238E27FC236}">
                  <a16:creationId xmlns:a16="http://schemas.microsoft.com/office/drawing/2014/main" id="{4E6C854E-5039-CE93-3BC2-734E44ED746D}"/>
                </a:ext>
              </a:extLst>
            </p:cNvPr>
            <p:cNvGrpSpPr/>
            <p:nvPr/>
          </p:nvGrpSpPr>
          <p:grpSpPr>
            <a:xfrm>
              <a:off x="3910308" y="1468733"/>
              <a:ext cx="479974" cy="4108059"/>
              <a:chOff x="3910308" y="1468733"/>
              <a:chExt cx="479974" cy="4108059"/>
            </a:xfrm>
          </p:grpSpPr>
          <p:grpSp>
            <p:nvGrpSpPr>
              <p:cNvPr id="679" name="组合 678">
                <a:extLst>
                  <a:ext uri="{FF2B5EF4-FFF2-40B4-BE49-F238E27FC236}">
                    <a16:creationId xmlns:a16="http://schemas.microsoft.com/office/drawing/2014/main" id="{50A4508A-A297-ADB5-7778-1945A27EB5EC}"/>
                  </a:ext>
                </a:extLst>
              </p:cNvPr>
              <p:cNvGrpSpPr/>
              <p:nvPr/>
            </p:nvGrpSpPr>
            <p:grpSpPr>
              <a:xfrm>
                <a:off x="3910308" y="3523390"/>
                <a:ext cx="479338" cy="2053402"/>
                <a:chOff x="3910308" y="3523390"/>
                <a:chExt cx="479338" cy="2053402"/>
              </a:xfrm>
            </p:grpSpPr>
            <p:sp>
              <p:nvSpPr>
                <p:cNvPr id="692" name="Freeform 127">
                  <a:extLst>
                    <a:ext uri="{FF2B5EF4-FFF2-40B4-BE49-F238E27FC236}">
                      <a16:creationId xmlns:a16="http://schemas.microsoft.com/office/drawing/2014/main" id="{8547C9DD-ECFC-B091-C6CF-88EFC9E6A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94583" cy="37967"/>
                </a:xfrm>
                <a:custGeom>
                  <a:avLst/>
                  <a:gdLst>
                    <a:gd name="T0" fmla="*/ 47 w 52"/>
                    <a:gd name="T1" fmla="*/ 0 h 10"/>
                    <a:gd name="T2" fmla="*/ 5 w 52"/>
                    <a:gd name="T3" fmla="*/ 0 h 10"/>
                    <a:gd name="T4" fmla="*/ 0 w 52"/>
                    <a:gd name="T5" fmla="*/ 5 h 10"/>
                    <a:gd name="T6" fmla="*/ 5 w 52"/>
                    <a:gd name="T7" fmla="*/ 10 h 10"/>
                    <a:gd name="T8" fmla="*/ 47 w 52"/>
                    <a:gd name="T9" fmla="*/ 10 h 10"/>
                    <a:gd name="T10" fmla="*/ 52 w 52"/>
                    <a:gd name="T11" fmla="*/ 5 h 10"/>
                    <a:gd name="T12" fmla="*/ 47 w 5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3" name="Freeform 128">
                  <a:extLst>
                    <a:ext uri="{FF2B5EF4-FFF2-40B4-BE49-F238E27FC236}">
                      <a16:creationId xmlns:a16="http://schemas.microsoft.com/office/drawing/2014/main" id="{8CC829F0-1DE5-397E-E591-613912472C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94583" cy="37967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4" name="Freeform 129">
                  <a:extLst>
                    <a:ext uri="{FF2B5EF4-FFF2-40B4-BE49-F238E27FC236}">
                      <a16:creationId xmlns:a16="http://schemas.microsoft.com/office/drawing/2014/main" id="{6C19801E-CE43-66F1-88E6-9E97A2E32F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94583" cy="36386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5" name="Freeform 130">
                  <a:extLst>
                    <a:ext uri="{FF2B5EF4-FFF2-40B4-BE49-F238E27FC236}">
                      <a16:creationId xmlns:a16="http://schemas.microsoft.com/office/drawing/2014/main" id="{75C9621A-E834-EE3D-8B23-9B64ED351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105993" cy="37967"/>
                </a:xfrm>
                <a:custGeom>
                  <a:avLst/>
                  <a:gdLst>
                    <a:gd name="T0" fmla="*/ 5 w 28"/>
                    <a:gd name="T1" fmla="*/ 10 h 10"/>
                    <a:gd name="T2" fmla="*/ 23 w 28"/>
                    <a:gd name="T3" fmla="*/ 10 h 10"/>
                    <a:gd name="T4" fmla="*/ 28 w 28"/>
                    <a:gd name="T5" fmla="*/ 5 h 10"/>
                    <a:gd name="T6" fmla="*/ 23 w 28"/>
                    <a:gd name="T7" fmla="*/ 0 h 10"/>
                    <a:gd name="T8" fmla="*/ 5 w 28"/>
                    <a:gd name="T9" fmla="*/ 0 h 10"/>
                    <a:gd name="T10" fmla="*/ 0 w 28"/>
                    <a:gd name="T11" fmla="*/ 5 h 10"/>
                    <a:gd name="T12" fmla="*/ 5 w 28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0">
                      <a:moveTo>
                        <a:pt x="5" y="10"/>
                      </a:move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6" y="10"/>
                        <a:pt x="28" y="8"/>
                        <a:pt x="28" y="5"/>
                      </a:cubicBezTo>
                      <a:cubicBezTo>
                        <a:pt x="28" y="3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6" name="Freeform 131">
                  <a:extLst>
                    <a:ext uri="{FF2B5EF4-FFF2-40B4-BE49-F238E27FC236}">
                      <a16:creationId xmlns:a16="http://schemas.microsoft.com/office/drawing/2014/main" id="{6C0EF41F-A812-2262-F4ED-BE06E5A71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0308" y="4966150"/>
                  <a:ext cx="479338" cy="610642"/>
                </a:xfrm>
                <a:custGeom>
                  <a:avLst/>
                  <a:gdLst>
                    <a:gd name="T0" fmla="*/ 65 w 128"/>
                    <a:gd name="T1" fmla="*/ 163 h 163"/>
                    <a:gd name="T2" fmla="*/ 128 w 128"/>
                    <a:gd name="T3" fmla="*/ 99 h 163"/>
                    <a:gd name="T4" fmla="*/ 115 w 128"/>
                    <a:gd name="T5" fmla="*/ 63 h 163"/>
                    <a:gd name="T6" fmla="*/ 97 w 128"/>
                    <a:gd name="T7" fmla="*/ 15 h 163"/>
                    <a:gd name="T8" fmla="*/ 83 w 128"/>
                    <a:gd name="T9" fmla="*/ 1 h 163"/>
                    <a:gd name="T10" fmla="*/ 65 w 128"/>
                    <a:gd name="T11" fmla="*/ 1 h 163"/>
                    <a:gd name="T12" fmla="*/ 40 w 128"/>
                    <a:gd name="T13" fmla="*/ 1 h 163"/>
                    <a:gd name="T14" fmla="*/ 24 w 128"/>
                    <a:gd name="T15" fmla="*/ 43 h 163"/>
                    <a:gd name="T16" fmla="*/ 0 w 128"/>
                    <a:gd name="T17" fmla="*/ 100 h 163"/>
                    <a:gd name="T18" fmla="*/ 65 w 128"/>
                    <a:gd name="T1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8" h="163">
                      <a:moveTo>
                        <a:pt x="65" y="163"/>
                      </a:moveTo>
                      <a:cubicBezTo>
                        <a:pt x="107" y="163"/>
                        <a:pt x="128" y="133"/>
                        <a:pt x="128" y="99"/>
                      </a:cubicBezTo>
                      <a:cubicBezTo>
                        <a:pt x="128" y="88"/>
                        <a:pt x="122" y="76"/>
                        <a:pt x="115" y="63"/>
                      </a:cubicBezTo>
                      <a:cubicBezTo>
                        <a:pt x="107" y="51"/>
                        <a:pt x="101" y="30"/>
                        <a:pt x="97" y="15"/>
                      </a:cubicBezTo>
                      <a:cubicBezTo>
                        <a:pt x="93" y="0"/>
                        <a:pt x="83" y="1"/>
                        <a:pt x="83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50" y="1"/>
                        <a:pt x="40" y="1"/>
                      </a:cubicBezTo>
                      <a:cubicBezTo>
                        <a:pt x="31" y="1"/>
                        <a:pt x="32" y="21"/>
                        <a:pt x="24" y="43"/>
                      </a:cubicBezTo>
                      <a:cubicBezTo>
                        <a:pt x="15" y="65"/>
                        <a:pt x="0" y="76"/>
                        <a:pt x="0" y="100"/>
                      </a:cubicBezTo>
                      <a:cubicBezTo>
                        <a:pt x="0" y="124"/>
                        <a:pt x="23" y="163"/>
                        <a:pt x="65" y="163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7" name="Freeform 132">
                  <a:extLst>
                    <a:ext uri="{FF2B5EF4-FFF2-40B4-BE49-F238E27FC236}">
                      <a16:creationId xmlns:a16="http://schemas.microsoft.com/office/drawing/2014/main" id="{DB89708E-7F41-DC1D-DBEA-F271DF60D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53932" y="4966150"/>
                  <a:ext cx="235714" cy="610642"/>
                </a:xfrm>
                <a:custGeom>
                  <a:avLst/>
                  <a:gdLst>
                    <a:gd name="T0" fmla="*/ 63 w 63"/>
                    <a:gd name="T1" fmla="*/ 99 h 163"/>
                    <a:gd name="T2" fmla="*/ 50 w 63"/>
                    <a:gd name="T3" fmla="*/ 63 h 163"/>
                    <a:gd name="T4" fmla="*/ 32 w 63"/>
                    <a:gd name="T5" fmla="*/ 15 h 163"/>
                    <a:gd name="T6" fmla="*/ 18 w 63"/>
                    <a:gd name="T7" fmla="*/ 1 h 163"/>
                    <a:gd name="T8" fmla="*/ 0 w 63"/>
                    <a:gd name="T9" fmla="*/ 1 h 163"/>
                    <a:gd name="T10" fmla="*/ 0 w 63"/>
                    <a:gd name="T11" fmla="*/ 163 h 163"/>
                    <a:gd name="T12" fmla="*/ 63 w 63"/>
                    <a:gd name="T13" fmla="*/ 99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163">
                      <a:moveTo>
                        <a:pt x="63" y="99"/>
                      </a:moveTo>
                      <a:cubicBezTo>
                        <a:pt x="63" y="88"/>
                        <a:pt x="57" y="76"/>
                        <a:pt x="50" y="63"/>
                      </a:cubicBezTo>
                      <a:cubicBezTo>
                        <a:pt x="42" y="51"/>
                        <a:pt x="36" y="30"/>
                        <a:pt x="32" y="15"/>
                      </a:cubicBezTo>
                      <a:cubicBezTo>
                        <a:pt x="28" y="0"/>
                        <a:pt x="18" y="1"/>
                        <a:pt x="18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42" y="163"/>
                        <a:pt x="63" y="133"/>
                        <a:pt x="63" y="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8" name="Freeform 133">
                  <a:extLst>
                    <a:ext uri="{FF2B5EF4-FFF2-40B4-BE49-F238E27FC236}">
                      <a16:creationId xmlns:a16="http://schemas.microsoft.com/office/drawing/2014/main" id="{2D61E69E-6D05-465C-EE3D-B701B96B30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9" name="Freeform 134">
                  <a:extLst>
                    <a:ext uri="{FF2B5EF4-FFF2-40B4-BE49-F238E27FC236}">
                      <a16:creationId xmlns:a16="http://schemas.microsoft.com/office/drawing/2014/main" id="{2C5CAC74-D7E1-AC5D-D990-FE3BBA6CA1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01246" cy="37967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0" name="Freeform 135">
                  <a:extLst>
                    <a:ext uri="{FF2B5EF4-FFF2-40B4-BE49-F238E27FC236}">
                      <a16:creationId xmlns:a16="http://schemas.microsoft.com/office/drawing/2014/main" id="{FFE33FD4-1502-F4D6-5EB0-AC520755BB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01246" cy="36386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1" name="Freeform 136">
                  <a:extLst>
                    <a:ext uri="{FF2B5EF4-FFF2-40B4-BE49-F238E27FC236}">
                      <a16:creationId xmlns:a16="http://schemas.microsoft.com/office/drawing/2014/main" id="{8DBAF9BD-341F-0F3F-55E8-5565CFE0EC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56951" cy="37967"/>
                </a:xfrm>
                <a:custGeom>
                  <a:avLst/>
                  <a:gdLst>
                    <a:gd name="T0" fmla="*/ 5 w 15"/>
                    <a:gd name="T1" fmla="*/ 10 h 10"/>
                    <a:gd name="T2" fmla="*/ 15 w 15"/>
                    <a:gd name="T3" fmla="*/ 10 h 10"/>
                    <a:gd name="T4" fmla="*/ 15 w 15"/>
                    <a:gd name="T5" fmla="*/ 0 h 10"/>
                    <a:gd name="T6" fmla="*/ 5 w 15"/>
                    <a:gd name="T7" fmla="*/ 0 h 10"/>
                    <a:gd name="T8" fmla="*/ 0 w 15"/>
                    <a:gd name="T9" fmla="*/ 5 h 10"/>
                    <a:gd name="T10" fmla="*/ 5 w 1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2" name="Freeform 163">
                  <a:extLst>
                    <a:ext uri="{FF2B5EF4-FFF2-40B4-BE49-F238E27FC236}">
                      <a16:creationId xmlns:a16="http://schemas.microsoft.com/office/drawing/2014/main" id="{0405931B-37ED-B2F9-7AD5-5236E8189E5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138112" y="3523390"/>
                  <a:ext cx="26894" cy="1207046"/>
                </a:xfrm>
                <a:custGeom>
                  <a:avLst/>
                  <a:gdLst>
                    <a:gd name="T0" fmla="*/ 17 w 17"/>
                    <a:gd name="T1" fmla="*/ 763 h 763"/>
                    <a:gd name="T2" fmla="*/ 0 w 17"/>
                    <a:gd name="T3" fmla="*/ 763 h 763"/>
                    <a:gd name="T4" fmla="*/ 0 w 17"/>
                    <a:gd name="T5" fmla="*/ 706 h 763"/>
                    <a:gd name="T6" fmla="*/ 17 w 17"/>
                    <a:gd name="T7" fmla="*/ 706 h 763"/>
                    <a:gd name="T8" fmla="*/ 17 w 17"/>
                    <a:gd name="T9" fmla="*/ 763 h 763"/>
                    <a:gd name="T10" fmla="*/ 17 w 17"/>
                    <a:gd name="T11" fmla="*/ 663 h 763"/>
                    <a:gd name="T12" fmla="*/ 0 w 17"/>
                    <a:gd name="T13" fmla="*/ 663 h 763"/>
                    <a:gd name="T14" fmla="*/ 0 w 17"/>
                    <a:gd name="T15" fmla="*/ 604 h 763"/>
                    <a:gd name="T16" fmla="*/ 17 w 17"/>
                    <a:gd name="T17" fmla="*/ 604 h 763"/>
                    <a:gd name="T18" fmla="*/ 17 w 17"/>
                    <a:gd name="T19" fmla="*/ 663 h 763"/>
                    <a:gd name="T20" fmla="*/ 17 w 17"/>
                    <a:gd name="T21" fmla="*/ 562 h 763"/>
                    <a:gd name="T22" fmla="*/ 0 w 17"/>
                    <a:gd name="T23" fmla="*/ 562 h 763"/>
                    <a:gd name="T24" fmla="*/ 0 w 17"/>
                    <a:gd name="T25" fmla="*/ 505 h 763"/>
                    <a:gd name="T26" fmla="*/ 17 w 17"/>
                    <a:gd name="T27" fmla="*/ 505 h 763"/>
                    <a:gd name="T28" fmla="*/ 17 w 17"/>
                    <a:gd name="T29" fmla="*/ 562 h 763"/>
                    <a:gd name="T30" fmla="*/ 17 w 17"/>
                    <a:gd name="T31" fmla="*/ 462 h 763"/>
                    <a:gd name="T32" fmla="*/ 0 w 17"/>
                    <a:gd name="T33" fmla="*/ 462 h 763"/>
                    <a:gd name="T34" fmla="*/ 0 w 17"/>
                    <a:gd name="T35" fmla="*/ 403 h 763"/>
                    <a:gd name="T36" fmla="*/ 17 w 17"/>
                    <a:gd name="T37" fmla="*/ 403 h 763"/>
                    <a:gd name="T38" fmla="*/ 17 w 17"/>
                    <a:gd name="T39" fmla="*/ 462 h 763"/>
                    <a:gd name="T40" fmla="*/ 17 w 17"/>
                    <a:gd name="T41" fmla="*/ 363 h 763"/>
                    <a:gd name="T42" fmla="*/ 0 w 17"/>
                    <a:gd name="T43" fmla="*/ 363 h 763"/>
                    <a:gd name="T44" fmla="*/ 0 w 17"/>
                    <a:gd name="T45" fmla="*/ 303 h 763"/>
                    <a:gd name="T46" fmla="*/ 17 w 17"/>
                    <a:gd name="T47" fmla="*/ 303 h 763"/>
                    <a:gd name="T48" fmla="*/ 17 w 17"/>
                    <a:gd name="T49" fmla="*/ 363 h 763"/>
                    <a:gd name="T50" fmla="*/ 17 w 17"/>
                    <a:gd name="T51" fmla="*/ 261 h 763"/>
                    <a:gd name="T52" fmla="*/ 0 w 17"/>
                    <a:gd name="T53" fmla="*/ 261 h 763"/>
                    <a:gd name="T54" fmla="*/ 0 w 17"/>
                    <a:gd name="T55" fmla="*/ 202 h 763"/>
                    <a:gd name="T56" fmla="*/ 17 w 17"/>
                    <a:gd name="T57" fmla="*/ 202 h 763"/>
                    <a:gd name="T58" fmla="*/ 17 w 17"/>
                    <a:gd name="T59" fmla="*/ 261 h 763"/>
                    <a:gd name="T60" fmla="*/ 17 w 17"/>
                    <a:gd name="T61" fmla="*/ 161 h 763"/>
                    <a:gd name="T62" fmla="*/ 0 w 17"/>
                    <a:gd name="T63" fmla="*/ 161 h 763"/>
                    <a:gd name="T64" fmla="*/ 0 w 17"/>
                    <a:gd name="T65" fmla="*/ 102 h 763"/>
                    <a:gd name="T66" fmla="*/ 17 w 17"/>
                    <a:gd name="T67" fmla="*/ 102 h 763"/>
                    <a:gd name="T68" fmla="*/ 17 w 17"/>
                    <a:gd name="T69" fmla="*/ 161 h 763"/>
                    <a:gd name="T70" fmla="*/ 17 w 17"/>
                    <a:gd name="T71" fmla="*/ 60 h 763"/>
                    <a:gd name="T72" fmla="*/ 0 w 17"/>
                    <a:gd name="T73" fmla="*/ 60 h 763"/>
                    <a:gd name="T74" fmla="*/ 0 w 17"/>
                    <a:gd name="T75" fmla="*/ 0 h 763"/>
                    <a:gd name="T76" fmla="*/ 17 w 17"/>
                    <a:gd name="T77" fmla="*/ 0 h 763"/>
                    <a:gd name="T78" fmla="*/ 17 w 17"/>
                    <a:gd name="T79" fmla="*/ 60 h 7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" h="763">
                      <a:moveTo>
                        <a:pt x="17" y="763"/>
                      </a:moveTo>
                      <a:lnTo>
                        <a:pt x="0" y="763"/>
                      </a:lnTo>
                      <a:lnTo>
                        <a:pt x="0" y="706"/>
                      </a:lnTo>
                      <a:lnTo>
                        <a:pt x="17" y="706"/>
                      </a:lnTo>
                      <a:lnTo>
                        <a:pt x="17" y="763"/>
                      </a:lnTo>
                      <a:close/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2"/>
                      </a:moveTo>
                      <a:lnTo>
                        <a:pt x="0" y="562"/>
                      </a:lnTo>
                      <a:lnTo>
                        <a:pt x="0" y="505"/>
                      </a:lnTo>
                      <a:lnTo>
                        <a:pt x="17" y="505"/>
                      </a:lnTo>
                      <a:lnTo>
                        <a:pt x="17" y="562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3"/>
                      </a:moveTo>
                      <a:lnTo>
                        <a:pt x="0" y="363"/>
                      </a:lnTo>
                      <a:lnTo>
                        <a:pt x="0" y="303"/>
                      </a:lnTo>
                      <a:lnTo>
                        <a:pt x="17" y="303"/>
                      </a:lnTo>
                      <a:lnTo>
                        <a:pt x="17" y="363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61"/>
                      </a:moveTo>
                      <a:lnTo>
                        <a:pt x="0" y="161"/>
                      </a:lnTo>
                      <a:lnTo>
                        <a:pt x="0" y="102"/>
                      </a:lnTo>
                      <a:lnTo>
                        <a:pt x="17" y="102"/>
                      </a:lnTo>
                      <a:lnTo>
                        <a:pt x="17" y="161"/>
                      </a:lnTo>
                      <a:close/>
                      <a:moveTo>
                        <a:pt x="17" y="60"/>
                      </a:moveTo>
                      <a:lnTo>
                        <a:pt x="0" y="6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60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80" name="组合 679">
                <a:extLst>
                  <a:ext uri="{FF2B5EF4-FFF2-40B4-BE49-F238E27FC236}">
                    <a16:creationId xmlns:a16="http://schemas.microsoft.com/office/drawing/2014/main" id="{D15FA0F6-9E1B-A426-420F-1A5B8EEC33BD}"/>
                  </a:ext>
                </a:extLst>
              </p:cNvPr>
              <p:cNvGrpSpPr/>
              <p:nvPr/>
            </p:nvGrpSpPr>
            <p:grpSpPr>
              <a:xfrm flipV="1">
                <a:off x="3910944" y="1468733"/>
                <a:ext cx="479338" cy="2053402"/>
                <a:chOff x="3910308" y="3523390"/>
                <a:chExt cx="479338" cy="2053402"/>
              </a:xfrm>
              <a:noFill/>
            </p:grpSpPr>
            <p:sp>
              <p:nvSpPr>
                <p:cNvPr id="681" name="Freeform 127">
                  <a:extLst>
                    <a:ext uri="{FF2B5EF4-FFF2-40B4-BE49-F238E27FC236}">
                      <a16:creationId xmlns:a16="http://schemas.microsoft.com/office/drawing/2014/main" id="{1F87A9FF-8F8B-B59C-0995-7FBBF4F238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94583" cy="37967"/>
                </a:xfrm>
                <a:custGeom>
                  <a:avLst/>
                  <a:gdLst>
                    <a:gd name="T0" fmla="*/ 47 w 52"/>
                    <a:gd name="T1" fmla="*/ 0 h 10"/>
                    <a:gd name="T2" fmla="*/ 5 w 52"/>
                    <a:gd name="T3" fmla="*/ 0 h 10"/>
                    <a:gd name="T4" fmla="*/ 0 w 52"/>
                    <a:gd name="T5" fmla="*/ 5 h 10"/>
                    <a:gd name="T6" fmla="*/ 5 w 52"/>
                    <a:gd name="T7" fmla="*/ 10 h 10"/>
                    <a:gd name="T8" fmla="*/ 47 w 52"/>
                    <a:gd name="T9" fmla="*/ 10 h 10"/>
                    <a:gd name="T10" fmla="*/ 52 w 52"/>
                    <a:gd name="T11" fmla="*/ 5 h 10"/>
                    <a:gd name="T12" fmla="*/ 47 w 5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2" name="Freeform 128">
                  <a:extLst>
                    <a:ext uri="{FF2B5EF4-FFF2-40B4-BE49-F238E27FC236}">
                      <a16:creationId xmlns:a16="http://schemas.microsoft.com/office/drawing/2014/main" id="{FCDCD2F3-0CF1-5263-CB99-D913BEBD5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94583" cy="37967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3" name="Freeform 129">
                  <a:extLst>
                    <a:ext uri="{FF2B5EF4-FFF2-40B4-BE49-F238E27FC236}">
                      <a16:creationId xmlns:a16="http://schemas.microsoft.com/office/drawing/2014/main" id="{7D12CC46-6B69-F81C-1A40-35C10DBDE9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94583" cy="36386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4" name="Freeform 130">
                  <a:extLst>
                    <a:ext uri="{FF2B5EF4-FFF2-40B4-BE49-F238E27FC236}">
                      <a16:creationId xmlns:a16="http://schemas.microsoft.com/office/drawing/2014/main" id="{79335F49-42CD-937D-9417-2E7C2DE10B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105993" cy="37967"/>
                </a:xfrm>
                <a:custGeom>
                  <a:avLst/>
                  <a:gdLst>
                    <a:gd name="T0" fmla="*/ 5 w 28"/>
                    <a:gd name="T1" fmla="*/ 10 h 10"/>
                    <a:gd name="T2" fmla="*/ 23 w 28"/>
                    <a:gd name="T3" fmla="*/ 10 h 10"/>
                    <a:gd name="T4" fmla="*/ 28 w 28"/>
                    <a:gd name="T5" fmla="*/ 5 h 10"/>
                    <a:gd name="T6" fmla="*/ 23 w 28"/>
                    <a:gd name="T7" fmla="*/ 0 h 10"/>
                    <a:gd name="T8" fmla="*/ 5 w 28"/>
                    <a:gd name="T9" fmla="*/ 0 h 10"/>
                    <a:gd name="T10" fmla="*/ 0 w 28"/>
                    <a:gd name="T11" fmla="*/ 5 h 10"/>
                    <a:gd name="T12" fmla="*/ 5 w 28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0">
                      <a:moveTo>
                        <a:pt x="5" y="10"/>
                      </a:move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6" y="10"/>
                        <a:pt x="28" y="8"/>
                        <a:pt x="28" y="5"/>
                      </a:cubicBezTo>
                      <a:cubicBezTo>
                        <a:pt x="28" y="3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5" name="Freeform 131">
                  <a:extLst>
                    <a:ext uri="{FF2B5EF4-FFF2-40B4-BE49-F238E27FC236}">
                      <a16:creationId xmlns:a16="http://schemas.microsoft.com/office/drawing/2014/main" id="{47C64C07-BDF7-0833-9293-D294BB786B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0308" y="4966150"/>
                  <a:ext cx="479338" cy="610642"/>
                </a:xfrm>
                <a:custGeom>
                  <a:avLst/>
                  <a:gdLst>
                    <a:gd name="T0" fmla="*/ 65 w 128"/>
                    <a:gd name="T1" fmla="*/ 163 h 163"/>
                    <a:gd name="T2" fmla="*/ 128 w 128"/>
                    <a:gd name="T3" fmla="*/ 99 h 163"/>
                    <a:gd name="T4" fmla="*/ 115 w 128"/>
                    <a:gd name="T5" fmla="*/ 63 h 163"/>
                    <a:gd name="T6" fmla="*/ 97 w 128"/>
                    <a:gd name="T7" fmla="*/ 15 h 163"/>
                    <a:gd name="T8" fmla="*/ 83 w 128"/>
                    <a:gd name="T9" fmla="*/ 1 h 163"/>
                    <a:gd name="T10" fmla="*/ 65 w 128"/>
                    <a:gd name="T11" fmla="*/ 1 h 163"/>
                    <a:gd name="T12" fmla="*/ 40 w 128"/>
                    <a:gd name="T13" fmla="*/ 1 h 163"/>
                    <a:gd name="T14" fmla="*/ 24 w 128"/>
                    <a:gd name="T15" fmla="*/ 43 h 163"/>
                    <a:gd name="T16" fmla="*/ 0 w 128"/>
                    <a:gd name="T17" fmla="*/ 100 h 163"/>
                    <a:gd name="T18" fmla="*/ 65 w 128"/>
                    <a:gd name="T1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8" h="163">
                      <a:moveTo>
                        <a:pt x="65" y="163"/>
                      </a:moveTo>
                      <a:cubicBezTo>
                        <a:pt x="107" y="163"/>
                        <a:pt x="128" y="133"/>
                        <a:pt x="128" y="99"/>
                      </a:cubicBezTo>
                      <a:cubicBezTo>
                        <a:pt x="128" y="88"/>
                        <a:pt x="122" y="76"/>
                        <a:pt x="115" y="63"/>
                      </a:cubicBezTo>
                      <a:cubicBezTo>
                        <a:pt x="107" y="51"/>
                        <a:pt x="101" y="30"/>
                        <a:pt x="97" y="15"/>
                      </a:cubicBezTo>
                      <a:cubicBezTo>
                        <a:pt x="93" y="0"/>
                        <a:pt x="83" y="1"/>
                        <a:pt x="83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50" y="1"/>
                        <a:pt x="40" y="1"/>
                      </a:cubicBezTo>
                      <a:cubicBezTo>
                        <a:pt x="31" y="1"/>
                        <a:pt x="32" y="21"/>
                        <a:pt x="24" y="43"/>
                      </a:cubicBezTo>
                      <a:cubicBezTo>
                        <a:pt x="15" y="65"/>
                        <a:pt x="0" y="76"/>
                        <a:pt x="0" y="100"/>
                      </a:cubicBezTo>
                      <a:cubicBezTo>
                        <a:pt x="0" y="124"/>
                        <a:pt x="23" y="163"/>
                        <a:pt x="65" y="16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6" name="Freeform 132">
                  <a:extLst>
                    <a:ext uri="{FF2B5EF4-FFF2-40B4-BE49-F238E27FC236}">
                      <a16:creationId xmlns:a16="http://schemas.microsoft.com/office/drawing/2014/main" id="{1C5A038A-9B3D-A431-AEE3-52B65F134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53932" y="4966150"/>
                  <a:ext cx="235714" cy="610642"/>
                </a:xfrm>
                <a:custGeom>
                  <a:avLst/>
                  <a:gdLst>
                    <a:gd name="T0" fmla="*/ 63 w 63"/>
                    <a:gd name="T1" fmla="*/ 99 h 163"/>
                    <a:gd name="T2" fmla="*/ 50 w 63"/>
                    <a:gd name="T3" fmla="*/ 63 h 163"/>
                    <a:gd name="T4" fmla="*/ 32 w 63"/>
                    <a:gd name="T5" fmla="*/ 15 h 163"/>
                    <a:gd name="T6" fmla="*/ 18 w 63"/>
                    <a:gd name="T7" fmla="*/ 1 h 163"/>
                    <a:gd name="T8" fmla="*/ 0 w 63"/>
                    <a:gd name="T9" fmla="*/ 1 h 163"/>
                    <a:gd name="T10" fmla="*/ 0 w 63"/>
                    <a:gd name="T11" fmla="*/ 163 h 163"/>
                    <a:gd name="T12" fmla="*/ 63 w 63"/>
                    <a:gd name="T13" fmla="*/ 99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163">
                      <a:moveTo>
                        <a:pt x="63" y="99"/>
                      </a:moveTo>
                      <a:cubicBezTo>
                        <a:pt x="63" y="88"/>
                        <a:pt x="57" y="76"/>
                        <a:pt x="50" y="63"/>
                      </a:cubicBezTo>
                      <a:cubicBezTo>
                        <a:pt x="42" y="51"/>
                        <a:pt x="36" y="30"/>
                        <a:pt x="32" y="15"/>
                      </a:cubicBezTo>
                      <a:cubicBezTo>
                        <a:pt x="28" y="0"/>
                        <a:pt x="18" y="1"/>
                        <a:pt x="18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42" y="163"/>
                        <a:pt x="63" y="133"/>
                        <a:pt x="63" y="9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7" name="Freeform 133">
                  <a:extLst>
                    <a:ext uri="{FF2B5EF4-FFF2-40B4-BE49-F238E27FC236}">
                      <a16:creationId xmlns:a16="http://schemas.microsoft.com/office/drawing/2014/main" id="{90E474B2-5D48-E90D-DEF3-B19CB9E29C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8" name="Freeform 134">
                  <a:extLst>
                    <a:ext uri="{FF2B5EF4-FFF2-40B4-BE49-F238E27FC236}">
                      <a16:creationId xmlns:a16="http://schemas.microsoft.com/office/drawing/2014/main" id="{3BF93F9A-7485-3E81-047A-6943E41DA6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01246" cy="37967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9" name="Freeform 135">
                  <a:extLst>
                    <a:ext uri="{FF2B5EF4-FFF2-40B4-BE49-F238E27FC236}">
                      <a16:creationId xmlns:a16="http://schemas.microsoft.com/office/drawing/2014/main" id="{54A6B52F-107F-219B-4012-5959A36A8C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01246" cy="36386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0" name="Freeform 136">
                  <a:extLst>
                    <a:ext uri="{FF2B5EF4-FFF2-40B4-BE49-F238E27FC236}">
                      <a16:creationId xmlns:a16="http://schemas.microsoft.com/office/drawing/2014/main" id="{0A8AFC8E-31C4-A4D3-4D0E-BE0A728027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56951" cy="37967"/>
                </a:xfrm>
                <a:custGeom>
                  <a:avLst/>
                  <a:gdLst>
                    <a:gd name="T0" fmla="*/ 5 w 15"/>
                    <a:gd name="T1" fmla="*/ 10 h 10"/>
                    <a:gd name="T2" fmla="*/ 15 w 15"/>
                    <a:gd name="T3" fmla="*/ 10 h 10"/>
                    <a:gd name="T4" fmla="*/ 15 w 15"/>
                    <a:gd name="T5" fmla="*/ 0 h 10"/>
                    <a:gd name="T6" fmla="*/ 5 w 15"/>
                    <a:gd name="T7" fmla="*/ 0 h 10"/>
                    <a:gd name="T8" fmla="*/ 0 w 15"/>
                    <a:gd name="T9" fmla="*/ 5 h 10"/>
                    <a:gd name="T10" fmla="*/ 5 w 1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1" name="Freeform 163">
                  <a:extLst>
                    <a:ext uri="{FF2B5EF4-FFF2-40B4-BE49-F238E27FC236}">
                      <a16:creationId xmlns:a16="http://schemas.microsoft.com/office/drawing/2014/main" id="{AEEC0479-877B-6928-69A8-BB018BF7D90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138112" y="3523390"/>
                  <a:ext cx="26894" cy="1207046"/>
                </a:xfrm>
                <a:custGeom>
                  <a:avLst/>
                  <a:gdLst>
                    <a:gd name="T0" fmla="*/ 17 w 17"/>
                    <a:gd name="T1" fmla="*/ 763 h 763"/>
                    <a:gd name="T2" fmla="*/ 0 w 17"/>
                    <a:gd name="T3" fmla="*/ 763 h 763"/>
                    <a:gd name="T4" fmla="*/ 0 w 17"/>
                    <a:gd name="T5" fmla="*/ 706 h 763"/>
                    <a:gd name="T6" fmla="*/ 17 w 17"/>
                    <a:gd name="T7" fmla="*/ 706 h 763"/>
                    <a:gd name="T8" fmla="*/ 17 w 17"/>
                    <a:gd name="T9" fmla="*/ 763 h 763"/>
                    <a:gd name="T10" fmla="*/ 17 w 17"/>
                    <a:gd name="T11" fmla="*/ 663 h 763"/>
                    <a:gd name="T12" fmla="*/ 0 w 17"/>
                    <a:gd name="T13" fmla="*/ 663 h 763"/>
                    <a:gd name="T14" fmla="*/ 0 w 17"/>
                    <a:gd name="T15" fmla="*/ 604 h 763"/>
                    <a:gd name="T16" fmla="*/ 17 w 17"/>
                    <a:gd name="T17" fmla="*/ 604 h 763"/>
                    <a:gd name="T18" fmla="*/ 17 w 17"/>
                    <a:gd name="T19" fmla="*/ 663 h 763"/>
                    <a:gd name="T20" fmla="*/ 17 w 17"/>
                    <a:gd name="T21" fmla="*/ 562 h 763"/>
                    <a:gd name="T22" fmla="*/ 0 w 17"/>
                    <a:gd name="T23" fmla="*/ 562 h 763"/>
                    <a:gd name="T24" fmla="*/ 0 w 17"/>
                    <a:gd name="T25" fmla="*/ 505 h 763"/>
                    <a:gd name="T26" fmla="*/ 17 w 17"/>
                    <a:gd name="T27" fmla="*/ 505 h 763"/>
                    <a:gd name="T28" fmla="*/ 17 w 17"/>
                    <a:gd name="T29" fmla="*/ 562 h 763"/>
                    <a:gd name="T30" fmla="*/ 17 w 17"/>
                    <a:gd name="T31" fmla="*/ 462 h 763"/>
                    <a:gd name="T32" fmla="*/ 0 w 17"/>
                    <a:gd name="T33" fmla="*/ 462 h 763"/>
                    <a:gd name="T34" fmla="*/ 0 w 17"/>
                    <a:gd name="T35" fmla="*/ 403 h 763"/>
                    <a:gd name="T36" fmla="*/ 17 w 17"/>
                    <a:gd name="T37" fmla="*/ 403 h 763"/>
                    <a:gd name="T38" fmla="*/ 17 w 17"/>
                    <a:gd name="T39" fmla="*/ 462 h 763"/>
                    <a:gd name="T40" fmla="*/ 17 w 17"/>
                    <a:gd name="T41" fmla="*/ 363 h 763"/>
                    <a:gd name="T42" fmla="*/ 0 w 17"/>
                    <a:gd name="T43" fmla="*/ 363 h 763"/>
                    <a:gd name="T44" fmla="*/ 0 w 17"/>
                    <a:gd name="T45" fmla="*/ 303 h 763"/>
                    <a:gd name="T46" fmla="*/ 17 w 17"/>
                    <a:gd name="T47" fmla="*/ 303 h 763"/>
                    <a:gd name="T48" fmla="*/ 17 w 17"/>
                    <a:gd name="T49" fmla="*/ 363 h 763"/>
                    <a:gd name="T50" fmla="*/ 17 w 17"/>
                    <a:gd name="T51" fmla="*/ 261 h 763"/>
                    <a:gd name="T52" fmla="*/ 0 w 17"/>
                    <a:gd name="T53" fmla="*/ 261 h 763"/>
                    <a:gd name="T54" fmla="*/ 0 w 17"/>
                    <a:gd name="T55" fmla="*/ 202 h 763"/>
                    <a:gd name="T56" fmla="*/ 17 w 17"/>
                    <a:gd name="T57" fmla="*/ 202 h 763"/>
                    <a:gd name="T58" fmla="*/ 17 w 17"/>
                    <a:gd name="T59" fmla="*/ 261 h 763"/>
                    <a:gd name="T60" fmla="*/ 17 w 17"/>
                    <a:gd name="T61" fmla="*/ 161 h 763"/>
                    <a:gd name="T62" fmla="*/ 0 w 17"/>
                    <a:gd name="T63" fmla="*/ 161 h 763"/>
                    <a:gd name="T64" fmla="*/ 0 w 17"/>
                    <a:gd name="T65" fmla="*/ 102 h 763"/>
                    <a:gd name="T66" fmla="*/ 17 w 17"/>
                    <a:gd name="T67" fmla="*/ 102 h 763"/>
                    <a:gd name="T68" fmla="*/ 17 w 17"/>
                    <a:gd name="T69" fmla="*/ 161 h 763"/>
                    <a:gd name="T70" fmla="*/ 17 w 17"/>
                    <a:gd name="T71" fmla="*/ 60 h 763"/>
                    <a:gd name="T72" fmla="*/ 0 w 17"/>
                    <a:gd name="T73" fmla="*/ 60 h 763"/>
                    <a:gd name="T74" fmla="*/ 0 w 17"/>
                    <a:gd name="T75" fmla="*/ 0 h 763"/>
                    <a:gd name="T76" fmla="*/ 17 w 17"/>
                    <a:gd name="T77" fmla="*/ 0 h 763"/>
                    <a:gd name="T78" fmla="*/ 17 w 17"/>
                    <a:gd name="T79" fmla="*/ 60 h 7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" h="763">
                      <a:moveTo>
                        <a:pt x="17" y="763"/>
                      </a:moveTo>
                      <a:lnTo>
                        <a:pt x="0" y="763"/>
                      </a:lnTo>
                      <a:lnTo>
                        <a:pt x="0" y="706"/>
                      </a:lnTo>
                      <a:lnTo>
                        <a:pt x="17" y="706"/>
                      </a:lnTo>
                      <a:lnTo>
                        <a:pt x="17" y="763"/>
                      </a:lnTo>
                      <a:close/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2"/>
                      </a:moveTo>
                      <a:lnTo>
                        <a:pt x="0" y="562"/>
                      </a:lnTo>
                      <a:lnTo>
                        <a:pt x="0" y="505"/>
                      </a:lnTo>
                      <a:lnTo>
                        <a:pt x="17" y="505"/>
                      </a:lnTo>
                      <a:lnTo>
                        <a:pt x="17" y="562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3"/>
                      </a:moveTo>
                      <a:lnTo>
                        <a:pt x="0" y="363"/>
                      </a:lnTo>
                      <a:lnTo>
                        <a:pt x="0" y="303"/>
                      </a:lnTo>
                      <a:lnTo>
                        <a:pt x="17" y="303"/>
                      </a:lnTo>
                      <a:lnTo>
                        <a:pt x="17" y="363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61"/>
                      </a:moveTo>
                      <a:lnTo>
                        <a:pt x="0" y="161"/>
                      </a:lnTo>
                      <a:lnTo>
                        <a:pt x="0" y="102"/>
                      </a:lnTo>
                      <a:lnTo>
                        <a:pt x="17" y="102"/>
                      </a:lnTo>
                      <a:lnTo>
                        <a:pt x="17" y="161"/>
                      </a:lnTo>
                      <a:close/>
                      <a:moveTo>
                        <a:pt x="17" y="60"/>
                      </a:moveTo>
                      <a:lnTo>
                        <a:pt x="0" y="6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22" name="组合 1021">
              <a:extLst>
                <a:ext uri="{FF2B5EF4-FFF2-40B4-BE49-F238E27FC236}">
                  <a16:creationId xmlns:a16="http://schemas.microsoft.com/office/drawing/2014/main" id="{4468B3AD-DF19-25E5-DD0C-D1A1E76C1D12}"/>
                </a:ext>
              </a:extLst>
            </p:cNvPr>
            <p:cNvGrpSpPr/>
            <p:nvPr/>
          </p:nvGrpSpPr>
          <p:grpSpPr>
            <a:xfrm>
              <a:off x="3005419" y="1377441"/>
              <a:ext cx="327468" cy="4172459"/>
              <a:chOff x="3005419" y="1377441"/>
              <a:chExt cx="327468" cy="4172459"/>
            </a:xfrm>
          </p:grpSpPr>
          <p:grpSp>
            <p:nvGrpSpPr>
              <p:cNvPr id="152" name="组合 151">
                <a:extLst>
                  <a:ext uri="{FF2B5EF4-FFF2-40B4-BE49-F238E27FC236}">
                    <a16:creationId xmlns:a16="http://schemas.microsoft.com/office/drawing/2014/main" id="{6F0AF3C8-D00E-9583-5939-758E40EA5A50}"/>
                  </a:ext>
                </a:extLst>
              </p:cNvPr>
              <p:cNvGrpSpPr/>
              <p:nvPr/>
            </p:nvGrpSpPr>
            <p:grpSpPr>
              <a:xfrm>
                <a:off x="3005419" y="3487005"/>
                <a:ext cx="321142" cy="2062895"/>
                <a:chOff x="3005419" y="3487005"/>
                <a:chExt cx="321142" cy="2062895"/>
              </a:xfrm>
            </p:grpSpPr>
            <p:sp>
              <p:nvSpPr>
                <p:cNvPr id="649" name="Freeform 117">
                  <a:extLst>
                    <a:ext uri="{FF2B5EF4-FFF2-40B4-BE49-F238E27FC236}">
                      <a16:creationId xmlns:a16="http://schemas.microsoft.com/office/drawing/2014/main" id="{C7C5E30F-2EA2-61A2-D988-A97D963ABD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129722" cy="25311"/>
                </a:xfrm>
                <a:custGeom>
                  <a:avLst/>
                  <a:gdLst>
                    <a:gd name="T0" fmla="*/ 31 w 35"/>
                    <a:gd name="T1" fmla="*/ 0 h 7"/>
                    <a:gd name="T2" fmla="*/ 3 w 35"/>
                    <a:gd name="T3" fmla="*/ 0 h 7"/>
                    <a:gd name="T4" fmla="*/ 0 w 35"/>
                    <a:gd name="T5" fmla="*/ 4 h 7"/>
                    <a:gd name="T6" fmla="*/ 3 w 35"/>
                    <a:gd name="T7" fmla="*/ 7 h 7"/>
                    <a:gd name="T8" fmla="*/ 31 w 35"/>
                    <a:gd name="T9" fmla="*/ 7 h 7"/>
                    <a:gd name="T10" fmla="*/ 35 w 35"/>
                    <a:gd name="T11" fmla="*/ 4 h 7"/>
                    <a:gd name="T12" fmla="*/ 31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1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6"/>
                        <a:pt x="35" y="4"/>
                      </a:cubicBezTo>
                      <a:cubicBezTo>
                        <a:pt x="35" y="2"/>
                        <a:pt x="33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0" name="Freeform 118">
                  <a:extLst>
                    <a:ext uri="{FF2B5EF4-FFF2-40B4-BE49-F238E27FC236}">
                      <a16:creationId xmlns:a16="http://schemas.microsoft.com/office/drawing/2014/main" id="{BFDEB5B8-D8F3-A848-B24E-F6F62A48C5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129722" cy="26894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1" name="Freeform 119">
                  <a:extLst>
                    <a:ext uri="{FF2B5EF4-FFF2-40B4-BE49-F238E27FC236}">
                      <a16:creationId xmlns:a16="http://schemas.microsoft.com/office/drawing/2014/main" id="{90FBDD7B-C94F-5C40-CF5C-609D6B4DE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129722" cy="25311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2" name="Freeform 120">
                  <a:extLst>
                    <a:ext uri="{FF2B5EF4-FFF2-40B4-BE49-F238E27FC236}">
                      <a16:creationId xmlns:a16="http://schemas.microsoft.com/office/drawing/2014/main" id="{6C3EF768-4C37-6EAF-90D8-123BFED49A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66443" cy="22148"/>
                </a:xfrm>
                <a:custGeom>
                  <a:avLst/>
                  <a:gdLst>
                    <a:gd name="T0" fmla="*/ 3 w 18"/>
                    <a:gd name="T1" fmla="*/ 6 h 6"/>
                    <a:gd name="T2" fmla="*/ 15 w 18"/>
                    <a:gd name="T3" fmla="*/ 6 h 6"/>
                    <a:gd name="T4" fmla="*/ 18 w 18"/>
                    <a:gd name="T5" fmla="*/ 3 h 6"/>
                    <a:gd name="T6" fmla="*/ 15 w 18"/>
                    <a:gd name="T7" fmla="*/ 0 h 6"/>
                    <a:gd name="T8" fmla="*/ 3 w 18"/>
                    <a:gd name="T9" fmla="*/ 0 h 6"/>
                    <a:gd name="T10" fmla="*/ 0 w 18"/>
                    <a:gd name="T11" fmla="*/ 3 h 6"/>
                    <a:gd name="T12" fmla="*/ 3 w 18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6">
                      <a:moveTo>
                        <a:pt x="3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7" y="6"/>
                        <a:pt x="18" y="5"/>
                        <a:pt x="18" y="3"/>
                      </a:cubicBezTo>
                      <a:cubicBezTo>
                        <a:pt x="18" y="1"/>
                        <a:pt x="17" y="0"/>
                        <a:pt x="15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3" name="Freeform 121">
                  <a:extLst>
                    <a:ext uri="{FF2B5EF4-FFF2-40B4-BE49-F238E27FC236}">
                      <a16:creationId xmlns:a16="http://schemas.microsoft.com/office/drawing/2014/main" id="{04186590-67F7-7787-21A9-593DDC46FE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5419" y="5141750"/>
                  <a:ext cx="321141" cy="408150"/>
                </a:xfrm>
                <a:custGeom>
                  <a:avLst/>
                  <a:gdLst>
                    <a:gd name="T0" fmla="*/ 44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4 w 86"/>
                    <a:gd name="T11" fmla="*/ 1 h 109"/>
                    <a:gd name="T12" fmla="*/ 27 w 86"/>
                    <a:gd name="T13" fmla="*/ 1 h 109"/>
                    <a:gd name="T14" fmla="*/ 16 w 86"/>
                    <a:gd name="T15" fmla="*/ 29 h 109"/>
                    <a:gd name="T16" fmla="*/ 0 w 86"/>
                    <a:gd name="T17" fmla="*/ 67 h 109"/>
                    <a:gd name="T18" fmla="*/ 44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4" y="109"/>
                      </a:moveTo>
                      <a:cubicBezTo>
                        <a:pt x="72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8" y="20"/>
                        <a:pt x="65" y="10"/>
                      </a:cubicBezTo>
                      <a:cubicBezTo>
                        <a:pt x="63" y="0"/>
                        <a:pt x="56" y="1"/>
                        <a:pt x="56" y="1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34" y="1"/>
                        <a:pt x="27" y="1"/>
                      </a:cubicBezTo>
                      <a:cubicBezTo>
                        <a:pt x="21" y="1"/>
                        <a:pt x="22" y="14"/>
                        <a:pt x="16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4" y="109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4" name="Freeform 122">
                  <a:extLst>
                    <a:ext uri="{FF2B5EF4-FFF2-40B4-BE49-F238E27FC236}">
                      <a16:creationId xmlns:a16="http://schemas.microsoft.com/office/drawing/2014/main" id="{D21B8580-3724-6E59-40C0-7CE69FE1D2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9945" y="5141750"/>
                  <a:ext cx="156616" cy="408150"/>
                </a:xfrm>
                <a:custGeom>
                  <a:avLst/>
                  <a:gdLst>
                    <a:gd name="T0" fmla="*/ 42 w 42"/>
                    <a:gd name="T1" fmla="*/ 66 h 109"/>
                    <a:gd name="T2" fmla="*/ 33 w 42"/>
                    <a:gd name="T3" fmla="*/ 42 h 109"/>
                    <a:gd name="T4" fmla="*/ 21 w 42"/>
                    <a:gd name="T5" fmla="*/ 10 h 109"/>
                    <a:gd name="T6" fmla="*/ 12 w 42"/>
                    <a:gd name="T7" fmla="*/ 1 h 109"/>
                    <a:gd name="T8" fmla="*/ 0 w 42"/>
                    <a:gd name="T9" fmla="*/ 1 h 109"/>
                    <a:gd name="T10" fmla="*/ 0 w 42"/>
                    <a:gd name="T11" fmla="*/ 109 h 109"/>
                    <a:gd name="T12" fmla="*/ 42 w 42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109">
                      <a:moveTo>
                        <a:pt x="42" y="66"/>
                      </a:moveTo>
                      <a:cubicBezTo>
                        <a:pt x="42" y="59"/>
                        <a:pt x="38" y="51"/>
                        <a:pt x="33" y="42"/>
                      </a:cubicBezTo>
                      <a:cubicBezTo>
                        <a:pt x="28" y="34"/>
                        <a:pt x="24" y="20"/>
                        <a:pt x="21" y="10"/>
                      </a:cubicBezTo>
                      <a:cubicBezTo>
                        <a:pt x="19" y="0"/>
                        <a:pt x="12" y="1"/>
                        <a:pt x="12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2" y="89"/>
                        <a:pt x="42" y="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4" name="Freeform 123">
                  <a:extLst>
                    <a:ext uri="{FF2B5EF4-FFF2-40B4-BE49-F238E27FC236}">
                      <a16:creationId xmlns:a16="http://schemas.microsoft.com/office/drawing/2014/main" id="{E54CDF8A-4A9F-E9DB-2F8B-5261A4E9E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66443" cy="25311"/>
                </a:xfrm>
                <a:custGeom>
                  <a:avLst/>
                  <a:gdLst>
                    <a:gd name="T0" fmla="*/ 0 w 18"/>
                    <a:gd name="T1" fmla="*/ 4 h 7"/>
                    <a:gd name="T2" fmla="*/ 3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3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5" name="Freeform 124">
                  <a:extLst>
                    <a:ext uri="{FF2B5EF4-FFF2-40B4-BE49-F238E27FC236}">
                      <a16:creationId xmlns:a16="http://schemas.microsoft.com/office/drawing/2014/main" id="{7890F737-A1B3-A6BE-DC23-5D879AFBC6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66443" cy="26894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6" name="Freeform 125">
                  <a:extLst>
                    <a:ext uri="{FF2B5EF4-FFF2-40B4-BE49-F238E27FC236}">
                      <a16:creationId xmlns:a16="http://schemas.microsoft.com/office/drawing/2014/main" id="{83DC7E81-4DAF-8256-12FB-26CA837EC6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66443" cy="25311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7" name="Freeform 126">
                  <a:extLst>
                    <a:ext uri="{FF2B5EF4-FFF2-40B4-BE49-F238E27FC236}">
                      <a16:creationId xmlns:a16="http://schemas.microsoft.com/office/drawing/2014/main" id="{C5199E38-580F-3A54-C4B9-7C68E3A6B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36386" cy="22148"/>
                </a:xfrm>
                <a:custGeom>
                  <a:avLst/>
                  <a:gdLst>
                    <a:gd name="T0" fmla="*/ 3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3 w 10"/>
                    <a:gd name="T7" fmla="*/ 0 h 6"/>
                    <a:gd name="T8" fmla="*/ 0 w 10"/>
                    <a:gd name="T9" fmla="*/ 3 h 6"/>
                    <a:gd name="T10" fmla="*/ 3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3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8" name="Freeform 164">
                  <a:extLst>
                    <a:ext uri="{FF2B5EF4-FFF2-40B4-BE49-F238E27FC236}">
                      <a16:creationId xmlns:a16="http://schemas.microsoft.com/office/drawing/2014/main" id="{5CE7FFB0-DE3C-FDEA-9A72-8F94BC956B2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55706" y="3487005"/>
                  <a:ext cx="25311" cy="1498129"/>
                </a:xfrm>
                <a:custGeom>
                  <a:avLst/>
                  <a:gdLst>
                    <a:gd name="T0" fmla="*/ 16 w 16"/>
                    <a:gd name="T1" fmla="*/ 947 h 947"/>
                    <a:gd name="T2" fmla="*/ 0 w 16"/>
                    <a:gd name="T3" fmla="*/ 947 h 947"/>
                    <a:gd name="T4" fmla="*/ 0 w 16"/>
                    <a:gd name="T5" fmla="*/ 888 h 947"/>
                    <a:gd name="T6" fmla="*/ 16 w 16"/>
                    <a:gd name="T7" fmla="*/ 888 h 947"/>
                    <a:gd name="T8" fmla="*/ 16 w 16"/>
                    <a:gd name="T9" fmla="*/ 947 h 947"/>
                    <a:gd name="T10" fmla="*/ 16 w 16"/>
                    <a:gd name="T11" fmla="*/ 845 h 947"/>
                    <a:gd name="T12" fmla="*/ 0 w 16"/>
                    <a:gd name="T13" fmla="*/ 845 h 947"/>
                    <a:gd name="T14" fmla="*/ 0 w 16"/>
                    <a:gd name="T15" fmla="*/ 786 h 947"/>
                    <a:gd name="T16" fmla="*/ 16 w 16"/>
                    <a:gd name="T17" fmla="*/ 786 h 947"/>
                    <a:gd name="T18" fmla="*/ 16 w 16"/>
                    <a:gd name="T19" fmla="*/ 845 h 947"/>
                    <a:gd name="T20" fmla="*/ 16 w 16"/>
                    <a:gd name="T21" fmla="*/ 746 h 947"/>
                    <a:gd name="T22" fmla="*/ 0 w 16"/>
                    <a:gd name="T23" fmla="*/ 746 h 947"/>
                    <a:gd name="T24" fmla="*/ 0 w 16"/>
                    <a:gd name="T25" fmla="*/ 686 h 947"/>
                    <a:gd name="T26" fmla="*/ 16 w 16"/>
                    <a:gd name="T27" fmla="*/ 686 h 947"/>
                    <a:gd name="T28" fmla="*/ 16 w 16"/>
                    <a:gd name="T29" fmla="*/ 746 h 947"/>
                    <a:gd name="T30" fmla="*/ 16 w 16"/>
                    <a:gd name="T31" fmla="*/ 644 h 947"/>
                    <a:gd name="T32" fmla="*/ 0 w 16"/>
                    <a:gd name="T33" fmla="*/ 644 h 947"/>
                    <a:gd name="T34" fmla="*/ 0 w 16"/>
                    <a:gd name="T35" fmla="*/ 585 h 947"/>
                    <a:gd name="T36" fmla="*/ 16 w 16"/>
                    <a:gd name="T37" fmla="*/ 585 h 947"/>
                    <a:gd name="T38" fmla="*/ 16 w 16"/>
                    <a:gd name="T39" fmla="*/ 644 h 947"/>
                    <a:gd name="T40" fmla="*/ 16 w 16"/>
                    <a:gd name="T41" fmla="*/ 544 h 947"/>
                    <a:gd name="T42" fmla="*/ 0 w 16"/>
                    <a:gd name="T43" fmla="*/ 544 h 947"/>
                    <a:gd name="T44" fmla="*/ 0 w 16"/>
                    <a:gd name="T45" fmla="*/ 485 h 947"/>
                    <a:gd name="T46" fmla="*/ 16 w 16"/>
                    <a:gd name="T47" fmla="*/ 485 h 947"/>
                    <a:gd name="T48" fmla="*/ 16 w 16"/>
                    <a:gd name="T49" fmla="*/ 544 h 947"/>
                    <a:gd name="T50" fmla="*/ 16 w 16"/>
                    <a:gd name="T51" fmla="*/ 443 h 947"/>
                    <a:gd name="T52" fmla="*/ 0 w 16"/>
                    <a:gd name="T53" fmla="*/ 443 h 947"/>
                    <a:gd name="T54" fmla="*/ 0 w 16"/>
                    <a:gd name="T55" fmla="*/ 383 h 947"/>
                    <a:gd name="T56" fmla="*/ 16 w 16"/>
                    <a:gd name="T57" fmla="*/ 383 h 947"/>
                    <a:gd name="T58" fmla="*/ 16 w 16"/>
                    <a:gd name="T59" fmla="*/ 443 h 947"/>
                    <a:gd name="T60" fmla="*/ 16 w 16"/>
                    <a:gd name="T61" fmla="*/ 343 h 947"/>
                    <a:gd name="T62" fmla="*/ 0 w 16"/>
                    <a:gd name="T63" fmla="*/ 343 h 947"/>
                    <a:gd name="T64" fmla="*/ 0 w 16"/>
                    <a:gd name="T65" fmla="*/ 284 h 947"/>
                    <a:gd name="T66" fmla="*/ 16 w 16"/>
                    <a:gd name="T67" fmla="*/ 284 h 947"/>
                    <a:gd name="T68" fmla="*/ 16 w 16"/>
                    <a:gd name="T69" fmla="*/ 343 h 947"/>
                    <a:gd name="T70" fmla="*/ 16 w 16"/>
                    <a:gd name="T71" fmla="*/ 241 h 947"/>
                    <a:gd name="T72" fmla="*/ 0 w 16"/>
                    <a:gd name="T73" fmla="*/ 241 h 947"/>
                    <a:gd name="T74" fmla="*/ 0 w 16"/>
                    <a:gd name="T75" fmla="*/ 182 h 947"/>
                    <a:gd name="T76" fmla="*/ 16 w 16"/>
                    <a:gd name="T77" fmla="*/ 182 h 947"/>
                    <a:gd name="T78" fmla="*/ 16 w 16"/>
                    <a:gd name="T79" fmla="*/ 241 h 947"/>
                    <a:gd name="T80" fmla="*/ 16 w 16"/>
                    <a:gd name="T81" fmla="*/ 142 h 947"/>
                    <a:gd name="T82" fmla="*/ 0 w 16"/>
                    <a:gd name="T83" fmla="*/ 142 h 947"/>
                    <a:gd name="T84" fmla="*/ 0 w 16"/>
                    <a:gd name="T85" fmla="*/ 83 h 947"/>
                    <a:gd name="T86" fmla="*/ 16 w 16"/>
                    <a:gd name="T87" fmla="*/ 83 h 947"/>
                    <a:gd name="T88" fmla="*/ 16 w 16"/>
                    <a:gd name="T89" fmla="*/ 142 h 947"/>
                    <a:gd name="T90" fmla="*/ 16 w 16"/>
                    <a:gd name="T91" fmla="*/ 40 h 947"/>
                    <a:gd name="T92" fmla="*/ 0 w 16"/>
                    <a:gd name="T93" fmla="*/ 40 h 947"/>
                    <a:gd name="T94" fmla="*/ 0 w 16"/>
                    <a:gd name="T95" fmla="*/ 0 h 947"/>
                    <a:gd name="T96" fmla="*/ 16 w 16"/>
                    <a:gd name="T97" fmla="*/ 0 h 947"/>
                    <a:gd name="T98" fmla="*/ 16 w 16"/>
                    <a:gd name="T99" fmla="*/ 4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6" h="947">
                      <a:moveTo>
                        <a:pt x="16" y="947"/>
                      </a:moveTo>
                      <a:lnTo>
                        <a:pt x="0" y="947"/>
                      </a:lnTo>
                      <a:lnTo>
                        <a:pt x="0" y="888"/>
                      </a:lnTo>
                      <a:lnTo>
                        <a:pt x="16" y="888"/>
                      </a:lnTo>
                      <a:lnTo>
                        <a:pt x="16" y="947"/>
                      </a:lnTo>
                      <a:close/>
                      <a:moveTo>
                        <a:pt x="16" y="845"/>
                      </a:moveTo>
                      <a:lnTo>
                        <a:pt x="0" y="845"/>
                      </a:lnTo>
                      <a:lnTo>
                        <a:pt x="0" y="786"/>
                      </a:lnTo>
                      <a:lnTo>
                        <a:pt x="16" y="786"/>
                      </a:lnTo>
                      <a:lnTo>
                        <a:pt x="16" y="845"/>
                      </a:lnTo>
                      <a:close/>
                      <a:moveTo>
                        <a:pt x="16" y="746"/>
                      </a:moveTo>
                      <a:lnTo>
                        <a:pt x="0" y="746"/>
                      </a:lnTo>
                      <a:lnTo>
                        <a:pt x="0" y="686"/>
                      </a:lnTo>
                      <a:lnTo>
                        <a:pt x="16" y="686"/>
                      </a:lnTo>
                      <a:lnTo>
                        <a:pt x="16" y="746"/>
                      </a:lnTo>
                      <a:close/>
                      <a:moveTo>
                        <a:pt x="16" y="644"/>
                      </a:moveTo>
                      <a:lnTo>
                        <a:pt x="0" y="644"/>
                      </a:lnTo>
                      <a:lnTo>
                        <a:pt x="0" y="585"/>
                      </a:lnTo>
                      <a:lnTo>
                        <a:pt x="16" y="585"/>
                      </a:lnTo>
                      <a:lnTo>
                        <a:pt x="16" y="644"/>
                      </a:lnTo>
                      <a:close/>
                      <a:moveTo>
                        <a:pt x="16" y="544"/>
                      </a:moveTo>
                      <a:lnTo>
                        <a:pt x="0" y="544"/>
                      </a:lnTo>
                      <a:lnTo>
                        <a:pt x="0" y="485"/>
                      </a:lnTo>
                      <a:lnTo>
                        <a:pt x="16" y="485"/>
                      </a:lnTo>
                      <a:lnTo>
                        <a:pt x="16" y="544"/>
                      </a:lnTo>
                      <a:close/>
                      <a:moveTo>
                        <a:pt x="16" y="443"/>
                      </a:moveTo>
                      <a:lnTo>
                        <a:pt x="0" y="443"/>
                      </a:lnTo>
                      <a:lnTo>
                        <a:pt x="0" y="383"/>
                      </a:lnTo>
                      <a:lnTo>
                        <a:pt x="16" y="383"/>
                      </a:lnTo>
                      <a:lnTo>
                        <a:pt x="16" y="443"/>
                      </a:lnTo>
                      <a:close/>
                      <a:moveTo>
                        <a:pt x="16" y="343"/>
                      </a:moveTo>
                      <a:lnTo>
                        <a:pt x="0" y="343"/>
                      </a:lnTo>
                      <a:lnTo>
                        <a:pt x="0" y="284"/>
                      </a:lnTo>
                      <a:lnTo>
                        <a:pt x="16" y="284"/>
                      </a:lnTo>
                      <a:lnTo>
                        <a:pt x="16" y="343"/>
                      </a:lnTo>
                      <a:close/>
                      <a:moveTo>
                        <a:pt x="16" y="241"/>
                      </a:moveTo>
                      <a:lnTo>
                        <a:pt x="0" y="241"/>
                      </a:lnTo>
                      <a:lnTo>
                        <a:pt x="0" y="182"/>
                      </a:lnTo>
                      <a:lnTo>
                        <a:pt x="16" y="182"/>
                      </a:lnTo>
                      <a:lnTo>
                        <a:pt x="16" y="241"/>
                      </a:lnTo>
                      <a:close/>
                      <a:moveTo>
                        <a:pt x="16" y="142"/>
                      </a:moveTo>
                      <a:lnTo>
                        <a:pt x="0" y="142"/>
                      </a:lnTo>
                      <a:lnTo>
                        <a:pt x="0" y="83"/>
                      </a:lnTo>
                      <a:lnTo>
                        <a:pt x="16" y="83"/>
                      </a:lnTo>
                      <a:lnTo>
                        <a:pt x="16" y="142"/>
                      </a:lnTo>
                      <a:close/>
                      <a:moveTo>
                        <a:pt x="16" y="40"/>
                      </a:move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56" name="组合 155">
                <a:extLst>
                  <a:ext uri="{FF2B5EF4-FFF2-40B4-BE49-F238E27FC236}">
                    <a16:creationId xmlns:a16="http://schemas.microsoft.com/office/drawing/2014/main" id="{A5469BB0-92DD-7204-6E38-9284D6490E62}"/>
                  </a:ext>
                </a:extLst>
              </p:cNvPr>
              <p:cNvGrpSpPr/>
              <p:nvPr/>
            </p:nvGrpSpPr>
            <p:grpSpPr>
              <a:xfrm flipV="1">
                <a:off x="3011745" y="1377441"/>
                <a:ext cx="321142" cy="2062895"/>
                <a:chOff x="3005419" y="3487005"/>
                <a:chExt cx="321142" cy="2062895"/>
              </a:xfrm>
              <a:noFill/>
            </p:grpSpPr>
            <p:sp>
              <p:nvSpPr>
                <p:cNvPr id="158" name="Freeform 117">
                  <a:extLst>
                    <a:ext uri="{FF2B5EF4-FFF2-40B4-BE49-F238E27FC236}">
                      <a16:creationId xmlns:a16="http://schemas.microsoft.com/office/drawing/2014/main" id="{7B035AD9-0800-F6AD-6D67-5C99CEF15C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129722" cy="25311"/>
                </a:xfrm>
                <a:custGeom>
                  <a:avLst/>
                  <a:gdLst>
                    <a:gd name="T0" fmla="*/ 31 w 35"/>
                    <a:gd name="T1" fmla="*/ 0 h 7"/>
                    <a:gd name="T2" fmla="*/ 3 w 35"/>
                    <a:gd name="T3" fmla="*/ 0 h 7"/>
                    <a:gd name="T4" fmla="*/ 0 w 35"/>
                    <a:gd name="T5" fmla="*/ 4 h 7"/>
                    <a:gd name="T6" fmla="*/ 3 w 35"/>
                    <a:gd name="T7" fmla="*/ 7 h 7"/>
                    <a:gd name="T8" fmla="*/ 31 w 35"/>
                    <a:gd name="T9" fmla="*/ 7 h 7"/>
                    <a:gd name="T10" fmla="*/ 35 w 35"/>
                    <a:gd name="T11" fmla="*/ 4 h 7"/>
                    <a:gd name="T12" fmla="*/ 31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1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6"/>
                        <a:pt x="35" y="4"/>
                      </a:cubicBezTo>
                      <a:cubicBezTo>
                        <a:pt x="35" y="2"/>
                        <a:pt x="33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9" name="Freeform 118">
                  <a:extLst>
                    <a:ext uri="{FF2B5EF4-FFF2-40B4-BE49-F238E27FC236}">
                      <a16:creationId xmlns:a16="http://schemas.microsoft.com/office/drawing/2014/main" id="{089DB85E-05DF-B157-B82B-3C57515F0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129722" cy="26894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0" name="Freeform 119">
                  <a:extLst>
                    <a:ext uri="{FF2B5EF4-FFF2-40B4-BE49-F238E27FC236}">
                      <a16:creationId xmlns:a16="http://schemas.microsoft.com/office/drawing/2014/main" id="{FDA13A8B-BEAA-B720-EF20-5946F7D0FD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129722" cy="25311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1" name="Freeform 120">
                  <a:extLst>
                    <a:ext uri="{FF2B5EF4-FFF2-40B4-BE49-F238E27FC236}">
                      <a16:creationId xmlns:a16="http://schemas.microsoft.com/office/drawing/2014/main" id="{5B6DA7C8-D70B-D8C8-B5A3-BEC54F554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66443" cy="22148"/>
                </a:xfrm>
                <a:custGeom>
                  <a:avLst/>
                  <a:gdLst>
                    <a:gd name="T0" fmla="*/ 3 w 18"/>
                    <a:gd name="T1" fmla="*/ 6 h 6"/>
                    <a:gd name="T2" fmla="*/ 15 w 18"/>
                    <a:gd name="T3" fmla="*/ 6 h 6"/>
                    <a:gd name="T4" fmla="*/ 18 w 18"/>
                    <a:gd name="T5" fmla="*/ 3 h 6"/>
                    <a:gd name="T6" fmla="*/ 15 w 18"/>
                    <a:gd name="T7" fmla="*/ 0 h 6"/>
                    <a:gd name="T8" fmla="*/ 3 w 18"/>
                    <a:gd name="T9" fmla="*/ 0 h 6"/>
                    <a:gd name="T10" fmla="*/ 0 w 18"/>
                    <a:gd name="T11" fmla="*/ 3 h 6"/>
                    <a:gd name="T12" fmla="*/ 3 w 18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6">
                      <a:moveTo>
                        <a:pt x="3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7" y="6"/>
                        <a:pt x="18" y="5"/>
                        <a:pt x="18" y="3"/>
                      </a:cubicBezTo>
                      <a:cubicBezTo>
                        <a:pt x="18" y="1"/>
                        <a:pt x="17" y="0"/>
                        <a:pt x="15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2" name="Freeform 121">
                  <a:extLst>
                    <a:ext uri="{FF2B5EF4-FFF2-40B4-BE49-F238E27FC236}">
                      <a16:creationId xmlns:a16="http://schemas.microsoft.com/office/drawing/2014/main" id="{E6443FA1-4EF2-B7B6-CF93-665AAD96B9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5419" y="5141750"/>
                  <a:ext cx="321141" cy="408150"/>
                </a:xfrm>
                <a:custGeom>
                  <a:avLst/>
                  <a:gdLst>
                    <a:gd name="T0" fmla="*/ 44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4 w 86"/>
                    <a:gd name="T11" fmla="*/ 1 h 109"/>
                    <a:gd name="T12" fmla="*/ 27 w 86"/>
                    <a:gd name="T13" fmla="*/ 1 h 109"/>
                    <a:gd name="T14" fmla="*/ 16 w 86"/>
                    <a:gd name="T15" fmla="*/ 29 h 109"/>
                    <a:gd name="T16" fmla="*/ 0 w 86"/>
                    <a:gd name="T17" fmla="*/ 67 h 109"/>
                    <a:gd name="T18" fmla="*/ 44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4" y="109"/>
                      </a:moveTo>
                      <a:cubicBezTo>
                        <a:pt x="72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8" y="20"/>
                        <a:pt x="65" y="10"/>
                      </a:cubicBezTo>
                      <a:cubicBezTo>
                        <a:pt x="63" y="0"/>
                        <a:pt x="56" y="1"/>
                        <a:pt x="56" y="1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34" y="1"/>
                        <a:pt x="27" y="1"/>
                      </a:cubicBezTo>
                      <a:cubicBezTo>
                        <a:pt x="21" y="1"/>
                        <a:pt x="22" y="14"/>
                        <a:pt x="16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4" y="10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3" name="Freeform 122">
                  <a:extLst>
                    <a:ext uri="{FF2B5EF4-FFF2-40B4-BE49-F238E27FC236}">
                      <a16:creationId xmlns:a16="http://schemas.microsoft.com/office/drawing/2014/main" id="{D60CBECB-B56B-3FA8-9BC2-E02BB07188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9945" y="5141750"/>
                  <a:ext cx="156616" cy="408150"/>
                </a:xfrm>
                <a:custGeom>
                  <a:avLst/>
                  <a:gdLst>
                    <a:gd name="T0" fmla="*/ 42 w 42"/>
                    <a:gd name="T1" fmla="*/ 66 h 109"/>
                    <a:gd name="T2" fmla="*/ 33 w 42"/>
                    <a:gd name="T3" fmla="*/ 42 h 109"/>
                    <a:gd name="T4" fmla="*/ 21 w 42"/>
                    <a:gd name="T5" fmla="*/ 10 h 109"/>
                    <a:gd name="T6" fmla="*/ 12 w 42"/>
                    <a:gd name="T7" fmla="*/ 1 h 109"/>
                    <a:gd name="T8" fmla="*/ 0 w 42"/>
                    <a:gd name="T9" fmla="*/ 1 h 109"/>
                    <a:gd name="T10" fmla="*/ 0 w 42"/>
                    <a:gd name="T11" fmla="*/ 109 h 109"/>
                    <a:gd name="T12" fmla="*/ 42 w 42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109">
                      <a:moveTo>
                        <a:pt x="42" y="66"/>
                      </a:moveTo>
                      <a:cubicBezTo>
                        <a:pt x="42" y="59"/>
                        <a:pt x="38" y="51"/>
                        <a:pt x="33" y="42"/>
                      </a:cubicBezTo>
                      <a:cubicBezTo>
                        <a:pt x="28" y="34"/>
                        <a:pt x="24" y="20"/>
                        <a:pt x="21" y="10"/>
                      </a:cubicBezTo>
                      <a:cubicBezTo>
                        <a:pt x="19" y="0"/>
                        <a:pt x="12" y="1"/>
                        <a:pt x="12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2" y="89"/>
                        <a:pt x="42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4" name="Freeform 123">
                  <a:extLst>
                    <a:ext uri="{FF2B5EF4-FFF2-40B4-BE49-F238E27FC236}">
                      <a16:creationId xmlns:a16="http://schemas.microsoft.com/office/drawing/2014/main" id="{600054B0-FC95-C2A2-91EC-EF7DC8C483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66443" cy="25311"/>
                </a:xfrm>
                <a:custGeom>
                  <a:avLst/>
                  <a:gdLst>
                    <a:gd name="T0" fmla="*/ 0 w 18"/>
                    <a:gd name="T1" fmla="*/ 4 h 7"/>
                    <a:gd name="T2" fmla="*/ 3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3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5" name="Freeform 124">
                  <a:extLst>
                    <a:ext uri="{FF2B5EF4-FFF2-40B4-BE49-F238E27FC236}">
                      <a16:creationId xmlns:a16="http://schemas.microsoft.com/office/drawing/2014/main" id="{51629357-EF34-B60F-5B20-160555BF3F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66443" cy="26894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6" name="Freeform 125">
                  <a:extLst>
                    <a:ext uri="{FF2B5EF4-FFF2-40B4-BE49-F238E27FC236}">
                      <a16:creationId xmlns:a16="http://schemas.microsoft.com/office/drawing/2014/main" id="{C95C1EF0-5A60-1BA0-2318-0EA665D7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66443" cy="25311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7" name="Freeform 126">
                  <a:extLst>
                    <a:ext uri="{FF2B5EF4-FFF2-40B4-BE49-F238E27FC236}">
                      <a16:creationId xmlns:a16="http://schemas.microsoft.com/office/drawing/2014/main" id="{FF9E2477-3D0C-E4CA-609B-F61E728B28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36386" cy="22148"/>
                </a:xfrm>
                <a:custGeom>
                  <a:avLst/>
                  <a:gdLst>
                    <a:gd name="T0" fmla="*/ 3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3 w 10"/>
                    <a:gd name="T7" fmla="*/ 0 h 6"/>
                    <a:gd name="T8" fmla="*/ 0 w 10"/>
                    <a:gd name="T9" fmla="*/ 3 h 6"/>
                    <a:gd name="T10" fmla="*/ 3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3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48" name="Freeform 164">
                  <a:extLst>
                    <a:ext uri="{FF2B5EF4-FFF2-40B4-BE49-F238E27FC236}">
                      <a16:creationId xmlns:a16="http://schemas.microsoft.com/office/drawing/2014/main" id="{5360CC2E-5ACD-78B3-0AAE-8D3A0084F7C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55706" y="3487005"/>
                  <a:ext cx="25311" cy="1498129"/>
                </a:xfrm>
                <a:custGeom>
                  <a:avLst/>
                  <a:gdLst>
                    <a:gd name="T0" fmla="*/ 16 w 16"/>
                    <a:gd name="T1" fmla="*/ 947 h 947"/>
                    <a:gd name="T2" fmla="*/ 0 w 16"/>
                    <a:gd name="T3" fmla="*/ 947 h 947"/>
                    <a:gd name="T4" fmla="*/ 0 w 16"/>
                    <a:gd name="T5" fmla="*/ 888 h 947"/>
                    <a:gd name="T6" fmla="*/ 16 w 16"/>
                    <a:gd name="T7" fmla="*/ 888 h 947"/>
                    <a:gd name="T8" fmla="*/ 16 w 16"/>
                    <a:gd name="T9" fmla="*/ 947 h 947"/>
                    <a:gd name="T10" fmla="*/ 16 w 16"/>
                    <a:gd name="T11" fmla="*/ 845 h 947"/>
                    <a:gd name="T12" fmla="*/ 0 w 16"/>
                    <a:gd name="T13" fmla="*/ 845 h 947"/>
                    <a:gd name="T14" fmla="*/ 0 w 16"/>
                    <a:gd name="T15" fmla="*/ 786 h 947"/>
                    <a:gd name="T16" fmla="*/ 16 w 16"/>
                    <a:gd name="T17" fmla="*/ 786 h 947"/>
                    <a:gd name="T18" fmla="*/ 16 w 16"/>
                    <a:gd name="T19" fmla="*/ 845 h 947"/>
                    <a:gd name="T20" fmla="*/ 16 w 16"/>
                    <a:gd name="T21" fmla="*/ 746 h 947"/>
                    <a:gd name="T22" fmla="*/ 0 w 16"/>
                    <a:gd name="T23" fmla="*/ 746 h 947"/>
                    <a:gd name="T24" fmla="*/ 0 w 16"/>
                    <a:gd name="T25" fmla="*/ 686 h 947"/>
                    <a:gd name="T26" fmla="*/ 16 w 16"/>
                    <a:gd name="T27" fmla="*/ 686 h 947"/>
                    <a:gd name="T28" fmla="*/ 16 w 16"/>
                    <a:gd name="T29" fmla="*/ 746 h 947"/>
                    <a:gd name="T30" fmla="*/ 16 w 16"/>
                    <a:gd name="T31" fmla="*/ 644 h 947"/>
                    <a:gd name="T32" fmla="*/ 0 w 16"/>
                    <a:gd name="T33" fmla="*/ 644 h 947"/>
                    <a:gd name="T34" fmla="*/ 0 w 16"/>
                    <a:gd name="T35" fmla="*/ 585 h 947"/>
                    <a:gd name="T36" fmla="*/ 16 w 16"/>
                    <a:gd name="T37" fmla="*/ 585 h 947"/>
                    <a:gd name="T38" fmla="*/ 16 w 16"/>
                    <a:gd name="T39" fmla="*/ 644 h 947"/>
                    <a:gd name="T40" fmla="*/ 16 w 16"/>
                    <a:gd name="T41" fmla="*/ 544 h 947"/>
                    <a:gd name="T42" fmla="*/ 0 w 16"/>
                    <a:gd name="T43" fmla="*/ 544 h 947"/>
                    <a:gd name="T44" fmla="*/ 0 w 16"/>
                    <a:gd name="T45" fmla="*/ 485 h 947"/>
                    <a:gd name="T46" fmla="*/ 16 w 16"/>
                    <a:gd name="T47" fmla="*/ 485 h 947"/>
                    <a:gd name="T48" fmla="*/ 16 w 16"/>
                    <a:gd name="T49" fmla="*/ 544 h 947"/>
                    <a:gd name="T50" fmla="*/ 16 w 16"/>
                    <a:gd name="T51" fmla="*/ 443 h 947"/>
                    <a:gd name="T52" fmla="*/ 0 w 16"/>
                    <a:gd name="T53" fmla="*/ 443 h 947"/>
                    <a:gd name="T54" fmla="*/ 0 w 16"/>
                    <a:gd name="T55" fmla="*/ 383 h 947"/>
                    <a:gd name="T56" fmla="*/ 16 w 16"/>
                    <a:gd name="T57" fmla="*/ 383 h 947"/>
                    <a:gd name="T58" fmla="*/ 16 w 16"/>
                    <a:gd name="T59" fmla="*/ 443 h 947"/>
                    <a:gd name="T60" fmla="*/ 16 w 16"/>
                    <a:gd name="T61" fmla="*/ 343 h 947"/>
                    <a:gd name="T62" fmla="*/ 0 w 16"/>
                    <a:gd name="T63" fmla="*/ 343 h 947"/>
                    <a:gd name="T64" fmla="*/ 0 w 16"/>
                    <a:gd name="T65" fmla="*/ 284 h 947"/>
                    <a:gd name="T66" fmla="*/ 16 w 16"/>
                    <a:gd name="T67" fmla="*/ 284 h 947"/>
                    <a:gd name="T68" fmla="*/ 16 w 16"/>
                    <a:gd name="T69" fmla="*/ 343 h 947"/>
                    <a:gd name="T70" fmla="*/ 16 w 16"/>
                    <a:gd name="T71" fmla="*/ 241 h 947"/>
                    <a:gd name="T72" fmla="*/ 0 w 16"/>
                    <a:gd name="T73" fmla="*/ 241 h 947"/>
                    <a:gd name="T74" fmla="*/ 0 w 16"/>
                    <a:gd name="T75" fmla="*/ 182 h 947"/>
                    <a:gd name="T76" fmla="*/ 16 w 16"/>
                    <a:gd name="T77" fmla="*/ 182 h 947"/>
                    <a:gd name="T78" fmla="*/ 16 w 16"/>
                    <a:gd name="T79" fmla="*/ 241 h 947"/>
                    <a:gd name="T80" fmla="*/ 16 w 16"/>
                    <a:gd name="T81" fmla="*/ 142 h 947"/>
                    <a:gd name="T82" fmla="*/ 0 w 16"/>
                    <a:gd name="T83" fmla="*/ 142 h 947"/>
                    <a:gd name="T84" fmla="*/ 0 w 16"/>
                    <a:gd name="T85" fmla="*/ 83 h 947"/>
                    <a:gd name="T86" fmla="*/ 16 w 16"/>
                    <a:gd name="T87" fmla="*/ 83 h 947"/>
                    <a:gd name="T88" fmla="*/ 16 w 16"/>
                    <a:gd name="T89" fmla="*/ 142 h 947"/>
                    <a:gd name="T90" fmla="*/ 16 w 16"/>
                    <a:gd name="T91" fmla="*/ 40 h 947"/>
                    <a:gd name="T92" fmla="*/ 0 w 16"/>
                    <a:gd name="T93" fmla="*/ 40 h 947"/>
                    <a:gd name="T94" fmla="*/ 0 w 16"/>
                    <a:gd name="T95" fmla="*/ 0 h 947"/>
                    <a:gd name="T96" fmla="*/ 16 w 16"/>
                    <a:gd name="T97" fmla="*/ 0 h 947"/>
                    <a:gd name="T98" fmla="*/ 16 w 16"/>
                    <a:gd name="T99" fmla="*/ 4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6" h="947">
                      <a:moveTo>
                        <a:pt x="16" y="947"/>
                      </a:moveTo>
                      <a:lnTo>
                        <a:pt x="0" y="947"/>
                      </a:lnTo>
                      <a:lnTo>
                        <a:pt x="0" y="888"/>
                      </a:lnTo>
                      <a:lnTo>
                        <a:pt x="16" y="888"/>
                      </a:lnTo>
                      <a:lnTo>
                        <a:pt x="16" y="947"/>
                      </a:lnTo>
                      <a:close/>
                      <a:moveTo>
                        <a:pt x="16" y="845"/>
                      </a:moveTo>
                      <a:lnTo>
                        <a:pt x="0" y="845"/>
                      </a:lnTo>
                      <a:lnTo>
                        <a:pt x="0" y="786"/>
                      </a:lnTo>
                      <a:lnTo>
                        <a:pt x="16" y="786"/>
                      </a:lnTo>
                      <a:lnTo>
                        <a:pt x="16" y="845"/>
                      </a:lnTo>
                      <a:close/>
                      <a:moveTo>
                        <a:pt x="16" y="746"/>
                      </a:moveTo>
                      <a:lnTo>
                        <a:pt x="0" y="746"/>
                      </a:lnTo>
                      <a:lnTo>
                        <a:pt x="0" y="686"/>
                      </a:lnTo>
                      <a:lnTo>
                        <a:pt x="16" y="686"/>
                      </a:lnTo>
                      <a:lnTo>
                        <a:pt x="16" y="746"/>
                      </a:lnTo>
                      <a:close/>
                      <a:moveTo>
                        <a:pt x="16" y="644"/>
                      </a:moveTo>
                      <a:lnTo>
                        <a:pt x="0" y="644"/>
                      </a:lnTo>
                      <a:lnTo>
                        <a:pt x="0" y="585"/>
                      </a:lnTo>
                      <a:lnTo>
                        <a:pt x="16" y="585"/>
                      </a:lnTo>
                      <a:lnTo>
                        <a:pt x="16" y="644"/>
                      </a:lnTo>
                      <a:close/>
                      <a:moveTo>
                        <a:pt x="16" y="544"/>
                      </a:moveTo>
                      <a:lnTo>
                        <a:pt x="0" y="544"/>
                      </a:lnTo>
                      <a:lnTo>
                        <a:pt x="0" y="485"/>
                      </a:lnTo>
                      <a:lnTo>
                        <a:pt x="16" y="485"/>
                      </a:lnTo>
                      <a:lnTo>
                        <a:pt x="16" y="544"/>
                      </a:lnTo>
                      <a:close/>
                      <a:moveTo>
                        <a:pt x="16" y="443"/>
                      </a:moveTo>
                      <a:lnTo>
                        <a:pt x="0" y="443"/>
                      </a:lnTo>
                      <a:lnTo>
                        <a:pt x="0" y="383"/>
                      </a:lnTo>
                      <a:lnTo>
                        <a:pt x="16" y="383"/>
                      </a:lnTo>
                      <a:lnTo>
                        <a:pt x="16" y="443"/>
                      </a:lnTo>
                      <a:close/>
                      <a:moveTo>
                        <a:pt x="16" y="343"/>
                      </a:moveTo>
                      <a:lnTo>
                        <a:pt x="0" y="343"/>
                      </a:lnTo>
                      <a:lnTo>
                        <a:pt x="0" y="284"/>
                      </a:lnTo>
                      <a:lnTo>
                        <a:pt x="16" y="284"/>
                      </a:lnTo>
                      <a:lnTo>
                        <a:pt x="16" y="343"/>
                      </a:lnTo>
                      <a:close/>
                      <a:moveTo>
                        <a:pt x="16" y="241"/>
                      </a:moveTo>
                      <a:lnTo>
                        <a:pt x="0" y="241"/>
                      </a:lnTo>
                      <a:lnTo>
                        <a:pt x="0" y="182"/>
                      </a:lnTo>
                      <a:lnTo>
                        <a:pt x="16" y="182"/>
                      </a:lnTo>
                      <a:lnTo>
                        <a:pt x="16" y="241"/>
                      </a:lnTo>
                      <a:close/>
                      <a:moveTo>
                        <a:pt x="16" y="142"/>
                      </a:moveTo>
                      <a:lnTo>
                        <a:pt x="0" y="142"/>
                      </a:lnTo>
                      <a:lnTo>
                        <a:pt x="0" y="83"/>
                      </a:lnTo>
                      <a:lnTo>
                        <a:pt x="16" y="83"/>
                      </a:lnTo>
                      <a:lnTo>
                        <a:pt x="16" y="142"/>
                      </a:lnTo>
                      <a:close/>
                      <a:moveTo>
                        <a:pt x="16" y="40"/>
                      </a:move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023" name="椭圆 1022">
              <a:extLst>
                <a:ext uri="{FF2B5EF4-FFF2-40B4-BE49-F238E27FC236}">
                  <a16:creationId xmlns:a16="http://schemas.microsoft.com/office/drawing/2014/main" id="{84199844-0193-BAB2-FCDF-9FD4384246A3}"/>
                </a:ext>
              </a:extLst>
            </p:cNvPr>
            <p:cNvSpPr/>
            <p:nvPr/>
          </p:nvSpPr>
          <p:spPr>
            <a:xfrm>
              <a:off x="3315404" y="4418789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8" name="椭圆 137">
              <a:extLst>
                <a:ext uri="{FF2B5EF4-FFF2-40B4-BE49-F238E27FC236}">
                  <a16:creationId xmlns:a16="http://schemas.microsoft.com/office/drawing/2014/main" id="{A1993552-E1EE-2960-EC71-35D061FBD323}"/>
                </a:ext>
              </a:extLst>
            </p:cNvPr>
            <p:cNvSpPr/>
            <p:nvPr/>
          </p:nvSpPr>
          <p:spPr>
            <a:xfrm>
              <a:off x="3921464" y="3671888"/>
              <a:ext cx="1552608" cy="1552608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0" name="椭圆 139">
              <a:extLst>
                <a:ext uri="{FF2B5EF4-FFF2-40B4-BE49-F238E27FC236}">
                  <a16:creationId xmlns:a16="http://schemas.microsoft.com/office/drawing/2014/main" id="{73FF0037-6387-127D-1D9D-96ED5F966E12}"/>
                </a:ext>
              </a:extLst>
            </p:cNvPr>
            <p:cNvSpPr/>
            <p:nvPr/>
          </p:nvSpPr>
          <p:spPr>
            <a:xfrm>
              <a:off x="1799711" y="3676841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4" name="椭圆 143">
              <a:extLst>
                <a:ext uri="{FF2B5EF4-FFF2-40B4-BE49-F238E27FC236}">
                  <a16:creationId xmlns:a16="http://schemas.microsoft.com/office/drawing/2014/main" id="{05AB794B-448D-6DE5-31CA-83F53BA2BFD3}"/>
                </a:ext>
              </a:extLst>
            </p:cNvPr>
            <p:cNvSpPr/>
            <p:nvPr/>
          </p:nvSpPr>
          <p:spPr>
            <a:xfrm>
              <a:off x="823019" y="4388647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6" name="椭圆 145">
              <a:extLst>
                <a:ext uri="{FF2B5EF4-FFF2-40B4-BE49-F238E27FC236}">
                  <a16:creationId xmlns:a16="http://schemas.microsoft.com/office/drawing/2014/main" id="{75724A5E-55D2-DBE3-E66A-E5F2F2B9D5C1}"/>
                </a:ext>
              </a:extLst>
            </p:cNvPr>
            <p:cNvSpPr/>
            <p:nvPr/>
          </p:nvSpPr>
          <p:spPr>
            <a:xfrm>
              <a:off x="2501755" y="4691063"/>
              <a:ext cx="1320713" cy="132071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7" name="椭圆 146">
              <a:extLst>
                <a:ext uri="{FF2B5EF4-FFF2-40B4-BE49-F238E27FC236}">
                  <a16:creationId xmlns:a16="http://schemas.microsoft.com/office/drawing/2014/main" id="{DB20C468-F677-4C8A-0C21-A7B876830257}"/>
                </a:ext>
              </a:extLst>
            </p:cNvPr>
            <p:cNvSpPr/>
            <p:nvPr/>
          </p:nvSpPr>
          <p:spPr>
            <a:xfrm>
              <a:off x="2873375" y="3765327"/>
              <a:ext cx="1432418" cy="1432418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8" name="椭圆 147">
              <a:extLst>
                <a:ext uri="{FF2B5EF4-FFF2-40B4-BE49-F238E27FC236}">
                  <a16:creationId xmlns:a16="http://schemas.microsoft.com/office/drawing/2014/main" id="{1DEF430F-A417-9849-F4A9-917F4DEA95A4}"/>
                </a:ext>
              </a:extLst>
            </p:cNvPr>
            <p:cNvSpPr/>
            <p:nvPr/>
          </p:nvSpPr>
          <p:spPr>
            <a:xfrm>
              <a:off x="1476787" y="3659535"/>
              <a:ext cx="1090835" cy="1090835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9" name="椭圆 148">
              <a:extLst>
                <a:ext uri="{FF2B5EF4-FFF2-40B4-BE49-F238E27FC236}">
                  <a16:creationId xmlns:a16="http://schemas.microsoft.com/office/drawing/2014/main" id="{1B783A60-ED3C-4DDF-0AAD-422C321C11AA}"/>
                </a:ext>
              </a:extLst>
            </p:cNvPr>
            <p:cNvSpPr/>
            <p:nvPr/>
          </p:nvSpPr>
          <p:spPr>
            <a:xfrm>
              <a:off x="531694" y="3625850"/>
              <a:ext cx="1394974" cy="1394974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507104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8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25496" y="166351"/>
            <a:ext cx="10012808" cy="1955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为了推动环保目标的实现，政府决定根据企业的生态表现进行相应的惩罚或奖励。环保做得最差的企业可能面临处罚，而表现突出的企业则会获得丰厚奖励，政府将如何执行？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652187" y="2171197"/>
            <a:ext cx="9441283" cy="36280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对生态值最低的企业罚款：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对那些生态值最低的企业处以经济处罚，以警示并推动改进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对生态值最高的企业奖励：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对表现最优、生态值最高的企业给予经济激励，鼓励持续环保投入</a:t>
            </a:r>
          </a:p>
        </p:txBody>
      </p:sp>
      <p:pic>
        <p:nvPicPr>
          <p:cNvPr id="362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5525" y="4301143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82428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noProof="0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8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0045CD2F-46BC-9BA9-6343-B177D1D03B27}"/>
              </a:ext>
            </a:extLst>
          </p:cNvPr>
          <p:cNvSpPr txBox="1"/>
          <p:nvPr/>
        </p:nvSpPr>
        <p:spPr>
          <a:xfrm>
            <a:off x="1692839" y="144657"/>
            <a:ext cx="10012808" cy="1955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为了推动环保目标的实现，政府决定根据企业的生态表现进行相应的惩罚或奖励。环保做得最差的企业可能面临处罚，而表现突出的企业则会获得丰厚奖励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政府将如何执行？</a:t>
            </a:r>
          </a:p>
        </p:txBody>
      </p:sp>
      <p:pic>
        <p:nvPicPr>
          <p:cNvPr id="17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5525" y="4301143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" name="文本框 34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003174" y="2552538"/>
            <a:ext cx="3566567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  <a:endParaRPr kumimoji="0" lang="en-US" altLang="zh-CN" sz="2400" b="1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5102024" y="2789267"/>
            <a:ext cx="2513153" cy="1001393"/>
            <a:chOff x="2450203" y="1936425"/>
            <a:chExt cx="2513153" cy="1001393"/>
          </a:xfrm>
        </p:grpSpPr>
        <p:sp>
          <p:nvSpPr>
            <p:cNvPr id="37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4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6" name="文本框 45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5060016" y="5001246"/>
            <a:ext cx="2222518" cy="1001393"/>
            <a:chOff x="2450203" y="1936425"/>
            <a:chExt cx="2222518" cy="1001393"/>
          </a:xfrm>
        </p:grpSpPr>
        <p:sp>
          <p:nvSpPr>
            <p:cNvPr id="48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" name="文本框 48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+10</a:t>
              </a:r>
            </a:p>
          </p:txBody>
        </p:sp>
        <p:pic>
          <p:nvPicPr>
            <p:cNvPr id="50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1" name="矩形 50"/>
          <p:cNvSpPr/>
          <p:nvPr/>
        </p:nvSpPr>
        <p:spPr>
          <a:xfrm>
            <a:off x="1837101" y="3089909"/>
            <a:ext cx="326243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对生态值最低的企业</a:t>
            </a:r>
            <a:r>
              <a:rPr lang="zh-CN" altLang="en-US" sz="20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罚款，</a:t>
            </a:r>
            <a:endParaRPr lang="en-US" altLang="zh-CN" sz="2000" b="1" dirty="0" smtClean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用于植树造林</a:t>
            </a:r>
            <a:endParaRPr lang="zh-CN" altLang="en-US" sz="2000" dirty="0"/>
          </a:p>
        </p:txBody>
      </p:sp>
      <p:sp>
        <p:nvSpPr>
          <p:cNvPr id="52" name="矩形 51"/>
          <p:cNvSpPr/>
          <p:nvPr/>
        </p:nvSpPr>
        <p:spPr>
          <a:xfrm>
            <a:off x="1718441" y="5266418"/>
            <a:ext cx="300595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对生态值最高的企业奖励</a:t>
            </a:r>
            <a:endParaRPr lang="zh-CN" altLang="en-US" sz="2000" dirty="0"/>
          </a:p>
        </p:txBody>
      </p:sp>
      <p:grpSp>
        <p:nvGrpSpPr>
          <p:cNvPr id="53" name="组合 52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7884994" y="2789267"/>
            <a:ext cx="2513153" cy="1001393"/>
            <a:chOff x="2450203" y="1936425"/>
            <a:chExt cx="2513153" cy="1001393"/>
          </a:xfrm>
        </p:grpSpPr>
        <p:sp>
          <p:nvSpPr>
            <p:cNvPr id="54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" name="文本框 54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-20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5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7" name="文本框 56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58" name="组合 57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7842986" y="5001246"/>
            <a:ext cx="2222518" cy="1001393"/>
            <a:chOff x="2450203" y="1936425"/>
            <a:chExt cx="2222518" cy="1001393"/>
          </a:xfrm>
        </p:grpSpPr>
        <p:sp>
          <p:nvSpPr>
            <p:cNvPr id="59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" name="文本框 59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+20</a:t>
              </a:r>
            </a:p>
          </p:txBody>
        </p:sp>
        <p:pic>
          <p:nvPicPr>
            <p:cNvPr id="61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2" name="矩形 61"/>
          <p:cNvSpPr/>
          <p:nvPr/>
        </p:nvSpPr>
        <p:spPr>
          <a:xfrm>
            <a:off x="7318472" y="3579069"/>
            <a:ext cx="5725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or</a:t>
            </a:r>
            <a:endParaRPr lang="zh-CN" altLang="en-US" sz="2800" dirty="0"/>
          </a:p>
        </p:txBody>
      </p:sp>
      <p:sp>
        <p:nvSpPr>
          <p:cNvPr id="63" name="矩形 62"/>
          <p:cNvSpPr/>
          <p:nvPr/>
        </p:nvSpPr>
        <p:spPr>
          <a:xfrm>
            <a:off x="7288910" y="5156606"/>
            <a:ext cx="5725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or</a:t>
            </a:r>
            <a:endParaRPr lang="zh-CN" altLang="en-US" sz="2800" dirty="0"/>
          </a:p>
        </p:txBody>
      </p:sp>
      <p:sp>
        <p:nvSpPr>
          <p:cNvPr id="64" name="矩形 63"/>
          <p:cNvSpPr/>
          <p:nvPr/>
        </p:nvSpPr>
        <p:spPr>
          <a:xfrm>
            <a:off x="5981625" y="2270556"/>
            <a:ext cx="386403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请政府决定罚款和奖励力度</a:t>
            </a:r>
            <a:endParaRPr lang="zh-CN" altLang="en-US" sz="2000" dirty="0"/>
          </a:p>
        </p:txBody>
      </p:sp>
      <p:grpSp>
        <p:nvGrpSpPr>
          <p:cNvPr id="65" name="组合 64"/>
          <p:cNvGrpSpPr/>
          <p:nvPr/>
        </p:nvGrpSpPr>
        <p:grpSpPr>
          <a:xfrm>
            <a:off x="5095104" y="3909059"/>
            <a:ext cx="2222518" cy="806435"/>
            <a:chOff x="10665961" y="2789267"/>
            <a:chExt cx="2222518" cy="1001393"/>
          </a:xfrm>
        </p:grpSpPr>
        <p:sp>
          <p:nvSpPr>
            <p:cNvPr id="66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10665961" y="2789267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67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56596" y="2887079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8" name="文本框 67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11585990" y="3039172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 smtClean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69" name="组合 68"/>
          <p:cNvGrpSpPr/>
          <p:nvPr/>
        </p:nvGrpSpPr>
        <p:grpSpPr>
          <a:xfrm>
            <a:off x="7884994" y="3901882"/>
            <a:ext cx="2222518" cy="811561"/>
            <a:chOff x="10665961" y="2789267"/>
            <a:chExt cx="2222518" cy="1001393"/>
          </a:xfrm>
        </p:grpSpPr>
        <p:sp>
          <p:nvSpPr>
            <p:cNvPr id="70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10665961" y="2789267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71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56596" y="2887079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2" name="文本框 71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11585990" y="3039172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 smtClean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+20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73" name="矩形 72"/>
          <p:cNvSpPr/>
          <p:nvPr/>
        </p:nvSpPr>
        <p:spPr>
          <a:xfrm>
            <a:off x="5060016" y="2670666"/>
            <a:ext cx="2338311" cy="2132243"/>
          </a:xfrm>
          <a:prstGeom prst="rect">
            <a:avLst/>
          </a:prstGeom>
          <a:noFill/>
          <a:ln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4" name="矩形 73"/>
          <p:cNvSpPr/>
          <p:nvPr/>
        </p:nvSpPr>
        <p:spPr>
          <a:xfrm>
            <a:off x="7821204" y="2664983"/>
            <a:ext cx="2338311" cy="2132243"/>
          </a:xfrm>
          <a:prstGeom prst="rect">
            <a:avLst/>
          </a:prstGeom>
          <a:noFill/>
          <a:ln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72530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9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962272" y="68243"/>
            <a:ext cx="10181012" cy="21236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  <a:defRPr/>
            </a:pP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突发事件</a:t>
            </a:r>
            <a:r>
              <a:rPr kumimoji="0" lang="zh-CN" altLang="en-US" sz="4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：台风</a:t>
            </a:r>
            <a:r>
              <a:rPr lang="zh-CN" altLang="en-US" sz="4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“塔巴”</a:t>
            </a: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登陆</a:t>
            </a:r>
            <a:r>
              <a:rPr kumimoji="0" lang="en-US" altLang="zh-CN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!!!</a:t>
            </a: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4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816547" y="1836107"/>
            <a:ext cx="9441283" cy="858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FA6EB60E-5ED5-3909-E7E5-48982BAB5381}"/>
              </a:ext>
            </a:extLst>
          </p:cNvPr>
          <p:cNvSpPr txBox="1"/>
          <p:nvPr/>
        </p:nvSpPr>
        <p:spPr>
          <a:xfrm>
            <a:off x="413159" y="1427850"/>
            <a:ext cx="8898493" cy="2104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A. 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屋顶光伏不堪一击，被台风连根拔起，漫天飞舞，修缮费用为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B. 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光伏板坚如磐石，成功抵御住了狂风的袭击，设备完好无损</a:t>
            </a:r>
          </a:p>
        </p:txBody>
      </p:sp>
      <p:grpSp>
        <p:nvGrpSpPr>
          <p:cNvPr id="44" name="组合 43">
            <a:extLst>
              <a:ext uri="{FF2B5EF4-FFF2-40B4-BE49-F238E27FC236}">
                <a16:creationId xmlns:a16="http://schemas.microsoft.com/office/drawing/2014/main" id="{A5D9B0B2-DDDF-DA13-D664-0E37D4A9D6D8}"/>
              </a:ext>
            </a:extLst>
          </p:cNvPr>
          <p:cNvGrpSpPr/>
          <p:nvPr/>
        </p:nvGrpSpPr>
        <p:grpSpPr>
          <a:xfrm>
            <a:off x="9311652" y="1700756"/>
            <a:ext cx="2513153" cy="1001393"/>
            <a:chOff x="8439238" y="1603097"/>
            <a:chExt cx="2513153" cy="1001393"/>
          </a:xfrm>
        </p:grpSpPr>
        <p:sp>
          <p:nvSpPr>
            <p:cNvPr id="35" name="矩形: 圆角 34">
              <a:extLst>
                <a:ext uri="{FF2B5EF4-FFF2-40B4-BE49-F238E27FC236}">
                  <a16:creationId xmlns:a16="http://schemas.microsoft.com/office/drawing/2014/main" id="{4EC07CCF-5292-6C4F-0D92-66BE20CF7D42}"/>
                </a:ext>
              </a:extLst>
            </p:cNvPr>
            <p:cNvSpPr/>
            <p:nvPr/>
          </p:nvSpPr>
          <p:spPr>
            <a:xfrm>
              <a:off x="8439238" y="1603097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EB6A8B6-47DA-B2D4-B058-C4020721AAFF}"/>
                </a:ext>
              </a:extLst>
            </p:cNvPr>
            <p:cNvSpPr txBox="1"/>
            <p:nvPr/>
          </p:nvSpPr>
          <p:spPr>
            <a:xfrm>
              <a:off x="9550497" y="1851875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-10</a:t>
              </a:r>
            </a:p>
          </p:txBody>
        </p:sp>
        <p:pic>
          <p:nvPicPr>
            <p:cNvPr id="38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DDA64D7C-47F7-9973-F704-91432F09B2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30497" y="1736838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53432A6E-2EA1-E378-77F1-B065230B5674}"/>
                </a:ext>
              </a:extLst>
            </p:cNvPr>
            <p:cNvSpPr txBox="1"/>
            <p:nvPr/>
          </p:nvSpPr>
          <p:spPr>
            <a:xfrm>
              <a:off x="8891788" y="2041707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40" name="矩形: 圆角 39">
            <a:extLst>
              <a:ext uri="{FF2B5EF4-FFF2-40B4-BE49-F238E27FC236}">
                <a16:creationId xmlns:a16="http://schemas.microsoft.com/office/drawing/2014/main" id="{11EF3F6F-A8B2-EE12-B885-A4D237639C2A}"/>
              </a:ext>
            </a:extLst>
          </p:cNvPr>
          <p:cNvSpPr/>
          <p:nvPr/>
        </p:nvSpPr>
        <p:spPr>
          <a:xfrm>
            <a:off x="9301716" y="2894842"/>
            <a:ext cx="2222518" cy="100139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4DBA8856-9C6B-46F5-80C0-529BE0CEDC44}"/>
              </a:ext>
            </a:extLst>
          </p:cNvPr>
          <p:cNvSpPr txBox="1"/>
          <p:nvPr/>
        </p:nvSpPr>
        <p:spPr>
          <a:xfrm>
            <a:off x="10412975" y="3143620"/>
            <a:ext cx="8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-0</a:t>
            </a:r>
          </a:p>
        </p:txBody>
      </p:sp>
      <p:pic>
        <p:nvPicPr>
          <p:cNvPr id="42" name="Picture 4" descr="金币icon元素_免抠素材_PNG图片下载-摄图网">
            <a:extLst>
              <a:ext uri="{FF2B5EF4-FFF2-40B4-BE49-F238E27FC236}">
                <a16:creationId xmlns:a16="http://schemas.microsoft.com/office/drawing/2014/main" id="{75512367-929C-53E0-ED30-C0A785B6E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2975" y="3028583"/>
            <a:ext cx="720000" cy="72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" name="文本框 42">
            <a:extLst>
              <a:ext uri="{FF2B5EF4-FFF2-40B4-BE49-F238E27FC236}">
                <a16:creationId xmlns:a16="http://schemas.microsoft.com/office/drawing/2014/main" id="{8844782B-FE10-22EA-C8E1-F0845AFC9DF4}"/>
              </a:ext>
            </a:extLst>
          </p:cNvPr>
          <p:cNvSpPr txBox="1"/>
          <p:nvPr/>
        </p:nvSpPr>
        <p:spPr>
          <a:xfrm>
            <a:off x="9754266" y="3333452"/>
            <a:ext cx="2060603" cy="5627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71BFE4A9-9F25-34C4-E049-F98BF5B3DC4B}"/>
              </a:ext>
            </a:extLst>
          </p:cNvPr>
          <p:cNvSpPr txBox="1"/>
          <p:nvPr/>
        </p:nvSpPr>
        <p:spPr>
          <a:xfrm>
            <a:off x="909771" y="3896235"/>
            <a:ext cx="4160940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300000"/>
              </a:lnSpc>
            </a:pP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拥有屋顶光伏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的企业掷骰子决定：</a:t>
            </a:r>
            <a:endParaRPr lang="en-US" altLang="zh-CN" sz="16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300000"/>
              </a:lnSpc>
            </a:pP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结果为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5——A</a:t>
            </a:r>
          </a:p>
          <a:p>
            <a:pPr>
              <a:lnSpc>
                <a:spcPct val="300000"/>
              </a:lnSpc>
            </a:pP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结果为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6——B</a:t>
            </a:r>
          </a:p>
        </p:txBody>
      </p:sp>
      <p:pic>
        <p:nvPicPr>
          <p:cNvPr id="2054" name="Picture 6" descr="台风“塔巴”明天登陆广东未来3天华南或现强风雨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6833" y="4043895"/>
            <a:ext cx="5096911" cy="26312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48527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74185" y="422325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9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822427" y="183382"/>
            <a:ext cx="10012808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  <a:defRPr/>
            </a:pP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台风“塔巴”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重创本市，电力设施大规模损毁，预计电网供电中断一个月。面对这场危机，政府将：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383280" y="1807320"/>
            <a:ext cx="7144356" cy="47089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强制停工停产：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要求所有非必要企业暂停生产，优先保障医疗、交通等重要行业的电力供给</a:t>
            </a:r>
            <a:endParaRPr kumimoji="0" lang="en-US" altLang="zh-CN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部分限电，轮流供电：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实行轮流供电政策，企业每天仅能获得部分时间的</a:t>
            </a:r>
            <a:r>
              <a:rPr kumimoji="0" lang="zh-CN" altLang="en-US" sz="240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供电</a:t>
            </a:r>
            <a:endParaRPr kumimoji="0" lang="en-US" altLang="zh-CN" sz="240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lang="zh-CN" altLang="en-US" sz="2400" noProof="0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政府启动抢险救灾资金，对各企业进行帮扶补贴</a:t>
            </a:r>
            <a:endParaRPr kumimoji="0" lang="zh-CN" altLang="en-US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362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5525" y="4301143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2" descr="颱風丹娜絲肆虐3座電塔倒塌台電：復電戶數逾6成| 生活| 中央社CNA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2082" y="2008300"/>
            <a:ext cx="4093153" cy="27270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17579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>
            <a:extLst>
              <a:ext uri="{FF2B5EF4-FFF2-40B4-BE49-F238E27FC236}">
                <a16:creationId xmlns:a16="http://schemas.microsoft.com/office/drawing/2014/main" id="{3859A7A5-F249-FB45-B88D-FC1A4658026F}"/>
              </a:ext>
            </a:extLst>
          </p:cNvPr>
          <p:cNvSpPr txBox="1"/>
          <p:nvPr/>
        </p:nvSpPr>
        <p:spPr>
          <a:xfrm>
            <a:off x="2145116" y="1245326"/>
            <a:ext cx="3566567" cy="2104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24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2145116" y="3041449"/>
            <a:ext cx="3566567" cy="9965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B.</a:t>
            </a:r>
          </a:p>
        </p:txBody>
      </p:sp>
      <p:grpSp>
        <p:nvGrpSpPr>
          <p:cNvPr id="900" name="组合 899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2739863" y="2213299"/>
            <a:ext cx="2513153" cy="1001393"/>
            <a:chOff x="2450203" y="1936425"/>
            <a:chExt cx="2513153" cy="1001393"/>
          </a:xfrm>
        </p:grpSpPr>
        <p:sp>
          <p:nvSpPr>
            <p:cNvPr id="89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-15</a:t>
              </a:r>
            </a:p>
          </p:txBody>
        </p:sp>
        <p:pic>
          <p:nvPicPr>
            <p:cNvPr id="3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901" name="组合 90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2739863" y="3960723"/>
            <a:ext cx="2222518" cy="1001393"/>
            <a:chOff x="2450203" y="1936425"/>
            <a:chExt cx="2222518" cy="1001393"/>
          </a:xfrm>
        </p:grpSpPr>
        <p:sp>
          <p:nvSpPr>
            <p:cNvPr id="90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4" name="文本框 90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-10</a:t>
              </a:r>
            </a:p>
          </p:txBody>
        </p:sp>
        <p:pic>
          <p:nvPicPr>
            <p:cNvPr id="90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909" name="文本框 908">
            <a:extLst>
              <a:ext uri="{FF2B5EF4-FFF2-40B4-BE49-F238E27FC236}">
                <a16:creationId xmlns:a16="http://schemas.microsoft.com/office/drawing/2014/main" id="{E2963F80-4C63-B25A-9027-D9402143DC30}"/>
              </a:ext>
            </a:extLst>
          </p:cNvPr>
          <p:cNvSpPr txBox="1"/>
          <p:nvPr/>
        </p:nvSpPr>
        <p:spPr>
          <a:xfrm>
            <a:off x="2652488" y="1447488"/>
            <a:ext cx="4606186" cy="6992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企业完全停工，经济损失严重</a:t>
            </a:r>
            <a:endParaRPr kumimoji="0" lang="zh-CN" altLang="en-US" sz="1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6994A67C-17DB-354F-7E26-AC731706E46B}"/>
              </a:ext>
            </a:extLst>
          </p:cNvPr>
          <p:cNvSpPr txBox="1"/>
          <p:nvPr/>
        </p:nvSpPr>
        <p:spPr>
          <a:xfrm>
            <a:off x="-574185" y="422325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9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3B402C59-D277-88CC-D8AC-DA3ECC17088E}"/>
              </a:ext>
            </a:extLst>
          </p:cNvPr>
          <p:cNvSpPr txBox="1"/>
          <p:nvPr/>
        </p:nvSpPr>
        <p:spPr>
          <a:xfrm>
            <a:off x="1822427" y="183382"/>
            <a:ext cx="10012808" cy="13088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  <a:defRPr/>
            </a:pPr>
            <a:r>
              <a:rPr kumimoji="0" lang="zh-CN" altLang="en-US" sz="28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台风“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塔巴</a:t>
            </a:r>
            <a:r>
              <a:rPr kumimoji="0" lang="zh-CN" altLang="en-US" sz="28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”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重创本市，电力设施大规模损毁，预计电网中断一个月。面对这场危机，政府将：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F6AC0653-B0D4-8291-4D95-554EDB416A01}"/>
              </a:ext>
            </a:extLst>
          </p:cNvPr>
          <p:cNvSpPr txBox="1"/>
          <p:nvPr/>
        </p:nvSpPr>
        <p:spPr>
          <a:xfrm>
            <a:off x="2652488" y="3634797"/>
            <a:ext cx="638236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企业生产效率大幅下降</a:t>
            </a:r>
          </a:p>
        </p:txBody>
      </p:sp>
      <p:pic>
        <p:nvPicPr>
          <p:cNvPr id="22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5525" y="4301143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文本框 17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2145116" y="4702707"/>
            <a:ext cx="3566567" cy="9965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r>
              <a:rPr kumimoji="0" lang="en-US" altLang="zh-CN" sz="2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.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2739863" y="5621981"/>
            <a:ext cx="2222518" cy="1001393"/>
            <a:chOff x="2450203" y="1936425"/>
            <a:chExt cx="2222518" cy="1001393"/>
          </a:xfrm>
        </p:grpSpPr>
        <p:sp>
          <p:nvSpPr>
            <p:cNvPr id="20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文本框 20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 smtClean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+1</a:t>
              </a:r>
              <a:r>
                <a:rPr kumimoji="0" lang="en-US" altLang="zh-CN" sz="24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23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4" name="文本框 23">
            <a:extLst>
              <a:ext uri="{FF2B5EF4-FFF2-40B4-BE49-F238E27FC236}">
                <a16:creationId xmlns:a16="http://schemas.microsoft.com/office/drawing/2014/main" id="{F6AC0653-B0D4-8291-4D95-554EDB416A01}"/>
              </a:ext>
            </a:extLst>
          </p:cNvPr>
          <p:cNvSpPr txBox="1"/>
          <p:nvPr/>
        </p:nvSpPr>
        <p:spPr>
          <a:xfrm>
            <a:off x="2652488" y="5296055"/>
            <a:ext cx="638236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6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企业获得资金</a:t>
            </a:r>
            <a:endParaRPr lang="zh-CN" altLang="en-US" sz="16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5645377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" name="矩形: 圆角 897">
            <a:extLst>
              <a:ext uri="{FF2B5EF4-FFF2-40B4-BE49-F238E27FC236}">
                <a16:creationId xmlns:a16="http://schemas.microsoft.com/office/drawing/2014/main" id="{B4DCF5EF-E2F3-D9CB-242C-8D9376BC2D20}"/>
              </a:ext>
            </a:extLst>
          </p:cNvPr>
          <p:cNvSpPr/>
          <p:nvPr/>
        </p:nvSpPr>
        <p:spPr>
          <a:xfrm>
            <a:off x="9627464" y="2272749"/>
            <a:ext cx="2222518" cy="100139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文本框 35">
            <a:extLst>
              <a:ext uri="{FF2B5EF4-FFF2-40B4-BE49-F238E27FC236}">
                <a16:creationId xmlns:a16="http://schemas.microsoft.com/office/drawing/2014/main" id="{91552694-D2CB-2FAA-A481-4E66B764ADF5}"/>
              </a:ext>
            </a:extLst>
          </p:cNvPr>
          <p:cNvSpPr txBox="1"/>
          <p:nvPr/>
        </p:nvSpPr>
        <p:spPr>
          <a:xfrm>
            <a:off x="10738723" y="2531096"/>
            <a:ext cx="8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24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+5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35" name="Picture 4" descr="金币icon元素_免抠素材_PNG图片下载-摄图网">
            <a:extLst>
              <a:ext uri="{FF2B5EF4-FFF2-40B4-BE49-F238E27FC236}">
                <a16:creationId xmlns:a16="http://schemas.microsoft.com/office/drawing/2014/main" id="{16485540-B220-0990-AF20-DC6FA8E4F2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18723" y="2405764"/>
            <a:ext cx="720000" cy="72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3" name="矩形: 圆角 902">
            <a:extLst>
              <a:ext uri="{FF2B5EF4-FFF2-40B4-BE49-F238E27FC236}">
                <a16:creationId xmlns:a16="http://schemas.microsoft.com/office/drawing/2014/main" id="{A22854BA-4D9E-7836-E21F-52152594B8FD}"/>
              </a:ext>
            </a:extLst>
          </p:cNvPr>
          <p:cNvSpPr/>
          <p:nvPr/>
        </p:nvSpPr>
        <p:spPr>
          <a:xfrm>
            <a:off x="9627464" y="3473345"/>
            <a:ext cx="2222518" cy="100139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4" name="文本框 903">
            <a:extLst>
              <a:ext uri="{FF2B5EF4-FFF2-40B4-BE49-F238E27FC236}">
                <a16:creationId xmlns:a16="http://schemas.microsoft.com/office/drawing/2014/main" id="{C6CA96D7-237E-56FB-375E-45B97E9921D5}"/>
              </a:ext>
            </a:extLst>
          </p:cNvPr>
          <p:cNvSpPr txBox="1"/>
          <p:nvPr/>
        </p:nvSpPr>
        <p:spPr>
          <a:xfrm>
            <a:off x="10738723" y="3749449"/>
            <a:ext cx="8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+5</a:t>
            </a:r>
          </a:p>
        </p:txBody>
      </p:sp>
      <p:pic>
        <p:nvPicPr>
          <p:cNvPr id="906" name="Picture 4" descr="金币icon元素_免抠素材_PNG图片下载-摄图网">
            <a:extLst>
              <a:ext uri="{FF2B5EF4-FFF2-40B4-BE49-F238E27FC236}">
                <a16:creationId xmlns:a16="http://schemas.microsoft.com/office/drawing/2014/main" id="{794EF5F6-125F-E428-9E19-A9A8D8A08D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51002" y="3614041"/>
            <a:ext cx="720000" cy="72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9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69308F21-C7F2-B3EA-BB0A-DD35F5E92D7A}"/>
              </a:ext>
            </a:extLst>
          </p:cNvPr>
          <p:cNvSpPr txBox="1"/>
          <p:nvPr/>
        </p:nvSpPr>
        <p:spPr>
          <a:xfrm>
            <a:off x="1770807" y="232895"/>
            <a:ext cx="10012808" cy="13088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  <a:defRPr/>
            </a:pPr>
            <a:r>
              <a:rPr kumimoji="0" lang="zh-CN" altLang="en-US" sz="28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台风“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塔巴</a:t>
            </a:r>
            <a:r>
              <a:rPr kumimoji="0" lang="zh-CN" altLang="en-US" sz="28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”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重创本市，电力设施大规模损毁，预计电网中断一个月。面对这场危机，企业：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628AE38F-AC28-8EF4-71F3-3813775D7F20}"/>
              </a:ext>
            </a:extLst>
          </p:cNvPr>
          <p:cNvSpPr txBox="1"/>
          <p:nvPr/>
        </p:nvSpPr>
        <p:spPr>
          <a:xfrm>
            <a:off x="705024" y="2010756"/>
            <a:ext cx="8555484" cy="36158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300000"/>
              </a:lnSpc>
            </a:pPr>
            <a:r>
              <a:rPr lang="en-US" altLang="zh-CN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拥有屋顶光伏</a:t>
            </a:r>
            <a:r>
              <a:rPr lang="en-US" altLang="zh-CN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的企业利用自备光伏发电应急，依然能够维持部分运营</a:t>
            </a:r>
            <a:endParaRPr lang="en-US" altLang="zh-CN" sz="20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300000"/>
              </a:lnSpc>
            </a:pPr>
            <a:r>
              <a:rPr lang="en-US" altLang="zh-CN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拥有蓄电池</a:t>
            </a:r>
            <a:r>
              <a:rPr lang="en-US" altLang="zh-CN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en-US" altLang="zh-CN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拥有双向充电桩</a:t>
            </a:r>
            <a:r>
              <a:rPr lang="en-US" altLang="zh-CN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的企业利用电池蓄存电量，恢复了大部分生产活动</a:t>
            </a:r>
          </a:p>
          <a:p>
            <a:pPr>
              <a:lnSpc>
                <a:spcPct val="300000"/>
              </a:lnSpc>
            </a:pPr>
            <a:endParaRPr lang="zh-CN" altLang="en-US" sz="20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6328018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4800" b="1" noProof="0" dirty="0">
                <a:solidFill>
                  <a:prstClr val="white"/>
                </a:solidFill>
                <a:latin typeface="华光综艺_CNKI" panose="02000500000000000000" pitchFamily="2" charset="-122"/>
                <a:ea typeface="华光综艺_CNKI" panose="02000500000000000000" pitchFamily="2" charset="-122"/>
              </a:rPr>
              <a:t>10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07925" y="270523"/>
            <a:ext cx="1001280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</a:pP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俄乌战争导致全球供应链受到冲击，导致国际油价大幅飙升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802326" y="1467732"/>
            <a:ext cx="6743329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【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已安装电动车充电桩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】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的企业，不受影响</a:t>
            </a:r>
            <a:endParaRPr lang="en-US" altLang="zh-CN" sz="24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>
              <a:lnSpc>
                <a:spcPct val="250000"/>
              </a:lnSpc>
              <a:buFont typeface="+mj-lt"/>
              <a:buAutoNum type="alphaUcPeriod"/>
              <a:defRPr/>
            </a:pPr>
            <a:r>
              <a:rPr lang="en-US" altLang="zh-CN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未安装电动车充电桩</a:t>
            </a:r>
            <a:r>
              <a:rPr lang="en-US" altLang="zh-CN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的企业，承受高昂的燃油费用，每个月的成本都在增加</a:t>
            </a:r>
            <a:endParaRPr lang="en-US" altLang="zh-CN" sz="24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lvl="0" indent="-457200">
              <a:lnSpc>
                <a:spcPct val="250000"/>
              </a:lnSpc>
              <a:buFont typeface="+mj-lt"/>
              <a:buAutoNum type="alphaUcPeriod"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04D608BA-3E57-73D3-D2BF-0544EF7AC3D4}"/>
              </a:ext>
            </a:extLst>
          </p:cNvPr>
          <p:cNvGrpSpPr/>
          <p:nvPr/>
        </p:nvGrpSpPr>
        <p:grpSpPr>
          <a:xfrm>
            <a:off x="8368898" y="4377194"/>
            <a:ext cx="3503553" cy="2397377"/>
            <a:chOff x="252375" y="1153795"/>
            <a:chExt cx="5625909" cy="4934137"/>
          </a:xfrm>
        </p:grpSpPr>
        <p:grpSp>
          <p:nvGrpSpPr>
            <p:cNvPr id="35" name="组合 34">
              <a:extLst>
                <a:ext uri="{FF2B5EF4-FFF2-40B4-BE49-F238E27FC236}">
                  <a16:creationId xmlns:a16="http://schemas.microsoft.com/office/drawing/2014/main" id="{6958633E-FF43-0B95-B556-9859743102BB}"/>
                </a:ext>
              </a:extLst>
            </p:cNvPr>
            <p:cNvGrpSpPr/>
            <p:nvPr/>
          </p:nvGrpSpPr>
          <p:grpSpPr>
            <a:xfrm>
              <a:off x="5020854" y="1367160"/>
              <a:ext cx="857430" cy="857430"/>
              <a:chOff x="5020854" y="1367160"/>
              <a:chExt cx="857430" cy="857430"/>
            </a:xfrm>
          </p:grpSpPr>
          <p:sp>
            <p:nvSpPr>
              <p:cNvPr id="1163" name="Freeform 33">
                <a:extLst>
                  <a:ext uri="{FF2B5EF4-FFF2-40B4-BE49-F238E27FC236}">
                    <a16:creationId xmlns:a16="http://schemas.microsoft.com/office/drawing/2014/main" id="{FA87B518-B83E-3094-977C-0243B8E60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642" y="1613948"/>
                <a:ext cx="367018" cy="363854"/>
              </a:xfrm>
              <a:custGeom>
                <a:avLst/>
                <a:gdLst>
                  <a:gd name="T0" fmla="*/ 97 w 98"/>
                  <a:gd name="T1" fmla="*/ 49 h 97"/>
                  <a:gd name="T2" fmla="*/ 48 w 98"/>
                  <a:gd name="T3" fmla="*/ 97 h 97"/>
                  <a:gd name="T4" fmla="*/ 0 w 98"/>
                  <a:gd name="T5" fmla="*/ 48 h 97"/>
                  <a:gd name="T6" fmla="*/ 50 w 98"/>
                  <a:gd name="T7" fmla="*/ 0 h 97"/>
                  <a:gd name="T8" fmla="*/ 97 w 98"/>
                  <a:gd name="T9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97">
                    <a:moveTo>
                      <a:pt x="97" y="49"/>
                    </a:moveTo>
                    <a:cubicBezTo>
                      <a:pt x="97" y="76"/>
                      <a:pt x="75" y="97"/>
                      <a:pt x="48" y="97"/>
                    </a:cubicBezTo>
                    <a:cubicBezTo>
                      <a:pt x="22" y="96"/>
                      <a:pt x="0" y="74"/>
                      <a:pt x="0" y="48"/>
                    </a:cubicBezTo>
                    <a:cubicBezTo>
                      <a:pt x="1" y="21"/>
                      <a:pt x="23" y="0"/>
                      <a:pt x="50" y="0"/>
                    </a:cubicBezTo>
                    <a:cubicBezTo>
                      <a:pt x="76" y="0"/>
                      <a:pt x="98" y="22"/>
                      <a:pt x="97" y="49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4" name="Freeform 34">
                <a:extLst>
                  <a:ext uri="{FF2B5EF4-FFF2-40B4-BE49-F238E27FC236}">
                    <a16:creationId xmlns:a16="http://schemas.microsoft.com/office/drawing/2014/main" id="{9D534045-2A19-EEDC-807F-CA6A04522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7987" y="1613948"/>
                <a:ext cx="186673" cy="363854"/>
              </a:xfrm>
              <a:custGeom>
                <a:avLst/>
                <a:gdLst>
                  <a:gd name="T0" fmla="*/ 49 w 50"/>
                  <a:gd name="T1" fmla="*/ 49 h 97"/>
                  <a:gd name="T2" fmla="*/ 2 w 50"/>
                  <a:gd name="T3" fmla="*/ 0 h 97"/>
                  <a:gd name="T4" fmla="*/ 0 w 50"/>
                  <a:gd name="T5" fmla="*/ 97 h 97"/>
                  <a:gd name="T6" fmla="*/ 49 w 50"/>
                  <a:gd name="T7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97">
                    <a:moveTo>
                      <a:pt x="49" y="49"/>
                    </a:moveTo>
                    <a:cubicBezTo>
                      <a:pt x="50" y="22"/>
                      <a:pt x="28" y="0"/>
                      <a:pt x="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27" y="97"/>
                      <a:pt x="49" y="76"/>
                      <a:pt x="49" y="49"/>
                    </a:cubicBezTo>
                    <a:close/>
                  </a:path>
                </a:pathLst>
              </a:custGeom>
              <a:solidFill>
                <a:srgbClr val="EAE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5" name="Freeform 35">
                <a:extLst>
                  <a:ext uri="{FF2B5EF4-FFF2-40B4-BE49-F238E27FC236}">
                    <a16:creationId xmlns:a16="http://schemas.microsoft.com/office/drawing/2014/main" id="{5F31B86F-5DCF-B02A-32A8-0BBA72AD4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8956" y="1778473"/>
                <a:ext cx="199328" cy="41131"/>
              </a:xfrm>
              <a:custGeom>
                <a:avLst/>
                <a:gdLst>
                  <a:gd name="T0" fmla="*/ 48 w 53"/>
                  <a:gd name="T1" fmla="*/ 0 h 11"/>
                  <a:gd name="T2" fmla="*/ 5 w 53"/>
                  <a:gd name="T3" fmla="*/ 0 h 11"/>
                  <a:gd name="T4" fmla="*/ 0 w 53"/>
                  <a:gd name="T5" fmla="*/ 5 h 11"/>
                  <a:gd name="T6" fmla="*/ 5 w 53"/>
                  <a:gd name="T7" fmla="*/ 11 h 11"/>
                  <a:gd name="T8" fmla="*/ 48 w 53"/>
                  <a:gd name="T9" fmla="*/ 11 h 11"/>
                  <a:gd name="T10" fmla="*/ 53 w 53"/>
                  <a:gd name="T11" fmla="*/ 6 h 11"/>
                  <a:gd name="T12" fmla="*/ 48 w 5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11">
                    <a:moveTo>
                      <a:pt x="4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1" y="11"/>
                      <a:pt x="53" y="9"/>
                      <a:pt x="53" y="6"/>
                    </a:cubicBezTo>
                    <a:cubicBezTo>
                      <a:pt x="53" y="3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6" name="Freeform 36">
                <a:extLst>
                  <a:ext uri="{FF2B5EF4-FFF2-40B4-BE49-F238E27FC236}">
                    <a16:creationId xmlns:a16="http://schemas.microsoft.com/office/drawing/2014/main" id="{BE75BE7B-ABB8-3006-D7BD-765422DD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854" y="1767399"/>
                <a:ext cx="202493" cy="44296"/>
              </a:xfrm>
              <a:custGeom>
                <a:avLst/>
                <a:gdLst>
                  <a:gd name="T0" fmla="*/ 54 w 54"/>
                  <a:gd name="T1" fmla="*/ 7 h 12"/>
                  <a:gd name="T2" fmla="*/ 49 w 54"/>
                  <a:gd name="T3" fmla="*/ 1 h 12"/>
                  <a:gd name="T4" fmla="*/ 6 w 54"/>
                  <a:gd name="T5" fmla="*/ 1 h 12"/>
                  <a:gd name="T6" fmla="*/ 0 w 54"/>
                  <a:gd name="T7" fmla="*/ 6 h 12"/>
                  <a:gd name="T8" fmla="*/ 6 w 54"/>
                  <a:gd name="T9" fmla="*/ 11 h 12"/>
                  <a:gd name="T10" fmla="*/ 48 w 54"/>
                  <a:gd name="T11" fmla="*/ 12 h 12"/>
                  <a:gd name="T12" fmla="*/ 54 w 54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12">
                    <a:moveTo>
                      <a:pt x="54" y="7"/>
                    </a:moveTo>
                    <a:cubicBezTo>
                      <a:pt x="54" y="4"/>
                      <a:pt x="52" y="1"/>
                      <a:pt x="49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51" y="12"/>
                      <a:pt x="54" y="10"/>
                      <a:pt x="54" y="7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7" name="Freeform 37">
                <a:extLst>
                  <a:ext uri="{FF2B5EF4-FFF2-40B4-BE49-F238E27FC236}">
                    <a16:creationId xmlns:a16="http://schemas.microsoft.com/office/drawing/2014/main" id="{B986B1F9-F5FA-05FB-604F-145F2EC4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4602" y="1485808"/>
                <a:ext cx="161361" cy="158197"/>
              </a:xfrm>
              <a:custGeom>
                <a:avLst/>
                <a:gdLst>
                  <a:gd name="T0" fmla="*/ 10 w 43"/>
                  <a:gd name="T1" fmla="*/ 40 h 42"/>
                  <a:gd name="T2" fmla="*/ 41 w 43"/>
                  <a:gd name="T3" fmla="*/ 10 h 42"/>
                  <a:gd name="T4" fmla="*/ 41 w 43"/>
                  <a:gd name="T5" fmla="*/ 3 h 42"/>
                  <a:gd name="T6" fmla="*/ 33 w 43"/>
                  <a:gd name="T7" fmla="*/ 3 h 42"/>
                  <a:gd name="T8" fmla="*/ 3 w 43"/>
                  <a:gd name="T9" fmla="*/ 32 h 42"/>
                  <a:gd name="T10" fmla="*/ 2 w 43"/>
                  <a:gd name="T11" fmla="*/ 40 h 42"/>
                  <a:gd name="T12" fmla="*/ 10 w 43"/>
                  <a:gd name="T13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2">
                    <a:moveTo>
                      <a:pt x="10" y="40"/>
                    </a:moveTo>
                    <a:cubicBezTo>
                      <a:pt x="41" y="10"/>
                      <a:pt x="41" y="10"/>
                      <a:pt x="41" y="10"/>
                    </a:cubicBezTo>
                    <a:cubicBezTo>
                      <a:pt x="43" y="8"/>
                      <a:pt x="43" y="5"/>
                      <a:pt x="41" y="3"/>
                    </a:cubicBezTo>
                    <a:cubicBezTo>
                      <a:pt x="39" y="0"/>
                      <a:pt x="35" y="0"/>
                      <a:pt x="33" y="3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0" y="34"/>
                      <a:pt x="0" y="38"/>
                      <a:pt x="2" y="40"/>
                    </a:cubicBezTo>
                    <a:cubicBezTo>
                      <a:pt x="5" y="42"/>
                      <a:pt x="8" y="42"/>
                      <a:pt x="10" y="4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8" name="Freeform 38">
                <a:extLst>
                  <a:ext uri="{FF2B5EF4-FFF2-40B4-BE49-F238E27FC236}">
                    <a16:creationId xmlns:a16="http://schemas.microsoft.com/office/drawing/2014/main" id="{9DF427A3-1A34-A81F-B1A9-B69F0F9C5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920" y="1947744"/>
                <a:ext cx="156616" cy="153452"/>
              </a:xfrm>
              <a:custGeom>
                <a:avLst/>
                <a:gdLst>
                  <a:gd name="T0" fmla="*/ 33 w 42"/>
                  <a:gd name="T1" fmla="*/ 2 h 41"/>
                  <a:gd name="T2" fmla="*/ 2 w 42"/>
                  <a:gd name="T3" fmla="*/ 31 h 41"/>
                  <a:gd name="T4" fmla="*/ 2 w 42"/>
                  <a:gd name="T5" fmla="*/ 39 h 41"/>
                  <a:gd name="T6" fmla="*/ 10 w 42"/>
                  <a:gd name="T7" fmla="*/ 39 h 41"/>
                  <a:gd name="T8" fmla="*/ 40 w 42"/>
                  <a:gd name="T9" fmla="*/ 10 h 41"/>
                  <a:gd name="T10" fmla="*/ 40 w 42"/>
                  <a:gd name="T11" fmla="*/ 2 h 41"/>
                  <a:gd name="T12" fmla="*/ 33 w 42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1">
                    <a:moveTo>
                      <a:pt x="33" y="2"/>
                    </a:moveTo>
                    <a:cubicBezTo>
                      <a:pt x="2" y="31"/>
                      <a:pt x="2" y="31"/>
                      <a:pt x="2" y="31"/>
                    </a:cubicBezTo>
                    <a:cubicBezTo>
                      <a:pt x="0" y="34"/>
                      <a:pt x="0" y="37"/>
                      <a:pt x="2" y="39"/>
                    </a:cubicBezTo>
                    <a:cubicBezTo>
                      <a:pt x="4" y="41"/>
                      <a:pt x="7" y="41"/>
                      <a:pt x="10" y="3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7"/>
                      <a:pt x="42" y="4"/>
                      <a:pt x="40" y="2"/>
                    </a:cubicBezTo>
                    <a:cubicBezTo>
                      <a:pt x="38" y="0"/>
                      <a:pt x="35" y="0"/>
                      <a:pt x="33" y="2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9" name="Freeform 39">
                <a:extLst>
                  <a:ext uri="{FF2B5EF4-FFF2-40B4-BE49-F238E27FC236}">
                    <a16:creationId xmlns:a16="http://schemas.microsoft.com/office/drawing/2014/main" id="{A5A05232-5B86-F724-04C6-1B2361E15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1438" y="1950908"/>
                <a:ext cx="156616" cy="156616"/>
              </a:xfrm>
              <a:custGeom>
                <a:avLst/>
                <a:gdLst>
                  <a:gd name="T0" fmla="*/ 10 w 42"/>
                  <a:gd name="T1" fmla="*/ 2 h 42"/>
                  <a:gd name="T2" fmla="*/ 2 w 42"/>
                  <a:gd name="T3" fmla="*/ 2 h 42"/>
                  <a:gd name="T4" fmla="*/ 2 w 42"/>
                  <a:gd name="T5" fmla="*/ 10 h 42"/>
                  <a:gd name="T6" fmla="*/ 32 w 42"/>
                  <a:gd name="T7" fmla="*/ 40 h 42"/>
                  <a:gd name="T8" fmla="*/ 40 w 42"/>
                  <a:gd name="T9" fmla="*/ 40 h 42"/>
                  <a:gd name="T10" fmla="*/ 40 w 42"/>
                  <a:gd name="T11" fmla="*/ 33 h 42"/>
                  <a:gd name="T12" fmla="*/ 10 w 42"/>
                  <a:gd name="T1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10" y="2"/>
                    </a:moveTo>
                    <a:cubicBezTo>
                      <a:pt x="8" y="0"/>
                      <a:pt x="5" y="0"/>
                      <a:pt x="2" y="2"/>
                    </a:cubicBezTo>
                    <a:cubicBezTo>
                      <a:pt x="0" y="4"/>
                      <a:pt x="0" y="7"/>
                      <a:pt x="2" y="1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4" y="42"/>
                      <a:pt x="38" y="42"/>
                      <a:pt x="40" y="40"/>
                    </a:cubicBezTo>
                    <a:cubicBezTo>
                      <a:pt x="42" y="38"/>
                      <a:pt x="42" y="35"/>
                      <a:pt x="40" y="33"/>
                    </a:cubicBez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70" name="Freeform 40">
                <a:extLst>
                  <a:ext uri="{FF2B5EF4-FFF2-40B4-BE49-F238E27FC236}">
                    <a16:creationId xmlns:a16="http://schemas.microsoft.com/office/drawing/2014/main" id="{FDBB93AC-568C-C4DC-014C-09C10AD05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248" y="1479479"/>
                <a:ext cx="158197" cy="159780"/>
              </a:xfrm>
              <a:custGeom>
                <a:avLst/>
                <a:gdLst>
                  <a:gd name="T0" fmla="*/ 10 w 42"/>
                  <a:gd name="T1" fmla="*/ 3 h 43"/>
                  <a:gd name="T2" fmla="*/ 2 w 42"/>
                  <a:gd name="T3" fmla="*/ 3 h 43"/>
                  <a:gd name="T4" fmla="*/ 2 w 42"/>
                  <a:gd name="T5" fmla="*/ 10 h 43"/>
                  <a:gd name="T6" fmla="*/ 32 w 42"/>
                  <a:gd name="T7" fmla="*/ 41 h 43"/>
                  <a:gd name="T8" fmla="*/ 39 w 42"/>
                  <a:gd name="T9" fmla="*/ 41 h 43"/>
                  <a:gd name="T10" fmla="*/ 40 w 42"/>
                  <a:gd name="T11" fmla="*/ 33 h 43"/>
                  <a:gd name="T12" fmla="*/ 10 w 42"/>
                  <a:gd name="T13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3">
                    <a:moveTo>
                      <a:pt x="10" y="3"/>
                    </a:moveTo>
                    <a:cubicBezTo>
                      <a:pt x="8" y="0"/>
                      <a:pt x="4" y="0"/>
                      <a:pt x="2" y="3"/>
                    </a:cubicBezTo>
                    <a:cubicBezTo>
                      <a:pt x="0" y="5"/>
                      <a:pt x="0" y="8"/>
                      <a:pt x="2" y="1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4" y="43"/>
                      <a:pt x="37" y="43"/>
                      <a:pt x="39" y="41"/>
                    </a:cubicBezTo>
                    <a:cubicBezTo>
                      <a:pt x="42" y="39"/>
                      <a:pt x="42" y="35"/>
                      <a:pt x="40" y="33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71" name="Freeform 41">
                <a:extLst>
                  <a:ext uri="{FF2B5EF4-FFF2-40B4-BE49-F238E27FC236}">
                    <a16:creationId xmlns:a16="http://schemas.microsoft.com/office/drawing/2014/main" id="{722BF3D5-2459-A4E9-B118-EDBA4BAC6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5840" y="2022097"/>
                <a:ext cx="44296" cy="202493"/>
              </a:xfrm>
              <a:custGeom>
                <a:avLst/>
                <a:gdLst>
                  <a:gd name="T0" fmla="*/ 6 w 12"/>
                  <a:gd name="T1" fmla="*/ 0 h 54"/>
                  <a:gd name="T2" fmla="*/ 1 w 12"/>
                  <a:gd name="T3" fmla="*/ 6 h 54"/>
                  <a:gd name="T4" fmla="*/ 0 w 12"/>
                  <a:gd name="T5" fmla="*/ 48 h 54"/>
                  <a:gd name="T6" fmla="*/ 5 w 12"/>
                  <a:gd name="T7" fmla="*/ 54 h 54"/>
                  <a:gd name="T8" fmla="*/ 11 w 12"/>
                  <a:gd name="T9" fmla="*/ 48 h 54"/>
                  <a:gd name="T10" fmla="*/ 11 w 12"/>
                  <a:gd name="T11" fmla="*/ 6 h 54"/>
                  <a:gd name="T12" fmla="*/ 6 w 12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6" y="0"/>
                    </a:moveTo>
                    <a:cubicBezTo>
                      <a:pt x="3" y="0"/>
                      <a:pt x="1" y="3"/>
                      <a:pt x="1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1"/>
                      <a:pt x="2" y="54"/>
                      <a:pt x="5" y="54"/>
                    </a:cubicBezTo>
                    <a:cubicBezTo>
                      <a:pt x="8" y="54"/>
                      <a:pt x="11" y="51"/>
                      <a:pt x="11" y="4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3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72" name="Freeform 42">
                <a:extLst>
                  <a:ext uri="{FF2B5EF4-FFF2-40B4-BE49-F238E27FC236}">
                    <a16:creationId xmlns:a16="http://schemas.microsoft.com/office/drawing/2014/main" id="{A22CF37F-C577-F4D3-E1F9-44D6A253C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2167" y="1367160"/>
                <a:ext cx="45878" cy="200911"/>
              </a:xfrm>
              <a:custGeom>
                <a:avLst/>
                <a:gdLst>
                  <a:gd name="T0" fmla="*/ 6 w 12"/>
                  <a:gd name="T1" fmla="*/ 0 h 54"/>
                  <a:gd name="T2" fmla="*/ 1 w 12"/>
                  <a:gd name="T3" fmla="*/ 6 h 54"/>
                  <a:gd name="T4" fmla="*/ 0 w 12"/>
                  <a:gd name="T5" fmla="*/ 48 h 54"/>
                  <a:gd name="T6" fmla="*/ 6 w 12"/>
                  <a:gd name="T7" fmla="*/ 54 h 54"/>
                  <a:gd name="T8" fmla="*/ 11 w 12"/>
                  <a:gd name="T9" fmla="*/ 48 h 54"/>
                  <a:gd name="T10" fmla="*/ 12 w 12"/>
                  <a:gd name="T11" fmla="*/ 6 h 54"/>
                  <a:gd name="T12" fmla="*/ 6 w 12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6" y="0"/>
                    </a:moveTo>
                    <a:cubicBezTo>
                      <a:pt x="3" y="0"/>
                      <a:pt x="1" y="2"/>
                      <a:pt x="1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1"/>
                      <a:pt x="3" y="54"/>
                      <a:pt x="6" y="54"/>
                    </a:cubicBezTo>
                    <a:cubicBezTo>
                      <a:pt x="9" y="54"/>
                      <a:pt x="11" y="51"/>
                      <a:pt x="11" y="4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6F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6" name="Freeform 19">
              <a:extLst>
                <a:ext uri="{FF2B5EF4-FFF2-40B4-BE49-F238E27FC236}">
                  <a16:creationId xmlns:a16="http://schemas.microsoft.com/office/drawing/2014/main" id="{573007AD-295A-BAB4-2ACC-6E3C8509B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712" y="2931732"/>
              <a:ext cx="101246" cy="273682"/>
            </a:xfrm>
            <a:custGeom>
              <a:avLst/>
              <a:gdLst>
                <a:gd name="T0" fmla="*/ 14 w 64"/>
                <a:gd name="T1" fmla="*/ 0 h 173"/>
                <a:gd name="T2" fmla="*/ 0 w 64"/>
                <a:gd name="T3" fmla="*/ 173 h 173"/>
                <a:gd name="T4" fmla="*/ 64 w 64"/>
                <a:gd name="T5" fmla="*/ 173 h 173"/>
                <a:gd name="T6" fmla="*/ 50 w 64"/>
                <a:gd name="T7" fmla="*/ 0 h 173"/>
                <a:gd name="T8" fmla="*/ 14 w 64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173">
                  <a:moveTo>
                    <a:pt x="14" y="0"/>
                  </a:moveTo>
                  <a:lnTo>
                    <a:pt x="0" y="173"/>
                  </a:lnTo>
                  <a:lnTo>
                    <a:pt x="64" y="173"/>
                  </a:lnTo>
                  <a:lnTo>
                    <a:pt x="50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Freeform 20">
              <a:extLst>
                <a:ext uri="{FF2B5EF4-FFF2-40B4-BE49-F238E27FC236}">
                  <a16:creationId xmlns:a16="http://schemas.microsoft.com/office/drawing/2014/main" id="{269E826E-9CC3-9491-8AAC-7199776C6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916" y="2931732"/>
              <a:ext cx="49042" cy="273682"/>
            </a:xfrm>
            <a:custGeom>
              <a:avLst/>
              <a:gdLst>
                <a:gd name="T0" fmla="*/ 0 w 31"/>
                <a:gd name="T1" fmla="*/ 0 h 173"/>
                <a:gd name="T2" fmla="*/ 0 w 31"/>
                <a:gd name="T3" fmla="*/ 173 h 173"/>
                <a:gd name="T4" fmla="*/ 31 w 31"/>
                <a:gd name="T5" fmla="*/ 173 h 173"/>
                <a:gd name="T6" fmla="*/ 17 w 31"/>
                <a:gd name="T7" fmla="*/ 0 h 173"/>
                <a:gd name="T8" fmla="*/ 0 w 31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73">
                  <a:moveTo>
                    <a:pt x="0" y="0"/>
                  </a:moveTo>
                  <a:lnTo>
                    <a:pt x="0" y="173"/>
                  </a:lnTo>
                  <a:lnTo>
                    <a:pt x="31" y="173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Freeform 21">
              <a:extLst>
                <a:ext uri="{FF2B5EF4-FFF2-40B4-BE49-F238E27FC236}">
                  <a16:creationId xmlns:a16="http://schemas.microsoft.com/office/drawing/2014/main" id="{DD0D111D-9977-6904-18E8-8933A6D59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071" y="1835425"/>
              <a:ext cx="550527" cy="1183317"/>
            </a:xfrm>
            <a:custGeom>
              <a:avLst/>
              <a:gdLst>
                <a:gd name="T0" fmla="*/ 0 w 348"/>
                <a:gd name="T1" fmla="*/ 748 h 748"/>
                <a:gd name="T2" fmla="*/ 175 w 348"/>
                <a:gd name="T3" fmla="*/ 0 h 748"/>
                <a:gd name="T4" fmla="*/ 348 w 348"/>
                <a:gd name="T5" fmla="*/ 748 h 748"/>
                <a:gd name="T6" fmla="*/ 0 w 348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8" h="748">
                  <a:moveTo>
                    <a:pt x="0" y="748"/>
                  </a:moveTo>
                  <a:lnTo>
                    <a:pt x="175" y="0"/>
                  </a:lnTo>
                  <a:lnTo>
                    <a:pt x="348" y="748"/>
                  </a:lnTo>
                  <a:lnTo>
                    <a:pt x="0" y="748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" name="Freeform 22">
              <a:extLst>
                <a:ext uri="{FF2B5EF4-FFF2-40B4-BE49-F238E27FC236}">
                  <a16:creationId xmlns:a16="http://schemas.microsoft.com/office/drawing/2014/main" id="{6A96A7F3-D47B-7145-9BA1-5E24C7334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916" y="1835425"/>
              <a:ext cx="273682" cy="1183317"/>
            </a:xfrm>
            <a:custGeom>
              <a:avLst/>
              <a:gdLst>
                <a:gd name="T0" fmla="*/ 173 w 173"/>
                <a:gd name="T1" fmla="*/ 748 h 748"/>
                <a:gd name="T2" fmla="*/ 0 w 173"/>
                <a:gd name="T3" fmla="*/ 0 h 748"/>
                <a:gd name="T4" fmla="*/ 0 w 173"/>
                <a:gd name="T5" fmla="*/ 748 h 748"/>
                <a:gd name="T6" fmla="*/ 173 w 173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748">
                  <a:moveTo>
                    <a:pt x="173" y="748"/>
                  </a:moveTo>
                  <a:lnTo>
                    <a:pt x="0" y="0"/>
                  </a:lnTo>
                  <a:lnTo>
                    <a:pt x="0" y="748"/>
                  </a:lnTo>
                  <a:lnTo>
                    <a:pt x="173" y="748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" name="Freeform 15">
              <a:extLst>
                <a:ext uri="{FF2B5EF4-FFF2-40B4-BE49-F238E27FC236}">
                  <a16:creationId xmlns:a16="http://schemas.microsoft.com/office/drawing/2014/main" id="{1F1D7209-D374-B34A-0C59-C3A712C8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951" y="2838395"/>
              <a:ext cx="134468" cy="367018"/>
            </a:xfrm>
            <a:custGeom>
              <a:avLst/>
              <a:gdLst>
                <a:gd name="T0" fmla="*/ 19 w 85"/>
                <a:gd name="T1" fmla="*/ 0 h 232"/>
                <a:gd name="T2" fmla="*/ 0 w 85"/>
                <a:gd name="T3" fmla="*/ 232 h 232"/>
                <a:gd name="T4" fmla="*/ 85 w 85"/>
                <a:gd name="T5" fmla="*/ 232 h 232"/>
                <a:gd name="T6" fmla="*/ 66 w 85"/>
                <a:gd name="T7" fmla="*/ 0 h 232"/>
                <a:gd name="T8" fmla="*/ 19 w 85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232">
                  <a:moveTo>
                    <a:pt x="19" y="0"/>
                  </a:moveTo>
                  <a:lnTo>
                    <a:pt x="0" y="232"/>
                  </a:lnTo>
                  <a:lnTo>
                    <a:pt x="85" y="232"/>
                  </a:lnTo>
                  <a:lnTo>
                    <a:pt x="66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" name="Freeform 16">
              <a:extLst>
                <a:ext uri="{FF2B5EF4-FFF2-40B4-BE49-F238E27FC236}">
                  <a16:creationId xmlns:a16="http://schemas.microsoft.com/office/drawing/2014/main" id="{521903CA-BE7F-F1DC-9981-22FD9BE38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976" y="2838395"/>
              <a:ext cx="66443" cy="367018"/>
            </a:xfrm>
            <a:custGeom>
              <a:avLst/>
              <a:gdLst>
                <a:gd name="T0" fmla="*/ 0 w 42"/>
                <a:gd name="T1" fmla="*/ 0 h 232"/>
                <a:gd name="T2" fmla="*/ 0 w 42"/>
                <a:gd name="T3" fmla="*/ 232 h 232"/>
                <a:gd name="T4" fmla="*/ 42 w 42"/>
                <a:gd name="T5" fmla="*/ 232 h 232"/>
                <a:gd name="T6" fmla="*/ 23 w 42"/>
                <a:gd name="T7" fmla="*/ 0 h 232"/>
                <a:gd name="T8" fmla="*/ 0 w 42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32">
                  <a:moveTo>
                    <a:pt x="0" y="0"/>
                  </a:moveTo>
                  <a:lnTo>
                    <a:pt x="0" y="232"/>
                  </a:lnTo>
                  <a:lnTo>
                    <a:pt x="42" y="232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" name="Freeform 17">
              <a:extLst>
                <a:ext uri="{FF2B5EF4-FFF2-40B4-BE49-F238E27FC236}">
                  <a16:creationId xmlns:a16="http://schemas.microsoft.com/office/drawing/2014/main" id="{3AAEC252-395D-D26C-D892-84A9B9FB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794" y="1362414"/>
              <a:ext cx="740364" cy="1591466"/>
            </a:xfrm>
            <a:custGeom>
              <a:avLst/>
              <a:gdLst>
                <a:gd name="T0" fmla="*/ 0 w 468"/>
                <a:gd name="T1" fmla="*/ 1006 h 1006"/>
                <a:gd name="T2" fmla="*/ 234 w 468"/>
                <a:gd name="T3" fmla="*/ 0 h 1006"/>
                <a:gd name="T4" fmla="*/ 468 w 468"/>
                <a:gd name="T5" fmla="*/ 1006 h 1006"/>
                <a:gd name="T6" fmla="*/ 0 w 468"/>
                <a:gd name="T7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8" h="1006">
                  <a:moveTo>
                    <a:pt x="0" y="1006"/>
                  </a:moveTo>
                  <a:lnTo>
                    <a:pt x="234" y="0"/>
                  </a:lnTo>
                  <a:lnTo>
                    <a:pt x="468" y="1006"/>
                  </a:lnTo>
                  <a:lnTo>
                    <a:pt x="0" y="1006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" name="Freeform 18">
              <a:extLst>
                <a:ext uri="{FF2B5EF4-FFF2-40B4-BE49-F238E27FC236}">
                  <a16:creationId xmlns:a16="http://schemas.microsoft.com/office/drawing/2014/main" id="{50817B10-65F8-C873-7302-DE29EA1EF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976" y="1362414"/>
              <a:ext cx="370182" cy="1591466"/>
            </a:xfrm>
            <a:custGeom>
              <a:avLst/>
              <a:gdLst>
                <a:gd name="T0" fmla="*/ 234 w 234"/>
                <a:gd name="T1" fmla="*/ 1006 h 1006"/>
                <a:gd name="T2" fmla="*/ 0 w 234"/>
                <a:gd name="T3" fmla="*/ 0 h 1006"/>
                <a:gd name="T4" fmla="*/ 0 w 234"/>
                <a:gd name="T5" fmla="*/ 1006 h 1006"/>
                <a:gd name="T6" fmla="*/ 234 w 234"/>
                <a:gd name="T7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4" h="1006">
                  <a:moveTo>
                    <a:pt x="234" y="1006"/>
                  </a:moveTo>
                  <a:lnTo>
                    <a:pt x="0" y="0"/>
                  </a:lnTo>
                  <a:lnTo>
                    <a:pt x="0" y="1006"/>
                  </a:lnTo>
                  <a:lnTo>
                    <a:pt x="234" y="1006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5" name="组合 44">
              <a:extLst>
                <a:ext uri="{FF2B5EF4-FFF2-40B4-BE49-F238E27FC236}">
                  <a16:creationId xmlns:a16="http://schemas.microsoft.com/office/drawing/2014/main" id="{8C3F4CF6-0B4D-F2A1-80F6-5270FE2D0935}"/>
                </a:ext>
              </a:extLst>
            </p:cNvPr>
            <p:cNvGrpSpPr/>
            <p:nvPr/>
          </p:nvGrpSpPr>
          <p:grpSpPr>
            <a:xfrm>
              <a:off x="914483" y="1909725"/>
              <a:ext cx="1001648" cy="1009345"/>
              <a:chOff x="765867" y="4096848"/>
              <a:chExt cx="1922284" cy="1937054"/>
            </a:xfrm>
          </p:grpSpPr>
          <p:grpSp>
            <p:nvGrpSpPr>
              <p:cNvPr id="1148" name="组合 1147">
                <a:extLst>
                  <a:ext uri="{FF2B5EF4-FFF2-40B4-BE49-F238E27FC236}">
                    <a16:creationId xmlns:a16="http://schemas.microsoft.com/office/drawing/2014/main" id="{E624E588-DA47-0380-32B9-DE3219493D07}"/>
                  </a:ext>
                </a:extLst>
              </p:cNvPr>
              <p:cNvGrpSpPr/>
              <p:nvPr/>
            </p:nvGrpSpPr>
            <p:grpSpPr>
              <a:xfrm>
                <a:off x="765867" y="4206427"/>
                <a:ext cx="1590082" cy="1568468"/>
                <a:chOff x="765867" y="4206427"/>
                <a:chExt cx="1590082" cy="1568468"/>
              </a:xfrm>
            </p:grpSpPr>
            <p:sp>
              <p:nvSpPr>
                <p:cNvPr id="1152" name="Freeform 173">
                  <a:extLst>
                    <a:ext uri="{FF2B5EF4-FFF2-40B4-BE49-F238E27FC236}">
                      <a16:creationId xmlns:a16="http://schemas.microsoft.com/office/drawing/2014/main" id="{D75E6FBA-6581-B864-E9A3-3EB660DA80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549" y="5059391"/>
                  <a:ext cx="664400" cy="715504"/>
                </a:xfrm>
                <a:custGeom>
                  <a:avLst/>
                  <a:gdLst>
                    <a:gd name="T0" fmla="*/ 0 w 178"/>
                    <a:gd name="T1" fmla="*/ 12 h 203"/>
                    <a:gd name="T2" fmla="*/ 178 w 178"/>
                    <a:gd name="T3" fmla="*/ 203 h 203"/>
                    <a:gd name="T4" fmla="*/ 178 w 178"/>
                    <a:gd name="T5" fmla="*/ 187 h 203"/>
                    <a:gd name="T6" fmla="*/ 71 w 178"/>
                    <a:gd name="T7" fmla="*/ 16 h 203"/>
                    <a:gd name="T8" fmla="*/ 14 w 178"/>
                    <a:gd name="T9" fmla="*/ 0 h 203"/>
                    <a:gd name="T10" fmla="*/ 0 w 178"/>
                    <a:gd name="T11" fmla="*/ 1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8" h="203">
                      <a:moveTo>
                        <a:pt x="0" y="12"/>
                      </a:moveTo>
                      <a:lnTo>
                        <a:pt x="178" y="203"/>
                      </a:lnTo>
                      <a:lnTo>
                        <a:pt x="178" y="187"/>
                      </a:lnTo>
                      <a:lnTo>
                        <a:pt x="71" y="16"/>
                      </a:lnTo>
                      <a:lnTo>
                        <a:pt x="14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53" name="Freeform 174">
                  <a:extLst>
                    <a:ext uri="{FF2B5EF4-FFF2-40B4-BE49-F238E27FC236}">
                      <a16:creationId xmlns:a16="http://schemas.microsoft.com/office/drawing/2014/main" id="{6F49D394-1C49-A518-5835-60E1B89E4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851" y="5249722"/>
                  <a:ext cx="515096" cy="525172"/>
                </a:xfrm>
                <a:custGeom>
                  <a:avLst/>
                  <a:gdLst>
                    <a:gd name="T0" fmla="*/ 0 w 138"/>
                    <a:gd name="T1" fmla="*/ 0 h 149"/>
                    <a:gd name="T2" fmla="*/ 138 w 138"/>
                    <a:gd name="T3" fmla="*/ 149 h 149"/>
                    <a:gd name="T4" fmla="*/ 138 w 138"/>
                    <a:gd name="T5" fmla="*/ 133 h 149"/>
                    <a:gd name="T6" fmla="*/ 71 w 138"/>
                    <a:gd name="T7" fmla="*/ 26 h 149"/>
                    <a:gd name="T8" fmla="*/ 0 w 138"/>
                    <a:gd name="T9" fmla="*/ 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9">
                      <a:moveTo>
                        <a:pt x="0" y="0"/>
                      </a:moveTo>
                      <a:lnTo>
                        <a:pt x="138" y="149"/>
                      </a:lnTo>
                      <a:lnTo>
                        <a:pt x="138" y="133"/>
                      </a:lnTo>
                      <a:lnTo>
                        <a:pt x="71" y="2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54" name="Freeform 175">
                  <a:extLst>
                    <a:ext uri="{FF2B5EF4-FFF2-40B4-BE49-F238E27FC236}">
                      <a16:creationId xmlns:a16="http://schemas.microsoft.com/office/drawing/2014/main" id="{87793E33-2391-193F-639F-D3B8F7E9EA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969" y="5334313"/>
                  <a:ext cx="432980" cy="440581"/>
                </a:xfrm>
                <a:custGeom>
                  <a:avLst/>
                  <a:gdLst>
                    <a:gd name="T0" fmla="*/ 61 w 116"/>
                    <a:gd name="T1" fmla="*/ 19 h 125"/>
                    <a:gd name="T2" fmla="*/ 0 w 116"/>
                    <a:gd name="T3" fmla="*/ 0 h 125"/>
                    <a:gd name="T4" fmla="*/ 116 w 116"/>
                    <a:gd name="T5" fmla="*/ 125 h 125"/>
                    <a:gd name="T6" fmla="*/ 116 w 116"/>
                    <a:gd name="T7" fmla="*/ 109 h 125"/>
                    <a:gd name="T8" fmla="*/ 61 w 116"/>
                    <a:gd name="T9" fmla="*/ 19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6" h="125">
                      <a:moveTo>
                        <a:pt x="61" y="19"/>
                      </a:moveTo>
                      <a:lnTo>
                        <a:pt x="0" y="0"/>
                      </a:lnTo>
                      <a:lnTo>
                        <a:pt x="116" y="125"/>
                      </a:lnTo>
                      <a:lnTo>
                        <a:pt x="116" y="109"/>
                      </a:lnTo>
                      <a:lnTo>
                        <a:pt x="61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55" name="Freeform 176">
                  <a:extLst>
                    <a:ext uri="{FF2B5EF4-FFF2-40B4-BE49-F238E27FC236}">
                      <a16:creationId xmlns:a16="http://schemas.microsoft.com/office/drawing/2014/main" id="{FE9E1ABE-E0DF-E1BC-95AE-3918BDC26A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9293" y="4206427"/>
                  <a:ext cx="406854" cy="877638"/>
                </a:xfrm>
                <a:custGeom>
                  <a:avLst/>
                  <a:gdLst>
                    <a:gd name="T0" fmla="*/ 33 w 109"/>
                    <a:gd name="T1" fmla="*/ 249 h 249"/>
                    <a:gd name="T2" fmla="*/ 109 w 109"/>
                    <a:gd name="T3" fmla="*/ 0 h 249"/>
                    <a:gd name="T4" fmla="*/ 95 w 109"/>
                    <a:gd name="T5" fmla="*/ 7 h 249"/>
                    <a:gd name="T6" fmla="*/ 0 w 109"/>
                    <a:gd name="T7" fmla="*/ 185 h 249"/>
                    <a:gd name="T8" fmla="*/ 14 w 109"/>
                    <a:gd name="T9" fmla="*/ 244 h 249"/>
                    <a:gd name="T10" fmla="*/ 33 w 109"/>
                    <a:gd name="T11" fmla="*/ 249 h 2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9" h="249">
                      <a:moveTo>
                        <a:pt x="33" y="249"/>
                      </a:moveTo>
                      <a:lnTo>
                        <a:pt x="109" y="0"/>
                      </a:lnTo>
                      <a:lnTo>
                        <a:pt x="95" y="7"/>
                      </a:lnTo>
                      <a:lnTo>
                        <a:pt x="0" y="185"/>
                      </a:lnTo>
                      <a:lnTo>
                        <a:pt x="14" y="244"/>
                      </a:lnTo>
                      <a:lnTo>
                        <a:pt x="33" y="249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56" name="Freeform 177">
                  <a:extLst>
                    <a:ext uri="{FF2B5EF4-FFF2-40B4-BE49-F238E27FC236}">
                      <a16:creationId xmlns:a16="http://schemas.microsoft.com/office/drawing/2014/main" id="{268E55BD-2B33-6036-8D49-E66F3BA5BE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9934" y="4206427"/>
                  <a:ext cx="276210" cy="683781"/>
                </a:xfrm>
                <a:custGeom>
                  <a:avLst/>
                  <a:gdLst>
                    <a:gd name="T0" fmla="*/ 15 w 74"/>
                    <a:gd name="T1" fmla="*/ 194 h 194"/>
                    <a:gd name="T2" fmla="*/ 74 w 74"/>
                    <a:gd name="T3" fmla="*/ 0 h 194"/>
                    <a:gd name="T4" fmla="*/ 60 w 74"/>
                    <a:gd name="T5" fmla="*/ 7 h 194"/>
                    <a:gd name="T6" fmla="*/ 0 w 74"/>
                    <a:gd name="T7" fmla="*/ 119 h 194"/>
                    <a:gd name="T8" fmla="*/ 15 w 74"/>
                    <a:gd name="T9" fmla="*/ 194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4" h="194">
                      <a:moveTo>
                        <a:pt x="15" y="194"/>
                      </a:moveTo>
                      <a:lnTo>
                        <a:pt x="74" y="0"/>
                      </a:lnTo>
                      <a:lnTo>
                        <a:pt x="60" y="7"/>
                      </a:lnTo>
                      <a:lnTo>
                        <a:pt x="0" y="119"/>
                      </a:lnTo>
                      <a:lnTo>
                        <a:pt x="15" y="194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57" name="Freeform 178">
                  <a:extLst>
                    <a:ext uri="{FF2B5EF4-FFF2-40B4-BE49-F238E27FC236}">
                      <a16:creationId xmlns:a16="http://schemas.microsoft.com/office/drawing/2014/main" id="{D4780E35-5752-AFD4-FC62-1B4B8DE80A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7259" y="4206427"/>
                  <a:ext cx="238885" cy="578041"/>
                </a:xfrm>
                <a:custGeom>
                  <a:avLst/>
                  <a:gdLst>
                    <a:gd name="T0" fmla="*/ 0 w 64"/>
                    <a:gd name="T1" fmla="*/ 100 h 164"/>
                    <a:gd name="T2" fmla="*/ 14 w 64"/>
                    <a:gd name="T3" fmla="*/ 164 h 164"/>
                    <a:gd name="T4" fmla="*/ 64 w 64"/>
                    <a:gd name="T5" fmla="*/ 0 h 164"/>
                    <a:gd name="T6" fmla="*/ 50 w 64"/>
                    <a:gd name="T7" fmla="*/ 7 h 164"/>
                    <a:gd name="T8" fmla="*/ 0 w 64"/>
                    <a:gd name="T9" fmla="*/ 10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" h="164">
                      <a:moveTo>
                        <a:pt x="0" y="100"/>
                      </a:moveTo>
                      <a:lnTo>
                        <a:pt x="14" y="164"/>
                      </a:lnTo>
                      <a:lnTo>
                        <a:pt x="64" y="0"/>
                      </a:lnTo>
                      <a:lnTo>
                        <a:pt x="50" y="7"/>
                      </a:lnTo>
                      <a:lnTo>
                        <a:pt x="0" y="1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58" name="Freeform 179">
                  <a:extLst>
                    <a:ext uri="{FF2B5EF4-FFF2-40B4-BE49-F238E27FC236}">
                      <a16:creationId xmlns:a16="http://schemas.microsoft.com/office/drawing/2014/main" id="{552C1506-4D21-6F0F-BB48-2E1FA7F26B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041766"/>
                  <a:ext cx="963008" cy="232627"/>
                </a:xfrm>
                <a:custGeom>
                  <a:avLst/>
                  <a:gdLst>
                    <a:gd name="T0" fmla="*/ 255 w 258"/>
                    <a:gd name="T1" fmla="*/ 0 h 66"/>
                    <a:gd name="T2" fmla="*/ 0 w 258"/>
                    <a:gd name="T3" fmla="*/ 59 h 66"/>
                    <a:gd name="T4" fmla="*/ 14 w 258"/>
                    <a:gd name="T5" fmla="*/ 66 h 66"/>
                    <a:gd name="T6" fmla="*/ 215 w 258"/>
                    <a:gd name="T7" fmla="*/ 59 h 66"/>
                    <a:gd name="T8" fmla="*/ 258 w 258"/>
                    <a:gd name="T9" fmla="*/ 17 h 66"/>
                    <a:gd name="T10" fmla="*/ 255 w 258"/>
                    <a:gd name="T11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8" h="66">
                      <a:moveTo>
                        <a:pt x="255" y="0"/>
                      </a:moveTo>
                      <a:lnTo>
                        <a:pt x="0" y="59"/>
                      </a:lnTo>
                      <a:lnTo>
                        <a:pt x="14" y="66"/>
                      </a:lnTo>
                      <a:lnTo>
                        <a:pt x="215" y="59"/>
                      </a:lnTo>
                      <a:lnTo>
                        <a:pt x="258" y="17"/>
                      </a:lnTo>
                      <a:lnTo>
                        <a:pt x="255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59" name="Freeform 180">
                  <a:extLst>
                    <a:ext uri="{FF2B5EF4-FFF2-40B4-BE49-F238E27FC236}">
                      <a16:creationId xmlns:a16="http://schemas.microsoft.com/office/drawing/2014/main" id="{3E0D9A00-A149-6096-53F1-1767D575D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084061"/>
                  <a:ext cx="742785" cy="190332"/>
                </a:xfrm>
                <a:custGeom>
                  <a:avLst/>
                  <a:gdLst>
                    <a:gd name="T0" fmla="*/ 199 w 199"/>
                    <a:gd name="T1" fmla="*/ 0 h 54"/>
                    <a:gd name="T2" fmla="*/ 0 w 199"/>
                    <a:gd name="T3" fmla="*/ 47 h 54"/>
                    <a:gd name="T4" fmla="*/ 14 w 199"/>
                    <a:gd name="T5" fmla="*/ 54 h 54"/>
                    <a:gd name="T6" fmla="*/ 139 w 199"/>
                    <a:gd name="T7" fmla="*/ 50 h 54"/>
                    <a:gd name="T8" fmla="*/ 199 w 199"/>
                    <a:gd name="T9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54">
                      <a:moveTo>
                        <a:pt x="199" y="0"/>
                      </a:moveTo>
                      <a:lnTo>
                        <a:pt x="0" y="47"/>
                      </a:lnTo>
                      <a:lnTo>
                        <a:pt x="14" y="54"/>
                      </a:lnTo>
                      <a:lnTo>
                        <a:pt x="139" y="50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60" name="Freeform 181">
                  <a:extLst>
                    <a:ext uri="{FF2B5EF4-FFF2-40B4-BE49-F238E27FC236}">
                      <a16:creationId xmlns:a16="http://schemas.microsoft.com/office/drawing/2014/main" id="{4B1A3807-40E5-B629-277A-13F3354126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5867" y="5108736"/>
                  <a:ext cx="627075" cy="165659"/>
                </a:xfrm>
                <a:custGeom>
                  <a:avLst/>
                  <a:gdLst>
                    <a:gd name="T0" fmla="*/ 118 w 168"/>
                    <a:gd name="T1" fmla="*/ 43 h 47"/>
                    <a:gd name="T2" fmla="*/ 168 w 168"/>
                    <a:gd name="T3" fmla="*/ 0 h 47"/>
                    <a:gd name="T4" fmla="*/ 0 w 168"/>
                    <a:gd name="T5" fmla="*/ 40 h 47"/>
                    <a:gd name="T6" fmla="*/ 14 w 168"/>
                    <a:gd name="T7" fmla="*/ 47 h 47"/>
                    <a:gd name="T8" fmla="*/ 118 w 168"/>
                    <a:gd name="T9" fmla="*/ 43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47">
                      <a:moveTo>
                        <a:pt x="118" y="43"/>
                      </a:moveTo>
                      <a:lnTo>
                        <a:pt x="168" y="0"/>
                      </a:lnTo>
                      <a:lnTo>
                        <a:pt x="0" y="40"/>
                      </a:lnTo>
                      <a:lnTo>
                        <a:pt x="14" y="47"/>
                      </a:lnTo>
                      <a:lnTo>
                        <a:pt x="118" y="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61" name="Freeform 182">
                  <a:extLst>
                    <a:ext uri="{FF2B5EF4-FFF2-40B4-BE49-F238E27FC236}">
                      <a16:creationId xmlns:a16="http://schemas.microsoft.com/office/drawing/2014/main" id="{5EBC9C12-8E3C-AC7C-341E-63F01A8929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3167" y="4974800"/>
                  <a:ext cx="220223" cy="200906"/>
                </a:xfrm>
                <a:custGeom>
                  <a:avLst/>
                  <a:gdLst>
                    <a:gd name="T0" fmla="*/ 0 w 59"/>
                    <a:gd name="T1" fmla="*/ 36 h 57"/>
                    <a:gd name="T2" fmla="*/ 9 w 59"/>
                    <a:gd name="T3" fmla="*/ 5 h 57"/>
                    <a:gd name="T4" fmla="*/ 38 w 59"/>
                    <a:gd name="T5" fmla="*/ 0 h 57"/>
                    <a:gd name="T6" fmla="*/ 59 w 59"/>
                    <a:gd name="T7" fmla="*/ 21 h 57"/>
                    <a:gd name="T8" fmla="*/ 50 w 59"/>
                    <a:gd name="T9" fmla="*/ 50 h 57"/>
                    <a:gd name="T10" fmla="*/ 21 w 59"/>
                    <a:gd name="T11" fmla="*/ 57 h 57"/>
                    <a:gd name="T12" fmla="*/ 0 w 59"/>
                    <a:gd name="T13" fmla="*/ 36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9" h="57">
                      <a:moveTo>
                        <a:pt x="0" y="36"/>
                      </a:moveTo>
                      <a:lnTo>
                        <a:pt x="9" y="5"/>
                      </a:lnTo>
                      <a:lnTo>
                        <a:pt x="38" y="0"/>
                      </a:lnTo>
                      <a:lnTo>
                        <a:pt x="59" y="21"/>
                      </a:lnTo>
                      <a:lnTo>
                        <a:pt x="50" y="50"/>
                      </a:lnTo>
                      <a:lnTo>
                        <a:pt x="21" y="57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62" name="Freeform 183">
                  <a:extLst>
                    <a:ext uri="{FF2B5EF4-FFF2-40B4-BE49-F238E27FC236}">
                      <a16:creationId xmlns:a16="http://schemas.microsoft.com/office/drawing/2014/main" id="{C7230CE9-6D0E-B177-9B07-1534B8A9FB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0630" y="5024145"/>
                  <a:ext cx="205293" cy="102216"/>
                </a:xfrm>
                <a:custGeom>
                  <a:avLst/>
                  <a:gdLst>
                    <a:gd name="T0" fmla="*/ 0 w 55"/>
                    <a:gd name="T1" fmla="*/ 15 h 29"/>
                    <a:gd name="T2" fmla="*/ 50 w 55"/>
                    <a:gd name="T3" fmla="*/ 29 h 29"/>
                    <a:gd name="T4" fmla="*/ 55 w 55"/>
                    <a:gd name="T5" fmla="*/ 15 h 29"/>
                    <a:gd name="T6" fmla="*/ 5 w 55"/>
                    <a:gd name="T7" fmla="*/ 0 h 29"/>
                    <a:gd name="T8" fmla="*/ 0 w 55"/>
                    <a:gd name="T9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5" h="29">
                      <a:moveTo>
                        <a:pt x="0" y="15"/>
                      </a:moveTo>
                      <a:lnTo>
                        <a:pt x="50" y="29"/>
                      </a:lnTo>
                      <a:lnTo>
                        <a:pt x="55" y="1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1149" name="矩形 1148">
                <a:extLst>
                  <a:ext uri="{FF2B5EF4-FFF2-40B4-BE49-F238E27FC236}">
                    <a16:creationId xmlns:a16="http://schemas.microsoft.com/office/drawing/2014/main" id="{1990E777-CDC0-4785-622A-2B03DFE2BC84}"/>
                  </a:ext>
                </a:extLst>
              </p:cNvPr>
              <p:cNvSpPr/>
              <p:nvPr/>
            </p:nvSpPr>
            <p:spPr>
              <a:xfrm>
                <a:off x="2393871" y="4731822"/>
                <a:ext cx="294280" cy="98753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50" name="矩形 1149">
                <a:extLst>
                  <a:ext uri="{FF2B5EF4-FFF2-40B4-BE49-F238E27FC236}">
                    <a16:creationId xmlns:a16="http://schemas.microsoft.com/office/drawing/2014/main" id="{4A1D097F-6839-17AE-1DD8-F02D8333E990}"/>
                  </a:ext>
                </a:extLst>
              </p:cNvPr>
              <p:cNvSpPr/>
              <p:nvPr/>
            </p:nvSpPr>
            <p:spPr>
              <a:xfrm>
                <a:off x="1584646" y="4096848"/>
                <a:ext cx="294280" cy="849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51" name="矩形 1150">
                <a:extLst>
                  <a:ext uri="{FF2B5EF4-FFF2-40B4-BE49-F238E27FC236}">
                    <a16:creationId xmlns:a16="http://schemas.microsoft.com/office/drawing/2014/main" id="{AA202F52-C29E-0FE0-97E0-29F1F488C17D}"/>
                  </a:ext>
                </a:extLst>
              </p:cNvPr>
              <p:cNvSpPr/>
              <p:nvPr/>
            </p:nvSpPr>
            <p:spPr>
              <a:xfrm>
                <a:off x="1588273" y="5948997"/>
                <a:ext cx="294280" cy="849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46" name="组合 45">
              <a:extLst>
                <a:ext uri="{FF2B5EF4-FFF2-40B4-BE49-F238E27FC236}">
                  <a16:creationId xmlns:a16="http://schemas.microsoft.com/office/drawing/2014/main" id="{442C9260-2FC5-5965-4088-A70C1B6963BB}"/>
                </a:ext>
              </a:extLst>
            </p:cNvPr>
            <p:cNvGrpSpPr/>
            <p:nvPr/>
          </p:nvGrpSpPr>
          <p:grpSpPr>
            <a:xfrm>
              <a:off x="1749331" y="1860736"/>
              <a:ext cx="560020" cy="303739"/>
              <a:chOff x="1749331" y="1860736"/>
              <a:chExt cx="560020" cy="303739"/>
            </a:xfrm>
          </p:grpSpPr>
          <p:sp>
            <p:nvSpPr>
              <p:cNvPr id="1146" name="Freeform 13">
                <a:extLst>
                  <a:ext uri="{FF2B5EF4-FFF2-40B4-BE49-F238E27FC236}">
                    <a16:creationId xmlns:a16="http://schemas.microsoft.com/office/drawing/2014/main" id="{480B12DE-7EC4-67B0-8757-EB4B27798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331" y="1860736"/>
                <a:ext cx="560019" cy="303739"/>
              </a:xfrm>
              <a:custGeom>
                <a:avLst/>
                <a:gdLst>
                  <a:gd name="T0" fmla="*/ 14 w 150"/>
                  <a:gd name="T1" fmla="*/ 81 h 81"/>
                  <a:gd name="T2" fmla="*/ 129 w 150"/>
                  <a:gd name="T3" fmla="*/ 81 h 81"/>
                  <a:gd name="T4" fmla="*/ 150 w 150"/>
                  <a:gd name="T5" fmla="*/ 63 h 81"/>
                  <a:gd name="T6" fmla="*/ 129 w 150"/>
                  <a:gd name="T7" fmla="*/ 38 h 81"/>
                  <a:gd name="T8" fmla="*/ 119 w 150"/>
                  <a:gd name="T9" fmla="*/ 21 h 81"/>
                  <a:gd name="T10" fmla="*/ 94 w 150"/>
                  <a:gd name="T11" fmla="*/ 19 h 81"/>
                  <a:gd name="T12" fmla="*/ 69 w 150"/>
                  <a:gd name="T13" fmla="*/ 0 h 81"/>
                  <a:gd name="T14" fmla="*/ 44 w 150"/>
                  <a:gd name="T15" fmla="*/ 20 h 81"/>
                  <a:gd name="T16" fmla="*/ 21 w 150"/>
                  <a:gd name="T17" fmla="*/ 26 h 81"/>
                  <a:gd name="T18" fmla="*/ 15 w 150"/>
                  <a:gd name="T19" fmla="*/ 47 h 81"/>
                  <a:gd name="T20" fmla="*/ 0 w 150"/>
                  <a:gd name="T21" fmla="*/ 67 h 81"/>
                  <a:gd name="T22" fmla="*/ 14 w 150"/>
                  <a:gd name="T2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0" h="81">
                    <a:moveTo>
                      <a:pt x="14" y="81"/>
                    </a:moveTo>
                    <a:cubicBezTo>
                      <a:pt x="28" y="81"/>
                      <a:pt x="78" y="81"/>
                      <a:pt x="129" y="81"/>
                    </a:cubicBezTo>
                    <a:cubicBezTo>
                      <a:pt x="138" y="81"/>
                      <a:pt x="150" y="73"/>
                      <a:pt x="150" y="63"/>
                    </a:cubicBezTo>
                    <a:cubicBezTo>
                      <a:pt x="150" y="41"/>
                      <a:pt x="129" y="38"/>
                      <a:pt x="129" y="38"/>
                    </a:cubicBezTo>
                    <a:cubicBezTo>
                      <a:pt x="129" y="38"/>
                      <a:pt x="131" y="27"/>
                      <a:pt x="119" y="21"/>
                    </a:cubicBezTo>
                    <a:cubicBezTo>
                      <a:pt x="107" y="15"/>
                      <a:pt x="94" y="19"/>
                      <a:pt x="94" y="19"/>
                    </a:cubicBezTo>
                    <a:cubicBezTo>
                      <a:pt x="94" y="19"/>
                      <a:pt x="91" y="0"/>
                      <a:pt x="69" y="0"/>
                    </a:cubicBezTo>
                    <a:cubicBezTo>
                      <a:pt x="45" y="0"/>
                      <a:pt x="44" y="20"/>
                      <a:pt x="44" y="20"/>
                    </a:cubicBezTo>
                    <a:cubicBezTo>
                      <a:pt x="44" y="20"/>
                      <a:pt x="33" y="15"/>
                      <a:pt x="21" y="26"/>
                    </a:cubicBezTo>
                    <a:cubicBezTo>
                      <a:pt x="10" y="38"/>
                      <a:pt x="15" y="47"/>
                      <a:pt x="15" y="47"/>
                    </a:cubicBezTo>
                    <a:cubicBezTo>
                      <a:pt x="15" y="47"/>
                      <a:pt x="0" y="52"/>
                      <a:pt x="0" y="67"/>
                    </a:cubicBezTo>
                    <a:cubicBezTo>
                      <a:pt x="0" y="73"/>
                      <a:pt x="5" y="81"/>
                      <a:pt x="14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47" name="Freeform 14">
                <a:extLst>
                  <a:ext uri="{FF2B5EF4-FFF2-40B4-BE49-F238E27FC236}">
                    <a16:creationId xmlns:a16="http://schemas.microsoft.com/office/drawing/2014/main" id="{C75C28F0-044C-E532-3891-04616993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341" y="1860736"/>
                <a:ext cx="280010" cy="303739"/>
              </a:xfrm>
              <a:custGeom>
                <a:avLst/>
                <a:gdLst>
                  <a:gd name="T0" fmla="*/ 54 w 75"/>
                  <a:gd name="T1" fmla="*/ 38 h 81"/>
                  <a:gd name="T2" fmla="*/ 44 w 75"/>
                  <a:gd name="T3" fmla="*/ 21 h 81"/>
                  <a:gd name="T4" fmla="*/ 19 w 75"/>
                  <a:gd name="T5" fmla="*/ 19 h 81"/>
                  <a:gd name="T6" fmla="*/ 0 w 75"/>
                  <a:gd name="T7" fmla="*/ 0 h 81"/>
                  <a:gd name="T8" fmla="*/ 0 w 75"/>
                  <a:gd name="T9" fmla="*/ 81 h 81"/>
                  <a:gd name="T10" fmla="*/ 54 w 75"/>
                  <a:gd name="T11" fmla="*/ 81 h 81"/>
                  <a:gd name="T12" fmla="*/ 75 w 75"/>
                  <a:gd name="T13" fmla="*/ 63 h 81"/>
                  <a:gd name="T14" fmla="*/ 54 w 75"/>
                  <a:gd name="T15" fmla="*/ 3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81">
                    <a:moveTo>
                      <a:pt x="54" y="38"/>
                    </a:moveTo>
                    <a:cubicBezTo>
                      <a:pt x="54" y="38"/>
                      <a:pt x="56" y="27"/>
                      <a:pt x="44" y="21"/>
                    </a:cubicBezTo>
                    <a:cubicBezTo>
                      <a:pt x="32" y="15"/>
                      <a:pt x="19" y="19"/>
                      <a:pt x="19" y="19"/>
                    </a:cubicBezTo>
                    <a:cubicBezTo>
                      <a:pt x="19" y="19"/>
                      <a:pt x="17" y="4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7" y="81"/>
                      <a:pt x="35" y="81"/>
                      <a:pt x="54" y="81"/>
                    </a:cubicBezTo>
                    <a:cubicBezTo>
                      <a:pt x="63" y="81"/>
                      <a:pt x="75" y="73"/>
                      <a:pt x="75" y="63"/>
                    </a:cubicBezTo>
                    <a:cubicBezTo>
                      <a:pt x="75" y="41"/>
                      <a:pt x="54" y="38"/>
                      <a:pt x="54" y="38"/>
                    </a:cubicBezTo>
                    <a:close/>
                  </a:path>
                </a:pathLst>
              </a:custGeom>
              <a:solidFill>
                <a:srgbClr val="C8F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7" name="Oval 166">
              <a:extLst>
                <a:ext uri="{FF2B5EF4-FFF2-40B4-BE49-F238E27FC236}">
                  <a16:creationId xmlns:a16="http://schemas.microsoft.com/office/drawing/2014/main" id="{A134307A-2F50-95BF-2D15-DE7985BB7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155" y="2187970"/>
              <a:ext cx="106543" cy="10060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8" name="Oval 221">
              <a:extLst>
                <a:ext uri="{FF2B5EF4-FFF2-40B4-BE49-F238E27FC236}">
                  <a16:creationId xmlns:a16="http://schemas.microsoft.com/office/drawing/2014/main" id="{D4064537-9EDC-4EFA-18F0-D160B1FBC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" name="Oval 221">
              <a:extLst>
                <a:ext uri="{FF2B5EF4-FFF2-40B4-BE49-F238E27FC236}">
                  <a16:creationId xmlns:a16="http://schemas.microsoft.com/office/drawing/2014/main" id="{1D1F1645-7EB7-329B-C3D9-DC977ACF9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" name="Oval 221">
              <a:extLst>
                <a:ext uri="{FF2B5EF4-FFF2-40B4-BE49-F238E27FC236}">
                  <a16:creationId xmlns:a16="http://schemas.microsoft.com/office/drawing/2014/main" id="{6C76CEF9-338A-DD61-7F4A-267E27B1F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" name="Oval 221">
              <a:extLst>
                <a:ext uri="{FF2B5EF4-FFF2-40B4-BE49-F238E27FC236}">
                  <a16:creationId xmlns:a16="http://schemas.microsoft.com/office/drawing/2014/main" id="{3A921E08-3FD3-32B8-62BE-E7E2F1707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2" name="Oval 221">
              <a:extLst>
                <a:ext uri="{FF2B5EF4-FFF2-40B4-BE49-F238E27FC236}">
                  <a16:creationId xmlns:a16="http://schemas.microsoft.com/office/drawing/2014/main" id="{840FC0F5-F640-A927-77EC-485CAC754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" name="Oval 221">
              <a:extLst>
                <a:ext uri="{FF2B5EF4-FFF2-40B4-BE49-F238E27FC236}">
                  <a16:creationId xmlns:a16="http://schemas.microsoft.com/office/drawing/2014/main" id="{789B7980-C198-8091-668D-259B32922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573" y="2193425"/>
              <a:ext cx="93707" cy="8969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" name="Freeform 23">
              <a:extLst>
                <a:ext uri="{FF2B5EF4-FFF2-40B4-BE49-F238E27FC236}">
                  <a16:creationId xmlns:a16="http://schemas.microsoft.com/office/drawing/2014/main" id="{8A291486-66B6-538A-2BC9-23B03A4C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340" y="3032978"/>
              <a:ext cx="63279" cy="172435"/>
            </a:xfrm>
            <a:custGeom>
              <a:avLst/>
              <a:gdLst>
                <a:gd name="T0" fmla="*/ 9 w 40"/>
                <a:gd name="T1" fmla="*/ 0 h 109"/>
                <a:gd name="T2" fmla="*/ 0 w 40"/>
                <a:gd name="T3" fmla="*/ 109 h 109"/>
                <a:gd name="T4" fmla="*/ 40 w 40"/>
                <a:gd name="T5" fmla="*/ 109 h 109"/>
                <a:gd name="T6" fmla="*/ 30 w 40"/>
                <a:gd name="T7" fmla="*/ 0 h 109"/>
                <a:gd name="T8" fmla="*/ 9 w 40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09">
                  <a:moveTo>
                    <a:pt x="9" y="0"/>
                  </a:moveTo>
                  <a:lnTo>
                    <a:pt x="0" y="109"/>
                  </a:lnTo>
                  <a:lnTo>
                    <a:pt x="40" y="109"/>
                  </a:lnTo>
                  <a:lnTo>
                    <a:pt x="3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" name="Freeform 24">
              <a:extLst>
                <a:ext uri="{FF2B5EF4-FFF2-40B4-BE49-F238E27FC236}">
                  <a16:creationId xmlns:a16="http://schemas.microsoft.com/office/drawing/2014/main" id="{43A776A2-5A3F-4B0A-BF31-E94EAE165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561" y="3032978"/>
              <a:ext cx="30058" cy="172435"/>
            </a:xfrm>
            <a:custGeom>
              <a:avLst/>
              <a:gdLst>
                <a:gd name="T0" fmla="*/ 0 w 19"/>
                <a:gd name="T1" fmla="*/ 0 h 109"/>
                <a:gd name="T2" fmla="*/ 0 w 19"/>
                <a:gd name="T3" fmla="*/ 109 h 109"/>
                <a:gd name="T4" fmla="*/ 19 w 19"/>
                <a:gd name="T5" fmla="*/ 109 h 109"/>
                <a:gd name="T6" fmla="*/ 9 w 19"/>
                <a:gd name="T7" fmla="*/ 0 h 109"/>
                <a:gd name="T8" fmla="*/ 0 w 19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9">
                  <a:moveTo>
                    <a:pt x="0" y="0"/>
                  </a:moveTo>
                  <a:lnTo>
                    <a:pt x="0" y="109"/>
                  </a:lnTo>
                  <a:lnTo>
                    <a:pt x="19" y="10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" name="Freeform 25">
              <a:extLst>
                <a:ext uri="{FF2B5EF4-FFF2-40B4-BE49-F238E27FC236}">
                  <a16:creationId xmlns:a16="http://schemas.microsoft.com/office/drawing/2014/main" id="{A8417D62-9CC0-7B39-ABC9-BB3B528BF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126" y="2347984"/>
              <a:ext cx="344870" cy="741946"/>
            </a:xfrm>
            <a:custGeom>
              <a:avLst/>
              <a:gdLst>
                <a:gd name="T0" fmla="*/ 0 w 218"/>
                <a:gd name="T1" fmla="*/ 469 h 469"/>
                <a:gd name="T2" fmla="*/ 109 w 218"/>
                <a:gd name="T3" fmla="*/ 0 h 469"/>
                <a:gd name="T4" fmla="*/ 218 w 218"/>
                <a:gd name="T5" fmla="*/ 469 h 469"/>
                <a:gd name="T6" fmla="*/ 0 w 218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8" h="469">
                  <a:moveTo>
                    <a:pt x="0" y="469"/>
                  </a:moveTo>
                  <a:lnTo>
                    <a:pt x="109" y="0"/>
                  </a:lnTo>
                  <a:lnTo>
                    <a:pt x="218" y="469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" name="Freeform 26">
              <a:extLst>
                <a:ext uri="{FF2B5EF4-FFF2-40B4-BE49-F238E27FC236}">
                  <a16:creationId xmlns:a16="http://schemas.microsoft.com/office/drawing/2014/main" id="{72824872-7924-1DA7-55FA-C7E5540BF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561" y="2347984"/>
              <a:ext cx="172436" cy="741946"/>
            </a:xfrm>
            <a:custGeom>
              <a:avLst/>
              <a:gdLst>
                <a:gd name="T0" fmla="*/ 109 w 109"/>
                <a:gd name="T1" fmla="*/ 469 h 469"/>
                <a:gd name="T2" fmla="*/ 0 w 109"/>
                <a:gd name="T3" fmla="*/ 0 h 469"/>
                <a:gd name="T4" fmla="*/ 0 w 109"/>
                <a:gd name="T5" fmla="*/ 469 h 469"/>
                <a:gd name="T6" fmla="*/ 109 w 109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469">
                  <a:moveTo>
                    <a:pt x="109" y="469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6" name="Freeform 27">
              <a:extLst>
                <a:ext uri="{FF2B5EF4-FFF2-40B4-BE49-F238E27FC236}">
                  <a16:creationId xmlns:a16="http://schemas.microsoft.com/office/drawing/2014/main" id="{C02646E7-B94F-1526-5FFD-C8ED7F151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293" y="3032978"/>
              <a:ext cx="63279" cy="172435"/>
            </a:xfrm>
            <a:custGeom>
              <a:avLst/>
              <a:gdLst>
                <a:gd name="T0" fmla="*/ 9 w 40"/>
                <a:gd name="T1" fmla="*/ 0 h 109"/>
                <a:gd name="T2" fmla="*/ 0 w 40"/>
                <a:gd name="T3" fmla="*/ 109 h 109"/>
                <a:gd name="T4" fmla="*/ 40 w 40"/>
                <a:gd name="T5" fmla="*/ 109 h 109"/>
                <a:gd name="T6" fmla="*/ 30 w 40"/>
                <a:gd name="T7" fmla="*/ 0 h 109"/>
                <a:gd name="T8" fmla="*/ 9 w 40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09">
                  <a:moveTo>
                    <a:pt x="9" y="0"/>
                  </a:moveTo>
                  <a:lnTo>
                    <a:pt x="0" y="109"/>
                  </a:lnTo>
                  <a:lnTo>
                    <a:pt x="40" y="109"/>
                  </a:lnTo>
                  <a:lnTo>
                    <a:pt x="3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7" name="Freeform 28">
              <a:extLst>
                <a:ext uri="{FF2B5EF4-FFF2-40B4-BE49-F238E27FC236}">
                  <a16:creationId xmlns:a16="http://schemas.microsoft.com/office/drawing/2014/main" id="{C36D88BC-1450-B57A-B03D-FEC5C17A7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515" y="3032978"/>
              <a:ext cx="30058" cy="172435"/>
            </a:xfrm>
            <a:custGeom>
              <a:avLst/>
              <a:gdLst>
                <a:gd name="T0" fmla="*/ 0 w 19"/>
                <a:gd name="T1" fmla="*/ 0 h 109"/>
                <a:gd name="T2" fmla="*/ 0 w 19"/>
                <a:gd name="T3" fmla="*/ 109 h 109"/>
                <a:gd name="T4" fmla="*/ 19 w 19"/>
                <a:gd name="T5" fmla="*/ 109 h 109"/>
                <a:gd name="T6" fmla="*/ 9 w 19"/>
                <a:gd name="T7" fmla="*/ 0 h 109"/>
                <a:gd name="T8" fmla="*/ 0 w 19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9">
                  <a:moveTo>
                    <a:pt x="0" y="0"/>
                  </a:moveTo>
                  <a:lnTo>
                    <a:pt x="0" y="109"/>
                  </a:lnTo>
                  <a:lnTo>
                    <a:pt x="19" y="10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8" name="Freeform 29">
              <a:extLst>
                <a:ext uri="{FF2B5EF4-FFF2-40B4-BE49-F238E27FC236}">
                  <a16:creationId xmlns:a16="http://schemas.microsoft.com/office/drawing/2014/main" id="{3C437C5F-BFBA-E61C-DDD6-D4CE0F581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916" y="2347984"/>
              <a:ext cx="348035" cy="741946"/>
            </a:xfrm>
            <a:custGeom>
              <a:avLst/>
              <a:gdLst>
                <a:gd name="T0" fmla="*/ 0 w 220"/>
                <a:gd name="T1" fmla="*/ 469 h 469"/>
                <a:gd name="T2" fmla="*/ 111 w 220"/>
                <a:gd name="T3" fmla="*/ 0 h 469"/>
                <a:gd name="T4" fmla="*/ 220 w 220"/>
                <a:gd name="T5" fmla="*/ 469 h 469"/>
                <a:gd name="T6" fmla="*/ 0 w 220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" h="469">
                  <a:moveTo>
                    <a:pt x="0" y="469"/>
                  </a:moveTo>
                  <a:lnTo>
                    <a:pt x="111" y="0"/>
                  </a:lnTo>
                  <a:lnTo>
                    <a:pt x="220" y="469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5E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9" name="Freeform 30">
              <a:extLst>
                <a:ext uri="{FF2B5EF4-FFF2-40B4-BE49-F238E27FC236}">
                  <a16:creationId xmlns:a16="http://schemas.microsoft.com/office/drawing/2014/main" id="{26CB7981-011F-1636-BE42-1B42040EB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515" y="2347984"/>
              <a:ext cx="172436" cy="741946"/>
            </a:xfrm>
            <a:custGeom>
              <a:avLst/>
              <a:gdLst>
                <a:gd name="T0" fmla="*/ 109 w 109"/>
                <a:gd name="T1" fmla="*/ 469 h 469"/>
                <a:gd name="T2" fmla="*/ 0 w 109"/>
                <a:gd name="T3" fmla="*/ 0 h 469"/>
                <a:gd name="T4" fmla="*/ 0 w 109"/>
                <a:gd name="T5" fmla="*/ 469 h 469"/>
                <a:gd name="T6" fmla="*/ 109 w 109"/>
                <a:gd name="T7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469">
                  <a:moveTo>
                    <a:pt x="109" y="469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84B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0" name="Freeform 31">
              <a:extLst>
                <a:ext uri="{FF2B5EF4-FFF2-40B4-BE49-F238E27FC236}">
                  <a16:creationId xmlns:a16="http://schemas.microsoft.com/office/drawing/2014/main" id="{5083891E-468F-EC9D-470A-98CDF75A0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802" y="3205413"/>
              <a:ext cx="4899374" cy="281591"/>
            </a:xfrm>
            <a:custGeom>
              <a:avLst/>
              <a:gdLst>
                <a:gd name="T0" fmla="*/ 1310 w 1310"/>
                <a:gd name="T1" fmla="*/ 37 h 75"/>
                <a:gd name="T2" fmla="*/ 1267 w 1310"/>
                <a:gd name="T3" fmla="*/ 75 h 75"/>
                <a:gd name="T4" fmla="*/ 43 w 1310"/>
                <a:gd name="T5" fmla="*/ 75 h 75"/>
                <a:gd name="T6" fmla="*/ 0 w 1310"/>
                <a:gd name="T7" fmla="*/ 37 h 75"/>
                <a:gd name="T8" fmla="*/ 0 w 1310"/>
                <a:gd name="T9" fmla="*/ 37 h 75"/>
                <a:gd name="T10" fmla="*/ 43 w 1310"/>
                <a:gd name="T11" fmla="*/ 0 h 75"/>
                <a:gd name="T12" fmla="*/ 1267 w 1310"/>
                <a:gd name="T13" fmla="*/ 0 h 75"/>
                <a:gd name="T14" fmla="*/ 1310 w 1310"/>
                <a:gd name="T15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0" h="75">
                  <a:moveTo>
                    <a:pt x="1310" y="37"/>
                  </a:moveTo>
                  <a:cubicBezTo>
                    <a:pt x="1310" y="58"/>
                    <a:pt x="1291" y="75"/>
                    <a:pt x="1267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19" y="75"/>
                    <a:pt x="0" y="58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9" y="0"/>
                    <a:pt x="43" y="0"/>
                  </a:cubicBezTo>
                  <a:cubicBezTo>
                    <a:pt x="1267" y="0"/>
                    <a:pt x="1267" y="0"/>
                    <a:pt x="1267" y="0"/>
                  </a:cubicBezTo>
                  <a:cubicBezTo>
                    <a:pt x="1291" y="0"/>
                    <a:pt x="1310" y="16"/>
                    <a:pt x="1310" y="37"/>
                  </a:cubicBezTo>
                  <a:close/>
                </a:path>
              </a:pathLst>
            </a:custGeom>
            <a:solidFill>
              <a:srgbClr val="ADE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1" name="Freeform 32">
              <a:extLst>
                <a:ext uri="{FF2B5EF4-FFF2-40B4-BE49-F238E27FC236}">
                  <a16:creationId xmlns:a16="http://schemas.microsoft.com/office/drawing/2014/main" id="{7F256CDF-E2C3-2D6F-5211-F65301104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802" y="3344627"/>
              <a:ext cx="4899374" cy="142378"/>
            </a:xfrm>
            <a:custGeom>
              <a:avLst/>
              <a:gdLst>
                <a:gd name="T0" fmla="*/ 43 w 1310"/>
                <a:gd name="T1" fmla="*/ 38 h 38"/>
                <a:gd name="T2" fmla="*/ 1267 w 1310"/>
                <a:gd name="T3" fmla="*/ 38 h 38"/>
                <a:gd name="T4" fmla="*/ 1310 w 1310"/>
                <a:gd name="T5" fmla="*/ 0 h 38"/>
                <a:gd name="T6" fmla="*/ 0 w 1310"/>
                <a:gd name="T7" fmla="*/ 0 h 38"/>
                <a:gd name="T8" fmla="*/ 43 w 1310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0" h="38">
                  <a:moveTo>
                    <a:pt x="43" y="38"/>
                  </a:moveTo>
                  <a:cubicBezTo>
                    <a:pt x="1267" y="38"/>
                    <a:pt x="1267" y="38"/>
                    <a:pt x="1267" y="38"/>
                  </a:cubicBezTo>
                  <a:cubicBezTo>
                    <a:pt x="1291" y="38"/>
                    <a:pt x="1310" y="21"/>
                    <a:pt x="13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"/>
                    <a:pt x="19" y="38"/>
                    <a:pt x="43" y="38"/>
                  </a:cubicBezTo>
                  <a:close/>
                </a:path>
              </a:pathLst>
            </a:custGeom>
            <a:solidFill>
              <a:srgbClr val="73A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2" name="Rectangle 43">
              <a:extLst>
                <a:ext uri="{FF2B5EF4-FFF2-40B4-BE49-F238E27FC236}">
                  <a16:creationId xmlns:a16="http://schemas.microsoft.com/office/drawing/2014/main" id="{D4938C22-8895-B3CB-CA96-0C9BB3C70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078" y="3138971"/>
              <a:ext cx="22148" cy="66443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3" name="Rectangle 44">
              <a:extLst>
                <a:ext uri="{FF2B5EF4-FFF2-40B4-BE49-F238E27FC236}">
                  <a16:creationId xmlns:a16="http://schemas.microsoft.com/office/drawing/2014/main" id="{906826CA-17E5-5E9F-8921-6CCD586B0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078" y="3191175"/>
              <a:ext cx="22148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4" name="Rectangle 45">
              <a:extLst>
                <a:ext uri="{FF2B5EF4-FFF2-40B4-BE49-F238E27FC236}">
                  <a16:creationId xmlns:a16="http://schemas.microsoft.com/office/drawing/2014/main" id="{A7D92DFF-4785-6467-2A47-7717D62D8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193" y="3123151"/>
              <a:ext cx="18984" cy="82263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5" name="Rectangle 46">
              <a:extLst>
                <a:ext uri="{FF2B5EF4-FFF2-40B4-BE49-F238E27FC236}">
                  <a16:creationId xmlns:a16="http://schemas.microsoft.com/office/drawing/2014/main" id="{BB262942-877A-48B5-A1F4-E38120E04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193" y="3191175"/>
              <a:ext cx="18984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6" name="Rectangle 47">
              <a:extLst>
                <a:ext uri="{FF2B5EF4-FFF2-40B4-BE49-F238E27FC236}">
                  <a16:creationId xmlns:a16="http://schemas.microsoft.com/office/drawing/2014/main" id="{1E7C9086-E780-9F96-0FE3-CF5F9264E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405" y="3063036"/>
              <a:ext cx="18984" cy="142378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7" name="Rectangle 48">
              <a:extLst>
                <a:ext uri="{FF2B5EF4-FFF2-40B4-BE49-F238E27FC236}">
                  <a16:creationId xmlns:a16="http://schemas.microsoft.com/office/drawing/2014/main" id="{BD08C9F4-40B7-A76B-5FBA-994016B19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405" y="3191175"/>
              <a:ext cx="18984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8" name="Rectangle 49">
              <a:extLst>
                <a:ext uri="{FF2B5EF4-FFF2-40B4-BE49-F238E27FC236}">
                  <a16:creationId xmlns:a16="http://schemas.microsoft.com/office/drawing/2014/main" id="{720EAC11-C896-A0E2-B432-36ED46223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446" y="3063036"/>
              <a:ext cx="22148" cy="142378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9" name="Rectangle 50">
              <a:extLst>
                <a:ext uri="{FF2B5EF4-FFF2-40B4-BE49-F238E27FC236}">
                  <a16:creationId xmlns:a16="http://schemas.microsoft.com/office/drawing/2014/main" id="{A3196006-5C2E-18A3-5DBB-FE4529BFE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446" y="3191175"/>
              <a:ext cx="22148" cy="14238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0" name="Freeform 51">
              <a:extLst>
                <a:ext uri="{FF2B5EF4-FFF2-40B4-BE49-F238E27FC236}">
                  <a16:creationId xmlns:a16="http://schemas.microsoft.com/office/drawing/2014/main" id="{F6B9E7D7-FC28-FFB4-0025-82280BDFF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217" y="2797265"/>
              <a:ext cx="389166" cy="359109"/>
            </a:xfrm>
            <a:custGeom>
              <a:avLst/>
              <a:gdLst>
                <a:gd name="T0" fmla="*/ 0 w 104"/>
                <a:gd name="T1" fmla="*/ 52 h 96"/>
                <a:gd name="T2" fmla="*/ 6 w 104"/>
                <a:gd name="T3" fmla="*/ 42 h 96"/>
                <a:gd name="T4" fmla="*/ 3 w 104"/>
                <a:gd name="T5" fmla="*/ 31 h 96"/>
                <a:gd name="T6" fmla="*/ 20 w 104"/>
                <a:gd name="T7" fmla="*/ 14 h 96"/>
                <a:gd name="T8" fmla="*/ 25 w 104"/>
                <a:gd name="T9" fmla="*/ 15 h 96"/>
                <a:gd name="T10" fmla="*/ 46 w 104"/>
                <a:gd name="T11" fmla="*/ 0 h 96"/>
                <a:gd name="T12" fmla="*/ 58 w 104"/>
                <a:gd name="T13" fmla="*/ 4 h 96"/>
                <a:gd name="T14" fmla="*/ 73 w 104"/>
                <a:gd name="T15" fmla="*/ 0 h 96"/>
                <a:gd name="T16" fmla="*/ 104 w 104"/>
                <a:gd name="T17" fmla="*/ 31 h 96"/>
                <a:gd name="T18" fmla="*/ 81 w 104"/>
                <a:gd name="T19" fmla="*/ 61 h 96"/>
                <a:gd name="T20" fmla="*/ 81 w 104"/>
                <a:gd name="T21" fmla="*/ 62 h 96"/>
                <a:gd name="T22" fmla="*/ 94 w 104"/>
                <a:gd name="T23" fmla="*/ 78 h 96"/>
                <a:gd name="T24" fmla="*/ 78 w 104"/>
                <a:gd name="T25" fmla="*/ 94 h 96"/>
                <a:gd name="T26" fmla="*/ 66 w 104"/>
                <a:gd name="T27" fmla="*/ 90 h 96"/>
                <a:gd name="T28" fmla="*/ 55 w 104"/>
                <a:gd name="T29" fmla="*/ 96 h 96"/>
                <a:gd name="T30" fmla="*/ 42 w 104"/>
                <a:gd name="T31" fmla="*/ 85 h 96"/>
                <a:gd name="T32" fmla="*/ 30 w 104"/>
                <a:gd name="T33" fmla="*/ 88 h 96"/>
                <a:gd name="T34" fmla="*/ 9 w 104"/>
                <a:gd name="T35" fmla="*/ 67 h 96"/>
                <a:gd name="T36" fmla="*/ 10 w 104"/>
                <a:gd name="T37" fmla="*/ 63 h 96"/>
                <a:gd name="T38" fmla="*/ 0 w 104"/>
                <a:gd name="T39" fmla="*/ 5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4" h="96">
                  <a:moveTo>
                    <a:pt x="0" y="52"/>
                  </a:moveTo>
                  <a:cubicBezTo>
                    <a:pt x="0" y="48"/>
                    <a:pt x="3" y="44"/>
                    <a:pt x="6" y="42"/>
                  </a:cubicBezTo>
                  <a:cubicBezTo>
                    <a:pt x="4" y="39"/>
                    <a:pt x="3" y="35"/>
                    <a:pt x="3" y="31"/>
                  </a:cubicBezTo>
                  <a:cubicBezTo>
                    <a:pt x="3" y="22"/>
                    <a:pt x="10" y="14"/>
                    <a:pt x="20" y="14"/>
                  </a:cubicBezTo>
                  <a:cubicBezTo>
                    <a:pt x="22" y="14"/>
                    <a:pt x="23" y="15"/>
                    <a:pt x="25" y="15"/>
                  </a:cubicBezTo>
                  <a:cubicBezTo>
                    <a:pt x="28" y="6"/>
                    <a:pt x="36" y="0"/>
                    <a:pt x="46" y="0"/>
                  </a:cubicBezTo>
                  <a:cubicBezTo>
                    <a:pt x="51" y="0"/>
                    <a:pt x="55" y="1"/>
                    <a:pt x="58" y="4"/>
                  </a:cubicBezTo>
                  <a:cubicBezTo>
                    <a:pt x="63" y="1"/>
                    <a:pt x="67" y="0"/>
                    <a:pt x="73" y="0"/>
                  </a:cubicBezTo>
                  <a:cubicBezTo>
                    <a:pt x="90" y="0"/>
                    <a:pt x="104" y="14"/>
                    <a:pt x="104" y="31"/>
                  </a:cubicBezTo>
                  <a:cubicBezTo>
                    <a:pt x="104" y="46"/>
                    <a:pt x="94" y="57"/>
                    <a:pt x="81" y="61"/>
                  </a:cubicBezTo>
                  <a:cubicBezTo>
                    <a:pt x="81" y="61"/>
                    <a:pt x="81" y="61"/>
                    <a:pt x="81" y="62"/>
                  </a:cubicBezTo>
                  <a:cubicBezTo>
                    <a:pt x="89" y="63"/>
                    <a:pt x="94" y="70"/>
                    <a:pt x="94" y="78"/>
                  </a:cubicBezTo>
                  <a:cubicBezTo>
                    <a:pt x="94" y="87"/>
                    <a:pt x="87" y="94"/>
                    <a:pt x="78" y="94"/>
                  </a:cubicBezTo>
                  <a:cubicBezTo>
                    <a:pt x="73" y="94"/>
                    <a:pt x="69" y="92"/>
                    <a:pt x="66" y="90"/>
                  </a:cubicBezTo>
                  <a:cubicBezTo>
                    <a:pt x="64" y="94"/>
                    <a:pt x="60" y="96"/>
                    <a:pt x="55" y="96"/>
                  </a:cubicBezTo>
                  <a:cubicBezTo>
                    <a:pt x="48" y="96"/>
                    <a:pt x="43" y="91"/>
                    <a:pt x="42" y="85"/>
                  </a:cubicBezTo>
                  <a:cubicBezTo>
                    <a:pt x="39" y="87"/>
                    <a:pt x="35" y="88"/>
                    <a:pt x="30" y="88"/>
                  </a:cubicBezTo>
                  <a:cubicBezTo>
                    <a:pt x="19" y="88"/>
                    <a:pt x="9" y="79"/>
                    <a:pt x="9" y="67"/>
                  </a:cubicBezTo>
                  <a:cubicBezTo>
                    <a:pt x="9" y="66"/>
                    <a:pt x="10" y="65"/>
                    <a:pt x="10" y="63"/>
                  </a:cubicBezTo>
                  <a:cubicBezTo>
                    <a:pt x="4" y="62"/>
                    <a:pt x="0" y="58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" name="Freeform 52">
              <a:extLst>
                <a:ext uri="{FF2B5EF4-FFF2-40B4-BE49-F238E27FC236}">
                  <a16:creationId xmlns:a16="http://schemas.microsoft.com/office/drawing/2014/main" id="{4504B267-0CF7-AEBC-1234-2126C1E0D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488" y="2906420"/>
              <a:ext cx="123394" cy="96501"/>
            </a:xfrm>
            <a:custGeom>
              <a:avLst/>
              <a:gdLst>
                <a:gd name="T0" fmla="*/ 0 w 33"/>
                <a:gd name="T1" fmla="*/ 3 h 26"/>
                <a:gd name="T2" fmla="*/ 15 w 33"/>
                <a:gd name="T3" fmla="*/ 22 h 26"/>
                <a:gd name="T4" fmla="*/ 33 w 33"/>
                <a:gd name="T5" fmla="*/ 23 h 26"/>
                <a:gd name="T6" fmla="*/ 18 w 33"/>
                <a:gd name="T7" fmla="*/ 5 h 26"/>
                <a:gd name="T8" fmla="*/ 0 w 33"/>
                <a:gd name="T9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0" y="3"/>
                  </a:moveTo>
                  <a:cubicBezTo>
                    <a:pt x="3" y="11"/>
                    <a:pt x="9" y="18"/>
                    <a:pt x="15" y="22"/>
                  </a:cubicBezTo>
                  <a:cubicBezTo>
                    <a:pt x="22" y="26"/>
                    <a:pt x="29" y="26"/>
                    <a:pt x="33" y="23"/>
                  </a:cubicBezTo>
                  <a:cubicBezTo>
                    <a:pt x="30" y="16"/>
                    <a:pt x="25" y="9"/>
                    <a:pt x="18" y="5"/>
                  </a:cubicBezTo>
                  <a:cubicBezTo>
                    <a:pt x="11" y="1"/>
                    <a:pt x="5" y="0"/>
                    <a:pt x="0" y="3"/>
                  </a:cubicBezTo>
                  <a:close/>
                </a:path>
              </a:pathLst>
            </a:cu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2" name="Freeform 53">
              <a:extLst>
                <a:ext uri="{FF2B5EF4-FFF2-40B4-BE49-F238E27FC236}">
                  <a16:creationId xmlns:a16="http://schemas.microsoft.com/office/drawing/2014/main" id="{D9146BCD-A8F0-8051-C620-8FCADEE7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488" y="2917495"/>
              <a:ext cx="123394" cy="85427"/>
            </a:xfrm>
            <a:custGeom>
              <a:avLst/>
              <a:gdLst>
                <a:gd name="T0" fmla="*/ 15 w 33"/>
                <a:gd name="T1" fmla="*/ 19 h 23"/>
                <a:gd name="T2" fmla="*/ 0 w 33"/>
                <a:gd name="T3" fmla="*/ 0 h 23"/>
                <a:gd name="T4" fmla="*/ 33 w 33"/>
                <a:gd name="T5" fmla="*/ 20 h 23"/>
                <a:gd name="T6" fmla="*/ 15 w 33"/>
                <a:gd name="T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3">
                  <a:moveTo>
                    <a:pt x="15" y="19"/>
                  </a:moveTo>
                  <a:cubicBezTo>
                    <a:pt x="9" y="15"/>
                    <a:pt x="3" y="8"/>
                    <a:pt x="0" y="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29" y="23"/>
                    <a:pt x="22" y="23"/>
                    <a:pt x="15" y="19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3" name="Freeform 54">
              <a:extLst>
                <a:ext uri="{FF2B5EF4-FFF2-40B4-BE49-F238E27FC236}">
                  <a16:creationId xmlns:a16="http://schemas.microsoft.com/office/drawing/2014/main" id="{E52BC8B8-4EEB-E8D3-9CF8-671AD6039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67" y="2906420"/>
              <a:ext cx="123394" cy="96501"/>
            </a:xfrm>
            <a:custGeom>
              <a:avLst/>
              <a:gdLst>
                <a:gd name="T0" fmla="*/ 33 w 33"/>
                <a:gd name="T1" fmla="*/ 3 h 26"/>
                <a:gd name="T2" fmla="*/ 18 w 33"/>
                <a:gd name="T3" fmla="*/ 22 h 26"/>
                <a:gd name="T4" fmla="*/ 0 w 33"/>
                <a:gd name="T5" fmla="*/ 23 h 26"/>
                <a:gd name="T6" fmla="*/ 16 w 33"/>
                <a:gd name="T7" fmla="*/ 5 h 26"/>
                <a:gd name="T8" fmla="*/ 33 w 33"/>
                <a:gd name="T9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33" y="3"/>
                  </a:moveTo>
                  <a:cubicBezTo>
                    <a:pt x="30" y="11"/>
                    <a:pt x="25" y="18"/>
                    <a:pt x="18" y="22"/>
                  </a:cubicBezTo>
                  <a:cubicBezTo>
                    <a:pt x="11" y="26"/>
                    <a:pt x="5" y="26"/>
                    <a:pt x="0" y="23"/>
                  </a:cubicBezTo>
                  <a:cubicBezTo>
                    <a:pt x="3" y="16"/>
                    <a:pt x="9" y="9"/>
                    <a:pt x="16" y="5"/>
                  </a:cubicBezTo>
                  <a:cubicBezTo>
                    <a:pt x="22" y="1"/>
                    <a:pt x="29" y="0"/>
                    <a:pt x="33" y="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4" name="Freeform 55">
              <a:extLst>
                <a:ext uri="{FF2B5EF4-FFF2-40B4-BE49-F238E27FC236}">
                  <a16:creationId xmlns:a16="http://schemas.microsoft.com/office/drawing/2014/main" id="{59B32A66-A288-6F04-3E5B-450A831AC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67" y="2917495"/>
              <a:ext cx="123394" cy="85427"/>
            </a:xfrm>
            <a:custGeom>
              <a:avLst/>
              <a:gdLst>
                <a:gd name="T0" fmla="*/ 18 w 33"/>
                <a:gd name="T1" fmla="*/ 19 h 23"/>
                <a:gd name="T2" fmla="*/ 33 w 33"/>
                <a:gd name="T3" fmla="*/ 0 h 23"/>
                <a:gd name="T4" fmla="*/ 0 w 33"/>
                <a:gd name="T5" fmla="*/ 20 h 23"/>
                <a:gd name="T6" fmla="*/ 18 w 33"/>
                <a:gd name="T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3">
                  <a:moveTo>
                    <a:pt x="18" y="19"/>
                  </a:moveTo>
                  <a:cubicBezTo>
                    <a:pt x="25" y="15"/>
                    <a:pt x="30" y="8"/>
                    <a:pt x="33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3"/>
                    <a:pt x="11" y="23"/>
                    <a:pt x="18" y="19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5" name="Oval 56">
              <a:extLst>
                <a:ext uri="{FF2B5EF4-FFF2-40B4-BE49-F238E27FC236}">
                  <a16:creationId xmlns:a16="http://schemas.microsoft.com/office/drawing/2014/main" id="{9C7CF8E1-8966-CE2E-2360-DB226D3C6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946" y="2865289"/>
              <a:ext cx="208820" cy="243624"/>
            </a:xfrm>
            <a:prstGeom prst="ellipse">
              <a:avLst/>
            </a:pr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6" name="Freeform 57">
              <a:extLst>
                <a:ext uri="{FF2B5EF4-FFF2-40B4-BE49-F238E27FC236}">
                  <a16:creationId xmlns:a16="http://schemas.microsoft.com/office/drawing/2014/main" id="{D88B2A97-D4B1-3BE4-A009-54AEA7564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946" y="2865289"/>
              <a:ext cx="104411" cy="243624"/>
            </a:xfrm>
            <a:custGeom>
              <a:avLst/>
              <a:gdLst>
                <a:gd name="T0" fmla="*/ 0 w 28"/>
                <a:gd name="T1" fmla="*/ 32 h 65"/>
                <a:gd name="T2" fmla="*/ 28 w 28"/>
                <a:gd name="T3" fmla="*/ 0 h 65"/>
                <a:gd name="T4" fmla="*/ 28 w 28"/>
                <a:gd name="T5" fmla="*/ 65 h 65"/>
                <a:gd name="T6" fmla="*/ 0 w 28"/>
                <a:gd name="T7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65">
                  <a:moveTo>
                    <a:pt x="0" y="32"/>
                  </a:moveTo>
                  <a:cubicBezTo>
                    <a:pt x="0" y="14"/>
                    <a:pt x="12" y="0"/>
                    <a:pt x="28" y="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12" y="65"/>
                    <a:pt x="0" y="50"/>
                    <a:pt x="0" y="3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7" name="Oval 58">
              <a:extLst>
                <a:ext uri="{FF2B5EF4-FFF2-40B4-BE49-F238E27FC236}">
                  <a16:creationId xmlns:a16="http://schemas.microsoft.com/office/drawing/2014/main" id="{838F991D-7D73-E168-C758-DE78870E6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176" y="2999757"/>
              <a:ext cx="25311" cy="25311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8" name="Oval 59">
              <a:extLst>
                <a:ext uri="{FF2B5EF4-FFF2-40B4-BE49-F238E27FC236}">
                  <a16:creationId xmlns:a16="http://schemas.microsoft.com/office/drawing/2014/main" id="{95CA67BC-734B-8588-A9F0-FF418C9EC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061" y="2999757"/>
              <a:ext cx="25311" cy="25311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9" name="Rectangle 60">
              <a:extLst>
                <a:ext uri="{FF2B5EF4-FFF2-40B4-BE49-F238E27FC236}">
                  <a16:creationId xmlns:a16="http://schemas.microsoft.com/office/drawing/2014/main" id="{21F07B26-D3BE-776E-A0F5-5E34319BC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169" y="3156372"/>
              <a:ext cx="15819" cy="49042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0" name="Rectangle 61">
              <a:extLst>
                <a:ext uri="{FF2B5EF4-FFF2-40B4-BE49-F238E27FC236}">
                  <a16:creationId xmlns:a16="http://schemas.microsoft.com/office/drawing/2014/main" id="{A016CE00-EDAD-D1C4-D608-4F34770B5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169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1" name="Rectangle 62">
              <a:extLst>
                <a:ext uri="{FF2B5EF4-FFF2-40B4-BE49-F238E27FC236}">
                  <a16:creationId xmlns:a16="http://schemas.microsoft.com/office/drawing/2014/main" id="{0A537721-8485-D119-6029-A2574B981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039" y="3150044"/>
              <a:ext cx="15819" cy="55370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2" name="Rectangle 63">
              <a:extLst>
                <a:ext uri="{FF2B5EF4-FFF2-40B4-BE49-F238E27FC236}">
                  <a16:creationId xmlns:a16="http://schemas.microsoft.com/office/drawing/2014/main" id="{046AE3BC-7C36-0764-9036-483943845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039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3" name="Rectangle 64">
              <a:extLst>
                <a:ext uri="{FF2B5EF4-FFF2-40B4-BE49-F238E27FC236}">
                  <a16:creationId xmlns:a16="http://schemas.microsoft.com/office/drawing/2014/main" id="{46B746AE-44AD-39CE-0F77-0150B3F78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310" y="3108913"/>
              <a:ext cx="14238" cy="9650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4" name="Rectangle 65">
              <a:extLst>
                <a:ext uri="{FF2B5EF4-FFF2-40B4-BE49-F238E27FC236}">
                  <a16:creationId xmlns:a16="http://schemas.microsoft.com/office/drawing/2014/main" id="{821E9148-9795-2E48-1E45-5444A5E07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310" y="3194340"/>
              <a:ext cx="14238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5" name="Rectangle 66">
              <a:extLst>
                <a:ext uri="{FF2B5EF4-FFF2-40B4-BE49-F238E27FC236}">
                  <a16:creationId xmlns:a16="http://schemas.microsoft.com/office/drawing/2014/main" id="{49922FA6-719B-F2B3-93B4-03BD722E8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507" y="3108913"/>
              <a:ext cx="15819" cy="96501"/>
            </a:xfrm>
            <a:prstGeom prst="rect">
              <a:avLst/>
            </a:pr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6" name="Rectangle 67">
              <a:extLst>
                <a:ext uri="{FF2B5EF4-FFF2-40B4-BE49-F238E27FC236}">
                  <a16:creationId xmlns:a16="http://schemas.microsoft.com/office/drawing/2014/main" id="{3FF67BAF-556E-7BFC-2028-D7CA5BCC0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507" y="3194340"/>
              <a:ext cx="15819" cy="11074"/>
            </a:xfrm>
            <a:prstGeom prst="rect">
              <a:avLst/>
            </a:prstGeom>
            <a:solidFill>
              <a:srgbClr val="784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7" name="Freeform 68">
              <a:extLst>
                <a:ext uri="{FF2B5EF4-FFF2-40B4-BE49-F238E27FC236}">
                  <a16:creationId xmlns:a16="http://schemas.microsoft.com/office/drawing/2014/main" id="{9B9DDEB5-DAA8-DD62-4F87-7797BBB58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817" y="2925403"/>
              <a:ext cx="265772" cy="246788"/>
            </a:xfrm>
            <a:custGeom>
              <a:avLst/>
              <a:gdLst>
                <a:gd name="T0" fmla="*/ 71 w 71"/>
                <a:gd name="T1" fmla="*/ 36 h 66"/>
                <a:gd name="T2" fmla="*/ 67 w 71"/>
                <a:gd name="T3" fmla="*/ 29 h 66"/>
                <a:gd name="T4" fmla="*/ 69 w 71"/>
                <a:gd name="T5" fmla="*/ 22 h 66"/>
                <a:gd name="T6" fmla="*/ 58 w 71"/>
                <a:gd name="T7" fmla="*/ 10 h 66"/>
                <a:gd name="T8" fmla="*/ 54 w 71"/>
                <a:gd name="T9" fmla="*/ 11 h 66"/>
                <a:gd name="T10" fmla="*/ 40 w 71"/>
                <a:gd name="T11" fmla="*/ 0 h 66"/>
                <a:gd name="T12" fmla="*/ 31 w 71"/>
                <a:gd name="T13" fmla="*/ 3 h 66"/>
                <a:gd name="T14" fmla="*/ 22 w 71"/>
                <a:gd name="T15" fmla="*/ 0 h 66"/>
                <a:gd name="T16" fmla="*/ 0 w 71"/>
                <a:gd name="T17" fmla="*/ 22 h 66"/>
                <a:gd name="T18" fmla="*/ 16 w 71"/>
                <a:gd name="T19" fmla="*/ 42 h 66"/>
                <a:gd name="T20" fmla="*/ 15 w 71"/>
                <a:gd name="T21" fmla="*/ 42 h 66"/>
                <a:gd name="T22" fmla="*/ 7 w 71"/>
                <a:gd name="T23" fmla="*/ 53 h 66"/>
                <a:gd name="T24" fmla="*/ 18 w 71"/>
                <a:gd name="T25" fmla="*/ 65 h 66"/>
                <a:gd name="T26" fmla="*/ 26 w 71"/>
                <a:gd name="T27" fmla="*/ 62 h 66"/>
                <a:gd name="T28" fmla="*/ 34 w 71"/>
                <a:gd name="T29" fmla="*/ 66 h 66"/>
                <a:gd name="T30" fmla="*/ 42 w 71"/>
                <a:gd name="T31" fmla="*/ 58 h 66"/>
                <a:gd name="T32" fmla="*/ 50 w 71"/>
                <a:gd name="T33" fmla="*/ 61 h 66"/>
                <a:gd name="T34" fmla="*/ 65 w 71"/>
                <a:gd name="T35" fmla="*/ 46 h 66"/>
                <a:gd name="T36" fmla="*/ 64 w 71"/>
                <a:gd name="T37" fmla="*/ 44 h 66"/>
                <a:gd name="T38" fmla="*/ 71 w 71"/>
                <a:gd name="T39" fmla="*/ 3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66">
                  <a:moveTo>
                    <a:pt x="71" y="36"/>
                  </a:moveTo>
                  <a:cubicBezTo>
                    <a:pt x="71" y="33"/>
                    <a:pt x="69" y="30"/>
                    <a:pt x="67" y="29"/>
                  </a:cubicBezTo>
                  <a:cubicBezTo>
                    <a:pt x="68" y="27"/>
                    <a:pt x="69" y="25"/>
                    <a:pt x="69" y="22"/>
                  </a:cubicBezTo>
                  <a:cubicBezTo>
                    <a:pt x="69" y="15"/>
                    <a:pt x="64" y="10"/>
                    <a:pt x="58" y="10"/>
                  </a:cubicBezTo>
                  <a:cubicBezTo>
                    <a:pt x="56" y="10"/>
                    <a:pt x="55" y="11"/>
                    <a:pt x="54" y="11"/>
                  </a:cubicBezTo>
                  <a:cubicBezTo>
                    <a:pt x="52" y="5"/>
                    <a:pt x="46" y="0"/>
                    <a:pt x="40" y="0"/>
                  </a:cubicBezTo>
                  <a:cubicBezTo>
                    <a:pt x="37" y="0"/>
                    <a:pt x="34" y="1"/>
                    <a:pt x="31" y="3"/>
                  </a:cubicBezTo>
                  <a:cubicBezTo>
                    <a:pt x="28" y="1"/>
                    <a:pt x="25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2"/>
                    <a:pt x="7" y="40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0" y="44"/>
                    <a:pt x="7" y="48"/>
                    <a:pt x="7" y="53"/>
                  </a:cubicBezTo>
                  <a:cubicBezTo>
                    <a:pt x="7" y="60"/>
                    <a:pt x="12" y="65"/>
                    <a:pt x="18" y="65"/>
                  </a:cubicBezTo>
                  <a:cubicBezTo>
                    <a:pt x="21" y="65"/>
                    <a:pt x="24" y="64"/>
                    <a:pt x="26" y="62"/>
                  </a:cubicBezTo>
                  <a:cubicBezTo>
                    <a:pt x="27" y="64"/>
                    <a:pt x="30" y="66"/>
                    <a:pt x="34" y="66"/>
                  </a:cubicBezTo>
                  <a:cubicBezTo>
                    <a:pt x="38" y="66"/>
                    <a:pt x="42" y="63"/>
                    <a:pt x="42" y="58"/>
                  </a:cubicBezTo>
                  <a:cubicBezTo>
                    <a:pt x="45" y="60"/>
                    <a:pt x="47" y="61"/>
                    <a:pt x="50" y="61"/>
                  </a:cubicBezTo>
                  <a:cubicBezTo>
                    <a:pt x="58" y="61"/>
                    <a:pt x="65" y="54"/>
                    <a:pt x="65" y="46"/>
                  </a:cubicBezTo>
                  <a:cubicBezTo>
                    <a:pt x="65" y="46"/>
                    <a:pt x="65" y="45"/>
                    <a:pt x="64" y="44"/>
                  </a:cubicBezTo>
                  <a:cubicBezTo>
                    <a:pt x="68" y="43"/>
                    <a:pt x="71" y="40"/>
                    <a:pt x="7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8" name="Freeform 69">
              <a:extLst>
                <a:ext uri="{FF2B5EF4-FFF2-40B4-BE49-F238E27FC236}">
                  <a16:creationId xmlns:a16="http://schemas.microsoft.com/office/drawing/2014/main" id="{E53D145D-2D29-607F-2F4E-4F1DE726E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374" y="3002921"/>
              <a:ext cx="85427" cy="64861"/>
            </a:xfrm>
            <a:custGeom>
              <a:avLst/>
              <a:gdLst>
                <a:gd name="T0" fmla="*/ 23 w 23"/>
                <a:gd name="T1" fmla="*/ 2 h 17"/>
                <a:gd name="T2" fmla="*/ 12 w 23"/>
                <a:gd name="T3" fmla="*/ 14 h 17"/>
                <a:gd name="T4" fmla="*/ 0 w 23"/>
                <a:gd name="T5" fmla="*/ 15 h 17"/>
                <a:gd name="T6" fmla="*/ 11 w 23"/>
                <a:gd name="T7" fmla="*/ 2 h 17"/>
                <a:gd name="T8" fmla="*/ 23 w 23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23" y="2"/>
                  </a:moveTo>
                  <a:cubicBezTo>
                    <a:pt x="21" y="7"/>
                    <a:pt x="17" y="12"/>
                    <a:pt x="12" y="14"/>
                  </a:cubicBezTo>
                  <a:cubicBezTo>
                    <a:pt x="8" y="17"/>
                    <a:pt x="3" y="17"/>
                    <a:pt x="0" y="15"/>
                  </a:cubicBezTo>
                  <a:cubicBezTo>
                    <a:pt x="2" y="10"/>
                    <a:pt x="6" y="5"/>
                    <a:pt x="11" y="2"/>
                  </a:cubicBezTo>
                  <a:cubicBezTo>
                    <a:pt x="15" y="0"/>
                    <a:pt x="20" y="0"/>
                    <a:pt x="23" y="2"/>
                  </a:cubicBezTo>
                  <a:close/>
                </a:path>
              </a:pathLst>
            </a:cu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9" name="Freeform 70">
              <a:extLst>
                <a:ext uri="{FF2B5EF4-FFF2-40B4-BE49-F238E27FC236}">
                  <a16:creationId xmlns:a16="http://schemas.microsoft.com/office/drawing/2014/main" id="{8D6E15E7-1C58-6637-AB92-DE3F30229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374" y="3010830"/>
              <a:ext cx="85427" cy="56951"/>
            </a:xfrm>
            <a:custGeom>
              <a:avLst/>
              <a:gdLst>
                <a:gd name="T0" fmla="*/ 12 w 23"/>
                <a:gd name="T1" fmla="*/ 12 h 15"/>
                <a:gd name="T2" fmla="*/ 23 w 23"/>
                <a:gd name="T3" fmla="*/ 0 h 15"/>
                <a:gd name="T4" fmla="*/ 0 w 23"/>
                <a:gd name="T5" fmla="*/ 13 h 15"/>
                <a:gd name="T6" fmla="*/ 12 w 23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12" y="12"/>
                  </a:moveTo>
                  <a:cubicBezTo>
                    <a:pt x="17" y="10"/>
                    <a:pt x="21" y="5"/>
                    <a:pt x="23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5"/>
                    <a:pt x="8" y="15"/>
                    <a:pt x="12" y="1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0" name="Freeform 71">
              <a:extLst>
                <a:ext uri="{FF2B5EF4-FFF2-40B4-BE49-F238E27FC236}">
                  <a16:creationId xmlns:a16="http://schemas.microsoft.com/office/drawing/2014/main" id="{4BFB7442-CE0F-1B4F-B3EF-0BCCB463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169" y="3002921"/>
              <a:ext cx="87009" cy="64861"/>
            </a:xfrm>
            <a:custGeom>
              <a:avLst/>
              <a:gdLst>
                <a:gd name="T0" fmla="*/ 0 w 23"/>
                <a:gd name="T1" fmla="*/ 2 h 17"/>
                <a:gd name="T2" fmla="*/ 11 w 23"/>
                <a:gd name="T3" fmla="*/ 14 h 17"/>
                <a:gd name="T4" fmla="*/ 23 w 23"/>
                <a:gd name="T5" fmla="*/ 15 h 17"/>
                <a:gd name="T6" fmla="*/ 12 w 23"/>
                <a:gd name="T7" fmla="*/ 2 h 17"/>
                <a:gd name="T8" fmla="*/ 0 w 23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0" y="2"/>
                  </a:moveTo>
                  <a:cubicBezTo>
                    <a:pt x="2" y="7"/>
                    <a:pt x="6" y="12"/>
                    <a:pt x="11" y="14"/>
                  </a:cubicBezTo>
                  <a:cubicBezTo>
                    <a:pt x="15" y="17"/>
                    <a:pt x="20" y="17"/>
                    <a:pt x="23" y="15"/>
                  </a:cubicBezTo>
                  <a:cubicBezTo>
                    <a:pt x="21" y="10"/>
                    <a:pt x="17" y="5"/>
                    <a:pt x="12" y="2"/>
                  </a:cubicBezTo>
                  <a:cubicBezTo>
                    <a:pt x="8" y="0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" name="Freeform 72">
              <a:extLst>
                <a:ext uri="{FF2B5EF4-FFF2-40B4-BE49-F238E27FC236}">
                  <a16:creationId xmlns:a16="http://schemas.microsoft.com/office/drawing/2014/main" id="{08AF6FED-ADC0-96DD-18A6-DEA78825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169" y="3010830"/>
              <a:ext cx="87009" cy="56951"/>
            </a:xfrm>
            <a:custGeom>
              <a:avLst/>
              <a:gdLst>
                <a:gd name="T0" fmla="*/ 11 w 23"/>
                <a:gd name="T1" fmla="*/ 12 h 15"/>
                <a:gd name="T2" fmla="*/ 0 w 23"/>
                <a:gd name="T3" fmla="*/ 0 h 15"/>
                <a:gd name="T4" fmla="*/ 23 w 23"/>
                <a:gd name="T5" fmla="*/ 13 h 15"/>
                <a:gd name="T6" fmla="*/ 11 w 23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11" y="12"/>
                  </a:moveTo>
                  <a:cubicBezTo>
                    <a:pt x="6" y="10"/>
                    <a:pt x="2" y="5"/>
                    <a:pt x="0" y="0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0" y="15"/>
                    <a:pt x="15" y="15"/>
                    <a:pt x="11" y="12"/>
                  </a:cubicBezTo>
                  <a:close/>
                </a:path>
              </a:pathLst>
            </a:custGeom>
            <a:solidFill>
              <a:srgbClr val="AD8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" name="Oval 73">
              <a:extLst>
                <a:ext uri="{FF2B5EF4-FFF2-40B4-BE49-F238E27FC236}">
                  <a16:creationId xmlns:a16="http://schemas.microsoft.com/office/drawing/2014/main" id="{8A76FFB5-E80B-03FC-FFD1-DCC11DABC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670" y="2969699"/>
              <a:ext cx="142378" cy="169272"/>
            </a:xfrm>
            <a:prstGeom prst="ellipse">
              <a:avLst/>
            </a:prstGeom>
            <a:solidFill>
              <a:srgbClr val="E2C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3" name="Freeform 74">
              <a:extLst>
                <a:ext uri="{FF2B5EF4-FFF2-40B4-BE49-F238E27FC236}">
                  <a16:creationId xmlns:a16="http://schemas.microsoft.com/office/drawing/2014/main" id="{D7BE2EAC-84A7-8EEB-D0AC-ADEC13A17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858" y="2969699"/>
              <a:ext cx="71190" cy="169272"/>
            </a:xfrm>
            <a:custGeom>
              <a:avLst/>
              <a:gdLst>
                <a:gd name="T0" fmla="*/ 19 w 19"/>
                <a:gd name="T1" fmla="*/ 23 h 45"/>
                <a:gd name="T2" fmla="*/ 0 w 19"/>
                <a:gd name="T3" fmla="*/ 0 h 45"/>
                <a:gd name="T4" fmla="*/ 0 w 19"/>
                <a:gd name="T5" fmla="*/ 45 h 45"/>
                <a:gd name="T6" fmla="*/ 19 w 19"/>
                <a:gd name="T7" fmla="*/ 2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5">
                  <a:moveTo>
                    <a:pt x="19" y="23"/>
                  </a:moveTo>
                  <a:cubicBezTo>
                    <a:pt x="19" y="10"/>
                    <a:pt x="10" y="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0" y="45"/>
                    <a:pt x="19" y="35"/>
                    <a:pt x="19" y="23"/>
                  </a:cubicBezTo>
                  <a:close/>
                </a:path>
              </a:pathLst>
            </a:custGeom>
            <a:solidFill>
              <a:srgbClr val="C69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4" name="Oval 75">
              <a:extLst>
                <a:ext uri="{FF2B5EF4-FFF2-40B4-BE49-F238E27FC236}">
                  <a16:creationId xmlns:a16="http://schemas.microsoft.com/office/drawing/2014/main" id="{E116CA1B-94E8-622E-F6DE-3BB45381B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800" y="3063036"/>
              <a:ext cx="14238" cy="1898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5" name="Oval 76">
              <a:extLst>
                <a:ext uri="{FF2B5EF4-FFF2-40B4-BE49-F238E27FC236}">
                  <a16:creationId xmlns:a16="http://schemas.microsoft.com/office/drawing/2014/main" id="{CAFEB199-C8F9-8C01-DD64-7904A91D0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3932" y="3063036"/>
              <a:ext cx="14238" cy="18984"/>
            </a:xfrm>
            <a:prstGeom prst="ellipse">
              <a:avLst/>
            </a:prstGeom>
            <a:solidFill>
              <a:srgbClr val="58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6" name="Oval 165">
              <a:extLst>
                <a:ext uri="{FF2B5EF4-FFF2-40B4-BE49-F238E27FC236}">
                  <a16:creationId xmlns:a16="http://schemas.microsoft.com/office/drawing/2014/main" id="{E2AE1FA3-2353-98E3-E8DC-530042B32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1248" y="1961982"/>
              <a:ext cx="230968" cy="2325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7" name="Oval 166">
              <a:extLst>
                <a:ext uri="{FF2B5EF4-FFF2-40B4-BE49-F238E27FC236}">
                  <a16:creationId xmlns:a16="http://schemas.microsoft.com/office/drawing/2014/main" id="{DD07F2A8-B038-935D-7723-6234538F8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110" y="2235664"/>
              <a:ext cx="131305" cy="13130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8" name="Freeform 201">
              <a:extLst>
                <a:ext uri="{FF2B5EF4-FFF2-40B4-BE49-F238E27FC236}">
                  <a16:creationId xmlns:a16="http://schemas.microsoft.com/office/drawing/2014/main" id="{56A21BB0-EAB4-BB82-DFD4-0D14B831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322" y="2670706"/>
              <a:ext cx="164526" cy="534707"/>
            </a:xfrm>
            <a:custGeom>
              <a:avLst/>
              <a:gdLst>
                <a:gd name="T0" fmla="*/ 0 w 104"/>
                <a:gd name="T1" fmla="*/ 338 h 338"/>
                <a:gd name="T2" fmla="*/ 104 w 104"/>
                <a:gd name="T3" fmla="*/ 338 h 338"/>
                <a:gd name="T4" fmla="*/ 99 w 104"/>
                <a:gd name="T5" fmla="*/ 0 h 338"/>
                <a:gd name="T6" fmla="*/ 2 w 104"/>
                <a:gd name="T7" fmla="*/ 0 h 338"/>
                <a:gd name="T8" fmla="*/ 0 w 104"/>
                <a:gd name="T9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38">
                  <a:moveTo>
                    <a:pt x="0" y="338"/>
                  </a:moveTo>
                  <a:lnTo>
                    <a:pt x="104" y="338"/>
                  </a:lnTo>
                  <a:lnTo>
                    <a:pt x="99" y="0"/>
                  </a:lnTo>
                  <a:lnTo>
                    <a:pt x="2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9" name="Freeform 202">
              <a:extLst>
                <a:ext uri="{FF2B5EF4-FFF2-40B4-BE49-F238E27FC236}">
                  <a16:creationId xmlns:a16="http://schemas.microsoft.com/office/drawing/2014/main" id="{AB3DDB6A-8E79-6657-A196-B96A93E78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584" y="2670706"/>
              <a:ext cx="82263" cy="534707"/>
            </a:xfrm>
            <a:custGeom>
              <a:avLst/>
              <a:gdLst>
                <a:gd name="T0" fmla="*/ 47 w 52"/>
                <a:gd name="T1" fmla="*/ 0 h 338"/>
                <a:gd name="T2" fmla="*/ 0 w 52"/>
                <a:gd name="T3" fmla="*/ 0 h 338"/>
                <a:gd name="T4" fmla="*/ 0 w 52"/>
                <a:gd name="T5" fmla="*/ 338 h 338"/>
                <a:gd name="T6" fmla="*/ 52 w 52"/>
                <a:gd name="T7" fmla="*/ 338 h 338"/>
                <a:gd name="T8" fmla="*/ 47 w 52"/>
                <a:gd name="T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38">
                  <a:moveTo>
                    <a:pt x="47" y="0"/>
                  </a:moveTo>
                  <a:lnTo>
                    <a:pt x="0" y="0"/>
                  </a:lnTo>
                  <a:lnTo>
                    <a:pt x="0" y="338"/>
                  </a:lnTo>
                  <a:lnTo>
                    <a:pt x="52" y="338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0" name="Freeform 203">
              <a:extLst>
                <a:ext uri="{FF2B5EF4-FFF2-40B4-BE49-F238E27FC236}">
                  <a16:creationId xmlns:a16="http://schemas.microsoft.com/office/drawing/2014/main" id="{18760CE2-92DB-A868-B9A3-D6C4A73AB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409" y="2670706"/>
              <a:ext cx="164526" cy="534707"/>
            </a:xfrm>
            <a:custGeom>
              <a:avLst/>
              <a:gdLst>
                <a:gd name="T0" fmla="*/ 0 w 104"/>
                <a:gd name="T1" fmla="*/ 338 h 338"/>
                <a:gd name="T2" fmla="*/ 104 w 104"/>
                <a:gd name="T3" fmla="*/ 338 h 338"/>
                <a:gd name="T4" fmla="*/ 100 w 104"/>
                <a:gd name="T5" fmla="*/ 0 h 338"/>
                <a:gd name="T6" fmla="*/ 5 w 104"/>
                <a:gd name="T7" fmla="*/ 0 h 338"/>
                <a:gd name="T8" fmla="*/ 0 w 104"/>
                <a:gd name="T9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38">
                  <a:moveTo>
                    <a:pt x="0" y="338"/>
                  </a:moveTo>
                  <a:lnTo>
                    <a:pt x="104" y="338"/>
                  </a:lnTo>
                  <a:lnTo>
                    <a:pt x="100" y="0"/>
                  </a:lnTo>
                  <a:lnTo>
                    <a:pt x="5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8B6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1" name="Freeform 204">
              <a:extLst>
                <a:ext uri="{FF2B5EF4-FFF2-40B4-BE49-F238E27FC236}">
                  <a16:creationId xmlns:a16="http://schemas.microsoft.com/office/drawing/2014/main" id="{DCD25B81-E8B4-2F81-464B-4CB174C9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672" y="2670706"/>
              <a:ext cx="82263" cy="534707"/>
            </a:xfrm>
            <a:custGeom>
              <a:avLst/>
              <a:gdLst>
                <a:gd name="T0" fmla="*/ 48 w 52"/>
                <a:gd name="T1" fmla="*/ 0 h 338"/>
                <a:gd name="T2" fmla="*/ 0 w 52"/>
                <a:gd name="T3" fmla="*/ 0 h 338"/>
                <a:gd name="T4" fmla="*/ 0 w 52"/>
                <a:gd name="T5" fmla="*/ 338 h 338"/>
                <a:gd name="T6" fmla="*/ 52 w 52"/>
                <a:gd name="T7" fmla="*/ 338 h 338"/>
                <a:gd name="T8" fmla="*/ 48 w 52"/>
                <a:gd name="T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38">
                  <a:moveTo>
                    <a:pt x="48" y="0"/>
                  </a:moveTo>
                  <a:lnTo>
                    <a:pt x="0" y="0"/>
                  </a:lnTo>
                  <a:lnTo>
                    <a:pt x="0" y="338"/>
                  </a:lnTo>
                  <a:lnTo>
                    <a:pt x="52" y="338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754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" name="Rectangle 206">
              <a:extLst>
                <a:ext uri="{FF2B5EF4-FFF2-40B4-BE49-F238E27FC236}">
                  <a16:creationId xmlns:a16="http://schemas.microsoft.com/office/drawing/2014/main" id="{A140560D-A9A9-5226-7A14-FEFF1EBAE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738" y="1792710"/>
              <a:ext cx="1809778" cy="933365"/>
            </a:xfrm>
            <a:prstGeom prst="rect">
              <a:avLst/>
            </a:prstGeom>
            <a:solidFill>
              <a:srgbClr val="C8F4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3" name="Rectangle 207">
              <a:extLst>
                <a:ext uri="{FF2B5EF4-FFF2-40B4-BE49-F238E27FC236}">
                  <a16:creationId xmlns:a16="http://schemas.microsoft.com/office/drawing/2014/main" id="{AC34A5A5-7288-8763-F704-6C6AA646C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4" name="Rectangle 208">
              <a:extLst>
                <a:ext uri="{FF2B5EF4-FFF2-40B4-BE49-F238E27FC236}">
                  <a16:creationId xmlns:a16="http://schemas.microsoft.com/office/drawing/2014/main" id="{F43C37B7-B7CD-9829-92B9-A98D3FC4A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5" name="Rectangle 209">
              <a:extLst>
                <a:ext uri="{FF2B5EF4-FFF2-40B4-BE49-F238E27FC236}">
                  <a16:creationId xmlns:a16="http://schemas.microsoft.com/office/drawing/2014/main" id="{0CCCE675-AF7B-4A84-97E6-2C723340C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1830678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6" name="Rectangle 210">
              <a:extLst>
                <a:ext uri="{FF2B5EF4-FFF2-40B4-BE49-F238E27FC236}">
                  <a16:creationId xmlns:a16="http://schemas.microsoft.com/office/drawing/2014/main" id="{25618CAC-1F81-2E49-AD08-F70CF9EFE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7" name="Rectangle 211">
              <a:extLst>
                <a:ext uri="{FF2B5EF4-FFF2-40B4-BE49-F238E27FC236}">
                  <a16:creationId xmlns:a16="http://schemas.microsoft.com/office/drawing/2014/main" id="{4A456C2A-67E8-8018-D7C8-503E37FFF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8" name="Rectangle 212">
              <a:extLst>
                <a:ext uri="{FF2B5EF4-FFF2-40B4-BE49-F238E27FC236}">
                  <a16:creationId xmlns:a16="http://schemas.microsoft.com/office/drawing/2014/main" id="{7C0F2BBA-7F90-C5DC-2AE6-2FD79A3F5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041081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9" name="Rectangle 213">
              <a:extLst>
                <a:ext uri="{FF2B5EF4-FFF2-40B4-BE49-F238E27FC236}">
                  <a16:creationId xmlns:a16="http://schemas.microsoft.com/office/drawing/2014/main" id="{ACD962DA-2650-2E21-6BA1-E7B4EE5AA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0" name="Rectangle 214">
              <a:extLst>
                <a:ext uri="{FF2B5EF4-FFF2-40B4-BE49-F238E27FC236}">
                  <a16:creationId xmlns:a16="http://schemas.microsoft.com/office/drawing/2014/main" id="{F2B066D1-3A7F-202C-CB08-63298FF8C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1" name="Rectangle 215">
              <a:extLst>
                <a:ext uri="{FF2B5EF4-FFF2-40B4-BE49-F238E27FC236}">
                  <a16:creationId xmlns:a16="http://schemas.microsoft.com/office/drawing/2014/main" id="{0B310F8D-047F-288E-6617-8C6BF6407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249902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" name="Rectangle 216">
              <a:extLst>
                <a:ext uri="{FF2B5EF4-FFF2-40B4-BE49-F238E27FC236}">
                  <a16:creationId xmlns:a16="http://schemas.microsoft.com/office/drawing/2014/main" id="{C212A68B-8535-1240-5C88-322289B95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706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3" name="Rectangle 217">
              <a:extLst>
                <a:ext uri="{FF2B5EF4-FFF2-40B4-BE49-F238E27FC236}">
                  <a16:creationId xmlns:a16="http://schemas.microsoft.com/office/drawing/2014/main" id="{2E0B965E-FD70-0533-2400-E54B7CECB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692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4" name="Rectangle 218">
              <a:extLst>
                <a:ext uri="{FF2B5EF4-FFF2-40B4-BE49-F238E27FC236}">
                  <a16:creationId xmlns:a16="http://schemas.microsoft.com/office/drawing/2014/main" id="{8A78A344-A4F4-C43C-E98F-5B2BC7316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425" y="2460303"/>
              <a:ext cx="534707" cy="172435"/>
            </a:xfrm>
            <a:prstGeom prst="rect">
              <a:avLst/>
            </a:prstGeom>
            <a:solidFill>
              <a:srgbClr val="33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5" name="Rectangle 219">
              <a:extLst>
                <a:ext uri="{FF2B5EF4-FFF2-40B4-BE49-F238E27FC236}">
                  <a16:creationId xmlns:a16="http://schemas.microsoft.com/office/drawing/2014/main" id="{326D5165-AAF0-3802-F7CF-F13C724A1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738" y="2684944"/>
              <a:ext cx="1809778" cy="41131"/>
            </a:xfrm>
            <a:prstGeom prst="rect">
              <a:avLst/>
            </a:prstGeom>
            <a:solidFill>
              <a:srgbClr val="448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84" name="组合 83">
              <a:extLst>
                <a:ext uri="{FF2B5EF4-FFF2-40B4-BE49-F238E27FC236}">
                  <a16:creationId xmlns:a16="http://schemas.microsoft.com/office/drawing/2014/main" id="{5B48DD98-B6F2-D795-5346-E5B0ADE6A1BE}"/>
                </a:ext>
              </a:extLst>
            </p:cNvPr>
            <p:cNvGrpSpPr/>
            <p:nvPr/>
          </p:nvGrpSpPr>
          <p:grpSpPr>
            <a:xfrm>
              <a:off x="1366342" y="2410097"/>
              <a:ext cx="87754" cy="1594635"/>
              <a:chOff x="1631827" y="5041766"/>
              <a:chExt cx="186431" cy="3387760"/>
            </a:xfrm>
          </p:grpSpPr>
          <p:grpSp>
            <p:nvGrpSpPr>
              <p:cNvPr id="1134" name="组合 1133">
                <a:extLst>
                  <a:ext uri="{FF2B5EF4-FFF2-40B4-BE49-F238E27FC236}">
                    <a16:creationId xmlns:a16="http://schemas.microsoft.com/office/drawing/2014/main" id="{E1879952-24E9-3528-6053-37FBBA56C27E}"/>
                  </a:ext>
                </a:extLst>
              </p:cNvPr>
              <p:cNvGrpSpPr/>
              <p:nvPr/>
            </p:nvGrpSpPr>
            <p:grpSpPr>
              <a:xfrm>
                <a:off x="1631827" y="5041766"/>
                <a:ext cx="182898" cy="1702403"/>
                <a:chOff x="1631827" y="5041766"/>
                <a:chExt cx="182898" cy="1702403"/>
              </a:xfrm>
            </p:grpSpPr>
            <p:sp>
              <p:nvSpPr>
                <p:cNvPr id="1141" name="Freeform 167">
                  <a:extLst>
                    <a:ext uri="{FF2B5EF4-FFF2-40B4-BE49-F238E27FC236}">
                      <a16:creationId xmlns:a16="http://schemas.microsoft.com/office/drawing/2014/main" id="{68486766-0E1C-4AE8-DB91-4B771BDA60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5041766"/>
                  <a:ext cx="182898" cy="1702403"/>
                </a:xfrm>
                <a:custGeom>
                  <a:avLst/>
                  <a:gdLst>
                    <a:gd name="T0" fmla="*/ 9 w 49"/>
                    <a:gd name="T1" fmla="*/ 0 h 483"/>
                    <a:gd name="T2" fmla="*/ 0 w 49"/>
                    <a:gd name="T3" fmla="*/ 483 h 483"/>
                    <a:gd name="T4" fmla="*/ 49 w 49"/>
                    <a:gd name="T5" fmla="*/ 483 h 483"/>
                    <a:gd name="T6" fmla="*/ 40 w 49"/>
                    <a:gd name="T7" fmla="*/ 0 h 483"/>
                    <a:gd name="T8" fmla="*/ 9 w 49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83">
                      <a:moveTo>
                        <a:pt x="9" y="0"/>
                      </a:moveTo>
                      <a:lnTo>
                        <a:pt x="0" y="483"/>
                      </a:lnTo>
                      <a:lnTo>
                        <a:pt x="49" y="483"/>
                      </a:lnTo>
                      <a:lnTo>
                        <a:pt x="40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42" name="Freeform 168">
                  <a:extLst>
                    <a:ext uri="{FF2B5EF4-FFF2-40B4-BE49-F238E27FC236}">
                      <a16:creationId xmlns:a16="http://schemas.microsoft.com/office/drawing/2014/main" id="{E26B048F-B6D5-AD50-002C-A715C6EEC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5041766"/>
                  <a:ext cx="85851" cy="1702403"/>
                </a:xfrm>
                <a:custGeom>
                  <a:avLst/>
                  <a:gdLst>
                    <a:gd name="T0" fmla="*/ 0 w 23"/>
                    <a:gd name="T1" fmla="*/ 0 h 483"/>
                    <a:gd name="T2" fmla="*/ 0 w 23"/>
                    <a:gd name="T3" fmla="*/ 483 h 483"/>
                    <a:gd name="T4" fmla="*/ 23 w 23"/>
                    <a:gd name="T5" fmla="*/ 483 h 483"/>
                    <a:gd name="T6" fmla="*/ 14 w 23"/>
                    <a:gd name="T7" fmla="*/ 0 h 483"/>
                    <a:gd name="T8" fmla="*/ 0 w 23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83">
                      <a:moveTo>
                        <a:pt x="0" y="0"/>
                      </a:moveTo>
                      <a:lnTo>
                        <a:pt x="0" y="483"/>
                      </a:lnTo>
                      <a:lnTo>
                        <a:pt x="23" y="483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43" name="Freeform 169">
                  <a:extLst>
                    <a:ext uri="{FF2B5EF4-FFF2-40B4-BE49-F238E27FC236}">
                      <a16:creationId xmlns:a16="http://schemas.microsoft.com/office/drawing/2014/main" id="{5932731A-CA10-BC8D-653D-9EDEB5D07F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6409326"/>
                  <a:ext cx="182898" cy="334843"/>
                </a:xfrm>
                <a:custGeom>
                  <a:avLst/>
                  <a:gdLst>
                    <a:gd name="T0" fmla="*/ 0 w 49"/>
                    <a:gd name="T1" fmla="*/ 95 h 95"/>
                    <a:gd name="T2" fmla="*/ 49 w 49"/>
                    <a:gd name="T3" fmla="*/ 95 h 95"/>
                    <a:gd name="T4" fmla="*/ 47 w 49"/>
                    <a:gd name="T5" fmla="*/ 0 h 95"/>
                    <a:gd name="T6" fmla="*/ 2 w 49"/>
                    <a:gd name="T7" fmla="*/ 0 h 95"/>
                    <a:gd name="T8" fmla="*/ 0 w 49"/>
                    <a:gd name="T9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95">
                      <a:moveTo>
                        <a:pt x="0" y="95"/>
                      </a:moveTo>
                      <a:lnTo>
                        <a:pt x="49" y="95"/>
                      </a:lnTo>
                      <a:lnTo>
                        <a:pt x="47" y="0"/>
                      </a:lnTo>
                      <a:lnTo>
                        <a:pt x="2" y="0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44" name="Freeform 170">
                  <a:extLst>
                    <a:ext uri="{FF2B5EF4-FFF2-40B4-BE49-F238E27FC236}">
                      <a16:creationId xmlns:a16="http://schemas.microsoft.com/office/drawing/2014/main" id="{D9AE219B-90A4-244D-21BE-E3F859648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6409326"/>
                  <a:ext cx="85851" cy="334843"/>
                </a:xfrm>
                <a:custGeom>
                  <a:avLst/>
                  <a:gdLst>
                    <a:gd name="T0" fmla="*/ 21 w 23"/>
                    <a:gd name="T1" fmla="*/ 0 h 95"/>
                    <a:gd name="T2" fmla="*/ 0 w 23"/>
                    <a:gd name="T3" fmla="*/ 0 h 95"/>
                    <a:gd name="T4" fmla="*/ 0 w 23"/>
                    <a:gd name="T5" fmla="*/ 95 h 95"/>
                    <a:gd name="T6" fmla="*/ 23 w 23"/>
                    <a:gd name="T7" fmla="*/ 95 h 95"/>
                    <a:gd name="T8" fmla="*/ 21 w 23"/>
                    <a:gd name="T9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5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95"/>
                      </a:lnTo>
                      <a:lnTo>
                        <a:pt x="23" y="95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45" name="Rectangle 171">
                  <a:extLst>
                    <a:ext uri="{FF2B5EF4-FFF2-40B4-BE49-F238E27FC236}">
                      <a16:creationId xmlns:a16="http://schemas.microsoft.com/office/drawing/2014/main" id="{55806EAB-7B48-A286-A85F-DA2CF8F276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9293" y="6285967"/>
                  <a:ext cx="167969" cy="49345"/>
                </a:xfrm>
                <a:prstGeom prst="rect">
                  <a:avLst/>
                </a:pr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1135" name="组合 1134">
                <a:extLst>
                  <a:ext uri="{FF2B5EF4-FFF2-40B4-BE49-F238E27FC236}">
                    <a16:creationId xmlns:a16="http://schemas.microsoft.com/office/drawing/2014/main" id="{28C10069-81A4-81AF-F8B9-65948D358DD1}"/>
                  </a:ext>
                </a:extLst>
              </p:cNvPr>
              <p:cNvGrpSpPr/>
              <p:nvPr/>
            </p:nvGrpSpPr>
            <p:grpSpPr>
              <a:xfrm flipV="1">
                <a:off x="1635360" y="6727123"/>
                <a:ext cx="182898" cy="1702403"/>
                <a:chOff x="1631827" y="5041766"/>
                <a:chExt cx="182898" cy="1702403"/>
              </a:xfrm>
              <a:noFill/>
            </p:grpSpPr>
            <p:sp>
              <p:nvSpPr>
                <p:cNvPr id="1136" name="Freeform 167">
                  <a:extLst>
                    <a:ext uri="{FF2B5EF4-FFF2-40B4-BE49-F238E27FC236}">
                      <a16:creationId xmlns:a16="http://schemas.microsoft.com/office/drawing/2014/main" id="{2F0AE828-99D5-C8D5-1203-4E010012A5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5041766"/>
                  <a:ext cx="182898" cy="1702403"/>
                </a:xfrm>
                <a:custGeom>
                  <a:avLst/>
                  <a:gdLst>
                    <a:gd name="T0" fmla="*/ 9 w 49"/>
                    <a:gd name="T1" fmla="*/ 0 h 483"/>
                    <a:gd name="T2" fmla="*/ 0 w 49"/>
                    <a:gd name="T3" fmla="*/ 483 h 483"/>
                    <a:gd name="T4" fmla="*/ 49 w 49"/>
                    <a:gd name="T5" fmla="*/ 483 h 483"/>
                    <a:gd name="T6" fmla="*/ 40 w 49"/>
                    <a:gd name="T7" fmla="*/ 0 h 483"/>
                    <a:gd name="T8" fmla="*/ 9 w 49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83">
                      <a:moveTo>
                        <a:pt x="9" y="0"/>
                      </a:moveTo>
                      <a:lnTo>
                        <a:pt x="0" y="483"/>
                      </a:lnTo>
                      <a:lnTo>
                        <a:pt x="49" y="483"/>
                      </a:lnTo>
                      <a:lnTo>
                        <a:pt x="40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37" name="Freeform 168">
                  <a:extLst>
                    <a:ext uri="{FF2B5EF4-FFF2-40B4-BE49-F238E27FC236}">
                      <a16:creationId xmlns:a16="http://schemas.microsoft.com/office/drawing/2014/main" id="{78AE9527-CF91-2FDB-0165-5DEA64AF57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5041766"/>
                  <a:ext cx="85851" cy="1702403"/>
                </a:xfrm>
                <a:custGeom>
                  <a:avLst/>
                  <a:gdLst>
                    <a:gd name="T0" fmla="*/ 0 w 23"/>
                    <a:gd name="T1" fmla="*/ 0 h 483"/>
                    <a:gd name="T2" fmla="*/ 0 w 23"/>
                    <a:gd name="T3" fmla="*/ 483 h 483"/>
                    <a:gd name="T4" fmla="*/ 23 w 23"/>
                    <a:gd name="T5" fmla="*/ 483 h 483"/>
                    <a:gd name="T6" fmla="*/ 14 w 23"/>
                    <a:gd name="T7" fmla="*/ 0 h 483"/>
                    <a:gd name="T8" fmla="*/ 0 w 23"/>
                    <a:gd name="T9" fmla="*/ 0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83">
                      <a:moveTo>
                        <a:pt x="0" y="0"/>
                      </a:moveTo>
                      <a:lnTo>
                        <a:pt x="0" y="483"/>
                      </a:lnTo>
                      <a:lnTo>
                        <a:pt x="23" y="483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38" name="Freeform 169">
                  <a:extLst>
                    <a:ext uri="{FF2B5EF4-FFF2-40B4-BE49-F238E27FC236}">
                      <a16:creationId xmlns:a16="http://schemas.microsoft.com/office/drawing/2014/main" id="{AA02BA57-4906-2FA3-5EBF-1663699B76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1827" y="6409326"/>
                  <a:ext cx="182898" cy="334843"/>
                </a:xfrm>
                <a:custGeom>
                  <a:avLst/>
                  <a:gdLst>
                    <a:gd name="T0" fmla="*/ 0 w 49"/>
                    <a:gd name="T1" fmla="*/ 95 h 95"/>
                    <a:gd name="T2" fmla="*/ 49 w 49"/>
                    <a:gd name="T3" fmla="*/ 95 h 95"/>
                    <a:gd name="T4" fmla="*/ 47 w 49"/>
                    <a:gd name="T5" fmla="*/ 0 h 95"/>
                    <a:gd name="T6" fmla="*/ 2 w 49"/>
                    <a:gd name="T7" fmla="*/ 0 h 95"/>
                    <a:gd name="T8" fmla="*/ 0 w 49"/>
                    <a:gd name="T9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95">
                      <a:moveTo>
                        <a:pt x="0" y="95"/>
                      </a:moveTo>
                      <a:lnTo>
                        <a:pt x="49" y="95"/>
                      </a:lnTo>
                      <a:lnTo>
                        <a:pt x="47" y="0"/>
                      </a:lnTo>
                      <a:lnTo>
                        <a:pt x="2" y="0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39" name="Freeform 170">
                  <a:extLst>
                    <a:ext uri="{FF2B5EF4-FFF2-40B4-BE49-F238E27FC236}">
                      <a16:creationId xmlns:a16="http://schemas.microsoft.com/office/drawing/2014/main" id="{D1C3E5BD-E97C-D6DB-E04F-A5CBD83E97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8874" y="6409326"/>
                  <a:ext cx="85851" cy="334843"/>
                </a:xfrm>
                <a:custGeom>
                  <a:avLst/>
                  <a:gdLst>
                    <a:gd name="T0" fmla="*/ 21 w 23"/>
                    <a:gd name="T1" fmla="*/ 0 h 95"/>
                    <a:gd name="T2" fmla="*/ 0 w 23"/>
                    <a:gd name="T3" fmla="*/ 0 h 95"/>
                    <a:gd name="T4" fmla="*/ 0 w 23"/>
                    <a:gd name="T5" fmla="*/ 95 h 95"/>
                    <a:gd name="T6" fmla="*/ 23 w 23"/>
                    <a:gd name="T7" fmla="*/ 95 h 95"/>
                    <a:gd name="T8" fmla="*/ 21 w 23"/>
                    <a:gd name="T9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5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95"/>
                      </a:lnTo>
                      <a:lnTo>
                        <a:pt x="23" y="95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40" name="Rectangle 171">
                  <a:extLst>
                    <a:ext uri="{FF2B5EF4-FFF2-40B4-BE49-F238E27FC236}">
                      <a16:creationId xmlns:a16="http://schemas.microsoft.com/office/drawing/2014/main" id="{F6BB89FC-C975-BABD-0C68-8F71FCD1F5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9293" y="6285967"/>
                  <a:ext cx="167969" cy="4934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85" name="组合 84">
              <a:extLst>
                <a:ext uri="{FF2B5EF4-FFF2-40B4-BE49-F238E27FC236}">
                  <a16:creationId xmlns:a16="http://schemas.microsoft.com/office/drawing/2014/main" id="{4AF416C4-20BA-F24B-6C9C-BF49169C3663}"/>
                </a:ext>
              </a:extLst>
            </p:cNvPr>
            <p:cNvGrpSpPr/>
            <p:nvPr/>
          </p:nvGrpSpPr>
          <p:grpSpPr>
            <a:xfrm>
              <a:off x="1012618" y="1962149"/>
              <a:ext cx="137621" cy="2490931"/>
              <a:chOff x="880349" y="4090112"/>
              <a:chExt cx="292372" cy="5291916"/>
            </a:xfrm>
          </p:grpSpPr>
          <p:grpSp>
            <p:nvGrpSpPr>
              <p:cNvPr id="1122" name="组合 1121">
                <a:extLst>
                  <a:ext uri="{FF2B5EF4-FFF2-40B4-BE49-F238E27FC236}">
                    <a16:creationId xmlns:a16="http://schemas.microsoft.com/office/drawing/2014/main" id="{9FC9D281-D8FA-1400-FCB0-19B01FBCBB46}"/>
                  </a:ext>
                </a:extLst>
              </p:cNvPr>
              <p:cNvGrpSpPr/>
              <p:nvPr/>
            </p:nvGrpSpPr>
            <p:grpSpPr>
              <a:xfrm>
                <a:off x="881579" y="4090112"/>
                <a:ext cx="291142" cy="2654059"/>
                <a:chOff x="881579" y="4090112"/>
                <a:chExt cx="291142" cy="2654059"/>
              </a:xfrm>
            </p:grpSpPr>
            <p:sp>
              <p:nvSpPr>
                <p:cNvPr id="1129" name="Freeform 184">
                  <a:extLst>
                    <a:ext uri="{FF2B5EF4-FFF2-40B4-BE49-F238E27FC236}">
                      <a16:creationId xmlns:a16="http://schemas.microsoft.com/office/drawing/2014/main" id="{7D3FA338-172E-A6B7-B32F-9A26FD8246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4090112"/>
                  <a:ext cx="291142" cy="2654057"/>
                </a:xfrm>
                <a:custGeom>
                  <a:avLst/>
                  <a:gdLst>
                    <a:gd name="T0" fmla="*/ 16 w 78"/>
                    <a:gd name="T1" fmla="*/ 0 h 753"/>
                    <a:gd name="T2" fmla="*/ 0 w 78"/>
                    <a:gd name="T3" fmla="*/ 753 h 753"/>
                    <a:gd name="T4" fmla="*/ 78 w 78"/>
                    <a:gd name="T5" fmla="*/ 753 h 753"/>
                    <a:gd name="T6" fmla="*/ 61 w 78"/>
                    <a:gd name="T7" fmla="*/ 0 h 753"/>
                    <a:gd name="T8" fmla="*/ 16 w 78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753">
                      <a:moveTo>
                        <a:pt x="16" y="0"/>
                      </a:moveTo>
                      <a:lnTo>
                        <a:pt x="0" y="753"/>
                      </a:lnTo>
                      <a:lnTo>
                        <a:pt x="78" y="753"/>
                      </a:lnTo>
                      <a:lnTo>
                        <a:pt x="6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30" name="Freeform 185">
                  <a:extLst>
                    <a:ext uri="{FF2B5EF4-FFF2-40B4-BE49-F238E27FC236}">
                      <a16:creationId xmlns:a16="http://schemas.microsoft.com/office/drawing/2014/main" id="{1DBDA6E9-1E49-5C36-EAC0-53A1FF4D0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4090112"/>
                  <a:ext cx="149304" cy="2654057"/>
                </a:xfrm>
                <a:custGeom>
                  <a:avLst/>
                  <a:gdLst>
                    <a:gd name="T0" fmla="*/ 0 w 40"/>
                    <a:gd name="T1" fmla="*/ 0 h 753"/>
                    <a:gd name="T2" fmla="*/ 0 w 40"/>
                    <a:gd name="T3" fmla="*/ 753 h 753"/>
                    <a:gd name="T4" fmla="*/ 40 w 40"/>
                    <a:gd name="T5" fmla="*/ 753 h 753"/>
                    <a:gd name="T6" fmla="*/ 23 w 40"/>
                    <a:gd name="T7" fmla="*/ 0 h 753"/>
                    <a:gd name="T8" fmla="*/ 0 w 40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753">
                      <a:moveTo>
                        <a:pt x="0" y="0"/>
                      </a:moveTo>
                      <a:lnTo>
                        <a:pt x="0" y="753"/>
                      </a:lnTo>
                      <a:lnTo>
                        <a:pt x="40" y="753"/>
                      </a:lnTo>
                      <a:lnTo>
                        <a:pt x="2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31" name="Freeform 186">
                  <a:extLst>
                    <a:ext uri="{FF2B5EF4-FFF2-40B4-BE49-F238E27FC236}">
                      <a16:creationId xmlns:a16="http://schemas.microsoft.com/office/drawing/2014/main" id="{BEC8B19B-F989-570E-8DB2-18B0615DBB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6226047"/>
                  <a:ext cx="291142" cy="518124"/>
                </a:xfrm>
                <a:custGeom>
                  <a:avLst/>
                  <a:gdLst>
                    <a:gd name="T0" fmla="*/ 0 w 78"/>
                    <a:gd name="T1" fmla="*/ 147 h 147"/>
                    <a:gd name="T2" fmla="*/ 78 w 78"/>
                    <a:gd name="T3" fmla="*/ 147 h 147"/>
                    <a:gd name="T4" fmla="*/ 73 w 78"/>
                    <a:gd name="T5" fmla="*/ 0 h 147"/>
                    <a:gd name="T6" fmla="*/ 2 w 78"/>
                    <a:gd name="T7" fmla="*/ 0 h 147"/>
                    <a:gd name="T8" fmla="*/ 0 w 78"/>
                    <a:gd name="T9" fmla="*/ 14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47">
                      <a:moveTo>
                        <a:pt x="0" y="147"/>
                      </a:moveTo>
                      <a:lnTo>
                        <a:pt x="78" y="147"/>
                      </a:lnTo>
                      <a:lnTo>
                        <a:pt x="73" y="0"/>
                      </a:lnTo>
                      <a:lnTo>
                        <a:pt x="2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32" name="Freeform 187">
                  <a:extLst>
                    <a:ext uri="{FF2B5EF4-FFF2-40B4-BE49-F238E27FC236}">
                      <a16:creationId xmlns:a16="http://schemas.microsoft.com/office/drawing/2014/main" id="{B7DEDAE3-1CD1-7C9B-0CA8-150E07916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6226047"/>
                  <a:ext cx="149304" cy="518124"/>
                </a:xfrm>
                <a:custGeom>
                  <a:avLst/>
                  <a:gdLst>
                    <a:gd name="T0" fmla="*/ 35 w 40"/>
                    <a:gd name="T1" fmla="*/ 0 h 147"/>
                    <a:gd name="T2" fmla="*/ 0 w 40"/>
                    <a:gd name="T3" fmla="*/ 0 h 147"/>
                    <a:gd name="T4" fmla="*/ 0 w 40"/>
                    <a:gd name="T5" fmla="*/ 147 h 147"/>
                    <a:gd name="T6" fmla="*/ 40 w 40"/>
                    <a:gd name="T7" fmla="*/ 147 h 147"/>
                    <a:gd name="T8" fmla="*/ 35 w 40"/>
                    <a:gd name="T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47">
                      <a:moveTo>
                        <a:pt x="35" y="0"/>
                      </a:moveTo>
                      <a:lnTo>
                        <a:pt x="0" y="0"/>
                      </a:lnTo>
                      <a:lnTo>
                        <a:pt x="0" y="147"/>
                      </a:lnTo>
                      <a:lnTo>
                        <a:pt x="40" y="14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33" name="Freeform 188">
                  <a:extLst>
                    <a:ext uri="{FF2B5EF4-FFF2-40B4-BE49-F238E27FC236}">
                      <a16:creationId xmlns:a16="http://schemas.microsoft.com/office/drawing/2014/main" id="{FFCF925A-9FFB-F831-7609-7C54475D0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044" y="6035715"/>
                  <a:ext cx="265014" cy="66970"/>
                </a:xfrm>
                <a:custGeom>
                  <a:avLst/>
                  <a:gdLst>
                    <a:gd name="T0" fmla="*/ 0 w 71"/>
                    <a:gd name="T1" fmla="*/ 19 h 19"/>
                    <a:gd name="T2" fmla="*/ 71 w 71"/>
                    <a:gd name="T3" fmla="*/ 19 h 19"/>
                    <a:gd name="T4" fmla="*/ 71 w 71"/>
                    <a:gd name="T5" fmla="*/ 0 h 19"/>
                    <a:gd name="T6" fmla="*/ 2 w 71"/>
                    <a:gd name="T7" fmla="*/ 0 h 19"/>
                    <a:gd name="T8" fmla="*/ 0 w 71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1" h="19">
                      <a:moveTo>
                        <a:pt x="0" y="19"/>
                      </a:moveTo>
                      <a:lnTo>
                        <a:pt x="71" y="19"/>
                      </a:lnTo>
                      <a:lnTo>
                        <a:pt x="71" y="0"/>
                      </a:lnTo>
                      <a:lnTo>
                        <a:pt x="2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1123" name="组合 1122">
                <a:extLst>
                  <a:ext uri="{FF2B5EF4-FFF2-40B4-BE49-F238E27FC236}">
                    <a16:creationId xmlns:a16="http://schemas.microsoft.com/office/drawing/2014/main" id="{3B137F5F-6BFA-A5DF-EF62-F6560A51CAF6}"/>
                  </a:ext>
                </a:extLst>
              </p:cNvPr>
              <p:cNvGrpSpPr/>
              <p:nvPr/>
            </p:nvGrpSpPr>
            <p:grpSpPr>
              <a:xfrm flipV="1">
                <a:off x="880349" y="6727969"/>
                <a:ext cx="291142" cy="2654059"/>
                <a:chOff x="881579" y="4090112"/>
                <a:chExt cx="291142" cy="2654059"/>
              </a:xfrm>
              <a:noFill/>
            </p:grpSpPr>
            <p:sp>
              <p:nvSpPr>
                <p:cNvPr id="1124" name="Freeform 184">
                  <a:extLst>
                    <a:ext uri="{FF2B5EF4-FFF2-40B4-BE49-F238E27FC236}">
                      <a16:creationId xmlns:a16="http://schemas.microsoft.com/office/drawing/2014/main" id="{0DDEE064-0420-3CBF-2875-B48AD4436C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4090112"/>
                  <a:ext cx="291142" cy="2654057"/>
                </a:xfrm>
                <a:custGeom>
                  <a:avLst/>
                  <a:gdLst>
                    <a:gd name="T0" fmla="*/ 16 w 78"/>
                    <a:gd name="T1" fmla="*/ 0 h 753"/>
                    <a:gd name="T2" fmla="*/ 0 w 78"/>
                    <a:gd name="T3" fmla="*/ 753 h 753"/>
                    <a:gd name="T4" fmla="*/ 78 w 78"/>
                    <a:gd name="T5" fmla="*/ 753 h 753"/>
                    <a:gd name="T6" fmla="*/ 61 w 78"/>
                    <a:gd name="T7" fmla="*/ 0 h 753"/>
                    <a:gd name="T8" fmla="*/ 16 w 78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753">
                      <a:moveTo>
                        <a:pt x="16" y="0"/>
                      </a:moveTo>
                      <a:lnTo>
                        <a:pt x="0" y="753"/>
                      </a:lnTo>
                      <a:lnTo>
                        <a:pt x="78" y="753"/>
                      </a:lnTo>
                      <a:lnTo>
                        <a:pt x="6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25" name="Freeform 185">
                  <a:extLst>
                    <a:ext uri="{FF2B5EF4-FFF2-40B4-BE49-F238E27FC236}">
                      <a16:creationId xmlns:a16="http://schemas.microsoft.com/office/drawing/2014/main" id="{3F4B3021-5E42-DA5C-679E-F48BFDD49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4090112"/>
                  <a:ext cx="149304" cy="2654057"/>
                </a:xfrm>
                <a:custGeom>
                  <a:avLst/>
                  <a:gdLst>
                    <a:gd name="T0" fmla="*/ 0 w 40"/>
                    <a:gd name="T1" fmla="*/ 0 h 753"/>
                    <a:gd name="T2" fmla="*/ 0 w 40"/>
                    <a:gd name="T3" fmla="*/ 753 h 753"/>
                    <a:gd name="T4" fmla="*/ 40 w 40"/>
                    <a:gd name="T5" fmla="*/ 753 h 753"/>
                    <a:gd name="T6" fmla="*/ 23 w 40"/>
                    <a:gd name="T7" fmla="*/ 0 h 753"/>
                    <a:gd name="T8" fmla="*/ 0 w 40"/>
                    <a:gd name="T9" fmla="*/ 0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753">
                      <a:moveTo>
                        <a:pt x="0" y="0"/>
                      </a:moveTo>
                      <a:lnTo>
                        <a:pt x="0" y="753"/>
                      </a:lnTo>
                      <a:lnTo>
                        <a:pt x="40" y="753"/>
                      </a:lnTo>
                      <a:lnTo>
                        <a:pt x="2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26" name="Freeform 186">
                  <a:extLst>
                    <a:ext uri="{FF2B5EF4-FFF2-40B4-BE49-F238E27FC236}">
                      <a16:creationId xmlns:a16="http://schemas.microsoft.com/office/drawing/2014/main" id="{BFC54228-B610-8B3B-3C8C-874F4F9AD2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1579" y="6226047"/>
                  <a:ext cx="291142" cy="518124"/>
                </a:xfrm>
                <a:custGeom>
                  <a:avLst/>
                  <a:gdLst>
                    <a:gd name="T0" fmla="*/ 0 w 78"/>
                    <a:gd name="T1" fmla="*/ 147 h 147"/>
                    <a:gd name="T2" fmla="*/ 78 w 78"/>
                    <a:gd name="T3" fmla="*/ 147 h 147"/>
                    <a:gd name="T4" fmla="*/ 73 w 78"/>
                    <a:gd name="T5" fmla="*/ 0 h 147"/>
                    <a:gd name="T6" fmla="*/ 2 w 78"/>
                    <a:gd name="T7" fmla="*/ 0 h 147"/>
                    <a:gd name="T8" fmla="*/ 0 w 78"/>
                    <a:gd name="T9" fmla="*/ 14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47">
                      <a:moveTo>
                        <a:pt x="0" y="147"/>
                      </a:moveTo>
                      <a:lnTo>
                        <a:pt x="78" y="147"/>
                      </a:lnTo>
                      <a:lnTo>
                        <a:pt x="73" y="0"/>
                      </a:lnTo>
                      <a:lnTo>
                        <a:pt x="2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27" name="Freeform 187">
                  <a:extLst>
                    <a:ext uri="{FF2B5EF4-FFF2-40B4-BE49-F238E27FC236}">
                      <a16:creationId xmlns:a16="http://schemas.microsoft.com/office/drawing/2014/main" id="{3585336A-A4B6-BCF4-F8F7-0F79C33BC5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6226047"/>
                  <a:ext cx="149304" cy="518124"/>
                </a:xfrm>
                <a:custGeom>
                  <a:avLst/>
                  <a:gdLst>
                    <a:gd name="T0" fmla="*/ 35 w 40"/>
                    <a:gd name="T1" fmla="*/ 0 h 147"/>
                    <a:gd name="T2" fmla="*/ 0 w 40"/>
                    <a:gd name="T3" fmla="*/ 0 h 147"/>
                    <a:gd name="T4" fmla="*/ 0 w 40"/>
                    <a:gd name="T5" fmla="*/ 147 h 147"/>
                    <a:gd name="T6" fmla="*/ 40 w 40"/>
                    <a:gd name="T7" fmla="*/ 147 h 147"/>
                    <a:gd name="T8" fmla="*/ 35 w 40"/>
                    <a:gd name="T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47">
                      <a:moveTo>
                        <a:pt x="35" y="0"/>
                      </a:moveTo>
                      <a:lnTo>
                        <a:pt x="0" y="0"/>
                      </a:lnTo>
                      <a:lnTo>
                        <a:pt x="0" y="147"/>
                      </a:lnTo>
                      <a:lnTo>
                        <a:pt x="40" y="14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28" name="Freeform 188">
                  <a:extLst>
                    <a:ext uri="{FF2B5EF4-FFF2-40B4-BE49-F238E27FC236}">
                      <a16:creationId xmlns:a16="http://schemas.microsoft.com/office/drawing/2014/main" id="{144BC68E-36D8-0401-FBB0-C83239CC5D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044" y="6035715"/>
                  <a:ext cx="265014" cy="66970"/>
                </a:xfrm>
                <a:custGeom>
                  <a:avLst/>
                  <a:gdLst>
                    <a:gd name="T0" fmla="*/ 0 w 71"/>
                    <a:gd name="T1" fmla="*/ 19 h 19"/>
                    <a:gd name="T2" fmla="*/ 71 w 71"/>
                    <a:gd name="T3" fmla="*/ 19 h 19"/>
                    <a:gd name="T4" fmla="*/ 71 w 71"/>
                    <a:gd name="T5" fmla="*/ 0 h 19"/>
                    <a:gd name="T6" fmla="*/ 2 w 71"/>
                    <a:gd name="T7" fmla="*/ 0 h 19"/>
                    <a:gd name="T8" fmla="*/ 0 w 71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1" h="19">
                      <a:moveTo>
                        <a:pt x="0" y="19"/>
                      </a:moveTo>
                      <a:lnTo>
                        <a:pt x="71" y="19"/>
                      </a:lnTo>
                      <a:lnTo>
                        <a:pt x="71" y="0"/>
                      </a:lnTo>
                      <a:lnTo>
                        <a:pt x="2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86" name="组合 85">
              <a:extLst>
                <a:ext uri="{FF2B5EF4-FFF2-40B4-BE49-F238E27FC236}">
                  <a16:creationId xmlns:a16="http://schemas.microsoft.com/office/drawing/2014/main" id="{D9AAA43B-3B91-902F-3C96-87D9194DB9CA}"/>
                </a:ext>
              </a:extLst>
            </p:cNvPr>
            <p:cNvGrpSpPr/>
            <p:nvPr/>
          </p:nvGrpSpPr>
          <p:grpSpPr>
            <a:xfrm>
              <a:off x="2056235" y="1307045"/>
              <a:ext cx="680249" cy="367018"/>
              <a:chOff x="2056235" y="1307045"/>
              <a:chExt cx="680249" cy="367018"/>
            </a:xfrm>
          </p:grpSpPr>
          <p:sp>
            <p:nvSpPr>
              <p:cNvPr id="1120" name="Freeform 11">
                <a:extLst>
                  <a:ext uri="{FF2B5EF4-FFF2-40B4-BE49-F238E27FC236}">
                    <a16:creationId xmlns:a16="http://schemas.microsoft.com/office/drawing/2014/main" id="{A157EF41-37BB-805A-38C6-A1709E31E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235" y="1307045"/>
                <a:ext cx="680249" cy="367018"/>
              </a:xfrm>
              <a:custGeom>
                <a:avLst/>
                <a:gdLst>
                  <a:gd name="T0" fmla="*/ 16 w 182"/>
                  <a:gd name="T1" fmla="*/ 98 h 98"/>
                  <a:gd name="T2" fmla="*/ 156 w 182"/>
                  <a:gd name="T3" fmla="*/ 98 h 98"/>
                  <a:gd name="T4" fmla="*/ 182 w 182"/>
                  <a:gd name="T5" fmla="*/ 77 h 98"/>
                  <a:gd name="T6" fmla="*/ 157 w 182"/>
                  <a:gd name="T7" fmla="*/ 47 h 98"/>
                  <a:gd name="T8" fmla="*/ 144 w 182"/>
                  <a:gd name="T9" fmla="*/ 26 h 98"/>
                  <a:gd name="T10" fmla="*/ 113 w 182"/>
                  <a:gd name="T11" fmla="*/ 23 h 98"/>
                  <a:gd name="T12" fmla="*/ 83 w 182"/>
                  <a:gd name="T13" fmla="*/ 0 h 98"/>
                  <a:gd name="T14" fmla="*/ 53 w 182"/>
                  <a:gd name="T15" fmla="*/ 24 h 98"/>
                  <a:gd name="T16" fmla="*/ 25 w 182"/>
                  <a:gd name="T17" fmla="*/ 32 h 98"/>
                  <a:gd name="T18" fmla="*/ 18 w 182"/>
                  <a:gd name="T19" fmla="*/ 58 h 98"/>
                  <a:gd name="T20" fmla="*/ 0 w 182"/>
                  <a:gd name="T21" fmla="*/ 82 h 98"/>
                  <a:gd name="T22" fmla="*/ 16 w 182"/>
                  <a:gd name="T2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2" h="98">
                    <a:moveTo>
                      <a:pt x="16" y="98"/>
                    </a:moveTo>
                    <a:cubicBezTo>
                      <a:pt x="33" y="98"/>
                      <a:pt x="95" y="98"/>
                      <a:pt x="156" y="98"/>
                    </a:cubicBezTo>
                    <a:cubicBezTo>
                      <a:pt x="168" y="98"/>
                      <a:pt x="182" y="89"/>
                      <a:pt x="182" y="77"/>
                    </a:cubicBezTo>
                    <a:cubicBezTo>
                      <a:pt x="182" y="50"/>
                      <a:pt x="157" y="47"/>
                      <a:pt x="157" y="47"/>
                    </a:cubicBezTo>
                    <a:cubicBezTo>
                      <a:pt x="157" y="47"/>
                      <a:pt x="159" y="33"/>
                      <a:pt x="144" y="26"/>
                    </a:cubicBezTo>
                    <a:cubicBezTo>
                      <a:pt x="130" y="18"/>
                      <a:pt x="113" y="23"/>
                      <a:pt x="113" y="23"/>
                    </a:cubicBezTo>
                    <a:cubicBezTo>
                      <a:pt x="113" y="23"/>
                      <a:pt x="111" y="0"/>
                      <a:pt x="83" y="0"/>
                    </a:cubicBezTo>
                    <a:cubicBezTo>
                      <a:pt x="54" y="0"/>
                      <a:pt x="53" y="24"/>
                      <a:pt x="53" y="24"/>
                    </a:cubicBezTo>
                    <a:cubicBezTo>
                      <a:pt x="53" y="24"/>
                      <a:pt x="39" y="19"/>
                      <a:pt x="25" y="32"/>
                    </a:cubicBezTo>
                    <a:cubicBezTo>
                      <a:pt x="11" y="46"/>
                      <a:pt x="18" y="58"/>
                      <a:pt x="18" y="58"/>
                    </a:cubicBezTo>
                    <a:cubicBezTo>
                      <a:pt x="18" y="58"/>
                      <a:pt x="0" y="64"/>
                      <a:pt x="0" y="82"/>
                    </a:cubicBezTo>
                    <a:cubicBezTo>
                      <a:pt x="0" y="88"/>
                      <a:pt x="6" y="98"/>
                      <a:pt x="16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21" name="Freeform 12">
                <a:extLst>
                  <a:ext uri="{FF2B5EF4-FFF2-40B4-BE49-F238E27FC236}">
                    <a16:creationId xmlns:a16="http://schemas.microsoft.com/office/drawing/2014/main" id="{290E1CDA-2366-DEE6-DE8D-E7C88D761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359" y="1307045"/>
                <a:ext cx="340125" cy="367018"/>
              </a:xfrm>
              <a:custGeom>
                <a:avLst/>
                <a:gdLst>
                  <a:gd name="T0" fmla="*/ 66 w 91"/>
                  <a:gd name="T1" fmla="*/ 47 h 98"/>
                  <a:gd name="T2" fmla="*/ 53 w 91"/>
                  <a:gd name="T3" fmla="*/ 26 h 98"/>
                  <a:gd name="T4" fmla="*/ 22 w 91"/>
                  <a:gd name="T5" fmla="*/ 23 h 98"/>
                  <a:gd name="T6" fmla="*/ 0 w 91"/>
                  <a:gd name="T7" fmla="*/ 0 h 98"/>
                  <a:gd name="T8" fmla="*/ 0 w 91"/>
                  <a:gd name="T9" fmla="*/ 98 h 98"/>
                  <a:gd name="T10" fmla="*/ 65 w 91"/>
                  <a:gd name="T11" fmla="*/ 98 h 98"/>
                  <a:gd name="T12" fmla="*/ 91 w 91"/>
                  <a:gd name="T13" fmla="*/ 77 h 98"/>
                  <a:gd name="T14" fmla="*/ 66 w 91"/>
                  <a:gd name="T15" fmla="*/ 4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98">
                    <a:moveTo>
                      <a:pt x="66" y="47"/>
                    </a:moveTo>
                    <a:cubicBezTo>
                      <a:pt x="66" y="47"/>
                      <a:pt x="68" y="33"/>
                      <a:pt x="53" y="26"/>
                    </a:cubicBezTo>
                    <a:cubicBezTo>
                      <a:pt x="39" y="18"/>
                      <a:pt x="22" y="23"/>
                      <a:pt x="22" y="23"/>
                    </a:cubicBezTo>
                    <a:cubicBezTo>
                      <a:pt x="22" y="23"/>
                      <a:pt x="20" y="4"/>
                      <a:pt x="0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20" y="98"/>
                      <a:pt x="43" y="98"/>
                      <a:pt x="65" y="98"/>
                    </a:cubicBezTo>
                    <a:cubicBezTo>
                      <a:pt x="77" y="98"/>
                      <a:pt x="91" y="89"/>
                      <a:pt x="91" y="77"/>
                    </a:cubicBezTo>
                    <a:cubicBezTo>
                      <a:pt x="91" y="50"/>
                      <a:pt x="66" y="47"/>
                      <a:pt x="66" y="47"/>
                    </a:cubicBezTo>
                    <a:close/>
                  </a:path>
                </a:pathLst>
              </a:custGeom>
              <a:solidFill>
                <a:srgbClr val="C8F4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957DDCEF-F7D4-9883-52DC-91AD054A8E39}"/>
                </a:ext>
              </a:extLst>
            </p:cNvPr>
            <p:cNvGrpSpPr/>
            <p:nvPr/>
          </p:nvGrpSpPr>
          <p:grpSpPr>
            <a:xfrm>
              <a:off x="252375" y="1153795"/>
              <a:ext cx="1610496" cy="1620602"/>
              <a:chOff x="-551889" y="2494935"/>
              <a:chExt cx="3090736" cy="3110130"/>
            </a:xfrm>
          </p:grpSpPr>
          <p:grpSp>
            <p:nvGrpSpPr>
              <p:cNvPr id="1105" name="组合 1104">
                <a:extLst>
                  <a:ext uri="{FF2B5EF4-FFF2-40B4-BE49-F238E27FC236}">
                    <a16:creationId xmlns:a16="http://schemas.microsoft.com/office/drawing/2014/main" id="{CCCE34C3-CB35-419B-0A47-9924D1A7DE54}"/>
                  </a:ext>
                </a:extLst>
              </p:cNvPr>
              <p:cNvGrpSpPr/>
              <p:nvPr/>
            </p:nvGrpSpPr>
            <p:grpSpPr>
              <a:xfrm>
                <a:off x="217179" y="2796569"/>
                <a:ext cx="2321668" cy="2488399"/>
                <a:chOff x="217179" y="2796569"/>
                <a:chExt cx="2321668" cy="2488399"/>
              </a:xfrm>
            </p:grpSpPr>
            <p:sp>
              <p:nvSpPr>
                <p:cNvPr id="1109" name="Freeform 190">
                  <a:extLst>
                    <a:ext uri="{FF2B5EF4-FFF2-40B4-BE49-F238E27FC236}">
                      <a16:creationId xmlns:a16="http://schemas.microsoft.com/office/drawing/2014/main" id="{E6959A87-8799-AB98-CA57-48F041C3D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3417" y="3857487"/>
                  <a:ext cx="1515430" cy="267873"/>
                </a:xfrm>
                <a:custGeom>
                  <a:avLst/>
                  <a:gdLst>
                    <a:gd name="T0" fmla="*/ 0 w 406"/>
                    <a:gd name="T1" fmla="*/ 76 h 76"/>
                    <a:gd name="T2" fmla="*/ 406 w 406"/>
                    <a:gd name="T3" fmla="*/ 76 h 76"/>
                    <a:gd name="T4" fmla="*/ 387 w 406"/>
                    <a:gd name="T5" fmla="*/ 59 h 76"/>
                    <a:gd name="T6" fmla="*/ 82 w 406"/>
                    <a:gd name="T7" fmla="*/ 0 h 76"/>
                    <a:gd name="T8" fmla="*/ 0 w 406"/>
                    <a:gd name="T9" fmla="*/ 47 h 76"/>
                    <a:gd name="T10" fmla="*/ 0 w 406"/>
                    <a:gd name="T11" fmla="*/ 7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6" h="76">
                      <a:moveTo>
                        <a:pt x="0" y="76"/>
                      </a:moveTo>
                      <a:lnTo>
                        <a:pt x="406" y="76"/>
                      </a:lnTo>
                      <a:lnTo>
                        <a:pt x="387" y="59"/>
                      </a:lnTo>
                      <a:lnTo>
                        <a:pt x="82" y="0"/>
                      </a:lnTo>
                      <a:lnTo>
                        <a:pt x="0" y="47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0" name="Freeform 191">
                  <a:extLst>
                    <a:ext uri="{FF2B5EF4-FFF2-40B4-BE49-F238E27FC236}">
                      <a16:creationId xmlns:a16="http://schemas.microsoft.com/office/drawing/2014/main" id="{370FD6CC-9EDA-B955-F9EC-E409A907D3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815" y="3931505"/>
                  <a:ext cx="1172032" cy="193857"/>
                </a:xfrm>
                <a:custGeom>
                  <a:avLst/>
                  <a:gdLst>
                    <a:gd name="T0" fmla="*/ 0 w 314"/>
                    <a:gd name="T1" fmla="*/ 55 h 55"/>
                    <a:gd name="T2" fmla="*/ 314 w 314"/>
                    <a:gd name="T3" fmla="*/ 55 h 55"/>
                    <a:gd name="T4" fmla="*/ 295 w 314"/>
                    <a:gd name="T5" fmla="*/ 38 h 55"/>
                    <a:gd name="T6" fmla="*/ 104 w 314"/>
                    <a:gd name="T7" fmla="*/ 0 h 55"/>
                    <a:gd name="T8" fmla="*/ 0 w 31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4" h="55">
                      <a:moveTo>
                        <a:pt x="0" y="55"/>
                      </a:moveTo>
                      <a:lnTo>
                        <a:pt x="314" y="55"/>
                      </a:lnTo>
                      <a:lnTo>
                        <a:pt x="295" y="38"/>
                      </a:lnTo>
                      <a:lnTo>
                        <a:pt x="104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1" name="Freeform 192">
                  <a:extLst>
                    <a:ext uri="{FF2B5EF4-FFF2-40B4-BE49-F238E27FC236}">
                      <a16:creationId xmlns:a16="http://schemas.microsoft.com/office/drawing/2014/main" id="{91BEB91B-0B55-4C5B-EEE0-AA19FF31A5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2245" y="3956176"/>
                  <a:ext cx="996602" cy="169182"/>
                </a:xfrm>
                <a:custGeom>
                  <a:avLst/>
                  <a:gdLst>
                    <a:gd name="T0" fmla="*/ 90 w 267"/>
                    <a:gd name="T1" fmla="*/ 0 h 48"/>
                    <a:gd name="T2" fmla="*/ 0 w 267"/>
                    <a:gd name="T3" fmla="*/ 48 h 48"/>
                    <a:gd name="T4" fmla="*/ 267 w 267"/>
                    <a:gd name="T5" fmla="*/ 48 h 48"/>
                    <a:gd name="T6" fmla="*/ 248 w 267"/>
                    <a:gd name="T7" fmla="*/ 31 h 48"/>
                    <a:gd name="T8" fmla="*/ 90 w 267"/>
                    <a:gd name="T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48">
                      <a:moveTo>
                        <a:pt x="90" y="0"/>
                      </a:moveTo>
                      <a:lnTo>
                        <a:pt x="0" y="48"/>
                      </a:lnTo>
                      <a:lnTo>
                        <a:pt x="267" y="48"/>
                      </a:lnTo>
                      <a:lnTo>
                        <a:pt x="248" y="3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2" name="Freeform 193">
                  <a:extLst>
                    <a:ext uri="{FF2B5EF4-FFF2-40B4-BE49-F238E27FC236}">
                      <a16:creationId xmlns:a16="http://schemas.microsoft.com/office/drawing/2014/main" id="{6AF0EAF1-8B12-71C5-82A7-0E3C468E06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776377" cy="1293545"/>
                </a:xfrm>
                <a:custGeom>
                  <a:avLst/>
                  <a:gdLst>
                    <a:gd name="T0" fmla="*/ 208 w 208"/>
                    <a:gd name="T1" fmla="*/ 353 h 367"/>
                    <a:gd name="T2" fmla="*/ 4 w 208"/>
                    <a:gd name="T3" fmla="*/ 0 h 367"/>
                    <a:gd name="T4" fmla="*/ 0 w 208"/>
                    <a:gd name="T5" fmla="*/ 26 h 367"/>
                    <a:gd name="T6" fmla="*/ 101 w 208"/>
                    <a:gd name="T7" fmla="*/ 320 h 367"/>
                    <a:gd name="T8" fmla="*/ 182 w 208"/>
                    <a:gd name="T9" fmla="*/ 367 h 367"/>
                    <a:gd name="T10" fmla="*/ 208 w 208"/>
                    <a:gd name="T11" fmla="*/ 353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8" h="367">
                      <a:moveTo>
                        <a:pt x="208" y="353"/>
                      </a:move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101" y="320"/>
                      </a:lnTo>
                      <a:lnTo>
                        <a:pt x="182" y="367"/>
                      </a:lnTo>
                      <a:lnTo>
                        <a:pt x="208" y="353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3" name="Freeform 194">
                  <a:extLst>
                    <a:ext uri="{FF2B5EF4-FFF2-40B4-BE49-F238E27FC236}">
                      <a16:creationId xmlns:a16="http://schemas.microsoft.com/office/drawing/2014/main" id="{85320CC6-06D5-D483-E5F2-FF7AA9C70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608412" cy="969279"/>
                </a:xfrm>
                <a:custGeom>
                  <a:avLst/>
                  <a:gdLst>
                    <a:gd name="T0" fmla="*/ 163 w 163"/>
                    <a:gd name="T1" fmla="*/ 275 h 275"/>
                    <a:gd name="T2" fmla="*/ 4 w 163"/>
                    <a:gd name="T3" fmla="*/ 0 h 275"/>
                    <a:gd name="T4" fmla="*/ 0 w 163"/>
                    <a:gd name="T5" fmla="*/ 26 h 275"/>
                    <a:gd name="T6" fmla="*/ 64 w 163"/>
                    <a:gd name="T7" fmla="*/ 211 h 275"/>
                    <a:gd name="T8" fmla="*/ 163 w 163"/>
                    <a:gd name="T9" fmla="*/ 275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3" h="275">
                      <a:moveTo>
                        <a:pt x="163" y="275"/>
                      </a:move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64" y="211"/>
                      </a:lnTo>
                      <a:lnTo>
                        <a:pt x="163" y="275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4" name="Freeform 195">
                  <a:extLst>
                    <a:ext uri="{FF2B5EF4-FFF2-40B4-BE49-F238E27FC236}">
                      <a16:creationId xmlns:a16="http://schemas.microsoft.com/office/drawing/2014/main" id="{4DB82D65-A8BE-91EB-54AF-EF3377F3C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297" y="2796569"/>
                  <a:ext cx="511365" cy="817718"/>
                </a:xfrm>
                <a:custGeom>
                  <a:avLst/>
                  <a:gdLst>
                    <a:gd name="T0" fmla="*/ 52 w 137"/>
                    <a:gd name="T1" fmla="*/ 178 h 232"/>
                    <a:gd name="T2" fmla="*/ 137 w 137"/>
                    <a:gd name="T3" fmla="*/ 232 h 232"/>
                    <a:gd name="T4" fmla="*/ 4 w 137"/>
                    <a:gd name="T5" fmla="*/ 0 h 232"/>
                    <a:gd name="T6" fmla="*/ 0 w 137"/>
                    <a:gd name="T7" fmla="*/ 26 h 232"/>
                    <a:gd name="T8" fmla="*/ 52 w 137"/>
                    <a:gd name="T9" fmla="*/ 178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232">
                      <a:moveTo>
                        <a:pt x="52" y="178"/>
                      </a:moveTo>
                      <a:lnTo>
                        <a:pt x="137" y="232"/>
                      </a:lnTo>
                      <a:lnTo>
                        <a:pt x="4" y="0"/>
                      </a:lnTo>
                      <a:lnTo>
                        <a:pt x="0" y="26"/>
                      </a:lnTo>
                      <a:lnTo>
                        <a:pt x="52" y="1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5" name="Freeform 196">
                  <a:extLst>
                    <a:ext uri="{FF2B5EF4-FFF2-40B4-BE49-F238E27FC236}">
                      <a16:creationId xmlns:a16="http://schemas.microsoft.com/office/drawing/2014/main" id="{40D548CB-1DB9-F195-66DA-BD773864BB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040769"/>
                  <a:ext cx="847298" cy="1244199"/>
                </a:xfrm>
                <a:custGeom>
                  <a:avLst/>
                  <a:gdLst>
                    <a:gd name="T0" fmla="*/ 204 w 227"/>
                    <a:gd name="T1" fmla="*/ 0 h 353"/>
                    <a:gd name="T2" fmla="*/ 0 w 227"/>
                    <a:gd name="T3" fmla="*/ 353 h 353"/>
                    <a:gd name="T4" fmla="*/ 24 w 227"/>
                    <a:gd name="T5" fmla="*/ 343 h 353"/>
                    <a:gd name="T6" fmla="*/ 227 w 227"/>
                    <a:gd name="T7" fmla="*/ 109 h 353"/>
                    <a:gd name="T8" fmla="*/ 227 w 227"/>
                    <a:gd name="T9" fmla="*/ 14 h 353"/>
                    <a:gd name="T10" fmla="*/ 204 w 227"/>
                    <a:gd name="T11" fmla="*/ 0 h 3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7" h="353">
                      <a:moveTo>
                        <a:pt x="204" y="0"/>
                      </a:moveTo>
                      <a:lnTo>
                        <a:pt x="0" y="353"/>
                      </a:lnTo>
                      <a:lnTo>
                        <a:pt x="24" y="343"/>
                      </a:lnTo>
                      <a:lnTo>
                        <a:pt x="227" y="109"/>
                      </a:lnTo>
                      <a:lnTo>
                        <a:pt x="227" y="14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6" name="Freeform 197">
                  <a:extLst>
                    <a:ext uri="{FF2B5EF4-FFF2-40B4-BE49-F238E27FC236}">
                      <a16:creationId xmlns:a16="http://schemas.microsoft.com/office/drawing/2014/main" id="{811C4A41-627B-8E00-C324-9BE6F1D48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315689"/>
                  <a:ext cx="582284" cy="969279"/>
                </a:xfrm>
                <a:custGeom>
                  <a:avLst/>
                  <a:gdLst>
                    <a:gd name="T0" fmla="*/ 156 w 156"/>
                    <a:gd name="T1" fmla="*/ 0 h 275"/>
                    <a:gd name="T2" fmla="*/ 0 w 156"/>
                    <a:gd name="T3" fmla="*/ 275 h 275"/>
                    <a:gd name="T4" fmla="*/ 24 w 156"/>
                    <a:gd name="T5" fmla="*/ 265 h 275"/>
                    <a:gd name="T6" fmla="*/ 152 w 156"/>
                    <a:gd name="T7" fmla="*/ 119 h 275"/>
                    <a:gd name="T8" fmla="*/ 156 w 156"/>
                    <a:gd name="T9" fmla="*/ 0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6" h="275">
                      <a:moveTo>
                        <a:pt x="156" y="0"/>
                      </a:moveTo>
                      <a:lnTo>
                        <a:pt x="0" y="275"/>
                      </a:lnTo>
                      <a:lnTo>
                        <a:pt x="24" y="265"/>
                      </a:lnTo>
                      <a:lnTo>
                        <a:pt x="152" y="119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rgbClr val="3291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7" name="Freeform 198">
                  <a:extLst>
                    <a:ext uri="{FF2B5EF4-FFF2-40B4-BE49-F238E27FC236}">
                      <a16:creationId xmlns:a16="http://schemas.microsoft.com/office/drawing/2014/main" id="{180ACF72-D275-17DE-394B-DC22FA97B3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179" y="4467250"/>
                  <a:ext cx="496435" cy="817718"/>
                </a:xfrm>
                <a:custGeom>
                  <a:avLst/>
                  <a:gdLst>
                    <a:gd name="T0" fmla="*/ 130 w 133"/>
                    <a:gd name="T1" fmla="*/ 102 h 232"/>
                    <a:gd name="T2" fmla="*/ 133 w 133"/>
                    <a:gd name="T3" fmla="*/ 0 h 232"/>
                    <a:gd name="T4" fmla="*/ 0 w 133"/>
                    <a:gd name="T5" fmla="*/ 232 h 232"/>
                    <a:gd name="T6" fmla="*/ 24 w 133"/>
                    <a:gd name="T7" fmla="*/ 222 h 232"/>
                    <a:gd name="T8" fmla="*/ 130 w 133"/>
                    <a:gd name="T9" fmla="*/ 102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" h="232">
                      <a:moveTo>
                        <a:pt x="130" y="102"/>
                      </a:moveTo>
                      <a:lnTo>
                        <a:pt x="133" y="0"/>
                      </a:lnTo>
                      <a:lnTo>
                        <a:pt x="0" y="232"/>
                      </a:lnTo>
                      <a:lnTo>
                        <a:pt x="24" y="222"/>
                      </a:lnTo>
                      <a:lnTo>
                        <a:pt x="130" y="1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8" name="Freeform 199">
                  <a:extLst>
                    <a:ext uri="{FF2B5EF4-FFF2-40B4-BE49-F238E27FC236}">
                      <a16:creationId xmlns:a16="http://schemas.microsoft.com/office/drawing/2014/main" id="{69090BCD-F530-FDB4-DF75-6A8BA950E2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4254" y="3924455"/>
                  <a:ext cx="362061" cy="292547"/>
                </a:xfrm>
                <a:custGeom>
                  <a:avLst/>
                  <a:gdLst>
                    <a:gd name="T0" fmla="*/ 24 w 97"/>
                    <a:gd name="T1" fmla="*/ 83 h 83"/>
                    <a:gd name="T2" fmla="*/ 0 w 97"/>
                    <a:gd name="T3" fmla="*/ 40 h 83"/>
                    <a:gd name="T4" fmla="*/ 24 w 97"/>
                    <a:gd name="T5" fmla="*/ 0 h 83"/>
                    <a:gd name="T6" fmla="*/ 71 w 97"/>
                    <a:gd name="T7" fmla="*/ 0 h 83"/>
                    <a:gd name="T8" fmla="*/ 97 w 97"/>
                    <a:gd name="T9" fmla="*/ 40 h 83"/>
                    <a:gd name="T10" fmla="*/ 71 w 97"/>
                    <a:gd name="T11" fmla="*/ 83 h 83"/>
                    <a:gd name="T12" fmla="*/ 24 w 97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7" h="83">
                      <a:moveTo>
                        <a:pt x="24" y="83"/>
                      </a:moveTo>
                      <a:lnTo>
                        <a:pt x="0" y="40"/>
                      </a:lnTo>
                      <a:lnTo>
                        <a:pt x="24" y="0"/>
                      </a:lnTo>
                      <a:lnTo>
                        <a:pt x="71" y="0"/>
                      </a:lnTo>
                      <a:lnTo>
                        <a:pt x="97" y="40"/>
                      </a:lnTo>
                      <a:lnTo>
                        <a:pt x="71" y="83"/>
                      </a:lnTo>
                      <a:lnTo>
                        <a:pt x="24" y="83"/>
                      </a:lnTo>
                      <a:close/>
                    </a:path>
                  </a:pathLst>
                </a:custGeom>
                <a:solidFill>
                  <a:srgbClr val="EFEA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9" name="Freeform 200">
                  <a:extLst>
                    <a:ext uri="{FF2B5EF4-FFF2-40B4-BE49-F238E27FC236}">
                      <a16:creationId xmlns:a16="http://schemas.microsoft.com/office/drawing/2014/main" id="{FD797E37-952D-2E49-7F11-8A93203875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2914" y="3956176"/>
                  <a:ext cx="317270" cy="225577"/>
                </a:xfrm>
                <a:custGeom>
                  <a:avLst/>
                  <a:gdLst>
                    <a:gd name="T0" fmla="*/ 14 w 85"/>
                    <a:gd name="T1" fmla="*/ 64 h 64"/>
                    <a:gd name="T2" fmla="*/ 85 w 85"/>
                    <a:gd name="T3" fmla="*/ 22 h 64"/>
                    <a:gd name="T4" fmla="*/ 73 w 85"/>
                    <a:gd name="T5" fmla="*/ 0 h 64"/>
                    <a:gd name="T6" fmla="*/ 0 w 85"/>
                    <a:gd name="T7" fmla="*/ 43 h 64"/>
                    <a:gd name="T8" fmla="*/ 14 w 85"/>
                    <a:gd name="T9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5" h="64">
                      <a:moveTo>
                        <a:pt x="14" y="64"/>
                      </a:moveTo>
                      <a:lnTo>
                        <a:pt x="85" y="22"/>
                      </a:lnTo>
                      <a:lnTo>
                        <a:pt x="73" y="0"/>
                      </a:lnTo>
                      <a:lnTo>
                        <a:pt x="0" y="43"/>
                      </a:lnTo>
                      <a:lnTo>
                        <a:pt x="14" y="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1106" name="矩形 1105">
                <a:extLst>
                  <a:ext uri="{FF2B5EF4-FFF2-40B4-BE49-F238E27FC236}">
                    <a16:creationId xmlns:a16="http://schemas.microsoft.com/office/drawing/2014/main" id="{4C8DB278-C01F-0E6F-4427-F66AE4E654B2}"/>
                  </a:ext>
                </a:extLst>
              </p:cNvPr>
              <p:cNvSpPr/>
              <p:nvPr/>
            </p:nvSpPr>
            <p:spPr>
              <a:xfrm>
                <a:off x="-551889" y="2898783"/>
                <a:ext cx="472004" cy="209735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7" name="矩形 1106">
                <a:extLst>
                  <a:ext uri="{FF2B5EF4-FFF2-40B4-BE49-F238E27FC236}">
                    <a16:creationId xmlns:a16="http://schemas.microsoft.com/office/drawing/2014/main" id="{CFC710BD-9841-ECFF-D99A-45EF5629000A}"/>
                  </a:ext>
                </a:extLst>
              </p:cNvPr>
              <p:cNvSpPr/>
              <p:nvPr/>
            </p:nvSpPr>
            <p:spPr>
              <a:xfrm>
                <a:off x="659658" y="5299068"/>
                <a:ext cx="472004" cy="3059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8" name="矩形 1107">
                <a:extLst>
                  <a:ext uri="{FF2B5EF4-FFF2-40B4-BE49-F238E27FC236}">
                    <a16:creationId xmlns:a16="http://schemas.microsoft.com/office/drawing/2014/main" id="{ED5CAB52-49BC-3266-6788-45EF64EDD2B8}"/>
                  </a:ext>
                </a:extLst>
              </p:cNvPr>
              <p:cNvSpPr/>
              <p:nvPr/>
            </p:nvSpPr>
            <p:spPr>
              <a:xfrm>
                <a:off x="720231" y="2494935"/>
                <a:ext cx="472004" cy="3059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0" name="组合 89">
              <a:extLst>
                <a:ext uri="{FF2B5EF4-FFF2-40B4-BE49-F238E27FC236}">
                  <a16:creationId xmlns:a16="http://schemas.microsoft.com/office/drawing/2014/main" id="{8244A1F0-A45A-0100-5F6F-A625866861ED}"/>
                </a:ext>
              </a:extLst>
            </p:cNvPr>
            <p:cNvGrpSpPr/>
            <p:nvPr/>
          </p:nvGrpSpPr>
          <p:grpSpPr>
            <a:xfrm>
              <a:off x="1012132" y="2380296"/>
              <a:ext cx="427354" cy="2196689"/>
              <a:chOff x="1012132" y="2380296"/>
              <a:chExt cx="427354" cy="2196689"/>
            </a:xfrm>
          </p:grpSpPr>
          <p:grpSp>
            <p:nvGrpSpPr>
              <p:cNvPr id="1081" name="组合 1080">
                <a:extLst>
                  <a:ext uri="{FF2B5EF4-FFF2-40B4-BE49-F238E27FC236}">
                    <a16:creationId xmlns:a16="http://schemas.microsoft.com/office/drawing/2014/main" id="{4D7343A7-662C-A55C-C6B6-6BC50D6ADC57}"/>
                  </a:ext>
                </a:extLst>
              </p:cNvPr>
              <p:cNvGrpSpPr/>
              <p:nvPr/>
            </p:nvGrpSpPr>
            <p:grpSpPr>
              <a:xfrm>
                <a:off x="1012132" y="3487005"/>
                <a:ext cx="427133" cy="1089980"/>
                <a:chOff x="1012132" y="3487005"/>
                <a:chExt cx="427133" cy="1089980"/>
              </a:xfrm>
            </p:grpSpPr>
            <p:sp>
              <p:nvSpPr>
                <p:cNvPr id="1094" name="Freeform 77">
                  <a:extLst>
                    <a:ext uri="{FF2B5EF4-FFF2-40B4-BE49-F238E27FC236}">
                      <a16:creationId xmlns:a16="http://schemas.microsoft.com/office/drawing/2014/main" id="{1D9DE970-203E-4835-68DC-05CFD2483F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172436" cy="33222"/>
                </a:xfrm>
                <a:custGeom>
                  <a:avLst/>
                  <a:gdLst>
                    <a:gd name="T0" fmla="*/ 42 w 46"/>
                    <a:gd name="T1" fmla="*/ 0 h 9"/>
                    <a:gd name="T2" fmla="*/ 5 w 46"/>
                    <a:gd name="T3" fmla="*/ 0 h 9"/>
                    <a:gd name="T4" fmla="*/ 0 w 46"/>
                    <a:gd name="T5" fmla="*/ 5 h 9"/>
                    <a:gd name="T6" fmla="*/ 5 w 46"/>
                    <a:gd name="T7" fmla="*/ 9 h 9"/>
                    <a:gd name="T8" fmla="*/ 42 w 46"/>
                    <a:gd name="T9" fmla="*/ 9 h 9"/>
                    <a:gd name="T10" fmla="*/ 46 w 46"/>
                    <a:gd name="T11" fmla="*/ 5 h 9"/>
                    <a:gd name="T12" fmla="*/ 42 w 46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42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95" name="Freeform 78">
                  <a:extLst>
                    <a:ext uri="{FF2B5EF4-FFF2-40B4-BE49-F238E27FC236}">
                      <a16:creationId xmlns:a16="http://schemas.microsoft.com/office/drawing/2014/main" id="{248D89CA-1E79-C611-2B31-D3CEAC48EC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5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5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96" name="Freeform 79">
                  <a:extLst>
                    <a:ext uri="{FF2B5EF4-FFF2-40B4-BE49-F238E27FC236}">
                      <a16:creationId xmlns:a16="http://schemas.microsoft.com/office/drawing/2014/main" id="{C0F661E2-DC42-6BE2-DC3D-8D94408AA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4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4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4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97" name="Freeform 80">
                  <a:extLst>
                    <a:ext uri="{FF2B5EF4-FFF2-40B4-BE49-F238E27FC236}">
                      <a16:creationId xmlns:a16="http://schemas.microsoft.com/office/drawing/2014/main" id="{15E48D79-C023-095E-9E8B-6EAB959E84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90173" cy="33222"/>
                </a:xfrm>
                <a:custGeom>
                  <a:avLst/>
                  <a:gdLst>
                    <a:gd name="T0" fmla="*/ 4 w 24"/>
                    <a:gd name="T1" fmla="*/ 9 h 9"/>
                    <a:gd name="T2" fmla="*/ 20 w 24"/>
                    <a:gd name="T3" fmla="*/ 9 h 9"/>
                    <a:gd name="T4" fmla="*/ 24 w 24"/>
                    <a:gd name="T5" fmla="*/ 5 h 9"/>
                    <a:gd name="T6" fmla="*/ 20 w 24"/>
                    <a:gd name="T7" fmla="*/ 0 h 9"/>
                    <a:gd name="T8" fmla="*/ 4 w 24"/>
                    <a:gd name="T9" fmla="*/ 0 h 9"/>
                    <a:gd name="T10" fmla="*/ 0 w 24"/>
                    <a:gd name="T11" fmla="*/ 5 h 9"/>
                    <a:gd name="T12" fmla="*/ 4 w 24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9">
                      <a:moveTo>
                        <a:pt x="4" y="9"/>
                      </a:move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2" y="9"/>
                        <a:pt x="24" y="7"/>
                        <a:pt x="24" y="5"/>
                      </a:cubicBezTo>
                      <a:cubicBezTo>
                        <a:pt x="24" y="2"/>
                        <a:pt x="22" y="0"/>
                        <a:pt x="2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98" name="Freeform 81">
                  <a:extLst>
                    <a:ext uri="{FF2B5EF4-FFF2-40B4-BE49-F238E27FC236}">
                      <a16:creationId xmlns:a16="http://schemas.microsoft.com/office/drawing/2014/main" id="{BE5736C6-80F3-B4AC-7020-9E750817FC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132" y="4032786"/>
                  <a:ext cx="427133" cy="544199"/>
                </a:xfrm>
                <a:custGeom>
                  <a:avLst/>
                  <a:gdLst>
                    <a:gd name="T0" fmla="*/ 58 w 114"/>
                    <a:gd name="T1" fmla="*/ 145 h 145"/>
                    <a:gd name="T2" fmla="*/ 114 w 114"/>
                    <a:gd name="T3" fmla="*/ 88 h 145"/>
                    <a:gd name="T4" fmla="*/ 102 w 114"/>
                    <a:gd name="T5" fmla="*/ 56 h 145"/>
                    <a:gd name="T6" fmla="*/ 86 w 114"/>
                    <a:gd name="T7" fmla="*/ 14 h 145"/>
                    <a:gd name="T8" fmla="*/ 74 w 114"/>
                    <a:gd name="T9" fmla="*/ 1 h 145"/>
                    <a:gd name="T10" fmla="*/ 58 w 114"/>
                    <a:gd name="T11" fmla="*/ 1 h 145"/>
                    <a:gd name="T12" fmla="*/ 36 w 114"/>
                    <a:gd name="T13" fmla="*/ 1 h 145"/>
                    <a:gd name="T14" fmla="*/ 21 w 114"/>
                    <a:gd name="T15" fmla="*/ 38 h 145"/>
                    <a:gd name="T16" fmla="*/ 0 w 114"/>
                    <a:gd name="T17" fmla="*/ 89 h 145"/>
                    <a:gd name="T18" fmla="*/ 58 w 114"/>
                    <a:gd name="T19" fmla="*/ 145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145">
                      <a:moveTo>
                        <a:pt x="58" y="145"/>
                      </a:moveTo>
                      <a:cubicBezTo>
                        <a:pt x="95" y="145"/>
                        <a:pt x="114" y="118"/>
                        <a:pt x="114" y="88"/>
                      </a:cubicBezTo>
                      <a:cubicBezTo>
                        <a:pt x="114" y="78"/>
                        <a:pt x="109" y="67"/>
                        <a:pt x="102" y="56"/>
                      </a:cubicBezTo>
                      <a:cubicBezTo>
                        <a:pt x="95" y="45"/>
                        <a:pt x="90" y="27"/>
                        <a:pt x="86" y="14"/>
                      </a:cubicBezTo>
                      <a:cubicBezTo>
                        <a:pt x="83" y="0"/>
                        <a:pt x="74" y="1"/>
                        <a:pt x="74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45" y="1"/>
                        <a:pt x="36" y="1"/>
                      </a:cubicBezTo>
                      <a:cubicBezTo>
                        <a:pt x="27" y="1"/>
                        <a:pt x="29" y="19"/>
                        <a:pt x="21" y="38"/>
                      </a:cubicBezTo>
                      <a:cubicBezTo>
                        <a:pt x="14" y="58"/>
                        <a:pt x="0" y="68"/>
                        <a:pt x="0" y="89"/>
                      </a:cubicBezTo>
                      <a:cubicBezTo>
                        <a:pt x="0" y="111"/>
                        <a:pt x="20" y="145"/>
                        <a:pt x="58" y="145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99" name="Freeform 82">
                  <a:extLst>
                    <a:ext uri="{FF2B5EF4-FFF2-40B4-BE49-F238E27FC236}">
                      <a16:creationId xmlns:a16="http://schemas.microsoft.com/office/drawing/2014/main" id="{03C56AE4-3FF3-969E-D25C-6F58EB1A38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862" y="4032786"/>
                  <a:ext cx="210403" cy="544199"/>
                </a:xfrm>
                <a:custGeom>
                  <a:avLst/>
                  <a:gdLst>
                    <a:gd name="T0" fmla="*/ 56 w 56"/>
                    <a:gd name="T1" fmla="*/ 88 h 145"/>
                    <a:gd name="T2" fmla="*/ 44 w 56"/>
                    <a:gd name="T3" fmla="*/ 56 h 145"/>
                    <a:gd name="T4" fmla="*/ 28 w 56"/>
                    <a:gd name="T5" fmla="*/ 14 h 145"/>
                    <a:gd name="T6" fmla="*/ 16 w 56"/>
                    <a:gd name="T7" fmla="*/ 1 h 145"/>
                    <a:gd name="T8" fmla="*/ 0 w 56"/>
                    <a:gd name="T9" fmla="*/ 1 h 145"/>
                    <a:gd name="T10" fmla="*/ 0 w 56"/>
                    <a:gd name="T11" fmla="*/ 145 h 145"/>
                    <a:gd name="T12" fmla="*/ 56 w 56"/>
                    <a:gd name="T13" fmla="*/ 88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145">
                      <a:moveTo>
                        <a:pt x="56" y="88"/>
                      </a:moveTo>
                      <a:cubicBezTo>
                        <a:pt x="56" y="78"/>
                        <a:pt x="51" y="67"/>
                        <a:pt x="44" y="56"/>
                      </a:cubicBezTo>
                      <a:cubicBezTo>
                        <a:pt x="37" y="45"/>
                        <a:pt x="32" y="27"/>
                        <a:pt x="28" y="14"/>
                      </a:cubicBezTo>
                      <a:cubicBezTo>
                        <a:pt x="25" y="0"/>
                        <a:pt x="16" y="1"/>
                        <a:pt x="16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37" y="145"/>
                        <a:pt x="56" y="118"/>
                        <a:pt x="56" y="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00" name="Freeform 83">
                  <a:extLst>
                    <a:ext uri="{FF2B5EF4-FFF2-40B4-BE49-F238E27FC236}">
                      <a16:creationId xmlns:a16="http://schemas.microsoft.com/office/drawing/2014/main" id="{F28CA66C-7F71-CC5A-28C3-F6B0646E0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90173" cy="33222"/>
                </a:xfrm>
                <a:custGeom>
                  <a:avLst/>
                  <a:gdLst>
                    <a:gd name="T0" fmla="*/ 0 w 24"/>
                    <a:gd name="T1" fmla="*/ 5 h 9"/>
                    <a:gd name="T2" fmla="*/ 5 w 24"/>
                    <a:gd name="T3" fmla="*/ 9 h 9"/>
                    <a:gd name="T4" fmla="*/ 24 w 24"/>
                    <a:gd name="T5" fmla="*/ 9 h 9"/>
                    <a:gd name="T6" fmla="*/ 24 w 24"/>
                    <a:gd name="T7" fmla="*/ 0 h 9"/>
                    <a:gd name="T8" fmla="*/ 5 w 24"/>
                    <a:gd name="T9" fmla="*/ 0 h 9"/>
                    <a:gd name="T10" fmla="*/ 0 w 24"/>
                    <a:gd name="T11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0" y="5"/>
                      </a:move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01" name="Freeform 84">
                  <a:extLst>
                    <a:ext uri="{FF2B5EF4-FFF2-40B4-BE49-F238E27FC236}">
                      <a16:creationId xmlns:a16="http://schemas.microsoft.com/office/drawing/2014/main" id="{2D2A8FE7-380C-1FD8-AA69-973151F03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5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02" name="Freeform 85">
                  <a:extLst>
                    <a:ext uri="{FF2B5EF4-FFF2-40B4-BE49-F238E27FC236}">
                      <a16:creationId xmlns:a16="http://schemas.microsoft.com/office/drawing/2014/main" id="{CBBDEBF2-A301-E270-FF8A-C5218AFE1B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4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03" name="Freeform 86">
                  <a:extLst>
                    <a:ext uri="{FF2B5EF4-FFF2-40B4-BE49-F238E27FC236}">
                      <a16:creationId xmlns:a16="http://schemas.microsoft.com/office/drawing/2014/main" id="{C3EF560B-C182-6A40-30F4-9D5BD80A19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49042" cy="33222"/>
                </a:xfrm>
                <a:custGeom>
                  <a:avLst/>
                  <a:gdLst>
                    <a:gd name="T0" fmla="*/ 4 w 13"/>
                    <a:gd name="T1" fmla="*/ 9 h 9"/>
                    <a:gd name="T2" fmla="*/ 13 w 13"/>
                    <a:gd name="T3" fmla="*/ 9 h 9"/>
                    <a:gd name="T4" fmla="*/ 13 w 13"/>
                    <a:gd name="T5" fmla="*/ 0 h 9"/>
                    <a:gd name="T6" fmla="*/ 4 w 13"/>
                    <a:gd name="T7" fmla="*/ 0 h 9"/>
                    <a:gd name="T8" fmla="*/ 0 w 13"/>
                    <a:gd name="T9" fmla="*/ 5 h 9"/>
                    <a:gd name="T10" fmla="*/ 4 w 13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9">
                      <a:moveTo>
                        <a:pt x="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04" name="Freeform 157">
                  <a:extLst>
                    <a:ext uri="{FF2B5EF4-FFF2-40B4-BE49-F238E27FC236}">
                      <a16:creationId xmlns:a16="http://schemas.microsoft.com/office/drawing/2014/main" id="{FAAFD2EC-D3B6-0008-DA3A-D7A3A4BBF4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214624" y="3487005"/>
                  <a:ext cx="25311" cy="336961"/>
                </a:xfrm>
                <a:custGeom>
                  <a:avLst/>
                  <a:gdLst>
                    <a:gd name="T0" fmla="*/ 16 w 16"/>
                    <a:gd name="T1" fmla="*/ 213 h 213"/>
                    <a:gd name="T2" fmla="*/ 0 w 16"/>
                    <a:gd name="T3" fmla="*/ 213 h 213"/>
                    <a:gd name="T4" fmla="*/ 0 w 16"/>
                    <a:gd name="T5" fmla="*/ 156 h 213"/>
                    <a:gd name="T6" fmla="*/ 16 w 16"/>
                    <a:gd name="T7" fmla="*/ 156 h 213"/>
                    <a:gd name="T8" fmla="*/ 16 w 16"/>
                    <a:gd name="T9" fmla="*/ 213 h 213"/>
                    <a:gd name="T10" fmla="*/ 16 w 16"/>
                    <a:gd name="T11" fmla="*/ 113 h 213"/>
                    <a:gd name="T12" fmla="*/ 0 w 16"/>
                    <a:gd name="T13" fmla="*/ 113 h 213"/>
                    <a:gd name="T14" fmla="*/ 0 w 16"/>
                    <a:gd name="T15" fmla="*/ 54 h 213"/>
                    <a:gd name="T16" fmla="*/ 16 w 16"/>
                    <a:gd name="T17" fmla="*/ 54 h 213"/>
                    <a:gd name="T18" fmla="*/ 16 w 16"/>
                    <a:gd name="T19" fmla="*/ 113 h 213"/>
                    <a:gd name="T20" fmla="*/ 16 w 16"/>
                    <a:gd name="T21" fmla="*/ 12 h 213"/>
                    <a:gd name="T22" fmla="*/ 0 w 16"/>
                    <a:gd name="T23" fmla="*/ 12 h 213"/>
                    <a:gd name="T24" fmla="*/ 0 w 16"/>
                    <a:gd name="T25" fmla="*/ 0 h 213"/>
                    <a:gd name="T26" fmla="*/ 16 w 16"/>
                    <a:gd name="T27" fmla="*/ 0 h 213"/>
                    <a:gd name="T28" fmla="*/ 16 w 16"/>
                    <a:gd name="T29" fmla="*/ 12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13">
                      <a:moveTo>
                        <a:pt x="16" y="213"/>
                      </a:moveTo>
                      <a:lnTo>
                        <a:pt x="0" y="213"/>
                      </a:lnTo>
                      <a:lnTo>
                        <a:pt x="0" y="156"/>
                      </a:lnTo>
                      <a:lnTo>
                        <a:pt x="16" y="156"/>
                      </a:lnTo>
                      <a:lnTo>
                        <a:pt x="16" y="213"/>
                      </a:lnTo>
                      <a:close/>
                      <a:moveTo>
                        <a:pt x="16" y="113"/>
                      </a:moveTo>
                      <a:lnTo>
                        <a:pt x="0" y="113"/>
                      </a:lnTo>
                      <a:lnTo>
                        <a:pt x="0" y="54"/>
                      </a:lnTo>
                      <a:lnTo>
                        <a:pt x="16" y="54"/>
                      </a:lnTo>
                      <a:lnTo>
                        <a:pt x="16" y="113"/>
                      </a:lnTo>
                      <a:close/>
                      <a:moveTo>
                        <a:pt x="16" y="1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1082" name="组合 1081">
                <a:extLst>
                  <a:ext uri="{FF2B5EF4-FFF2-40B4-BE49-F238E27FC236}">
                    <a16:creationId xmlns:a16="http://schemas.microsoft.com/office/drawing/2014/main" id="{BF04D908-93E0-3DF1-4386-FC282873EEEE}"/>
                  </a:ext>
                </a:extLst>
              </p:cNvPr>
              <p:cNvGrpSpPr/>
              <p:nvPr/>
            </p:nvGrpSpPr>
            <p:grpSpPr>
              <a:xfrm flipV="1">
                <a:off x="1012353" y="2380296"/>
                <a:ext cx="427133" cy="1089980"/>
                <a:chOff x="1012132" y="3487005"/>
                <a:chExt cx="427133" cy="1089980"/>
              </a:xfrm>
              <a:noFill/>
            </p:grpSpPr>
            <p:sp>
              <p:nvSpPr>
                <p:cNvPr id="1083" name="Freeform 77">
                  <a:extLst>
                    <a:ext uri="{FF2B5EF4-FFF2-40B4-BE49-F238E27FC236}">
                      <a16:creationId xmlns:a16="http://schemas.microsoft.com/office/drawing/2014/main" id="{A356060E-82CD-D651-556D-FE6CE811D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172436" cy="33222"/>
                </a:xfrm>
                <a:custGeom>
                  <a:avLst/>
                  <a:gdLst>
                    <a:gd name="T0" fmla="*/ 42 w 46"/>
                    <a:gd name="T1" fmla="*/ 0 h 9"/>
                    <a:gd name="T2" fmla="*/ 5 w 46"/>
                    <a:gd name="T3" fmla="*/ 0 h 9"/>
                    <a:gd name="T4" fmla="*/ 0 w 46"/>
                    <a:gd name="T5" fmla="*/ 5 h 9"/>
                    <a:gd name="T6" fmla="*/ 5 w 46"/>
                    <a:gd name="T7" fmla="*/ 9 h 9"/>
                    <a:gd name="T8" fmla="*/ 42 w 46"/>
                    <a:gd name="T9" fmla="*/ 9 h 9"/>
                    <a:gd name="T10" fmla="*/ 46 w 46"/>
                    <a:gd name="T11" fmla="*/ 5 h 9"/>
                    <a:gd name="T12" fmla="*/ 42 w 46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42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84" name="Freeform 78">
                  <a:extLst>
                    <a:ext uri="{FF2B5EF4-FFF2-40B4-BE49-F238E27FC236}">
                      <a16:creationId xmlns:a16="http://schemas.microsoft.com/office/drawing/2014/main" id="{588AEB91-4662-A34F-87DD-9E9C03D0BD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5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5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5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85" name="Freeform 79">
                  <a:extLst>
                    <a:ext uri="{FF2B5EF4-FFF2-40B4-BE49-F238E27FC236}">
                      <a16:creationId xmlns:a16="http://schemas.microsoft.com/office/drawing/2014/main" id="{2B6E6AB3-C443-3196-CD28-82ACC14D13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172436" cy="33222"/>
                </a:xfrm>
                <a:custGeom>
                  <a:avLst/>
                  <a:gdLst>
                    <a:gd name="T0" fmla="*/ 5 w 46"/>
                    <a:gd name="T1" fmla="*/ 9 h 9"/>
                    <a:gd name="T2" fmla="*/ 42 w 46"/>
                    <a:gd name="T3" fmla="*/ 9 h 9"/>
                    <a:gd name="T4" fmla="*/ 46 w 46"/>
                    <a:gd name="T5" fmla="*/ 4 h 9"/>
                    <a:gd name="T6" fmla="*/ 42 w 46"/>
                    <a:gd name="T7" fmla="*/ 0 h 9"/>
                    <a:gd name="T8" fmla="*/ 5 w 46"/>
                    <a:gd name="T9" fmla="*/ 0 h 9"/>
                    <a:gd name="T10" fmla="*/ 0 w 46"/>
                    <a:gd name="T11" fmla="*/ 4 h 9"/>
                    <a:gd name="T12" fmla="*/ 5 w 46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9">
                      <a:moveTo>
                        <a:pt x="5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4" y="9"/>
                        <a:pt x="46" y="7"/>
                        <a:pt x="46" y="4"/>
                      </a:cubicBezTo>
                      <a:cubicBezTo>
                        <a:pt x="46" y="2"/>
                        <a:pt x="44" y="0"/>
                        <a:pt x="4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86" name="Freeform 80">
                  <a:extLst>
                    <a:ext uri="{FF2B5EF4-FFF2-40B4-BE49-F238E27FC236}">
                      <a16:creationId xmlns:a16="http://schemas.microsoft.com/office/drawing/2014/main" id="{D0FDF2E4-CF70-60D8-AF77-3FD3E7AB64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90173" cy="33222"/>
                </a:xfrm>
                <a:custGeom>
                  <a:avLst/>
                  <a:gdLst>
                    <a:gd name="T0" fmla="*/ 4 w 24"/>
                    <a:gd name="T1" fmla="*/ 9 h 9"/>
                    <a:gd name="T2" fmla="*/ 20 w 24"/>
                    <a:gd name="T3" fmla="*/ 9 h 9"/>
                    <a:gd name="T4" fmla="*/ 24 w 24"/>
                    <a:gd name="T5" fmla="*/ 5 h 9"/>
                    <a:gd name="T6" fmla="*/ 20 w 24"/>
                    <a:gd name="T7" fmla="*/ 0 h 9"/>
                    <a:gd name="T8" fmla="*/ 4 w 24"/>
                    <a:gd name="T9" fmla="*/ 0 h 9"/>
                    <a:gd name="T10" fmla="*/ 0 w 24"/>
                    <a:gd name="T11" fmla="*/ 5 h 9"/>
                    <a:gd name="T12" fmla="*/ 4 w 24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9">
                      <a:moveTo>
                        <a:pt x="4" y="9"/>
                      </a:move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2" y="9"/>
                        <a:pt x="24" y="7"/>
                        <a:pt x="24" y="5"/>
                      </a:cubicBezTo>
                      <a:cubicBezTo>
                        <a:pt x="24" y="2"/>
                        <a:pt x="22" y="0"/>
                        <a:pt x="2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87" name="Freeform 81">
                  <a:extLst>
                    <a:ext uri="{FF2B5EF4-FFF2-40B4-BE49-F238E27FC236}">
                      <a16:creationId xmlns:a16="http://schemas.microsoft.com/office/drawing/2014/main" id="{31CBB570-10B8-AD9F-E01A-3FA4A77DFB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132" y="4032786"/>
                  <a:ext cx="427133" cy="544199"/>
                </a:xfrm>
                <a:custGeom>
                  <a:avLst/>
                  <a:gdLst>
                    <a:gd name="T0" fmla="*/ 58 w 114"/>
                    <a:gd name="T1" fmla="*/ 145 h 145"/>
                    <a:gd name="T2" fmla="*/ 114 w 114"/>
                    <a:gd name="T3" fmla="*/ 88 h 145"/>
                    <a:gd name="T4" fmla="*/ 102 w 114"/>
                    <a:gd name="T5" fmla="*/ 56 h 145"/>
                    <a:gd name="T6" fmla="*/ 86 w 114"/>
                    <a:gd name="T7" fmla="*/ 14 h 145"/>
                    <a:gd name="T8" fmla="*/ 74 w 114"/>
                    <a:gd name="T9" fmla="*/ 1 h 145"/>
                    <a:gd name="T10" fmla="*/ 58 w 114"/>
                    <a:gd name="T11" fmla="*/ 1 h 145"/>
                    <a:gd name="T12" fmla="*/ 36 w 114"/>
                    <a:gd name="T13" fmla="*/ 1 h 145"/>
                    <a:gd name="T14" fmla="*/ 21 w 114"/>
                    <a:gd name="T15" fmla="*/ 38 h 145"/>
                    <a:gd name="T16" fmla="*/ 0 w 114"/>
                    <a:gd name="T17" fmla="*/ 89 h 145"/>
                    <a:gd name="T18" fmla="*/ 58 w 114"/>
                    <a:gd name="T19" fmla="*/ 145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145">
                      <a:moveTo>
                        <a:pt x="58" y="145"/>
                      </a:moveTo>
                      <a:cubicBezTo>
                        <a:pt x="95" y="145"/>
                        <a:pt x="114" y="118"/>
                        <a:pt x="114" y="88"/>
                      </a:cubicBezTo>
                      <a:cubicBezTo>
                        <a:pt x="114" y="78"/>
                        <a:pt x="109" y="67"/>
                        <a:pt x="102" y="56"/>
                      </a:cubicBezTo>
                      <a:cubicBezTo>
                        <a:pt x="95" y="45"/>
                        <a:pt x="90" y="27"/>
                        <a:pt x="86" y="14"/>
                      </a:cubicBezTo>
                      <a:cubicBezTo>
                        <a:pt x="83" y="0"/>
                        <a:pt x="74" y="1"/>
                        <a:pt x="74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45" y="1"/>
                        <a:pt x="36" y="1"/>
                      </a:cubicBezTo>
                      <a:cubicBezTo>
                        <a:pt x="27" y="1"/>
                        <a:pt x="29" y="19"/>
                        <a:pt x="21" y="38"/>
                      </a:cubicBezTo>
                      <a:cubicBezTo>
                        <a:pt x="14" y="58"/>
                        <a:pt x="0" y="68"/>
                        <a:pt x="0" y="89"/>
                      </a:cubicBezTo>
                      <a:cubicBezTo>
                        <a:pt x="0" y="111"/>
                        <a:pt x="20" y="145"/>
                        <a:pt x="58" y="14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88" name="Freeform 82">
                  <a:extLst>
                    <a:ext uri="{FF2B5EF4-FFF2-40B4-BE49-F238E27FC236}">
                      <a16:creationId xmlns:a16="http://schemas.microsoft.com/office/drawing/2014/main" id="{9D6D0EFE-3C67-0A43-A80C-9D76BF366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862" y="4032786"/>
                  <a:ext cx="210403" cy="544199"/>
                </a:xfrm>
                <a:custGeom>
                  <a:avLst/>
                  <a:gdLst>
                    <a:gd name="T0" fmla="*/ 56 w 56"/>
                    <a:gd name="T1" fmla="*/ 88 h 145"/>
                    <a:gd name="T2" fmla="*/ 44 w 56"/>
                    <a:gd name="T3" fmla="*/ 56 h 145"/>
                    <a:gd name="T4" fmla="*/ 28 w 56"/>
                    <a:gd name="T5" fmla="*/ 14 h 145"/>
                    <a:gd name="T6" fmla="*/ 16 w 56"/>
                    <a:gd name="T7" fmla="*/ 1 h 145"/>
                    <a:gd name="T8" fmla="*/ 0 w 56"/>
                    <a:gd name="T9" fmla="*/ 1 h 145"/>
                    <a:gd name="T10" fmla="*/ 0 w 56"/>
                    <a:gd name="T11" fmla="*/ 145 h 145"/>
                    <a:gd name="T12" fmla="*/ 56 w 56"/>
                    <a:gd name="T13" fmla="*/ 88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145">
                      <a:moveTo>
                        <a:pt x="56" y="88"/>
                      </a:moveTo>
                      <a:cubicBezTo>
                        <a:pt x="56" y="78"/>
                        <a:pt x="51" y="67"/>
                        <a:pt x="44" y="56"/>
                      </a:cubicBezTo>
                      <a:cubicBezTo>
                        <a:pt x="37" y="45"/>
                        <a:pt x="32" y="27"/>
                        <a:pt x="28" y="14"/>
                      </a:cubicBezTo>
                      <a:cubicBezTo>
                        <a:pt x="25" y="0"/>
                        <a:pt x="16" y="1"/>
                        <a:pt x="16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37" y="145"/>
                        <a:pt x="56" y="118"/>
                        <a:pt x="56" y="8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89" name="Freeform 83">
                  <a:extLst>
                    <a:ext uri="{FF2B5EF4-FFF2-40B4-BE49-F238E27FC236}">
                      <a16:creationId xmlns:a16="http://schemas.microsoft.com/office/drawing/2014/main" id="{1ED50F30-98B4-E140-739B-37663D022F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74253"/>
                  <a:ext cx="90173" cy="33222"/>
                </a:xfrm>
                <a:custGeom>
                  <a:avLst/>
                  <a:gdLst>
                    <a:gd name="T0" fmla="*/ 0 w 24"/>
                    <a:gd name="T1" fmla="*/ 5 h 9"/>
                    <a:gd name="T2" fmla="*/ 5 w 24"/>
                    <a:gd name="T3" fmla="*/ 9 h 9"/>
                    <a:gd name="T4" fmla="*/ 24 w 24"/>
                    <a:gd name="T5" fmla="*/ 9 h 9"/>
                    <a:gd name="T6" fmla="*/ 24 w 24"/>
                    <a:gd name="T7" fmla="*/ 0 h 9"/>
                    <a:gd name="T8" fmla="*/ 5 w 24"/>
                    <a:gd name="T9" fmla="*/ 0 h 9"/>
                    <a:gd name="T10" fmla="*/ 0 w 24"/>
                    <a:gd name="T11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0" y="5"/>
                      </a:move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90" name="Freeform 84">
                  <a:extLst>
                    <a:ext uri="{FF2B5EF4-FFF2-40B4-BE49-F238E27FC236}">
                      <a16:creationId xmlns:a16="http://schemas.microsoft.com/office/drawing/2014/main" id="{2A9A69EE-D15B-EAB1-2621-DECC681162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92521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5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91" name="Freeform 85">
                  <a:extLst>
                    <a:ext uri="{FF2B5EF4-FFF2-40B4-BE49-F238E27FC236}">
                      <a16:creationId xmlns:a16="http://schemas.microsoft.com/office/drawing/2014/main" id="{F4BC0797-0B08-B68E-431E-0FA8A49AA3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38689" y="3876171"/>
                  <a:ext cx="90173" cy="33222"/>
                </a:xfrm>
                <a:custGeom>
                  <a:avLst/>
                  <a:gdLst>
                    <a:gd name="T0" fmla="*/ 5 w 24"/>
                    <a:gd name="T1" fmla="*/ 9 h 9"/>
                    <a:gd name="T2" fmla="*/ 24 w 24"/>
                    <a:gd name="T3" fmla="*/ 9 h 9"/>
                    <a:gd name="T4" fmla="*/ 24 w 24"/>
                    <a:gd name="T5" fmla="*/ 0 h 9"/>
                    <a:gd name="T6" fmla="*/ 5 w 24"/>
                    <a:gd name="T7" fmla="*/ 0 h 9"/>
                    <a:gd name="T8" fmla="*/ 0 w 24"/>
                    <a:gd name="T9" fmla="*/ 4 h 9"/>
                    <a:gd name="T10" fmla="*/ 5 w 24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9">
                      <a:moveTo>
                        <a:pt x="5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"/>
                        <a:pt x="2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92" name="Freeform 86">
                  <a:extLst>
                    <a:ext uri="{FF2B5EF4-FFF2-40B4-BE49-F238E27FC236}">
                      <a16:creationId xmlns:a16="http://schemas.microsoft.com/office/drawing/2014/main" id="{4AFF97E3-7E7E-5019-956F-56358BB0D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821" y="3823965"/>
                  <a:ext cx="49042" cy="33222"/>
                </a:xfrm>
                <a:custGeom>
                  <a:avLst/>
                  <a:gdLst>
                    <a:gd name="T0" fmla="*/ 4 w 13"/>
                    <a:gd name="T1" fmla="*/ 9 h 9"/>
                    <a:gd name="T2" fmla="*/ 13 w 13"/>
                    <a:gd name="T3" fmla="*/ 9 h 9"/>
                    <a:gd name="T4" fmla="*/ 13 w 13"/>
                    <a:gd name="T5" fmla="*/ 0 h 9"/>
                    <a:gd name="T6" fmla="*/ 4 w 13"/>
                    <a:gd name="T7" fmla="*/ 0 h 9"/>
                    <a:gd name="T8" fmla="*/ 0 w 13"/>
                    <a:gd name="T9" fmla="*/ 5 h 9"/>
                    <a:gd name="T10" fmla="*/ 4 w 13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9">
                      <a:moveTo>
                        <a:pt x="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9"/>
                        <a:pt x="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93" name="Freeform 157">
                  <a:extLst>
                    <a:ext uri="{FF2B5EF4-FFF2-40B4-BE49-F238E27FC236}">
                      <a16:creationId xmlns:a16="http://schemas.microsoft.com/office/drawing/2014/main" id="{8C6BF8D3-7D9C-D22A-CA65-FC94608269A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214624" y="3487005"/>
                  <a:ext cx="25311" cy="336961"/>
                </a:xfrm>
                <a:custGeom>
                  <a:avLst/>
                  <a:gdLst>
                    <a:gd name="T0" fmla="*/ 16 w 16"/>
                    <a:gd name="T1" fmla="*/ 213 h 213"/>
                    <a:gd name="T2" fmla="*/ 0 w 16"/>
                    <a:gd name="T3" fmla="*/ 213 h 213"/>
                    <a:gd name="T4" fmla="*/ 0 w 16"/>
                    <a:gd name="T5" fmla="*/ 156 h 213"/>
                    <a:gd name="T6" fmla="*/ 16 w 16"/>
                    <a:gd name="T7" fmla="*/ 156 h 213"/>
                    <a:gd name="T8" fmla="*/ 16 w 16"/>
                    <a:gd name="T9" fmla="*/ 213 h 213"/>
                    <a:gd name="T10" fmla="*/ 16 w 16"/>
                    <a:gd name="T11" fmla="*/ 113 h 213"/>
                    <a:gd name="T12" fmla="*/ 0 w 16"/>
                    <a:gd name="T13" fmla="*/ 113 h 213"/>
                    <a:gd name="T14" fmla="*/ 0 w 16"/>
                    <a:gd name="T15" fmla="*/ 54 h 213"/>
                    <a:gd name="T16" fmla="*/ 16 w 16"/>
                    <a:gd name="T17" fmla="*/ 54 h 213"/>
                    <a:gd name="T18" fmla="*/ 16 w 16"/>
                    <a:gd name="T19" fmla="*/ 113 h 213"/>
                    <a:gd name="T20" fmla="*/ 16 w 16"/>
                    <a:gd name="T21" fmla="*/ 12 h 213"/>
                    <a:gd name="T22" fmla="*/ 0 w 16"/>
                    <a:gd name="T23" fmla="*/ 12 h 213"/>
                    <a:gd name="T24" fmla="*/ 0 w 16"/>
                    <a:gd name="T25" fmla="*/ 0 h 213"/>
                    <a:gd name="T26" fmla="*/ 16 w 16"/>
                    <a:gd name="T27" fmla="*/ 0 h 213"/>
                    <a:gd name="T28" fmla="*/ 16 w 16"/>
                    <a:gd name="T29" fmla="*/ 12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13">
                      <a:moveTo>
                        <a:pt x="16" y="213"/>
                      </a:moveTo>
                      <a:lnTo>
                        <a:pt x="0" y="213"/>
                      </a:lnTo>
                      <a:lnTo>
                        <a:pt x="0" y="156"/>
                      </a:lnTo>
                      <a:lnTo>
                        <a:pt x="16" y="156"/>
                      </a:lnTo>
                      <a:lnTo>
                        <a:pt x="16" y="213"/>
                      </a:lnTo>
                      <a:close/>
                      <a:moveTo>
                        <a:pt x="16" y="113"/>
                      </a:moveTo>
                      <a:lnTo>
                        <a:pt x="0" y="113"/>
                      </a:lnTo>
                      <a:lnTo>
                        <a:pt x="0" y="54"/>
                      </a:lnTo>
                      <a:lnTo>
                        <a:pt x="16" y="54"/>
                      </a:lnTo>
                      <a:lnTo>
                        <a:pt x="16" y="113"/>
                      </a:lnTo>
                      <a:close/>
                      <a:moveTo>
                        <a:pt x="16" y="1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91" name="组合 90">
              <a:extLst>
                <a:ext uri="{FF2B5EF4-FFF2-40B4-BE49-F238E27FC236}">
                  <a16:creationId xmlns:a16="http://schemas.microsoft.com/office/drawing/2014/main" id="{DF405F7A-0D3A-9AE0-03C9-779F012A20FB}"/>
                </a:ext>
              </a:extLst>
            </p:cNvPr>
            <p:cNvGrpSpPr/>
            <p:nvPr/>
          </p:nvGrpSpPr>
          <p:grpSpPr>
            <a:xfrm>
              <a:off x="1867979" y="2537458"/>
              <a:ext cx="322944" cy="1889240"/>
              <a:chOff x="1867979" y="2537458"/>
              <a:chExt cx="322944" cy="1889240"/>
            </a:xfrm>
          </p:grpSpPr>
          <p:grpSp>
            <p:nvGrpSpPr>
              <p:cNvPr id="1057" name="组合 1056">
                <a:extLst>
                  <a:ext uri="{FF2B5EF4-FFF2-40B4-BE49-F238E27FC236}">
                    <a16:creationId xmlns:a16="http://schemas.microsoft.com/office/drawing/2014/main" id="{7FA096CB-C1D3-6060-8D0B-D9766CB1ABF3}"/>
                  </a:ext>
                </a:extLst>
              </p:cNvPr>
              <p:cNvGrpSpPr/>
              <p:nvPr/>
            </p:nvGrpSpPr>
            <p:grpSpPr>
              <a:xfrm>
                <a:off x="1867979" y="3487005"/>
                <a:ext cx="322723" cy="939693"/>
                <a:chOff x="1867979" y="3487005"/>
                <a:chExt cx="322723" cy="939693"/>
              </a:xfrm>
            </p:grpSpPr>
            <p:sp>
              <p:nvSpPr>
                <p:cNvPr id="1070" name="Freeform 107">
                  <a:extLst>
                    <a:ext uri="{FF2B5EF4-FFF2-40B4-BE49-F238E27FC236}">
                      <a16:creationId xmlns:a16="http://schemas.microsoft.com/office/drawing/2014/main" id="{FB852305-2E35-2F58-2A49-5ACC55384C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129722" cy="26894"/>
                </a:xfrm>
                <a:custGeom>
                  <a:avLst/>
                  <a:gdLst>
                    <a:gd name="T0" fmla="*/ 32 w 35"/>
                    <a:gd name="T1" fmla="*/ 0 h 7"/>
                    <a:gd name="T2" fmla="*/ 4 w 35"/>
                    <a:gd name="T3" fmla="*/ 0 h 7"/>
                    <a:gd name="T4" fmla="*/ 0 w 35"/>
                    <a:gd name="T5" fmla="*/ 4 h 7"/>
                    <a:gd name="T6" fmla="*/ 4 w 35"/>
                    <a:gd name="T7" fmla="*/ 7 h 7"/>
                    <a:gd name="T8" fmla="*/ 32 w 35"/>
                    <a:gd name="T9" fmla="*/ 7 h 7"/>
                    <a:gd name="T10" fmla="*/ 35 w 35"/>
                    <a:gd name="T11" fmla="*/ 4 h 7"/>
                    <a:gd name="T12" fmla="*/ 32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2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6"/>
                        <a:pt x="35" y="4"/>
                      </a:cubicBezTo>
                      <a:cubicBezTo>
                        <a:pt x="35" y="2"/>
                        <a:pt x="34" y="0"/>
                        <a:pt x="32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71" name="Freeform 108">
                  <a:extLst>
                    <a:ext uri="{FF2B5EF4-FFF2-40B4-BE49-F238E27FC236}">
                      <a16:creationId xmlns:a16="http://schemas.microsoft.com/office/drawing/2014/main" id="{EFAF578D-8D1B-0D64-83FA-49F497822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129722" cy="25311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72" name="Freeform 109">
                  <a:extLst>
                    <a:ext uri="{FF2B5EF4-FFF2-40B4-BE49-F238E27FC236}">
                      <a16:creationId xmlns:a16="http://schemas.microsoft.com/office/drawing/2014/main" id="{95184C69-E1A8-7294-E2FA-0C1D0FC27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129722" cy="26894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73" name="Freeform 110">
                  <a:extLst>
                    <a:ext uri="{FF2B5EF4-FFF2-40B4-BE49-F238E27FC236}">
                      <a16:creationId xmlns:a16="http://schemas.microsoft.com/office/drawing/2014/main" id="{1290C05C-3994-E2A3-01F0-57C83AD410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71190" cy="22148"/>
                </a:xfrm>
                <a:custGeom>
                  <a:avLst/>
                  <a:gdLst>
                    <a:gd name="T0" fmla="*/ 4 w 19"/>
                    <a:gd name="T1" fmla="*/ 6 h 6"/>
                    <a:gd name="T2" fmla="*/ 16 w 19"/>
                    <a:gd name="T3" fmla="*/ 6 h 6"/>
                    <a:gd name="T4" fmla="*/ 19 w 19"/>
                    <a:gd name="T5" fmla="*/ 3 h 6"/>
                    <a:gd name="T6" fmla="*/ 16 w 19"/>
                    <a:gd name="T7" fmla="*/ 0 h 6"/>
                    <a:gd name="T8" fmla="*/ 4 w 19"/>
                    <a:gd name="T9" fmla="*/ 0 h 6"/>
                    <a:gd name="T10" fmla="*/ 0 w 19"/>
                    <a:gd name="T11" fmla="*/ 3 h 6"/>
                    <a:gd name="T12" fmla="*/ 4 w 19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6">
                      <a:moveTo>
                        <a:pt x="4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5"/>
                        <a:pt x="19" y="3"/>
                      </a:cubicBezTo>
                      <a:cubicBezTo>
                        <a:pt x="19" y="1"/>
                        <a:pt x="17" y="0"/>
                        <a:pt x="16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74" name="Freeform 111">
                  <a:extLst>
                    <a:ext uri="{FF2B5EF4-FFF2-40B4-BE49-F238E27FC236}">
                      <a16:creationId xmlns:a16="http://schemas.microsoft.com/office/drawing/2014/main" id="{FF50E4D3-6D68-E2D7-4402-E5D7C914A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7979" y="4018548"/>
                  <a:ext cx="322723" cy="408150"/>
                </a:xfrm>
                <a:custGeom>
                  <a:avLst/>
                  <a:gdLst>
                    <a:gd name="T0" fmla="*/ 43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3 w 86"/>
                    <a:gd name="T11" fmla="*/ 1 h 109"/>
                    <a:gd name="T12" fmla="*/ 27 w 86"/>
                    <a:gd name="T13" fmla="*/ 1 h 109"/>
                    <a:gd name="T14" fmla="*/ 15 w 86"/>
                    <a:gd name="T15" fmla="*/ 29 h 109"/>
                    <a:gd name="T16" fmla="*/ 0 w 86"/>
                    <a:gd name="T17" fmla="*/ 67 h 109"/>
                    <a:gd name="T18" fmla="*/ 43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3" y="109"/>
                      </a:moveTo>
                      <a:cubicBezTo>
                        <a:pt x="71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7" y="20"/>
                        <a:pt x="65" y="10"/>
                      </a:cubicBezTo>
                      <a:cubicBezTo>
                        <a:pt x="62" y="0"/>
                        <a:pt x="56" y="1"/>
                        <a:pt x="56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33" y="1"/>
                        <a:pt x="27" y="1"/>
                      </a:cubicBezTo>
                      <a:cubicBezTo>
                        <a:pt x="20" y="1"/>
                        <a:pt x="21" y="14"/>
                        <a:pt x="15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3" y="109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75" name="Freeform 112">
                  <a:extLst>
                    <a:ext uri="{FF2B5EF4-FFF2-40B4-BE49-F238E27FC236}">
                      <a16:creationId xmlns:a16="http://schemas.microsoft.com/office/drawing/2014/main" id="{3D550F22-C87D-9A0D-8221-35C62D2EC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9341" y="4018548"/>
                  <a:ext cx="161361" cy="408150"/>
                </a:xfrm>
                <a:custGeom>
                  <a:avLst/>
                  <a:gdLst>
                    <a:gd name="T0" fmla="*/ 43 w 43"/>
                    <a:gd name="T1" fmla="*/ 66 h 109"/>
                    <a:gd name="T2" fmla="*/ 34 w 43"/>
                    <a:gd name="T3" fmla="*/ 42 h 109"/>
                    <a:gd name="T4" fmla="*/ 22 w 43"/>
                    <a:gd name="T5" fmla="*/ 10 h 109"/>
                    <a:gd name="T6" fmla="*/ 13 w 43"/>
                    <a:gd name="T7" fmla="*/ 1 h 109"/>
                    <a:gd name="T8" fmla="*/ 0 w 43"/>
                    <a:gd name="T9" fmla="*/ 1 h 109"/>
                    <a:gd name="T10" fmla="*/ 0 w 43"/>
                    <a:gd name="T11" fmla="*/ 109 h 109"/>
                    <a:gd name="T12" fmla="*/ 43 w 43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09">
                      <a:moveTo>
                        <a:pt x="43" y="66"/>
                      </a:moveTo>
                      <a:cubicBezTo>
                        <a:pt x="43" y="59"/>
                        <a:pt x="39" y="51"/>
                        <a:pt x="34" y="42"/>
                      </a:cubicBezTo>
                      <a:cubicBezTo>
                        <a:pt x="29" y="34"/>
                        <a:pt x="24" y="20"/>
                        <a:pt x="22" y="10"/>
                      </a:cubicBezTo>
                      <a:cubicBezTo>
                        <a:pt x="19" y="0"/>
                        <a:pt x="13" y="1"/>
                        <a:pt x="1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3" y="89"/>
                        <a:pt x="43" y="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76" name="Freeform 113">
                  <a:extLst>
                    <a:ext uri="{FF2B5EF4-FFF2-40B4-BE49-F238E27FC236}">
                      <a16:creationId xmlns:a16="http://schemas.microsoft.com/office/drawing/2014/main" id="{A1E0A86F-D9A5-F2AE-CF9E-757EA26CB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66443" cy="26894"/>
                </a:xfrm>
                <a:custGeom>
                  <a:avLst/>
                  <a:gdLst>
                    <a:gd name="T0" fmla="*/ 0 w 18"/>
                    <a:gd name="T1" fmla="*/ 4 h 7"/>
                    <a:gd name="T2" fmla="*/ 4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4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77" name="Freeform 114">
                  <a:extLst>
                    <a:ext uri="{FF2B5EF4-FFF2-40B4-BE49-F238E27FC236}">
                      <a16:creationId xmlns:a16="http://schemas.microsoft.com/office/drawing/2014/main" id="{A97D6398-6A66-925A-CE46-63BB3E7D21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66443" cy="25311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78" name="Freeform 115">
                  <a:extLst>
                    <a:ext uri="{FF2B5EF4-FFF2-40B4-BE49-F238E27FC236}">
                      <a16:creationId xmlns:a16="http://schemas.microsoft.com/office/drawing/2014/main" id="{5420E5F6-7201-78AA-29AB-EBB66B507A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66443" cy="26894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79" name="Freeform 116">
                  <a:extLst>
                    <a:ext uri="{FF2B5EF4-FFF2-40B4-BE49-F238E27FC236}">
                      <a16:creationId xmlns:a16="http://schemas.microsoft.com/office/drawing/2014/main" id="{16320725-02CF-5FAC-80C3-1D90DC43EF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37967" cy="22148"/>
                </a:xfrm>
                <a:custGeom>
                  <a:avLst/>
                  <a:gdLst>
                    <a:gd name="T0" fmla="*/ 4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4 w 10"/>
                    <a:gd name="T7" fmla="*/ 0 h 6"/>
                    <a:gd name="T8" fmla="*/ 0 w 10"/>
                    <a:gd name="T9" fmla="*/ 3 h 6"/>
                    <a:gd name="T10" fmla="*/ 4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4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80" name="Freeform 158">
                  <a:extLst>
                    <a:ext uri="{FF2B5EF4-FFF2-40B4-BE49-F238E27FC236}">
                      <a16:creationId xmlns:a16="http://schemas.microsoft.com/office/drawing/2014/main" id="{A214B409-3BB9-768D-A1BD-EBA195D315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18267" y="3487005"/>
                  <a:ext cx="26894" cy="374928"/>
                </a:xfrm>
                <a:custGeom>
                  <a:avLst/>
                  <a:gdLst>
                    <a:gd name="T0" fmla="*/ 17 w 17"/>
                    <a:gd name="T1" fmla="*/ 237 h 237"/>
                    <a:gd name="T2" fmla="*/ 0 w 17"/>
                    <a:gd name="T3" fmla="*/ 237 h 237"/>
                    <a:gd name="T4" fmla="*/ 0 w 17"/>
                    <a:gd name="T5" fmla="*/ 177 h 237"/>
                    <a:gd name="T6" fmla="*/ 17 w 17"/>
                    <a:gd name="T7" fmla="*/ 177 h 237"/>
                    <a:gd name="T8" fmla="*/ 17 w 17"/>
                    <a:gd name="T9" fmla="*/ 237 h 237"/>
                    <a:gd name="T10" fmla="*/ 17 w 17"/>
                    <a:gd name="T11" fmla="*/ 135 h 237"/>
                    <a:gd name="T12" fmla="*/ 0 w 17"/>
                    <a:gd name="T13" fmla="*/ 135 h 237"/>
                    <a:gd name="T14" fmla="*/ 0 w 17"/>
                    <a:gd name="T15" fmla="*/ 75 h 237"/>
                    <a:gd name="T16" fmla="*/ 17 w 17"/>
                    <a:gd name="T17" fmla="*/ 75 h 237"/>
                    <a:gd name="T18" fmla="*/ 17 w 17"/>
                    <a:gd name="T19" fmla="*/ 135 h 237"/>
                    <a:gd name="T20" fmla="*/ 17 w 17"/>
                    <a:gd name="T21" fmla="*/ 35 h 237"/>
                    <a:gd name="T22" fmla="*/ 0 w 17"/>
                    <a:gd name="T23" fmla="*/ 35 h 237"/>
                    <a:gd name="T24" fmla="*/ 0 w 17"/>
                    <a:gd name="T25" fmla="*/ 0 h 237"/>
                    <a:gd name="T26" fmla="*/ 17 w 17"/>
                    <a:gd name="T27" fmla="*/ 0 h 237"/>
                    <a:gd name="T28" fmla="*/ 17 w 17"/>
                    <a:gd name="T29" fmla="*/ 35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37">
                      <a:moveTo>
                        <a:pt x="17" y="237"/>
                      </a:moveTo>
                      <a:lnTo>
                        <a:pt x="0" y="237"/>
                      </a:lnTo>
                      <a:lnTo>
                        <a:pt x="0" y="177"/>
                      </a:lnTo>
                      <a:lnTo>
                        <a:pt x="17" y="177"/>
                      </a:lnTo>
                      <a:lnTo>
                        <a:pt x="17" y="237"/>
                      </a:lnTo>
                      <a:close/>
                      <a:moveTo>
                        <a:pt x="17" y="135"/>
                      </a:moveTo>
                      <a:lnTo>
                        <a:pt x="0" y="135"/>
                      </a:lnTo>
                      <a:lnTo>
                        <a:pt x="0" y="75"/>
                      </a:lnTo>
                      <a:lnTo>
                        <a:pt x="17" y="75"/>
                      </a:lnTo>
                      <a:lnTo>
                        <a:pt x="17" y="135"/>
                      </a:lnTo>
                      <a:close/>
                      <a:moveTo>
                        <a:pt x="17" y="35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35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1058" name="组合 1057">
                <a:extLst>
                  <a:ext uri="{FF2B5EF4-FFF2-40B4-BE49-F238E27FC236}">
                    <a16:creationId xmlns:a16="http://schemas.microsoft.com/office/drawing/2014/main" id="{28F29C09-52FB-2FB7-5D93-0A991FF147F2}"/>
                  </a:ext>
                </a:extLst>
              </p:cNvPr>
              <p:cNvGrpSpPr/>
              <p:nvPr/>
            </p:nvGrpSpPr>
            <p:grpSpPr>
              <a:xfrm flipV="1">
                <a:off x="1868200" y="2537458"/>
                <a:ext cx="322723" cy="939693"/>
                <a:chOff x="1867979" y="3487005"/>
                <a:chExt cx="322723" cy="939693"/>
              </a:xfrm>
              <a:noFill/>
            </p:grpSpPr>
            <p:sp>
              <p:nvSpPr>
                <p:cNvPr id="1059" name="Freeform 107">
                  <a:extLst>
                    <a:ext uri="{FF2B5EF4-FFF2-40B4-BE49-F238E27FC236}">
                      <a16:creationId xmlns:a16="http://schemas.microsoft.com/office/drawing/2014/main" id="{AC272DDE-5F4A-4C39-66DA-86EFDC1F32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129722" cy="26894"/>
                </a:xfrm>
                <a:custGeom>
                  <a:avLst/>
                  <a:gdLst>
                    <a:gd name="T0" fmla="*/ 32 w 35"/>
                    <a:gd name="T1" fmla="*/ 0 h 7"/>
                    <a:gd name="T2" fmla="*/ 4 w 35"/>
                    <a:gd name="T3" fmla="*/ 0 h 7"/>
                    <a:gd name="T4" fmla="*/ 0 w 35"/>
                    <a:gd name="T5" fmla="*/ 4 h 7"/>
                    <a:gd name="T6" fmla="*/ 4 w 35"/>
                    <a:gd name="T7" fmla="*/ 7 h 7"/>
                    <a:gd name="T8" fmla="*/ 32 w 35"/>
                    <a:gd name="T9" fmla="*/ 7 h 7"/>
                    <a:gd name="T10" fmla="*/ 35 w 35"/>
                    <a:gd name="T11" fmla="*/ 4 h 7"/>
                    <a:gd name="T12" fmla="*/ 32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2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6"/>
                        <a:pt x="35" y="4"/>
                      </a:cubicBezTo>
                      <a:cubicBezTo>
                        <a:pt x="35" y="2"/>
                        <a:pt x="34" y="0"/>
                        <a:pt x="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60" name="Freeform 108">
                  <a:extLst>
                    <a:ext uri="{FF2B5EF4-FFF2-40B4-BE49-F238E27FC236}">
                      <a16:creationId xmlns:a16="http://schemas.microsoft.com/office/drawing/2014/main" id="{56465CFD-488F-2DBD-DDAA-5E8EA1CEB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129722" cy="25311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61" name="Freeform 109">
                  <a:extLst>
                    <a:ext uri="{FF2B5EF4-FFF2-40B4-BE49-F238E27FC236}">
                      <a16:creationId xmlns:a16="http://schemas.microsoft.com/office/drawing/2014/main" id="{7E4427BF-DBAD-265B-A0A6-9583F4DD17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129722" cy="26894"/>
                </a:xfrm>
                <a:custGeom>
                  <a:avLst/>
                  <a:gdLst>
                    <a:gd name="T0" fmla="*/ 4 w 35"/>
                    <a:gd name="T1" fmla="*/ 7 h 7"/>
                    <a:gd name="T2" fmla="*/ 32 w 35"/>
                    <a:gd name="T3" fmla="*/ 7 h 7"/>
                    <a:gd name="T4" fmla="*/ 35 w 35"/>
                    <a:gd name="T5" fmla="*/ 3 h 7"/>
                    <a:gd name="T6" fmla="*/ 32 w 35"/>
                    <a:gd name="T7" fmla="*/ 0 h 7"/>
                    <a:gd name="T8" fmla="*/ 4 w 35"/>
                    <a:gd name="T9" fmla="*/ 0 h 7"/>
                    <a:gd name="T10" fmla="*/ 0 w 35"/>
                    <a:gd name="T11" fmla="*/ 3 h 7"/>
                    <a:gd name="T12" fmla="*/ 4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4" y="7"/>
                      </a:move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4" y="7"/>
                        <a:pt x="35" y="5"/>
                        <a:pt x="35" y="3"/>
                      </a:cubicBezTo>
                      <a:cubicBezTo>
                        <a:pt x="35" y="1"/>
                        <a:pt x="34" y="0"/>
                        <a:pt x="32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62" name="Freeform 110">
                  <a:extLst>
                    <a:ext uri="{FF2B5EF4-FFF2-40B4-BE49-F238E27FC236}">
                      <a16:creationId xmlns:a16="http://schemas.microsoft.com/office/drawing/2014/main" id="{A53838FC-E43B-1CAD-C225-084CCED03A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71190" cy="22148"/>
                </a:xfrm>
                <a:custGeom>
                  <a:avLst/>
                  <a:gdLst>
                    <a:gd name="T0" fmla="*/ 4 w 19"/>
                    <a:gd name="T1" fmla="*/ 6 h 6"/>
                    <a:gd name="T2" fmla="*/ 16 w 19"/>
                    <a:gd name="T3" fmla="*/ 6 h 6"/>
                    <a:gd name="T4" fmla="*/ 19 w 19"/>
                    <a:gd name="T5" fmla="*/ 3 h 6"/>
                    <a:gd name="T6" fmla="*/ 16 w 19"/>
                    <a:gd name="T7" fmla="*/ 0 h 6"/>
                    <a:gd name="T8" fmla="*/ 4 w 19"/>
                    <a:gd name="T9" fmla="*/ 0 h 6"/>
                    <a:gd name="T10" fmla="*/ 0 w 19"/>
                    <a:gd name="T11" fmla="*/ 3 h 6"/>
                    <a:gd name="T12" fmla="*/ 4 w 19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6">
                      <a:moveTo>
                        <a:pt x="4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5"/>
                        <a:pt x="19" y="3"/>
                      </a:cubicBezTo>
                      <a:cubicBezTo>
                        <a:pt x="19" y="1"/>
                        <a:pt x="17" y="0"/>
                        <a:pt x="16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63" name="Freeform 111">
                  <a:extLst>
                    <a:ext uri="{FF2B5EF4-FFF2-40B4-BE49-F238E27FC236}">
                      <a16:creationId xmlns:a16="http://schemas.microsoft.com/office/drawing/2014/main" id="{ACC232C1-2D4D-071A-AFB0-6F7770675A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7979" y="4018548"/>
                  <a:ext cx="322723" cy="408150"/>
                </a:xfrm>
                <a:custGeom>
                  <a:avLst/>
                  <a:gdLst>
                    <a:gd name="T0" fmla="*/ 43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3 w 86"/>
                    <a:gd name="T11" fmla="*/ 1 h 109"/>
                    <a:gd name="T12" fmla="*/ 27 w 86"/>
                    <a:gd name="T13" fmla="*/ 1 h 109"/>
                    <a:gd name="T14" fmla="*/ 15 w 86"/>
                    <a:gd name="T15" fmla="*/ 29 h 109"/>
                    <a:gd name="T16" fmla="*/ 0 w 86"/>
                    <a:gd name="T17" fmla="*/ 67 h 109"/>
                    <a:gd name="T18" fmla="*/ 43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3" y="109"/>
                      </a:moveTo>
                      <a:cubicBezTo>
                        <a:pt x="71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7" y="20"/>
                        <a:pt x="65" y="10"/>
                      </a:cubicBezTo>
                      <a:cubicBezTo>
                        <a:pt x="62" y="0"/>
                        <a:pt x="56" y="1"/>
                        <a:pt x="56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33" y="1"/>
                        <a:pt x="27" y="1"/>
                      </a:cubicBezTo>
                      <a:cubicBezTo>
                        <a:pt x="20" y="1"/>
                        <a:pt x="21" y="14"/>
                        <a:pt x="15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3" y="10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64" name="Freeform 112">
                  <a:extLst>
                    <a:ext uri="{FF2B5EF4-FFF2-40B4-BE49-F238E27FC236}">
                      <a16:creationId xmlns:a16="http://schemas.microsoft.com/office/drawing/2014/main" id="{5FAA00F3-A453-D7E5-BBBD-85D25247D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9341" y="4018548"/>
                  <a:ext cx="161361" cy="408150"/>
                </a:xfrm>
                <a:custGeom>
                  <a:avLst/>
                  <a:gdLst>
                    <a:gd name="T0" fmla="*/ 43 w 43"/>
                    <a:gd name="T1" fmla="*/ 66 h 109"/>
                    <a:gd name="T2" fmla="*/ 34 w 43"/>
                    <a:gd name="T3" fmla="*/ 42 h 109"/>
                    <a:gd name="T4" fmla="*/ 22 w 43"/>
                    <a:gd name="T5" fmla="*/ 10 h 109"/>
                    <a:gd name="T6" fmla="*/ 13 w 43"/>
                    <a:gd name="T7" fmla="*/ 1 h 109"/>
                    <a:gd name="T8" fmla="*/ 0 w 43"/>
                    <a:gd name="T9" fmla="*/ 1 h 109"/>
                    <a:gd name="T10" fmla="*/ 0 w 43"/>
                    <a:gd name="T11" fmla="*/ 109 h 109"/>
                    <a:gd name="T12" fmla="*/ 43 w 43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09">
                      <a:moveTo>
                        <a:pt x="43" y="66"/>
                      </a:moveTo>
                      <a:cubicBezTo>
                        <a:pt x="43" y="59"/>
                        <a:pt x="39" y="51"/>
                        <a:pt x="34" y="42"/>
                      </a:cubicBezTo>
                      <a:cubicBezTo>
                        <a:pt x="29" y="34"/>
                        <a:pt x="24" y="20"/>
                        <a:pt x="22" y="10"/>
                      </a:cubicBezTo>
                      <a:cubicBezTo>
                        <a:pt x="19" y="0"/>
                        <a:pt x="13" y="1"/>
                        <a:pt x="1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3" y="89"/>
                        <a:pt x="43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65" name="Freeform 113">
                  <a:extLst>
                    <a:ext uri="{FF2B5EF4-FFF2-40B4-BE49-F238E27FC236}">
                      <a16:creationId xmlns:a16="http://schemas.microsoft.com/office/drawing/2014/main" id="{4D6D8C7F-8DD9-2F0A-5F2D-9C3CF564C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69507"/>
                  <a:ext cx="66443" cy="26894"/>
                </a:xfrm>
                <a:custGeom>
                  <a:avLst/>
                  <a:gdLst>
                    <a:gd name="T0" fmla="*/ 0 w 18"/>
                    <a:gd name="T1" fmla="*/ 4 h 7"/>
                    <a:gd name="T2" fmla="*/ 4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4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2" y="7"/>
                        <a:pt x="4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66" name="Freeform 114">
                  <a:extLst>
                    <a:ext uri="{FF2B5EF4-FFF2-40B4-BE49-F238E27FC236}">
                      <a16:creationId xmlns:a16="http://schemas.microsoft.com/office/drawing/2014/main" id="{4B310834-396D-70F4-95A8-1AF8FFE77F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936286"/>
                  <a:ext cx="66443" cy="25311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67" name="Freeform 115">
                  <a:extLst>
                    <a:ext uri="{FF2B5EF4-FFF2-40B4-BE49-F238E27FC236}">
                      <a16:creationId xmlns:a16="http://schemas.microsoft.com/office/drawing/2014/main" id="{CC6192C2-BCF8-7C66-EC81-8A5ABEF49E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2897" y="3898319"/>
                  <a:ext cx="66443" cy="26894"/>
                </a:xfrm>
                <a:custGeom>
                  <a:avLst/>
                  <a:gdLst>
                    <a:gd name="T0" fmla="*/ 4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4 w 18"/>
                    <a:gd name="T7" fmla="*/ 0 h 7"/>
                    <a:gd name="T8" fmla="*/ 0 w 18"/>
                    <a:gd name="T9" fmla="*/ 3 h 7"/>
                    <a:gd name="T10" fmla="*/ 4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4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7"/>
                        <a:pt x="4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68" name="Freeform 116">
                  <a:extLst>
                    <a:ext uri="{FF2B5EF4-FFF2-40B4-BE49-F238E27FC236}">
                      <a16:creationId xmlns:a16="http://schemas.microsoft.com/office/drawing/2014/main" id="{3F24C672-6A57-4353-3C80-E308A43617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1373" y="3861933"/>
                  <a:ext cx="37967" cy="22148"/>
                </a:xfrm>
                <a:custGeom>
                  <a:avLst/>
                  <a:gdLst>
                    <a:gd name="T0" fmla="*/ 4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4 w 10"/>
                    <a:gd name="T7" fmla="*/ 0 h 6"/>
                    <a:gd name="T8" fmla="*/ 0 w 10"/>
                    <a:gd name="T9" fmla="*/ 3 h 6"/>
                    <a:gd name="T10" fmla="*/ 4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4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0" y="1"/>
                        <a:pt x="0" y="3"/>
                      </a:cubicBezTo>
                      <a:cubicBezTo>
                        <a:pt x="0" y="5"/>
                        <a:pt x="2" y="6"/>
                        <a:pt x="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69" name="Freeform 158">
                  <a:extLst>
                    <a:ext uri="{FF2B5EF4-FFF2-40B4-BE49-F238E27FC236}">
                      <a16:creationId xmlns:a16="http://schemas.microsoft.com/office/drawing/2014/main" id="{0C1CABFB-6B80-CE5E-21C6-95C7BA016FB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18267" y="3487005"/>
                  <a:ext cx="26894" cy="374928"/>
                </a:xfrm>
                <a:custGeom>
                  <a:avLst/>
                  <a:gdLst>
                    <a:gd name="T0" fmla="*/ 17 w 17"/>
                    <a:gd name="T1" fmla="*/ 237 h 237"/>
                    <a:gd name="T2" fmla="*/ 0 w 17"/>
                    <a:gd name="T3" fmla="*/ 237 h 237"/>
                    <a:gd name="T4" fmla="*/ 0 w 17"/>
                    <a:gd name="T5" fmla="*/ 177 h 237"/>
                    <a:gd name="T6" fmla="*/ 17 w 17"/>
                    <a:gd name="T7" fmla="*/ 177 h 237"/>
                    <a:gd name="T8" fmla="*/ 17 w 17"/>
                    <a:gd name="T9" fmla="*/ 237 h 237"/>
                    <a:gd name="T10" fmla="*/ 17 w 17"/>
                    <a:gd name="T11" fmla="*/ 135 h 237"/>
                    <a:gd name="T12" fmla="*/ 0 w 17"/>
                    <a:gd name="T13" fmla="*/ 135 h 237"/>
                    <a:gd name="T14" fmla="*/ 0 w 17"/>
                    <a:gd name="T15" fmla="*/ 75 h 237"/>
                    <a:gd name="T16" fmla="*/ 17 w 17"/>
                    <a:gd name="T17" fmla="*/ 75 h 237"/>
                    <a:gd name="T18" fmla="*/ 17 w 17"/>
                    <a:gd name="T19" fmla="*/ 135 h 237"/>
                    <a:gd name="T20" fmla="*/ 17 w 17"/>
                    <a:gd name="T21" fmla="*/ 35 h 237"/>
                    <a:gd name="T22" fmla="*/ 0 w 17"/>
                    <a:gd name="T23" fmla="*/ 35 h 237"/>
                    <a:gd name="T24" fmla="*/ 0 w 17"/>
                    <a:gd name="T25" fmla="*/ 0 h 237"/>
                    <a:gd name="T26" fmla="*/ 17 w 17"/>
                    <a:gd name="T27" fmla="*/ 0 h 237"/>
                    <a:gd name="T28" fmla="*/ 17 w 17"/>
                    <a:gd name="T29" fmla="*/ 35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37">
                      <a:moveTo>
                        <a:pt x="17" y="237"/>
                      </a:moveTo>
                      <a:lnTo>
                        <a:pt x="0" y="237"/>
                      </a:lnTo>
                      <a:lnTo>
                        <a:pt x="0" y="177"/>
                      </a:lnTo>
                      <a:lnTo>
                        <a:pt x="17" y="177"/>
                      </a:lnTo>
                      <a:lnTo>
                        <a:pt x="17" y="237"/>
                      </a:lnTo>
                      <a:close/>
                      <a:moveTo>
                        <a:pt x="17" y="135"/>
                      </a:moveTo>
                      <a:lnTo>
                        <a:pt x="0" y="135"/>
                      </a:lnTo>
                      <a:lnTo>
                        <a:pt x="0" y="75"/>
                      </a:lnTo>
                      <a:lnTo>
                        <a:pt x="17" y="75"/>
                      </a:lnTo>
                      <a:lnTo>
                        <a:pt x="17" y="135"/>
                      </a:lnTo>
                      <a:close/>
                      <a:moveTo>
                        <a:pt x="17" y="35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977" name="组合 976">
              <a:extLst>
                <a:ext uri="{FF2B5EF4-FFF2-40B4-BE49-F238E27FC236}">
                  <a16:creationId xmlns:a16="http://schemas.microsoft.com/office/drawing/2014/main" id="{81449C9D-F313-E17B-DFDC-D91A8BD7CB9D}"/>
                </a:ext>
              </a:extLst>
            </p:cNvPr>
            <p:cNvGrpSpPr/>
            <p:nvPr/>
          </p:nvGrpSpPr>
          <p:grpSpPr>
            <a:xfrm>
              <a:off x="2336244" y="2051683"/>
              <a:ext cx="691544" cy="2843279"/>
              <a:chOff x="2336244" y="2051683"/>
              <a:chExt cx="691544" cy="2843279"/>
            </a:xfrm>
          </p:grpSpPr>
          <p:grpSp>
            <p:nvGrpSpPr>
              <p:cNvPr id="1033" name="组合 1032">
                <a:extLst>
                  <a:ext uri="{FF2B5EF4-FFF2-40B4-BE49-F238E27FC236}">
                    <a16:creationId xmlns:a16="http://schemas.microsoft.com/office/drawing/2014/main" id="{048C4DEF-C192-AF1E-B750-42AE1C723A16}"/>
                  </a:ext>
                </a:extLst>
              </p:cNvPr>
              <p:cNvGrpSpPr/>
              <p:nvPr/>
            </p:nvGrpSpPr>
            <p:grpSpPr>
              <a:xfrm>
                <a:off x="2336244" y="3487005"/>
                <a:ext cx="691323" cy="1407957"/>
                <a:chOff x="2336244" y="3487005"/>
                <a:chExt cx="691323" cy="1407957"/>
              </a:xfrm>
            </p:grpSpPr>
            <p:sp>
              <p:nvSpPr>
                <p:cNvPr id="1046" name="Freeform 87">
                  <a:extLst>
                    <a:ext uri="{FF2B5EF4-FFF2-40B4-BE49-F238E27FC236}">
                      <a16:creationId xmlns:a16="http://schemas.microsoft.com/office/drawing/2014/main" id="{F10BAA69-F2A8-A63A-033C-85B23BA5B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280010" cy="55370"/>
                </a:xfrm>
                <a:custGeom>
                  <a:avLst/>
                  <a:gdLst>
                    <a:gd name="T0" fmla="*/ 68 w 75"/>
                    <a:gd name="T1" fmla="*/ 0 h 15"/>
                    <a:gd name="T2" fmla="*/ 7 w 75"/>
                    <a:gd name="T3" fmla="*/ 0 h 15"/>
                    <a:gd name="T4" fmla="*/ 0 w 75"/>
                    <a:gd name="T5" fmla="*/ 7 h 15"/>
                    <a:gd name="T6" fmla="*/ 7 w 75"/>
                    <a:gd name="T7" fmla="*/ 15 h 15"/>
                    <a:gd name="T8" fmla="*/ 68 w 75"/>
                    <a:gd name="T9" fmla="*/ 15 h 15"/>
                    <a:gd name="T10" fmla="*/ 75 w 75"/>
                    <a:gd name="T11" fmla="*/ 7 h 15"/>
                    <a:gd name="T12" fmla="*/ 68 w 75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6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47" name="Freeform 88">
                  <a:extLst>
                    <a:ext uri="{FF2B5EF4-FFF2-40B4-BE49-F238E27FC236}">
                      <a16:creationId xmlns:a16="http://schemas.microsoft.com/office/drawing/2014/main" id="{B01643AB-2FD2-00C8-B645-BD04F7EB53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48" name="Freeform 89">
                  <a:extLst>
                    <a:ext uri="{FF2B5EF4-FFF2-40B4-BE49-F238E27FC236}">
                      <a16:creationId xmlns:a16="http://schemas.microsoft.com/office/drawing/2014/main" id="{A4DC5D23-7A07-AABB-6111-8D0AD3552A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2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49" name="Freeform 90">
                  <a:extLst>
                    <a:ext uri="{FF2B5EF4-FFF2-40B4-BE49-F238E27FC236}">
                      <a16:creationId xmlns:a16="http://schemas.microsoft.com/office/drawing/2014/main" id="{E41FB9D4-D441-C17A-455F-C4CE33BB4C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145542" cy="52205"/>
                </a:xfrm>
                <a:custGeom>
                  <a:avLst/>
                  <a:gdLst>
                    <a:gd name="T0" fmla="*/ 6 w 39"/>
                    <a:gd name="T1" fmla="*/ 14 h 14"/>
                    <a:gd name="T2" fmla="*/ 32 w 39"/>
                    <a:gd name="T3" fmla="*/ 14 h 14"/>
                    <a:gd name="T4" fmla="*/ 39 w 39"/>
                    <a:gd name="T5" fmla="*/ 7 h 14"/>
                    <a:gd name="T6" fmla="*/ 32 w 39"/>
                    <a:gd name="T7" fmla="*/ 0 h 14"/>
                    <a:gd name="T8" fmla="*/ 6 w 39"/>
                    <a:gd name="T9" fmla="*/ 0 h 14"/>
                    <a:gd name="T10" fmla="*/ 0 w 39"/>
                    <a:gd name="T11" fmla="*/ 7 h 14"/>
                    <a:gd name="T12" fmla="*/ 6 w 3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14">
                      <a:moveTo>
                        <a:pt x="6" y="14"/>
                      </a:move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6" y="14"/>
                        <a:pt x="39" y="11"/>
                        <a:pt x="39" y="7"/>
                      </a:cubicBezTo>
                      <a:cubicBezTo>
                        <a:pt x="39" y="3"/>
                        <a:pt x="36" y="0"/>
                        <a:pt x="32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50" name="Freeform 91">
                  <a:extLst>
                    <a:ext uri="{FF2B5EF4-FFF2-40B4-BE49-F238E27FC236}">
                      <a16:creationId xmlns:a16="http://schemas.microsoft.com/office/drawing/2014/main" id="{40A4FDDF-461C-7548-9A10-D5F03CB73D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6244" y="4010638"/>
                  <a:ext cx="691323" cy="884324"/>
                </a:xfrm>
                <a:custGeom>
                  <a:avLst/>
                  <a:gdLst>
                    <a:gd name="T0" fmla="*/ 93 w 185"/>
                    <a:gd name="T1" fmla="*/ 236 h 236"/>
                    <a:gd name="T2" fmla="*/ 185 w 185"/>
                    <a:gd name="T3" fmla="*/ 143 h 236"/>
                    <a:gd name="T4" fmla="*/ 166 w 185"/>
                    <a:gd name="T5" fmla="*/ 92 h 236"/>
                    <a:gd name="T6" fmla="*/ 140 w 185"/>
                    <a:gd name="T7" fmla="*/ 22 h 236"/>
                    <a:gd name="T8" fmla="*/ 120 w 185"/>
                    <a:gd name="T9" fmla="*/ 2 h 236"/>
                    <a:gd name="T10" fmla="*/ 93 w 185"/>
                    <a:gd name="T11" fmla="*/ 2 h 236"/>
                    <a:gd name="T12" fmla="*/ 58 w 185"/>
                    <a:gd name="T13" fmla="*/ 2 h 236"/>
                    <a:gd name="T14" fmla="*/ 34 w 185"/>
                    <a:gd name="T15" fmla="*/ 62 h 236"/>
                    <a:gd name="T16" fmla="*/ 0 w 185"/>
                    <a:gd name="T17" fmla="*/ 146 h 236"/>
                    <a:gd name="T18" fmla="*/ 93 w 185"/>
                    <a:gd name="T19" fmla="*/ 236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5" h="236">
                      <a:moveTo>
                        <a:pt x="93" y="236"/>
                      </a:moveTo>
                      <a:cubicBezTo>
                        <a:pt x="154" y="236"/>
                        <a:pt x="185" y="193"/>
                        <a:pt x="185" y="143"/>
                      </a:cubicBezTo>
                      <a:cubicBezTo>
                        <a:pt x="185" y="127"/>
                        <a:pt x="177" y="110"/>
                        <a:pt x="166" y="92"/>
                      </a:cubicBezTo>
                      <a:cubicBezTo>
                        <a:pt x="155" y="74"/>
                        <a:pt x="146" y="44"/>
                        <a:pt x="140" y="22"/>
                      </a:cubicBezTo>
                      <a:cubicBezTo>
                        <a:pt x="135" y="0"/>
                        <a:pt x="120" y="2"/>
                        <a:pt x="120" y="2"/>
                      </a:cubicBezTo>
                      <a:cubicBezTo>
                        <a:pt x="93" y="2"/>
                        <a:pt x="93" y="2"/>
                        <a:pt x="93" y="2"/>
                      </a:cubicBezTo>
                      <a:cubicBezTo>
                        <a:pt x="93" y="2"/>
                        <a:pt x="72" y="2"/>
                        <a:pt x="58" y="2"/>
                      </a:cubicBezTo>
                      <a:cubicBezTo>
                        <a:pt x="44" y="2"/>
                        <a:pt x="46" y="31"/>
                        <a:pt x="34" y="62"/>
                      </a:cubicBezTo>
                      <a:cubicBezTo>
                        <a:pt x="22" y="94"/>
                        <a:pt x="0" y="111"/>
                        <a:pt x="0" y="146"/>
                      </a:cubicBezTo>
                      <a:cubicBezTo>
                        <a:pt x="0" y="180"/>
                        <a:pt x="32" y="236"/>
                        <a:pt x="93" y="236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51" name="Freeform 92">
                  <a:extLst>
                    <a:ext uri="{FF2B5EF4-FFF2-40B4-BE49-F238E27FC236}">
                      <a16:creationId xmlns:a16="http://schemas.microsoft.com/office/drawing/2014/main" id="{48AEC98D-E201-2B18-C7E9-BBC4F1400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4278" y="4010638"/>
                  <a:ext cx="343289" cy="884324"/>
                </a:xfrm>
                <a:custGeom>
                  <a:avLst/>
                  <a:gdLst>
                    <a:gd name="T0" fmla="*/ 92 w 92"/>
                    <a:gd name="T1" fmla="*/ 143 h 236"/>
                    <a:gd name="T2" fmla="*/ 73 w 92"/>
                    <a:gd name="T3" fmla="*/ 92 h 236"/>
                    <a:gd name="T4" fmla="*/ 47 w 92"/>
                    <a:gd name="T5" fmla="*/ 22 h 236"/>
                    <a:gd name="T6" fmla="*/ 27 w 92"/>
                    <a:gd name="T7" fmla="*/ 2 h 236"/>
                    <a:gd name="T8" fmla="*/ 0 w 92"/>
                    <a:gd name="T9" fmla="*/ 2 h 236"/>
                    <a:gd name="T10" fmla="*/ 0 w 92"/>
                    <a:gd name="T11" fmla="*/ 236 h 236"/>
                    <a:gd name="T12" fmla="*/ 92 w 92"/>
                    <a:gd name="T13" fmla="*/ 14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2" h="236">
                      <a:moveTo>
                        <a:pt x="92" y="143"/>
                      </a:moveTo>
                      <a:cubicBezTo>
                        <a:pt x="92" y="127"/>
                        <a:pt x="84" y="110"/>
                        <a:pt x="73" y="92"/>
                      </a:cubicBezTo>
                      <a:cubicBezTo>
                        <a:pt x="62" y="74"/>
                        <a:pt x="53" y="44"/>
                        <a:pt x="47" y="22"/>
                      </a:cubicBezTo>
                      <a:cubicBezTo>
                        <a:pt x="42" y="0"/>
                        <a:pt x="27" y="2"/>
                        <a:pt x="27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36"/>
                        <a:pt x="0" y="236"/>
                        <a:pt x="0" y="236"/>
                      </a:cubicBezTo>
                      <a:cubicBezTo>
                        <a:pt x="61" y="236"/>
                        <a:pt x="92" y="193"/>
                        <a:pt x="92" y="1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52" name="Freeform 93">
                  <a:extLst>
                    <a:ext uri="{FF2B5EF4-FFF2-40B4-BE49-F238E27FC236}">
                      <a16:creationId xmlns:a16="http://schemas.microsoft.com/office/drawing/2014/main" id="{2C0A36DA-420C-3E53-D6C3-96801870FC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142378" cy="55370"/>
                </a:xfrm>
                <a:custGeom>
                  <a:avLst/>
                  <a:gdLst>
                    <a:gd name="T0" fmla="*/ 0 w 38"/>
                    <a:gd name="T1" fmla="*/ 7 h 15"/>
                    <a:gd name="T2" fmla="*/ 7 w 38"/>
                    <a:gd name="T3" fmla="*/ 15 h 15"/>
                    <a:gd name="T4" fmla="*/ 38 w 38"/>
                    <a:gd name="T5" fmla="*/ 15 h 15"/>
                    <a:gd name="T6" fmla="*/ 38 w 38"/>
                    <a:gd name="T7" fmla="*/ 0 h 15"/>
                    <a:gd name="T8" fmla="*/ 7 w 38"/>
                    <a:gd name="T9" fmla="*/ 0 h 15"/>
                    <a:gd name="T10" fmla="*/ 0 w 38"/>
                    <a:gd name="T11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0" y="7"/>
                      </a:move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53" name="Freeform 94">
                  <a:extLst>
                    <a:ext uri="{FF2B5EF4-FFF2-40B4-BE49-F238E27FC236}">
                      <a16:creationId xmlns:a16="http://schemas.microsoft.com/office/drawing/2014/main" id="{ECCB0E94-61DB-8D44-05D6-1E5C45DF5B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54" name="Freeform 95">
                  <a:extLst>
                    <a:ext uri="{FF2B5EF4-FFF2-40B4-BE49-F238E27FC236}">
                      <a16:creationId xmlns:a16="http://schemas.microsoft.com/office/drawing/2014/main" id="{3A6C33A4-3936-B1A0-805F-5B2A049333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55" name="Freeform 96">
                  <a:extLst>
                    <a:ext uri="{FF2B5EF4-FFF2-40B4-BE49-F238E27FC236}">
                      <a16:creationId xmlns:a16="http://schemas.microsoft.com/office/drawing/2014/main" id="{6C478641-75CB-E45D-5AB2-9BDA42954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74353" cy="52205"/>
                </a:xfrm>
                <a:custGeom>
                  <a:avLst/>
                  <a:gdLst>
                    <a:gd name="T0" fmla="*/ 6 w 20"/>
                    <a:gd name="T1" fmla="*/ 14 h 14"/>
                    <a:gd name="T2" fmla="*/ 20 w 20"/>
                    <a:gd name="T3" fmla="*/ 14 h 14"/>
                    <a:gd name="T4" fmla="*/ 20 w 20"/>
                    <a:gd name="T5" fmla="*/ 0 h 14"/>
                    <a:gd name="T6" fmla="*/ 6 w 20"/>
                    <a:gd name="T7" fmla="*/ 0 h 14"/>
                    <a:gd name="T8" fmla="*/ 0 w 20"/>
                    <a:gd name="T9" fmla="*/ 7 h 14"/>
                    <a:gd name="T10" fmla="*/ 6 w 20"/>
                    <a:gd name="T1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14">
                      <a:moveTo>
                        <a:pt x="6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56" name="Freeform 159">
                  <a:extLst>
                    <a:ext uri="{FF2B5EF4-FFF2-40B4-BE49-F238E27FC236}">
                      <a16:creationId xmlns:a16="http://schemas.microsoft.com/office/drawing/2014/main" id="{0F93219D-F8D3-B64A-B1FA-2B86B86B362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673205" y="3487005"/>
                  <a:ext cx="25311" cy="183509"/>
                </a:xfrm>
                <a:custGeom>
                  <a:avLst/>
                  <a:gdLst>
                    <a:gd name="T0" fmla="*/ 16 w 16"/>
                    <a:gd name="T1" fmla="*/ 116 h 116"/>
                    <a:gd name="T2" fmla="*/ 0 w 16"/>
                    <a:gd name="T3" fmla="*/ 116 h 116"/>
                    <a:gd name="T4" fmla="*/ 0 w 16"/>
                    <a:gd name="T5" fmla="*/ 57 h 116"/>
                    <a:gd name="T6" fmla="*/ 16 w 16"/>
                    <a:gd name="T7" fmla="*/ 57 h 116"/>
                    <a:gd name="T8" fmla="*/ 16 w 16"/>
                    <a:gd name="T9" fmla="*/ 116 h 116"/>
                    <a:gd name="T10" fmla="*/ 16 w 16"/>
                    <a:gd name="T11" fmla="*/ 14 h 116"/>
                    <a:gd name="T12" fmla="*/ 0 w 16"/>
                    <a:gd name="T13" fmla="*/ 14 h 116"/>
                    <a:gd name="T14" fmla="*/ 0 w 16"/>
                    <a:gd name="T15" fmla="*/ 0 h 116"/>
                    <a:gd name="T16" fmla="*/ 16 w 16"/>
                    <a:gd name="T17" fmla="*/ 0 h 116"/>
                    <a:gd name="T18" fmla="*/ 16 w 16"/>
                    <a:gd name="T19" fmla="*/ 1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16">
                      <a:moveTo>
                        <a:pt x="16" y="116"/>
                      </a:moveTo>
                      <a:lnTo>
                        <a:pt x="0" y="116"/>
                      </a:lnTo>
                      <a:lnTo>
                        <a:pt x="0" y="57"/>
                      </a:lnTo>
                      <a:lnTo>
                        <a:pt x="16" y="57"/>
                      </a:lnTo>
                      <a:lnTo>
                        <a:pt x="16" y="116"/>
                      </a:lnTo>
                      <a:close/>
                      <a:moveTo>
                        <a:pt x="16" y="1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4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1034" name="组合 1033">
                <a:extLst>
                  <a:ext uri="{FF2B5EF4-FFF2-40B4-BE49-F238E27FC236}">
                    <a16:creationId xmlns:a16="http://schemas.microsoft.com/office/drawing/2014/main" id="{7DCA5126-F031-1980-EBAD-71C9C2E99EBF}"/>
                  </a:ext>
                </a:extLst>
              </p:cNvPr>
              <p:cNvGrpSpPr/>
              <p:nvPr/>
            </p:nvGrpSpPr>
            <p:grpSpPr>
              <a:xfrm flipV="1">
                <a:off x="2336465" y="2051683"/>
                <a:ext cx="691323" cy="1407957"/>
                <a:chOff x="2336244" y="3487005"/>
                <a:chExt cx="691323" cy="1407957"/>
              </a:xfrm>
              <a:noFill/>
            </p:grpSpPr>
            <p:sp>
              <p:nvSpPr>
                <p:cNvPr id="1035" name="Freeform 87">
                  <a:extLst>
                    <a:ext uri="{FF2B5EF4-FFF2-40B4-BE49-F238E27FC236}">
                      <a16:creationId xmlns:a16="http://schemas.microsoft.com/office/drawing/2014/main" id="{F8E4A8B7-26EB-DA52-26AA-A330D18DB8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280010" cy="55370"/>
                </a:xfrm>
                <a:custGeom>
                  <a:avLst/>
                  <a:gdLst>
                    <a:gd name="T0" fmla="*/ 68 w 75"/>
                    <a:gd name="T1" fmla="*/ 0 h 15"/>
                    <a:gd name="T2" fmla="*/ 7 w 75"/>
                    <a:gd name="T3" fmla="*/ 0 h 15"/>
                    <a:gd name="T4" fmla="*/ 0 w 75"/>
                    <a:gd name="T5" fmla="*/ 7 h 15"/>
                    <a:gd name="T6" fmla="*/ 7 w 75"/>
                    <a:gd name="T7" fmla="*/ 15 h 15"/>
                    <a:gd name="T8" fmla="*/ 68 w 75"/>
                    <a:gd name="T9" fmla="*/ 15 h 15"/>
                    <a:gd name="T10" fmla="*/ 75 w 75"/>
                    <a:gd name="T11" fmla="*/ 7 h 15"/>
                    <a:gd name="T12" fmla="*/ 68 w 75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6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6" name="Freeform 88">
                  <a:extLst>
                    <a:ext uri="{FF2B5EF4-FFF2-40B4-BE49-F238E27FC236}">
                      <a16:creationId xmlns:a16="http://schemas.microsoft.com/office/drawing/2014/main" id="{D87AB1D4-B008-CCD5-811F-14561CC33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1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7" name="Freeform 89">
                  <a:extLst>
                    <a:ext uri="{FF2B5EF4-FFF2-40B4-BE49-F238E27FC236}">
                      <a16:creationId xmlns:a16="http://schemas.microsoft.com/office/drawing/2014/main" id="{8F394267-D8C3-3701-A7BA-C31953179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280010" cy="55370"/>
                </a:xfrm>
                <a:custGeom>
                  <a:avLst/>
                  <a:gdLst>
                    <a:gd name="T0" fmla="*/ 7 w 75"/>
                    <a:gd name="T1" fmla="*/ 15 h 15"/>
                    <a:gd name="T2" fmla="*/ 68 w 75"/>
                    <a:gd name="T3" fmla="*/ 15 h 15"/>
                    <a:gd name="T4" fmla="*/ 75 w 75"/>
                    <a:gd name="T5" fmla="*/ 7 h 15"/>
                    <a:gd name="T6" fmla="*/ 68 w 75"/>
                    <a:gd name="T7" fmla="*/ 0 h 15"/>
                    <a:gd name="T8" fmla="*/ 7 w 75"/>
                    <a:gd name="T9" fmla="*/ 0 h 15"/>
                    <a:gd name="T10" fmla="*/ 0 w 75"/>
                    <a:gd name="T11" fmla="*/ 7 h 15"/>
                    <a:gd name="T12" fmla="*/ 7 w 75"/>
                    <a:gd name="T1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5" h="15">
                      <a:moveTo>
                        <a:pt x="7" y="15"/>
                      </a:move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2" y="15"/>
                        <a:pt x="75" y="12"/>
                        <a:pt x="75" y="7"/>
                      </a:cubicBezTo>
                      <a:cubicBezTo>
                        <a:pt x="75" y="3"/>
                        <a:pt x="72" y="0"/>
                        <a:pt x="6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8" name="Freeform 90">
                  <a:extLst>
                    <a:ext uri="{FF2B5EF4-FFF2-40B4-BE49-F238E27FC236}">
                      <a16:creationId xmlns:a16="http://schemas.microsoft.com/office/drawing/2014/main" id="{AE80C99A-D07F-8FAF-D044-E57105C3B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145542" cy="52205"/>
                </a:xfrm>
                <a:custGeom>
                  <a:avLst/>
                  <a:gdLst>
                    <a:gd name="T0" fmla="*/ 6 w 39"/>
                    <a:gd name="T1" fmla="*/ 14 h 14"/>
                    <a:gd name="T2" fmla="*/ 32 w 39"/>
                    <a:gd name="T3" fmla="*/ 14 h 14"/>
                    <a:gd name="T4" fmla="*/ 39 w 39"/>
                    <a:gd name="T5" fmla="*/ 7 h 14"/>
                    <a:gd name="T6" fmla="*/ 32 w 39"/>
                    <a:gd name="T7" fmla="*/ 0 h 14"/>
                    <a:gd name="T8" fmla="*/ 6 w 39"/>
                    <a:gd name="T9" fmla="*/ 0 h 14"/>
                    <a:gd name="T10" fmla="*/ 0 w 39"/>
                    <a:gd name="T11" fmla="*/ 7 h 14"/>
                    <a:gd name="T12" fmla="*/ 6 w 3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14">
                      <a:moveTo>
                        <a:pt x="6" y="14"/>
                      </a:move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6" y="14"/>
                        <a:pt x="39" y="11"/>
                        <a:pt x="39" y="7"/>
                      </a:cubicBezTo>
                      <a:cubicBezTo>
                        <a:pt x="39" y="3"/>
                        <a:pt x="36" y="0"/>
                        <a:pt x="32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9" name="Freeform 91">
                  <a:extLst>
                    <a:ext uri="{FF2B5EF4-FFF2-40B4-BE49-F238E27FC236}">
                      <a16:creationId xmlns:a16="http://schemas.microsoft.com/office/drawing/2014/main" id="{E200E372-6243-18EF-84FA-23B8C0F15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6244" y="4010638"/>
                  <a:ext cx="691323" cy="884324"/>
                </a:xfrm>
                <a:custGeom>
                  <a:avLst/>
                  <a:gdLst>
                    <a:gd name="T0" fmla="*/ 93 w 185"/>
                    <a:gd name="T1" fmla="*/ 236 h 236"/>
                    <a:gd name="T2" fmla="*/ 185 w 185"/>
                    <a:gd name="T3" fmla="*/ 143 h 236"/>
                    <a:gd name="T4" fmla="*/ 166 w 185"/>
                    <a:gd name="T5" fmla="*/ 92 h 236"/>
                    <a:gd name="T6" fmla="*/ 140 w 185"/>
                    <a:gd name="T7" fmla="*/ 22 h 236"/>
                    <a:gd name="T8" fmla="*/ 120 w 185"/>
                    <a:gd name="T9" fmla="*/ 2 h 236"/>
                    <a:gd name="T10" fmla="*/ 93 w 185"/>
                    <a:gd name="T11" fmla="*/ 2 h 236"/>
                    <a:gd name="T12" fmla="*/ 58 w 185"/>
                    <a:gd name="T13" fmla="*/ 2 h 236"/>
                    <a:gd name="T14" fmla="*/ 34 w 185"/>
                    <a:gd name="T15" fmla="*/ 62 h 236"/>
                    <a:gd name="T16" fmla="*/ 0 w 185"/>
                    <a:gd name="T17" fmla="*/ 146 h 236"/>
                    <a:gd name="T18" fmla="*/ 93 w 185"/>
                    <a:gd name="T19" fmla="*/ 236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5" h="236">
                      <a:moveTo>
                        <a:pt x="93" y="236"/>
                      </a:moveTo>
                      <a:cubicBezTo>
                        <a:pt x="154" y="236"/>
                        <a:pt x="185" y="193"/>
                        <a:pt x="185" y="143"/>
                      </a:cubicBezTo>
                      <a:cubicBezTo>
                        <a:pt x="185" y="127"/>
                        <a:pt x="177" y="110"/>
                        <a:pt x="166" y="92"/>
                      </a:cubicBezTo>
                      <a:cubicBezTo>
                        <a:pt x="155" y="74"/>
                        <a:pt x="146" y="44"/>
                        <a:pt x="140" y="22"/>
                      </a:cubicBezTo>
                      <a:cubicBezTo>
                        <a:pt x="135" y="0"/>
                        <a:pt x="120" y="2"/>
                        <a:pt x="120" y="2"/>
                      </a:cubicBezTo>
                      <a:cubicBezTo>
                        <a:pt x="93" y="2"/>
                        <a:pt x="93" y="2"/>
                        <a:pt x="93" y="2"/>
                      </a:cubicBezTo>
                      <a:cubicBezTo>
                        <a:pt x="93" y="2"/>
                        <a:pt x="72" y="2"/>
                        <a:pt x="58" y="2"/>
                      </a:cubicBezTo>
                      <a:cubicBezTo>
                        <a:pt x="44" y="2"/>
                        <a:pt x="46" y="31"/>
                        <a:pt x="34" y="62"/>
                      </a:cubicBezTo>
                      <a:cubicBezTo>
                        <a:pt x="22" y="94"/>
                        <a:pt x="0" y="111"/>
                        <a:pt x="0" y="146"/>
                      </a:cubicBezTo>
                      <a:cubicBezTo>
                        <a:pt x="0" y="180"/>
                        <a:pt x="32" y="236"/>
                        <a:pt x="93" y="2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40" name="Freeform 92">
                  <a:extLst>
                    <a:ext uri="{FF2B5EF4-FFF2-40B4-BE49-F238E27FC236}">
                      <a16:creationId xmlns:a16="http://schemas.microsoft.com/office/drawing/2014/main" id="{6024058F-E921-C910-F2A5-6D4C76D56F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4278" y="4010638"/>
                  <a:ext cx="343289" cy="884324"/>
                </a:xfrm>
                <a:custGeom>
                  <a:avLst/>
                  <a:gdLst>
                    <a:gd name="T0" fmla="*/ 92 w 92"/>
                    <a:gd name="T1" fmla="*/ 143 h 236"/>
                    <a:gd name="T2" fmla="*/ 73 w 92"/>
                    <a:gd name="T3" fmla="*/ 92 h 236"/>
                    <a:gd name="T4" fmla="*/ 47 w 92"/>
                    <a:gd name="T5" fmla="*/ 22 h 236"/>
                    <a:gd name="T6" fmla="*/ 27 w 92"/>
                    <a:gd name="T7" fmla="*/ 2 h 236"/>
                    <a:gd name="T8" fmla="*/ 0 w 92"/>
                    <a:gd name="T9" fmla="*/ 2 h 236"/>
                    <a:gd name="T10" fmla="*/ 0 w 92"/>
                    <a:gd name="T11" fmla="*/ 236 h 236"/>
                    <a:gd name="T12" fmla="*/ 92 w 92"/>
                    <a:gd name="T13" fmla="*/ 14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2" h="236">
                      <a:moveTo>
                        <a:pt x="92" y="143"/>
                      </a:moveTo>
                      <a:cubicBezTo>
                        <a:pt x="92" y="127"/>
                        <a:pt x="84" y="110"/>
                        <a:pt x="73" y="92"/>
                      </a:cubicBezTo>
                      <a:cubicBezTo>
                        <a:pt x="62" y="74"/>
                        <a:pt x="53" y="44"/>
                        <a:pt x="47" y="22"/>
                      </a:cubicBezTo>
                      <a:cubicBezTo>
                        <a:pt x="42" y="0"/>
                        <a:pt x="27" y="2"/>
                        <a:pt x="27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36"/>
                        <a:pt x="0" y="236"/>
                        <a:pt x="0" y="236"/>
                      </a:cubicBezTo>
                      <a:cubicBezTo>
                        <a:pt x="61" y="236"/>
                        <a:pt x="92" y="193"/>
                        <a:pt x="92" y="14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41" name="Freeform 93">
                  <a:extLst>
                    <a:ext uri="{FF2B5EF4-FFF2-40B4-BE49-F238E27FC236}">
                      <a16:creationId xmlns:a16="http://schemas.microsoft.com/office/drawing/2014/main" id="{CBEB5B43-D645-ECF3-0010-9EF95A77DD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914138"/>
                  <a:ext cx="142378" cy="55370"/>
                </a:xfrm>
                <a:custGeom>
                  <a:avLst/>
                  <a:gdLst>
                    <a:gd name="T0" fmla="*/ 0 w 38"/>
                    <a:gd name="T1" fmla="*/ 7 h 15"/>
                    <a:gd name="T2" fmla="*/ 7 w 38"/>
                    <a:gd name="T3" fmla="*/ 15 h 15"/>
                    <a:gd name="T4" fmla="*/ 38 w 38"/>
                    <a:gd name="T5" fmla="*/ 15 h 15"/>
                    <a:gd name="T6" fmla="*/ 38 w 38"/>
                    <a:gd name="T7" fmla="*/ 0 h 15"/>
                    <a:gd name="T8" fmla="*/ 7 w 38"/>
                    <a:gd name="T9" fmla="*/ 0 h 15"/>
                    <a:gd name="T10" fmla="*/ 0 w 38"/>
                    <a:gd name="T11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0" y="7"/>
                      </a:moveTo>
                      <a:cubicBezTo>
                        <a:pt x="0" y="11"/>
                        <a:pt x="3" y="15"/>
                        <a:pt x="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42" name="Freeform 94">
                  <a:extLst>
                    <a:ext uri="{FF2B5EF4-FFF2-40B4-BE49-F238E27FC236}">
                      <a16:creationId xmlns:a16="http://schemas.microsoft.com/office/drawing/2014/main" id="{F2301580-4D10-C5D2-0C0E-8A3E9A4A4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835039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43" name="Freeform 95">
                  <a:extLst>
                    <a:ext uri="{FF2B5EF4-FFF2-40B4-BE49-F238E27FC236}">
                      <a16:creationId xmlns:a16="http://schemas.microsoft.com/office/drawing/2014/main" id="{183E9CBB-49E9-1628-6D11-D6F5907C99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1900" y="3752777"/>
                  <a:ext cx="142378" cy="55370"/>
                </a:xfrm>
                <a:custGeom>
                  <a:avLst/>
                  <a:gdLst>
                    <a:gd name="T0" fmla="*/ 7 w 38"/>
                    <a:gd name="T1" fmla="*/ 15 h 15"/>
                    <a:gd name="T2" fmla="*/ 38 w 38"/>
                    <a:gd name="T3" fmla="*/ 15 h 15"/>
                    <a:gd name="T4" fmla="*/ 38 w 38"/>
                    <a:gd name="T5" fmla="*/ 0 h 15"/>
                    <a:gd name="T6" fmla="*/ 7 w 38"/>
                    <a:gd name="T7" fmla="*/ 0 h 15"/>
                    <a:gd name="T8" fmla="*/ 0 w 38"/>
                    <a:gd name="T9" fmla="*/ 7 h 15"/>
                    <a:gd name="T10" fmla="*/ 7 w 38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" h="15">
                      <a:moveTo>
                        <a:pt x="7" y="15"/>
                      </a:move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2"/>
                        <a:pt x="3" y="15"/>
                        <a:pt x="7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44" name="Freeform 96">
                  <a:extLst>
                    <a:ext uri="{FF2B5EF4-FFF2-40B4-BE49-F238E27FC236}">
                      <a16:creationId xmlns:a16="http://schemas.microsoft.com/office/drawing/2014/main" id="{0010DD3A-71CD-1800-6AA6-99BD82B47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9925" y="3670514"/>
                  <a:ext cx="74353" cy="52205"/>
                </a:xfrm>
                <a:custGeom>
                  <a:avLst/>
                  <a:gdLst>
                    <a:gd name="T0" fmla="*/ 6 w 20"/>
                    <a:gd name="T1" fmla="*/ 14 h 14"/>
                    <a:gd name="T2" fmla="*/ 20 w 20"/>
                    <a:gd name="T3" fmla="*/ 14 h 14"/>
                    <a:gd name="T4" fmla="*/ 20 w 20"/>
                    <a:gd name="T5" fmla="*/ 0 h 14"/>
                    <a:gd name="T6" fmla="*/ 6 w 20"/>
                    <a:gd name="T7" fmla="*/ 0 h 14"/>
                    <a:gd name="T8" fmla="*/ 0 w 20"/>
                    <a:gd name="T9" fmla="*/ 7 h 14"/>
                    <a:gd name="T10" fmla="*/ 6 w 20"/>
                    <a:gd name="T1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14">
                      <a:moveTo>
                        <a:pt x="6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1"/>
                        <a:pt x="3" y="14"/>
                        <a:pt x="6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45" name="Freeform 159">
                  <a:extLst>
                    <a:ext uri="{FF2B5EF4-FFF2-40B4-BE49-F238E27FC236}">
                      <a16:creationId xmlns:a16="http://schemas.microsoft.com/office/drawing/2014/main" id="{AC20E140-2B67-ED41-95EF-D4C71F144C8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673205" y="3487005"/>
                  <a:ext cx="25311" cy="183509"/>
                </a:xfrm>
                <a:custGeom>
                  <a:avLst/>
                  <a:gdLst>
                    <a:gd name="T0" fmla="*/ 16 w 16"/>
                    <a:gd name="T1" fmla="*/ 116 h 116"/>
                    <a:gd name="T2" fmla="*/ 0 w 16"/>
                    <a:gd name="T3" fmla="*/ 116 h 116"/>
                    <a:gd name="T4" fmla="*/ 0 w 16"/>
                    <a:gd name="T5" fmla="*/ 57 h 116"/>
                    <a:gd name="T6" fmla="*/ 16 w 16"/>
                    <a:gd name="T7" fmla="*/ 57 h 116"/>
                    <a:gd name="T8" fmla="*/ 16 w 16"/>
                    <a:gd name="T9" fmla="*/ 116 h 116"/>
                    <a:gd name="T10" fmla="*/ 16 w 16"/>
                    <a:gd name="T11" fmla="*/ 14 h 116"/>
                    <a:gd name="T12" fmla="*/ 0 w 16"/>
                    <a:gd name="T13" fmla="*/ 14 h 116"/>
                    <a:gd name="T14" fmla="*/ 0 w 16"/>
                    <a:gd name="T15" fmla="*/ 0 h 116"/>
                    <a:gd name="T16" fmla="*/ 16 w 16"/>
                    <a:gd name="T17" fmla="*/ 0 h 116"/>
                    <a:gd name="T18" fmla="*/ 16 w 16"/>
                    <a:gd name="T19" fmla="*/ 1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16">
                      <a:moveTo>
                        <a:pt x="16" y="116"/>
                      </a:moveTo>
                      <a:lnTo>
                        <a:pt x="0" y="116"/>
                      </a:lnTo>
                      <a:lnTo>
                        <a:pt x="0" y="57"/>
                      </a:lnTo>
                      <a:lnTo>
                        <a:pt x="16" y="57"/>
                      </a:lnTo>
                      <a:lnTo>
                        <a:pt x="16" y="116"/>
                      </a:lnTo>
                      <a:close/>
                      <a:moveTo>
                        <a:pt x="16" y="1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1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978" name="组合 977">
              <a:extLst>
                <a:ext uri="{FF2B5EF4-FFF2-40B4-BE49-F238E27FC236}">
                  <a16:creationId xmlns:a16="http://schemas.microsoft.com/office/drawing/2014/main" id="{133ED657-8574-D94D-76E3-F9A63FE7AB0D}"/>
                </a:ext>
              </a:extLst>
            </p:cNvPr>
            <p:cNvGrpSpPr/>
            <p:nvPr/>
          </p:nvGrpSpPr>
          <p:grpSpPr>
            <a:xfrm>
              <a:off x="1378428" y="1500079"/>
              <a:ext cx="524356" cy="3983377"/>
              <a:chOff x="1378428" y="1500079"/>
              <a:chExt cx="524356" cy="3983377"/>
            </a:xfrm>
          </p:grpSpPr>
          <p:grpSp>
            <p:nvGrpSpPr>
              <p:cNvPr id="369" name="组合 368">
                <a:extLst>
                  <a:ext uri="{FF2B5EF4-FFF2-40B4-BE49-F238E27FC236}">
                    <a16:creationId xmlns:a16="http://schemas.microsoft.com/office/drawing/2014/main" id="{7604C448-853E-393C-C010-FE4324A254FC}"/>
                  </a:ext>
                </a:extLst>
              </p:cNvPr>
              <p:cNvGrpSpPr/>
              <p:nvPr/>
            </p:nvGrpSpPr>
            <p:grpSpPr>
              <a:xfrm>
                <a:off x="1379150" y="3512317"/>
                <a:ext cx="523634" cy="1971139"/>
                <a:chOff x="1379150" y="3512317"/>
                <a:chExt cx="523634" cy="1971139"/>
              </a:xfrm>
            </p:grpSpPr>
            <p:sp>
              <p:nvSpPr>
                <p:cNvPr id="382" name="Freeform 97">
                  <a:extLst>
                    <a:ext uri="{FF2B5EF4-FFF2-40B4-BE49-F238E27FC236}">
                      <a16:creationId xmlns:a16="http://schemas.microsoft.com/office/drawing/2014/main" id="{E4D72472-36A6-D32D-C1BE-825B09CB1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213567" cy="44296"/>
                </a:xfrm>
                <a:custGeom>
                  <a:avLst/>
                  <a:gdLst>
                    <a:gd name="T0" fmla="*/ 51 w 57"/>
                    <a:gd name="T1" fmla="*/ 0 h 12"/>
                    <a:gd name="T2" fmla="*/ 5 w 57"/>
                    <a:gd name="T3" fmla="*/ 0 h 12"/>
                    <a:gd name="T4" fmla="*/ 0 w 57"/>
                    <a:gd name="T5" fmla="*/ 6 h 12"/>
                    <a:gd name="T6" fmla="*/ 5 w 57"/>
                    <a:gd name="T7" fmla="*/ 12 h 12"/>
                    <a:gd name="T8" fmla="*/ 51 w 57"/>
                    <a:gd name="T9" fmla="*/ 12 h 12"/>
                    <a:gd name="T10" fmla="*/ 57 w 57"/>
                    <a:gd name="T11" fmla="*/ 6 h 12"/>
                    <a:gd name="T12" fmla="*/ 51 w 57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1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83" name="Freeform 98">
                  <a:extLst>
                    <a:ext uri="{FF2B5EF4-FFF2-40B4-BE49-F238E27FC236}">
                      <a16:creationId xmlns:a16="http://schemas.microsoft.com/office/drawing/2014/main" id="{844163D6-415B-E9F4-4CEC-8E1B0F1A1F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213567" cy="41131"/>
                </a:xfrm>
                <a:custGeom>
                  <a:avLst/>
                  <a:gdLst>
                    <a:gd name="T0" fmla="*/ 5 w 57"/>
                    <a:gd name="T1" fmla="*/ 11 h 11"/>
                    <a:gd name="T2" fmla="*/ 51 w 57"/>
                    <a:gd name="T3" fmla="*/ 11 h 11"/>
                    <a:gd name="T4" fmla="*/ 57 w 57"/>
                    <a:gd name="T5" fmla="*/ 5 h 11"/>
                    <a:gd name="T6" fmla="*/ 51 w 57"/>
                    <a:gd name="T7" fmla="*/ 0 h 11"/>
                    <a:gd name="T8" fmla="*/ 5 w 57"/>
                    <a:gd name="T9" fmla="*/ 0 h 11"/>
                    <a:gd name="T10" fmla="*/ 0 w 57"/>
                    <a:gd name="T11" fmla="*/ 5 h 11"/>
                    <a:gd name="T12" fmla="*/ 5 w 57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1">
                      <a:moveTo>
                        <a:pt x="5" y="11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4" y="11"/>
                        <a:pt x="57" y="9"/>
                        <a:pt x="57" y="5"/>
                      </a:cubicBezTo>
                      <a:cubicBezTo>
                        <a:pt x="57" y="2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24" name="Freeform 99">
                  <a:extLst>
                    <a:ext uri="{FF2B5EF4-FFF2-40B4-BE49-F238E27FC236}">
                      <a16:creationId xmlns:a16="http://schemas.microsoft.com/office/drawing/2014/main" id="{17E34001-6B18-242D-C018-A5B4A633BA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213567" cy="45878"/>
                </a:xfrm>
                <a:custGeom>
                  <a:avLst/>
                  <a:gdLst>
                    <a:gd name="T0" fmla="*/ 5 w 57"/>
                    <a:gd name="T1" fmla="*/ 12 h 12"/>
                    <a:gd name="T2" fmla="*/ 51 w 57"/>
                    <a:gd name="T3" fmla="*/ 12 h 12"/>
                    <a:gd name="T4" fmla="*/ 57 w 57"/>
                    <a:gd name="T5" fmla="*/ 6 h 12"/>
                    <a:gd name="T6" fmla="*/ 51 w 57"/>
                    <a:gd name="T7" fmla="*/ 0 h 12"/>
                    <a:gd name="T8" fmla="*/ 5 w 57"/>
                    <a:gd name="T9" fmla="*/ 0 h 12"/>
                    <a:gd name="T10" fmla="*/ 0 w 57"/>
                    <a:gd name="T11" fmla="*/ 6 h 12"/>
                    <a:gd name="T12" fmla="*/ 5 w 57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" y="12"/>
                      </a:move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25" name="Freeform 100">
                  <a:extLst>
                    <a:ext uri="{FF2B5EF4-FFF2-40B4-BE49-F238E27FC236}">
                      <a16:creationId xmlns:a16="http://schemas.microsoft.com/office/drawing/2014/main" id="{C22EF275-8BA5-23C0-A399-E9AEDF41F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112320" cy="37967"/>
                </a:xfrm>
                <a:custGeom>
                  <a:avLst/>
                  <a:gdLst>
                    <a:gd name="T0" fmla="*/ 5 w 30"/>
                    <a:gd name="T1" fmla="*/ 10 h 10"/>
                    <a:gd name="T2" fmla="*/ 25 w 30"/>
                    <a:gd name="T3" fmla="*/ 10 h 10"/>
                    <a:gd name="T4" fmla="*/ 30 w 30"/>
                    <a:gd name="T5" fmla="*/ 5 h 10"/>
                    <a:gd name="T6" fmla="*/ 25 w 30"/>
                    <a:gd name="T7" fmla="*/ 0 h 10"/>
                    <a:gd name="T8" fmla="*/ 5 w 30"/>
                    <a:gd name="T9" fmla="*/ 0 h 10"/>
                    <a:gd name="T10" fmla="*/ 0 w 30"/>
                    <a:gd name="T11" fmla="*/ 5 h 10"/>
                    <a:gd name="T12" fmla="*/ 5 w 3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0" h="10">
                      <a:moveTo>
                        <a:pt x="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8" y="10"/>
                        <a:pt x="30" y="8"/>
                        <a:pt x="30" y="5"/>
                      </a:cubicBezTo>
                      <a:cubicBezTo>
                        <a:pt x="30" y="2"/>
                        <a:pt x="28" y="0"/>
                        <a:pt x="2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26" name="Freeform 101">
                  <a:extLst>
                    <a:ext uri="{FF2B5EF4-FFF2-40B4-BE49-F238E27FC236}">
                      <a16:creationId xmlns:a16="http://schemas.microsoft.com/office/drawing/2014/main" id="{75B78170-93D6-3EA1-2CA7-F208649F4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9150" y="4815863"/>
                  <a:ext cx="523634" cy="667593"/>
                </a:xfrm>
                <a:custGeom>
                  <a:avLst/>
                  <a:gdLst>
                    <a:gd name="T0" fmla="*/ 71 w 140"/>
                    <a:gd name="T1" fmla="*/ 178 h 178"/>
                    <a:gd name="T2" fmla="*/ 140 w 140"/>
                    <a:gd name="T3" fmla="*/ 108 h 178"/>
                    <a:gd name="T4" fmla="*/ 125 w 140"/>
                    <a:gd name="T5" fmla="*/ 69 h 178"/>
                    <a:gd name="T6" fmla="*/ 106 w 140"/>
                    <a:gd name="T7" fmla="*/ 17 h 178"/>
                    <a:gd name="T8" fmla="*/ 91 w 140"/>
                    <a:gd name="T9" fmla="*/ 2 h 178"/>
                    <a:gd name="T10" fmla="*/ 71 w 140"/>
                    <a:gd name="T11" fmla="*/ 2 h 178"/>
                    <a:gd name="T12" fmla="*/ 44 w 140"/>
                    <a:gd name="T13" fmla="*/ 2 h 178"/>
                    <a:gd name="T14" fmla="*/ 26 w 140"/>
                    <a:gd name="T15" fmla="*/ 47 h 178"/>
                    <a:gd name="T16" fmla="*/ 0 w 140"/>
                    <a:gd name="T17" fmla="*/ 110 h 178"/>
                    <a:gd name="T18" fmla="*/ 71 w 140"/>
                    <a:gd name="T19" fmla="*/ 17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0" h="178">
                      <a:moveTo>
                        <a:pt x="71" y="178"/>
                      </a:moveTo>
                      <a:cubicBezTo>
                        <a:pt x="117" y="178"/>
                        <a:pt x="140" y="146"/>
                        <a:pt x="140" y="108"/>
                      </a:cubicBezTo>
                      <a:cubicBezTo>
                        <a:pt x="140" y="96"/>
                        <a:pt x="134" y="83"/>
                        <a:pt x="125" y="69"/>
                      </a:cubicBezTo>
                      <a:cubicBezTo>
                        <a:pt x="117" y="56"/>
                        <a:pt x="110" y="33"/>
                        <a:pt x="106" y="17"/>
                      </a:cubicBezTo>
                      <a:cubicBezTo>
                        <a:pt x="102" y="0"/>
                        <a:pt x="91" y="2"/>
                        <a:pt x="91" y="2"/>
                      </a:cubicBezTo>
                      <a:cubicBezTo>
                        <a:pt x="71" y="2"/>
                        <a:pt x="71" y="2"/>
                        <a:pt x="71" y="2"/>
                      </a:cubicBezTo>
                      <a:cubicBezTo>
                        <a:pt x="71" y="2"/>
                        <a:pt x="55" y="2"/>
                        <a:pt x="44" y="2"/>
                      </a:cubicBezTo>
                      <a:cubicBezTo>
                        <a:pt x="34" y="2"/>
                        <a:pt x="35" y="24"/>
                        <a:pt x="26" y="47"/>
                      </a:cubicBezTo>
                      <a:cubicBezTo>
                        <a:pt x="17" y="71"/>
                        <a:pt x="0" y="84"/>
                        <a:pt x="0" y="110"/>
                      </a:cubicBezTo>
                      <a:cubicBezTo>
                        <a:pt x="0" y="136"/>
                        <a:pt x="25" y="178"/>
                        <a:pt x="71" y="178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27" name="Freeform 102">
                  <a:extLst>
                    <a:ext uri="{FF2B5EF4-FFF2-40B4-BE49-F238E27FC236}">
                      <a16:creationId xmlns:a16="http://schemas.microsoft.com/office/drawing/2014/main" id="{8BC413A7-FE31-FA09-EE23-CD52A42E07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4921" y="4815863"/>
                  <a:ext cx="257862" cy="667593"/>
                </a:xfrm>
                <a:custGeom>
                  <a:avLst/>
                  <a:gdLst>
                    <a:gd name="T0" fmla="*/ 69 w 69"/>
                    <a:gd name="T1" fmla="*/ 108 h 178"/>
                    <a:gd name="T2" fmla="*/ 54 w 69"/>
                    <a:gd name="T3" fmla="*/ 69 h 178"/>
                    <a:gd name="T4" fmla="*/ 35 w 69"/>
                    <a:gd name="T5" fmla="*/ 17 h 178"/>
                    <a:gd name="T6" fmla="*/ 20 w 69"/>
                    <a:gd name="T7" fmla="*/ 2 h 178"/>
                    <a:gd name="T8" fmla="*/ 0 w 69"/>
                    <a:gd name="T9" fmla="*/ 2 h 178"/>
                    <a:gd name="T10" fmla="*/ 0 w 69"/>
                    <a:gd name="T11" fmla="*/ 178 h 178"/>
                    <a:gd name="T12" fmla="*/ 69 w 69"/>
                    <a:gd name="T13" fmla="*/ 10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78">
                      <a:moveTo>
                        <a:pt x="69" y="108"/>
                      </a:moveTo>
                      <a:cubicBezTo>
                        <a:pt x="69" y="96"/>
                        <a:pt x="63" y="83"/>
                        <a:pt x="54" y="69"/>
                      </a:cubicBezTo>
                      <a:cubicBezTo>
                        <a:pt x="46" y="56"/>
                        <a:pt x="39" y="33"/>
                        <a:pt x="35" y="17"/>
                      </a:cubicBezTo>
                      <a:cubicBezTo>
                        <a:pt x="31" y="0"/>
                        <a:pt x="20" y="2"/>
                        <a:pt x="2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46" y="178"/>
                        <a:pt x="69" y="146"/>
                        <a:pt x="69" y="1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28" name="Freeform 103">
                  <a:extLst>
                    <a:ext uri="{FF2B5EF4-FFF2-40B4-BE49-F238E27FC236}">
                      <a16:creationId xmlns:a16="http://schemas.microsoft.com/office/drawing/2014/main" id="{820567D2-3A93-7DA6-461F-8257009B6D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109157" cy="44296"/>
                </a:xfrm>
                <a:custGeom>
                  <a:avLst/>
                  <a:gdLst>
                    <a:gd name="T0" fmla="*/ 0 w 29"/>
                    <a:gd name="T1" fmla="*/ 6 h 12"/>
                    <a:gd name="T2" fmla="*/ 5 w 29"/>
                    <a:gd name="T3" fmla="*/ 12 h 12"/>
                    <a:gd name="T4" fmla="*/ 29 w 29"/>
                    <a:gd name="T5" fmla="*/ 12 h 12"/>
                    <a:gd name="T6" fmla="*/ 29 w 29"/>
                    <a:gd name="T7" fmla="*/ 0 h 12"/>
                    <a:gd name="T8" fmla="*/ 5 w 29"/>
                    <a:gd name="T9" fmla="*/ 0 h 12"/>
                    <a:gd name="T10" fmla="*/ 0 w 29"/>
                    <a:gd name="T11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0" y="6"/>
                      </a:move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29" name="Freeform 104">
                  <a:extLst>
                    <a:ext uri="{FF2B5EF4-FFF2-40B4-BE49-F238E27FC236}">
                      <a16:creationId xmlns:a16="http://schemas.microsoft.com/office/drawing/2014/main" id="{730D9963-F823-DEB9-8585-F8E617B4D9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109157" cy="41131"/>
                </a:xfrm>
                <a:custGeom>
                  <a:avLst/>
                  <a:gdLst>
                    <a:gd name="T0" fmla="*/ 5 w 29"/>
                    <a:gd name="T1" fmla="*/ 11 h 11"/>
                    <a:gd name="T2" fmla="*/ 29 w 29"/>
                    <a:gd name="T3" fmla="*/ 11 h 11"/>
                    <a:gd name="T4" fmla="*/ 29 w 29"/>
                    <a:gd name="T5" fmla="*/ 0 h 11"/>
                    <a:gd name="T6" fmla="*/ 5 w 29"/>
                    <a:gd name="T7" fmla="*/ 0 h 11"/>
                    <a:gd name="T8" fmla="*/ 0 w 29"/>
                    <a:gd name="T9" fmla="*/ 5 h 11"/>
                    <a:gd name="T10" fmla="*/ 5 w 29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1">
                      <a:moveTo>
                        <a:pt x="5" y="11"/>
                      </a:move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0" name="Freeform 105">
                  <a:extLst>
                    <a:ext uri="{FF2B5EF4-FFF2-40B4-BE49-F238E27FC236}">
                      <a16:creationId xmlns:a16="http://schemas.microsoft.com/office/drawing/2014/main" id="{5499A213-441B-6211-F062-2E76DAB142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109157" cy="45878"/>
                </a:xfrm>
                <a:custGeom>
                  <a:avLst/>
                  <a:gdLst>
                    <a:gd name="T0" fmla="*/ 5 w 29"/>
                    <a:gd name="T1" fmla="*/ 12 h 12"/>
                    <a:gd name="T2" fmla="*/ 29 w 29"/>
                    <a:gd name="T3" fmla="*/ 12 h 12"/>
                    <a:gd name="T4" fmla="*/ 29 w 29"/>
                    <a:gd name="T5" fmla="*/ 0 h 12"/>
                    <a:gd name="T6" fmla="*/ 5 w 29"/>
                    <a:gd name="T7" fmla="*/ 0 h 12"/>
                    <a:gd name="T8" fmla="*/ 0 w 29"/>
                    <a:gd name="T9" fmla="*/ 6 h 12"/>
                    <a:gd name="T10" fmla="*/ 5 w 29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5" y="12"/>
                      </a:move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1" name="Freeform 106">
                  <a:extLst>
                    <a:ext uri="{FF2B5EF4-FFF2-40B4-BE49-F238E27FC236}">
                      <a16:creationId xmlns:a16="http://schemas.microsoft.com/office/drawing/2014/main" id="{5B32B18F-3F56-081E-DBB2-9A78281FAD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60115" cy="37967"/>
                </a:xfrm>
                <a:custGeom>
                  <a:avLst/>
                  <a:gdLst>
                    <a:gd name="T0" fmla="*/ 5 w 16"/>
                    <a:gd name="T1" fmla="*/ 10 h 10"/>
                    <a:gd name="T2" fmla="*/ 16 w 16"/>
                    <a:gd name="T3" fmla="*/ 10 h 10"/>
                    <a:gd name="T4" fmla="*/ 16 w 16"/>
                    <a:gd name="T5" fmla="*/ 0 h 10"/>
                    <a:gd name="T6" fmla="*/ 5 w 16"/>
                    <a:gd name="T7" fmla="*/ 0 h 10"/>
                    <a:gd name="T8" fmla="*/ 0 w 16"/>
                    <a:gd name="T9" fmla="*/ 5 h 10"/>
                    <a:gd name="T10" fmla="*/ 5 w 16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10">
                      <a:moveTo>
                        <a:pt x="5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2" name="Freeform 160">
                  <a:extLst>
                    <a:ext uri="{FF2B5EF4-FFF2-40B4-BE49-F238E27FC236}">
                      <a16:creationId xmlns:a16="http://schemas.microsoft.com/office/drawing/2014/main" id="{871B123D-93D4-41E7-28BA-5CA26A99C9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29102" y="3512317"/>
                  <a:ext cx="26894" cy="1048849"/>
                </a:xfrm>
                <a:custGeom>
                  <a:avLst/>
                  <a:gdLst>
                    <a:gd name="T0" fmla="*/ 17 w 17"/>
                    <a:gd name="T1" fmla="*/ 663 h 663"/>
                    <a:gd name="T2" fmla="*/ 0 w 17"/>
                    <a:gd name="T3" fmla="*/ 663 h 663"/>
                    <a:gd name="T4" fmla="*/ 0 w 17"/>
                    <a:gd name="T5" fmla="*/ 604 h 663"/>
                    <a:gd name="T6" fmla="*/ 17 w 17"/>
                    <a:gd name="T7" fmla="*/ 604 h 663"/>
                    <a:gd name="T8" fmla="*/ 17 w 17"/>
                    <a:gd name="T9" fmla="*/ 663 h 663"/>
                    <a:gd name="T10" fmla="*/ 17 w 17"/>
                    <a:gd name="T11" fmla="*/ 561 h 663"/>
                    <a:gd name="T12" fmla="*/ 0 w 17"/>
                    <a:gd name="T13" fmla="*/ 561 h 663"/>
                    <a:gd name="T14" fmla="*/ 0 w 17"/>
                    <a:gd name="T15" fmla="*/ 502 h 663"/>
                    <a:gd name="T16" fmla="*/ 17 w 17"/>
                    <a:gd name="T17" fmla="*/ 502 h 663"/>
                    <a:gd name="T18" fmla="*/ 17 w 17"/>
                    <a:gd name="T19" fmla="*/ 561 h 663"/>
                    <a:gd name="T20" fmla="*/ 17 w 17"/>
                    <a:gd name="T21" fmla="*/ 462 h 663"/>
                    <a:gd name="T22" fmla="*/ 0 w 17"/>
                    <a:gd name="T23" fmla="*/ 462 h 663"/>
                    <a:gd name="T24" fmla="*/ 0 w 17"/>
                    <a:gd name="T25" fmla="*/ 403 h 663"/>
                    <a:gd name="T26" fmla="*/ 17 w 17"/>
                    <a:gd name="T27" fmla="*/ 403 h 663"/>
                    <a:gd name="T28" fmla="*/ 17 w 17"/>
                    <a:gd name="T29" fmla="*/ 462 h 663"/>
                    <a:gd name="T30" fmla="*/ 17 w 17"/>
                    <a:gd name="T31" fmla="*/ 360 h 663"/>
                    <a:gd name="T32" fmla="*/ 0 w 17"/>
                    <a:gd name="T33" fmla="*/ 360 h 663"/>
                    <a:gd name="T34" fmla="*/ 0 w 17"/>
                    <a:gd name="T35" fmla="*/ 301 h 663"/>
                    <a:gd name="T36" fmla="*/ 17 w 17"/>
                    <a:gd name="T37" fmla="*/ 301 h 663"/>
                    <a:gd name="T38" fmla="*/ 17 w 17"/>
                    <a:gd name="T39" fmla="*/ 360 h 663"/>
                    <a:gd name="T40" fmla="*/ 17 w 17"/>
                    <a:gd name="T41" fmla="*/ 261 h 663"/>
                    <a:gd name="T42" fmla="*/ 0 w 17"/>
                    <a:gd name="T43" fmla="*/ 261 h 663"/>
                    <a:gd name="T44" fmla="*/ 0 w 17"/>
                    <a:gd name="T45" fmla="*/ 202 h 663"/>
                    <a:gd name="T46" fmla="*/ 17 w 17"/>
                    <a:gd name="T47" fmla="*/ 202 h 663"/>
                    <a:gd name="T48" fmla="*/ 17 w 17"/>
                    <a:gd name="T49" fmla="*/ 261 h 663"/>
                    <a:gd name="T50" fmla="*/ 17 w 17"/>
                    <a:gd name="T51" fmla="*/ 159 h 663"/>
                    <a:gd name="T52" fmla="*/ 0 w 17"/>
                    <a:gd name="T53" fmla="*/ 159 h 663"/>
                    <a:gd name="T54" fmla="*/ 0 w 17"/>
                    <a:gd name="T55" fmla="*/ 100 h 663"/>
                    <a:gd name="T56" fmla="*/ 17 w 17"/>
                    <a:gd name="T57" fmla="*/ 100 h 663"/>
                    <a:gd name="T58" fmla="*/ 17 w 17"/>
                    <a:gd name="T59" fmla="*/ 159 h 663"/>
                    <a:gd name="T60" fmla="*/ 17 w 17"/>
                    <a:gd name="T61" fmla="*/ 59 h 663"/>
                    <a:gd name="T62" fmla="*/ 0 w 17"/>
                    <a:gd name="T63" fmla="*/ 59 h 663"/>
                    <a:gd name="T64" fmla="*/ 0 w 17"/>
                    <a:gd name="T65" fmla="*/ 0 h 663"/>
                    <a:gd name="T66" fmla="*/ 17 w 17"/>
                    <a:gd name="T67" fmla="*/ 0 h 663"/>
                    <a:gd name="T68" fmla="*/ 17 w 17"/>
                    <a:gd name="T69" fmla="*/ 59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663"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1"/>
                      </a:moveTo>
                      <a:lnTo>
                        <a:pt x="0" y="561"/>
                      </a:lnTo>
                      <a:lnTo>
                        <a:pt x="0" y="502"/>
                      </a:lnTo>
                      <a:lnTo>
                        <a:pt x="17" y="502"/>
                      </a:lnTo>
                      <a:lnTo>
                        <a:pt x="17" y="561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0"/>
                      </a:moveTo>
                      <a:lnTo>
                        <a:pt x="0" y="360"/>
                      </a:lnTo>
                      <a:lnTo>
                        <a:pt x="0" y="301"/>
                      </a:lnTo>
                      <a:lnTo>
                        <a:pt x="17" y="301"/>
                      </a:lnTo>
                      <a:lnTo>
                        <a:pt x="17" y="360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59"/>
                      </a:moveTo>
                      <a:lnTo>
                        <a:pt x="0" y="159"/>
                      </a:lnTo>
                      <a:lnTo>
                        <a:pt x="0" y="100"/>
                      </a:lnTo>
                      <a:lnTo>
                        <a:pt x="17" y="100"/>
                      </a:lnTo>
                      <a:lnTo>
                        <a:pt x="17" y="159"/>
                      </a:lnTo>
                      <a:close/>
                      <a:moveTo>
                        <a:pt x="17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59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370" name="组合 369">
                <a:extLst>
                  <a:ext uri="{FF2B5EF4-FFF2-40B4-BE49-F238E27FC236}">
                    <a16:creationId xmlns:a16="http://schemas.microsoft.com/office/drawing/2014/main" id="{1DEFE593-5512-D735-CBC8-FEE4E79B1A02}"/>
                  </a:ext>
                </a:extLst>
              </p:cNvPr>
              <p:cNvGrpSpPr/>
              <p:nvPr/>
            </p:nvGrpSpPr>
            <p:grpSpPr>
              <a:xfrm flipV="1">
                <a:off x="1378428" y="1500079"/>
                <a:ext cx="523634" cy="1971139"/>
                <a:chOff x="1379150" y="3512317"/>
                <a:chExt cx="523634" cy="1971139"/>
              </a:xfrm>
              <a:noFill/>
            </p:grpSpPr>
            <p:sp>
              <p:nvSpPr>
                <p:cNvPr id="371" name="Freeform 97">
                  <a:extLst>
                    <a:ext uri="{FF2B5EF4-FFF2-40B4-BE49-F238E27FC236}">
                      <a16:creationId xmlns:a16="http://schemas.microsoft.com/office/drawing/2014/main" id="{C2E75CE3-03F0-8202-B6DD-CCEADC175A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213567" cy="44296"/>
                </a:xfrm>
                <a:custGeom>
                  <a:avLst/>
                  <a:gdLst>
                    <a:gd name="T0" fmla="*/ 51 w 57"/>
                    <a:gd name="T1" fmla="*/ 0 h 12"/>
                    <a:gd name="T2" fmla="*/ 5 w 57"/>
                    <a:gd name="T3" fmla="*/ 0 h 12"/>
                    <a:gd name="T4" fmla="*/ 0 w 57"/>
                    <a:gd name="T5" fmla="*/ 6 h 12"/>
                    <a:gd name="T6" fmla="*/ 5 w 57"/>
                    <a:gd name="T7" fmla="*/ 12 h 12"/>
                    <a:gd name="T8" fmla="*/ 51 w 57"/>
                    <a:gd name="T9" fmla="*/ 12 h 12"/>
                    <a:gd name="T10" fmla="*/ 57 w 57"/>
                    <a:gd name="T11" fmla="*/ 6 h 12"/>
                    <a:gd name="T12" fmla="*/ 51 w 57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1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2" name="Freeform 98">
                  <a:extLst>
                    <a:ext uri="{FF2B5EF4-FFF2-40B4-BE49-F238E27FC236}">
                      <a16:creationId xmlns:a16="http://schemas.microsoft.com/office/drawing/2014/main" id="{0B46ECDE-761E-3241-5151-F478FBB2B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213567" cy="41131"/>
                </a:xfrm>
                <a:custGeom>
                  <a:avLst/>
                  <a:gdLst>
                    <a:gd name="T0" fmla="*/ 5 w 57"/>
                    <a:gd name="T1" fmla="*/ 11 h 11"/>
                    <a:gd name="T2" fmla="*/ 51 w 57"/>
                    <a:gd name="T3" fmla="*/ 11 h 11"/>
                    <a:gd name="T4" fmla="*/ 57 w 57"/>
                    <a:gd name="T5" fmla="*/ 5 h 11"/>
                    <a:gd name="T6" fmla="*/ 51 w 57"/>
                    <a:gd name="T7" fmla="*/ 0 h 11"/>
                    <a:gd name="T8" fmla="*/ 5 w 57"/>
                    <a:gd name="T9" fmla="*/ 0 h 11"/>
                    <a:gd name="T10" fmla="*/ 0 w 57"/>
                    <a:gd name="T11" fmla="*/ 5 h 11"/>
                    <a:gd name="T12" fmla="*/ 5 w 57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1">
                      <a:moveTo>
                        <a:pt x="5" y="11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4" y="11"/>
                        <a:pt x="57" y="9"/>
                        <a:pt x="57" y="5"/>
                      </a:cubicBezTo>
                      <a:cubicBezTo>
                        <a:pt x="57" y="2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3" name="Freeform 99">
                  <a:extLst>
                    <a:ext uri="{FF2B5EF4-FFF2-40B4-BE49-F238E27FC236}">
                      <a16:creationId xmlns:a16="http://schemas.microsoft.com/office/drawing/2014/main" id="{2ABE5F26-1CA4-9758-AA56-C7EB90751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213567" cy="45878"/>
                </a:xfrm>
                <a:custGeom>
                  <a:avLst/>
                  <a:gdLst>
                    <a:gd name="T0" fmla="*/ 5 w 57"/>
                    <a:gd name="T1" fmla="*/ 12 h 12"/>
                    <a:gd name="T2" fmla="*/ 51 w 57"/>
                    <a:gd name="T3" fmla="*/ 12 h 12"/>
                    <a:gd name="T4" fmla="*/ 57 w 57"/>
                    <a:gd name="T5" fmla="*/ 6 h 12"/>
                    <a:gd name="T6" fmla="*/ 51 w 57"/>
                    <a:gd name="T7" fmla="*/ 0 h 12"/>
                    <a:gd name="T8" fmla="*/ 5 w 57"/>
                    <a:gd name="T9" fmla="*/ 0 h 12"/>
                    <a:gd name="T10" fmla="*/ 0 w 57"/>
                    <a:gd name="T11" fmla="*/ 6 h 12"/>
                    <a:gd name="T12" fmla="*/ 5 w 57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12">
                      <a:moveTo>
                        <a:pt x="5" y="12"/>
                      </a:move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4" y="12"/>
                        <a:pt x="57" y="9"/>
                        <a:pt x="57" y="6"/>
                      </a:cubicBezTo>
                      <a:cubicBezTo>
                        <a:pt x="57" y="3"/>
                        <a:pt x="54" y="0"/>
                        <a:pt x="51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4" name="Freeform 100">
                  <a:extLst>
                    <a:ext uri="{FF2B5EF4-FFF2-40B4-BE49-F238E27FC236}">
                      <a16:creationId xmlns:a16="http://schemas.microsoft.com/office/drawing/2014/main" id="{90CFBE1B-96E4-DAEF-6DC3-0CDC77B1E8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112320" cy="37967"/>
                </a:xfrm>
                <a:custGeom>
                  <a:avLst/>
                  <a:gdLst>
                    <a:gd name="T0" fmla="*/ 5 w 30"/>
                    <a:gd name="T1" fmla="*/ 10 h 10"/>
                    <a:gd name="T2" fmla="*/ 25 w 30"/>
                    <a:gd name="T3" fmla="*/ 10 h 10"/>
                    <a:gd name="T4" fmla="*/ 30 w 30"/>
                    <a:gd name="T5" fmla="*/ 5 h 10"/>
                    <a:gd name="T6" fmla="*/ 25 w 30"/>
                    <a:gd name="T7" fmla="*/ 0 h 10"/>
                    <a:gd name="T8" fmla="*/ 5 w 30"/>
                    <a:gd name="T9" fmla="*/ 0 h 10"/>
                    <a:gd name="T10" fmla="*/ 0 w 30"/>
                    <a:gd name="T11" fmla="*/ 5 h 10"/>
                    <a:gd name="T12" fmla="*/ 5 w 3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0" h="10">
                      <a:moveTo>
                        <a:pt x="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8" y="10"/>
                        <a:pt x="30" y="8"/>
                        <a:pt x="30" y="5"/>
                      </a:cubicBezTo>
                      <a:cubicBezTo>
                        <a:pt x="30" y="2"/>
                        <a:pt x="28" y="0"/>
                        <a:pt x="2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5" name="Freeform 101">
                  <a:extLst>
                    <a:ext uri="{FF2B5EF4-FFF2-40B4-BE49-F238E27FC236}">
                      <a16:creationId xmlns:a16="http://schemas.microsoft.com/office/drawing/2014/main" id="{9BE0C6E3-CD84-8813-11F9-AB64A42944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9150" y="4815863"/>
                  <a:ext cx="523634" cy="667593"/>
                </a:xfrm>
                <a:custGeom>
                  <a:avLst/>
                  <a:gdLst>
                    <a:gd name="T0" fmla="*/ 71 w 140"/>
                    <a:gd name="T1" fmla="*/ 178 h 178"/>
                    <a:gd name="T2" fmla="*/ 140 w 140"/>
                    <a:gd name="T3" fmla="*/ 108 h 178"/>
                    <a:gd name="T4" fmla="*/ 125 w 140"/>
                    <a:gd name="T5" fmla="*/ 69 h 178"/>
                    <a:gd name="T6" fmla="*/ 106 w 140"/>
                    <a:gd name="T7" fmla="*/ 17 h 178"/>
                    <a:gd name="T8" fmla="*/ 91 w 140"/>
                    <a:gd name="T9" fmla="*/ 2 h 178"/>
                    <a:gd name="T10" fmla="*/ 71 w 140"/>
                    <a:gd name="T11" fmla="*/ 2 h 178"/>
                    <a:gd name="T12" fmla="*/ 44 w 140"/>
                    <a:gd name="T13" fmla="*/ 2 h 178"/>
                    <a:gd name="T14" fmla="*/ 26 w 140"/>
                    <a:gd name="T15" fmla="*/ 47 h 178"/>
                    <a:gd name="T16" fmla="*/ 0 w 140"/>
                    <a:gd name="T17" fmla="*/ 110 h 178"/>
                    <a:gd name="T18" fmla="*/ 71 w 140"/>
                    <a:gd name="T19" fmla="*/ 17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0" h="178">
                      <a:moveTo>
                        <a:pt x="71" y="178"/>
                      </a:moveTo>
                      <a:cubicBezTo>
                        <a:pt x="117" y="178"/>
                        <a:pt x="140" y="146"/>
                        <a:pt x="140" y="108"/>
                      </a:cubicBezTo>
                      <a:cubicBezTo>
                        <a:pt x="140" y="96"/>
                        <a:pt x="134" y="83"/>
                        <a:pt x="125" y="69"/>
                      </a:cubicBezTo>
                      <a:cubicBezTo>
                        <a:pt x="117" y="56"/>
                        <a:pt x="110" y="33"/>
                        <a:pt x="106" y="17"/>
                      </a:cubicBezTo>
                      <a:cubicBezTo>
                        <a:pt x="102" y="0"/>
                        <a:pt x="91" y="2"/>
                        <a:pt x="91" y="2"/>
                      </a:cubicBezTo>
                      <a:cubicBezTo>
                        <a:pt x="71" y="2"/>
                        <a:pt x="71" y="2"/>
                        <a:pt x="71" y="2"/>
                      </a:cubicBezTo>
                      <a:cubicBezTo>
                        <a:pt x="71" y="2"/>
                        <a:pt x="55" y="2"/>
                        <a:pt x="44" y="2"/>
                      </a:cubicBezTo>
                      <a:cubicBezTo>
                        <a:pt x="34" y="2"/>
                        <a:pt x="35" y="24"/>
                        <a:pt x="26" y="47"/>
                      </a:cubicBezTo>
                      <a:cubicBezTo>
                        <a:pt x="17" y="71"/>
                        <a:pt x="0" y="84"/>
                        <a:pt x="0" y="110"/>
                      </a:cubicBezTo>
                      <a:cubicBezTo>
                        <a:pt x="0" y="136"/>
                        <a:pt x="25" y="178"/>
                        <a:pt x="71" y="17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6" name="Freeform 102">
                  <a:extLst>
                    <a:ext uri="{FF2B5EF4-FFF2-40B4-BE49-F238E27FC236}">
                      <a16:creationId xmlns:a16="http://schemas.microsoft.com/office/drawing/2014/main" id="{29E0B5F4-57E8-7EEC-2664-39B59995CE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4921" y="4815863"/>
                  <a:ext cx="257862" cy="667593"/>
                </a:xfrm>
                <a:custGeom>
                  <a:avLst/>
                  <a:gdLst>
                    <a:gd name="T0" fmla="*/ 69 w 69"/>
                    <a:gd name="T1" fmla="*/ 108 h 178"/>
                    <a:gd name="T2" fmla="*/ 54 w 69"/>
                    <a:gd name="T3" fmla="*/ 69 h 178"/>
                    <a:gd name="T4" fmla="*/ 35 w 69"/>
                    <a:gd name="T5" fmla="*/ 17 h 178"/>
                    <a:gd name="T6" fmla="*/ 20 w 69"/>
                    <a:gd name="T7" fmla="*/ 2 h 178"/>
                    <a:gd name="T8" fmla="*/ 0 w 69"/>
                    <a:gd name="T9" fmla="*/ 2 h 178"/>
                    <a:gd name="T10" fmla="*/ 0 w 69"/>
                    <a:gd name="T11" fmla="*/ 178 h 178"/>
                    <a:gd name="T12" fmla="*/ 69 w 69"/>
                    <a:gd name="T13" fmla="*/ 10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78">
                      <a:moveTo>
                        <a:pt x="69" y="108"/>
                      </a:moveTo>
                      <a:cubicBezTo>
                        <a:pt x="69" y="96"/>
                        <a:pt x="63" y="83"/>
                        <a:pt x="54" y="69"/>
                      </a:cubicBezTo>
                      <a:cubicBezTo>
                        <a:pt x="46" y="56"/>
                        <a:pt x="39" y="33"/>
                        <a:pt x="35" y="17"/>
                      </a:cubicBezTo>
                      <a:cubicBezTo>
                        <a:pt x="31" y="0"/>
                        <a:pt x="20" y="2"/>
                        <a:pt x="2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46" y="178"/>
                        <a:pt x="69" y="146"/>
                        <a:pt x="69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7" name="Freeform 103">
                  <a:extLst>
                    <a:ext uri="{FF2B5EF4-FFF2-40B4-BE49-F238E27FC236}">
                      <a16:creationId xmlns:a16="http://schemas.microsoft.com/office/drawing/2014/main" id="{F343A08A-1FCB-38D2-C84C-02ABDE67D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741510"/>
                  <a:ext cx="109157" cy="44296"/>
                </a:xfrm>
                <a:custGeom>
                  <a:avLst/>
                  <a:gdLst>
                    <a:gd name="T0" fmla="*/ 0 w 29"/>
                    <a:gd name="T1" fmla="*/ 6 h 12"/>
                    <a:gd name="T2" fmla="*/ 5 w 29"/>
                    <a:gd name="T3" fmla="*/ 12 h 12"/>
                    <a:gd name="T4" fmla="*/ 29 w 29"/>
                    <a:gd name="T5" fmla="*/ 12 h 12"/>
                    <a:gd name="T6" fmla="*/ 29 w 29"/>
                    <a:gd name="T7" fmla="*/ 0 h 12"/>
                    <a:gd name="T8" fmla="*/ 5 w 29"/>
                    <a:gd name="T9" fmla="*/ 0 h 12"/>
                    <a:gd name="T10" fmla="*/ 0 w 29"/>
                    <a:gd name="T11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0" y="6"/>
                      </a:moveTo>
                      <a:cubicBezTo>
                        <a:pt x="0" y="9"/>
                        <a:pt x="2" y="12"/>
                        <a:pt x="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8" name="Freeform 104">
                  <a:extLst>
                    <a:ext uri="{FF2B5EF4-FFF2-40B4-BE49-F238E27FC236}">
                      <a16:creationId xmlns:a16="http://schemas.microsoft.com/office/drawing/2014/main" id="{F56CFC0A-9142-F71F-003A-5E2706D2C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84558"/>
                  <a:ext cx="109157" cy="41131"/>
                </a:xfrm>
                <a:custGeom>
                  <a:avLst/>
                  <a:gdLst>
                    <a:gd name="T0" fmla="*/ 5 w 29"/>
                    <a:gd name="T1" fmla="*/ 11 h 11"/>
                    <a:gd name="T2" fmla="*/ 29 w 29"/>
                    <a:gd name="T3" fmla="*/ 11 h 11"/>
                    <a:gd name="T4" fmla="*/ 29 w 29"/>
                    <a:gd name="T5" fmla="*/ 0 h 11"/>
                    <a:gd name="T6" fmla="*/ 5 w 29"/>
                    <a:gd name="T7" fmla="*/ 0 h 11"/>
                    <a:gd name="T8" fmla="*/ 0 w 29"/>
                    <a:gd name="T9" fmla="*/ 5 h 11"/>
                    <a:gd name="T10" fmla="*/ 5 w 29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1">
                      <a:moveTo>
                        <a:pt x="5" y="11"/>
                      </a:move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9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79" name="Freeform 105">
                  <a:extLst>
                    <a:ext uri="{FF2B5EF4-FFF2-40B4-BE49-F238E27FC236}">
                      <a16:creationId xmlns:a16="http://schemas.microsoft.com/office/drawing/2014/main" id="{6856B64B-54D0-3E41-8CE9-0DED414D61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765" y="4621280"/>
                  <a:ext cx="109157" cy="45878"/>
                </a:xfrm>
                <a:custGeom>
                  <a:avLst/>
                  <a:gdLst>
                    <a:gd name="T0" fmla="*/ 5 w 29"/>
                    <a:gd name="T1" fmla="*/ 12 h 12"/>
                    <a:gd name="T2" fmla="*/ 29 w 29"/>
                    <a:gd name="T3" fmla="*/ 12 h 12"/>
                    <a:gd name="T4" fmla="*/ 29 w 29"/>
                    <a:gd name="T5" fmla="*/ 0 h 12"/>
                    <a:gd name="T6" fmla="*/ 5 w 29"/>
                    <a:gd name="T7" fmla="*/ 0 h 12"/>
                    <a:gd name="T8" fmla="*/ 0 w 29"/>
                    <a:gd name="T9" fmla="*/ 6 h 12"/>
                    <a:gd name="T10" fmla="*/ 5 w 29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2">
                      <a:moveTo>
                        <a:pt x="5" y="12"/>
                      </a:move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9"/>
                        <a:pt x="2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80" name="Freeform 106">
                  <a:extLst>
                    <a:ext uri="{FF2B5EF4-FFF2-40B4-BE49-F238E27FC236}">
                      <a16:creationId xmlns:a16="http://schemas.microsoft.com/office/drawing/2014/main" id="{81296129-4F2F-DE2C-38FF-1D59076C55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806" y="4561164"/>
                  <a:ext cx="60115" cy="37967"/>
                </a:xfrm>
                <a:custGeom>
                  <a:avLst/>
                  <a:gdLst>
                    <a:gd name="T0" fmla="*/ 5 w 16"/>
                    <a:gd name="T1" fmla="*/ 10 h 10"/>
                    <a:gd name="T2" fmla="*/ 16 w 16"/>
                    <a:gd name="T3" fmla="*/ 10 h 10"/>
                    <a:gd name="T4" fmla="*/ 16 w 16"/>
                    <a:gd name="T5" fmla="*/ 0 h 10"/>
                    <a:gd name="T6" fmla="*/ 5 w 16"/>
                    <a:gd name="T7" fmla="*/ 0 h 10"/>
                    <a:gd name="T8" fmla="*/ 0 w 16"/>
                    <a:gd name="T9" fmla="*/ 5 h 10"/>
                    <a:gd name="T10" fmla="*/ 5 w 16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10">
                      <a:moveTo>
                        <a:pt x="5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81" name="Freeform 160">
                  <a:extLst>
                    <a:ext uri="{FF2B5EF4-FFF2-40B4-BE49-F238E27FC236}">
                      <a16:creationId xmlns:a16="http://schemas.microsoft.com/office/drawing/2014/main" id="{D3EDED8B-E620-13C5-9ADE-A08D058A2C1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29102" y="3512317"/>
                  <a:ext cx="26894" cy="1048849"/>
                </a:xfrm>
                <a:custGeom>
                  <a:avLst/>
                  <a:gdLst>
                    <a:gd name="T0" fmla="*/ 17 w 17"/>
                    <a:gd name="T1" fmla="*/ 663 h 663"/>
                    <a:gd name="T2" fmla="*/ 0 w 17"/>
                    <a:gd name="T3" fmla="*/ 663 h 663"/>
                    <a:gd name="T4" fmla="*/ 0 w 17"/>
                    <a:gd name="T5" fmla="*/ 604 h 663"/>
                    <a:gd name="T6" fmla="*/ 17 w 17"/>
                    <a:gd name="T7" fmla="*/ 604 h 663"/>
                    <a:gd name="T8" fmla="*/ 17 w 17"/>
                    <a:gd name="T9" fmla="*/ 663 h 663"/>
                    <a:gd name="T10" fmla="*/ 17 w 17"/>
                    <a:gd name="T11" fmla="*/ 561 h 663"/>
                    <a:gd name="T12" fmla="*/ 0 w 17"/>
                    <a:gd name="T13" fmla="*/ 561 h 663"/>
                    <a:gd name="T14" fmla="*/ 0 w 17"/>
                    <a:gd name="T15" fmla="*/ 502 h 663"/>
                    <a:gd name="T16" fmla="*/ 17 w 17"/>
                    <a:gd name="T17" fmla="*/ 502 h 663"/>
                    <a:gd name="T18" fmla="*/ 17 w 17"/>
                    <a:gd name="T19" fmla="*/ 561 h 663"/>
                    <a:gd name="T20" fmla="*/ 17 w 17"/>
                    <a:gd name="T21" fmla="*/ 462 h 663"/>
                    <a:gd name="T22" fmla="*/ 0 w 17"/>
                    <a:gd name="T23" fmla="*/ 462 h 663"/>
                    <a:gd name="T24" fmla="*/ 0 w 17"/>
                    <a:gd name="T25" fmla="*/ 403 h 663"/>
                    <a:gd name="T26" fmla="*/ 17 w 17"/>
                    <a:gd name="T27" fmla="*/ 403 h 663"/>
                    <a:gd name="T28" fmla="*/ 17 w 17"/>
                    <a:gd name="T29" fmla="*/ 462 h 663"/>
                    <a:gd name="T30" fmla="*/ 17 w 17"/>
                    <a:gd name="T31" fmla="*/ 360 h 663"/>
                    <a:gd name="T32" fmla="*/ 0 w 17"/>
                    <a:gd name="T33" fmla="*/ 360 h 663"/>
                    <a:gd name="T34" fmla="*/ 0 w 17"/>
                    <a:gd name="T35" fmla="*/ 301 h 663"/>
                    <a:gd name="T36" fmla="*/ 17 w 17"/>
                    <a:gd name="T37" fmla="*/ 301 h 663"/>
                    <a:gd name="T38" fmla="*/ 17 w 17"/>
                    <a:gd name="T39" fmla="*/ 360 h 663"/>
                    <a:gd name="T40" fmla="*/ 17 w 17"/>
                    <a:gd name="T41" fmla="*/ 261 h 663"/>
                    <a:gd name="T42" fmla="*/ 0 w 17"/>
                    <a:gd name="T43" fmla="*/ 261 h 663"/>
                    <a:gd name="T44" fmla="*/ 0 w 17"/>
                    <a:gd name="T45" fmla="*/ 202 h 663"/>
                    <a:gd name="T46" fmla="*/ 17 w 17"/>
                    <a:gd name="T47" fmla="*/ 202 h 663"/>
                    <a:gd name="T48" fmla="*/ 17 w 17"/>
                    <a:gd name="T49" fmla="*/ 261 h 663"/>
                    <a:gd name="T50" fmla="*/ 17 w 17"/>
                    <a:gd name="T51" fmla="*/ 159 h 663"/>
                    <a:gd name="T52" fmla="*/ 0 w 17"/>
                    <a:gd name="T53" fmla="*/ 159 h 663"/>
                    <a:gd name="T54" fmla="*/ 0 w 17"/>
                    <a:gd name="T55" fmla="*/ 100 h 663"/>
                    <a:gd name="T56" fmla="*/ 17 w 17"/>
                    <a:gd name="T57" fmla="*/ 100 h 663"/>
                    <a:gd name="T58" fmla="*/ 17 w 17"/>
                    <a:gd name="T59" fmla="*/ 159 h 663"/>
                    <a:gd name="T60" fmla="*/ 17 w 17"/>
                    <a:gd name="T61" fmla="*/ 59 h 663"/>
                    <a:gd name="T62" fmla="*/ 0 w 17"/>
                    <a:gd name="T63" fmla="*/ 59 h 663"/>
                    <a:gd name="T64" fmla="*/ 0 w 17"/>
                    <a:gd name="T65" fmla="*/ 0 h 663"/>
                    <a:gd name="T66" fmla="*/ 17 w 17"/>
                    <a:gd name="T67" fmla="*/ 0 h 663"/>
                    <a:gd name="T68" fmla="*/ 17 w 17"/>
                    <a:gd name="T69" fmla="*/ 59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663"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1"/>
                      </a:moveTo>
                      <a:lnTo>
                        <a:pt x="0" y="561"/>
                      </a:lnTo>
                      <a:lnTo>
                        <a:pt x="0" y="502"/>
                      </a:lnTo>
                      <a:lnTo>
                        <a:pt x="17" y="502"/>
                      </a:lnTo>
                      <a:lnTo>
                        <a:pt x="17" y="561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0"/>
                      </a:moveTo>
                      <a:lnTo>
                        <a:pt x="0" y="360"/>
                      </a:lnTo>
                      <a:lnTo>
                        <a:pt x="0" y="301"/>
                      </a:lnTo>
                      <a:lnTo>
                        <a:pt x="17" y="301"/>
                      </a:lnTo>
                      <a:lnTo>
                        <a:pt x="17" y="360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59"/>
                      </a:moveTo>
                      <a:lnTo>
                        <a:pt x="0" y="159"/>
                      </a:lnTo>
                      <a:lnTo>
                        <a:pt x="0" y="100"/>
                      </a:lnTo>
                      <a:lnTo>
                        <a:pt x="17" y="100"/>
                      </a:lnTo>
                      <a:lnTo>
                        <a:pt x="17" y="159"/>
                      </a:lnTo>
                      <a:close/>
                      <a:moveTo>
                        <a:pt x="17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984" name="组合 983">
              <a:extLst>
                <a:ext uri="{FF2B5EF4-FFF2-40B4-BE49-F238E27FC236}">
                  <a16:creationId xmlns:a16="http://schemas.microsoft.com/office/drawing/2014/main" id="{008A5146-B480-A0E0-69FA-1681E9D3DBB5}"/>
                </a:ext>
              </a:extLst>
            </p:cNvPr>
            <p:cNvGrpSpPr/>
            <p:nvPr/>
          </p:nvGrpSpPr>
          <p:grpSpPr>
            <a:xfrm>
              <a:off x="3312322" y="2220164"/>
              <a:ext cx="486929" cy="2559314"/>
              <a:chOff x="3312322" y="2220164"/>
              <a:chExt cx="486929" cy="2559314"/>
            </a:xfrm>
          </p:grpSpPr>
          <p:grpSp>
            <p:nvGrpSpPr>
              <p:cNvPr id="693" name="组合 692">
                <a:extLst>
                  <a:ext uri="{FF2B5EF4-FFF2-40B4-BE49-F238E27FC236}">
                    <a16:creationId xmlns:a16="http://schemas.microsoft.com/office/drawing/2014/main" id="{C3E13CB7-4E95-55FF-A4C2-365FC48494C8}"/>
                  </a:ext>
                </a:extLst>
              </p:cNvPr>
              <p:cNvGrpSpPr/>
              <p:nvPr/>
            </p:nvGrpSpPr>
            <p:grpSpPr>
              <a:xfrm>
                <a:off x="3312322" y="3509153"/>
                <a:ext cx="485667" cy="1270325"/>
                <a:chOff x="3312322" y="3509153"/>
                <a:chExt cx="485667" cy="1270325"/>
              </a:xfrm>
            </p:grpSpPr>
            <p:sp>
              <p:nvSpPr>
                <p:cNvPr id="340" name="Freeform 137">
                  <a:extLst>
                    <a:ext uri="{FF2B5EF4-FFF2-40B4-BE49-F238E27FC236}">
                      <a16:creationId xmlns:a16="http://schemas.microsoft.com/office/drawing/2014/main" id="{1575E63E-FA22-F090-2F24-FFF39D8649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97747" cy="37967"/>
                </a:xfrm>
                <a:custGeom>
                  <a:avLst/>
                  <a:gdLst>
                    <a:gd name="T0" fmla="*/ 47 w 53"/>
                    <a:gd name="T1" fmla="*/ 0 h 10"/>
                    <a:gd name="T2" fmla="*/ 5 w 53"/>
                    <a:gd name="T3" fmla="*/ 0 h 10"/>
                    <a:gd name="T4" fmla="*/ 0 w 53"/>
                    <a:gd name="T5" fmla="*/ 5 h 10"/>
                    <a:gd name="T6" fmla="*/ 5 w 53"/>
                    <a:gd name="T7" fmla="*/ 10 h 10"/>
                    <a:gd name="T8" fmla="*/ 47 w 53"/>
                    <a:gd name="T9" fmla="*/ 10 h 10"/>
                    <a:gd name="T10" fmla="*/ 53 w 53"/>
                    <a:gd name="T11" fmla="*/ 5 h 10"/>
                    <a:gd name="T12" fmla="*/ 47 w 5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1" name="Freeform 138">
                  <a:extLst>
                    <a:ext uri="{FF2B5EF4-FFF2-40B4-BE49-F238E27FC236}">
                      <a16:creationId xmlns:a16="http://schemas.microsoft.com/office/drawing/2014/main" id="{81AFA224-2BF2-9BF6-6E7A-7DB45FDBD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6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6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6"/>
                      </a:cubicBezTo>
                      <a:cubicBezTo>
                        <a:pt x="53" y="3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49" name="Freeform 139">
                  <a:extLst>
                    <a:ext uri="{FF2B5EF4-FFF2-40B4-BE49-F238E27FC236}">
                      <a16:creationId xmlns:a16="http://schemas.microsoft.com/office/drawing/2014/main" id="{5972E52D-139D-7AB8-D898-CF9DFB9236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5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5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56" name="Freeform 140">
                  <a:extLst>
                    <a:ext uri="{FF2B5EF4-FFF2-40B4-BE49-F238E27FC236}">
                      <a16:creationId xmlns:a16="http://schemas.microsoft.com/office/drawing/2014/main" id="{932D0612-5D9B-0D20-0888-BA57FF001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104411" cy="34804"/>
                </a:xfrm>
                <a:custGeom>
                  <a:avLst/>
                  <a:gdLst>
                    <a:gd name="T0" fmla="*/ 5 w 28"/>
                    <a:gd name="T1" fmla="*/ 9 h 9"/>
                    <a:gd name="T2" fmla="*/ 23 w 28"/>
                    <a:gd name="T3" fmla="*/ 9 h 9"/>
                    <a:gd name="T4" fmla="*/ 28 w 28"/>
                    <a:gd name="T5" fmla="*/ 4 h 9"/>
                    <a:gd name="T6" fmla="*/ 23 w 28"/>
                    <a:gd name="T7" fmla="*/ 0 h 9"/>
                    <a:gd name="T8" fmla="*/ 5 w 28"/>
                    <a:gd name="T9" fmla="*/ 0 h 9"/>
                    <a:gd name="T10" fmla="*/ 0 w 28"/>
                    <a:gd name="T11" fmla="*/ 4 h 9"/>
                    <a:gd name="T12" fmla="*/ 5 w 28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9">
                      <a:moveTo>
                        <a:pt x="5" y="9"/>
                      </a:move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6" y="9"/>
                        <a:pt x="28" y="7"/>
                        <a:pt x="28" y="4"/>
                      </a:cubicBezTo>
                      <a:cubicBezTo>
                        <a:pt x="28" y="2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62" name="Freeform 141">
                  <a:extLst>
                    <a:ext uri="{FF2B5EF4-FFF2-40B4-BE49-F238E27FC236}">
                      <a16:creationId xmlns:a16="http://schemas.microsoft.com/office/drawing/2014/main" id="{FF8B3D1B-9E12-407B-D8D7-F01D8D0E5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322" y="4157762"/>
                  <a:ext cx="485667" cy="621716"/>
                </a:xfrm>
                <a:custGeom>
                  <a:avLst/>
                  <a:gdLst>
                    <a:gd name="T0" fmla="*/ 66 w 130"/>
                    <a:gd name="T1" fmla="*/ 166 h 166"/>
                    <a:gd name="T2" fmla="*/ 130 w 130"/>
                    <a:gd name="T3" fmla="*/ 101 h 166"/>
                    <a:gd name="T4" fmla="*/ 117 w 130"/>
                    <a:gd name="T5" fmla="*/ 65 h 166"/>
                    <a:gd name="T6" fmla="*/ 99 w 130"/>
                    <a:gd name="T7" fmla="*/ 16 h 166"/>
                    <a:gd name="T8" fmla="*/ 85 w 130"/>
                    <a:gd name="T9" fmla="*/ 2 h 166"/>
                    <a:gd name="T10" fmla="*/ 66 w 130"/>
                    <a:gd name="T11" fmla="*/ 2 h 166"/>
                    <a:gd name="T12" fmla="*/ 41 w 130"/>
                    <a:gd name="T13" fmla="*/ 2 h 166"/>
                    <a:gd name="T14" fmla="*/ 24 w 130"/>
                    <a:gd name="T15" fmla="*/ 44 h 166"/>
                    <a:gd name="T16" fmla="*/ 0 w 130"/>
                    <a:gd name="T17" fmla="*/ 102 h 166"/>
                    <a:gd name="T18" fmla="*/ 66 w 130"/>
                    <a:gd name="T19" fmla="*/ 16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66">
                      <a:moveTo>
                        <a:pt x="66" y="166"/>
                      </a:moveTo>
                      <a:cubicBezTo>
                        <a:pt x="109" y="166"/>
                        <a:pt x="130" y="136"/>
                        <a:pt x="130" y="101"/>
                      </a:cubicBezTo>
                      <a:cubicBezTo>
                        <a:pt x="130" y="89"/>
                        <a:pt x="124" y="77"/>
                        <a:pt x="117" y="65"/>
                      </a:cubicBezTo>
                      <a:cubicBezTo>
                        <a:pt x="109" y="52"/>
                        <a:pt x="103" y="31"/>
                        <a:pt x="99" y="16"/>
                      </a:cubicBezTo>
                      <a:cubicBezTo>
                        <a:pt x="95" y="0"/>
                        <a:pt x="85" y="2"/>
                        <a:pt x="85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51" y="2"/>
                        <a:pt x="41" y="2"/>
                      </a:cubicBezTo>
                      <a:cubicBezTo>
                        <a:pt x="31" y="2"/>
                        <a:pt x="33" y="22"/>
                        <a:pt x="24" y="44"/>
                      </a:cubicBezTo>
                      <a:cubicBezTo>
                        <a:pt x="16" y="66"/>
                        <a:pt x="0" y="78"/>
                        <a:pt x="0" y="102"/>
                      </a:cubicBezTo>
                      <a:cubicBezTo>
                        <a:pt x="0" y="127"/>
                        <a:pt x="23" y="166"/>
                        <a:pt x="66" y="166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63" name="Freeform 142">
                  <a:extLst>
                    <a:ext uri="{FF2B5EF4-FFF2-40B4-BE49-F238E27FC236}">
                      <a16:creationId xmlns:a16="http://schemas.microsoft.com/office/drawing/2014/main" id="{43DC21C6-BF60-6096-C5CD-083E4B4B3B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9110" y="4157762"/>
                  <a:ext cx="238879" cy="621716"/>
                </a:xfrm>
                <a:custGeom>
                  <a:avLst/>
                  <a:gdLst>
                    <a:gd name="T0" fmla="*/ 64 w 64"/>
                    <a:gd name="T1" fmla="*/ 101 h 166"/>
                    <a:gd name="T2" fmla="*/ 51 w 64"/>
                    <a:gd name="T3" fmla="*/ 65 h 166"/>
                    <a:gd name="T4" fmla="*/ 33 w 64"/>
                    <a:gd name="T5" fmla="*/ 16 h 166"/>
                    <a:gd name="T6" fmla="*/ 19 w 64"/>
                    <a:gd name="T7" fmla="*/ 2 h 166"/>
                    <a:gd name="T8" fmla="*/ 0 w 64"/>
                    <a:gd name="T9" fmla="*/ 2 h 166"/>
                    <a:gd name="T10" fmla="*/ 0 w 64"/>
                    <a:gd name="T11" fmla="*/ 166 h 166"/>
                    <a:gd name="T12" fmla="*/ 64 w 64"/>
                    <a:gd name="T13" fmla="*/ 101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66">
                      <a:moveTo>
                        <a:pt x="64" y="101"/>
                      </a:moveTo>
                      <a:cubicBezTo>
                        <a:pt x="64" y="89"/>
                        <a:pt x="58" y="77"/>
                        <a:pt x="51" y="65"/>
                      </a:cubicBezTo>
                      <a:cubicBezTo>
                        <a:pt x="43" y="52"/>
                        <a:pt x="37" y="31"/>
                        <a:pt x="33" y="16"/>
                      </a:cubicBezTo>
                      <a:cubicBezTo>
                        <a:pt x="29" y="0"/>
                        <a:pt x="19" y="2"/>
                        <a:pt x="19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43" y="166"/>
                        <a:pt x="64" y="136"/>
                        <a:pt x="64" y="1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64" name="Freeform 143">
                  <a:extLst>
                    <a:ext uri="{FF2B5EF4-FFF2-40B4-BE49-F238E27FC236}">
                      <a16:creationId xmlns:a16="http://schemas.microsoft.com/office/drawing/2014/main" id="{1A324552-8DF9-673B-52A1-6E00BCFA05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65" name="Freeform 144">
                  <a:extLst>
                    <a:ext uri="{FF2B5EF4-FFF2-40B4-BE49-F238E27FC236}">
                      <a16:creationId xmlns:a16="http://schemas.microsoft.com/office/drawing/2014/main" id="{DE9F4AD6-AB18-851C-556F-D7EDF7340A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6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66" name="Freeform 145">
                  <a:extLst>
                    <a:ext uri="{FF2B5EF4-FFF2-40B4-BE49-F238E27FC236}">
                      <a16:creationId xmlns:a16="http://schemas.microsoft.com/office/drawing/2014/main" id="{3FF5D5D2-C054-C665-730A-94234D4B2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5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67" name="Freeform 146">
                  <a:extLst>
                    <a:ext uri="{FF2B5EF4-FFF2-40B4-BE49-F238E27FC236}">
                      <a16:creationId xmlns:a16="http://schemas.microsoft.com/office/drawing/2014/main" id="{8364E289-2CD5-34F4-4117-68A4135BB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55370" cy="34804"/>
                </a:xfrm>
                <a:custGeom>
                  <a:avLst/>
                  <a:gdLst>
                    <a:gd name="T0" fmla="*/ 5 w 15"/>
                    <a:gd name="T1" fmla="*/ 9 h 9"/>
                    <a:gd name="T2" fmla="*/ 15 w 15"/>
                    <a:gd name="T3" fmla="*/ 9 h 9"/>
                    <a:gd name="T4" fmla="*/ 15 w 15"/>
                    <a:gd name="T5" fmla="*/ 0 h 9"/>
                    <a:gd name="T6" fmla="*/ 5 w 15"/>
                    <a:gd name="T7" fmla="*/ 0 h 9"/>
                    <a:gd name="T8" fmla="*/ 0 w 15"/>
                    <a:gd name="T9" fmla="*/ 4 h 9"/>
                    <a:gd name="T10" fmla="*/ 5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68" name="Freeform 161">
                  <a:extLst>
                    <a:ext uri="{FF2B5EF4-FFF2-40B4-BE49-F238E27FC236}">
                      <a16:creationId xmlns:a16="http://schemas.microsoft.com/office/drawing/2014/main" id="{515821A0-8E96-2234-A3D3-F8B68A7CE4F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872" y="3509153"/>
                  <a:ext cx="28475" cy="411313"/>
                </a:xfrm>
                <a:custGeom>
                  <a:avLst/>
                  <a:gdLst>
                    <a:gd name="T0" fmla="*/ 18 w 18"/>
                    <a:gd name="T1" fmla="*/ 260 h 260"/>
                    <a:gd name="T2" fmla="*/ 0 w 18"/>
                    <a:gd name="T3" fmla="*/ 260 h 260"/>
                    <a:gd name="T4" fmla="*/ 0 w 18"/>
                    <a:gd name="T5" fmla="*/ 201 h 260"/>
                    <a:gd name="T6" fmla="*/ 18 w 18"/>
                    <a:gd name="T7" fmla="*/ 201 h 260"/>
                    <a:gd name="T8" fmla="*/ 18 w 18"/>
                    <a:gd name="T9" fmla="*/ 260 h 260"/>
                    <a:gd name="T10" fmla="*/ 18 w 18"/>
                    <a:gd name="T11" fmla="*/ 159 h 260"/>
                    <a:gd name="T12" fmla="*/ 0 w 18"/>
                    <a:gd name="T13" fmla="*/ 159 h 260"/>
                    <a:gd name="T14" fmla="*/ 0 w 18"/>
                    <a:gd name="T15" fmla="*/ 99 h 260"/>
                    <a:gd name="T16" fmla="*/ 18 w 18"/>
                    <a:gd name="T17" fmla="*/ 99 h 260"/>
                    <a:gd name="T18" fmla="*/ 18 w 18"/>
                    <a:gd name="T19" fmla="*/ 159 h 260"/>
                    <a:gd name="T20" fmla="*/ 18 w 18"/>
                    <a:gd name="T21" fmla="*/ 59 h 260"/>
                    <a:gd name="T22" fmla="*/ 0 w 18"/>
                    <a:gd name="T23" fmla="*/ 59 h 260"/>
                    <a:gd name="T24" fmla="*/ 0 w 18"/>
                    <a:gd name="T25" fmla="*/ 0 h 260"/>
                    <a:gd name="T26" fmla="*/ 18 w 18"/>
                    <a:gd name="T27" fmla="*/ 0 h 260"/>
                    <a:gd name="T28" fmla="*/ 18 w 18"/>
                    <a:gd name="T29" fmla="*/ 59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260">
                      <a:moveTo>
                        <a:pt x="18" y="260"/>
                      </a:moveTo>
                      <a:lnTo>
                        <a:pt x="0" y="260"/>
                      </a:lnTo>
                      <a:lnTo>
                        <a:pt x="0" y="201"/>
                      </a:lnTo>
                      <a:lnTo>
                        <a:pt x="18" y="201"/>
                      </a:lnTo>
                      <a:lnTo>
                        <a:pt x="18" y="260"/>
                      </a:lnTo>
                      <a:close/>
                      <a:moveTo>
                        <a:pt x="18" y="159"/>
                      </a:moveTo>
                      <a:lnTo>
                        <a:pt x="0" y="159"/>
                      </a:lnTo>
                      <a:lnTo>
                        <a:pt x="0" y="99"/>
                      </a:lnTo>
                      <a:lnTo>
                        <a:pt x="18" y="99"/>
                      </a:lnTo>
                      <a:lnTo>
                        <a:pt x="18" y="159"/>
                      </a:lnTo>
                      <a:close/>
                      <a:moveTo>
                        <a:pt x="18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8" y="0"/>
                      </a:lnTo>
                      <a:lnTo>
                        <a:pt x="18" y="59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694" name="组合 693">
                <a:extLst>
                  <a:ext uri="{FF2B5EF4-FFF2-40B4-BE49-F238E27FC236}">
                    <a16:creationId xmlns:a16="http://schemas.microsoft.com/office/drawing/2014/main" id="{4EEBEF2B-B435-65BB-7015-515CD5AC72A9}"/>
                  </a:ext>
                </a:extLst>
              </p:cNvPr>
              <p:cNvGrpSpPr/>
              <p:nvPr/>
            </p:nvGrpSpPr>
            <p:grpSpPr>
              <a:xfrm flipV="1">
                <a:off x="3313584" y="2220164"/>
                <a:ext cx="485667" cy="1270325"/>
                <a:chOff x="3312322" y="3509153"/>
                <a:chExt cx="485667" cy="1270325"/>
              </a:xfrm>
              <a:noFill/>
            </p:grpSpPr>
            <p:sp>
              <p:nvSpPr>
                <p:cNvPr id="695" name="Freeform 137">
                  <a:extLst>
                    <a:ext uri="{FF2B5EF4-FFF2-40B4-BE49-F238E27FC236}">
                      <a16:creationId xmlns:a16="http://schemas.microsoft.com/office/drawing/2014/main" id="{34A56E43-60C1-0425-DF39-8EB7A509E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97747" cy="37967"/>
                </a:xfrm>
                <a:custGeom>
                  <a:avLst/>
                  <a:gdLst>
                    <a:gd name="T0" fmla="*/ 47 w 53"/>
                    <a:gd name="T1" fmla="*/ 0 h 10"/>
                    <a:gd name="T2" fmla="*/ 5 w 53"/>
                    <a:gd name="T3" fmla="*/ 0 h 10"/>
                    <a:gd name="T4" fmla="*/ 0 w 53"/>
                    <a:gd name="T5" fmla="*/ 5 h 10"/>
                    <a:gd name="T6" fmla="*/ 5 w 53"/>
                    <a:gd name="T7" fmla="*/ 10 h 10"/>
                    <a:gd name="T8" fmla="*/ 47 w 53"/>
                    <a:gd name="T9" fmla="*/ 10 h 10"/>
                    <a:gd name="T10" fmla="*/ 53 w 53"/>
                    <a:gd name="T11" fmla="*/ 5 h 10"/>
                    <a:gd name="T12" fmla="*/ 47 w 5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96" name="Freeform 138">
                  <a:extLst>
                    <a:ext uri="{FF2B5EF4-FFF2-40B4-BE49-F238E27FC236}">
                      <a16:creationId xmlns:a16="http://schemas.microsoft.com/office/drawing/2014/main" id="{32939325-9922-0BB9-A339-84F123A276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6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6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6"/>
                      </a:cubicBezTo>
                      <a:cubicBezTo>
                        <a:pt x="53" y="3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97" name="Freeform 139">
                  <a:extLst>
                    <a:ext uri="{FF2B5EF4-FFF2-40B4-BE49-F238E27FC236}">
                      <a16:creationId xmlns:a16="http://schemas.microsoft.com/office/drawing/2014/main" id="{CB103D5F-A30F-0614-DBAE-1205A32C21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97747" cy="41131"/>
                </a:xfrm>
                <a:custGeom>
                  <a:avLst/>
                  <a:gdLst>
                    <a:gd name="T0" fmla="*/ 5 w 53"/>
                    <a:gd name="T1" fmla="*/ 11 h 11"/>
                    <a:gd name="T2" fmla="*/ 47 w 53"/>
                    <a:gd name="T3" fmla="*/ 11 h 11"/>
                    <a:gd name="T4" fmla="*/ 53 w 53"/>
                    <a:gd name="T5" fmla="*/ 5 h 11"/>
                    <a:gd name="T6" fmla="*/ 47 w 53"/>
                    <a:gd name="T7" fmla="*/ 0 h 11"/>
                    <a:gd name="T8" fmla="*/ 5 w 53"/>
                    <a:gd name="T9" fmla="*/ 0 h 11"/>
                    <a:gd name="T10" fmla="*/ 0 w 53"/>
                    <a:gd name="T11" fmla="*/ 5 h 11"/>
                    <a:gd name="T12" fmla="*/ 5 w 53"/>
                    <a:gd name="T13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11">
                      <a:moveTo>
                        <a:pt x="5" y="11"/>
                      </a:moveTo>
                      <a:cubicBezTo>
                        <a:pt x="47" y="11"/>
                        <a:pt x="47" y="11"/>
                        <a:pt x="47" y="11"/>
                      </a:cubicBezTo>
                      <a:cubicBezTo>
                        <a:pt x="50" y="11"/>
                        <a:pt x="53" y="8"/>
                        <a:pt x="53" y="5"/>
                      </a:cubicBezTo>
                      <a:cubicBezTo>
                        <a:pt x="53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98" name="Freeform 140">
                  <a:extLst>
                    <a:ext uri="{FF2B5EF4-FFF2-40B4-BE49-F238E27FC236}">
                      <a16:creationId xmlns:a16="http://schemas.microsoft.com/office/drawing/2014/main" id="{AF0F8872-6018-9A0D-1CDD-E1791F513B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104411" cy="34804"/>
                </a:xfrm>
                <a:custGeom>
                  <a:avLst/>
                  <a:gdLst>
                    <a:gd name="T0" fmla="*/ 5 w 28"/>
                    <a:gd name="T1" fmla="*/ 9 h 9"/>
                    <a:gd name="T2" fmla="*/ 23 w 28"/>
                    <a:gd name="T3" fmla="*/ 9 h 9"/>
                    <a:gd name="T4" fmla="*/ 28 w 28"/>
                    <a:gd name="T5" fmla="*/ 4 h 9"/>
                    <a:gd name="T6" fmla="*/ 23 w 28"/>
                    <a:gd name="T7" fmla="*/ 0 h 9"/>
                    <a:gd name="T8" fmla="*/ 5 w 28"/>
                    <a:gd name="T9" fmla="*/ 0 h 9"/>
                    <a:gd name="T10" fmla="*/ 0 w 28"/>
                    <a:gd name="T11" fmla="*/ 4 h 9"/>
                    <a:gd name="T12" fmla="*/ 5 w 28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9">
                      <a:moveTo>
                        <a:pt x="5" y="9"/>
                      </a:move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6" y="9"/>
                        <a:pt x="28" y="7"/>
                        <a:pt x="28" y="4"/>
                      </a:cubicBezTo>
                      <a:cubicBezTo>
                        <a:pt x="28" y="2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99" name="Freeform 141">
                  <a:extLst>
                    <a:ext uri="{FF2B5EF4-FFF2-40B4-BE49-F238E27FC236}">
                      <a16:creationId xmlns:a16="http://schemas.microsoft.com/office/drawing/2014/main" id="{CDF4575B-C8E5-DBD5-4D37-89A65CBC8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322" y="4157762"/>
                  <a:ext cx="485667" cy="621716"/>
                </a:xfrm>
                <a:custGeom>
                  <a:avLst/>
                  <a:gdLst>
                    <a:gd name="T0" fmla="*/ 66 w 130"/>
                    <a:gd name="T1" fmla="*/ 166 h 166"/>
                    <a:gd name="T2" fmla="*/ 130 w 130"/>
                    <a:gd name="T3" fmla="*/ 101 h 166"/>
                    <a:gd name="T4" fmla="*/ 117 w 130"/>
                    <a:gd name="T5" fmla="*/ 65 h 166"/>
                    <a:gd name="T6" fmla="*/ 99 w 130"/>
                    <a:gd name="T7" fmla="*/ 16 h 166"/>
                    <a:gd name="T8" fmla="*/ 85 w 130"/>
                    <a:gd name="T9" fmla="*/ 2 h 166"/>
                    <a:gd name="T10" fmla="*/ 66 w 130"/>
                    <a:gd name="T11" fmla="*/ 2 h 166"/>
                    <a:gd name="T12" fmla="*/ 41 w 130"/>
                    <a:gd name="T13" fmla="*/ 2 h 166"/>
                    <a:gd name="T14" fmla="*/ 24 w 130"/>
                    <a:gd name="T15" fmla="*/ 44 h 166"/>
                    <a:gd name="T16" fmla="*/ 0 w 130"/>
                    <a:gd name="T17" fmla="*/ 102 h 166"/>
                    <a:gd name="T18" fmla="*/ 66 w 130"/>
                    <a:gd name="T19" fmla="*/ 16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66">
                      <a:moveTo>
                        <a:pt x="66" y="166"/>
                      </a:moveTo>
                      <a:cubicBezTo>
                        <a:pt x="109" y="166"/>
                        <a:pt x="130" y="136"/>
                        <a:pt x="130" y="101"/>
                      </a:cubicBezTo>
                      <a:cubicBezTo>
                        <a:pt x="130" y="89"/>
                        <a:pt x="124" y="77"/>
                        <a:pt x="117" y="65"/>
                      </a:cubicBezTo>
                      <a:cubicBezTo>
                        <a:pt x="109" y="52"/>
                        <a:pt x="103" y="31"/>
                        <a:pt x="99" y="16"/>
                      </a:cubicBezTo>
                      <a:cubicBezTo>
                        <a:pt x="95" y="0"/>
                        <a:pt x="85" y="2"/>
                        <a:pt x="85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51" y="2"/>
                        <a:pt x="41" y="2"/>
                      </a:cubicBezTo>
                      <a:cubicBezTo>
                        <a:pt x="31" y="2"/>
                        <a:pt x="33" y="22"/>
                        <a:pt x="24" y="44"/>
                      </a:cubicBezTo>
                      <a:cubicBezTo>
                        <a:pt x="16" y="66"/>
                        <a:pt x="0" y="78"/>
                        <a:pt x="0" y="102"/>
                      </a:cubicBezTo>
                      <a:cubicBezTo>
                        <a:pt x="0" y="127"/>
                        <a:pt x="23" y="166"/>
                        <a:pt x="66" y="1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00" name="Freeform 142">
                  <a:extLst>
                    <a:ext uri="{FF2B5EF4-FFF2-40B4-BE49-F238E27FC236}">
                      <a16:creationId xmlns:a16="http://schemas.microsoft.com/office/drawing/2014/main" id="{52F43498-DB38-329D-EDC3-3192671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9110" y="4157762"/>
                  <a:ext cx="238879" cy="621716"/>
                </a:xfrm>
                <a:custGeom>
                  <a:avLst/>
                  <a:gdLst>
                    <a:gd name="T0" fmla="*/ 64 w 64"/>
                    <a:gd name="T1" fmla="*/ 101 h 166"/>
                    <a:gd name="T2" fmla="*/ 51 w 64"/>
                    <a:gd name="T3" fmla="*/ 65 h 166"/>
                    <a:gd name="T4" fmla="*/ 33 w 64"/>
                    <a:gd name="T5" fmla="*/ 16 h 166"/>
                    <a:gd name="T6" fmla="*/ 19 w 64"/>
                    <a:gd name="T7" fmla="*/ 2 h 166"/>
                    <a:gd name="T8" fmla="*/ 0 w 64"/>
                    <a:gd name="T9" fmla="*/ 2 h 166"/>
                    <a:gd name="T10" fmla="*/ 0 w 64"/>
                    <a:gd name="T11" fmla="*/ 166 h 166"/>
                    <a:gd name="T12" fmla="*/ 64 w 64"/>
                    <a:gd name="T13" fmla="*/ 101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66">
                      <a:moveTo>
                        <a:pt x="64" y="101"/>
                      </a:moveTo>
                      <a:cubicBezTo>
                        <a:pt x="64" y="89"/>
                        <a:pt x="58" y="77"/>
                        <a:pt x="51" y="65"/>
                      </a:cubicBezTo>
                      <a:cubicBezTo>
                        <a:pt x="43" y="52"/>
                        <a:pt x="37" y="31"/>
                        <a:pt x="33" y="16"/>
                      </a:cubicBezTo>
                      <a:cubicBezTo>
                        <a:pt x="29" y="0"/>
                        <a:pt x="19" y="2"/>
                        <a:pt x="19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43" y="166"/>
                        <a:pt x="64" y="136"/>
                        <a:pt x="64" y="1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01" name="Freeform 143">
                  <a:extLst>
                    <a:ext uri="{FF2B5EF4-FFF2-40B4-BE49-F238E27FC236}">
                      <a16:creationId xmlns:a16="http://schemas.microsoft.com/office/drawing/2014/main" id="{2588E87B-BFDB-590A-6758-8F3E11C5EB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8973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02" name="Freeform 144">
                  <a:extLst>
                    <a:ext uri="{FF2B5EF4-FFF2-40B4-BE49-F238E27FC236}">
                      <a16:creationId xmlns:a16="http://schemas.microsoft.com/office/drawing/2014/main" id="{BCBD2EC6-1F8A-C90F-3228-3B74D12F1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4032786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6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03" name="Freeform 145">
                  <a:extLst>
                    <a:ext uri="{FF2B5EF4-FFF2-40B4-BE49-F238E27FC236}">
                      <a16:creationId xmlns:a16="http://schemas.microsoft.com/office/drawing/2014/main" id="{B45E78D9-78B0-6B12-0E71-A9E3A3DAF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863" y="3977417"/>
                  <a:ext cx="101246" cy="41131"/>
                </a:xfrm>
                <a:custGeom>
                  <a:avLst/>
                  <a:gdLst>
                    <a:gd name="T0" fmla="*/ 5 w 27"/>
                    <a:gd name="T1" fmla="*/ 11 h 11"/>
                    <a:gd name="T2" fmla="*/ 27 w 27"/>
                    <a:gd name="T3" fmla="*/ 11 h 11"/>
                    <a:gd name="T4" fmla="*/ 27 w 27"/>
                    <a:gd name="T5" fmla="*/ 0 h 11"/>
                    <a:gd name="T6" fmla="*/ 5 w 27"/>
                    <a:gd name="T7" fmla="*/ 0 h 11"/>
                    <a:gd name="T8" fmla="*/ 0 w 27"/>
                    <a:gd name="T9" fmla="*/ 5 h 11"/>
                    <a:gd name="T10" fmla="*/ 5 w 2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1">
                      <a:moveTo>
                        <a:pt x="5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1"/>
                        <a:pt x="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8" name="Freeform 146">
                  <a:extLst>
                    <a:ext uri="{FF2B5EF4-FFF2-40B4-BE49-F238E27FC236}">
                      <a16:creationId xmlns:a16="http://schemas.microsoft.com/office/drawing/2014/main" id="{35FE4E59-E53F-2500-2447-4C0CD87ADA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3740" y="3920465"/>
                  <a:ext cx="55370" cy="34804"/>
                </a:xfrm>
                <a:custGeom>
                  <a:avLst/>
                  <a:gdLst>
                    <a:gd name="T0" fmla="*/ 5 w 15"/>
                    <a:gd name="T1" fmla="*/ 9 h 9"/>
                    <a:gd name="T2" fmla="*/ 15 w 15"/>
                    <a:gd name="T3" fmla="*/ 9 h 9"/>
                    <a:gd name="T4" fmla="*/ 15 w 15"/>
                    <a:gd name="T5" fmla="*/ 0 h 9"/>
                    <a:gd name="T6" fmla="*/ 5 w 15"/>
                    <a:gd name="T7" fmla="*/ 0 h 9"/>
                    <a:gd name="T8" fmla="*/ 0 w 15"/>
                    <a:gd name="T9" fmla="*/ 4 h 9"/>
                    <a:gd name="T10" fmla="*/ 5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0"/>
                        <a:pt x="0" y="2"/>
                        <a:pt x="0" y="4"/>
                      </a:cubicBezTo>
                      <a:cubicBezTo>
                        <a:pt x="0" y="7"/>
                        <a:pt x="3" y="9"/>
                        <a:pt x="5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39" name="Freeform 161">
                  <a:extLst>
                    <a:ext uri="{FF2B5EF4-FFF2-40B4-BE49-F238E27FC236}">
                      <a16:creationId xmlns:a16="http://schemas.microsoft.com/office/drawing/2014/main" id="{7634C8A5-B88A-EEEC-7E70-88C12C3C3E9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872" y="3509153"/>
                  <a:ext cx="28475" cy="411313"/>
                </a:xfrm>
                <a:custGeom>
                  <a:avLst/>
                  <a:gdLst>
                    <a:gd name="T0" fmla="*/ 18 w 18"/>
                    <a:gd name="T1" fmla="*/ 260 h 260"/>
                    <a:gd name="T2" fmla="*/ 0 w 18"/>
                    <a:gd name="T3" fmla="*/ 260 h 260"/>
                    <a:gd name="T4" fmla="*/ 0 w 18"/>
                    <a:gd name="T5" fmla="*/ 201 h 260"/>
                    <a:gd name="T6" fmla="*/ 18 w 18"/>
                    <a:gd name="T7" fmla="*/ 201 h 260"/>
                    <a:gd name="T8" fmla="*/ 18 w 18"/>
                    <a:gd name="T9" fmla="*/ 260 h 260"/>
                    <a:gd name="T10" fmla="*/ 18 w 18"/>
                    <a:gd name="T11" fmla="*/ 159 h 260"/>
                    <a:gd name="T12" fmla="*/ 0 w 18"/>
                    <a:gd name="T13" fmla="*/ 159 h 260"/>
                    <a:gd name="T14" fmla="*/ 0 w 18"/>
                    <a:gd name="T15" fmla="*/ 99 h 260"/>
                    <a:gd name="T16" fmla="*/ 18 w 18"/>
                    <a:gd name="T17" fmla="*/ 99 h 260"/>
                    <a:gd name="T18" fmla="*/ 18 w 18"/>
                    <a:gd name="T19" fmla="*/ 159 h 260"/>
                    <a:gd name="T20" fmla="*/ 18 w 18"/>
                    <a:gd name="T21" fmla="*/ 59 h 260"/>
                    <a:gd name="T22" fmla="*/ 0 w 18"/>
                    <a:gd name="T23" fmla="*/ 59 h 260"/>
                    <a:gd name="T24" fmla="*/ 0 w 18"/>
                    <a:gd name="T25" fmla="*/ 0 h 260"/>
                    <a:gd name="T26" fmla="*/ 18 w 18"/>
                    <a:gd name="T27" fmla="*/ 0 h 260"/>
                    <a:gd name="T28" fmla="*/ 18 w 18"/>
                    <a:gd name="T29" fmla="*/ 59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260">
                      <a:moveTo>
                        <a:pt x="18" y="260"/>
                      </a:moveTo>
                      <a:lnTo>
                        <a:pt x="0" y="260"/>
                      </a:lnTo>
                      <a:lnTo>
                        <a:pt x="0" y="201"/>
                      </a:lnTo>
                      <a:lnTo>
                        <a:pt x="18" y="201"/>
                      </a:lnTo>
                      <a:lnTo>
                        <a:pt x="18" y="260"/>
                      </a:lnTo>
                      <a:close/>
                      <a:moveTo>
                        <a:pt x="18" y="159"/>
                      </a:moveTo>
                      <a:lnTo>
                        <a:pt x="0" y="159"/>
                      </a:lnTo>
                      <a:lnTo>
                        <a:pt x="0" y="99"/>
                      </a:lnTo>
                      <a:lnTo>
                        <a:pt x="18" y="99"/>
                      </a:lnTo>
                      <a:lnTo>
                        <a:pt x="18" y="159"/>
                      </a:lnTo>
                      <a:close/>
                      <a:moveTo>
                        <a:pt x="18" y="59"/>
                      </a:moveTo>
                      <a:lnTo>
                        <a:pt x="0" y="59"/>
                      </a:lnTo>
                      <a:lnTo>
                        <a:pt x="0" y="0"/>
                      </a:lnTo>
                      <a:lnTo>
                        <a:pt x="18" y="0"/>
                      </a:lnTo>
                      <a:lnTo>
                        <a:pt x="18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986" name="组合 985">
              <a:extLst>
                <a:ext uri="{FF2B5EF4-FFF2-40B4-BE49-F238E27FC236}">
                  <a16:creationId xmlns:a16="http://schemas.microsoft.com/office/drawing/2014/main" id="{D968120F-C96D-DA1D-84C0-B678F0296742}"/>
                </a:ext>
              </a:extLst>
            </p:cNvPr>
            <p:cNvGrpSpPr/>
            <p:nvPr/>
          </p:nvGrpSpPr>
          <p:grpSpPr>
            <a:xfrm>
              <a:off x="4408630" y="2191891"/>
              <a:ext cx="590425" cy="2661939"/>
              <a:chOff x="4408630" y="2191891"/>
              <a:chExt cx="590425" cy="2661939"/>
            </a:xfrm>
          </p:grpSpPr>
          <p:grpSp>
            <p:nvGrpSpPr>
              <p:cNvPr id="650" name="组合 649">
                <a:extLst>
                  <a:ext uri="{FF2B5EF4-FFF2-40B4-BE49-F238E27FC236}">
                    <a16:creationId xmlns:a16="http://schemas.microsoft.com/office/drawing/2014/main" id="{7F0C9D9B-3AE1-98B1-355E-39E9F7DEF033}"/>
                  </a:ext>
                </a:extLst>
              </p:cNvPr>
              <p:cNvGrpSpPr/>
              <p:nvPr/>
            </p:nvGrpSpPr>
            <p:grpSpPr>
              <a:xfrm>
                <a:off x="4408630" y="3487005"/>
                <a:ext cx="590077" cy="1366825"/>
                <a:chOff x="4408630" y="3487005"/>
                <a:chExt cx="590077" cy="1366825"/>
              </a:xfrm>
            </p:grpSpPr>
            <p:sp>
              <p:nvSpPr>
                <p:cNvPr id="682" name="Freeform 147">
                  <a:extLst>
                    <a:ext uri="{FF2B5EF4-FFF2-40B4-BE49-F238E27FC236}">
                      <a16:creationId xmlns:a16="http://schemas.microsoft.com/office/drawing/2014/main" id="{9A98B9D9-4C7C-1DEC-C040-769F15C0CB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238879" cy="47459"/>
                </a:xfrm>
                <a:custGeom>
                  <a:avLst/>
                  <a:gdLst>
                    <a:gd name="T0" fmla="*/ 58 w 64"/>
                    <a:gd name="T1" fmla="*/ 0 h 13"/>
                    <a:gd name="T2" fmla="*/ 7 w 64"/>
                    <a:gd name="T3" fmla="*/ 0 h 13"/>
                    <a:gd name="T4" fmla="*/ 0 w 64"/>
                    <a:gd name="T5" fmla="*/ 7 h 13"/>
                    <a:gd name="T6" fmla="*/ 7 w 64"/>
                    <a:gd name="T7" fmla="*/ 13 h 13"/>
                    <a:gd name="T8" fmla="*/ 58 w 64"/>
                    <a:gd name="T9" fmla="*/ 13 h 13"/>
                    <a:gd name="T10" fmla="*/ 64 w 64"/>
                    <a:gd name="T11" fmla="*/ 7 h 13"/>
                    <a:gd name="T12" fmla="*/ 58 w 64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5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3" name="Freeform 148">
                  <a:extLst>
                    <a:ext uri="{FF2B5EF4-FFF2-40B4-BE49-F238E27FC236}">
                      <a16:creationId xmlns:a16="http://schemas.microsoft.com/office/drawing/2014/main" id="{D32355CA-EEF0-856F-AC0D-E509D59E7C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7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7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4" name="Freeform 149">
                  <a:extLst>
                    <a:ext uri="{FF2B5EF4-FFF2-40B4-BE49-F238E27FC236}">
                      <a16:creationId xmlns:a16="http://schemas.microsoft.com/office/drawing/2014/main" id="{77A54D48-1EF6-8682-D911-66A04E80AA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6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6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6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5" name="Freeform 150">
                  <a:extLst>
                    <a:ext uri="{FF2B5EF4-FFF2-40B4-BE49-F238E27FC236}">
                      <a16:creationId xmlns:a16="http://schemas.microsoft.com/office/drawing/2014/main" id="{43FFF65B-BE43-87DB-F7EC-ED5D951030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128140" cy="45878"/>
                </a:xfrm>
                <a:custGeom>
                  <a:avLst/>
                  <a:gdLst>
                    <a:gd name="T0" fmla="*/ 6 w 34"/>
                    <a:gd name="T1" fmla="*/ 12 h 12"/>
                    <a:gd name="T2" fmla="*/ 28 w 34"/>
                    <a:gd name="T3" fmla="*/ 12 h 12"/>
                    <a:gd name="T4" fmla="*/ 34 w 34"/>
                    <a:gd name="T5" fmla="*/ 6 h 12"/>
                    <a:gd name="T6" fmla="*/ 28 w 34"/>
                    <a:gd name="T7" fmla="*/ 0 h 12"/>
                    <a:gd name="T8" fmla="*/ 6 w 34"/>
                    <a:gd name="T9" fmla="*/ 0 h 12"/>
                    <a:gd name="T10" fmla="*/ 0 w 34"/>
                    <a:gd name="T11" fmla="*/ 6 h 12"/>
                    <a:gd name="T12" fmla="*/ 6 w 34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2">
                      <a:moveTo>
                        <a:pt x="6" y="12"/>
                      </a:move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2" y="12"/>
                        <a:pt x="34" y="9"/>
                        <a:pt x="34" y="6"/>
                      </a:cubicBezTo>
                      <a:cubicBezTo>
                        <a:pt x="34" y="3"/>
                        <a:pt x="32" y="0"/>
                        <a:pt x="2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6" name="Freeform 151">
                  <a:extLst>
                    <a:ext uri="{FF2B5EF4-FFF2-40B4-BE49-F238E27FC236}">
                      <a16:creationId xmlns:a16="http://schemas.microsoft.com/office/drawing/2014/main" id="{1E6AC348-CF98-86D1-2385-598D916920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630" y="4100811"/>
                  <a:ext cx="590077" cy="753019"/>
                </a:xfrm>
                <a:custGeom>
                  <a:avLst/>
                  <a:gdLst>
                    <a:gd name="T0" fmla="*/ 80 w 158"/>
                    <a:gd name="T1" fmla="*/ 201 h 201"/>
                    <a:gd name="T2" fmla="*/ 158 w 158"/>
                    <a:gd name="T3" fmla="*/ 121 h 201"/>
                    <a:gd name="T4" fmla="*/ 142 w 158"/>
                    <a:gd name="T5" fmla="*/ 78 h 201"/>
                    <a:gd name="T6" fmla="*/ 120 w 158"/>
                    <a:gd name="T7" fmla="*/ 18 h 201"/>
                    <a:gd name="T8" fmla="*/ 103 w 158"/>
                    <a:gd name="T9" fmla="*/ 1 h 201"/>
                    <a:gd name="T10" fmla="*/ 80 w 158"/>
                    <a:gd name="T11" fmla="*/ 1 h 201"/>
                    <a:gd name="T12" fmla="*/ 50 w 158"/>
                    <a:gd name="T13" fmla="*/ 1 h 201"/>
                    <a:gd name="T14" fmla="*/ 29 w 158"/>
                    <a:gd name="T15" fmla="*/ 53 h 201"/>
                    <a:gd name="T16" fmla="*/ 0 w 158"/>
                    <a:gd name="T17" fmla="*/ 124 h 201"/>
                    <a:gd name="T18" fmla="*/ 80 w 158"/>
                    <a:gd name="T19" fmla="*/ 20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8" h="201">
                      <a:moveTo>
                        <a:pt x="80" y="201"/>
                      </a:moveTo>
                      <a:cubicBezTo>
                        <a:pt x="132" y="201"/>
                        <a:pt x="158" y="164"/>
                        <a:pt x="158" y="121"/>
                      </a:cubicBezTo>
                      <a:cubicBezTo>
                        <a:pt x="158" y="108"/>
                        <a:pt x="151" y="93"/>
                        <a:pt x="142" y="78"/>
                      </a:cubicBezTo>
                      <a:cubicBezTo>
                        <a:pt x="133" y="63"/>
                        <a:pt x="125" y="37"/>
                        <a:pt x="120" y="18"/>
                      </a:cubicBezTo>
                      <a:cubicBezTo>
                        <a:pt x="115" y="0"/>
                        <a:pt x="103" y="1"/>
                        <a:pt x="103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80" y="1"/>
                        <a:pt x="62" y="1"/>
                        <a:pt x="50" y="1"/>
                      </a:cubicBezTo>
                      <a:cubicBezTo>
                        <a:pt x="38" y="1"/>
                        <a:pt x="40" y="26"/>
                        <a:pt x="29" y="53"/>
                      </a:cubicBezTo>
                      <a:cubicBezTo>
                        <a:pt x="19" y="79"/>
                        <a:pt x="0" y="94"/>
                        <a:pt x="0" y="124"/>
                      </a:cubicBezTo>
                      <a:cubicBezTo>
                        <a:pt x="0" y="153"/>
                        <a:pt x="28" y="201"/>
                        <a:pt x="80" y="201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7" name="Freeform 152">
                  <a:extLst>
                    <a:ext uri="{FF2B5EF4-FFF2-40B4-BE49-F238E27FC236}">
                      <a16:creationId xmlns:a16="http://schemas.microsoft.com/office/drawing/2014/main" id="{6B21DECF-2B67-B48A-B159-5216D354F7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7623" y="4100811"/>
                  <a:ext cx="291083" cy="753019"/>
                </a:xfrm>
                <a:custGeom>
                  <a:avLst/>
                  <a:gdLst>
                    <a:gd name="T0" fmla="*/ 78 w 78"/>
                    <a:gd name="T1" fmla="*/ 121 h 201"/>
                    <a:gd name="T2" fmla="*/ 62 w 78"/>
                    <a:gd name="T3" fmla="*/ 78 h 201"/>
                    <a:gd name="T4" fmla="*/ 40 w 78"/>
                    <a:gd name="T5" fmla="*/ 18 h 201"/>
                    <a:gd name="T6" fmla="*/ 23 w 78"/>
                    <a:gd name="T7" fmla="*/ 1 h 201"/>
                    <a:gd name="T8" fmla="*/ 0 w 78"/>
                    <a:gd name="T9" fmla="*/ 1 h 201"/>
                    <a:gd name="T10" fmla="*/ 0 w 78"/>
                    <a:gd name="T11" fmla="*/ 201 h 201"/>
                    <a:gd name="T12" fmla="*/ 78 w 78"/>
                    <a:gd name="T13" fmla="*/ 12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201">
                      <a:moveTo>
                        <a:pt x="78" y="121"/>
                      </a:moveTo>
                      <a:cubicBezTo>
                        <a:pt x="78" y="108"/>
                        <a:pt x="71" y="93"/>
                        <a:pt x="62" y="78"/>
                      </a:cubicBezTo>
                      <a:cubicBezTo>
                        <a:pt x="53" y="63"/>
                        <a:pt x="45" y="37"/>
                        <a:pt x="40" y="18"/>
                      </a:cubicBezTo>
                      <a:cubicBezTo>
                        <a:pt x="35" y="0"/>
                        <a:pt x="23" y="1"/>
                        <a:pt x="2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52" y="201"/>
                        <a:pt x="78" y="164"/>
                        <a:pt x="78" y="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8" name="Freeform 153">
                  <a:extLst>
                    <a:ext uri="{FF2B5EF4-FFF2-40B4-BE49-F238E27FC236}">
                      <a16:creationId xmlns:a16="http://schemas.microsoft.com/office/drawing/2014/main" id="{5FB71C05-FE6F-EE92-7F55-B550C81AE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123394" cy="47459"/>
                </a:xfrm>
                <a:custGeom>
                  <a:avLst/>
                  <a:gdLst>
                    <a:gd name="T0" fmla="*/ 0 w 33"/>
                    <a:gd name="T1" fmla="*/ 7 h 13"/>
                    <a:gd name="T2" fmla="*/ 7 w 33"/>
                    <a:gd name="T3" fmla="*/ 13 h 13"/>
                    <a:gd name="T4" fmla="*/ 33 w 33"/>
                    <a:gd name="T5" fmla="*/ 13 h 13"/>
                    <a:gd name="T6" fmla="*/ 33 w 33"/>
                    <a:gd name="T7" fmla="*/ 0 h 13"/>
                    <a:gd name="T8" fmla="*/ 7 w 33"/>
                    <a:gd name="T9" fmla="*/ 0 h 13"/>
                    <a:gd name="T10" fmla="*/ 0 w 33"/>
                    <a:gd name="T11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0" y="7"/>
                      </a:move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9" name="Freeform 154">
                  <a:extLst>
                    <a:ext uri="{FF2B5EF4-FFF2-40B4-BE49-F238E27FC236}">
                      <a16:creationId xmlns:a16="http://schemas.microsoft.com/office/drawing/2014/main" id="{1E20FD88-86D0-3C23-BB60-DA7FDE7EF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7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90" name="Freeform 155">
                  <a:extLst>
                    <a:ext uri="{FF2B5EF4-FFF2-40B4-BE49-F238E27FC236}">
                      <a16:creationId xmlns:a16="http://schemas.microsoft.com/office/drawing/2014/main" id="{C993AAAB-95CF-5DA7-6F3A-7C734988C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6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91" name="Freeform 156">
                  <a:extLst>
                    <a:ext uri="{FF2B5EF4-FFF2-40B4-BE49-F238E27FC236}">
                      <a16:creationId xmlns:a16="http://schemas.microsoft.com/office/drawing/2014/main" id="{50E07112-C490-3B46-6CD0-BBBD673C3D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68026" cy="45878"/>
                </a:xfrm>
                <a:custGeom>
                  <a:avLst/>
                  <a:gdLst>
                    <a:gd name="T0" fmla="*/ 6 w 18"/>
                    <a:gd name="T1" fmla="*/ 12 h 12"/>
                    <a:gd name="T2" fmla="*/ 18 w 18"/>
                    <a:gd name="T3" fmla="*/ 12 h 12"/>
                    <a:gd name="T4" fmla="*/ 18 w 18"/>
                    <a:gd name="T5" fmla="*/ 0 h 12"/>
                    <a:gd name="T6" fmla="*/ 6 w 18"/>
                    <a:gd name="T7" fmla="*/ 0 h 12"/>
                    <a:gd name="T8" fmla="*/ 0 w 18"/>
                    <a:gd name="T9" fmla="*/ 6 h 12"/>
                    <a:gd name="T10" fmla="*/ 6 w 18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6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92" name="Freeform 162">
                  <a:extLst>
                    <a:ext uri="{FF2B5EF4-FFF2-40B4-BE49-F238E27FC236}">
                      <a16:creationId xmlns:a16="http://schemas.microsoft.com/office/drawing/2014/main" id="{B3CCF4C6-310F-385B-E419-C3AA3A476B4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6549" y="3487005"/>
                  <a:ext cx="25311" cy="321141"/>
                </a:xfrm>
                <a:custGeom>
                  <a:avLst/>
                  <a:gdLst>
                    <a:gd name="T0" fmla="*/ 16 w 16"/>
                    <a:gd name="T1" fmla="*/ 203 h 203"/>
                    <a:gd name="T2" fmla="*/ 0 w 16"/>
                    <a:gd name="T3" fmla="*/ 203 h 203"/>
                    <a:gd name="T4" fmla="*/ 0 w 16"/>
                    <a:gd name="T5" fmla="*/ 144 h 203"/>
                    <a:gd name="T6" fmla="*/ 16 w 16"/>
                    <a:gd name="T7" fmla="*/ 144 h 203"/>
                    <a:gd name="T8" fmla="*/ 16 w 16"/>
                    <a:gd name="T9" fmla="*/ 203 h 203"/>
                    <a:gd name="T10" fmla="*/ 16 w 16"/>
                    <a:gd name="T11" fmla="*/ 104 h 203"/>
                    <a:gd name="T12" fmla="*/ 0 w 16"/>
                    <a:gd name="T13" fmla="*/ 104 h 203"/>
                    <a:gd name="T14" fmla="*/ 0 w 16"/>
                    <a:gd name="T15" fmla="*/ 45 h 203"/>
                    <a:gd name="T16" fmla="*/ 16 w 16"/>
                    <a:gd name="T17" fmla="*/ 45 h 203"/>
                    <a:gd name="T18" fmla="*/ 16 w 16"/>
                    <a:gd name="T19" fmla="*/ 104 h 203"/>
                    <a:gd name="T20" fmla="*/ 16 w 16"/>
                    <a:gd name="T21" fmla="*/ 2 h 203"/>
                    <a:gd name="T22" fmla="*/ 0 w 16"/>
                    <a:gd name="T23" fmla="*/ 2 h 203"/>
                    <a:gd name="T24" fmla="*/ 0 w 16"/>
                    <a:gd name="T25" fmla="*/ 0 h 203"/>
                    <a:gd name="T26" fmla="*/ 16 w 16"/>
                    <a:gd name="T27" fmla="*/ 0 h 203"/>
                    <a:gd name="T28" fmla="*/ 16 w 16"/>
                    <a:gd name="T29" fmla="*/ 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03">
                      <a:moveTo>
                        <a:pt x="16" y="203"/>
                      </a:moveTo>
                      <a:lnTo>
                        <a:pt x="0" y="203"/>
                      </a:lnTo>
                      <a:lnTo>
                        <a:pt x="0" y="144"/>
                      </a:lnTo>
                      <a:lnTo>
                        <a:pt x="16" y="144"/>
                      </a:lnTo>
                      <a:lnTo>
                        <a:pt x="16" y="203"/>
                      </a:lnTo>
                      <a:close/>
                      <a:moveTo>
                        <a:pt x="16" y="104"/>
                      </a:moveTo>
                      <a:lnTo>
                        <a:pt x="0" y="104"/>
                      </a:lnTo>
                      <a:lnTo>
                        <a:pt x="0" y="45"/>
                      </a:lnTo>
                      <a:lnTo>
                        <a:pt x="16" y="45"/>
                      </a:lnTo>
                      <a:lnTo>
                        <a:pt x="16" y="104"/>
                      </a:lnTo>
                      <a:close/>
                      <a:moveTo>
                        <a:pt x="16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651" name="组合 650">
                <a:extLst>
                  <a:ext uri="{FF2B5EF4-FFF2-40B4-BE49-F238E27FC236}">
                    <a16:creationId xmlns:a16="http://schemas.microsoft.com/office/drawing/2014/main" id="{A8063722-DF5B-00F1-FD0A-AF89E1DCEDDA}"/>
                  </a:ext>
                </a:extLst>
              </p:cNvPr>
              <p:cNvGrpSpPr/>
              <p:nvPr/>
            </p:nvGrpSpPr>
            <p:grpSpPr>
              <a:xfrm flipV="1">
                <a:off x="4408978" y="2191891"/>
                <a:ext cx="590077" cy="1366825"/>
                <a:chOff x="4408630" y="3487005"/>
                <a:chExt cx="590077" cy="1366825"/>
              </a:xfrm>
              <a:noFill/>
            </p:grpSpPr>
            <p:sp>
              <p:nvSpPr>
                <p:cNvPr id="652" name="Freeform 147">
                  <a:extLst>
                    <a:ext uri="{FF2B5EF4-FFF2-40B4-BE49-F238E27FC236}">
                      <a16:creationId xmlns:a16="http://schemas.microsoft.com/office/drawing/2014/main" id="{B34E23FC-7CDB-23BE-1914-6255C645A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238879" cy="47459"/>
                </a:xfrm>
                <a:custGeom>
                  <a:avLst/>
                  <a:gdLst>
                    <a:gd name="T0" fmla="*/ 58 w 64"/>
                    <a:gd name="T1" fmla="*/ 0 h 13"/>
                    <a:gd name="T2" fmla="*/ 7 w 64"/>
                    <a:gd name="T3" fmla="*/ 0 h 13"/>
                    <a:gd name="T4" fmla="*/ 0 w 64"/>
                    <a:gd name="T5" fmla="*/ 7 h 13"/>
                    <a:gd name="T6" fmla="*/ 7 w 64"/>
                    <a:gd name="T7" fmla="*/ 13 h 13"/>
                    <a:gd name="T8" fmla="*/ 58 w 64"/>
                    <a:gd name="T9" fmla="*/ 13 h 13"/>
                    <a:gd name="T10" fmla="*/ 64 w 64"/>
                    <a:gd name="T11" fmla="*/ 7 h 13"/>
                    <a:gd name="T12" fmla="*/ 58 w 64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58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53" name="Freeform 148">
                  <a:extLst>
                    <a:ext uri="{FF2B5EF4-FFF2-40B4-BE49-F238E27FC236}">
                      <a16:creationId xmlns:a16="http://schemas.microsoft.com/office/drawing/2014/main" id="{EB59789B-CB0B-0B9C-A104-2CB069186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7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7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7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54" name="Freeform 149">
                  <a:extLst>
                    <a:ext uri="{FF2B5EF4-FFF2-40B4-BE49-F238E27FC236}">
                      <a16:creationId xmlns:a16="http://schemas.microsoft.com/office/drawing/2014/main" id="{86607E14-DE72-1792-4D3D-F597FCC606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238879" cy="49042"/>
                </a:xfrm>
                <a:custGeom>
                  <a:avLst/>
                  <a:gdLst>
                    <a:gd name="T0" fmla="*/ 7 w 64"/>
                    <a:gd name="T1" fmla="*/ 13 h 13"/>
                    <a:gd name="T2" fmla="*/ 58 w 64"/>
                    <a:gd name="T3" fmla="*/ 13 h 13"/>
                    <a:gd name="T4" fmla="*/ 64 w 64"/>
                    <a:gd name="T5" fmla="*/ 6 h 13"/>
                    <a:gd name="T6" fmla="*/ 58 w 64"/>
                    <a:gd name="T7" fmla="*/ 0 h 13"/>
                    <a:gd name="T8" fmla="*/ 7 w 64"/>
                    <a:gd name="T9" fmla="*/ 0 h 13"/>
                    <a:gd name="T10" fmla="*/ 0 w 64"/>
                    <a:gd name="T11" fmla="*/ 6 h 13"/>
                    <a:gd name="T12" fmla="*/ 7 w 64"/>
                    <a:gd name="T13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13">
                      <a:moveTo>
                        <a:pt x="7" y="13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2" y="13"/>
                        <a:pt x="64" y="10"/>
                        <a:pt x="64" y="6"/>
                      </a:cubicBezTo>
                      <a:cubicBezTo>
                        <a:pt x="64" y="3"/>
                        <a:pt x="62" y="0"/>
                        <a:pt x="5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74" name="Freeform 150">
                  <a:extLst>
                    <a:ext uri="{FF2B5EF4-FFF2-40B4-BE49-F238E27FC236}">
                      <a16:creationId xmlns:a16="http://schemas.microsoft.com/office/drawing/2014/main" id="{C67A90DB-24E3-6E5D-69AE-094C090577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128140" cy="45878"/>
                </a:xfrm>
                <a:custGeom>
                  <a:avLst/>
                  <a:gdLst>
                    <a:gd name="T0" fmla="*/ 6 w 34"/>
                    <a:gd name="T1" fmla="*/ 12 h 12"/>
                    <a:gd name="T2" fmla="*/ 28 w 34"/>
                    <a:gd name="T3" fmla="*/ 12 h 12"/>
                    <a:gd name="T4" fmla="*/ 34 w 34"/>
                    <a:gd name="T5" fmla="*/ 6 h 12"/>
                    <a:gd name="T6" fmla="*/ 28 w 34"/>
                    <a:gd name="T7" fmla="*/ 0 h 12"/>
                    <a:gd name="T8" fmla="*/ 6 w 34"/>
                    <a:gd name="T9" fmla="*/ 0 h 12"/>
                    <a:gd name="T10" fmla="*/ 0 w 34"/>
                    <a:gd name="T11" fmla="*/ 6 h 12"/>
                    <a:gd name="T12" fmla="*/ 6 w 34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2">
                      <a:moveTo>
                        <a:pt x="6" y="12"/>
                      </a:move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2" y="12"/>
                        <a:pt x="34" y="9"/>
                        <a:pt x="34" y="6"/>
                      </a:cubicBezTo>
                      <a:cubicBezTo>
                        <a:pt x="34" y="3"/>
                        <a:pt x="32" y="0"/>
                        <a:pt x="2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75" name="Freeform 151">
                  <a:extLst>
                    <a:ext uri="{FF2B5EF4-FFF2-40B4-BE49-F238E27FC236}">
                      <a16:creationId xmlns:a16="http://schemas.microsoft.com/office/drawing/2014/main" id="{D73D2579-6395-A605-851D-FF7722CA45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630" y="4100811"/>
                  <a:ext cx="590077" cy="753019"/>
                </a:xfrm>
                <a:custGeom>
                  <a:avLst/>
                  <a:gdLst>
                    <a:gd name="T0" fmla="*/ 80 w 158"/>
                    <a:gd name="T1" fmla="*/ 201 h 201"/>
                    <a:gd name="T2" fmla="*/ 158 w 158"/>
                    <a:gd name="T3" fmla="*/ 121 h 201"/>
                    <a:gd name="T4" fmla="*/ 142 w 158"/>
                    <a:gd name="T5" fmla="*/ 78 h 201"/>
                    <a:gd name="T6" fmla="*/ 120 w 158"/>
                    <a:gd name="T7" fmla="*/ 18 h 201"/>
                    <a:gd name="T8" fmla="*/ 103 w 158"/>
                    <a:gd name="T9" fmla="*/ 1 h 201"/>
                    <a:gd name="T10" fmla="*/ 80 w 158"/>
                    <a:gd name="T11" fmla="*/ 1 h 201"/>
                    <a:gd name="T12" fmla="*/ 50 w 158"/>
                    <a:gd name="T13" fmla="*/ 1 h 201"/>
                    <a:gd name="T14" fmla="*/ 29 w 158"/>
                    <a:gd name="T15" fmla="*/ 53 h 201"/>
                    <a:gd name="T16" fmla="*/ 0 w 158"/>
                    <a:gd name="T17" fmla="*/ 124 h 201"/>
                    <a:gd name="T18" fmla="*/ 80 w 158"/>
                    <a:gd name="T19" fmla="*/ 20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8" h="201">
                      <a:moveTo>
                        <a:pt x="80" y="201"/>
                      </a:moveTo>
                      <a:cubicBezTo>
                        <a:pt x="132" y="201"/>
                        <a:pt x="158" y="164"/>
                        <a:pt x="158" y="121"/>
                      </a:cubicBezTo>
                      <a:cubicBezTo>
                        <a:pt x="158" y="108"/>
                        <a:pt x="151" y="93"/>
                        <a:pt x="142" y="78"/>
                      </a:cubicBezTo>
                      <a:cubicBezTo>
                        <a:pt x="133" y="63"/>
                        <a:pt x="125" y="37"/>
                        <a:pt x="120" y="18"/>
                      </a:cubicBezTo>
                      <a:cubicBezTo>
                        <a:pt x="115" y="0"/>
                        <a:pt x="103" y="1"/>
                        <a:pt x="103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80" y="1"/>
                        <a:pt x="62" y="1"/>
                        <a:pt x="50" y="1"/>
                      </a:cubicBezTo>
                      <a:cubicBezTo>
                        <a:pt x="38" y="1"/>
                        <a:pt x="40" y="26"/>
                        <a:pt x="29" y="53"/>
                      </a:cubicBezTo>
                      <a:cubicBezTo>
                        <a:pt x="19" y="79"/>
                        <a:pt x="0" y="94"/>
                        <a:pt x="0" y="124"/>
                      </a:cubicBezTo>
                      <a:cubicBezTo>
                        <a:pt x="0" y="153"/>
                        <a:pt x="28" y="201"/>
                        <a:pt x="80" y="2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76" name="Freeform 152">
                  <a:extLst>
                    <a:ext uri="{FF2B5EF4-FFF2-40B4-BE49-F238E27FC236}">
                      <a16:creationId xmlns:a16="http://schemas.microsoft.com/office/drawing/2014/main" id="{8B58FE54-5CBF-4F0D-C45E-FE24D72C49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7623" y="4100811"/>
                  <a:ext cx="291083" cy="753019"/>
                </a:xfrm>
                <a:custGeom>
                  <a:avLst/>
                  <a:gdLst>
                    <a:gd name="T0" fmla="*/ 78 w 78"/>
                    <a:gd name="T1" fmla="*/ 121 h 201"/>
                    <a:gd name="T2" fmla="*/ 62 w 78"/>
                    <a:gd name="T3" fmla="*/ 78 h 201"/>
                    <a:gd name="T4" fmla="*/ 40 w 78"/>
                    <a:gd name="T5" fmla="*/ 18 h 201"/>
                    <a:gd name="T6" fmla="*/ 23 w 78"/>
                    <a:gd name="T7" fmla="*/ 1 h 201"/>
                    <a:gd name="T8" fmla="*/ 0 w 78"/>
                    <a:gd name="T9" fmla="*/ 1 h 201"/>
                    <a:gd name="T10" fmla="*/ 0 w 78"/>
                    <a:gd name="T11" fmla="*/ 201 h 201"/>
                    <a:gd name="T12" fmla="*/ 78 w 78"/>
                    <a:gd name="T13" fmla="*/ 121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201">
                      <a:moveTo>
                        <a:pt x="78" y="121"/>
                      </a:moveTo>
                      <a:cubicBezTo>
                        <a:pt x="78" y="108"/>
                        <a:pt x="71" y="93"/>
                        <a:pt x="62" y="78"/>
                      </a:cubicBezTo>
                      <a:cubicBezTo>
                        <a:pt x="53" y="63"/>
                        <a:pt x="45" y="37"/>
                        <a:pt x="40" y="18"/>
                      </a:cubicBezTo>
                      <a:cubicBezTo>
                        <a:pt x="35" y="0"/>
                        <a:pt x="23" y="1"/>
                        <a:pt x="23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52" y="201"/>
                        <a:pt x="78" y="164"/>
                        <a:pt x="78" y="1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77" name="Freeform 153">
                  <a:extLst>
                    <a:ext uri="{FF2B5EF4-FFF2-40B4-BE49-F238E27FC236}">
                      <a16:creationId xmlns:a16="http://schemas.microsoft.com/office/drawing/2014/main" id="{183B54C7-F254-21A4-F94D-77B60185CA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4015384"/>
                  <a:ext cx="123394" cy="47459"/>
                </a:xfrm>
                <a:custGeom>
                  <a:avLst/>
                  <a:gdLst>
                    <a:gd name="T0" fmla="*/ 0 w 33"/>
                    <a:gd name="T1" fmla="*/ 7 h 13"/>
                    <a:gd name="T2" fmla="*/ 7 w 33"/>
                    <a:gd name="T3" fmla="*/ 13 h 13"/>
                    <a:gd name="T4" fmla="*/ 33 w 33"/>
                    <a:gd name="T5" fmla="*/ 13 h 13"/>
                    <a:gd name="T6" fmla="*/ 33 w 33"/>
                    <a:gd name="T7" fmla="*/ 0 h 13"/>
                    <a:gd name="T8" fmla="*/ 7 w 33"/>
                    <a:gd name="T9" fmla="*/ 0 h 13"/>
                    <a:gd name="T10" fmla="*/ 0 w 33"/>
                    <a:gd name="T11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0" y="7"/>
                      </a:move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78" name="Freeform 154">
                  <a:extLst>
                    <a:ext uri="{FF2B5EF4-FFF2-40B4-BE49-F238E27FC236}">
                      <a16:creationId xmlns:a16="http://schemas.microsoft.com/office/drawing/2014/main" id="{AE5F5607-EC67-5142-32C6-22137518A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947359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7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79" name="Freeform 155">
                  <a:extLst>
                    <a:ext uri="{FF2B5EF4-FFF2-40B4-BE49-F238E27FC236}">
                      <a16:creationId xmlns:a16="http://schemas.microsoft.com/office/drawing/2014/main" id="{60ADAFD3-9A25-BF5B-1EF7-25AA613C8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4229" y="3879335"/>
                  <a:ext cx="123394" cy="49042"/>
                </a:xfrm>
                <a:custGeom>
                  <a:avLst/>
                  <a:gdLst>
                    <a:gd name="T0" fmla="*/ 7 w 33"/>
                    <a:gd name="T1" fmla="*/ 13 h 13"/>
                    <a:gd name="T2" fmla="*/ 33 w 33"/>
                    <a:gd name="T3" fmla="*/ 13 h 13"/>
                    <a:gd name="T4" fmla="*/ 33 w 33"/>
                    <a:gd name="T5" fmla="*/ 0 h 13"/>
                    <a:gd name="T6" fmla="*/ 7 w 33"/>
                    <a:gd name="T7" fmla="*/ 0 h 13"/>
                    <a:gd name="T8" fmla="*/ 0 w 33"/>
                    <a:gd name="T9" fmla="*/ 6 h 13"/>
                    <a:gd name="T10" fmla="*/ 7 w 33"/>
                    <a:gd name="T11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13">
                      <a:moveTo>
                        <a:pt x="7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0" name="Freeform 156">
                  <a:extLst>
                    <a:ext uri="{FF2B5EF4-FFF2-40B4-BE49-F238E27FC236}">
                      <a16:creationId xmlns:a16="http://schemas.microsoft.com/office/drawing/2014/main" id="{039FC61A-3498-A71F-E084-C41270236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9598" y="3808145"/>
                  <a:ext cx="68026" cy="45878"/>
                </a:xfrm>
                <a:custGeom>
                  <a:avLst/>
                  <a:gdLst>
                    <a:gd name="T0" fmla="*/ 6 w 18"/>
                    <a:gd name="T1" fmla="*/ 12 h 12"/>
                    <a:gd name="T2" fmla="*/ 18 w 18"/>
                    <a:gd name="T3" fmla="*/ 12 h 12"/>
                    <a:gd name="T4" fmla="*/ 18 w 18"/>
                    <a:gd name="T5" fmla="*/ 0 h 12"/>
                    <a:gd name="T6" fmla="*/ 6 w 18"/>
                    <a:gd name="T7" fmla="*/ 0 h 12"/>
                    <a:gd name="T8" fmla="*/ 0 w 18"/>
                    <a:gd name="T9" fmla="*/ 6 h 12"/>
                    <a:gd name="T10" fmla="*/ 6 w 18"/>
                    <a:gd name="T11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6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1" name="Freeform 162">
                  <a:extLst>
                    <a:ext uri="{FF2B5EF4-FFF2-40B4-BE49-F238E27FC236}">
                      <a16:creationId xmlns:a16="http://schemas.microsoft.com/office/drawing/2014/main" id="{43B1917D-B648-1AD4-6BB5-85CBDEB4B22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6549" y="3487005"/>
                  <a:ext cx="25311" cy="321141"/>
                </a:xfrm>
                <a:custGeom>
                  <a:avLst/>
                  <a:gdLst>
                    <a:gd name="T0" fmla="*/ 16 w 16"/>
                    <a:gd name="T1" fmla="*/ 203 h 203"/>
                    <a:gd name="T2" fmla="*/ 0 w 16"/>
                    <a:gd name="T3" fmla="*/ 203 h 203"/>
                    <a:gd name="T4" fmla="*/ 0 w 16"/>
                    <a:gd name="T5" fmla="*/ 144 h 203"/>
                    <a:gd name="T6" fmla="*/ 16 w 16"/>
                    <a:gd name="T7" fmla="*/ 144 h 203"/>
                    <a:gd name="T8" fmla="*/ 16 w 16"/>
                    <a:gd name="T9" fmla="*/ 203 h 203"/>
                    <a:gd name="T10" fmla="*/ 16 w 16"/>
                    <a:gd name="T11" fmla="*/ 104 h 203"/>
                    <a:gd name="T12" fmla="*/ 0 w 16"/>
                    <a:gd name="T13" fmla="*/ 104 h 203"/>
                    <a:gd name="T14" fmla="*/ 0 w 16"/>
                    <a:gd name="T15" fmla="*/ 45 h 203"/>
                    <a:gd name="T16" fmla="*/ 16 w 16"/>
                    <a:gd name="T17" fmla="*/ 45 h 203"/>
                    <a:gd name="T18" fmla="*/ 16 w 16"/>
                    <a:gd name="T19" fmla="*/ 104 h 203"/>
                    <a:gd name="T20" fmla="*/ 16 w 16"/>
                    <a:gd name="T21" fmla="*/ 2 h 203"/>
                    <a:gd name="T22" fmla="*/ 0 w 16"/>
                    <a:gd name="T23" fmla="*/ 2 h 203"/>
                    <a:gd name="T24" fmla="*/ 0 w 16"/>
                    <a:gd name="T25" fmla="*/ 0 h 203"/>
                    <a:gd name="T26" fmla="*/ 16 w 16"/>
                    <a:gd name="T27" fmla="*/ 0 h 203"/>
                    <a:gd name="T28" fmla="*/ 16 w 16"/>
                    <a:gd name="T29" fmla="*/ 2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203">
                      <a:moveTo>
                        <a:pt x="16" y="203"/>
                      </a:moveTo>
                      <a:lnTo>
                        <a:pt x="0" y="203"/>
                      </a:lnTo>
                      <a:lnTo>
                        <a:pt x="0" y="144"/>
                      </a:lnTo>
                      <a:lnTo>
                        <a:pt x="16" y="144"/>
                      </a:lnTo>
                      <a:lnTo>
                        <a:pt x="16" y="203"/>
                      </a:lnTo>
                      <a:close/>
                      <a:moveTo>
                        <a:pt x="16" y="104"/>
                      </a:moveTo>
                      <a:lnTo>
                        <a:pt x="0" y="104"/>
                      </a:lnTo>
                      <a:lnTo>
                        <a:pt x="0" y="45"/>
                      </a:lnTo>
                      <a:lnTo>
                        <a:pt x="16" y="45"/>
                      </a:lnTo>
                      <a:lnTo>
                        <a:pt x="16" y="104"/>
                      </a:lnTo>
                      <a:close/>
                      <a:moveTo>
                        <a:pt x="16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987" name="组合 986">
              <a:extLst>
                <a:ext uri="{FF2B5EF4-FFF2-40B4-BE49-F238E27FC236}">
                  <a16:creationId xmlns:a16="http://schemas.microsoft.com/office/drawing/2014/main" id="{7BA30FCE-6984-38AC-5AA8-A906F117E8B6}"/>
                </a:ext>
              </a:extLst>
            </p:cNvPr>
            <p:cNvGrpSpPr/>
            <p:nvPr/>
          </p:nvGrpSpPr>
          <p:grpSpPr>
            <a:xfrm>
              <a:off x="3910308" y="1468733"/>
              <a:ext cx="479974" cy="4108059"/>
              <a:chOff x="3910308" y="1468733"/>
              <a:chExt cx="479974" cy="4108059"/>
            </a:xfrm>
          </p:grpSpPr>
          <p:grpSp>
            <p:nvGrpSpPr>
              <p:cNvPr id="1021" name="组合 1020">
                <a:extLst>
                  <a:ext uri="{FF2B5EF4-FFF2-40B4-BE49-F238E27FC236}">
                    <a16:creationId xmlns:a16="http://schemas.microsoft.com/office/drawing/2014/main" id="{FD509071-7A35-09F5-104B-246C600CC859}"/>
                  </a:ext>
                </a:extLst>
              </p:cNvPr>
              <p:cNvGrpSpPr/>
              <p:nvPr/>
            </p:nvGrpSpPr>
            <p:grpSpPr>
              <a:xfrm>
                <a:off x="3910308" y="3523390"/>
                <a:ext cx="479338" cy="2053402"/>
                <a:chOff x="3910308" y="3523390"/>
                <a:chExt cx="479338" cy="2053402"/>
              </a:xfrm>
            </p:grpSpPr>
            <p:sp>
              <p:nvSpPr>
                <p:cNvPr id="159" name="Freeform 127">
                  <a:extLst>
                    <a:ext uri="{FF2B5EF4-FFF2-40B4-BE49-F238E27FC236}">
                      <a16:creationId xmlns:a16="http://schemas.microsoft.com/office/drawing/2014/main" id="{2FCB953B-6D96-438F-143D-0A1B60BE3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94583" cy="37967"/>
                </a:xfrm>
                <a:custGeom>
                  <a:avLst/>
                  <a:gdLst>
                    <a:gd name="T0" fmla="*/ 47 w 52"/>
                    <a:gd name="T1" fmla="*/ 0 h 10"/>
                    <a:gd name="T2" fmla="*/ 5 w 52"/>
                    <a:gd name="T3" fmla="*/ 0 h 10"/>
                    <a:gd name="T4" fmla="*/ 0 w 52"/>
                    <a:gd name="T5" fmla="*/ 5 h 10"/>
                    <a:gd name="T6" fmla="*/ 5 w 52"/>
                    <a:gd name="T7" fmla="*/ 10 h 10"/>
                    <a:gd name="T8" fmla="*/ 47 w 52"/>
                    <a:gd name="T9" fmla="*/ 10 h 10"/>
                    <a:gd name="T10" fmla="*/ 52 w 52"/>
                    <a:gd name="T11" fmla="*/ 5 h 10"/>
                    <a:gd name="T12" fmla="*/ 47 w 5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40" name="Freeform 128">
                  <a:extLst>
                    <a:ext uri="{FF2B5EF4-FFF2-40B4-BE49-F238E27FC236}">
                      <a16:creationId xmlns:a16="http://schemas.microsoft.com/office/drawing/2014/main" id="{64CD0FDC-3DDD-F7BE-0F02-6D1FBDF585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94583" cy="37967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41" name="Freeform 129">
                  <a:extLst>
                    <a:ext uri="{FF2B5EF4-FFF2-40B4-BE49-F238E27FC236}">
                      <a16:creationId xmlns:a16="http://schemas.microsoft.com/office/drawing/2014/main" id="{CCA0E6BA-5C02-AADF-E814-655EE1954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94583" cy="36386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42" name="Freeform 130">
                  <a:extLst>
                    <a:ext uri="{FF2B5EF4-FFF2-40B4-BE49-F238E27FC236}">
                      <a16:creationId xmlns:a16="http://schemas.microsoft.com/office/drawing/2014/main" id="{B6BE6F64-73B7-18F8-285C-B989C3ADF7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105993" cy="37967"/>
                </a:xfrm>
                <a:custGeom>
                  <a:avLst/>
                  <a:gdLst>
                    <a:gd name="T0" fmla="*/ 5 w 28"/>
                    <a:gd name="T1" fmla="*/ 10 h 10"/>
                    <a:gd name="T2" fmla="*/ 23 w 28"/>
                    <a:gd name="T3" fmla="*/ 10 h 10"/>
                    <a:gd name="T4" fmla="*/ 28 w 28"/>
                    <a:gd name="T5" fmla="*/ 5 h 10"/>
                    <a:gd name="T6" fmla="*/ 23 w 28"/>
                    <a:gd name="T7" fmla="*/ 0 h 10"/>
                    <a:gd name="T8" fmla="*/ 5 w 28"/>
                    <a:gd name="T9" fmla="*/ 0 h 10"/>
                    <a:gd name="T10" fmla="*/ 0 w 28"/>
                    <a:gd name="T11" fmla="*/ 5 h 10"/>
                    <a:gd name="T12" fmla="*/ 5 w 28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0">
                      <a:moveTo>
                        <a:pt x="5" y="10"/>
                      </a:move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6" y="10"/>
                        <a:pt x="28" y="8"/>
                        <a:pt x="28" y="5"/>
                      </a:cubicBezTo>
                      <a:cubicBezTo>
                        <a:pt x="28" y="3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43" name="Freeform 131">
                  <a:extLst>
                    <a:ext uri="{FF2B5EF4-FFF2-40B4-BE49-F238E27FC236}">
                      <a16:creationId xmlns:a16="http://schemas.microsoft.com/office/drawing/2014/main" id="{40256F27-730D-1B63-1154-A5F85E9515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0308" y="4966150"/>
                  <a:ext cx="479338" cy="610642"/>
                </a:xfrm>
                <a:custGeom>
                  <a:avLst/>
                  <a:gdLst>
                    <a:gd name="T0" fmla="*/ 65 w 128"/>
                    <a:gd name="T1" fmla="*/ 163 h 163"/>
                    <a:gd name="T2" fmla="*/ 128 w 128"/>
                    <a:gd name="T3" fmla="*/ 99 h 163"/>
                    <a:gd name="T4" fmla="*/ 115 w 128"/>
                    <a:gd name="T5" fmla="*/ 63 h 163"/>
                    <a:gd name="T6" fmla="*/ 97 w 128"/>
                    <a:gd name="T7" fmla="*/ 15 h 163"/>
                    <a:gd name="T8" fmla="*/ 83 w 128"/>
                    <a:gd name="T9" fmla="*/ 1 h 163"/>
                    <a:gd name="T10" fmla="*/ 65 w 128"/>
                    <a:gd name="T11" fmla="*/ 1 h 163"/>
                    <a:gd name="T12" fmla="*/ 40 w 128"/>
                    <a:gd name="T13" fmla="*/ 1 h 163"/>
                    <a:gd name="T14" fmla="*/ 24 w 128"/>
                    <a:gd name="T15" fmla="*/ 43 h 163"/>
                    <a:gd name="T16" fmla="*/ 0 w 128"/>
                    <a:gd name="T17" fmla="*/ 100 h 163"/>
                    <a:gd name="T18" fmla="*/ 65 w 128"/>
                    <a:gd name="T1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8" h="163">
                      <a:moveTo>
                        <a:pt x="65" y="163"/>
                      </a:moveTo>
                      <a:cubicBezTo>
                        <a:pt x="107" y="163"/>
                        <a:pt x="128" y="133"/>
                        <a:pt x="128" y="99"/>
                      </a:cubicBezTo>
                      <a:cubicBezTo>
                        <a:pt x="128" y="88"/>
                        <a:pt x="122" y="76"/>
                        <a:pt x="115" y="63"/>
                      </a:cubicBezTo>
                      <a:cubicBezTo>
                        <a:pt x="107" y="51"/>
                        <a:pt x="101" y="30"/>
                        <a:pt x="97" y="15"/>
                      </a:cubicBezTo>
                      <a:cubicBezTo>
                        <a:pt x="93" y="0"/>
                        <a:pt x="83" y="1"/>
                        <a:pt x="83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50" y="1"/>
                        <a:pt x="40" y="1"/>
                      </a:cubicBezTo>
                      <a:cubicBezTo>
                        <a:pt x="31" y="1"/>
                        <a:pt x="32" y="21"/>
                        <a:pt x="24" y="43"/>
                      </a:cubicBezTo>
                      <a:cubicBezTo>
                        <a:pt x="15" y="65"/>
                        <a:pt x="0" y="76"/>
                        <a:pt x="0" y="100"/>
                      </a:cubicBezTo>
                      <a:cubicBezTo>
                        <a:pt x="0" y="124"/>
                        <a:pt x="23" y="163"/>
                        <a:pt x="65" y="163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44" name="Freeform 132">
                  <a:extLst>
                    <a:ext uri="{FF2B5EF4-FFF2-40B4-BE49-F238E27FC236}">
                      <a16:creationId xmlns:a16="http://schemas.microsoft.com/office/drawing/2014/main" id="{5126E33D-5496-29B4-0F54-CCE25185D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53932" y="4966150"/>
                  <a:ext cx="235714" cy="610642"/>
                </a:xfrm>
                <a:custGeom>
                  <a:avLst/>
                  <a:gdLst>
                    <a:gd name="T0" fmla="*/ 63 w 63"/>
                    <a:gd name="T1" fmla="*/ 99 h 163"/>
                    <a:gd name="T2" fmla="*/ 50 w 63"/>
                    <a:gd name="T3" fmla="*/ 63 h 163"/>
                    <a:gd name="T4" fmla="*/ 32 w 63"/>
                    <a:gd name="T5" fmla="*/ 15 h 163"/>
                    <a:gd name="T6" fmla="*/ 18 w 63"/>
                    <a:gd name="T7" fmla="*/ 1 h 163"/>
                    <a:gd name="T8" fmla="*/ 0 w 63"/>
                    <a:gd name="T9" fmla="*/ 1 h 163"/>
                    <a:gd name="T10" fmla="*/ 0 w 63"/>
                    <a:gd name="T11" fmla="*/ 163 h 163"/>
                    <a:gd name="T12" fmla="*/ 63 w 63"/>
                    <a:gd name="T13" fmla="*/ 99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163">
                      <a:moveTo>
                        <a:pt x="63" y="99"/>
                      </a:moveTo>
                      <a:cubicBezTo>
                        <a:pt x="63" y="88"/>
                        <a:pt x="57" y="76"/>
                        <a:pt x="50" y="63"/>
                      </a:cubicBezTo>
                      <a:cubicBezTo>
                        <a:pt x="42" y="51"/>
                        <a:pt x="36" y="30"/>
                        <a:pt x="32" y="15"/>
                      </a:cubicBezTo>
                      <a:cubicBezTo>
                        <a:pt x="28" y="0"/>
                        <a:pt x="18" y="1"/>
                        <a:pt x="18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42" y="163"/>
                        <a:pt x="63" y="133"/>
                        <a:pt x="63" y="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45" name="Freeform 133">
                  <a:extLst>
                    <a:ext uri="{FF2B5EF4-FFF2-40B4-BE49-F238E27FC236}">
                      <a16:creationId xmlns:a16="http://schemas.microsoft.com/office/drawing/2014/main" id="{EBEAA45C-77CB-F651-60F7-7897D9EC4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46" name="Freeform 134">
                  <a:extLst>
                    <a:ext uri="{FF2B5EF4-FFF2-40B4-BE49-F238E27FC236}">
                      <a16:creationId xmlns:a16="http://schemas.microsoft.com/office/drawing/2014/main" id="{07DDFFFD-4723-9F02-813E-8AE692532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01246" cy="37967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47" name="Freeform 135">
                  <a:extLst>
                    <a:ext uri="{FF2B5EF4-FFF2-40B4-BE49-F238E27FC236}">
                      <a16:creationId xmlns:a16="http://schemas.microsoft.com/office/drawing/2014/main" id="{F2B07DB7-A495-5247-310D-DA6A50DA2F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01246" cy="36386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48" name="Freeform 136">
                  <a:extLst>
                    <a:ext uri="{FF2B5EF4-FFF2-40B4-BE49-F238E27FC236}">
                      <a16:creationId xmlns:a16="http://schemas.microsoft.com/office/drawing/2014/main" id="{24067432-F298-6A88-1980-765474C629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56951" cy="37967"/>
                </a:xfrm>
                <a:custGeom>
                  <a:avLst/>
                  <a:gdLst>
                    <a:gd name="T0" fmla="*/ 5 w 15"/>
                    <a:gd name="T1" fmla="*/ 10 h 10"/>
                    <a:gd name="T2" fmla="*/ 15 w 15"/>
                    <a:gd name="T3" fmla="*/ 10 h 10"/>
                    <a:gd name="T4" fmla="*/ 15 w 15"/>
                    <a:gd name="T5" fmla="*/ 0 h 10"/>
                    <a:gd name="T6" fmla="*/ 5 w 15"/>
                    <a:gd name="T7" fmla="*/ 0 h 10"/>
                    <a:gd name="T8" fmla="*/ 0 w 15"/>
                    <a:gd name="T9" fmla="*/ 5 h 10"/>
                    <a:gd name="T10" fmla="*/ 5 w 1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49" name="Freeform 163">
                  <a:extLst>
                    <a:ext uri="{FF2B5EF4-FFF2-40B4-BE49-F238E27FC236}">
                      <a16:creationId xmlns:a16="http://schemas.microsoft.com/office/drawing/2014/main" id="{448C7F0D-6550-C1C9-E3C1-80400A6884D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138112" y="3523390"/>
                  <a:ext cx="26894" cy="1207046"/>
                </a:xfrm>
                <a:custGeom>
                  <a:avLst/>
                  <a:gdLst>
                    <a:gd name="T0" fmla="*/ 17 w 17"/>
                    <a:gd name="T1" fmla="*/ 763 h 763"/>
                    <a:gd name="T2" fmla="*/ 0 w 17"/>
                    <a:gd name="T3" fmla="*/ 763 h 763"/>
                    <a:gd name="T4" fmla="*/ 0 w 17"/>
                    <a:gd name="T5" fmla="*/ 706 h 763"/>
                    <a:gd name="T6" fmla="*/ 17 w 17"/>
                    <a:gd name="T7" fmla="*/ 706 h 763"/>
                    <a:gd name="T8" fmla="*/ 17 w 17"/>
                    <a:gd name="T9" fmla="*/ 763 h 763"/>
                    <a:gd name="T10" fmla="*/ 17 w 17"/>
                    <a:gd name="T11" fmla="*/ 663 h 763"/>
                    <a:gd name="T12" fmla="*/ 0 w 17"/>
                    <a:gd name="T13" fmla="*/ 663 h 763"/>
                    <a:gd name="T14" fmla="*/ 0 w 17"/>
                    <a:gd name="T15" fmla="*/ 604 h 763"/>
                    <a:gd name="T16" fmla="*/ 17 w 17"/>
                    <a:gd name="T17" fmla="*/ 604 h 763"/>
                    <a:gd name="T18" fmla="*/ 17 w 17"/>
                    <a:gd name="T19" fmla="*/ 663 h 763"/>
                    <a:gd name="T20" fmla="*/ 17 w 17"/>
                    <a:gd name="T21" fmla="*/ 562 h 763"/>
                    <a:gd name="T22" fmla="*/ 0 w 17"/>
                    <a:gd name="T23" fmla="*/ 562 h 763"/>
                    <a:gd name="T24" fmla="*/ 0 w 17"/>
                    <a:gd name="T25" fmla="*/ 505 h 763"/>
                    <a:gd name="T26" fmla="*/ 17 w 17"/>
                    <a:gd name="T27" fmla="*/ 505 h 763"/>
                    <a:gd name="T28" fmla="*/ 17 w 17"/>
                    <a:gd name="T29" fmla="*/ 562 h 763"/>
                    <a:gd name="T30" fmla="*/ 17 w 17"/>
                    <a:gd name="T31" fmla="*/ 462 h 763"/>
                    <a:gd name="T32" fmla="*/ 0 w 17"/>
                    <a:gd name="T33" fmla="*/ 462 h 763"/>
                    <a:gd name="T34" fmla="*/ 0 w 17"/>
                    <a:gd name="T35" fmla="*/ 403 h 763"/>
                    <a:gd name="T36" fmla="*/ 17 w 17"/>
                    <a:gd name="T37" fmla="*/ 403 h 763"/>
                    <a:gd name="T38" fmla="*/ 17 w 17"/>
                    <a:gd name="T39" fmla="*/ 462 h 763"/>
                    <a:gd name="T40" fmla="*/ 17 w 17"/>
                    <a:gd name="T41" fmla="*/ 363 h 763"/>
                    <a:gd name="T42" fmla="*/ 0 w 17"/>
                    <a:gd name="T43" fmla="*/ 363 h 763"/>
                    <a:gd name="T44" fmla="*/ 0 w 17"/>
                    <a:gd name="T45" fmla="*/ 303 h 763"/>
                    <a:gd name="T46" fmla="*/ 17 w 17"/>
                    <a:gd name="T47" fmla="*/ 303 h 763"/>
                    <a:gd name="T48" fmla="*/ 17 w 17"/>
                    <a:gd name="T49" fmla="*/ 363 h 763"/>
                    <a:gd name="T50" fmla="*/ 17 w 17"/>
                    <a:gd name="T51" fmla="*/ 261 h 763"/>
                    <a:gd name="T52" fmla="*/ 0 w 17"/>
                    <a:gd name="T53" fmla="*/ 261 h 763"/>
                    <a:gd name="T54" fmla="*/ 0 w 17"/>
                    <a:gd name="T55" fmla="*/ 202 h 763"/>
                    <a:gd name="T56" fmla="*/ 17 w 17"/>
                    <a:gd name="T57" fmla="*/ 202 h 763"/>
                    <a:gd name="T58" fmla="*/ 17 w 17"/>
                    <a:gd name="T59" fmla="*/ 261 h 763"/>
                    <a:gd name="T60" fmla="*/ 17 w 17"/>
                    <a:gd name="T61" fmla="*/ 161 h 763"/>
                    <a:gd name="T62" fmla="*/ 0 w 17"/>
                    <a:gd name="T63" fmla="*/ 161 h 763"/>
                    <a:gd name="T64" fmla="*/ 0 w 17"/>
                    <a:gd name="T65" fmla="*/ 102 h 763"/>
                    <a:gd name="T66" fmla="*/ 17 w 17"/>
                    <a:gd name="T67" fmla="*/ 102 h 763"/>
                    <a:gd name="T68" fmla="*/ 17 w 17"/>
                    <a:gd name="T69" fmla="*/ 161 h 763"/>
                    <a:gd name="T70" fmla="*/ 17 w 17"/>
                    <a:gd name="T71" fmla="*/ 60 h 763"/>
                    <a:gd name="T72" fmla="*/ 0 w 17"/>
                    <a:gd name="T73" fmla="*/ 60 h 763"/>
                    <a:gd name="T74" fmla="*/ 0 w 17"/>
                    <a:gd name="T75" fmla="*/ 0 h 763"/>
                    <a:gd name="T76" fmla="*/ 17 w 17"/>
                    <a:gd name="T77" fmla="*/ 0 h 763"/>
                    <a:gd name="T78" fmla="*/ 17 w 17"/>
                    <a:gd name="T79" fmla="*/ 60 h 7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" h="763">
                      <a:moveTo>
                        <a:pt x="17" y="763"/>
                      </a:moveTo>
                      <a:lnTo>
                        <a:pt x="0" y="763"/>
                      </a:lnTo>
                      <a:lnTo>
                        <a:pt x="0" y="706"/>
                      </a:lnTo>
                      <a:lnTo>
                        <a:pt x="17" y="706"/>
                      </a:lnTo>
                      <a:lnTo>
                        <a:pt x="17" y="763"/>
                      </a:lnTo>
                      <a:close/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2"/>
                      </a:moveTo>
                      <a:lnTo>
                        <a:pt x="0" y="562"/>
                      </a:lnTo>
                      <a:lnTo>
                        <a:pt x="0" y="505"/>
                      </a:lnTo>
                      <a:lnTo>
                        <a:pt x="17" y="505"/>
                      </a:lnTo>
                      <a:lnTo>
                        <a:pt x="17" y="562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3"/>
                      </a:moveTo>
                      <a:lnTo>
                        <a:pt x="0" y="363"/>
                      </a:lnTo>
                      <a:lnTo>
                        <a:pt x="0" y="303"/>
                      </a:lnTo>
                      <a:lnTo>
                        <a:pt x="17" y="303"/>
                      </a:lnTo>
                      <a:lnTo>
                        <a:pt x="17" y="363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61"/>
                      </a:moveTo>
                      <a:lnTo>
                        <a:pt x="0" y="161"/>
                      </a:lnTo>
                      <a:lnTo>
                        <a:pt x="0" y="102"/>
                      </a:lnTo>
                      <a:lnTo>
                        <a:pt x="17" y="102"/>
                      </a:lnTo>
                      <a:lnTo>
                        <a:pt x="17" y="161"/>
                      </a:lnTo>
                      <a:close/>
                      <a:moveTo>
                        <a:pt x="17" y="60"/>
                      </a:moveTo>
                      <a:lnTo>
                        <a:pt x="0" y="6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60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1022" name="组合 1021">
                <a:extLst>
                  <a:ext uri="{FF2B5EF4-FFF2-40B4-BE49-F238E27FC236}">
                    <a16:creationId xmlns:a16="http://schemas.microsoft.com/office/drawing/2014/main" id="{F970546D-19A2-18DA-E9AA-920F44C464C0}"/>
                  </a:ext>
                </a:extLst>
              </p:cNvPr>
              <p:cNvGrpSpPr/>
              <p:nvPr/>
            </p:nvGrpSpPr>
            <p:grpSpPr>
              <a:xfrm flipV="1">
                <a:off x="3910944" y="1468733"/>
                <a:ext cx="479338" cy="2053402"/>
                <a:chOff x="3910308" y="3523390"/>
                <a:chExt cx="479338" cy="2053402"/>
              </a:xfrm>
              <a:noFill/>
            </p:grpSpPr>
            <p:sp>
              <p:nvSpPr>
                <p:cNvPr id="1023" name="Freeform 127">
                  <a:extLst>
                    <a:ext uri="{FF2B5EF4-FFF2-40B4-BE49-F238E27FC236}">
                      <a16:creationId xmlns:a16="http://schemas.microsoft.com/office/drawing/2014/main" id="{DDEE7180-15F9-13BF-C490-3A37027A36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94583" cy="37967"/>
                </a:xfrm>
                <a:custGeom>
                  <a:avLst/>
                  <a:gdLst>
                    <a:gd name="T0" fmla="*/ 47 w 52"/>
                    <a:gd name="T1" fmla="*/ 0 h 10"/>
                    <a:gd name="T2" fmla="*/ 5 w 52"/>
                    <a:gd name="T3" fmla="*/ 0 h 10"/>
                    <a:gd name="T4" fmla="*/ 0 w 52"/>
                    <a:gd name="T5" fmla="*/ 5 h 10"/>
                    <a:gd name="T6" fmla="*/ 5 w 52"/>
                    <a:gd name="T7" fmla="*/ 10 h 10"/>
                    <a:gd name="T8" fmla="*/ 47 w 52"/>
                    <a:gd name="T9" fmla="*/ 10 h 10"/>
                    <a:gd name="T10" fmla="*/ 52 w 52"/>
                    <a:gd name="T11" fmla="*/ 5 h 10"/>
                    <a:gd name="T12" fmla="*/ 47 w 5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47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38" name="Freeform 128">
                  <a:extLst>
                    <a:ext uri="{FF2B5EF4-FFF2-40B4-BE49-F238E27FC236}">
                      <a16:creationId xmlns:a16="http://schemas.microsoft.com/office/drawing/2014/main" id="{767F9620-A43B-0300-012B-9EAE3E910C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94583" cy="37967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40" name="Freeform 129">
                  <a:extLst>
                    <a:ext uri="{FF2B5EF4-FFF2-40B4-BE49-F238E27FC236}">
                      <a16:creationId xmlns:a16="http://schemas.microsoft.com/office/drawing/2014/main" id="{7B91BF4E-9C05-702B-ED73-3B2C7D9D04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94583" cy="36386"/>
                </a:xfrm>
                <a:custGeom>
                  <a:avLst/>
                  <a:gdLst>
                    <a:gd name="T0" fmla="*/ 5 w 52"/>
                    <a:gd name="T1" fmla="*/ 10 h 10"/>
                    <a:gd name="T2" fmla="*/ 47 w 52"/>
                    <a:gd name="T3" fmla="*/ 10 h 10"/>
                    <a:gd name="T4" fmla="*/ 52 w 52"/>
                    <a:gd name="T5" fmla="*/ 5 h 10"/>
                    <a:gd name="T6" fmla="*/ 47 w 52"/>
                    <a:gd name="T7" fmla="*/ 0 h 10"/>
                    <a:gd name="T8" fmla="*/ 5 w 52"/>
                    <a:gd name="T9" fmla="*/ 0 h 10"/>
                    <a:gd name="T10" fmla="*/ 0 w 52"/>
                    <a:gd name="T11" fmla="*/ 5 h 10"/>
                    <a:gd name="T12" fmla="*/ 5 w 52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50" y="10"/>
                        <a:pt x="52" y="8"/>
                        <a:pt x="52" y="5"/>
                      </a:cubicBezTo>
                      <a:cubicBezTo>
                        <a:pt x="52" y="2"/>
                        <a:pt x="50" y="0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44" name="Freeform 130">
                  <a:extLst>
                    <a:ext uri="{FF2B5EF4-FFF2-40B4-BE49-F238E27FC236}">
                      <a16:creationId xmlns:a16="http://schemas.microsoft.com/office/drawing/2014/main" id="{69FC1B8B-317F-2B97-BBCA-43DE2F0E0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105993" cy="37967"/>
                </a:xfrm>
                <a:custGeom>
                  <a:avLst/>
                  <a:gdLst>
                    <a:gd name="T0" fmla="*/ 5 w 28"/>
                    <a:gd name="T1" fmla="*/ 10 h 10"/>
                    <a:gd name="T2" fmla="*/ 23 w 28"/>
                    <a:gd name="T3" fmla="*/ 10 h 10"/>
                    <a:gd name="T4" fmla="*/ 28 w 28"/>
                    <a:gd name="T5" fmla="*/ 5 h 10"/>
                    <a:gd name="T6" fmla="*/ 23 w 28"/>
                    <a:gd name="T7" fmla="*/ 0 h 10"/>
                    <a:gd name="T8" fmla="*/ 5 w 28"/>
                    <a:gd name="T9" fmla="*/ 0 h 10"/>
                    <a:gd name="T10" fmla="*/ 0 w 28"/>
                    <a:gd name="T11" fmla="*/ 5 h 10"/>
                    <a:gd name="T12" fmla="*/ 5 w 28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0">
                      <a:moveTo>
                        <a:pt x="5" y="10"/>
                      </a:move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6" y="10"/>
                        <a:pt x="28" y="8"/>
                        <a:pt x="28" y="5"/>
                      </a:cubicBezTo>
                      <a:cubicBezTo>
                        <a:pt x="28" y="3"/>
                        <a:pt x="26" y="0"/>
                        <a:pt x="23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46" name="Freeform 131">
                  <a:extLst>
                    <a:ext uri="{FF2B5EF4-FFF2-40B4-BE49-F238E27FC236}">
                      <a16:creationId xmlns:a16="http://schemas.microsoft.com/office/drawing/2014/main" id="{819DE600-9F0F-FBA0-BF45-265300071F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0308" y="4966150"/>
                  <a:ext cx="479338" cy="610642"/>
                </a:xfrm>
                <a:custGeom>
                  <a:avLst/>
                  <a:gdLst>
                    <a:gd name="T0" fmla="*/ 65 w 128"/>
                    <a:gd name="T1" fmla="*/ 163 h 163"/>
                    <a:gd name="T2" fmla="*/ 128 w 128"/>
                    <a:gd name="T3" fmla="*/ 99 h 163"/>
                    <a:gd name="T4" fmla="*/ 115 w 128"/>
                    <a:gd name="T5" fmla="*/ 63 h 163"/>
                    <a:gd name="T6" fmla="*/ 97 w 128"/>
                    <a:gd name="T7" fmla="*/ 15 h 163"/>
                    <a:gd name="T8" fmla="*/ 83 w 128"/>
                    <a:gd name="T9" fmla="*/ 1 h 163"/>
                    <a:gd name="T10" fmla="*/ 65 w 128"/>
                    <a:gd name="T11" fmla="*/ 1 h 163"/>
                    <a:gd name="T12" fmla="*/ 40 w 128"/>
                    <a:gd name="T13" fmla="*/ 1 h 163"/>
                    <a:gd name="T14" fmla="*/ 24 w 128"/>
                    <a:gd name="T15" fmla="*/ 43 h 163"/>
                    <a:gd name="T16" fmla="*/ 0 w 128"/>
                    <a:gd name="T17" fmla="*/ 100 h 163"/>
                    <a:gd name="T18" fmla="*/ 65 w 128"/>
                    <a:gd name="T1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8" h="163">
                      <a:moveTo>
                        <a:pt x="65" y="163"/>
                      </a:moveTo>
                      <a:cubicBezTo>
                        <a:pt x="107" y="163"/>
                        <a:pt x="128" y="133"/>
                        <a:pt x="128" y="99"/>
                      </a:cubicBezTo>
                      <a:cubicBezTo>
                        <a:pt x="128" y="88"/>
                        <a:pt x="122" y="76"/>
                        <a:pt x="115" y="63"/>
                      </a:cubicBezTo>
                      <a:cubicBezTo>
                        <a:pt x="107" y="51"/>
                        <a:pt x="101" y="30"/>
                        <a:pt x="97" y="15"/>
                      </a:cubicBezTo>
                      <a:cubicBezTo>
                        <a:pt x="93" y="0"/>
                        <a:pt x="83" y="1"/>
                        <a:pt x="83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50" y="1"/>
                        <a:pt x="40" y="1"/>
                      </a:cubicBezTo>
                      <a:cubicBezTo>
                        <a:pt x="31" y="1"/>
                        <a:pt x="32" y="21"/>
                        <a:pt x="24" y="43"/>
                      </a:cubicBezTo>
                      <a:cubicBezTo>
                        <a:pt x="15" y="65"/>
                        <a:pt x="0" y="76"/>
                        <a:pt x="0" y="100"/>
                      </a:cubicBezTo>
                      <a:cubicBezTo>
                        <a:pt x="0" y="124"/>
                        <a:pt x="23" y="163"/>
                        <a:pt x="65" y="16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47" name="Freeform 132">
                  <a:extLst>
                    <a:ext uri="{FF2B5EF4-FFF2-40B4-BE49-F238E27FC236}">
                      <a16:creationId xmlns:a16="http://schemas.microsoft.com/office/drawing/2014/main" id="{CA15CB86-821A-A638-B75C-08DD164BD9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53932" y="4966150"/>
                  <a:ext cx="235714" cy="610642"/>
                </a:xfrm>
                <a:custGeom>
                  <a:avLst/>
                  <a:gdLst>
                    <a:gd name="T0" fmla="*/ 63 w 63"/>
                    <a:gd name="T1" fmla="*/ 99 h 163"/>
                    <a:gd name="T2" fmla="*/ 50 w 63"/>
                    <a:gd name="T3" fmla="*/ 63 h 163"/>
                    <a:gd name="T4" fmla="*/ 32 w 63"/>
                    <a:gd name="T5" fmla="*/ 15 h 163"/>
                    <a:gd name="T6" fmla="*/ 18 w 63"/>
                    <a:gd name="T7" fmla="*/ 1 h 163"/>
                    <a:gd name="T8" fmla="*/ 0 w 63"/>
                    <a:gd name="T9" fmla="*/ 1 h 163"/>
                    <a:gd name="T10" fmla="*/ 0 w 63"/>
                    <a:gd name="T11" fmla="*/ 163 h 163"/>
                    <a:gd name="T12" fmla="*/ 63 w 63"/>
                    <a:gd name="T13" fmla="*/ 99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163">
                      <a:moveTo>
                        <a:pt x="63" y="99"/>
                      </a:moveTo>
                      <a:cubicBezTo>
                        <a:pt x="63" y="88"/>
                        <a:pt x="57" y="76"/>
                        <a:pt x="50" y="63"/>
                      </a:cubicBezTo>
                      <a:cubicBezTo>
                        <a:pt x="42" y="51"/>
                        <a:pt x="36" y="30"/>
                        <a:pt x="32" y="15"/>
                      </a:cubicBezTo>
                      <a:cubicBezTo>
                        <a:pt x="28" y="0"/>
                        <a:pt x="18" y="1"/>
                        <a:pt x="18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42" y="163"/>
                        <a:pt x="63" y="133"/>
                        <a:pt x="63" y="9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48" name="Freeform 133">
                  <a:extLst>
                    <a:ext uri="{FF2B5EF4-FFF2-40B4-BE49-F238E27FC236}">
                      <a16:creationId xmlns:a16="http://schemas.microsoft.com/office/drawing/2014/main" id="{217AE521-1853-468C-E230-85FA6B73A9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98126"/>
                  <a:ext cx="101246" cy="37967"/>
                </a:xfrm>
                <a:custGeom>
                  <a:avLst/>
                  <a:gdLst>
                    <a:gd name="T0" fmla="*/ 0 w 27"/>
                    <a:gd name="T1" fmla="*/ 5 h 10"/>
                    <a:gd name="T2" fmla="*/ 5 w 27"/>
                    <a:gd name="T3" fmla="*/ 10 h 10"/>
                    <a:gd name="T4" fmla="*/ 27 w 27"/>
                    <a:gd name="T5" fmla="*/ 10 h 10"/>
                    <a:gd name="T6" fmla="*/ 27 w 27"/>
                    <a:gd name="T7" fmla="*/ 0 h 10"/>
                    <a:gd name="T8" fmla="*/ 5 w 27"/>
                    <a:gd name="T9" fmla="*/ 0 h 10"/>
                    <a:gd name="T10" fmla="*/ 0 w 27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0" y="5"/>
                      </a:moveTo>
                      <a:cubicBezTo>
                        <a:pt x="0" y="8"/>
                        <a:pt x="2" y="10"/>
                        <a:pt x="5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49" name="Freeform 134">
                  <a:extLst>
                    <a:ext uri="{FF2B5EF4-FFF2-40B4-BE49-F238E27FC236}">
                      <a16:creationId xmlns:a16="http://schemas.microsoft.com/office/drawing/2014/main" id="{E9446BB1-820A-62C5-03C0-57DE84A69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845920"/>
                  <a:ext cx="101246" cy="37967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52" name="Freeform 135">
                  <a:extLst>
                    <a:ext uri="{FF2B5EF4-FFF2-40B4-BE49-F238E27FC236}">
                      <a16:creationId xmlns:a16="http://schemas.microsoft.com/office/drawing/2014/main" id="{6A728B24-3DD2-D7F4-A6EF-78A2FAA77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685" y="4790551"/>
                  <a:ext cx="101246" cy="36386"/>
                </a:xfrm>
                <a:custGeom>
                  <a:avLst/>
                  <a:gdLst>
                    <a:gd name="T0" fmla="*/ 5 w 27"/>
                    <a:gd name="T1" fmla="*/ 10 h 10"/>
                    <a:gd name="T2" fmla="*/ 27 w 27"/>
                    <a:gd name="T3" fmla="*/ 10 h 10"/>
                    <a:gd name="T4" fmla="*/ 27 w 27"/>
                    <a:gd name="T5" fmla="*/ 0 h 10"/>
                    <a:gd name="T6" fmla="*/ 5 w 27"/>
                    <a:gd name="T7" fmla="*/ 0 h 10"/>
                    <a:gd name="T8" fmla="*/ 0 w 27"/>
                    <a:gd name="T9" fmla="*/ 5 h 10"/>
                    <a:gd name="T10" fmla="*/ 5 w 2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10">
                      <a:moveTo>
                        <a:pt x="5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56" name="Freeform 136">
                  <a:extLst>
                    <a:ext uri="{FF2B5EF4-FFF2-40B4-BE49-F238E27FC236}">
                      <a16:creationId xmlns:a16="http://schemas.microsoft.com/office/drawing/2014/main" id="{BC8E4706-495D-2CC6-8A4E-0E59F59A3E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6981" y="4730436"/>
                  <a:ext cx="56951" cy="37967"/>
                </a:xfrm>
                <a:custGeom>
                  <a:avLst/>
                  <a:gdLst>
                    <a:gd name="T0" fmla="*/ 5 w 15"/>
                    <a:gd name="T1" fmla="*/ 10 h 10"/>
                    <a:gd name="T2" fmla="*/ 15 w 15"/>
                    <a:gd name="T3" fmla="*/ 10 h 10"/>
                    <a:gd name="T4" fmla="*/ 15 w 15"/>
                    <a:gd name="T5" fmla="*/ 0 h 10"/>
                    <a:gd name="T6" fmla="*/ 5 w 15"/>
                    <a:gd name="T7" fmla="*/ 0 h 10"/>
                    <a:gd name="T8" fmla="*/ 0 w 15"/>
                    <a:gd name="T9" fmla="*/ 5 h 10"/>
                    <a:gd name="T10" fmla="*/ 5 w 1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8"/>
                        <a:pt x="2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58" name="Freeform 163">
                  <a:extLst>
                    <a:ext uri="{FF2B5EF4-FFF2-40B4-BE49-F238E27FC236}">
                      <a16:creationId xmlns:a16="http://schemas.microsoft.com/office/drawing/2014/main" id="{9F21A893-D4B4-7BD9-087A-1B611F6FBD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138112" y="3523390"/>
                  <a:ext cx="26894" cy="1207046"/>
                </a:xfrm>
                <a:custGeom>
                  <a:avLst/>
                  <a:gdLst>
                    <a:gd name="T0" fmla="*/ 17 w 17"/>
                    <a:gd name="T1" fmla="*/ 763 h 763"/>
                    <a:gd name="T2" fmla="*/ 0 w 17"/>
                    <a:gd name="T3" fmla="*/ 763 h 763"/>
                    <a:gd name="T4" fmla="*/ 0 w 17"/>
                    <a:gd name="T5" fmla="*/ 706 h 763"/>
                    <a:gd name="T6" fmla="*/ 17 w 17"/>
                    <a:gd name="T7" fmla="*/ 706 h 763"/>
                    <a:gd name="T8" fmla="*/ 17 w 17"/>
                    <a:gd name="T9" fmla="*/ 763 h 763"/>
                    <a:gd name="T10" fmla="*/ 17 w 17"/>
                    <a:gd name="T11" fmla="*/ 663 h 763"/>
                    <a:gd name="T12" fmla="*/ 0 w 17"/>
                    <a:gd name="T13" fmla="*/ 663 h 763"/>
                    <a:gd name="T14" fmla="*/ 0 w 17"/>
                    <a:gd name="T15" fmla="*/ 604 h 763"/>
                    <a:gd name="T16" fmla="*/ 17 w 17"/>
                    <a:gd name="T17" fmla="*/ 604 h 763"/>
                    <a:gd name="T18" fmla="*/ 17 w 17"/>
                    <a:gd name="T19" fmla="*/ 663 h 763"/>
                    <a:gd name="T20" fmla="*/ 17 w 17"/>
                    <a:gd name="T21" fmla="*/ 562 h 763"/>
                    <a:gd name="T22" fmla="*/ 0 w 17"/>
                    <a:gd name="T23" fmla="*/ 562 h 763"/>
                    <a:gd name="T24" fmla="*/ 0 w 17"/>
                    <a:gd name="T25" fmla="*/ 505 h 763"/>
                    <a:gd name="T26" fmla="*/ 17 w 17"/>
                    <a:gd name="T27" fmla="*/ 505 h 763"/>
                    <a:gd name="T28" fmla="*/ 17 w 17"/>
                    <a:gd name="T29" fmla="*/ 562 h 763"/>
                    <a:gd name="T30" fmla="*/ 17 w 17"/>
                    <a:gd name="T31" fmla="*/ 462 h 763"/>
                    <a:gd name="T32" fmla="*/ 0 w 17"/>
                    <a:gd name="T33" fmla="*/ 462 h 763"/>
                    <a:gd name="T34" fmla="*/ 0 w 17"/>
                    <a:gd name="T35" fmla="*/ 403 h 763"/>
                    <a:gd name="T36" fmla="*/ 17 w 17"/>
                    <a:gd name="T37" fmla="*/ 403 h 763"/>
                    <a:gd name="T38" fmla="*/ 17 w 17"/>
                    <a:gd name="T39" fmla="*/ 462 h 763"/>
                    <a:gd name="T40" fmla="*/ 17 w 17"/>
                    <a:gd name="T41" fmla="*/ 363 h 763"/>
                    <a:gd name="T42" fmla="*/ 0 w 17"/>
                    <a:gd name="T43" fmla="*/ 363 h 763"/>
                    <a:gd name="T44" fmla="*/ 0 w 17"/>
                    <a:gd name="T45" fmla="*/ 303 h 763"/>
                    <a:gd name="T46" fmla="*/ 17 w 17"/>
                    <a:gd name="T47" fmla="*/ 303 h 763"/>
                    <a:gd name="T48" fmla="*/ 17 w 17"/>
                    <a:gd name="T49" fmla="*/ 363 h 763"/>
                    <a:gd name="T50" fmla="*/ 17 w 17"/>
                    <a:gd name="T51" fmla="*/ 261 h 763"/>
                    <a:gd name="T52" fmla="*/ 0 w 17"/>
                    <a:gd name="T53" fmla="*/ 261 h 763"/>
                    <a:gd name="T54" fmla="*/ 0 w 17"/>
                    <a:gd name="T55" fmla="*/ 202 h 763"/>
                    <a:gd name="T56" fmla="*/ 17 w 17"/>
                    <a:gd name="T57" fmla="*/ 202 h 763"/>
                    <a:gd name="T58" fmla="*/ 17 w 17"/>
                    <a:gd name="T59" fmla="*/ 261 h 763"/>
                    <a:gd name="T60" fmla="*/ 17 w 17"/>
                    <a:gd name="T61" fmla="*/ 161 h 763"/>
                    <a:gd name="T62" fmla="*/ 0 w 17"/>
                    <a:gd name="T63" fmla="*/ 161 h 763"/>
                    <a:gd name="T64" fmla="*/ 0 w 17"/>
                    <a:gd name="T65" fmla="*/ 102 h 763"/>
                    <a:gd name="T66" fmla="*/ 17 w 17"/>
                    <a:gd name="T67" fmla="*/ 102 h 763"/>
                    <a:gd name="T68" fmla="*/ 17 w 17"/>
                    <a:gd name="T69" fmla="*/ 161 h 763"/>
                    <a:gd name="T70" fmla="*/ 17 w 17"/>
                    <a:gd name="T71" fmla="*/ 60 h 763"/>
                    <a:gd name="T72" fmla="*/ 0 w 17"/>
                    <a:gd name="T73" fmla="*/ 60 h 763"/>
                    <a:gd name="T74" fmla="*/ 0 w 17"/>
                    <a:gd name="T75" fmla="*/ 0 h 763"/>
                    <a:gd name="T76" fmla="*/ 17 w 17"/>
                    <a:gd name="T77" fmla="*/ 0 h 763"/>
                    <a:gd name="T78" fmla="*/ 17 w 17"/>
                    <a:gd name="T79" fmla="*/ 60 h 7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" h="763">
                      <a:moveTo>
                        <a:pt x="17" y="763"/>
                      </a:moveTo>
                      <a:lnTo>
                        <a:pt x="0" y="763"/>
                      </a:lnTo>
                      <a:lnTo>
                        <a:pt x="0" y="706"/>
                      </a:lnTo>
                      <a:lnTo>
                        <a:pt x="17" y="706"/>
                      </a:lnTo>
                      <a:lnTo>
                        <a:pt x="17" y="763"/>
                      </a:lnTo>
                      <a:close/>
                      <a:moveTo>
                        <a:pt x="17" y="663"/>
                      </a:moveTo>
                      <a:lnTo>
                        <a:pt x="0" y="663"/>
                      </a:lnTo>
                      <a:lnTo>
                        <a:pt x="0" y="604"/>
                      </a:lnTo>
                      <a:lnTo>
                        <a:pt x="17" y="604"/>
                      </a:lnTo>
                      <a:lnTo>
                        <a:pt x="17" y="663"/>
                      </a:lnTo>
                      <a:close/>
                      <a:moveTo>
                        <a:pt x="17" y="562"/>
                      </a:moveTo>
                      <a:lnTo>
                        <a:pt x="0" y="562"/>
                      </a:lnTo>
                      <a:lnTo>
                        <a:pt x="0" y="505"/>
                      </a:lnTo>
                      <a:lnTo>
                        <a:pt x="17" y="505"/>
                      </a:lnTo>
                      <a:lnTo>
                        <a:pt x="17" y="562"/>
                      </a:lnTo>
                      <a:close/>
                      <a:moveTo>
                        <a:pt x="17" y="462"/>
                      </a:moveTo>
                      <a:lnTo>
                        <a:pt x="0" y="462"/>
                      </a:lnTo>
                      <a:lnTo>
                        <a:pt x="0" y="403"/>
                      </a:lnTo>
                      <a:lnTo>
                        <a:pt x="17" y="403"/>
                      </a:lnTo>
                      <a:lnTo>
                        <a:pt x="17" y="462"/>
                      </a:lnTo>
                      <a:close/>
                      <a:moveTo>
                        <a:pt x="17" y="363"/>
                      </a:moveTo>
                      <a:lnTo>
                        <a:pt x="0" y="363"/>
                      </a:lnTo>
                      <a:lnTo>
                        <a:pt x="0" y="303"/>
                      </a:lnTo>
                      <a:lnTo>
                        <a:pt x="17" y="303"/>
                      </a:lnTo>
                      <a:lnTo>
                        <a:pt x="17" y="363"/>
                      </a:lnTo>
                      <a:close/>
                      <a:moveTo>
                        <a:pt x="17" y="261"/>
                      </a:moveTo>
                      <a:lnTo>
                        <a:pt x="0" y="261"/>
                      </a:lnTo>
                      <a:lnTo>
                        <a:pt x="0" y="202"/>
                      </a:lnTo>
                      <a:lnTo>
                        <a:pt x="17" y="202"/>
                      </a:lnTo>
                      <a:lnTo>
                        <a:pt x="17" y="261"/>
                      </a:lnTo>
                      <a:close/>
                      <a:moveTo>
                        <a:pt x="17" y="161"/>
                      </a:moveTo>
                      <a:lnTo>
                        <a:pt x="0" y="161"/>
                      </a:lnTo>
                      <a:lnTo>
                        <a:pt x="0" y="102"/>
                      </a:lnTo>
                      <a:lnTo>
                        <a:pt x="17" y="102"/>
                      </a:lnTo>
                      <a:lnTo>
                        <a:pt x="17" y="161"/>
                      </a:lnTo>
                      <a:close/>
                      <a:moveTo>
                        <a:pt x="17" y="60"/>
                      </a:moveTo>
                      <a:lnTo>
                        <a:pt x="0" y="6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grpSp>
          <p:nvGrpSpPr>
            <p:cNvPr id="988" name="组合 987">
              <a:extLst>
                <a:ext uri="{FF2B5EF4-FFF2-40B4-BE49-F238E27FC236}">
                  <a16:creationId xmlns:a16="http://schemas.microsoft.com/office/drawing/2014/main" id="{AA517D6D-DBE4-8FF4-0C75-9FFD2BB4C753}"/>
                </a:ext>
              </a:extLst>
            </p:cNvPr>
            <p:cNvGrpSpPr/>
            <p:nvPr/>
          </p:nvGrpSpPr>
          <p:grpSpPr>
            <a:xfrm>
              <a:off x="3005419" y="1377441"/>
              <a:ext cx="327468" cy="4172459"/>
              <a:chOff x="3005419" y="1377441"/>
              <a:chExt cx="327468" cy="4172459"/>
            </a:xfrm>
          </p:grpSpPr>
          <p:grpSp>
            <p:nvGrpSpPr>
              <p:cNvPr id="997" name="组合 996">
                <a:extLst>
                  <a:ext uri="{FF2B5EF4-FFF2-40B4-BE49-F238E27FC236}">
                    <a16:creationId xmlns:a16="http://schemas.microsoft.com/office/drawing/2014/main" id="{4AD59853-0240-C03E-30B3-F9FAEB7C5681}"/>
                  </a:ext>
                </a:extLst>
              </p:cNvPr>
              <p:cNvGrpSpPr/>
              <p:nvPr/>
            </p:nvGrpSpPr>
            <p:grpSpPr>
              <a:xfrm>
                <a:off x="3005419" y="3487005"/>
                <a:ext cx="321142" cy="2062895"/>
                <a:chOff x="3005419" y="3487005"/>
                <a:chExt cx="321142" cy="2062895"/>
              </a:xfrm>
            </p:grpSpPr>
            <p:sp>
              <p:nvSpPr>
                <p:cNvPr id="1010" name="Freeform 117">
                  <a:extLst>
                    <a:ext uri="{FF2B5EF4-FFF2-40B4-BE49-F238E27FC236}">
                      <a16:creationId xmlns:a16="http://schemas.microsoft.com/office/drawing/2014/main" id="{7E23DB65-87FD-57AE-30DD-E9A97FC724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129722" cy="25311"/>
                </a:xfrm>
                <a:custGeom>
                  <a:avLst/>
                  <a:gdLst>
                    <a:gd name="T0" fmla="*/ 31 w 35"/>
                    <a:gd name="T1" fmla="*/ 0 h 7"/>
                    <a:gd name="T2" fmla="*/ 3 w 35"/>
                    <a:gd name="T3" fmla="*/ 0 h 7"/>
                    <a:gd name="T4" fmla="*/ 0 w 35"/>
                    <a:gd name="T5" fmla="*/ 4 h 7"/>
                    <a:gd name="T6" fmla="*/ 3 w 35"/>
                    <a:gd name="T7" fmla="*/ 7 h 7"/>
                    <a:gd name="T8" fmla="*/ 31 w 35"/>
                    <a:gd name="T9" fmla="*/ 7 h 7"/>
                    <a:gd name="T10" fmla="*/ 35 w 35"/>
                    <a:gd name="T11" fmla="*/ 4 h 7"/>
                    <a:gd name="T12" fmla="*/ 31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1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6"/>
                        <a:pt x="35" y="4"/>
                      </a:cubicBezTo>
                      <a:cubicBezTo>
                        <a:pt x="35" y="2"/>
                        <a:pt x="33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11" name="Freeform 118">
                  <a:extLst>
                    <a:ext uri="{FF2B5EF4-FFF2-40B4-BE49-F238E27FC236}">
                      <a16:creationId xmlns:a16="http://schemas.microsoft.com/office/drawing/2014/main" id="{0308CC2A-2F4C-6035-7616-F498451662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129722" cy="26894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12" name="Freeform 119">
                  <a:extLst>
                    <a:ext uri="{FF2B5EF4-FFF2-40B4-BE49-F238E27FC236}">
                      <a16:creationId xmlns:a16="http://schemas.microsoft.com/office/drawing/2014/main" id="{346934CC-E6EA-FC8F-DDC2-750C27F31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129722" cy="25311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13" name="Freeform 120">
                  <a:extLst>
                    <a:ext uri="{FF2B5EF4-FFF2-40B4-BE49-F238E27FC236}">
                      <a16:creationId xmlns:a16="http://schemas.microsoft.com/office/drawing/2014/main" id="{BBFD2FFE-8DA1-60BF-94EF-4275045757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66443" cy="22148"/>
                </a:xfrm>
                <a:custGeom>
                  <a:avLst/>
                  <a:gdLst>
                    <a:gd name="T0" fmla="*/ 3 w 18"/>
                    <a:gd name="T1" fmla="*/ 6 h 6"/>
                    <a:gd name="T2" fmla="*/ 15 w 18"/>
                    <a:gd name="T3" fmla="*/ 6 h 6"/>
                    <a:gd name="T4" fmla="*/ 18 w 18"/>
                    <a:gd name="T5" fmla="*/ 3 h 6"/>
                    <a:gd name="T6" fmla="*/ 15 w 18"/>
                    <a:gd name="T7" fmla="*/ 0 h 6"/>
                    <a:gd name="T8" fmla="*/ 3 w 18"/>
                    <a:gd name="T9" fmla="*/ 0 h 6"/>
                    <a:gd name="T10" fmla="*/ 0 w 18"/>
                    <a:gd name="T11" fmla="*/ 3 h 6"/>
                    <a:gd name="T12" fmla="*/ 3 w 18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6">
                      <a:moveTo>
                        <a:pt x="3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7" y="6"/>
                        <a:pt x="18" y="5"/>
                        <a:pt x="18" y="3"/>
                      </a:cubicBezTo>
                      <a:cubicBezTo>
                        <a:pt x="18" y="1"/>
                        <a:pt x="17" y="0"/>
                        <a:pt x="15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solidFill>
                  <a:srgbClr val="2D58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14" name="Freeform 121">
                  <a:extLst>
                    <a:ext uri="{FF2B5EF4-FFF2-40B4-BE49-F238E27FC236}">
                      <a16:creationId xmlns:a16="http://schemas.microsoft.com/office/drawing/2014/main" id="{76CDEB3B-93E0-D545-45D2-B454DC1490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5419" y="5141750"/>
                  <a:ext cx="321141" cy="408150"/>
                </a:xfrm>
                <a:custGeom>
                  <a:avLst/>
                  <a:gdLst>
                    <a:gd name="T0" fmla="*/ 44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4 w 86"/>
                    <a:gd name="T11" fmla="*/ 1 h 109"/>
                    <a:gd name="T12" fmla="*/ 27 w 86"/>
                    <a:gd name="T13" fmla="*/ 1 h 109"/>
                    <a:gd name="T14" fmla="*/ 16 w 86"/>
                    <a:gd name="T15" fmla="*/ 29 h 109"/>
                    <a:gd name="T16" fmla="*/ 0 w 86"/>
                    <a:gd name="T17" fmla="*/ 67 h 109"/>
                    <a:gd name="T18" fmla="*/ 44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4" y="109"/>
                      </a:moveTo>
                      <a:cubicBezTo>
                        <a:pt x="72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8" y="20"/>
                        <a:pt x="65" y="10"/>
                      </a:cubicBezTo>
                      <a:cubicBezTo>
                        <a:pt x="63" y="0"/>
                        <a:pt x="56" y="1"/>
                        <a:pt x="56" y="1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34" y="1"/>
                        <a:pt x="27" y="1"/>
                      </a:cubicBezTo>
                      <a:cubicBezTo>
                        <a:pt x="21" y="1"/>
                        <a:pt x="22" y="14"/>
                        <a:pt x="16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4" y="109"/>
                      </a:cubicBezTo>
                      <a:close/>
                    </a:path>
                  </a:pathLst>
                </a:custGeom>
                <a:solidFill>
                  <a:srgbClr val="A8D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15" name="Freeform 122">
                  <a:extLst>
                    <a:ext uri="{FF2B5EF4-FFF2-40B4-BE49-F238E27FC236}">
                      <a16:creationId xmlns:a16="http://schemas.microsoft.com/office/drawing/2014/main" id="{A26663E6-FBBD-F378-4656-C9304DCE0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9945" y="5141750"/>
                  <a:ext cx="156616" cy="408150"/>
                </a:xfrm>
                <a:custGeom>
                  <a:avLst/>
                  <a:gdLst>
                    <a:gd name="T0" fmla="*/ 42 w 42"/>
                    <a:gd name="T1" fmla="*/ 66 h 109"/>
                    <a:gd name="T2" fmla="*/ 33 w 42"/>
                    <a:gd name="T3" fmla="*/ 42 h 109"/>
                    <a:gd name="T4" fmla="*/ 21 w 42"/>
                    <a:gd name="T5" fmla="*/ 10 h 109"/>
                    <a:gd name="T6" fmla="*/ 12 w 42"/>
                    <a:gd name="T7" fmla="*/ 1 h 109"/>
                    <a:gd name="T8" fmla="*/ 0 w 42"/>
                    <a:gd name="T9" fmla="*/ 1 h 109"/>
                    <a:gd name="T10" fmla="*/ 0 w 42"/>
                    <a:gd name="T11" fmla="*/ 109 h 109"/>
                    <a:gd name="T12" fmla="*/ 42 w 42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109">
                      <a:moveTo>
                        <a:pt x="42" y="66"/>
                      </a:moveTo>
                      <a:cubicBezTo>
                        <a:pt x="42" y="59"/>
                        <a:pt x="38" y="51"/>
                        <a:pt x="33" y="42"/>
                      </a:cubicBezTo>
                      <a:cubicBezTo>
                        <a:pt x="28" y="34"/>
                        <a:pt x="24" y="20"/>
                        <a:pt x="21" y="10"/>
                      </a:cubicBezTo>
                      <a:cubicBezTo>
                        <a:pt x="19" y="0"/>
                        <a:pt x="12" y="1"/>
                        <a:pt x="12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2" y="89"/>
                        <a:pt x="42" y="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16" name="Freeform 123">
                  <a:extLst>
                    <a:ext uri="{FF2B5EF4-FFF2-40B4-BE49-F238E27FC236}">
                      <a16:creationId xmlns:a16="http://schemas.microsoft.com/office/drawing/2014/main" id="{C1749934-D7D0-9E19-0CFE-1EB2149A67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66443" cy="25311"/>
                </a:xfrm>
                <a:custGeom>
                  <a:avLst/>
                  <a:gdLst>
                    <a:gd name="T0" fmla="*/ 0 w 18"/>
                    <a:gd name="T1" fmla="*/ 4 h 7"/>
                    <a:gd name="T2" fmla="*/ 3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3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17" name="Freeform 124">
                  <a:extLst>
                    <a:ext uri="{FF2B5EF4-FFF2-40B4-BE49-F238E27FC236}">
                      <a16:creationId xmlns:a16="http://schemas.microsoft.com/office/drawing/2014/main" id="{00B1E037-1EDA-AACE-4E0B-5ADB9707E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66443" cy="26894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18" name="Freeform 125">
                  <a:extLst>
                    <a:ext uri="{FF2B5EF4-FFF2-40B4-BE49-F238E27FC236}">
                      <a16:creationId xmlns:a16="http://schemas.microsoft.com/office/drawing/2014/main" id="{E5CAB369-C549-1919-5781-2EB39A1E51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66443" cy="25311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19" name="Freeform 126">
                  <a:extLst>
                    <a:ext uri="{FF2B5EF4-FFF2-40B4-BE49-F238E27FC236}">
                      <a16:creationId xmlns:a16="http://schemas.microsoft.com/office/drawing/2014/main" id="{AD210F40-DAA3-8E35-B522-E56080A712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36386" cy="22148"/>
                </a:xfrm>
                <a:custGeom>
                  <a:avLst/>
                  <a:gdLst>
                    <a:gd name="T0" fmla="*/ 3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3 w 10"/>
                    <a:gd name="T7" fmla="*/ 0 h 6"/>
                    <a:gd name="T8" fmla="*/ 0 w 10"/>
                    <a:gd name="T9" fmla="*/ 3 h 6"/>
                    <a:gd name="T10" fmla="*/ 3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3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20" name="Freeform 164">
                  <a:extLst>
                    <a:ext uri="{FF2B5EF4-FFF2-40B4-BE49-F238E27FC236}">
                      <a16:creationId xmlns:a16="http://schemas.microsoft.com/office/drawing/2014/main" id="{1F089282-46A7-48D6-3019-963E13F97C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55706" y="3487005"/>
                  <a:ext cx="25311" cy="1498129"/>
                </a:xfrm>
                <a:custGeom>
                  <a:avLst/>
                  <a:gdLst>
                    <a:gd name="T0" fmla="*/ 16 w 16"/>
                    <a:gd name="T1" fmla="*/ 947 h 947"/>
                    <a:gd name="T2" fmla="*/ 0 w 16"/>
                    <a:gd name="T3" fmla="*/ 947 h 947"/>
                    <a:gd name="T4" fmla="*/ 0 w 16"/>
                    <a:gd name="T5" fmla="*/ 888 h 947"/>
                    <a:gd name="T6" fmla="*/ 16 w 16"/>
                    <a:gd name="T7" fmla="*/ 888 h 947"/>
                    <a:gd name="T8" fmla="*/ 16 w 16"/>
                    <a:gd name="T9" fmla="*/ 947 h 947"/>
                    <a:gd name="T10" fmla="*/ 16 w 16"/>
                    <a:gd name="T11" fmla="*/ 845 h 947"/>
                    <a:gd name="T12" fmla="*/ 0 w 16"/>
                    <a:gd name="T13" fmla="*/ 845 h 947"/>
                    <a:gd name="T14" fmla="*/ 0 w 16"/>
                    <a:gd name="T15" fmla="*/ 786 h 947"/>
                    <a:gd name="T16" fmla="*/ 16 w 16"/>
                    <a:gd name="T17" fmla="*/ 786 h 947"/>
                    <a:gd name="T18" fmla="*/ 16 w 16"/>
                    <a:gd name="T19" fmla="*/ 845 h 947"/>
                    <a:gd name="T20" fmla="*/ 16 w 16"/>
                    <a:gd name="T21" fmla="*/ 746 h 947"/>
                    <a:gd name="T22" fmla="*/ 0 w 16"/>
                    <a:gd name="T23" fmla="*/ 746 h 947"/>
                    <a:gd name="T24" fmla="*/ 0 w 16"/>
                    <a:gd name="T25" fmla="*/ 686 h 947"/>
                    <a:gd name="T26" fmla="*/ 16 w 16"/>
                    <a:gd name="T27" fmla="*/ 686 h 947"/>
                    <a:gd name="T28" fmla="*/ 16 w 16"/>
                    <a:gd name="T29" fmla="*/ 746 h 947"/>
                    <a:gd name="T30" fmla="*/ 16 w 16"/>
                    <a:gd name="T31" fmla="*/ 644 h 947"/>
                    <a:gd name="T32" fmla="*/ 0 w 16"/>
                    <a:gd name="T33" fmla="*/ 644 h 947"/>
                    <a:gd name="T34" fmla="*/ 0 w 16"/>
                    <a:gd name="T35" fmla="*/ 585 h 947"/>
                    <a:gd name="T36" fmla="*/ 16 w 16"/>
                    <a:gd name="T37" fmla="*/ 585 h 947"/>
                    <a:gd name="T38" fmla="*/ 16 w 16"/>
                    <a:gd name="T39" fmla="*/ 644 h 947"/>
                    <a:gd name="T40" fmla="*/ 16 w 16"/>
                    <a:gd name="T41" fmla="*/ 544 h 947"/>
                    <a:gd name="T42" fmla="*/ 0 w 16"/>
                    <a:gd name="T43" fmla="*/ 544 h 947"/>
                    <a:gd name="T44" fmla="*/ 0 w 16"/>
                    <a:gd name="T45" fmla="*/ 485 h 947"/>
                    <a:gd name="T46" fmla="*/ 16 w 16"/>
                    <a:gd name="T47" fmla="*/ 485 h 947"/>
                    <a:gd name="T48" fmla="*/ 16 w 16"/>
                    <a:gd name="T49" fmla="*/ 544 h 947"/>
                    <a:gd name="T50" fmla="*/ 16 w 16"/>
                    <a:gd name="T51" fmla="*/ 443 h 947"/>
                    <a:gd name="T52" fmla="*/ 0 w 16"/>
                    <a:gd name="T53" fmla="*/ 443 h 947"/>
                    <a:gd name="T54" fmla="*/ 0 w 16"/>
                    <a:gd name="T55" fmla="*/ 383 h 947"/>
                    <a:gd name="T56" fmla="*/ 16 w 16"/>
                    <a:gd name="T57" fmla="*/ 383 h 947"/>
                    <a:gd name="T58" fmla="*/ 16 w 16"/>
                    <a:gd name="T59" fmla="*/ 443 h 947"/>
                    <a:gd name="T60" fmla="*/ 16 w 16"/>
                    <a:gd name="T61" fmla="*/ 343 h 947"/>
                    <a:gd name="T62" fmla="*/ 0 w 16"/>
                    <a:gd name="T63" fmla="*/ 343 h 947"/>
                    <a:gd name="T64" fmla="*/ 0 w 16"/>
                    <a:gd name="T65" fmla="*/ 284 h 947"/>
                    <a:gd name="T66" fmla="*/ 16 w 16"/>
                    <a:gd name="T67" fmla="*/ 284 h 947"/>
                    <a:gd name="T68" fmla="*/ 16 w 16"/>
                    <a:gd name="T69" fmla="*/ 343 h 947"/>
                    <a:gd name="T70" fmla="*/ 16 w 16"/>
                    <a:gd name="T71" fmla="*/ 241 h 947"/>
                    <a:gd name="T72" fmla="*/ 0 w 16"/>
                    <a:gd name="T73" fmla="*/ 241 h 947"/>
                    <a:gd name="T74" fmla="*/ 0 w 16"/>
                    <a:gd name="T75" fmla="*/ 182 h 947"/>
                    <a:gd name="T76" fmla="*/ 16 w 16"/>
                    <a:gd name="T77" fmla="*/ 182 h 947"/>
                    <a:gd name="T78" fmla="*/ 16 w 16"/>
                    <a:gd name="T79" fmla="*/ 241 h 947"/>
                    <a:gd name="T80" fmla="*/ 16 w 16"/>
                    <a:gd name="T81" fmla="*/ 142 h 947"/>
                    <a:gd name="T82" fmla="*/ 0 w 16"/>
                    <a:gd name="T83" fmla="*/ 142 h 947"/>
                    <a:gd name="T84" fmla="*/ 0 w 16"/>
                    <a:gd name="T85" fmla="*/ 83 h 947"/>
                    <a:gd name="T86" fmla="*/ 16 w 16"/>
                    <a:gd name="T87" fmla="*/ 83 h 947"/>
                    <a:gd name="T88" fmla="*/ 16 w 16"/>
                    <a:gd name="T89" fmla="*/ 142 h 947"/>
                    <a:gd name="T90" fmla="*/ 16 w 16"/>
                    <a:gd name="T91" fmla="*/ 40 h 947"/>
                    <a:gd name="T92" fmla="*/ 0 w 16"/>
                    <a:gd name="T93" fmla="*/ 40 h 947"/>
                    <a:gd name="T94" fmla="*/ 0 w 16"/>
                    <a:gd name="T95" fmla="*/ 0 h 947"/>
                    <a:gd name="T96" fmla="*/ 16 w 16"/>
                    <a:gd name="T97" fmla="*/ 0 h 947"/>
                    <a:gd name="T98" fmla="*/ 16 w 16"/>
                    <a:gd name="T99" fmla="*/ 4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6" h="947">
                      <a:moveTo>
                        <a:pt x="16" y="947"/>
                      </a:moveTo>
                      <a:lnTo>
                        <a:pt x="0" y="947"/>
                      </a:lnTo>
                      <a:lnTo>
                        <a:pt x="0" y="888"/>
                      </a:lnTo>
                      <a:lnTo>
                        <a:pt x="16" y="888"/>
                      </a:lnTo>
                      <a:lnTo>
                        <a:pt x="16" y="947"/>
                      </a:lnTo>
                      <a:close/>
                      <a:moveTo>
                        <a:pt x="16" y="845"/>
                      </a:moveTo>
                      <a:lnTo>
                        <a:pt x="0" y="845"/>
                      </a:lnTo>
                      <a:lnTo>
                        <a:pt x="0" y="786"/>
                      </a:lnTo>
                      <a:lnTo>
                        <a:pt x="16" y="786"/>
                      </a:lnTo>
                      <a:lnTo>
                        <a:pt x="16" y="845"/>
                      </a:lnTo>
                      <a:close/>
                      <a:moveTo>
                        <a:pt x="16" y="746"/>
                      </a:moveTo>
                      <a:lnTo>
                        <a:pt x="0" y="746"/>
                      </a:lnTo>
                      <a:lnTo>
                        <a:pt x="0" y="686"/>
                      </a:lnTo>
                      <a:lnTo>
                        <a:pt x="16" y="686"/>
                      </a:lnTo>
                      <a:lnTo>
                        <a:pt x="16" y="746"/>
                      </a:lnTo>
                      <a:close/>
                      <a:moveTo>
                        <a:pt x="16" y="644"/>
                      </a:moveTo>
                      <a:lnTo>
                        <a:pt x="0" y="644"/>
                      </a:lnTo>
                      <a:lnTo>
                        <a:pt x="0" y="585"/>
                      </a:lnTo>
                      <a:lnTo>
                        <a:pt x="16" y="585"/>
                      </a:lnTo>
                      <a:lnTo>
                        <a:pt x="16" y="644"/>
                      </a:lnTo>
                      <a:close/>
                      <a:moveTo>
                        <a:pt x="16" y="544"/>
                      </a:moveTo>
                      <a:lnTo>
                        <a:pt x="0" y="544"/>
                      </a:lnTo>
                      <a:lnTo>
                        <a:pt x="0" y="485"/>
                      </a:lnTo>
                      <a:lnTo>
                        <a:pt x="16" y="485"/>
                      </a:lnTo>
                      <a:lnTo>
                        <a:pt x="16" y="544"/>
                      </a:lnTo>
                      <a:close/>
                      <a:moveTo>
                        <a:pt x="16" y="443"/>
                      </a:moveTo>
                      <a:lnTo>
                        <a:pt x="0" y="443"/>
                      </a:lnTo>
                      <a:lnTo>
                        <a:pt x="0" y="383"/>
                      </a:lnTo>
                      <a:lnTo>
                        <a:pt x="16" y="383"/>
                      </a:lnTo>
                      <a:lnTo>
                        <a:pt x="16" y="443"/>
                      </a:lnTo>
                      <a:close/>
                      <a:moveTo>
                        <a:pt x="16" y="343"/>
                      </a:moveTo>
                      <a:lnTo>
                        <a:pt x="0" y="343"/>
                      </a:lnTo>
                      <a:lnTo>
                        <a:pt x="0" y="284"/>
                      </a:lnTo>
                      <a:lnTo>
                        <a:pt x="16" y="284"/>
                      </a:lnTo>
                      <a:lnTo>
                        <a:pt x="16" y="343"/>
                      </a:lnTo>
                      <a:close/>
                      <a:moveTo>
                        <a:pt x="16" y="241"/>
                      </a:moveTo>
                      <a:lnTo>
                        <a:pt x="0" y="241"/>
                      </a:lnTo>
                      <a:lnTo>
                        <a:pt x="0" y="182"/>
                      </a:lnTo>
                      <a:lnTo>
                        <a:pt x="16" y="182"/>
                      </a:lnTo>
                      <a:lnTo>
                        <a:pt x="16" y="241"/>
                      </a:lnTo>
                      <a:close/>
                      <a:moveTo>
                        <a:pt x="16" y="142"/>
                      </a:moveTo>
                      <a:lnTo>
                        <a:pt x="0" y="142"/>
                      </a:lnTo>
                      <a:lnTo>
                        <a:pt x="0" y="83"/>
                      </a:lnTo>
                      <a:lnTo>
                        <a:pt x="16" y="83"/>
                      </a:lnTo>
                      <a:lnTo>
                        <a:pt x="16" y="142"/>
                      </a:lnTo>
                      <a:close/>
                      <a:moveTo>
                        <a:pt x="16" y="40"/>
                      </a:move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solidFill>
                  <a:srgbClr val="0E3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998" name="组合 997">
                <a:extLst>
                  <a:ext uri="{FF2B5EF4-FFF2-40B4-BE49-F238E27FC236}">
                    <a16:creationId xmlns:a16="http://schemas.microsoft.com/office/drawing/2014/main" id="{73939B52-56D7-D936-8C1D-12A13E8B80A5}"/>
                  </a:ext>
                </a:extLst>
              </p:cNvPr>
              <p:cNvGrpSpPr/>
              <p:nvPr/>
            </p:nvGrpSpPr>
            <p:grpSpPr>
              <a:xfrm flipV="1">
                <a:off x="3011745" y="1377441"/>
                <a:ext cx="321142" cy="2062895"/>
                <a:chOff x="3005419" y="3487005"/>
                <a:chExt cx="321142" cy="2062895"/>
              </a:xfrm>
              <a:noFill/>
            </p:grpSpPr>
            <p:sp>
              <p:nvSpPr>
                <p:cNvPr id="999" name="Freeform 117">
                  <a:extLst>
                    <a:ext uri="{FF2B5EF4-FFF2-40B4-BE49-F238E27FC236}">
                      <a16:creationId xmlns:a16="http://schemas.microsoft.com/office/drawing/2014/main" id="{FD9F0F09-2F64-BD5A-96EC-4B8A04E3CB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129722" cy="25311"/>
                </a:xfrm>
                <a:custGeom>
                  <a:avLst/>
                  <a:gdLst>
                    <a:gd name="T0" fmla="*/ 31 w 35"/>
                    <a:gd name="T1" fmla="*/ 0 h 7"/>
                    <a:gd name="T2" fmla="*/ 3 w 35"/>
                    <a:gd name="T3" fmla="*/ 0 h 7"/>
                    <a:gd name="T4" fmla="*/ 0 w 35"/>
                    <a:gd name="T5" fmla="*/ 4 h 7"/>
                    <a:gd name="T6" fmla="*/ 3 w 35"/>
                    <a:gd name="T7" fmla="*/ 7 h 7"/>
                    <a:gd name="T8" fmla="*/ 31 w 35"/>
                    <a:gd name="T9" fmla="*/ 7 h 7"/>
                    <a:gd name="T10" fmla="*/ 35 w 35"/>
                    <a:gd name="T11" fmla="*/ 4 h 7"/>
                    <a:gd name="T12" fmla="*/ 31 w 3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1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6"/>
                        <a:pt x="35" y="4"/>
                      </a:cubicBezTo>
                      <a:cubicBezTo>
                        <a:pt x="35" y="2"/>
                        <a:pt x="33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00" name="Freeform 118">
                  <a:extLst>
                    <a:ext uri="{FF2B5EF4-FFF2-40B4-BE49-F238E27FC236}">
                      <a16:creationId xmlns:a16="http://schemas.microsoft.com/office/drawing/2014/main" id="{7431E15C-8ECC-5117-44F5-144FE03040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129722" cy="26894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01" name="Freeform 119">
                  <a:extLst>
                    <a:ext uri="{FF2B5EF4-FFF2-40B4-BE49-F238E27FC236}">
                      <a16:creationId xmlns:a16="http://schemas.microsoft.com/office/drawing/2014/main" id="{89E7304E-B42A-DC93-598E-5518030D85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129722" cy="25311"/>
                </a:xfrm>
                <a:custGeom>
                  <a:avLst/>
                  <a:gdLst>
                    <a:gd name="T0" fmla="*/ 3 w 35"/>
                    <a:gd name="T1" fmla="*/ 7 h 7"/>
                    <a:gd name="T2" fmla="*/ 31 w 35"/>
                    <a:gd name="T3" fmla="*/ 7 h 7"/>
                    <a:gd name="T4" fmla="*/ 35 w 35"/>
                    <a:gd name="T5" fmla="*/ 3 h 7"/>
                    <a:gd name="T6" fmla="*/ 31 w 35"/>
                    <a:gd name="T7" fmla="*/ 0 h 7"/>
                    <a:gd name="T8" fmla="*/ 3 w 35"/>
                    <a:gd name="T9" fmla="*/ 0 h 7"/>
                    <a:gd name="T10" fmla="*/ 0 w 35"/>
                    <a:gd name="T11" fmla="*/ 3 h 7"/>
                    <a:gd name="T12" fmla="*/ 3 w 35"/>
                    <a:gd name="T13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7">
                      <a:moveTo>
                        <a:pt x="3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3" y="7"/>
                        <a:pt x="35" y="5"/>
                        <a:pt x="35" y="3"/>
                      </a:cubicBezTo>
                      <a:cubicBezTo>
                        <a:pt x="35" y="1"/>
                        <a:pt x="33" y="0"/>
                        <a:pt x="3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02" name="Freeform 120">
                  <a:extLst>
                    <a:ext uri="{FF2B5EF4-FFF2-40B4-BE49-F238E27FC236}">
                      <a16:creationId xmlns:a16="http://schemas.microsoft.com/office/drawing/2014/main" id="{28952EC8-631D-8204-AFCE-A456A0CA0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66443" cy="22148"/>
                </a:xfrm>
                <a:custGeom>
                  <a:avLst/>
                  <a:gdLst>
                    <a:gd name="T0" fmla="*/ 3 w 18"/>
                    <a:gd name="T1" fmla="*/ 6 h 6"/>
                    <a:gd name="T2" fmla="*/ 15 w 18"/>
                    <a:gd name="T3" fmla="*/ 6 h 6"/>
                    <a:gd name="T4" fmla="*/ 18 w 18"/>
                    <a:gd name="T5" fmla="*/ 3 h 6"/>
                    <a:gd name="T6" fmla="*/ 15 w 18"/>
                    <a:gd name="T7" fmla="*/ 0 h 6"/>
                    <a:gd name="T8" fmla="*/ 3 w 18"/>
                    <a:gd name="T9" fmla="*/ 0 h 6"/>
                    <a:gd name="T10" fmla="*/ 0 w 18"/>
                    <a:gd name="T11" fmla="*/ 3 h 6"/>
                    <a:gd name="T12" fmla="*/ 3 w 18"/>
                    <a:gd name="T13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6">
                      <a:moveTo>
                        <a:pt x="3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7" y="6"/>
                        <a:pt x="18" y="5"/>
                        <a:pt x="18" y="3"/>
                      </a:cubicBezTo>
                      <a:cubicBezTo>
                        <a:pt x="18" y="1"/>
                        <a:pt x="17" y="0"/>
                        <a:pt x="15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03" name="Freeform 121">
                  <a:extLst>
                    <a:ext uri="{FF2B5EF4-FFF2-40B4-BE49-F238E27FC236}">
                      <a16:creationId xmlns:a16="http://schemas.microsoft.com/office/drawing/2014/main" id="{6C66EED5-5257-9A59-EBDD-7F4492D4B3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5419" y="5141750"/>
                  <a:ext cx="321141" cy="408150"/>
                </a:xfrm>
                <a:custGeom>
                  <a:avLst/>
                  <a:gdLst>
                    <a:gd name="T0" fmla="*/ 44 w 86"/>
                    <a:gd name="T1" fmla="*/ 109 h 109"/>
                    <a:gd name="T2" fmla="*/ 86 w 86"/>
                    <a:gd name="T3" fmla="*/ 66 h 109"/>
                    <a:gd name="T4" fmla="*/ 77 w 86"/>
                    <a:gd name="T5" fmla="*/ 42 h 109"/>
                    <a:gd name="T6" fmla="*/ 65 w 86"/>
                    <a:gd name="T7" fmla="*/ 10 h 109"/>
                    <a:gd name="T8" fmla="*/ 56 w 86"/>
                    <a:gd name="T9" fmla="*/ 1 h 109"/>
                    <a:gd name="T10" fmla="*/ 44 w 86"/>
                    <a:gd name="T11" fmla="*/ 1 h 109"/>
                    <a:gd name="T12" fmla="*/ 27 w 86"/>
                    <a:gd name="T13" fmla="*/ 1 h 109"/>
                    <a:gd name="T14" fmla="*/ 16 w 86"/>
                    <a:gd name="T15" fmla="*/ 29 h 109"/>
                    <a:gd name="T16" fmla="*/ 0 w 86"/>
                    <a:gd name="T17" fmla="*/ 67 h 109"/>
                    <a:gd name="T18" fmla="*/ 44 w 86"/>
                    <a:gd name="T19" fmla="*/ 109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6" h="109">
                      <a:moveTo>
                        <a:pt x="44" y="109"/>
                      </a:moveTo>
                      <a:cubicBezTo>
                        <a:pt x="72" y="109"/>
                        <a:pt x="86" y="89"/>
                        <a:pt x="86" y="66"/>
                      </a:cubicBezTo>
                      <a:cubicBezTo>
                        <a:pt x="86" y="59"/>
                        <a:pt x="82" y="51"/>
                        <a:pt x="77" y="42"/>
                      </a:cubicBezTo>
                      <a:cubicBezTo>
                        <a:pt x="72" y="34"/>
                        <a:pt x="68" y="20"/>
                        <a:pt x="65" y="10"/>
                      </a:cubicBezTo>
                      <a:cubicBezTo>
                        <a:pt x="63" y="0"/>
                        <a:pt x="56" y="1"/>
                        <a:pt x="56" y="1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34" y="1"/>
                        <a:pt x="27" y="1"/>
                      </a:cubicBezTo>
                      <a:cubicBezTo>
                        <a:pt x="21" y="1"/>
                        <a:pt x="22" y="14"/>
                        <a:pt x="16" y="29"/>
                      </a:cubicBezTo>
                      <a:cubicBezTo>
                        <a:pt x="10" y="43"/>
                        <a:pt x="0" y="51"/>
                        <a:pt x="0" y="67"/>
                      </a:cubicBezTo>
                      <a:cubicBezTo>
                        <a:pt x="0" y="83"/>
                        <a:pt x="15" y="109"/>
                        <a:pt x="44" y="10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04" name="Freeform 122">
                  <a:extLst>
                    <a:ext uri="{FF2B5EF4-FFF2-40B4-BE49-F238E27FC236}">
                      <a16:creationId xmlns:a16="http://schemas.microsoft.com/office/drawing/2014/main" id="{9401F675-3571-9838-6DA7-1649CE5164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9945" y="5141750"/>
                  <a:ext cx="156616" cy="408150"/>
                </a:xfrm>
                <a:custGeom>
                  <a:avLst/>
                  <a:gdLst>
                    <a:gd name="T0" fmla="*/ 42 w 42"/>
                    <a:gd name="T1" fmla="*/ 66 h 109"/>
                    <a:gd name="T2" fmla="*/ 33 w 42"/>
                    <a:gd name="T3" fmla="*/ 42 h 109"/>
                    <a:gd name="T4" fmla="*/ 21 w 42"/>
                    <a:gd name="T5" fmla="*/ 10 h 109"/>
                    <a:gd name="T6" fmla="*/ 12 w 42"/>
                    <a:gd name="T7" fmla="*/ 1 h 109"/>
                    <a:gd name="T8" fmla="*/ 0 w 42"/>
                    <a:gd name="T9" fmla="*/ 1 h 109"/>
                    <a:gd name="T10" fmla="*/ 0 w 42"/>
                    <a:gd name="T11" fmla="*/ 109 h 109"/>
                    <a:gd name="T12" fmla="*/ 42 w 42"/>
                    <a:gd name="T13" fmla="*/ 66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109">
                      <a:moveTo>
                        <a:pt x="42" y="66"/>
                      </a:moveTo>
                      <a:cubicBezTo>
                        <a:pt x="42" y="59"/>
                        <a:pt x="38" y="51"/>
                        <a:pt x="33" y="42"/>
                      </a:cubicBezTo>
                      <a:cubicBezTo>
                        <a:pt x="28" y="34"/>
                        <a:pt x="24" y="20"/>
                        <a:pt x="21" y="10"/>
                      </a:cubicBezTo>
                      <a:cubicBezTo>
                        <a:pt x="19" y="0"/>
                        <a:pt x="12" y="1"/>
                        <a:pt x="12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28" y="109"/>
                        <a:pt x="42" y="89"/>
                        <a:pt x="42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05" name="Freeform 123">
                  <a:extLst>
                    <a:ext uri="{FF2B5EF4-FFF2-40B4-BE49-F238E27FC236}">
                      <a16:creationId xmlns:a16="http://schemas.microsoft.com/office/drawing/2014/main" id="{E91632C4-DFA8-D54B-C1AF-0D7FF41DC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94290"/>
                  <a:ext cx="66443" cy="25311"/>
                </a:xfrm>
                <a:custGeom>
                  <a:avLst/>
                  <a:gdLst>
                    <a:gd name="T0" fmla="*/ 0 w 18"/>
                    <a:gd name="T1" fmla="*/ 4 h 7"/>
                    <a:gd name="T2" fmla="*/ 3 w 18"/>
                    <a:gd name="T3" fmla="*/ 7 h 7"/>
                    <a:gd name="T4" fmla="*/ 18 w 18"/>
                    <a:gd name="T5" fmla="*/ 7 h 7"/>
                    <a:gd name="T6" fmla="*/ 18 w 18"/>
                    <a:gd name="T7" fmla="*/ 0 h 7"/>
                    <a:gd name="T8" fmla="*/ 3 w 18"/>
                    <a:gd name="T9" fmla="*/ 0 h 7"/>
                    <a:gd name="T10" fmla="*/ 0 w 18"/>
                    <a:gd name="T11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0" y="4"/>
                      </a:moveTo>
                      <a:cubicBezTo>
                        <a:pt x="0" y="6"/>
                        <a:pt x="1" y="7"/>
                        <a:pt x="3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2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06" name="Freeform 124">
                  <a:extLst>
                    <a:ext uri="{FF2B5EF4-FFF2-40B4-BE49-F238E27FC236}">
                      <a16:creationId xmlns:a16="http://schemas.microsoft.com/office/drawing/2014/main" id="{9698B7DC-4846-7ADA-795D-BB2115342E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59487"/>
                  <a:ext cx="66443" cy="26894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07" name="Freeform 125">
                  <a:extLst>
                    <a:ext uri="{FF2B5EF4-FFF2-40B4-BE49-F238E27FC236}">
                      <a16:creationId xmlns:a16="http://schemas.microsoft.com/office/drawing/2014/main" id="{4B401225-9A55-7D33-97E0-0EAEB0E6D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3501" y="5023101"/>
                  <a:ext cx="66443" cy="25311"/>
                </a:xfrm>
                <a:custGeom>
                  <a:avLst/>
                  <a:gdLst>
                    <a:gd name="T0" fmla="*/ 3 w 18"/>
                    <a:gd name="T1" fmla="*/ 7 h 7"/>
                    <a:gd name="T2" fmla="*/ 18 w 18"/>
                    <a:gd name="T3" fmla="*/ 7 h 7"/>
                    <a:gd name="T4" fmla="*/ 18 w 18"/>
                    <a:gd name="T5" fmla="*/ 0 h 7"/>
                    <a:gd name="T6" fmla="*/ 3 w 18"/>
                    <a:gd name="T7" fmla="*/ 0 h 7"/>
                    <a:gd name="T8" fmla="*/ 0 w 18"/>
                    <a:gd name="T9" fmla="*/ 3 h 7"/>
                    <a:gd name="T10" fmla="*/ 3 w 18"/>
                    <a:gd name="T11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7">
                      <a:moveTo>
                        <a:pt x="3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7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08" name="Freeform 126">
                  <a:extLst>
                    <a:ext uri="{FF2B5EF4-FFF2-40B4-BE49-F238E27FC236}">
                      <a16:creationId xmlns:a16="http://schemas.microsoft.com/office/drawing/2014/main" id="{6D8AAD4F-EBBC-3499-127B-8E483559FF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559" y="4985134"/>
                  <a:ext cx="36386" cy="22148"/>
                </a:xfrm>
                <a:custGeom>
                  <a:avLst/>
                  <a:gdLst>
                    <a:gd name="T0" fmla="*/ 3 w 10"/>
                    <a:gd name="T1" fmla="*/ 6 h 6"/>
                    <a:gd name="T2" fmla="*/ 10 w 10"/>
                    <a:gd name="T3" fmla="*/ 6 h 6"/>
                    <a:gd name="T4" fmla="*/ 10 w 10"/>
                    <a:gd name="T5" fmla="*/ 0 h 6"/>
                    <a:gd name="T6" fmla="*/ 3 w 10"/>
                    <a:gd name="T7" fmla="*/ 0 h 6"/>
                    <a:gd name="T8" fmla="*/ 0 w 10"/>
                    <a:gd name="T9" fmla="*/ 3 h 6"/>
                    <a:gd name="T10" fmla="*/ 3 w 10"/>
                    <a:gd name="T1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6">
                      <a:moveTo>
                        <a:pt x="3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5"/>
                        <a:pt x="1" y="6"/>
                        <a:pt x="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09" name="Freeform 164">
                  <a:extLst>
                    <a:ext uri="{FF2B5EF4-FFF2-40B4-BE49-F238E27FC236}">
                      <a16:creationId xmlns:a16="http://schemas.microsoft.com/office/drawing/2014/main" id="{D5003281-4B9C-4392-B08C-F8DE644C8A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55706" y="3487005"/>
                  <a:ext cx="25311" cy="1498129"/>
                </a:xfrm>
                <a:custGeom>
                  <a:avLst/>
                  <a:gdLst>
                    <a:gd name="T0" fmla="*/ 16 w 16"/>
                    <a:gd name="T1" fmla="*/ 947 h 947"/>
                    <a:gd name="T2" fmla="*/ 0 w 16"/>
                    <a:gd name="T3" fmla="*/ 947 h 947"/>
                    <a:gd name="T4" fmla="*/ 0 w 16"/>
                    <a:gd name="T5" fmla="*/ 888 h 947"/>
                    <a:gd name="T6" fmla="*/ 16 w 16"/>
                    <a:gd name="T7" fmla="*/ 888 h 947"/>
                    <a:gd name="T8" fmla="*/ 16 w 16"/>
                    <a:gd name="T9" fmla="*/ 947 h 947"/>
                    <a:gd name="T10" fmla="*/ 16 w 16"/>
                    <a:gd name="T11" fmla="*/ 845 h 947"/>
                    <a:gd name="T12" fmla="*/ 0 w 16"/>
                    <a:gd name="T13" fmla="*/ 845 h 947"/>
                    <a:gd name="T14" fmla="*/ 0 w 16"/>
                    <a:gd name="T15" fmla="*/ 786 h 947"/>
                    <a:gd name="T16" fmla="*/ 16 w 16"/>
                    <a:gd name="T17" fmla="*/ 786 h 947"/>
                    <a:gd name="T18" fmla="*/ 16 w 16"/>
                    <a:gd name="T19" fmla="*/ 845 h 947"/>
                    <a:gd name="T20" fmla="*/ 16 w 16"/>
                    <a:gd name="T21" fmla="*/ 746 h 947"/>
                    <a:gd name="T22" fmla="*/ 0 w 16"/>
                    <a:gd name="T23" fmla="*/ 746 h 947"/>
                    <a:gd name="T24" fmla="*/ 0 w 16"/>
                    <a:gd name="T25" fmla="*/ 686 h 947"/>
                    <a:gd name="T26" fmla="*/ 16 w 16"/>
                    <a:gd name="T27" fmla="*/ 686 h 947"/>
                    <a:gd name="T28" fmla="*/ 16 w 16"/>
                    <a:gd name="T29" fmla="*/ 746 h 947"/>
                    <a:gd name="T30" fmla="*/ 16 w 16"/>
                    <a:gd name="T31" fmla="*/ 644 h 947"/>
                    <a:gd name="T32" fmla="*/ 0 w 16"/>
                    <a:gd name="T33" fmla="*/ 644 h 947"/>
                    <a:gd name="T34" fmla="*/ 0 w 16"/>
                    <a:gd name="T35" fmla="*/ 585 h 947"/>
                    <a:gd name="T36" fmla="*/ 16 w 16"/>
                    <a:gd name="T37" fmla="*/ 585 h 947"/>
                    <a:gd name="T38" fmla="*/ 16 w 16"/>
                    <a:gd name="T39" fmla="*/ 644 h 947"/>
                    <a:gd name="T40" fmla="*/ 16 w 16"/>
                    <a:gd name="T41" fmla="*/ 544 h 947"/>
                    <a:gd name="T42" fmla="*/ 0 w 16"/>
                    <a:gd name="T43" fmla="*/ 544 h 947"/>
                    <a:gd name="T44" fmla="*/ 0 w 16"/>
                    <a:gd name="T45" fmla="*/ 485 h 947"/>
                    <a:gd name="T46" fmla="*/ 16 w 16"/>
                    <a:gd name="T47" fmla="*/ 485 h 947"/>
                    <a:gd name="T48" fmla="*/ 16 w 16"/>
                    <a:gd name="T49" fmla="*/ 544 h 947"/>
                    <a:gd name="T50" fmla="*/ 16 w 16"/>
                    <a:gd name="T51" fmla="*/ 443 h 947"/>
                    <a:gd name="T52" fmla="*/ 0 w 16"/>
                    <a:gd name="T53" fmla="*/ 443 h 947"/>
                    <a:gd name="T54" fmla="*/ 0 w 16"/>
                    <a:gd name="T55" fmla="*/ 383 h 947"/>
                    <a:gd name="T56" fmla="*/ 16 w 16"/>
                    <a:gd name="T57" fmla="*/ 383 h 947"/>
                    <a:gd name="T58" fmla="*/ 16 w 16"/>
                    <a:gd name="T59" fmla="*/ 443 h 947"/>
                    <a:gd name="T60" fmla="*/ 16 w 16"/>
                    <a:gd name="T61" fmla="*/ 343 h 947"/>
                    <a:gd name="T62" fmla="*/ 0 w 16"/>
                    <a:gd name="T63" fmla="*/ 343 h 947"/>
                    <a:gd name="T64" fmla="*/ 0 w 16"/>
                    <a:gd name="T65" fmla="*/ 284 h 947"/>
                    <a:gd name="T66" fmla="*/ 16 w 16"/>
                    <a:gd name="T67" fmla="*/ 284 h 947"/>
                    <a:gd name="T68" fmla="*/ 16 w 16"/>
                    <a:gd name="T69" fmla="*/ 343 h 947"/>
                    <a:gd name="T70" fmla="*/ 16 w 16"/>
                    <a:gd name="T71" fmla="*/ 241 h 947"/>
                    <a:gd name="T72" fmla="*/ 0 w 16"/>
                    <a:gd name="T73" fmla="*/ 241 h 947"/>
                    <a:gd name="T74" fmla="*/ 0 w 16"/>
                    <a:gd name="T75" fmla="*/ 182 h 947"/>
                    <a:gd name="T76" fmla="*/ 16 w 16"/>
                    <a:gd name="T77" fmla="*/ 182 h 947"/>
                    <a:gd name="T78" fmla="*/ 16 w 16"/>
                    <a:gd name="T79" fmla="*/ 241 h 947"/>
                    <a:gd name="T80" fmla="*/ 16 w 16"/>
                    <a:gd name="T81" fmla="*/ 142 h 947"/>
                    <a:gd name="T82" fmla="*/ 0 w 16"/>
                    <a:gd name="T83" fmla="*/ 142 h 947"/>
                    <a:gd name="T84" fmla="*/ 0 w 16"/>
                    <a:gd name="T85" fmla="*/ 83 h 947"/>
                    <a:gd name="T86" fmla="*/ 16 w 16"/>
                    <a:gd name="T87" fmla="*/ 83 h 947"/>
                    <a:gd name="T88" fmla="*/ 16 w 16"/>
                    <a:gd name="T89" fmla="*/ 142 h 947"/>
                    <a:gd name="T90" fmla="*/ 16 w 16"/>
                    <a:gd name="T91" fmla="*/ 40 h 947"/>
                    <a:gd name="T92" fmla="*/ 0 w 16"/>
                    <a:gd name="T93" fmla="*/ 40 h 947"/>
                    <a:gd name="T94" fmla="*/ 0 w 16"/>
                    <a:gd name="T95" fmla="*/ 0 h 947"/>
                    <a:gd name="T96" fmla="*/ 16 w 16"/>
                    <a:gd name="T97" fmla="*/ 0 h 947"/>
                    <a:gd name="T98" fmla="*/ 16 w 16"/>
                    <a:gd name="T99" fmla="*/ 4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6" h="947">
                      <a:moveTo>
                        <a:pt x="16" y="947"/>
                      </a:moveTo>
                      <a:lnTo>
                        <a:pt x="0" y="947"/>
                      </a:lnTo>
                      <a:lnTo>
                        <a:pt x="0" y="888"/>
                      </a:lnTo>
                      <a:lnTo>
                        <a:pt x="16" y="888"/>
                      </a:lnTo>
                      <a:lnTo>
                        <a:pt x="16" y="947"/>
                      </a:lnTo>
                      <a:close/>
                      <a:moveTo>
                        <a:pt x="16" y="845"/>
                      </a:moveTo>
                      <a:lnTo>
                        <a:pt x="0" y="845"/>
                      </a:lnTo>
                      <a:lnTo>
                        <a:pt x="0" y="786"/>
                      </a:lnTo>
                      <a:lnTo>
                        <a:pt x="16" y="786"/>
                      </a:lnTo>
                      <a:lnTo>
                        <a:pt x="16" y="845"/>
                      </a:lnTo>
                      <a:close/>
                      <a:moveTo>
                        <a:pt x="16" y="746"/>
                      </a:moveTo>
                      <a:lnTo>
                        <a:pt x="0" y="746"/>
                      </a:lnTo>
                      <a:lnTo>
                        <a:pt x="0" y="686"/>
                      </a:lnTo>
                      <a:lnTo>
                        <a:pt x="16" y="686"/>
                      </a:lnTo>
                      <a:lnTo>
                        <a:pt x="16" y="746"/>
                      </a:lnTo>
                      <a:close/>
                      <a:moveTo>
                        <a:pt x="16" y="644"/>
                      </a:moveTo>
                      <a:lnTo>
                        <a:pt x="0" y="644"/>
                      </a:lnTo>
                      <a:lnTo>
                        <a:pt x="0" y="585"/>
                      </a:lnTo>
                      <a:lnTo>
                        <a:pt x="16" y="585"/>
                      </a:lnTo>
                      <a:lnTo>
                        <a:pt x="16" y="644"/>
                      </a:lnTo>
                      <a:close/>
                      <a:moveTo>
                        <a:pt x="16" y="544"/>
                      </a:moveTo>
                      <a:lnTo>
                        <a:pt x="0" y="544"/>
                      </a:lnTo>
                      <a:lnTo>
                        <a:pt x="0" y="485"/>
                      </a:lnTo>
                      <a:lnTo>
                        <a:pt x="16" y="485"/>
                      </a:lnTo>
                      <a:lnTo>
                        <a:pt x="16" y="544"/>
                      </a:lnTo>
                      <a:close/>
                      <a:moveTo>
                        <a:pt x="16" y="443"/>
                      </a:moveTo>
                      <a:lnTo>
                        <a:pt x="0" y="443"/>
                      </a:lnTo>
                      <a:lnTo>
                        <a:pt x="0" y="383"/>
                      </a:lnTo>
                      <a:lnTo>
                        <a:pt x="16" y="383"/>
                      </a:lnTo>
                      <a:lnTo>
                        <a:pt x="16" y="443"/>
                      </a:lnTo>
                      <a:close/>
                      <a:moveTo>
                        <a:pt x="16" y="343"/>
                      </a:moveTo>
                      <a:lnTo>
                        <a:pt x="0" y="343"/>
                      </a:lnTo>
                      <a:lnTo>
                        <a:pt x="0" y="284"/>
                      </a:lnTo>
                      <a:lnTo>
                        <a:pt x="16" y="284"/>
                      </a:lnTo>
                      <a:lnTo>
                        <a:pt x="16" y="343"/>
                      </a:lnTo>
                      <a:close/>
                      <a:moveTo>
                        <a:pt x="16" y="241"/>
                      </a:moveTo>
                      <a:lnTo>
                        <a:pt x="0" y="241"/>
                      </a:lnTo>
                      <a:lnTo>
                        <a:pt x="0" y="182"/>
                      </a:lnTo>
                      <a:lnTo>
                        <a:pt x="16" y="182"/>
                      </a:lnTo>
                      <a:lnTo>
                        <a:pt x="16" y="241"/>
                      </a:lnTo>
                      <a:close/>
                      <a:moveTo>
                        <a:pt x="16" y="142"/>
                      </a:moveTo>
                      <a:lnTo>
                        <a:pt x="0" y="142"/>
                      </a:lnTo>
                      <a:lnTo>
                        <a:pt x="0" y="83"/>
                      </a:lnTo>
                      <a:lnTo>
                        <a:pt x="16" y="83"/>
                      </a:lnTo>
                      <a:lnTo>
                        <a:pt x="16" y="142"/>
                      </a:lnTo>
                      <a:close/>
                      <a:moveTo>
                        <a:pt x="16" y="40"/>
                      </a:move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989" name="椭圆 988">
              <a:extLst>
                <a:ext uri="{FF2B5EF4-FFF2-40B4-BE49-F238E27FC236}">
                  <a16:creationId xmlns:a16="http://schemas.microsoft.com/office/drawing/2014/main" id="{D3EA1B7D-C454-7CCB-2B08-5B75845245E7}"/>
                </a:ext>
              </a:extLst>
            </p:cNvPr>
            <p:cNvSpPr/>
            <p:nvPr/>
          </p:nvSpPr>
          <p:spPr>
            <a:xfrm>
              <a:off x="3315404" y="4418789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0" name="椭圆 989">
              <a:extLst>
                <a:ext uri="{FF2B5EF4-FFF2-40B4-BE49-F238E27FC236}">
                  <a16:creationId xmlns:a16="http://schemas.microsoft.com/office/drawing/2014/main" id="{D37DCDF7-DF63-8285-BE30-F6DEA1406CB4}"/>
                </a:ext>
              </a:extLst>
            </p:cNvPr>
            <p:cNvSpPr/>
            <p:nvPr/>
          </p:nvSpPr>
          <p:spPr>
            <a:xfrm>
              <a:off x="3921464" y="3671888"/>
              <a:ext cx="1552608" cy="1552608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1" name="椭圆 990">
              <a:extLst>
                <a:ext uri="{FF2B5EF4-FFF2-40B4-BE49-F238E27FC236}">
                  <a16:creationId xmlns:a16="http://schemas.microsoft.com/office/drawing/2014/main" id="{E0508159-7D6D-C625-44D8-DB4995ACA2C5}"/>
                </a:ext>
              </a:extLst>
            </p:cNvPr>
            <p:cNvSpPr/>
            <p:nvPr/>
          </p:nvSpPr>
          <p:spPr>
            <a:xfrm>
              <a:off x="1799711" y="3676841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2" name="椭圆 991">
              <a:extLst>
                <a:ext uri="{FF2B5EF4-FFF2-40B4-BE49-F238E27FC236}">
                  <a16:creationId xmlns:a16="http://schemas.microsoft.com/office/drawing/2014/main" id="{D01C6D94-2F0A-220E-ACDC-33CC4958DBA3}"/>
                </a:ext>
              </a:extLst>
            </p:cNvPr>
            <p:cNvSpPr/>
            <p:nvPr/>
          </p:nvSpPr>
          <p:spPr>
            <a:xfrm>
              <a:off x="823019" y="4388647"/>
              <a:ext cx="1669143" cy="166914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3" name="椭圆 992">
              <a:extLst>
                <a:ext uri="{FF2B5EF4-FFF2-40B4-BE49-F238E27FC236}">
                  <a16:creationId xmlns:a16="http://schemas.microsoft.com/office/drawing/2014/main" id="{E0AA0526-995F-1F7D-C073-F1651B360FD5}"/>
                </a:ext>
              </a:extLst>
            </p:cNvPr>
            <p:cNvSpPr/>
            <p:nvPr/>
          </p:nvSpPr>
          <p:spPr>
            <a:xfrm>
              <a:off x="2501755" y="4691063"/>
              <a:ext cx="1320713" cy="1320713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4" name="椭圆 993">
              <a:extLst>
                <a:ext uri="{FF2B5EF4-FFF2-40B4-BE49-F238E27FC236}">
                  <a16:creationId xmlns:a16="http://schemas.microsoft.com/office/drawing/2014/main" id="{3E7211FE-2C79-B6A5-5CFF-F31B2D87AE0B}"/>
                </a:ext>
              </a:extLst>
            </p:cNvPr>
            <p:cNvSpPr/>
            <p:nvPr/>
          </p:nvSpPr>
          <p:spPr>
            <a:xfrm>
              <a:off x="2873375" y="3765327"/>
              <a:ext cx="1432418" cy="1432418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5" name="椭圆 994">
              <a:extLst>
                <a:ext uri="{FF2B5EF4-FFF2-40B4-BE49-F238E27FC236}">
                  <a16:creationId xmlns:a16="http://schemas.microsoft.com/office/drawing/2014/main" id="{E7884B11-7D59-2F21-E867-3745685B58CA}"/>
                </a:ext>
              </a:extLst>
            </p:cNvPr>
            <p:cNvSpPr/>
            <p:nvPr/>
          </p:nvSpPr>
          <p:spPr>
            <a:xfrm>
              <a:off x="1476787" y="3659535"/>
              <a:ext cx="1090835" cy="1090835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6" name="椭圆 995">
              <a:extLst>
                <a:ext uri="{FF2B5EF4-FFF2-40B4-BE49-F238E27FC236}">
                  <a16:creationId xmlns:a16="http://schemas.microsoft.com/office/drawing/2014/main" id="{51FB7767-AC73-3F09-93B2-A1228FDF585C}"/>
                </a:ext>
              </a:extLst>
            </p:cNvPr>
            <p:cNvSpPr/>
            <p:nvPr/>
          </p:nvSpPr>
          <p:spPr>
            <a:xfrm>
              <a:off x="531694" y="3625850"/>
              <a:ext cx="1394974" cy="1394974"/>
            </a:xfrm>
            <a:prstGeom prst="ellipse">
              <a:avLst/>
            </a:prstGeom>
            <a:gradFill flip="none" rotWithShape="1">
              <a:gsLst>
                <a:gs pos="0">
                  <a:schemeClr val="bg1"/>
                </a:gs>
                <a:gs pos="57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84" name="组合 383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8454530" y="3012369"/>
            <a:ext cx="2707116" cy="1001393"/>
            <a:chOff x="2450203" y="1936425"/>
            <a:chExt cx="2707116" cy="1001393"/>
          </a:xfrm>
        </p:grpSpPr>
        <p:sp>
          <p:nvSpPr>
            <p:cNvPr id="386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389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50203" y="2051445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0" name="文本框 389">
              <a:extLst>
                <a:ext uri="{FF2B5EF4-FFF2-40B4-BE49-F238E27FC236}">
                  <a16:creationId xmlns:a16="http://schemas.microsoft.com/office/drawing/2014/main" id="{CE0C599C-E8E2-B7C5-EFD8-7C4A0F0FB99B}"/>
                </a:ext>
              </a:extLst>
            </p:cNvPr>
            <p:cNvSpPr txBox="1"/>
            <p:nvPr/>
          </p:nvSpPr>
          <p:spPr>
            <a:xfrm>
              <a:off x="3096716" y="2067361"/>
              <a:ext cx="206060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lang="en-US" altLang="zh-CN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-3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169981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6A4A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E4C4BB87-CABA-3DE3-E87B-156C2C3823AF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11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D5AAF776-A07E-961E-5065-B48840FDC944}"/>
              </a:ext>
            </a:extLst>
          </p:cNvPr>
          <p:cNvSpPr txBox="1"/>
          <p:nvPr/>
        </p:nvSpPr>
        <p:spPr>
          <a:xfrm>
            <a:off x="1731090" y="108202"/>
            <a:ext cx="10224935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发改</a:t>
            </a: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委发布</a:t>
            </a:r>
            <a:r>
              <a:rPr lang="en-US" altLang="zh-CN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关于开展零碳园区建设的通知</a:t>
            </a:r>
            <a:r>
              <a:rPr lang="en-US" altLang="zh-CN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，支持有条件的地区率先建成一批零碳</a:t>
            </a: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园区，政府将给予资金支持。只有同时具备</a:t>
            </a:r>
            <a:r>
              <a:rPr lang="en-US" altLang="zh-CN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屋顶光伏</a:t>
            </a:r>
            <a:r>
              <a:rPr lang="en-US" altLang="zh-CN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双向充电桩</a:t>
            </a:r>
            <a:r>
              <a:rPr lang="en-US" altLang="zh-CN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</a:t>
            </a: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蓄电池</a:t>
            </a:r>
            <a:r>
              <a:rPr lang="en-US" altLang="zh-CN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中至少两项的企业可以申报第一批试点，你们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将如何参与</a:t>
            </a: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endParaRPr lang="zh-CN" altLang="en-US" sz="2800" b="1" dirty="0">
              <a:solidFill>
                <a:srgbClr val="55367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3B91786C-48F7-9813-917B-392BD02FCA0B}"/>
              </a:ext>
            </a:extLst>
          </p:cNvPr>
          <p:cNvSpPr txBox="1"/>
          <p:nvPr/>
        </p:nvSpPr>
        <p:spPr>
          <a:xfrm>
            <a:off x="963011" y="3261109"/>
            <a:ext cx="5880546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万事俱备，直接申报</a:t>
            </a:r>
            <a:endParaRPr kumimoji="0" lang="en-US" altLang="zh-CN" sz="2400" b="1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lvl="0" indent="-457200">
              <a:lnSpc>
                <a:spcPct val="150000"/>
              </a:lnSpc>
              <a:buFont typeface="+mj-lt"/>
              <a:buAutoNum type="alphaUcPeriod"/>
              <a:defRPr/>
            </a:pPr>
            <a:r>
              <a:rPr lang="zh-CN" altLang="en-US" sz="2400" b="1" noProof="0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积极响应，加装</a:t>
            </a: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屋顶光伏</a:t>
            </a: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</a:t>
            </a: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双向充电桩</a:t>
            </a:r>
            <a:r>
              <a:rPr lang="en-US" altLang="zh-CN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</a:t>
            </a:r>
            <a:r>
              <a:rPr lang="zh-CN" altLang="en-US" sz="24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蓄电池</a:t>
            </a:r>
            <a:r>
              <a:rPr lang="en-US" altLang="zh-CN" sz="24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4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中的一项，并申报</a:t>
            </a:r>
            <a:endParaRPr lang="en-US" altLang="zh-CN" sz="2400" b="1" dirty="0" smtClean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lvl="0" indent="-457200">
              <a:lnSpc>
                <a:spcPct val="150000"/>
              </a:lnSpc>
              <a:buFont typeface="+mj-lt"/>
              <a:buAutoNum type="alphaUcPeriod"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观望</a:t>
            </a:r>
            <a:r>
              <a:rPr kumimoji="0" lang="zh-CN" alt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中，不申报</a:t>
            </a:r>
            <a:endParaRPr kumimoji="0" lang="en-US" altLang="zh-CN" sz="2400" b="1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en-US" altLang="zh-CN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zh-CN" altLang="en-US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1026" name="Picture 2" descr="破解零碳难题！安科瑞能碳管理平台为零碳园区建设和绿色转型注入硬核动能-电子发烧友网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0388" y="2360985"/>
            <a:ext cx="3909232" cy="4316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01319319"/>
      </p:ext>
    </p:extLst>
  </p:cSld>
  <p:clrMapOvr>
    <a:masterClrMapping/>
  </p:clrMapOvr>
  <p:transition spd="slow" advClick="0" advTm="6000">
    <p:comb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6A4A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E4C4BB87-CABA-3DE3-E87B-156C2C3823AF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11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D5AAF776-A07E-961E-5065-B48840FDC944}"/>
              </a:ext>
            </a:extLst>
          </p:cNvPr>
          <p:cNvSpPr txBox="1"/>
          <p:nvPr/>
        </p:nvSpPr>
        <p:spPr>
          <a:xfrm>
            <a:off x="1746817" y="-19444"/>
            <a:ext cx="10224935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发改委发布</a:t>
            </a:r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关于开展零碳园区建设的通知</a:t>
            </a:r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，支持有条件的地区率先建成一批零碳园区，政府将给予资金支持。只有同时具备</a:t>
            </a:r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屋顶光伏</a:t>
            </a:r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双向充电桩</a:t>
            </a:r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】【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蓄电池</a:t>
            </a:r>
            <a:r>
              <a:rPr lang="en-US" altLang="zh-CN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中至少两项</a:t>
            </a: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企业可以申报第一批试点，你们将如何参与？</a:t>
            </a:r>
            <a:endParaRPr lang="zh-CN" altLang="en-US" sz="2800" b="1" dirty="0">
              <a:solidFill>
                <a:srgbClr val="55367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D7BF89DA-9EEF-0165-944C-10457D98C27C}"/>
              </a:ext>
            </a:extLst>
          </p:cNvPr>
          <p:cNvSpPr txBox="1"/>
          <p:nvPr/>
        </p:nvSpPr>
        <p:spPr>
          <a:xfrm>
            <a:off x="164469" y="2464608"/>
            <a:ext cx="3566567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对于选择</a:t>
            </a:r>
            <a:r>
              <a:rPr kumimoji="0" lang="en-US" altLang="zh-CN" sz="2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B</a:t>
            </a:r>
            <a:r>
              <a:rPr kumimoji="0" lang="zh-CN" alt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的企业：</a:t>
            </a: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40" name="组合 39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6406735" y="2523848"/>
            <a:ext cx="4948286" cy="1016051"/>
            <a:chOff x="2450203" y="1921767"/>
            <a:chExt cx="4948286" cy="1016051"/>
          </a:xfrm>
        </p:grpSpPr>
        <p:sp>
          <p:nvSpPr>
            <p:cNvPr id="41" name="矩形: 圆角 901">
              <a:extLst>
                <a:ext uri="{FF2B5EF4-FFF2-40B4-BE49-F238E27FC236}">
                  <a16:creationId xmlns:a16="http://schemas.microsoft.com/office/drawing/2014/main" id="{F096A603-017D-21B2-9597-52E9F9DE2322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" name="文本框 42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-18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44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B59245E-E8FA-3D4F-6D8B-767097872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6" name="文本框 45">
              <a:extLst>
                <a:ext uri="{FF2B5EF4-FFF2-40B4-BE49-F238E27FC236}">
                  <a16:creationId xmlns:a16="http://schemas.microsoft.com/office/drawing/2014/main" id="{CE0C599C-E8E2-B7C5-EFD8-7C4A0F0FB9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+2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7" name="文本框 46">
              <a:extLst>
                <a:ext uri="{FF2B5EF4-FFF2-40B4-BE49-F238E27FC236}">
                  <a16:creationId xmlns:a16="http://schemas.microsoft.com/office/drawing/2014/main" id="{AE6DCB75-6FAA-4DAE-D662-870A9603C8E5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5" name="矩形 4"/>
          <p:cNvSpPr/>
          <p:nvPr/>
        </p:nvSpPr>
        <p:spPr>
          <a:xfrm>
            <a:off x="4331416" y="2949665"/>
            <a:ext cx="20313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加装</a:t>
            </a:r>
            <a:r>
              <a:rPr lang="en-US" altLang="zh-CN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屋顶光伏</a:t>
            </a:r>
            <a:r>
              <a:rPr lang="en-US" altLang="zh-CN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zh-CN" altLang="en-US" dirty="0"/>
          </a:p>
        </p:txBody>
      </p:sp>
      <p:sp>
        <p:nvSpPr>
          <p:cNvPr id="48" name="矩形 47"/>
          <p:cNvSpPr/>
          <p:nvPr/>
        </p:nvSpPr>
        <p:spPr>
          <a:xfrm>
            <a:off x="4606242" y="6164902"/>
            <a:ext cx="18004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加装</a:t>
            </a:r>
            <a:r>
              <a:rPr lang="en-US" altLang="zh-CN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蓄电池</a:t>
            </a:r>
            <a:r>
              <a:rPr lang="en-US" altLang="zh-CN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zh-CN" altLang="en-US" dirty="0"/>
          </a:p>
        </p:txBody>
      </p:sp>
      <p:grpSp>
        <p:nvGrpSpPr>
          <p:cNvPr id="49" name="组合 48">
            <a:extLst>
              <a:ext uri="{FF2B5EF4-FFF2-40B4-BE49-F238E27FC236}">
                <a16:creationId xmlns:a16="http://schemas.microsoft.com/office/drawing/2014/main" id="{4F84A1CB-6BCA-119E-F052-E4A50F167C60}"/>
              </a:ext>
            </a:extLst>
          </p:cNvPr>
          <p:cNvGrpSpPr/>
          <p:nvPr/>
        </p:nvGrpSpPr>
        <p:grpSpPr>
          <a:xfrm>
            <a:off x="6391826" y="3637546"/>
            <a:ext cx="4948286" cy="1099599"/>
            <a:chOff x="2450203" y="1921767"/>
            <a:chExt cx="4948286" cy="1099599"/>
          </a:xfrm>
        </p:grpSpPr>
        <p:sp>
          <p:nvSpPr>
            <p:cNvPr id="50" name="矩形: 圆角 909">
              <a:extLst>
                <a:ext uri="{FF2B5EF4-FFF2-40B4-BE49-F238E27FC236}">
                  <a16:creationId xmlns:a16="http://schemas.microsoft.com/office/drawing/2014/main" id="{B3B96055-1FF1-8643-5627-2C606F84579A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" name="矩形: 圆角 910">
              <a:extLst>
                <a:ext uri="{FF2B5EF4-FFF2-40B4-BE49-F238E27FC236}">
                  <a16:creationId xmlns:a16="http://schemas.microsoft.com/office/drawing/2014/main" id="{02AB656B-1955-6E15-8468-05E6763C51BF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2" name="文本框 51">
              <a:extLst>
                <a:ext uri="{FF2B5EF4-FFF2-40B4-BE49-F238E27FC236}">
                  <a16:creationId xmlns:a16="http://schemas.microsoft.com/office/drawing/2014/main" id="{85959BDC-4CDF-6743-101E-9593FE9A1FC6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-30</a:t>
              </a:r>
            </a:p>
          </p:txBody>
        </p:sp>
        <p:pic>
          <p:nvPicPr>
            <p:cNvPr id="53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D396BD2F-3BF4-663C-1AD5-B776F6BCD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4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CD475263-0111-EADD-C4FD-810E800D2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5" name="文本框 54">
              <a:extLst>
                <a:ext uri="{FF2B5EF4-FFF2-40B4-BE49-F238E27FC236}">
                  <a16:creationId xmlns:a16="http://schemas.microsoft.com/office/drawing/2014/main" id="{26BA0084-2EC0-BE5D-905D-D438F7BC503C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+4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56" name="文本框 55">
              <a:extLst>
                <a:ext uri="{FF2B5EF4-FFF2-40B4-BE49-F238E27FC236}">
                  <a16:creationId xmlns:a16="http://schemas.microsoft.com/office/drawing/2014/main" id="{56D43D3A-32ED-6EB6-2066-84895C37D15A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+20</a:t>
              </a:r>
            </a:p>
          </p:txBody>
        </p:sp>
      </p:grpSp>
      <p:sp>
        <p:nvSpPr>
          <p:cNvPr id="57" name="矩形 56"/>
          <p:cNvSpPr/>
          <p:nvPr/>
        </p:nvSpPr>
        <p:spPr>
          <a:xfrm>
            <a:off x="2155334" y="5094254"/>
            <a:ext cx="433965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en-US" altLang="zh-CN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单向充电桩</a:t>
            </a:r>
            <a:r>
              <a:rPr lang="en-US" altLang="zh-CN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改造为</a:t>
            </a:r>
            <a:r>
              <a:rPr lang="en-US" altLang="zh-CN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双向充电桩</a:t>
            </a:r>
            <a:r>
              <a:rPr lang="en-US" altLang="zh-CN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zh-CN" altLang="en-US" dirty="0"/>
          </a:p>
        </p:txBody>
      </p:sp>
      <p:grpSp>
        <p:nvGrpSpPr>
          <p:cNvPr id="58" name="组合 57">
            <a:extLst>
              <a:ext uri="{FF2B5EF4-FFF2-40B4-BE49-F238E27FC236}">
                <a16:creationId xmlns:a16="http://schemas.microsoft.com/office/drawing/2014/main" id="{4F84A1CB-6BCA-119E-F052-E4A50F167C60}"/>
              </a:ext>
            </a:extLst>
          </p:cNvPr>
          <p:cNvGrpSpPr/>
          <p:nvPr/>
        </p:nvGrpSpPr>
        <p:grpSpPr>
          <a:xfrm>
            <a:off x="6386320" y="4750578"/>
            <a:ext cx="4948286" cy="1099599"/>
            <a:chOff x="2450203" y="1921767"/>
            <a:chExt cx="4948286" cy="1099599"/>
          </a:xfrm>
        </p:grpSpPr>
        <p:sp>
          <p:nvSpPr>
            <p:cNvPr id="59" name="矩形: 圆角 909">
              <a:extLst>
                <a:ext uri="{FF2B5EF4-FFF2-40B4-BE49-F238E27FC236}">
                  <a16:creationId xmlns:a16="http://schemas.microsoft.com/office/drawing/2014/main" id="{B3B96055-1FF1-8643-5627-2C606F84579A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" name="矩形: 圆角 910">
              <a:extLst>
                <a:ext uri="{FF2B5EF4-FFF2-40B4-BE49-F238E27FC236}">
                  <a16:creationId xmlns:a16="http://schemas.microsoft.com/office/drawing/2014/main" id="{02AB656B-1955-6E15-8468-05E6763C51BF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" name="文本框 60">
              <a:extLst>
                <a:ext uri="{FF2B5EF4-FFF2-40B4-BE49-F238E27FC236}">
                  <a16:creationId xmlns:a16="http://schemas.microsoft.com/office/drawing/2014/main" id="{85959BDC-4CDF-6743-101E-9593FE9A1FC6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62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D396BD2F-3BF4-663C-1AD5-B776F6BCD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CD475263-0111-EADD-C4FD-810E800D2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4" name="文本框 63">
              <a:extLst>
                <a:ext uri="{FF2B5EF4-FFF2-40B4-BE49-F238E27FC236}">
                  <a16:creationId xmlns:a16="http://schemas.microsoft.com/office/drawing/2014/main" id="{26BA0084-2EC0-BE5D-905D-D438F7BC503C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+2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5" name="文本框 64">
              <a:extLst>
                <a:ext uri="{FF2B5EF4-FFF2-40B4-BE49-F238E27FC236}">
                  <a16:creationId xmlns:a16="http://schemas.microsoft.com/office/drawing/2014/main" id="{56D43D3A-32ED-6EB6-2066-84895C37D15A}"/>
                </a:ext>
              </a:extLst>
            </p:cNvPr>
            <p:cNvSpPr txBox="1"/>
            <p:nvPr/>
          </p:nvSpPr>
          <p:spPr>
            <a:xfrm>
              <a:off x="6207021" y="2184137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+5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66" name="矩形 65"/>
          <p:cNvSpPr/>
          <p:nvPr/>
        </p:nvSpPr>
        <p:spPr>
          <a:xfrm>
            <a:off x="4164081" y="3997546"/>
            <a:ext cx="22621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加装</a:t>
            </a:r>
            <a:r>
              <a:rPr lang="en-US" altLang="zh-CN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双向充电桩</a:t>
            </a:r>
            <a:r>
              <a:rPr lang="en-US" altLang="zh-CN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endParaRPr lang="zh-CN" altLang="en-US" dirty="0"/>
          </a:p>
        </p:txBody>
      </p: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6362741" y="5834214"/>
            <a:ext cx="4948286" cy="1099599"/>
            <a:chOff x="2450203" y="1921767"/>
            <a:chExt cx="4948286" cy="1099599"/>
          </a:xfrm>
        </p:grpSpPr>
        <p:sp>
          <p:nvSpPr>
            <p:cNvPr id="68" name="矩形: 圆角 901">
              <a:extLst>
                <a:ext uri="{FF2B5EF4-FFF2-40B4-BE49-F238E27FC236}">
                  <a16:creationId xmlns:a16="http://schemas.microsoft.com/office/drawing/2014/main" id="{F096A603-017D-21B2-9597-52E9F9DE2322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9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" name="文本框 69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61462" y="2052909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-20</a:t>
              </a:r>
            </a:p>
          </p:txBody>
        </p:sp>
        <p:pic>
          <p:nvPicPr>
            <p:cNvPr id="71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B59245E-E8FA-3D4F-6D8B-767097872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2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065" y="1921767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3" name="文本框 72">
              <a:extLst>
                <a:ext uri="{FF2B5EF4-FFF2-40B4-BE49-F238E27FC236}">
                  <a16:creationId xmlns:a16="http://schemas.microsoft.com/office/drawing/2014/main" id="{CE0C599C-E8E2-B7C5-EFD8-7C4A0F0FB9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每月经济</a:t>
              </a: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</a:t>
              </a:r>
              <a:r>
                <a:rPr lang="en-US" altLang="zh-CN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74" name="文本框 73">
              <a:extLst>
                <a:ext uri="{FF2B5EF4-FFF2-40B4-BE49-F238E27FC236}">
                  <a16:creationId xmlns:a16="http://schemas.microsoft.com/office/drawing/2014/main" id="{AE6DCB75-6FAA-4DAE-D662-870A9603C8E5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6344481"/>
      </p:ext>
    </p:extLst>
  </p:cSld>
  <p:clrMapOvr>
    <a:masterClrMapping/>
  </p:clrMapOvr>
  <p:transition spd="slow" advClick="0" advTm="6000">
    <p:comb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11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99387" y="166351"/>
            <a:ext cx="10012808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  <a:defRPr/>
            </a:pP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政府对申报零碳园区试点的企业资格进行审查，并根据试点企业数量、各企业具备的条件来确定对各企业的资金支持力度，支持力度分为</a:t>
            </a:r>
            <a:r>
              <a:rPr lang="en-US" altLang="zh-CN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28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档，请政府对各试点企业发放资金？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362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5525" y="4301143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" name="组合 12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1961660" y="3094874"/>
            <a:ext cx="2222518" cy="1001393"/>
            <a:chOff x="2450203" y="1936425"/>
            <a:chExt cx="2222518" cy="1001393"/>
          </a:xfrm>
        </p:grpSpPr>
        <p:sp>
          <p:nvSpPr>
            <p:cNvPr id="14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" name="文本框 14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+10</a:t>
              </a:r>
            </a:p>
          </p:txBody>
        </p:sp>
        <p:pic>
          <p:nvPicPr>
            <p:cNvPr id="1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4744630" y="3094874"/>
            <a:ext cx="2222518" cy="1001393"/>
            <a:chOff x="2450203" y="1936425"/>
            <a:chExt cx="2222518" cy="1001393"/>
          </a:xfrm>
        </p:grpSpPr>
        <p:sp>
          <p:nvSpPr>
            <p:cNvPr id="25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" name="文本框 25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+20</a:t>
              </a:r>
            </a:p>
          </p:txBody>
        </p:sp>
        <p:pic>
          <p:nvPicPr>
            <p:cNvPr id="27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9" name="矩形 28"/>
          <p:cNvSpPr/>
          <p:nvPr/>
        </p:nvSpPr>
        <p:spPr>
          <a:xfrm>
            <a:off x="4190554" y="3250234"/>
            <a:ext cx="5725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or</a:t>
            </a:r>
            <a:endParaRPr lang="zh-CN" altLang="en-US" sz="2800" dirty="0"/>
          </a:p>
        </p:txBody>
      </p:sp>
      <p:sp>
        <p:nvSpPr>
          <p:cNvPr id="30" name="矩形 29"/>
          <p:cNvSpPr/>
          <p:nvPr/>
        </p:nvSpPr>
        <p:spPr>
          <a:xfrm>
            <a:off x="7004589" y="3309049"/>
            <a:ext cx="5725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or</a:t>
            </a:r>
            <a:endParaRPr lang="zh-CN" altLang="en-US" sz="2800" dirty="0"/>
          </a:p>
        </p:txBody>
      </p: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7779171" y="3094874"/>
            <a:ext cx="2222518" cy="1001393"/>
            <a:chOff x="2450203" y="1936425"/>
            <a:chExt cx="2222518" cy="1001393"/>
          </a:xfrm>
        </p:grpSpPr>
        <p:sp>
          <p:nvSpPr>
            <p:cNvPr id="32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" name="文本框 32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+40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34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04498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11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25496" y="166351"/>
            <a:ext cx="10012808" cy="1955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为了推动环保目标的实现，政府决定根据企业的生态表现进行相应的惩罚或奖励。环保做得最差的企业可能面临处罚，而表现突出的企业则会获得丰厚奖励，政府将如何执行？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652187" y="2171197"/>
            <a:ext cx="9441283" cy="36280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对生态值最低的企业罚款：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对那些生态值最低的企业处以经济处罚，以警示并推动改进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对生态值最高的企业奖励：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对表现最优、生态值最高的企业给予经济激励，鼓励持续环保投入</a:t>
            </a:r>
          </a:p>
        </p:txBody>
      </p:sp>
      <p:pic>
        <p:nvPicPr>
          <p:cNvPr id="362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5525" y="4301143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09518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33A4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11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0045CD2F-46BC-9BA9-6343-B177D1D03B27}"/>
              </a:ext>
            </a:extLst>
          </p:cNvPr>
          <p:cNvSpPr txBox="1"/>
          <p:nvPr/>
        </p:nvSpPr>
        <p:spPr>
          <a:xfrm>
            <a:off x="1692839" y="144657"/>
            <a:ext cx="10012808" cy="1955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为了推动环保目标的实现，政府决定根据企业的生态表现进行相应的惩罚或奖励。环保做得最差的企业可能面临处罚，而表现突出的企业则会获得丰厚奖励，政府将如何执行？</a:t>
            </a:r>
          </a:p>
        </p:txBody>
      </p:sp>
      <p:pic>
        <p:nvPicPr>
          <p:cNvPr id="27" name="Picture 2" descr="6,800+ 項聯邦政府大樓插圖檔、免版稅向量圖形及美工圖案- iStock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5525" y="4301143"/>
            <a:ext cx="3878839" cy="29851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" name="文本框 34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003174" y="2552538"/>
            <a:ext cx="3566567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  <a:endParaRPr kumimoji="0" lang="en-US" altLang="zh-CN" sz="2400" b="1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5102024" y="2789267"/>
            <a:ext cx="2513153" cy="1001393"/>
            <a:chOff x="2450203" y="1936425"/>
            <a:chExt cx="2513153" cy="1001393"/>
          </a:xfrm>
        </p:grpSpPr>
        <p:sp>
          <p:nvSpPr>
            <p:cNvPr id="37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5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6" name="文本框 55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5060016" y="5001246"/>
            <a:ext cx="2222518" cy="1001393"/>
            <a:chOff x="2450203" y="1936425"/>
            <a:chExt cx="2222518" cy="1001393"/>
          </a:xfrm>
        </p:grpSpPr>
        <p:sp>
          <p:nvSpPr>
            <p:cNvPr id="58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" name="文本框 58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+10</a:t>
              </a:r>
            </a:p>
          </p:txBody>
        </p:sp>
        <p:pic>
          <p:nvPicPr>
            <p:cNvPr id="60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1" name="矩形 60"/>
          <p:cNvSpPr/>
          <p:nvPr/>
        </p:nvSpPr>
        <p:spPr>
          <a:xfrm>
            <a:off x="1837101" y="3089909"/>
            <a:ext cx="326243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对生态值最低的企业</a:t>
            </a:r>
            <a:r>
              <a:rPr lang="zh-CN" altLang="en-US" sz="20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罚款，</a:t>
            </a:r>
            <a:endParaRPr lang="en-US" altLang="zh-CN" sz="2000" b="1" dirty="0" smtClean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 smtClean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用于植树造林</a:t>
            </a:r>
            <a:endParaRPr lang="zh-CN" altLang="en-US" sz="2000" dirty="0"/>
          </a:p>
        </p:txBody>
      </p:sp>
      <p:sp>
        <p:nvSpPr>
          <p:cNvPr id="62" name="矩形 61"/>
          <p:cNvSpPr/>
          <p:nvPr/>
        </p:nvSpPr>
        <p:spPr>
          <a:xfrm>
            <a:off x="1718441" y="5266418"/>
            <a:ext cx="300595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对生态值最高的企业奖励</a:t>
            </a:r>
            <a:endParaRPr lang="zh-CN" altLang="en-US" sz="2000" dirty="0"/>
          </a:p>
        </p:txBody>
      </p:sp>
      <p:grpSp>
        <p:nvGrpSpPr>
          <p:cNvPr id="63" name="组合 62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7884994" y="2789267"/>
            <a:ext cx="2513153" cy="1001393"/>
            <a:chOff x="2450203" y="1936425"/>
            <a:chExt cx="2513153" cy="1001393"/>
          </a:xfrm>
        </p:grpSpPr>
        <p:sp>
          <p:nvSpPr>
            <p:cNvPr id="64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" name="文本框 64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-20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pic>
          <p:nvPicPr>
            <p:cNvPr id="6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文本框 66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68" name="组合 67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7842986" y="5001246"/>
            <a:ext cx="2222518" cy="1001393"/>
            <a:chOff x="2450203" y="1936425"/>
            <a:chExt cx="2222518" cy="1001393"/>
          </a:xfrm>
        </p:grpSpPr>
        <p:sp>
          <p:nvSpPr>
            <p:cNvPr id="69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" name="文本框 69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+20</a:t>
              </a:r>
            </a:p>
          </p:txBody>
        </p:sp>
        <p:pic>
          <p:nvPicPr>
            <p:cNvPr id="71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72" name="矩形 71"/>
          <p:cNvSpPr/>
          <p:nvPr/>
        </p:nvSpPr>
        <p:spPr>
          <a:xfrm>
            <a:off x="7318472" y="3579069"/>
            <a:ext cx="5725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or</a:t>
            </a:r>
            <a:endParaRPr lang="zh-CN" altLang="en-US" sz="2800" dirty="0"/>
          </a:p>
        </p:txBody>
      </p:sp>
      <p:sp>
        <p:nvSpPr>
          <p:cNvPr id="73" name="矩形 72"/>
          <p:cNvSpPr/>
          <p:nvPr/>
        </p:nvSpPr>
        <p:spPr>
          <a:xfrm>
            <a:off x="7288910" y="5156606"/>
            <a:ext cx="5725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or</a:t>
            </a:r>
            <a:endParaRPr lang="zh-CN" altLang="en-US" sz="2800" dirty="0"/>
          </a:p>
        </p:txBody>
      </p:sp>
      <p:sp>
        <p:nvSpPr>
          <p:cNvPr id="74" name="矩形 73"/>
          <p:cNvSpPr/>
          <p:nvPr/>
        </p:nvSpPr>
        <p:spPr>
          <a:xfrm>
            <a:off x="5981625" y="2270556"/>
            <a:ext cx="386403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请政府决定罚款和奖励力度</a:t>
            </a:r>
            <a:endParaRPr lang="zh-CN" altLang="en-US" sz="2000" dirty="0"/>
          </a:p>
        </p:txBody>
      </p:sp>
      <p:grpSp>
        <p:nvGrpSpPr>
          <p:cNvPr id="75" name="组合 74"/>
          <p:cNvGrpSpPr/>
          <p:nvPr/>
        </p:nvGrpSpPr>
        <p:grpSpPr>
          <a:xfrm>
            <a:off x="5095104" y="3909059"/>
            <a:ext cx="2222518" cy="806435"/>
            <a:chOff x="10665961" y="2789267"/>
            <a:chExt cx="2222518" cy="1001393"/>
          </a:xfrm>
        </p:grpSpPr>
        <p:sp>
          <p:nvSpPr>
            <p:cNvPr id="76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10665961" y="2789267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77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56596" y="2887079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8" name="文本框 77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11585990" y="3039172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 smtClean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+10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79" name="组合 78"/>
          <p:cNvGrpSpPr/>
          <p:nvPr/>
        </p:nvGrpSpPr>
        <p:grpSpPr>
          <a:xfrm>
            <a:off x="7884994" y="3901882"/>
            <a:ext cx="2222518" cy="811561"/>
            <a:chOff x="10665961" y="2789267"/>
            <a:chExt cx="2222518" cy="1001393"/>
          </a:xfrm>
        </p:grpSpPr>
        <p:sp>
          <p:nvSpPr>
            <p:cNvPr id="80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10665961" y="2789267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81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56596" y="2887079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文本框 81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11585990" y="3039172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400" b="1" dirty="0" smtClean="0">
                  <a:solidFill>
                    <a:prstClr val="black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+20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83" name="矩形 82"/>
          <p:cNvSpPr/>
          <p:nvPr/>
        </p:nvSpPr>
        <p:spPr>
          <a:xfrm>
            <a:off x="5060016" y="2670666"/>
            <a:ext cx="2338311" cy="2132243"/>
          </a:xfrm>
          <a:prstGeom prst="rect">
            <a:avLst/>
          </a:prstGeom>
          <a:noFill/>
          <a:ln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4" name="矩形 83"/>
          <p:cNvSpPr/>
          <p:nvPr/>
        </p:nvSpPr>
        <p:spPr>
          <a:xfrm>
            <a:off x="7821204" y="2664983"/>
            <a:ext cx="2338311" cy="2132243"/>
          </a:xfrm>
          <a:prstGeom prst="rect">
            <a:avLst/>
          </a:prstGeom>
          <a:noFill/>
          <a:ln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727623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7767692" y="4831180"/>
            <a:ext cx="4424308" cy="2043601"/>
            <a:chOff x="757292" y="2691350"/>
            <a:chExt cx="8375650" cy="3868737"/>
          </a:xfrm>
        </p:grpSpPr>
        <p:grpSp>
          <p:nvGrpSpPr>
            <p:cNvPr id="660" name="组合 659"/>
            <p:cNvGrpSpPr/>
            <p:nvPr/>
          </p:nvGrpSpPr>
          <p:grpSpPr>
            <a:xfrm>
              <a:off x="5068942" y="2691350"/>
              <a:ext cx="793751" cy="2611437"/>
              <a:chOff x="6219825" y="2722881"/>
              <a:chExt cx="793751" cy="2454275"/>
            </a:xfrm>
          </p:grpSpPr>
          <p:sp>
            <p:nvSpPr>
              <p:cNvPr id="655" name="Freeform 5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close/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close/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close/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close/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6" name="Freeform 7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close/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7" name="Freeform 11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8" name="Freeform 13"/>
              <p:cNvSpPr>
                <a:spLocks/>
              </p:cNvSpPr>
              <p:nvPr/>
            </p:nvSpPr>
            <p:spPr bwMode="auto">
              <a:xfrm>
                <a:off x="6219825" y="2722881"/>
                <a:ext cx="793750" cy="479425"/>
              </a:xfrm>
              <a:custGeom>
                <a:avLst/>
                <a:gdLst>
                  <a:gd name="T0" fmla="*/ 265 w 331"/>
                  <a:gd name="T1" fmla="*/ 200 h 200"/>
                  <a:gd name="T2" fmla="*/ 330 w 331"/>
                  <a:gd name="T3" fmla="*/ 132 h 200"/>
                  <a:gd name="T4" fmla="*/ 265 w 331"/>
                  <a:gd name="T5" fmla="*/ 59 h 200"/>
                  <a:gd name="T6" fmla="*/ 188 w 331"/>
                  <a:gd name="T7" fmla="*/ 1 h 200"/>
                  <a:gd name="T8" fmla="*/ 119 w 331"/>
                  <a:gd name="T9" fmla="*/ 40 h 200"/>
                  <a:gd name="T10" fmla="*/ 69 w 331"/>
                  <a:gd name="T11" fmla="*/ 47 h 200"/>
                  <a:gd name="T12" fmla="*/ 45 w 331"/>
                  <a:gd name="T13" fmla="*/ 93 h 200"/>
                  <a:gd name="T14" fmla="*/ 1 w 331"/>
                  <a:gd name="T15" fmla="*/ 146 h 200"/>
                  <a:gd name="T16" fmla="*/ 41 w 331"/>
                  <a:gd name="T17" fmla="*/ 197 h 200"/>
                  <a:gd name="T18" fmla="*/ 265 w 331"/>
                  <a:gd name="T19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1" h="200">
                    <a:moveTo>
                      <a:pt x="265" y="200"/>
                    </a:moveTo>
                    <a:cubicBezTo>
                      <a:pt x="282" y="200"/>
                      <a:pt x="329" y="195"/>
                      <a:pt x="330" y="132"/>
                    </a:cubicBezTo>
                    <a:cubicBezTo>
                      <a:pt x="331" y="63"/>
                      <a:pt x="265" y="59"/>
                      <a:pt x="265" y="59"/>
                    </a:cubicBezTo>
                    <a:cubicBezTo>
                      <a:pt x="265" y="59"/>
                      <a:pt x="242" y="1"/>
                      <a:pt x="188" y="1"/>
                    </a:cubicBezTo>
                    <a:cubicBezTo>
                      <a:pt x="135" y="0"/>
                      <a:pt x="119" y="40"/>
                      <a:pt x="119" y="40"/>
                    </a:cubicBezTo>
                    <a:cubicBezTo>
                      <a:pt x="119" y="40"/>
                      <a:pt x="92" y="29"/>
                      <a:pt x="69" y="47"/>
                    </a:cubicBezTo>
                    <a:cubicBezTo>
                      <a:pt x="39" y="70"/>
                      <a:pt x="45" y="93"/>
                      <a:pt x="45" y="93"/>
                    </a:cubicBezTo>
                    <a:cubicBezTo>
                      <a:pt x="45" y="93"/>
                      <a:pt x="2" y="100"/>
                      <a:pt x="1" y="146"/>
                    </a:cubicBezTo>
                    <a:cubicBezTo>
                      <a:pt x="0" y="192"/>
                      <a:pt x="41" y="197"/>
                      <a:pt x="41" y="197"/>
                    </a:cubicBezTo>
                    <a:cubicBezTo>
                      <a:pt x="41" y="197"/>
                      <a:pt x="247" y="200"/>
                      <a:pt x="265" y="200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9" name="Freeform 14"/>
              <p:cNvSpPr>
                <a:spLocks/>
              </p:cNvSpPr>
              <p:nvPr/>
            </p:nvSpPr>
            <p:spPr bwMode="auto">
              <a:xfrm>
                <a:off x="6618288" y="2724469"/>
                <a:ext cx="395288" cy="477838"/>
              </a:xfrm>
              <a:custGeom>
                <a:avLst/>
                <a:gdLst>
                  <a:gd name="T0" fmla="*/ 99 w 165"/>
                  <a:gd name="T1" fmla="*/ 58 h 199"/>
                  <a:gd name="T2" fmla="*/ 22 w 165"/>
                  <a:gd name="T3" fmla="*/ 0 h 199"/>
                  <a:gd name="T4" fmla="*/ 0 w 165"/>
                  <a:gd name="T5" fmla="*/ 2 h 199"/>
                  <a:gd name="T6" fmla="*/ 0 w 165"/>
                  <a:gd name="T7" fmla="*/ 198 h 199"/>
                  <a:gd name="T8" fmla="*/ 99 w 165"/>
                  <a:gd name="T9" fmla="*/ 199 h 199"/>
                  <a:gd name="T10" fmla="*/ 164 w 165"/>
                  <a:gd name="T11" fmla="*/ 131 h 199"/>
                  <a:gd name="T12" fmla="*/ 99 w 165"/>
                  <a:gd name="T13" fmla="*/ 5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5" h="199">
                    <a:moveTo>
                      <a:pt x="99" y="58"/>
                    </a:moveTo>
                    <a:cubicBezTo>
                      <a:pt x="99" y="58"/>
                      <a:pt x="76" y="0"/>
                      <a:pt x="22" y="0"/>
                    </a:cubicBezTo>
                    <a:cubicBezTo>
                      <a:pt x="14" y="0"/>
                      <a:pt x="6" y="1"/>
                      <a:pt x="0" y="2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47" y="198"/>
                      <a:pt x="91" y="199"/>
                      <a:pt x="99" y="199"/>
                    </a:cubicBezTo>
                    <a:cubicBezTo>
                      <a:pt x="116" y="199"/>
                      <a:pt x="163" y="194"/>
                      <a:pt x="164" y="131"/>
                    </a:cubicBezTo>
                    <a:cubicBezTo>
                      <a:pt x="165" y="62"/>
                      <a:pt x="99" y="58"/>
                      <a:pt x="99" y="58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67" name="组合 666"/>
            <p:cNvGrpSpPr/>
            <p:nvPr/>
          </p:nvGrpSpPr>
          <p:grpSpPr>
            <a:xfrm>
              <a:off x="6230992" y="3275550"/>
              <a:ext cx="611188" cy="1949450"/>
              <a:chOff x="7381875" y="3307081"/>
              <a:chExt cx="611188" cy="1949450"/>
            </a:xfrm>
          </p:grpSpPr>
          <p:sp>
            <p:nvSpPr>
              <p:cNvPr id="661" name="Freeform 15"/>
              <p:cNvSpPr>
                <a:spLocks noEditPoints="1"/>
              </p:cNvSpPr>
              <p:nvPr/>
            </p:nvSpPr>
            <p:spPr bwMode="auto">
              <a:xfrm>
                <a:off x="7489825" y="3653156"/>
                <a:ext cx="382588" cy="1603375"/>
              </a:xfrm>
              <a:custGeom>
                <a:avLst/>
                <a:gdLst>
                  <a:gd name="T0" fmla="*/ 26 w 160"/>
                  <a:gd name="T1" fmla="*/ 0 h 669"/>
                  <a:gd name="T2" fmla="*/ 0 w 160"/>
                  <a:gd name="T3" fmla="*/ 0 h 669"/>
                  <a:gd name="T4" fmla="*/ 0 w 160"/>
                  <a:gd name="T5" fmla="*/ 638 h 669"/>
                  <a:gd name="T6" fmla="*/ 26 w 160"/>
                  <a:gd name="T7" fmla="*/ 666 h 669"/>
                  <a:gd name="T8" fmla="*/ 26 w 160"/>
                  <a:gd name="T9" fmla="*/ 0 h 669"/>
                  <a:gd name="T10" fmla="*/ 160 w 160"/>
                  <a:gd name="T11" fmla="*/ 0 h 669"/>
                  <a:gd name="T12" fmla="*/ 140 w 160"/>
                  <a:gd name="T13" fmla="*/ 0 h 669"/>
                  <a:gd name="T14" fmla="*/ 140 w 160"/>
                  <a:gd name="T15" fmla="*/ 668 h 669"/>
                  <a:gd name="T16" fmla="*/ 118 w 160"/>
                  <a:gd name="T17" fmla="*/ 668 h 669"/>
                  <a:gd name="T18" fmla="*/ 118 w 160"/>
                  <a:gd name="T19" fmla="*/ 0 h 669"/>
                  <a:gd name="T20" fmla="*/ 102 w 160"/>
                  <a:gd name="T21" fmla="*/ 0 h 669"/>
                  <a:gd name="T22" fmla="*/ 102 w 160"/>
                  <a:gd name="T23" fmla="*/ 668 h 669"/>
                  <a:gd name="T24" fmla="*/ 80 w 160"/>
                  <a:gd name="T25" fmla="*/ 668 h 669"/>
                  <a:gd name="T26" fmla="*/ 80 w 160"/>
                  <a:gd name="T27" fmla="*/ 0 h 669"/>
                  <a:gd name="T28" fmla="*/ 55 w 160"/>
                  <a:gd name="T29" fmla="*/ 0 h 669"/>
                  <a:gd name="T30" fmla="*/ 55 w 160"/>
                  <a:gd name="T31" fmla="*/ 669 h 669"/>
                  <a:gd name="T32" fmla="*/ 26 w 160"/>
                  <a:gd name="T33" fmla="*/ 669 h 669"/>
                  <a:gd name="T34" fmla="*/ 26 w 160"/>
                  <a:gd name="T35" fmla="*/ 669 h 669"/>
                  <a:gd name="T36" fmla="*/ 160 w 160"/>
                  <a:gd name="T37" fmla="*/ 669 h 669"/>
                  <a:gd name="T38" fmla="*/ 160 w 160"/>
                  <a:gd name="T39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669">
                    <a:moveTo>
                      <a:pt x="2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38"/>
                      <a:pt x="0" y="638"/>
                      <a:pt x="0" y="638"/>
                    </a:cubicBezTo>
                    <a:cubicBezTo>
                      <a:pt x="14" y="642"/>
                      <a:pt x="24" y="653"/>
                      <a:pt x="26" y="666"/>
                    </a:cubicBezTo>
                    <a:cubicBezTo>
                      <a:pt x="26" y="0"/>
                      <a:pt x="26" y="0"/>
                      <a:pt x="26" y="0"/>
                    </a:cubicBezTo>
                    <a:moveTo>
                      <a:pt x="16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668"/>
                      <a:pt x="140" y="668"/>
                      <a:pt x="140" y="668"/>
                    </a:cubicBezTo>
                    <a:cubicBezTo>
                      <a:pt x="118" y="668"/>
                      <a:pt x="118" y="668"/>
                      <a:pt x="118" y="66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02" y="668"/>
                      <a:pt x="102" y="668"/>
                      <a:pt x="102" y="668"/>
                    </a:cubicBezTo>
                    <a:cubicBezTo>
                      <a:pt x="80" y="668"/>
                      <a:pt x="80" y="668"/>
                      <a:pt x="80" y="668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669"/>
                      <a:pt x="55" y="669"/>
                      <a:pt x="55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160" y="669"/>
                      <a:pt x="160" y="669"/>
                      <a:pt x="160" y="669"/>
                    </a:cubicBezTo>
                    <a:cubicBezTo>
                      <a:pt x="160" y="0"/>
                      <a:pt x="160" y="0"/>
                      <a:pt x="160" y="0"/>
                    </a:cubicBezTo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2" name="Freeform 16"/>
              <p:cNvSpPr>
                <a:spLocks/>
              </p:cNvSpPr>
              <p:nvPr/>
            </p:nvSpPr>
            <p:spPr bwMode="auto">
              <a:xfrm>
                <a:off x="7551738" y="3653156"/>
                <a:ext cx="69850" cy="1603375"/>
              </a:xfrm>
              <a:custGeom>
                <a:avLst/>
                <a:gdLst>
                  <a:gd name="T0" fmla="*/ 29 w 29"/>
                  <a:gd name="T1" fmla="*/ 0 h 669"/>
                  <a:gd name="T2" fmla="*/ 0 w 29"/>
                  <a:gd name="T3" fmla="*/ 0 h 669"/>
                  <a:gd name="T4" fmla="*/ 0 w 29"/>
                  <a:gd name="T5" fmla="*/ 666 h 669"/>
                  <a:gd name="T6" fmla="*/ 0 w 29"/>
                  <a:gd name="T7" fmla="*/ 669 h 669"/>
                  <a:gd name="T8" fmla="*/ 0 w 29"/>
                  <a:gd name="T9" fmla="*/ 669 h 669"/>
                  <a:gd name="T10" fmla="*/ 0 w 29"/>
                  <a:gd name="T11" fmla="*/ 669 h 669"/>
                  <a:gd name="T12" fmla="*/ 0 w 29"/>
                  <a:gd name="T13" fmla="*/ 669 h 669"/>
                  <a:gd name="T14" fmla="*/ 29 w 29"/>
                  <a:gd name="T15" fmla="*/ 669 h 669"/>
                  <a:gd name="T16" fmla="*/ 29 w 29"/>
                  <a:gd name="T17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669">
                    <a:moveTo>
                      <a:pt x="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66"/>
                      <a:pt x="0" y="666"/>
                      <a:pt x="0" y="666"/>
                    </a:cubicBezTo>
                    <a:cubicBezTo>
                      <a:pt x="0" y="667"/>
                      <a:pt x="0" y="668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29" y="669"/>
                      <a:pt x="29" y="669"/>
                      <a:pt x="29" y="669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3" name="Rectangle 19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4" name="Rectangle 23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5" name="Freeform 25"/>
              <p:cNvSpPr>
                <a:spLocks/>
              </p:cNvSpPr>
              <p:nvPr/>
            </p:nvSpPr>
            <p:spPr bwMode="auto">
              <a:xfrm>
                <a:off x="7381875" y="3307081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2 h 154"/>
                  <a:gd name="T4" fmla="*/ 204 w 255"/>
                  <a:gd name="T5" fmla="*/ 46 h 154"/>
                  <a:gd name="T6" fmla="*/ 145 w 255"/>
                  <a:gd name="T7" fmla="*/ 1 h 154"/>
                  <a:gd name="T8" fmla="*/ 92 w 255"/>
                  <a:gd name="T9" fmla="*/ 31 h 154"/>
                  <a:gd name="T10" fmla="*/ 53 w 255"/>
                  <a:gd name="T11" fmla="*/ 36 h 154"/>
                  <a:gd name="T12" fmla="*/ 35 w 255"/>
                  <a:gd name="T13" fmla="*/ 71 h 154"/>
                  <a:gd name="T14" fmla="*/ 1 w 255"/>
                  <a:gd name="T15" fmla="*/ 113 h 154"/>
                  <a:gd name="T16" fmla="*/ 32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2"/>
                    </a:cubicBezTo>
                    <a:cubicBezTo>
                      <a:pt x="255" y="49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1"/>
                    </a:cubicBezTo>
                    <a:cubicBezTo>
                      <a:pt x="104" y="0"/>
                      <a:pt x="92" y="31"/>
                      <a:pt x="92" y="31"/>
                    </a:cubicBezTo>
                    <a:cubicBezTo>
                      <a:pt x="92" y="31"/>
                      <a:pt x="71" y="23"/>
                      <a:pt x="53" y="36"/>
                    </a:cubicBezTo>
                    <a:cubicBezTo>
                      <a:pt x="30" y="54"/>
                      <a:pt x="35" y="71"/>
                      <a:pt x="35" y="71"/>
                    </a:cubicBezTo>
                    <a:cubicBezTo>
                      <a:pt x="35" y="71"/>
                      <a:pt x="1" y="77"/>
                      <a:pt x="1" y="113"/>
                    </a:cubicBezTo>
                    <a:cubicBezTo>
                      <a:pt x="0" y="148"/>
                      <a:pt x="32" y="152"/>
                      <a:pt x="32" y="152"/>
                    </a:cubicBezTo>
                    <a:cubicBezTo>
                      <a:pt x="32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6" name="Freeform 26"/>
              <p:cNvSpPr>
                <a:spLocks/>
              </p:cNvSpPr>
              <p:nvPr/>
            </p:nvSpPr>
            <p:spPr bwMode="auto">
              <a:xfrm>
                <a:off x="7686675" y="3310256"/>
                <a:ext cx="306388" cy="366713"/>
              </a:xfrm>
              <a:custGeom>
                <a:avLst/>
                <a:gdLst>
                  <a:gd name="T0" fmla="*/ 77 w 128"/>
                  <a:gd name="T1" fmla="*/ 45 h 153"/>
                  <a:gd name="T2" fmla="*/ 18 w 128"/>
                  <a:gd name="T3" fmla="*/ 0 h 153"/>
                  <a:gd name="T4" fmla="*/ 0 w 128"/>
                  <a:gd name="T5" fmla="*/ 2 h 153"/>
                  <a:gd name="T6" fmla="*/ 0 w 128"/>
                  <a:gd name="T7" fmla="*/ 152 h 153"/>
                  <a:gd name="T8" fmla="*/ 77 w 128"/>
                  <a:gd name="T9" fmla="*/ 153 h 153"/>
                  <a:gd name="T10" fmla="*/ 127 w 128"/>
                  <a:gd name="T11" fmla="*/ 101 h 153"/>
                  <a:gd name="T12" fmla="*/ 77 w 128"/>
                  <a:gd name="T13" fmla="*/ 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3">
                    <a:moveTo>
                      <a:pt x="77" y="45"/>
                    </a:moveTo>
                    <a:cubicBezTo>
                      <a:pt x="77" y="45"/>
                      <a:pt x="59" y="0"/>
                      <a:pt x="18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37" y="152"/>
                      <a:pt x="71" y="153"/>
                      <a:pt x="77" y="153"/>
                    </a:cubicBezTo>
                    <a:cubicBezTo>
                      <a:pt x="90" y="153"/>
                      <a:pt x="126" y="149"/>
                      <a:pt x="127" y="101"/>
                    </a:cubicBezTo>
                    <a:cubicBezTo>
                      <a:pt x="128" y="48"/>
                      <a:pt x="77" y="45"/>
                      <a:pt x="77" y="45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7" name="组合 346"/>
            <p:cNvGrpSpPr/>
            <p:nvPr/>
          </p:nvGrpSpPr>
          <p:grpSpPr>
            <a:xfrm>
              <a:off x="4851455" y="4209000"/>
              <a:ext cx="95250" cy="939800"/>
              <a:chOff x="6002338" y="4240531"/>
              <a:chExt cx="95250" cy="939800"/>
            </a:xfrm>
          </p:grpSpPr>
          <p:sp>
            <p:nvSpPr>
              <p:cNvPr id="160" name="Freeform 27"/>
              <p:cNvSpPr>
                <a:spLocks/>
              </p:cNvSpPr>
              <p:nvPr/>
            </p:nvSpPr>
            <p:spPr bwMode="auto">
              <a:xfrm>
                <a:off x="6002338" y="4240531"/>
                <a:ext cx="95250" cy="939800"/>
              </a:xfrm>
              <a:custGeom>
                <a:avLst/>
                <a:gdLst>
                  <a:gd name="T0" fmla="*/ 12 w 60"/>
                  <a:gd name="T1" fmla="*/ 0 h 592"/>
                  <a:gd name="T2" fmla="*/ 0 w 60"/>
                  <a:gd name="T3" fmla="*/ 592 h 592"/>
                  <a:gd name="T4" fmla="*/ 60 w 60"/>
                  <a:gd name="T5" fmla="*/ 592 h 592"/>
                  <a:gd name="T6" fmla="*/ 48 w 60"/>
                  <a:gd name="T7" fmla="*/ 0 h 592"/>
                  <a:gd name="T8" fmla="*/ 12 w 6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92">
                    <a:moveTo>
                      <a:pt x="12" y="0"/>
                    </a:moveTo>
                    <a:lnTo>
                      <a:pt x="0" y="592"/>
                    </a:lnTo>
                    <a:lnTo>
                      <a:pt x="60" y="592"/>
                    </a:lnTo>
                    <a:lnTo>
                      <a:pt x="48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1" name="Freeform 28"/>
              <p:cNvSpPr>
                <a:spLocks/>
              </p:cNvSpPr>
              <p:nvPr/>
            </p:nvSpPr>
            <p:spPr bwMode="auto">
              <a:xfrm>
                <a:off x="6049963" y="4240531"/>
                <a:ext cx="47625" cy="939800"/>
              </a:xfrm>
              <a:custGeom>
                <a:avLst/>
                <a:gdLst>
                  <a:gd name="T0" fmla="*/ 0 w 30"/>
                  <a:gd name="T1" fmla="*/ 0 h 592"/>
                  <a:gd name="T2" fmla="*/ 0 w 30"/>
                  <a:gd name="T3" fmla="*/ 592 h 592"/>
                  <a:gd name="T4" fmla="*/ 30 w 30"/>
                  <a:gd name="T5" fmla="*/ 592 h 592"/>
                  <a:gd name="T6" fmla="*/ 18 w 30"/>
                  <a:gd name="T7" fmla="*/ 0 h 592"/>
                  <a:gd name="T8" fmla="*/ 0 w 3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592">
                    <a:moveTo>
                      <a:pt x="0" y="0"/>
                    </a:moveTo>
                    <a:lnTo>
                      <a:pt x="0" y="592"/>
                    </a:lnTo>
                    <a:lnTo>
                      <a:pt x="30" y="592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71" name="Freeform 38"/>
            <p:cNvSpPr>
              <a:spLocks/>
            </p:cNvSpPr>
            <p:nvPr/>
          </p:nvSpPr>
          <p:spPr bwMode="auto">
            <a:xfrm>
              <a:off x="3902130" y="3801013"/>
              <a:ext cx="171450" cy="1630363"/>
            </a:xfrm>
            <a:custGeom>
              <a:avLst/>
              <a:gdLst>
                <a:gd name="T0" fmla="*/ 23 w 108"/>
                <a:gd name="T1" fmla="*/ 0 h 1027"/>
                <a:gd name="T2" fmla="*/ 0 w 108"/>
                <a:gd name="T3" fmla="*/ 1027 h 1027"/>
                <a:gd name="T4" fmla="*/ 108 w 108"/>
                <a:gd name="T5" fmla="*/ 1027 h 1027"/>
                <a:gd name="T6" fmla="*/ 85 w 108"/>
                <a:gd name="T7" fmla="*/ 0 h 1027"/>
                <a:gd name="T8" fmla="*/ 23 w 108"/>
                <a:gd name="T9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27">
                  <a:moveTo>
                    <a:pt x="23" y="0"/>
                  </a:moveTo>
                  <a:lnTo>
                    <a:pt x="0" y="1027"/>
                  </a:lnTo>
                  <a:lnTo>
                    <a:pt x="108" y="1027"/>
                  </a:lnTo>
                  <a:lnTo>
                    <a:pt x="85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46" name="组合 345"/>
            <p:cNvGrpSpPr/>
            <p:nvPr/>
          </p:nvGrpSpPr>
          <p:grpSpPr>
            <a:xfrm>
              <a:off x="3902130" y="3801013"/>
              <a:ext cx="171450" cy="1630363"/>
              <a:chOff x="5053013" y="3832544"/>
              <a:chExt cx="171450" cy="1630363"/>
            </a:xfrm>
          </p:grpSpPr>
          <p:sp>
            <p:nvSpPr>
              <p:cNvPr id="170" name="Freeform 37"/>
              <p:cNvSpPr>
                <a:spLocks/>
              </p:cNvSpPr>
              <p:nvPr/>
            </p:nvSpPr>
            <p:spPr bwMode="auto">
              <a:xfrm>
                <a:off x="5053013" y="3832544"/>
                <a:ext cx="171450" cy="1630363"/>
              </a:xfrm>
              <a:custGeom>
                <a:avLst/>
                <a:gdLst>
                  <a:gd name="T0" fmla="*/ 23 w 108"/>
                  <a:gd name="T1" fmla="*/ 0 h 1027"/>
                  <a:gd name="T2" fmla="*/ 0 w 108"/>
                  <a:gd name="T3" fmla="*/ 1027 h 1027"/>
                  <a:gd name="T4" fmla="*/ 108 w 108"/>
                  <a:gd name="T5" fmla="*/ 1027 h 1027"/>
                  <a:gd name="T6" fmla="*/ 85 w 108"/>
                  <a:gd name="T7" fmla="*/ 0 h 1027"/>
                  <a:gd name="T8" fmla="*/ 23 w 108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1027">
                    <a:moveTo>
                      <a:pt x="23" y="0"/>
                    </a:moveTo>
                    <a:lnTo>
                      <a:pt x="0" y="1027"/>
                    </a:lnTo>
                    <a:lnTo>
                      <a:pt x="108" y="1027"/>
                    </a:lnTo>
                    <a:lnTo>
                      <a:pt x="85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2" name="Freeform 39"/>
              <p:cNvSpPr>
                <a:spLocks/>
              </p:cNvSpPr>
              <p:nvPr/>
            </p:nvSpPr>
            <p:spPr bwMode="auto">
              <a:xfrm>
                <a:off x="5140325" y="3832544"/>
                <a:ext cx="84138" cy="1630363"/>
              </a:xfrm>
              <a:custGeom>
                <a:avLst/>
                <a:gdLst>
                  <a:gd name="T0" fmla="*/ 0 w 53"/>
                  <a:gd name="T1" fmla="*/ 0 h 1027"/>
                  <a:gd name="T2" fmla="*/ 0 w 53"/>
                  <a:gd name="T3" fmla="*/ 1027 h 1027"/>
                  <a:gd name="T4" fmla="*/ 53 w 53"/>
                  <a:gd name="T5" fmla="*/ 1027 h 1027"/>
                  <a:gd name="T6" fmla="*/ 30 w 53"/>
                  <a:gd name="T7" fmla="*/ 0 h 1027"/>
                  <a:gd name="T8" fmla="*/ 0 w 53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027">
                    <a:moveTo>
                      <a:pt x="0" y="0"/>
                    </a:moveTo>
                    <a:lnTo>
                      <a:pt x="0" y="1027"/>
                    </a:lnTo>
                    <a:lnTo>
                      <a:pt x="53" y="1027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3" name="组合 352"/>
            <p:cNvGrpSpPr/>
            <p:nvPr/>
          </p:nvGrpSpPr>
          <p:grpSpPr>
            <a:xfrm>
              <a:off x="8161392" y="4805900"/>
              <a:ext cx="65088" cy="625475"/>
              <a:chOff x="9312275" y="4837431"/>
              <a:chExt cx="65088" cy="625475"/>
            </a:xfrm>
          </p:grpSpPr>
          <p:sp>
            <p:nvSpPr>
              <p:cNvPr id="189" name="Freeform 56"/>
              <p:cNvSpPr>
                <a:spLocks/>
              </p:cNvSpPr>
              <p:nvPr/>
            </p:nvSpPr>
            <p:spPr bwMode="auto">
              <a:xfrm>
                <a:off x="9312275" y="4837431"/>
                <a:ext cx="65088" cy="625475"/>
              </a:xfrm>
              <a:custGeom>
                <a:avLst/>
                <a:gdLst>
                  <a:gd name="T0" fmla="*/ 9 w 41"/>
                  <a:gd name="T1" fmla="*/ 0 h 394"/>
                  <a:gd name="T2" fmla="*/ 0 w 41"/>
                  <a:gd name="T3" fmla="*/ 394 h 394"/>
                  <a:gd name="T4" fmla="*/ 41 w 41"/>
                  <a:gd name="T5" fmla="*/ 394 h 394"/>
                  <a:gd name="T6" fmla="*/ 32 w 41"/>
                  <a:gd name="T7" fmla="*/ 0 h 394"/>
                  <a:gd name="T8" fmla="*/ 9 w 41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94">
                    <a:moveTo>
                      <a:pt x="9" y="0"/>
                    </a:moveTo>
                    <a:lnTo>
                      <a:pt x="0" y="394"/>
                    </a:lnTo>
                    <a:lnTo>
                      <a:pt x="41" y="394"/>
                    </a:lnTo>
                    <a:lnTo>
                      <a:pt x="32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0" name="Freeform 57"/>
              <p:cNvSpPr>
                <a:spLocks/>
              </p:cNvSpPr>
              <p:nvPr/>
            </p:nvSpPr>
            <p:spPr bwMode="auto">
              <a:xfrm>
                <a:off x="9347200" y="4837431"/>
                <a:ext cx="30163" cy="625475"/>
              </a:xfrm>
              <a:custGeom>
                <a:avLst/>
                <a:gdLst>
                  <a:gd name="T0" fmla="*/ 0 w 19"/>
                  <a:gd name="T1" fmla="*/ 0 h 394"/>
                  <a:gd name="T2" fmla="*/ 0 w 19"/>
                  <a:gd name="T3" fmla="*/ 394 h 394"/>
                  <a:gd name="T4" fmla="*/ 19 w 19"/>
                  <a:gd name="T5" fmla="*/ 394 h 394"/>
                  <a:gd name="T6" fmla="*/ 10 w 19"/>
                  <a:gd name="T7" fmla="*/ 0 h 394"/>
                  <a:gd name="T8" fmla="*/ 0 w 19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94">
                    <a:moveTo>
                      <a:pt x="0" y="0"/>
                    </a:moveTo>
                    <a:lnTo>
                      <a:pt x="0" y="394"/>
                    </a:lnTo>
                    <a:lnTo>
                      <a:pt x="19" y="394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60" name="组合 359"/>
            <p:cNvGrpSpPr/>
            <p:nvPr/>
          </p:nvGrpSpPr>
          <p:grpSpPr>
            <a:xfrm>
              <a:off x="757292" y="3134263"/>
              <a:ext cx="8375650" cy="3425824"/>
              <a:chOff x="1908175" y="3165794"/>
              <a:chExt cx="8375650" cy="3425824"/>
            </a:xfrm>
          </p:grpSpPr>
          <p:sp>
            <p:nvSpPr>
              <p:cNvPr id="139" name="Freeform 6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1" name="Freeform 8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2" name="Rectangle 9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3" name="Rectangle 10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5" name="Freeform 12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0" name="Rectangle 17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1" name="Rectangle 18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3" name="Rectangle 20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4" name="Rectangle 21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5" name="Rectangle 22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7" name="Rectangle 24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1" name="Freeform 48"/>
              <p:cNvSpPr>
                <a:spLocks/>
              </p:cNvSpPr>
              <p:nvPr/>
            </p:nvSpPr>
            <p:spPr bwMode="auto">
              <a:xfrm>
                <a:off x="7391400" y="4259581"/>
                <a:ext cx="2071688" cy="1176338"/>
              </a:xfrm>
              <a:custGeom>
                <a:avLst/>
                <a:gdLst>
                  <a:gd name="T0" fmla="*/ 1305 w 1305"/>
                  <a:gd name="T1" fmla="*/ 741 h 741"/>
                  <a:gd name="T2" fmla="*/ 654 w 1305"/>
                  <a:gd name="T3" fmla="*/ 0 h 741"/>
                  <a:gd name="T4" fmla="*/ 0 w 1305"/>
                  <a:gd name="T5" fmla="*/ 741 h 741"/>
                  <a:gd name="T6" fmla="*/ 1305 w 1305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741">
                    <a:moveTo>
                      <a:pt x="1305" y="741"/>
                    </a:moveTo>
                    <a:lnTo>
                      <a:pt x="654" y="0"/>
                    </a:lnTo>
                    <a:lnTo>
                      <a:pt x="0" y="741"/>
                    </a:lnTo>
                    <a:lnTo>
                      <a:pt x="1305" y="741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2" name="Freeform 49"/>
              <p:cNvSpPr>
                <a:spLocks/>
              </p:cNvSpPr>
              <p:nvPr/>
            </p:nvSpPr>
            <p:spPr bwMode="auto">
              <a:xfrm>
                <a:off x="7391400" y="4259581"/>
                <a:ext cx="1038225" cy="1176338"/>
              </a:xfrm>
              <a:custGeom>
                <a:avLst/>
                <a:gdLst>
                  <a:gd name="T0" fmla="*/ 0 w 654"/>
                  <a:gd name="T1" fmla="*/ 741 h 741"/>
                  <a:gd name="T2" fmla="*/ 654 w 654"/>
                  <a:gd name="T3" fmla="*/ 0 h 741"/>
                  <a:gd name="T4" fmla="*/ 654 w 654"/>
                  <a:gd name="T5" fmla="*/ 741 h 741"/>
                  <a:gd name="T6" fmla="*/ 0 w 654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4" h="741">
                    <a:moveTo>
                      <a:pt x="0" y="741"/>
                    </a:moveTo>
                    <a:lnTo>
                      <a:pt x="654" y="0"/>
                    </a:lnTo>
                    <a:lnTo>
                      <a:pt x="654" y="741"/>
                    </a:lnTo>
                    <a:lnTo>
                      <a:pt x="0" y="741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3" name="Freeform 50"/>
              <p:cNvSpPr>
                <a:spLocks/>
              </p:cNvSpPr>
              <p:nvPr/>
            </p:nvSpPr>
            <p:spPr bwMode="auto">
              <a:xfrm>
                <a:off x="8170863" y="4259581"/>
                <a:ext cx="503238" cy="315913"/>
              </a:xfrm>
              <a:custGeom>
                <a:avLst/>
                <a:gdLst>
                  <a:gd name="T0" fmla="*/ 93 w 210"/>
                  <a:gd name="T1" fmla="*/ 106 h 132"/>
                  <a:gd name="T2" fmla="*/ 53 w 210"/>
                  <a:gd name="T3" fmla="*/ 124 h 132"/>
                  <a:gd name="T4" fmla="*/ 28 w 210"/>
                  <a:gd name="T5" fmla="*/ 112 h 132"/>
                  <a:gd name="T6" fmla="*/ 0 w 210"/>
                  <a:gd name="T7" fmla="*/ 123 h 132"/>
                  <a:gd name="T8" fmla="*/ 108 w 210"/>
                  <a:gd name="T9" fmla="*/ 0 h 132"/>
                  <a:gd name="T10" fmla="*/ 210 w 210"/>
                  <a:gd name="T11" fmla="*/ 117 h 132"/>
                  <a:gd name="T12" fmla="*/ 187 w 210"/>
                  <a:gd name="T13" fmla="*/ 122 h 132"/>
                  <a:gd name="T14" fmla="*/ 125 w 210"/>
                  <a:gd name="T15" fmla="*/ 122 h 132"/>
                  <a:gd name="T16" fmla="*/ 93 w 210"/>
                  <a:gd name="T17" fmla="*/ 10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0" h="132">
                    <a:moveTo>
                      <a:pt x="93" y="106"/>
                    </a:moveTo>
                    <a:cubicBezTo>
                      <a:pt x="84" y="114"/>
                      <a:pt x="63" y="130"/>
                      <a:pt x="53" y="124"/>
                    </a:cubicBez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2" y="118"/>
                      <a:pt x="194" y="119"/>
                      <a:pt x="187" y="122"/>
                    </a:cubicBezTo>
                    <a:cubicBezTo>
                      <a:pt x="163" y="132"/>
                      <a:pt x="142" y="128"/>
                      <a:pt x="125" y="122"/>
                    </a:cubicBezTo>
                    <a:cubicBezTo>
                      <a:pt x="108" y="117"/>
                      <a:pt x="101" y="97"/>
                      <a:pt x="93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4" name="Freeform 51"/>
              <p:cNvSpPr>
                <a:spLocks/>
              </p:cNvSpPr>
              <p:nvPr/>
            </p:nvSpPr>
            <p:spPr bwMode="auto">
              <a:xfrm>
                <a:off x="8170863" y="4259581"/>
                <a:ext cx="258763" cy="311150"/>
              </a:xfrm>
              <a:custGeom>
                <a:avLst/>
                <a:gdLst>
                  <a:gd name="T0" fmla="*/ 53 w 108"/>
                  <a:gd name="T1" fmla="*/ 124 h 130"/>
                  <a:gd name="T2" fmla="*/ 28 w 108"/>
                  <a:gd name="T3" fmla="*/ 112 h 130"/>
                  <a:gd name="T4" fmla="*/ 0 w 108"/>
                  <a:gd name="T5" fmla="*/ 123 h 130"/>
                  <a:gd name="T6" fmla="*/ 108 w 108"/>
                  <a:gd name="T7" fmla="*/ 0 h 130"/>
                  <a:gd name="T8" fmla="*/ 108 w 108"/>
                  <a:gd name="T9" fmla="*/ 111 h 130"/>
                  <a:gd name="T10" fmla="*/ 93 w 108"/>
                  <a:gd name="T11" fmla="*/ 106 h 130"/>
                  <a:gd name="T12" fmla="*/ 53 w 108"/>
                  <a:gd name="T13" fmla="*/ 1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30">
                    <a:moveTo>
                      <a:pt x="53" y="124"/>
                    </a:move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11"/>
                      <a:pt x="108" y="111"/>
                      <a:pt x="108" y="111"/>
                    </a:cubicBezTo>
                    <a:cubicBezTo>
                      <a:pt x="102" y="105"/>
                      <a:pt x="98" y="100"/>
                      <a:pt x="93" y="106"/>
                    </a:cubicBezTo>
                    <a:cubicBezTo>
                      <a:pt x="84" y="114"/>
                      <a:pt x="63" y="130"/>
                      <a:pt x="53" y="124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5" name="Freeform 52"/>
              <p:cNvSpPr>
                <a:spLocks/>
              </p:cNvSpPr>
              <p:nvPr/>
            </p:nvSpPr>
            <p:spPr bwMode="auto">
              <a:xfrm>
                <a:off x="5916613" y="4937444"/>
                <a:ext cx="38100" cy="111125"/>
              </a:xfrm>
              <a:custGeom>
                <a:avLst/>
                <a:gdLst>
                  <a:gd name="T0" fmla="*/ 4 w 24"/>
                  <a:gd name="T1" fmla="*/ 0 h 70"/>
                  <a:gd name="T2" fmla="*/ 0 w 24"/>
                  <a:gd name="T3" fmla="*/ 70 h 70"/>
                  <a:gd name="T4" fmla="*/ 24 w 24"/>
                  <a:gd name="T5" fmla="*/ 70 h 70"/>
                  <a:gd name="T6" fmla="*/ 19 w 24"/>
                  <a:gd name="T7" fmla="*/ 0 h 70"/>
                  <a:gd name="T8" fmla="*/ 4 w 24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70">
                    <a:moveTo>
                      <a:pt x="4" y="0"/>
                    </a:moveTo>
                    <a:lnTo>
                      <a:pt x="0" y="70"/>
                    </a:lnTo>
                    <a:lnTo>
                      <a:pt x="24" y="70"/>
                    </a:lnTo>
                    <a:lnTo>
                      <a:pt x="19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6" name="Freeform 53"/>
              <p:cNvSpPr>
                <a:spLocks/>
              </p:cNvSpPr>
              <p:nvPr/>
            </p:nvSpPr>
            <p:spPr bwMode="auto">
              <a:xfrm>
                <a:off x="5935663" y="4937444"/>
                <a:ext cx="19050" cy="111125"/>
              </a:xfrm>
              <a:custGeom>
                <a:avLst/>
                <a:gdLst>
                  <a:gd name="T0" fmla="*/ 0 w 12"/>
                  <a:gd name="T1" fmla="*/ 0 h 70"/>
                  <a:gd name="T2" fmla="*/ 0 w 12"/>
                  <a:gd name="T3" fmla="*/ 70 h 70"/>
                  <a:gd name="T4" fmla="*/ 12 w 12"/>
                  <a:gd name="T5" fmla="*/ 70 h 70"/>
                  <a:gd name="T6" fmla="*/ 7 w 12"/>
                  <a:gd name="T7" fmla="*/ 0 h 70"/>
                  <a:gd name="T8" fmla="*/ 0 w 12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lnTo>
                      <a:pt x="0" y="70"/>
                    </a:lnTo>
                    <a:lnTo>
                      <a:pt x="12" y="7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7" name="Freeform 54"/>
              <p:cNvSpPr>
                <a:spLocks/>
              </p:cNvSpPr>
              <p:nvPr/>
            </p:nvSpPr>
            <p:spPr bwMode="auto">
              <a:xfrm>
                <a:off x="5824538" y="4499294"/>
                <a:ext cx="220663" cy="474663"/>
              </a:xfrm>
              <a:custGeom>
                <a:avLst/>
                <a:gdLst>
                  <a:gd name="T0" fmla="*/ 0 w 139"/>
                  <a:gd name="T1" fmla="*/ 299 h 299"/>
                  <a:gd name="T2" fmla="*/ 70 w 139"/>
                  <a:gd name="T3" fmla="*/ 0 h 299"/>
                  <a:gd name="T4" fmla="*/ 139 w 139"/>
                  <a:gd name="T5" fmla="*/ 299 h 299"/>
                  <a:gd name="T6" fmla="*/ 0 w 13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299">
                    <a:moveTo>
                      <a:pt x="0" y="299"/>
                    </a:moveTo>
                    <a:lnTo>
                      <a:pt x="70" y="0"/>
                    </a:lnTo>
                    <a:lnTo>
                      <a:pt x="139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8" name="Freeform 55"/>
              <p:cNvSpPr>
                <a:spLocks/>
              </p:cNvSpPr>
              <p:nvPr/>
            </p:nvSpPr>
            <p:spPr bwMode="auto">
              <a:xfrm>
                <a:off x="5935663" y="4499294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9" name="Freeform 66"/>
              <p:cNvSpPr>
                <a:spLocks/>
              </p:cNvSpPr>
              <p:nvPr/>
            </p:nvSpPr>
            <p:spPr bwMode="auto">
              <a:xfrm>
                <a:off x="5305425" y="4818381"/>
                <a:ext cx="109538" cy="193675"/>
              </a:xfrm>
              <a:custGeom>
                <a:avLst/>
                <a:gdLst>
                  <a:gd name="T0" fmla="*/ 46 w 46"/>
                  <a:gd name="T1" fmla="*/ 58 h 81"/>
                  <a:gd name="T2" fmla="*/ 23 w 46"/>
                  <a:gd name="T3" fmla="*/ 81 h 81"/>
                  <a:gd name="T4" fmla="*/ 0 w 46"/>
                  <a:gd name="T5" fmla="*/ 58 h 81"/>
                  <a:gd name="T6" fmla="*/ 23 w 46"/>
                  <a:gd name="T7" fmla="*/ 0 h 81"/>
                  <a:gd name="T8" fmla="*/ 46 w 46"/>
                  <a:gd name="T9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81">
                    <a:moveTo>
                      <a:pt x="46" y="58"/>
                    </a:moveTo>
                    <a:cubicBezTo>
                      <a:pt x="46" y="71"/>
                      <a:pt x="35" y="81"/>
                      <a:pt x="23" y="81"/>
                    </a:cubicBezTo>
                    <a:cubicBezTo>
                      <a:pt x="10" y="81"/>
                      <a:pt x="0" y="71"/>
                      <a:pt x="0" y="58"/>
                    </a:cubicBezTo>
                    <a:cubicBezTo>
                      <a:pt x="0" y="41"/>
                      <a:pt x="10" y="0"/>
                      <a:pt x="23" y="0"/>
                    </a:cubicBezTo>
                    <a:cubicBezTo>
                      <a:pt x="35" y="0"/>
                      <a:pt x="46" y="46"/>
                      <a:pt x="46" y="58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0" name="Freeform 67"/>
              <p:cNvSpPr>
                <a:spLocks/>
              </p:cNvSpPr>
              <p:nvPr/>
            </p:nvSpPr>
            <p:spPr bwMode="auto">
              <a:xfrm>
                <a:off x="5360988" y="4818381"/>
                <a:ext cx="53975" cy="193675"/>
              </a:xfrm>
              <a:custGeom>
                <a:avLst/>
                <a:gdLst>
                  <a:gd name="T0" fmla="*/ 23 w 23"/>
                  <a:gd name="T1" fmla="*/ 58 h 81"/>
                  <a:gd name="T2" fmla="*/ 0 w 23"/>
                  <a:gd name="T3" fmla="*/ 0 h 81"/>
                  <a:gd name="T4" fmla="*/ 0 w 23"/>
                  <a:gd name="T5" fmla="*/ 81 h 81"/>
                  <a:gd name="T6" fmla="*/ 23 w 23"/>
                  <a:gd name="T7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1">
                    <a:moveTo>
                      <a:pt x="23" y="58"/>
                    </a:moveTo>
                    <a:cubicBezTo>
                      <a:pt x="23" y="42"/>
                      <a:pt x="12" y="0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2" y="81"/>
                      <a:pt x="23" y="71"/>
                      <a:pt x="23" y="58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1" name="Freeform 68"/>
              <p:cNvSpPr>
                <a:spLocks/>
              </p:cNvSpPr>
              <p:nvPr/>
            </p:nvSpPr>
            <p:spPr bwMode="auto">
              <a:xfrm>
                <a:off x="5349875" y="4959669"/>
                <a:ext cx="17463" cy="88900"/>
              </a:xfrm>
              <a:custGeom>
                <a:avLst/>
                <a:gdLst>
                  <a:gd name="T0" fmla="*/ 4 w 11"/>
                  <a:gd name="T1" fmla="*/ 0 h 56"/>
                  <a:gd name="T2" fmla="*/ 0 w 11"/>
                  <a:gd name="T3" fmla="*/ 56 h 56"/>
                  <a:gd name="T4" fmla="*/ 11 w 11"/>
                  <a:gd name="T5" fmla="*/ 56 h 56"/>
                  <a:gd name="T6" fmla="*/ 8 w 11"/>
                  <a:gd name="T7" fmla="*/ 0 h 56"/>
                  <a:gd name="T8" fmla="*/ 4 w 11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6">
                    <a:moveTo>
                      <a:pt x="4" y="0"/>
                    </a:moveTo>
                    <a:lnTo>
                      <a:pt x="0" y="56"/>
                    </a:lnTo>
                    <a:lnTo>
                      <a:pt x="11" y="56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2" name="Freeform 69"/>
              <p:cNvSpPr>
                <a:spLocks/>
              </p:cNvSpPr>
              <p:nvPr/>
            </p:nvSpPr>
            <p:spPr bwMode="auto">
              <a:xfrm>
                <a:off x="5360988" y="4959669"/>
                <a:ext cx="6350" cy="88900"/>
              </a:xfrm>
              <a:custGeom>
                <a:avLst/>
                <a:gdLst>
                  <a:gd name="T0" fmla="*/ 0 w 4"/>
                  <a:gd name="T1" fmla="*/ 0 h 56"/>
                  <a:gd name="T2" fmla="*/ 0 w 4"/>
                  <a:gd name="T3" fmla="*/ 56 h 56"/>
                  <a:gd name="T4" fmla="*/ 4 w 4"/>
                  <a:gd name="T5" fmla="*/ 56 h 56"/>
                  <a:gd name="T6" fmla="*/ 1 w 4"/>
                  <a:gd name="T7" fmla="*/ 0 h 56"/>
                  <a:gd name="T8" fmla="*/ 0 w 4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6">
                    <a:moveTo>
                      <a:pt x="0" y="0"/>
                    </a:moveTo>
                    <a:lnTo>
                      <a:pt x="0" y="56"/>
                    </a:lnTo>
                    <a:lnTo>
                      <a:pt x="4" y="5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3" name="Oval 70"/>
              <p:cNvSpPr>
                <a:spLocks noChangeArrowheads="1"/>
              </p:cNvSpPr>
              <p:nvPr/>
            </p:nvSpPr>
            <p:spPr bwMode="auto">
              <a:xfrm>
                <a:off x="5410200" y="4712019"/>
                <a:ext cx="182563" cy="244475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4" name="Freeform 71"/>
              <p:cNvSpPr>
                <a:spLocks/>
              </p:cNvSpPr>
              <p:nvPr/>
            </p:nvSpPr>
            <p:spPr bwMode="auto">
              <a:xfrm>
                <a:off x="5502275" y="4712019"/>
                <a:ext cx="90488" cy="244475"/>
              </a:xfrm>
              <a:custGeom>
                <a:avLst/>
                <a:gdLst>
                  <a:gd name="T0" fmla="*/ 38 w 38"/>
                  <a:gd name="T1" fmla="*/ 51 h 102"/>
                  <a:gd name="T2" fmla="*/ 0 w 38"/>
                  <a:gd name="T3" fmla="*/ 0 h 102"/>
                  <a:gd name="T4" fmla="*/ 0 w 38"/>
                  <a:gd name="T5" fmla="*/ 102 h 102"/>
                  <a:gd name="T6" fmla="*/ 38 w 38"/>
                  <a:gd name="T7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102">
                    <a:moveTo>
                      <a:pt x="38" y="51"/>
                    </a:moveTo>
                    <a:cubicBezTo>
                      <a:pt x="38" y="23"/>
                      <a:pt x="21" y="0"/>
                      <a:pt x="0" y="0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21" y="102"/>
                      <a:pt x="38" y="79"/>
                      <a:pt x="38" y="51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" name="Freeform 72"/>
              <p:cNvSpPr>
                <a:spLocks/>
              </p:cNvSpPr>
              <p:nvPr/>
            </p:nvSpPr>
            <p:spPr bwMode="auto">
              <a:xfrm>
                <a:off x="5489575" y="4866006"/>
                <a:ext cx="26988" cy="146050"/>
              </a:xfrm>
              <a:custGeom>
                <a:avLst/>
                <a:gdLst>
                  <a:gd name="T0" fmla="*/ 3 w 17"/>
                  <a:gd name="T1" fmla="*/ 0 h 92"/>
                  <a:gd name="T2" fmla="*/ 0 w 17"/>
                  <a:gd name="T3" fmla="*/ 92 h 92"/>
                  <a:gd name="T4" fmla="*/ 17 w 17"/>
                  <a:gd name="T5" fmla="*/ 92 h 92"/>
                  <a:gd name="T6" fmla="*/ 12 w 17"/>
                  <a:gd name="T7" fmla="*/ 0 h 92"/>
                  <a:gd name="T8" fmla="*/ 3 w 17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2">
                    <a:moveTo>
                      <a:pt x="3" y="0"/>
                    </a:moveTo>
                    <a:lnTo>
                      <a:pt x="0" y="92"/>
                    </a:lnTo>
                    <a:lnTo>
                      <a:pt x="17" y="92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6" name="Freeform 73"/>
              <p:cNvSpPr>
                <a:spLocks/>
              </p:cNvSpPr>
              <p:nvPr/>
            </p:nvSpPr>
            <p:spPr bwMode="auto">
              <a:xfrm>
                <a:off x="5502275" y="4866006"/>
                <a:ext cx="14288" cy="146050"/>
              </a:xfrm>
              <a:custGeom>
                <a:avLst/>
                <a:gdLst>
                  <a:gd name="T0" fmla="*/ 0 w 9"/>
                  <a:gd name="T1" fmla="*/ 0 h 92"/>
                  <a:gd name="T2" fmla="*/ 0 w 9"/>
                  <a:gd name="T3" fmla="*/ 92 h 92"/>
                  <a:gd name="T4" fmla="*/ 9 w 9"/>
                  <a:gd name="T5" fmla="*/ 92 h 92"/>
                  <a:gd name="T6" fmla="*/ 4 w 9"/>
                  <a:gd name="T7" fmla="*/ 0 h 92"/>
                  <a:gd name="T8" fmla="*/ 0 w 9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2">
                    <a:moveTo>
                      <a:pt x="0" y="0"/>
                    </a:moveTo>
                    <a:lnTo>
                      <a:pt x="0" y="92"/>
                    </a:lnTo>
                    <a:lnTo>
                      <a:pt x="9" y="9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7" name="Freeform 74"/>
              <p:cNvSpPr>
                <a:spLocks/>
              </p:cNvSpPr>
              <p:nvPr/>
            </p:nvSpPr>
            <p:spPr bwMode="auto">
              <a:xfrm>
                <a:off x="6170613" y="5177156"/>
                <a:ext cx="1381125" cy="155575"/>
              </a:xfrm>
              <a:custGeom>
                <a:avLst/>
                <a:gdLst>
                  <a:gd name="T0" fmla="*/ 577 w 577"/>
                  <a:gd name="T1" fmla="*/ 33 h 65"/>
                  <a:gd name="T2" fmla="*/ 540 w 577"/>
                  <a:gd name="T3" fmla="*/ 65 h 65"/>
                  <a:gd name="T4" fmla="*/ 37 w 577"/>
                  <a:gd name="T5" fmla="*/ 65 h 65"/>
                  <a:gd name="T6" fmla="*/ 0 w 577"/>
                  <a:gd name="T7" fmla="*/ 33 h 65"/>
                  <a:gd name="T8" fmla="*/ 37 w 577"/>
                  <a:gd name="T9" fmla="*/ 0 h 65"/>
                  <a:gd name="T10" fmla="*/ 540 w 577"/>
                  <a:gd name="T11" fmla="*/ 0 h 65"/>
                  <a:gd name="T12" fmla="*/ 577 w 577"/>
                  <a:gd name="T13" fmla="*/ 3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7" h="65">
                    <a:moveTo>
                      <a:pt x="577" y="33"/>
                    </a:moveTo>
                    <a:cubicBezTo>
                      <a:pt x="577" y="51"/>
                      <a:pt x="560" y="65"/>
                      <a:pt x="540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16" y="65"/>
                      <a:pt x="0" y="51"/>
                      <a:pt x="0" y="33"/>
                    </a:cubicBezTo>
                    <a:cubicBezTo>
                      <a:pt x="0" y="15"/>
                      <a:pt x="16" y="0"/>
                      <a:pt x="37" y="0"/>
                    </a:cubicBezTo>
                    <a:cubicBezTo>
                      <a:pt x="540" y="0"/>
                      <a:pt x="540" y="0"/>
                      <a:pt x="540" y="0"/>
                    </a:cubicBezTo>
                    <a:cubicBezTo>
                      <a:pt x="560" y="0"/>
                      <a:pt x="577" y="15"/>
                      <a:pt x="577" y="33"/>
                    </a:cubicBezTo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8" name="Freeform 75"/>
              <p:cNvSpPr>
                <a:spLocks/>
              </p:cNvSpPr>
              <p:nvPr/>
            </p:nvSpPr>
            <p:spPr bwMode="auto">
              <a:xfrm>
                <a:off x="6859588" y="5177156"/>
                <a:ext cx="692150" cy="155575"/>
              </a:xfrm>
              <a:custGeom>
                <a:avLst/>
                <a:gdLst>
                  <a:gd name="T0" fmla="*/ 252 w 289"/>
                  <a:gd name="T1" fmla="*/ 0 h 65"/>
                  <a:gd name="T2" fmla="*/ 0 w 289"/>
                  <a:gd name="T3" fmla="*/ 0 h 65"/>
                  <a:gd name="T4" fmla="*/ 0 w 289"/>
                  <a:gd name="T5" fmla="*/ 65 h 65"/>
                  <a:gd name="T6" fmla="*/ 252 w 289"/>
                  <a:gd name="T7" fmla="*/ 65 h 65"/>
                  <a:gd name="T8" fmla="*/ 289 w 289"/>
                  <a:gd name="T9" fmla="*/ 33 h 65"/>
                  <a:gd name="T10" fmla="*/ 252 w 289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9" h="65">
                    <a:moveTo>
                      <a:pt x="25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72" y="65"/>
                      <a:pt x="289" y="51"/>
                      <a:pt x="289" y="33"/>
                    </a:cubicBezTo>
                    <a:cubicBezTo>
                      <a:pt x="289" y="15"/>
                      <a:pt x="272" y="0"/>
                      <a:pt x="252" y="0"/>
                    </a:cubicBezTo>
                  </a:path>
                </a:pathLst>
              </a:custGeom>
              <a:solidFill>
                <a:srgbClr val="A9C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9" name="Rectangle 76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0" name="Rectangle 77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1" name="Freeform 78"/>
              <p:cNvSpPr>
                <a:spLocks/>
              </p:cNvSpPr>
              <p:nvPr/>
            </p:nvSpPr>
            <p:spPr bwMode="auto">
              <a:xfrm>
                <a:off x="6540500" y="4696144"/>
                <a:ext cx="728663" cy="123825"/>
              </a:xfrm>
              <a:custGeom>
                <a:avLst/>
                <a:gdLst>
                  <a:gd name="T0" fmla="*/ 0 w 459"/>
                  <a:gd name="T1" fmla="*/ 50 h 78"/>
                  <a:gd name="T2" fmla="*/ 0 w 459"/>
                  <a:gd name="T3" fmla="*/ 78 h 78"/>
                  <a:gd name="T4" fmla="*/ 459 w 459"/>
                  <a:gd name="T5" fmla="*/ 78 h 78"/>
                  <a:gd name="T6" fmla="*/ 459 w 459"/>
                  <a:gd name="T7" fmla="*/ 0 h 78"/>
                  <a:gd name="T8" fmla="*/ 0 w 459"/>
                  <a:gd name="T9" fmla="*/ 5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9" h="78">
                    <a:moveTo>
                      <a:pt x="0" y="50"/>
                    </a:moveTo>
                    <a:lnTo>
                      <a:pt x="0" y="78"/>
                    </a:lnTo>
                    <a:lnTo>
                      <a:pt x="459" y="78"/>
                    </a:lnTo>
                    <a:lnTo>
                      <a:pt x="459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2" name="Rectangle 79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3" name="Rectangle 80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4" name="Rectangle 81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" name="Rectangle 82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6" name="Rectangle 83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7" name="Rectangle 84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8" name="Rectangle 85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9" name="Rectangle 86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0" name="Rectangle 87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347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1" name="Rectangle 88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2" name="Rectangle 89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3" name="Rectangle 90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4" name="Rectangle 91"/>
              <p:cNvSpPr>
                <a:spLocks noChangeArrowheads="1"/>
              </p:cNvSpPr>
              <p:nvPr/>
            </p:nvSpPr>
            <p:spPr bwMode="auto">
              <a:xfrm>
                <a:off x="6619875" y="4880294"/>
                <a:ext cx="122238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5" name="Freeform 92"/>
              <p:cNvSpPr>
                <a:spLocks/>
              </p:cNvSpPr>
              <p:nvPr/>
            </p:nvSpPr>
            <p:spPr bwMode="auto">
              <a:xfrm>
                <a:off x="6619875" y="4748531"/>
                <a:ext cx="649288" cy="71438"/>
              </a:xfrm>
              <a:custGeom>
                <a:avLst/>
                <a:gdLst>
                  <a:gd name="T0" fmla="*/ 409 w 409"/>
                  <a:gd name="T1" fmla="*/ 45 h 45"/>
                  <a:gd name="T2" fmla="*/ 409 w 409"/>
                  <a:gd name="T3" fmla="*/ 0 h 45"/>
                  <a:gd name="T4" fmla="*/ 0 w 409"/>
                  <a:gd name="T5" fmla="*/ 45 h 45"/>
                  <a:gd name="T6" fmla="*/ 409 w 409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9" h="45">
                    <a:moveTo>
                      <a:pt x="409" y="45"/>
                    </a:moveTo>
                    <a:lnTo>
                      <a:pt x="409" y="0"/>
                    </a:lnTo>
                    <a:lnTo>
                      <a:pt x="0" y="45"/>
                    </a:lnTo>
                    <a:lnTo>
                      <a:pt x="409" y="45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6" name="Freeform 93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close/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7" name="Freeform 94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8" name="Rectangle 95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2C62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9" name="Rectangle 96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0" name="Freeform 97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1" name="Freeform 98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2" name="Freeform 99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close/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3" name="Freeform 100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4" name="Freeform 101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5" name="Freeform 102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6" name="Rectangle 103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7" name="Rectangle 104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8" name="Freeform 105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9" name="Freeform 106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0" name="Freeform 107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1" name="Freeform 108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2" name="Freeform 109"/>
              <p:cNvSpPr>
                <a:spLocks/>
              </p:cNvSpPr>
              <p:nvPr/>
            </p:nvSpPr>
            <p:spPr bwMode="auto">
              <a:xfrm>
                <a:off x="4238625" y="4550094"/>
                <a:ext cx="431800" cy="269875"/>
              </a:xfrm>
              <a:custGeom>
                <a:avLst/>
                <a:gdLst>
                  <a:gd name="T0" fmla="*/ 133 w 180"/>
                  <a:gd name="T1" fmla="*/ 94 h 113"/>
                  <a:gd name="T2" fmla="*/ 64 w 180"/>
                  <a:gd name="T3" fmla="*/ 101 h 113"/>
                  <a:gd name="T4" fmla="*/ 21 w 180"/>
                  <a:gd name="T5" fmla="*/ 95 h 113"/>
                  <a:gd name="T6" fmla="*/ 0 w 180"/>
                  <a:gd name="T7" fmla="*/ 95 h 113"/>
                  <a:gd name="T8" fmla="*/ 92 w 180"/>
                  <a:gd name="T9" fmla="*/ 0 h 113"/>
                  <a:gd name="T10" fmla="*/ 180 w 180"/>
                  <a:gd name="T11" fmla="*/ 92 h 113"/>
                  <a:gd name="T12" fmla="*/ 159 w 180"/>
                  <a:gd name="T13" fmla="*/ 95 h 113"/>
                  <a:gd name="T14" fmla="*/ 133 w 180"/>
                  <a:gd name="T15" fmla="*/ 9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0" h="113">
                    <a:moveTo>
                      <a:pt x="133" y="94"/>
                    </a:moveTo>
                    <a:cubicBezTo>
                      <a:pt x="128" y="98"/>
                      <a:pt x="88" y="113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4" y="95"/>
                      <a:pt x="166" y="98"/>
                      <a:pt x="159" y="95"/>
                    </a:cubicBezTo>
                    <a:cubicBezTo>
                      <a:pt x="150" y="91"/>
                      <a:pt x="137" y="90"/>
                      <a:pt x="133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3" name="Freeform 110"/>
              <p:cNvSpPr>
                <a:spLocks/>
              </p:cNvSpPr>
              <p:nvPr/>
            </p:nvSpPr>
            <p:spPr bwMode="auto">
              <a:xfrm>
                <a:off x="4238625" y="4550094"/>
                <a:ext cx="220663" cy="254000"/>
              </a:xfrm>
              <a:custGeom>
                <a:avLst/>
                <a:gdLst>
                  <a:gd name="T0" fmla="*/ 21 w 92"/>
                  <a:gd name="T1" fmla="*/ 95 h 106"/>
                  <a:gd name="T2" fmla="*/ 0 w 92"/>
                  <a:gd name="T3" fmla="*/ 95 h 106"/>
                  <a:gd name="T4" fmla="*/ 92 w 92"/>
                  <a:gd name="T5" fmla="*/ 0 h 106"/>
                  <a:gd name="T6" fmla="*/ 92 w 92"/>
                  <a:gd name="T7" fmla="*/ 105 h 106"/>
                  <a:gd name="T8" fmla="*/ 64 w 92"/>
                  <a:gd name="T9" fmla="*/ 101 h 106"/>
                  <a:gd name="T10" fmla="*/ 21 w 92"/>
                  <a:gd name="T11" fmla="*/ 9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6">
                    <a:moveTo>
                      <a:pt x="21" y="95"/>
                    </a:move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105"/>
                      <a:pt x="92" y="105"/>
                      <a:pt x="92" y="105"/>
                    </a:cubicBezTo>
                    <a:cubicBezTo>
                      <a:pt x="82" y="106"/>
                      <a:pt x="72" y="105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4" name="Freeform 111"/>
              <p:cNvSpPr>
                <a:spLocks/>
              </p:cNvSpPr>
              <p:nvPr/>
            </p:nvSpPr>
            <p:spPr bwMode="auto">
              <a:xfrm>
                <a:off x="7437438" y="5043806"/>
                <a:ext cx="50800" cy="133350"/>
              </a:xfrm>
              <a:custGeom>
                <a:avLst/>
                <a:gdLst>
                  <a:gd name="T0" fmla="*/ 7 w 32"/>
                  <a:gd name="T1" fmla="*/ 0 h 84"/>
                  <a:gd name="T2" fmla="*/ 0 w 32"/>
                  <a:gd name="T3" fmla="*/ 84 h 84"/>
                  <a:gd name="T4" fmla="*/ 32 w 32"/>
                  <a:gd name="T5" fmla="*/ 84 h 84"/>
                  <a:gd name="T6" fmla="*/ 24 w 32"/>
                  <a:gd name="T7" fmla="*/ 0 h 84"/>
                  <a:gd name="T8" fmla="*/ 7 w 32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84">
                    <a:moveTo>
                      <a:pt x="7" y="0"/>
                    </a:moveTo>
                    <a:lnTo>
                      <a:pt x="0" y="84"/>
                    </a:lnTo>
                    <a:lnTo>
                      <a:pt x="32" y="84"/>
                    </a:lnTo>
                    <a:lnTo>
                      <a:pt x="2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5" name="Freeform 112"/>
              <p:cNvSpPr>
                <a:spLocks/>
              </p:cNvSpPr>
              <p:nvPr/>
            </p:nvSpPr>
            <p:spPr bwMode="auto">
              <a:xfrm>
                <a:off x="7461250" y="5043806"/>
                <a:ext cx="26988" cy="133350"/>
              </a:xfrm>
              <a:custGeom>
                <a:avLst/>
                <a:gdLst>
                  <a:gd name="T0" fmla="*/ 0 w 17"/>
                  <a:gd name="T1" fmla="*/ 0 h 84"/>
                  <a:gd name="T2" fmla="*/ 0 w 17"/>
                  <a:gd name="T3" fmla="*/ 84 h 84"/>
                  <a:gd name="T4" fmla="*/ 17 w 17"/>
                  <a:gd name="T5" fmla="*/ 84 h 84"/>
                  <a:gd name="T6" fmla="*/ 9 w 17"/>
                  <a:gd name="T7" fmla="*/ 0 h 84"/>
                  <a:gd name="T8" fmla="*/ 0 w 17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84">
                    <a:moveTo>
                      <a:pt x="0" y="0"/>
                    </a:moveTo>
                    <a:lnTo>
                      <a:pt x="0" y="84"/>
                    </a:lnTo>
                    <a:lnTo>
                      <a:pt x="17" y="84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" name="Freeform 113"/>
              <p:cNvSpPr>
                <a:spLocks/>
              </p:cNvSpPr>
              <p:nvPr/>
            </p:nvSpPr>
            <p:spPr bwMode="auto">
              <a:xfrm>
                <a:off x="7324725" y="4499294"/>
                <a:ext cx="273050" cy="587375"/>
              </a:xfrm>
              <a:custGeom>
                <a:avLst/>
                <a:gdLst>
                  <a:gd name="T0" fmla="*/ 0 w 172"/>
                  <a:gd name="T1" fmla="*/ 370 h 370"/>
                  <a:gd name="T2" fmla="*/ 86 w 172"/>
                  <a:gd name="T3" fmla="*/ 0 h 370"/>
                  <a:gd name="T4" fmla="*/ 172 w 172"/>
                  <a:gd name="T5" fmla="*/ 370 h 370"/>
                  <a:gd name="T6" fmla="*/ 0 w 172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2" h="370">
                    <a:moveTo>
                      <a:pt x="0" y="370"/>
                    </a:moveTo>
                    <a:lnTo>
                      <a:pt x="86" y="0"/>
                    </a:lnTo>
                    <a:lnTo>
                      <a:pt x="172" y="370"/>
                    </a:lnTo>
                    <a:lnTo>
                      <a:pt x="0" y="37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7" name="Freeform 114"/>
              <p:cNvSpPr>
                <a:spLocks/>
              </p:cNvSpPr>
              <p:nvPr/>
            </p:nvSpPr>
            <p:spPr bwMode="auto">
              <a:xfrm>
                <a:off x="7461250" y="4499294"/>
                <a:ext cx="136525" cy="587375"/>
              </a:xfrm>
              <a:custGeom>
                <a:avLst/>
                <a:gdLst>
                  <a:gd name="T0" fmla="*/ 86 w 86"/>
                  <a:gd name="T1" fmla="*/ 370 h 370"/>
                  <a:gd name="T2" fmla="*/ 0 w 86"/>
                  <a:gd name="T3" fmla="*/ 0 h 370"/>
                  <a:gd name="T4" fmla="*/ 0 w 86"/>
                  <a:gd name="T5" fmla="*/ 370 h 370"/>
                  <a:gd name="T6" fmla="*/ 86 w 86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370">
                    <a:moveTo>
                      <a:pt x="86" y="370"/>
                    </a:moveTo>
                    <a:lnTo>
                      <a:pt x="0" y="0"/>
                    </a:lnTo>
                    <a:lnTo>
                      <a:pt x="0" y="370"/>
                    </a:lnTo>
                    <a:lnTo>
                      <a:pt x="86" y="37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8" name="Freeform 115"/>
              <p:cNvSpPr>
                <a:spLocks/>
              </p:cNvSpPr>
              <p:nvPr/>
            </p:nvSpPr>
            <p:spPr bwMode="auto">
              <a:xfrm>
                <a:off x="7585075" y="5069206"/>
                <a:ext cx="41275" cy="107950"/>
              </a:xfrm>
              <a:custGeom>
                <a:avLst/>
                <a:gdLst>
                  <a:gd name="T0" fmla="*/ 6 w 26"/>
                  <a:gd name="T1" fmla="*/ 0 h 68"/>
                  <a:gd name="T2" fmla="*/ 0 w 26"/>
                  <a:gd name="T3" fmla="*/ 68 h 68"/>
                  <a:gd name="T4" fmla="*/ 26 w 26"/>
                  <a:gd name="T5" fmla="*/ 68 h 68"/>
                  <a:gd name="T6" fmla="*/ 20 w 26"/>
                  <a:gd name="T7" fmla="*/ 0 h 68"/>
                  <a:gd name="T8" fmla="*/ 6 w 26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8">
                    <a:moveTo>
                      <a:pt x="6" y="0"/>
                    </a:moveTo>
                    <a:lnTo>
                      <a:pt x="0" y="68"/>
                    </a:lnTo>
                    <a:lnTo>
                      <a:pt x="26" y="68"/>
                    </a:lnTo>
                    <a:lnTo>
                      <a:pt x="2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9" name="Freeform 116"/>
              <p:cNvSpPr>
                <a:spLocks/>
              </p:cNvSpPr>
              <p:nvPr/>
            </p:nvSpPr>
            <p:spPr bwMode="auto">
              <a:xfrm>
                <a:off x="7607300" y="5069206"/>
                <a:ext cx="19050" cy="107950"/>
              </a:xfrm>
              <a:custGeom>
                <a:avLst/>
                <a:gdLst>
                  <a:gd name="T0" fmla="*/ 0 w 12"/>
                  <a:gd name="T1" fmla="*/ 0 h 68"/>
                  <a:gd name="T2" fmla="*/ 0 w 12"/>
                  <a:gd name="T3" fmla="*/ 68 h 68"/>
                  <a:gd name="T4" fmla="*/ 12 w 12"/>
                  <a:gd name="T5" fmla="*/ 68 h 68"/>
                  <a:gd name="T6" fmla="*/ 6 w 12"/>
                  <a:gd name="T7" fmla="*/ 0 h 68"/>
                  <a:gd name="T8" fmla="*/ 0 w 12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8">
                    <a:moveTo>
                      <a:pt x="0" y="0"/>
                    </a:moveTo>
                    <a:lnTo>
                      <a:pt x="0" y="68"/>
                    </a:lnTo>
                    <a:lnTo>
                      <a:pt x="12" y="6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0" name="Freeform 117"/>
              <p:cNvSpPr>
                <a:spLocks/>
              </p:cNvSpPr>
              <p:nvPr/>
            </p:nvSpPr>
            <p:spPr bwMode="auto">
              <a:xfrm>
                <a:off x="7494588" y="4627881"/>
                <a:ext cx="222250" cy="474663"/>
              </a:xfrm>
              <a:custGeom>
                <a:avLst/>
                <a:gdLst>
                  <a:gd name="T0" fmla="*/ 0 w 140"/>
                  <a:gd name="T1" fmla="*/ 299 h 299"/>
                  <a:gd name="T2" fmla="*/ 71 w 140"/>
                  <a:gd name="T3" fmla="*/ 0 h 299"/>
                  <a:gd name="T4" fmla="*/ 140 w 140"/>
                  <a:gd name="T5" fmla="*/ 299 h 299"/>
                  <a:gd name="T6" fmla="*/ 0 w 140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0" h="299">
                    <a:moveTo>
                      <a:pt x="0" y="299"/>
                    </a:moveTo>
                    <a:lnTo>
                      <a:pt x="71" y="0"/>
                    </a:lnTo>
                    <a:lnTo>
                      <a:pt x="140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1" name="Freeform 118"/>
              <p:cNvSpPr>
                <a:spLocks/>
              </p:cNvSpPr>
              <p:nvPr/>
            </p:nvSpPr>
            <p:spPr bwMode="auto">
              <a:xfrm>
                <a:off x="7607300" y="4627881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2" name="Freeform 119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3" name="Freeform 120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4" name="Freeform 121"/>
              <p:cNvSpPr>
                <a:spLocks/>
              </p:cNvSpPr>
              <p:nvPr/>
            </p:nvSpPr>
            <p:spPr bwMode="auto">
              <a:xfrm>
                <a:off x="2387600" y="4078606"/>
                <a:ext cx="1035050" cy="1384300"/>
              </a:xfrm>
              <a:custGeom>
                <a:avLst/>
                <a:gdLst>
                  <a:gd name="T0" fmla="*/ 0 w 652"/>
                  <a:gd name="T1" fmla="*/ 872 h 872"/>
                  <a:gd name="T2" fmla="*/ 652 w 652"/>
                  <a:gd name="T3" fmla="*/ 0 h 872"/>
                  <a:gd name="T4" fmla="*/ 652 w 652"/>
                  <a:gd name="T5" fmla="*/ 872 h 872"/>
                  <a:gd name="T6" fmla="*/ 0 w 652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2" h="872">
                    <a:moveTo>
                      <a:pt x="0" y="872"/>
                    </a:moveTo>
                    <a:lnTo>
                      <a:pt x="652" y="0"/>
                    </a:lnTo>
                    <a:lnTo>
                      <a:pt x="652" y="872"/>
                    </a:lnTo>
                    <a:lnTo>
                      <a:pt x="0" y="872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5" name="Freeform 122"/>
              <p:cNvSpPr>
                <a:spLocks/>
              </p:cNvSpPr>
              <p:nvPr/>
            </p:nvSpPr>
            <p:spPr bwMode="auto">
              <a:xfrm>
                <a:off x="3163888" y="4078606"/>
                <a:ext cx="504825" cy="373063"/>
              </a:xfrm>
              <a:custGeom>
                <a:avLst/>
                <a:gdLst>
                  <a:gd name="T0" fmla="*/ 93 w 211"/>
                  <a:gd name="T1" fmla="*/ 124 h 155"/>
                  <a:gd name="T2" fmla="*/ 54 w 211"/>
                  <a:gd name="T3" fmla="*/ 146 h 155"/>
                  <a:gd name="T4" fmla="*/ 29 w 211"/>
                  <a:gd name="T5" fmla="*/ 131 h 155"/>
                  <a:gd name="T6" fmla="*/ 0 w 211"/>
                  <a:gd name="T7" fmla="*/ 144 h 155"/>
                  <a:gd name="T8" fmla="*/ 108 w 211"/>
                  <a:gd name="T9" fmla="*/ 0 h 155"/>
                  <a:gd name="T10" fmla="*/ 211 w 211"/>
                  <a:gd name="T11" fmla="*/ 137 h 155"/>
                  <a:gd name="T12" fmla="*/ 187 w 211"/>
                  <a:gd name="T13" fmla="*/ 144 h 155"/>
                  <a:gd name="T14" fmla="*/ 125 w 211"/>
                  <a:gd name="T15" fmla="*/ 144 h 155"/>
                  <a:gd name="T16" fmla="*/ 93 w 211"/>
                  <a:gd name="T17" fmla="*/ 1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155">
                    <a:moveTo>
                      <a:pt x="93" y="124"/>
                    </a:moveTo>
                    <a:cubicBezTo>
                      <a:pt x="84" y="134"/>
                      <a:pt x="63" y="153"/>
                      <a:pt x="54" y="146"/>
                    </a:cubicBez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1" y="137"/>
                      <a:pt x="211" y="137"/>
                      <a:pt x="211" y="137"/>
                    </a:cubicBezTo>
                    <a:cubicBezTo>
                      <a:pt x="202" y="138"/>
                      <a:pt x="194" y="140"/>
                      <a:pt x="187" y="144"/>
                    </a:cubicBezTo>
                    <a:cubicBezTo>
                      <a:pt x="164" y="155"/>
                      <a:pt x="142" y="150"/>
                      <a:pt x="125" y="144"/>
                    </a:cubicBezTo>
                    <a:cubicBezTo>
                      <a:pt x="108" y="137"/>
                      <a:pt x="102" y="113"/>
                      <a:pt x="93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" name="Freeform 123"/>
              <p:cNvSpPr>
                <a:spLocks/>
              </p:cNvSpPr>
              <p:nvPr/>
            </p:nvSpPr>
            <p:spPr bwMode="auto">
              <a:xfrm>
                <a:off x="3163888" y="4078606"/>
                <a:ext cx="258763" cy="368300"/>
              </a:xfrm>
              <a:custGeom>
                <a:avLst/>
                <a:gdLst>
                  <a:gd name="T0" fmla="*/ 54 w 108"/>
                  <a:gd name="T1" fmla="*/ 146 h 153"/>
                  <a:gd name="T2" fmla="*/ 29 w 108"/>
                  <a:gd name="T3" fmla="*/ 131 h 153"/>
                  <a:gd name="T4" fmla="*/ 0 w 108"/>
                  <a:gd name="T5" fmla="*/ 144 h 153"/>
                  <a:gd name="T6" fmla="*/ 108 w 108"/>
                  <a:gd name="T7" fmla="*/ 0 h 153"/>
                  <a:gd name="T8" fmla="*/ 108 w 108"/>
                  <a:gd name="T9" fmla="*/ 130 h 153"/>
                  <a:gd name="T10" fmla="*/ 93 w 108"/>
                  <a:gd name="T11" fmla="*/ 124 h 153"/>
                  <a:gd name="T12" fmla="*/ 54 w 108"/>
                  <a:gd name="T13" fmla="*/ 14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53">
                    <a:moveTo>
                      <a:pt x="54" y="146"/>
                    </a:move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30"/>
                      <a:pt x="108" y="130"/>
                      <a:pt x="108" y="130"/>
                    </a:cubicBezTo>
                    <a:cubicBezTo>
                      <a:pt x="102" y="123"/>
                      <a:pt x="98" y="118"/>
                      <a:pt x="93" y="124"/>
                    </a:cubicBezTo>
                    <a:cubicBezTo>
                      <a:pt x="84" y="134"/>
                      <a:pt x="63" y="153"/>
                      <a:pt x="54" y="146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7" name="Freeform 124"/>
              <p:cNvSpPr>
                <a:spLocks/>
              </p:cNvSpPr>
              <p:nvPr/>
            </p:nvSpPr>
            <p:spPr bwMode="auto">
              <a:xfrm>
                <a:off x="3235325" y="5177156"/>
                <a:ext cx="38100" cy="106363"/>
              </a:xfrm>
              <a:custGeom>
                <a:avLst/>
                <a:gdLst>
                  <a:gd name="T0" fmla="*/ 5 w 24"/>
                  <a:gd name="T1" fmla="*/ 0 h 67"/>
                  <a:gd name="T2" fmla="*/ 0 w 24"/>
                  <a:gd name="T3" fmla="*/ 67 h 67"/>
                  <a:gd name="T4" fmla="*/ 24 w 24"/>
                  <a:gd name="T5" fmla="*/ 67 h 67"/>
                  <a:gd name="T6" fmla="*/ 18 w 24"/>
                  <a:gd name="T7" fmla="*/ 0 h 67"/>
                  <a:gd name="T8" fmla="*/ 5 w 24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67">
                    <a:moveTo>
                      <a:pt x="5" y="0"/>
                    </a:moveTo>
                    <a:lnTo>
                      <a:pt x="0" y="67"/>
                    </a:lnTo>
                    <a:lnTo>
                      <a:pt x="24" y="67"/>
                    </a:lnTo>
                    <a:lnTo>
                      <a:pt x="1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8" name="Freeform 125"/>
              <p:cNvSpPr>
                <a:spLocks/>
              </p:cNvSpPr>
              <p:nvPr/>
            </p:nvSpPr>
            <p:spPr bwMode="auto">
              <a:xfrm>
                <a:off x="3254375" y="5177156"/>
                <a:ext cx="19050" cy="106363"/>
              </a:xfrm>
              <a:custGeom>
                <a:avLst/>
                <a:gdLst>
                  <a:gd name="T0" fmla="*/ 0 w 12"/>
                  <a:gd name="T1" fmla="*/ 0 h 67"/>
                  <a:gd name="T2" fmla="*/ 0 w 12"/>
                  <a:gd name="T3" fmla="*/ 67 h 67"/>
                  <a:gd name="T4" fmla="*/ 12 w 12"/>
                  <a:gd name="T5" fmla="*/ 67 h 67"/>
                  <a:gd name="T6" fmla="*/ 6 w 12"/>
                  <a:gd name="T7" fmla="*/ 0 h 67"/>
                  <a:gd name="T8" fmla="*/ 0 w 12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7">
                    <a:moveTo>
                      <a:pt x="0" y="0"/>
                    </a:moveTo>
                    <a:lnTo>
                      <a:pt x="0" y="67"/>
                    </a:lnTo>
                    <a:lnTo>
                      <a:pt x="12" y="67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9" name="Freeform 126"/>
              <p:cNvSpPr>
                <a:spLocks/>
              </p:cNvSpPr>
              <p:nvPr/>
            </p:nvSpPr>
            <p:spPr bwMode="auto">
              <a:xfrm>
                <a:off x="3149600" y="4754881"/>
                <a:ext cx="209550" cy="455613"/>
              </a:xfrm>
              <a:custGeom>
                <a:avLst/>
                <a:gdLst>
                  <a:gd name="T0" fmla="*/ 0 w 132"/>
                  <a:gd name="T1" fmla="*/ 287 h 287"/>
                  <a:gd name="T2" fmla="*/ 66 w 132"/>
                  <a:gd name="T3" fmla="*/ 0 h 287"/>
                  <a:gd name="T4" fmla="*/ 132 w 132"/>
                  <a:gd name="T5" fmla="*/ 287 h 287"/>
                  <a:gd name="T6" fmla="*/ 0 w 132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287">
                    <a:moveTo>
                      <a:pt x="0" y="287"/>
                    </a:moveTo>
                    <a:lnTo>
                      <a:pt x="66" y="0"/>
                    </a:lnTo>
                    <a:lnTo>
                      <a:pt x="132" y="287"/>
                    </a:lnTo>
                    <a:lnTo>
                      <a:pt x="0" y="287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0" name="Freeform 127"/>
              <p:cNvSpPr>
                <a:spLocks/>
              </p:cNvSpPr>
              <p:nvPr/>
            </p:nvSpPr>
            <p:spPr bwMode="auto">
              <a:xfrm>
                <a:off x="3254375" y="4754881"/>
                <a:ext cx="104775" cy="455613"/>
              </a:xfrm>
              <a:custGeom>
                <a:avLst/>
                <a:gdLst>
                  <a:gd name="T0" fmla="*/ 66 w 66"/>
                  <a:gd name="T1" fmla="*/ 287 h 287"/>
                  <a:gd name="T2" fmla="*/ 0 w 66"/>
                  <a:gd name="T3" fmla="*/ 0 h 287"/>
                  <a:gd name="T4" fmla="*/ 0 w 66"/>
                  <a:gd name="T5" fmla="*/ 287 h 287"/>
                  <a:gd name="T6" fmla="*/ 66 w 66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287">
                    <a:moveTo>
                      <a:pt x="66" y="287"/>
                    </a:moveTo>
                    <a:lnTo>
                      <a:pt x="0" y="0"/>
                    </a:lnTo>
                    <a:lnTo>
                      <a:pt x="0" y="287"/>
                    </a:lnTo>
                    <a:lnTo>
                      <a:pt x="66" y="287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1" name="Freeform 128"/>
              <p:cNvSpPr>
                <a:spLocks/>
              </p:cNvSpPr>
              <p:nvPr/>
            </p:nvSpPr>
            <p:spPr bwMode="auto">
              <a:xfrm>
                <a:off x="2954338" y="4956494"/>
                <a:ext cx="196850" cy="347663"/>
              </a:xfrm>
              <a:custGeom>
                <a:avLst/>
                <a:gdLst>
                  <a:gd name="T0" fmla="*/ 82 w 82"/>
                  <a:gd name="T1" fmla="*/ 104 h 145"/>
                  <a:gd name="T2" fmla="*/ 41 w 82"/>
                  <a:gd name="T3" fmla="*/ 145 h 145"/>
                  <a:gd name="T4" fmla="*/ 0 w 82"/>
                  <a:gd name="T5" fmla="*/ 104 h 145"/>
                  <a:gd name="T6" fmla="*/ 41 w 82"/>
                  <a:gd name="T7" fmla="*/ 0 h 145"/>
                  <a:gd name="T8" fmla="*/ 82 w 82"/>
                  <a:gd name="T9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45">
                    <a:moveTo>
                      <a:pt x="82" y="104"/>
                    </a:moveTo>
                    <a:cubicBezTo>
                      <a:pt x="82" y="126"/>
                      <a:pt x="64" y="145"/>
                      <a:pt x="41" y="145"/>
                    </a:cubicBezTo>
                    <a:cubicBezTo>
                      <a:pt x="19" y="145"/>
                      <a:pt x="0" y="126"/>
                      <a:pt x="0" y="104"/>
                    </a:cubicBezTo>
                    <a:cubicBezTo>
                      <a:pt x="0" y="72"/>
                      <a:pt x="19" y="0"/>
                      <a:pt x="41" y="0"/>
                    </a:cubicBezTo>
                    <a:cubicBezTo>
                      <a:pt x="64" y="0"/>
                      <a:pt x="82" y="81"/>
                      <a:pt x="82" y="104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2" name="Freeform 129"/>
              <p:cNvSpPr>
                <a:spLocks/>
              </p:cNvSpPr>
              <p:nvPr/>
            </p:nvSpPr>
            <p:spPr bwMode="auto">
              <a:xfrm>
                <a:off x="3052763" y="4956494"/>
                <a:ext cx="98425" cy="347663"/>
              </a:xfrm>
              <a:custGeom>
                <a:avLst/>
                <a:gdLst>
                  <a:gd name="T0" fmla="*/ 41 w 41"/>
                  <a:gd name="T1" fmla="*/ 104 h 145"/>
                  <a:gd name="T2" fmla="*/ 0 w 41"/>
                  <a:gd name="T3" fmla="*/ 0 h 145"/>
                  <a:gd name="T4" fmla="*/ 0 w 41"/>
                  <a:gd name="T5" fmla="*/ 145 h 145"/>
                  <a:gd name="T6" fmla="*/ 41 w 41"/>
                  <a:gd name="T7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145">
                    <a:moveTo>
                      <a:pt x="41" y="104"/>
                    </a:moveTo>
                    <a:cubicBezTo>
                      <a:pt x="41" y="75"/>
                      <a:pt x="23" y="0"/>
                      <a:pt x="0" y="0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23" y="145"/>
                      <a:pt x="41" y="126"/>
                      <a:pt x="41" y="104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3" name="Freeform 130"/>
              <p:cNvSpPr>
                <a:spLocks/>
              </p:cNvSpPr>
              <p:nvPr/>
            </p:nvSpPr>
            <p:spPr bwMode="auto">
              <a:xfrm>
                <a:off x="3038475" y="5205731"/>
                <a:ext cx="28575" cy="158750"/>
              </a:xfrm>
              <a:custGeom>
                <a:avLst/>
                <a:gdLst>
                  <a:gd name="T0" fmla="*/ 5 w 18"/>
                  <a:gd name="T1" fmla="*/ 0 h 100"/>
                  <a:gd name="T2" fmla="*/ 0 w 18"/>
                  <a:gd name="T3" fmla="*/ 100 h 100"/>
                  <a:gd name="T4" fmla="*/ 18 w 18"/>
                  <a:gd name="T5" fmla="*/ 100 h 100"/>
                  <a:gd name="T6" fmla="*/ 14 w 18"/>
                  <a:gd name="T7" fmla="*/ 0 h 100"/>
                  <a:gd name="T8" fmla="*/ 5 w 18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0">
                    <a:moveTo>
                      <a:pt x="5" y="0"/>
                    </a:moveTo>
                    <a:lnTo>
                      <a:pt x="0" y="100"/>
                    </a:lnTo>
                    <a:lnTo>
                      <a:pt x="18" y="100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4" name="Freeform 131"/>
              <p:cNvSpPr>
                <a:spLocks/>
              </p:cNvSpPr>
              <p:nvPr/>
            </p:nvSpPr>
            <p:spPr bwMode="auto">
              <a:xfrm>
                <a:off x="3052763" y="5205731"/>
                <a:ext cx="14288" cy="158750"/>
              </a:xfrm>
              <a:custGeom>
                <a:avLst/>
                <a:gdLst>
                  <a:gd name="T0" fmla="*/ 0 w 9"/>
                  <a:gd name="T1" fmla="*/ 0 h 100"/>
                  <a:gd name="T2" fmla="*/ 0 w 9"/>
                  <a:gd name="T3" fmla="*/ 100 h 100"/>
                  <a:gd name="T4" fmla="*/ 9 w 9"/>
                  <a:gd name="T5" fmla="*/ 100 h 100"/>
                  <a:gd name="T6" fmla="*/ 5 w 9"/>
                  <a:gd name="T7" fmla="*/ 0 h 100"/>
                  <a:gd name="T8" fmla="*/ 0 w 9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0">
                    <a:moveTo>
                      <a:pt x="0" y="0"/>
                    </a:moveTo>
                    <a:lnTo>
                      <a:pt x="0" y="100"/>
                    </a:lnTo>
                    <a:lnTo>
                      <a:pt x="9" y="10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5" name="Freeform 132"/>
              <p:cNvSpPr>
                <a:spLocks/>
              </p:cNvSpPr>
              <p:nvPr/>
            </p:nvSpPr>
            <p:spPr bwMode="auto">
              <a:xfrm>
                <a:off x="3140075" y="4988244"/>
                <a:ext cx="2995613" cy="477838"/>
              </a:xfrm>
              <a:custGeom>
                <a:avLst/>
                <a:gdLst>
                  <a:gd name="T0" fmla="*/ 625 w 1251"/>
                  <a:gd name="T1" fmla="*/ 0 h 199"/>
                  <a:gd name="T2" fmla="*/ 1251 w 1251"/>
                  <a:gd name="T3" fmla="*/ 199 h 199"/>
                  <a:gd name="T4" fmla="*/ 625 w 1251"/>
                  <a:gd name="T5" fmla="*/ 199 h 199"/>
                  <a:gd name="T6" fmla="*/ 0 w 1251"/>
                  <a:gd name="T7" fmla="*/ 199 h 199"/>
                  <a:gd name="T8" fmla="*/ 625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5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6" y="199"/>
                      <a:pt x="380" y="0"/>
                      <a:pt x="625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" name="Freeform 133"/>
              <p:cNvSpPr>
                <a:spLocks/>
              </p:cNvSpPr>
              <p:nvPr/>
            </p:nvSpPr>
            <p:spPr bwMode="auto">
              <a:xfrm>
                <a:off x="3140075" y="4988244"/>
                <a:ext cx="1497013" cy="477838"/>
              </a:xfrm>
              <a:custGeom>
                <a:avLst/>
                <a:gdLst>
                  <a:gd name="T0" fmla="*/ 0 w 625"/>
                  <a:gd name="T1" fmla="*/ 199 h 199"/>
                  <a:gd name="T2" fmla="*/ 625 w 625"/>
                  <a:gd name="T3" fmla="*/ 0 h 199"/>
                  <a:gd name="T4" fmla="*/ 625 w 625"/>
                  <a:gd name="T5" fmla="*/ 199 h 199"/>
                  <a:gd name="T6" fmla="*/ 0 w 625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199">
                    <a:moveTo>
                      <a:pt x="0" y="199"/>
                    </a:moveTo>
                    <a:cubicBezTo>
                      <a:pt x="396" y="199"/>
                      <a:pt x="380" y="0"/>
                      <a:pt x="625" y="0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" name="Freeform 134"/>
              <p:cNvSpPr>
                <a:spLocks/>
              </p:cNvSpPr>
              <p:nvPr/>
            </p:nvSpPr>
            <p:spPr bwMode="auto">
              <a:xfrm>
                <a:off x="7489825" y="5162869"/>
                <a:ext cx="2481263" cy="303213"/>
              </a:xfrm>
              <a:custGeom>
                <a:avLst/>
                <a:gdLst>
                  <a:gd name="T0" fmla="*/ 518 w 1036"/>
                  <a:gd name="T1" fmla="*/ 0 h 126"/>
                  <a:gd name="T2" fmla="*/ 1036 w 1036"/>
                  <a:gd name="T3" fmla="*/ 126 h 126"/>
                  <a:gd name="T4" fmla="*/ 518 w 1036"/>
                  <a:gd name="T5" fmla="*/ 126 h 126"/>
                  <a:gd name="T6" fmla="*/ 0 w 1036"/>
                  <a:gd name="T7" fmla="*/ 126 h 126"/>
                  <a:gd name="T8" fmla="*/ 518 w 1036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6" h="126">
                    <a:moveTo>
                      <a:pt x="518" y="0"/>
                    </a:moveTo>
                    <a:cubicBezTo>
                      <a:pt x="721" y="0"/>
                      <a:pt x="708" y="126"/>
                      <a:pt x="1036" y="126"/>
                    </a:cubicBezTo>
                    <a:cubicBezTo>
                      <a:pt x="518" y="126"/>
                      <a:pt x="518" y="126"/>
                      <a:pt x="518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29" y="126"/>
                      <a:pt x="315" y="0"/>
                      <a:pt x="518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" name="Freeform 135"/>
              <p:cNvSpPr>
                <a:spLocks/>
              </p:cNvSpPr>
              <p:nvPr/>
            </p:nvSpPr>
            <p:spPr bwMode="auto">
              <a:xfrm>
                <a:off x="7489825" y="5162869"/>
                <a:ext cx="1241425" cy="303213"/>
              </a:xfrm>
              <a:custGeom>
                <a:avLst/>
                <a:gdLst>
                  <a:gd name="T0" fmla="*/ 0 w 518"/>
                  <a:gd name="T1" fmla="*/ 126 h 126"/>
                  <a:gd name="T2" fmla="*/ 518 w 518"/>
                  <a:gd name="T3" fmla="*/ 0 h 126"/>
                  <a:gd name="T4" fmla="*/ 518 w 518"/>
                  <a:gd name="T5" fmla="*/ 126 h 126"/>
                  <a:gd name="T6" fmla="*/ 0 w 518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8" h="126">
                    <a:moveTo>
                      <a:pt x="0" y="126"/>
                    </a:moveTo>
                    <a:cubicBezTo>
                      <a:pt x="329" y="126"/>
                      <a:pt x="315" y="0"/>
                      <a:pt x="518" y="0"/>
                    </a:cubicBezTo>
                    <a:cubicBezTo>
                      <a:pt x="518" y="126"/>
                      <a:pt x="518" y="126"/>
                      <a:pt x="518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9" name="Oval 136"/>
              <p:cNvSpPr>
                <a:spLocks noChangeArrowheads="1"/>
              </p:cNvSpPr>
              <p:nvPr/>
            </p:nvSpPr>
            <p:spPr bwMode="auto">
              <a:xfrm>
                <a:off x="8670925" y="4993006"/>
                <a:ext cx="285750" cy="3810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0" name="Freeform 137"/>
              <p:cNvSpPr>
                <a:spLocks/>
              </p:cNvSpPr>
              <p:nvPr/>
            </p:nvSpPr>
            <p:spPr bwMode="auto">
              <a:xfrm>
                <a:off x="8812213" y="4993006"/>
                <a:ext cx="144463" cy="381000"/>
              </a:xfrm>
              <a:custGeom>
                <a:avLst/>
                <a:gdLst>
                  <a:gd name="T0" fmla="*/ 60 w 60"/>
                  <a:gd name="T1" fmla="*/ 79 h 159"/>
                  <a:gd name="T2" fmla="*/ 0 w 60"/>
                  <a:gd name="T3" fmla="*/ 0 h 159"/>
                  <a:gd name="T4" fmla="*/ 0 w 60"/>
                  <a:gd name="T5" fmla="*/ 159 h 159"/>
                  <a:gd name="T6" fmla="*/ 60 w 60"/>
                  <a:gd name="T7" fmla="*/ 7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159">
                    <a:moveTo>
                      <a:pt x="60" y="79"/>
                    </a:moveTo>
                    <a:cubicBezTo>
                      <a:pt x="60" y="36"/>
                      <a:pt x="33" y="0"/>
                      <a:pt x="0" y="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33" y="159"/>
                      <a:pt x="60" y="123"/>
                      <a:pt x="60" y="79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1" name="Freeform 138"/>
              <p:cNvSpPr>
                <a:spLocks/>
              </p:cNvSpPr>
              <p:nvPr/>
            </p:nvSpPr>
            <p:spPr bwMode="auto">
              <a:xfrm>
                <a:off x="8793163" y="5231131"/>
                <a:ext cx="41275" cy="231775"/>
              </a:xfrm>
              <a:custGeom>
                <a:avLst/>
                <a:gdLst>
                  <a:gd name="T0" fmla="*/ 4 w 26"/>
                  <a:gd name="T1" fmla="*/ 0 h 146"/>
                  <a:gd name="T2" fmla="*/ 0 w 26"/>
                  <a:gd name="T3" fmla="*/ 146 h 146"/>
                  <a:gd name="T4" fmla="*/ 26 w 26"/>
                  <a:gd name="T5" fmla="*/ 146 h 146"/>
                  <a:gd name="T6" fmla="*/ 20 w 26"/>
                  <a:gd name="T7" fmla="*/ 0 h 146"/>
                  <a:gd name="T8" fmla="*/ 4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4" y="0"/>
                    </a:moveTo>
                    <a:lnTo>
                      <a:pt x="0" y="146"/>
                    </a:lnTo>
                    <a:lnTo>
                      <a:pt x="26" y="146"/>
                    </a:lnTo>
                    <a:lnTo>
                      <a:pt x="2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2" name="Freeform 139"/>
              <p:cNvSpPr>
                <a:spLocks/>
              </p:cNvSpPr>
              <p:nvPr/>
            </p:nvSpPr>
            <p:spPr bwMode="auto">
              <a:xfrm>
                <a:off x="8812213" y="5231131"/>
                <a:ext cx="22225" cy="231775"/>
              </a:xfrm>
              <a:custGeom>
                <a:avLst/>
                <a:gdLst>
                  <a:gd name="T0" fmla="*/ 0 w 14"/>
                  <a:gd name="T1" fmla="*/ 0 h 146"/>
                  <a:gd name="T2" fmla="*/ 0 w 14"/>
                  <a:gd name="T3" fmla="*/ 146 h 146"/>
                  <a:gd name="T4" fmla="*/ 14 w 14"/>
                  <a:gd name="T5" fmla="*/ 146 h 146"/>
                  <a:gd name="T6" fmla="*/ 8 w 14"/>
                  <a:gd name="T7" fmla="*/ 0 h 146"/>
                  <a:gd name="T8" fmla="*/ 0 w 14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6">
                    <a:moveTo>
                      <a:pt x="0" y="0"/>
                    </a:moveTo>
                    <a:lnTo>
                      <a:pt x="0" y="146"/>
                    </a:lnTo>
                    <a:lnTo>
                      <a:pt x="14" y="146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3" name="Freeform 140"/>
              <p:cNvSpPr>
                <a:spLocks/>
              </p:cNvSpPr>
              <p:nvPr/>
            </p:nvSpPr>
            <p:spPr bwMode="auto">
              <a:xfrm>
                <a:off x="8074025" y="4843781"/>
                <a:ext cx="228600" cy="401638"/>
              </a:xfrm>
              <a:custGeom>
                <a:avLst/>
                <a:gdLst>
                  <a:gd name="T0" fmla="*/ 95 w 95"/>
                  <a:gd name="T1" fmla="*/ 120 h 167"/>
                  <a:gd name="T2" fmla="*/ 48 w 95"/>
                  <a:gd name="T3" fmla="*/ 167 h 167"/>
                  <a:gd name="T4" fmla="*/ 0 w 95"/>
                  <a:gd name="T5" fmla="*/ 120 h 167"/>
                  <a:gd name="T6" fmla="*/ 48 w 95"/>
                  <a:gd name="T7" fmla="*/ 0 h 167"/>
                  <a:gd name="T8" fmla="*/ 95 w 95"/>
                  <a:gd name="T9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67">
                    <a:moveTo>
                      <a:pt x="95" y="120"/>
                    </a:moveTo>
                    <a:cubicBezTo>
                      <a:pt x="95" y="146"/>
                      <a:pt x="74" y="167"/>
                      <a:pt x="48" y="167"/>
                    </a:cubicBezTo>
                    <a:cubicBezTo>
                      <a:pt x="21" y="167"/>
                      <a:pt x="0" y="146"/>
                      <a:pt x="0" y="120"/>
                    </a:cubicBezTo>
                    <a:cubicBezTo>
                      <a:pt x="0" y="84"/>
                      <a:pt x="21" y="0"/>
                      <a:pt x="48" y="0"/>
                    </a:cubicBezTo>
                    <a:cubicBezTo>
                      <a:pt x="74" y="0"/>
                      <a:pt x="95" y="94"/>
                      <a:pt x="95" y="120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4" name="Freeform 141"/>
              <p:cNvSpPr>
                <a:spLocks/>
              </p:cNvSpPr>
              <p:nvPr/>
            </p:nvSpPr>
            <p:spPr bwMode="auto">
              <a:xfrm>
                <a:off x="8189913" y="4843781"/>
                <a:ext cx="112713" cy="401638"/>
              </a:xfrm>
              <a:custGeom>
                <a:avLst/>
                <a:gdLst>
                  <a:gd name="T0" fmla="*/ 47 w 47"/>
                  <a:gd name="T1" fmla="*/ 120 h 167"/>
                  <a:gd name="T2" fmla="*/ 0 w 47"/>
                  <a:gd name="T3" fmla="*/ 0 h 167"/>
                  <a:gd name="T4" fmla="*/ 0 w 47"/>
                  <a:gd name="T5" fmla="*/ 167 h 167"/>
                  <a:gd name="T6" fmla="*/ 47 w 47"/>
                  <a:gd name="T7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67">
                    <a:moveTo>
                      <a:pt x="47" y="120"/>
                    </a:moveTo>
                    <a:cubicBezTo>
                      <a:pt x="47" y="86"/>
                      <a:pt x="26" y="0"/>
                      <a:pt x="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26" y="167"/>
                      <a:pt x="47" y="146"/>
                      <a:pt x="47" y="12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5" name="Freeform 142"/>
              <p:cNvSpPr>
                <a:spLocks/>
              </p:cNvSpPr>
              <p:nvPr/>
            </p:nvSpPr>
            <p:spPr bwMode="auto">
              <a:xfrm>
                <a:off x="8172450" y="5132706"/>
                <a:ext cx="31750" cy="180975"/>
              </a:xfrm>
              <a:custGeom>
                <a:avLst/>
                <a:gdLst>
                  <a:gd name="T0" fmla="*/ 5 w 20"/>
                  <a:gd name="T1" fmla="*/ 0 h 114"/>
                  <a:gd name="T2" fmla="*/ 0 w 20"/>
                  <a:gd name="T3" fmla="*/ 114 h 114"/>
                  <a:gd name="T4" fmla="*/ 20 w 20"/>
                  <a:gd name="T5" fmla="*/ 114 h 114"/>
                  <a:gd name="T6" fmla="*/ 15 w 20"/>
                  <a:gd name="T7" fmla="*/ 0 h 114"/>
                  <a:gd name="T8" fmla="*/ 5 w 20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14">
                    <a:moveTo>
                      <a:pt x="5" y="0"/>
                    </a:moveTo>
                    <a:lnTo>
                      <a:pt x="0" y="114"/>
                    </a:lnTo>
                    <a:lnTo>
                      <a:pt x="20" y="114"/>
                    </a:lnTo>
                    <a:lnTo>
                      <a:pt x="1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6" name="Freeform 143"/>
              <p:cNvSpPr>
                <a:spLocks/>
              </p:cNvSpPr>
              <p:nvPr/>
            </p:nvSpPr>
            <p:spPr bwMode="auto">
              <a:xfrm>
                <a:off x="8189913" y="5132706"/>
                <a:ext cx="14288" cy="180975"/>
              </a:xfrm>
              <a:custGeom>
                <a:avLst/>
                <a:gdLst>
                  <a:gd name="T0" fmla="*/ 0 w 9"/>
                  <a:gd name="T1" fmla="*/ 0 h 114"/>
                  <a:gd name="T2" fmla="*/ 0 w 9"/>
                  <a:gd name="T3" fmla="*/ 114 h 114"/>
                  <a:gd name="T4" fmla="*/ 9 w 9"/>
                  <a:gd name="T5" fmla="*/ 114 h 114"/>
                  <a:gd name="T6" fmla="*/ 4 w 9"/>
                  <a:gd name="T7" fmla="*/ 0 h 114"/>
                  <a:gd name="T8" fmla="*/ 0 w 9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4">
                    <a:moveTo>
                      <a:pt x="0" y="0"/>
                    </a:moveTo>
                    <a:lnTo>
                      <a:pt x="0" y="114"/>
                    </a:lnTo>
                    <a:lnTo>
                      <a:pt x="9" y="11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7" name="Freeform 144"/>
              <p:cNvSpPr>
                <a:spLocks/>
              </p:cNvSpPr>
              <p:nvPr/>
            </p:nvSpPr>
            <p:spPr bwMode="auto">
              <a:xfrm>
                <a:off x="8355013" y="5273994"/>
                <a:ext cx="30163" cy="88900"/>
              </a:xfrm>
              <a:custGeom>
                <a:avLst/>
                <a:gdLst>
                  <a:gd name="T0" fmla="*/ 3 w 19"/>
                  <a:gd name="T1" fmla="*/ 0 h 56"/>
                  <a:gd name="T2" fmla="*/ 0 w 19"/>
                  <a:gd name="T3" fmla="*/ 56 h 56"/>
                  <a:gd name="T4" fmla="*/ 19 w 19"/>
                  <a:gd name="T5" fmla="*/ 56 h 56"/>
                  <a:gd name="T6" fmla="*/ 15 w 19"/>
                  <a:gd name="T7" fmla="*/ 0 h 56"/>
                  <a:gd name="T8" fmla="*/ 3 w 19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6">
                    <a:moveTo>
                      <a:pt x="3" y="0"/>
                    </a:moveTo>
                    <a:lnTo>
                      <a:pt x="0" y="56"/>
                    </a:lnTo>
                    <a:lnTo>
                      <a:pt x="19" y="56"/>
                    </a:lnTo>
                    <a:lnTo>
                      <a:pt x="1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8" name="Freeform 145"/>
              <p:cNvSpPr>
                <a:spLocks/>
              </p:cNvSpPr>
              <p:nvPr/>
            </p:nvSpPr>
            <p:spPr bwMode="auto">
              <a:xfrm>
                <a:off x="8369300" y="5273994"/>
                <a:ext cx="15875" cy="88900"/>
              </a:xfrm>
              <a:custGeom>
                <a:avLst/>
                <a:gdLst>
                  <a:gd name="T0" fmla="*/ 0 w 10"/>
                  <a:gd name="T1" fmla="*/ 0 h 56"/>
                  <a:gd name="T2" fmla="*/ 0 w 10"/>
                  <a:gd name="T3" fmla="*/ 56 h 56"/>
                  <a:gd name="T4" fmla="*/ 10 w 10"/>
                  <a:gd name="T5" fmla="*/ 56 h 56"/>
                  <a:gd name="T6" fmla="*/ 6 w 10"/>
                  <a:gd name="T7" fmla="*/ 0 h 56"/>
                  <a:gd name="T8" fmla="*/ 0 w 1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6">
                    <a:moveTo>
                      <a:pt x="0" y="0"/>
                    </a:moveTo>
                    <a:lnTo>
                      <a:pt x="0" y="56"/>
                    </a:lnTo>
                    <a:lnTo>
                      <a:pt x="10" y="56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9" name="Freeform 146"/>
              <p:cNvSpPr>
                <a:spLocks/>
              </p:cNvSpPr>
              <p:nvPr/>
            </p:nvSpPr>
            <p:spPr bwMode="auto">
              <a:xfrm>
                <a:off x="8280400" y="4921569"/>
                <a:ext cx="177800" cy="381000"/>
              </a:xfrm>
              <a:custGeom>
                <a:avLst/>
                <a:gdLst>
                  <a:gd name="T0" fmla="*/ 0 w 112"/>
                  <a:gd name="T1" fmla="*/ 240 h 240"/>
                  <a:gd name="T2" fmla="*/ 56 w 112"/>
                  <a:gd name="T3" fmla="*/ 0 h 240"/>
                  <a:gd name="T4" fmla="*/ 112 w 112"/>
                  <a:gd name="T5" fmla="*/ 240 h 240"/>
                  <a:gd name="T6" fmla="*/ 0 w 112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0">
                    <a:moveTo>
                      <a:pt x="0" y="240"/>
                    </a:moveTo>
                    <a:lnTo>
                      <a:pt x="56" y="0"/>
                    </a:lnTo>
                    <a:lnTo>
                      <a:pt x="112" y="240"/>
                    </a:lnTo>
                    <a:lnTo>
                      <a:pt x="0" y="24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0" name="Freeform 147"/>
              <p:cNvSpPr>
                <a:spLocks/>
              </p:cNvSpPr>
              <p:nvPr/>
            </p:nvSpPr>
            <p:spPr bwMode="auto">
              <a:xfrm>
                <a:off x="8369300" y="4921569"/>
                <a:ext cx="88900" cy="381000"/>
              </a:xfrm>
              <a:custGeom>
                <a:avLst/>
                <a:gdLst>
                  <a:gd name="T0" fmla="*/ 56 w 56"/>
                  <a:gd name="T1" fmla="*/ 240 h 240"/>
                  <a:gd name="T2" fmla="*/ 0 w 56"/>
                  <a:gd name="T3" fmla="*/ 0 h 240"/>
                  <a:gd name="T4" fmla="*/ 0 w 56"/>
                  <a:gd name="T5" fmla="*/ 240 h 240"/>
                  <a:gd name="T6" fmla="*/ 56 w 56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0">
                    <a:moveTo>
                      <a:pt x="56" y="240"/>
                    </a:moveTo>
                    <a:lnTo>
                      <a:pt x="0" y="0"/>
                    </a:lnTo>
                    <a:lnTo>
                      <a:pt x="0" y="240"/>
                    </a:lnTo>
                    <a:lnTo>
                      <a:pt x="56" y="24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1" name="Freeform 148"/>
              <p:cNvSpPr>
                <a:spLocks/>
              </p:cNvSpPr>
              <p:nvPr/>
            </p:nvSpPr>
            <p:spPr bwMode="auto">
              <a:xfrm>
                <a:off x="4152900" y="4988244"/>
                <a:ext cx="2997200" cy="477838"/>
              </a:xfrm>
              <a:custGeom>
                <a:avLst/>
                <a:gdLst>
                  <a:gd name="T0" fmla="*/ 626 w 1251"/>
                  <a:gd name="T1" fmla="*/ 0 h 199"/>
                  <a:gd name="T2" fmla="*/ 1251 w 1251"/>
                  <a:gd name="T3" fmla="*/ 199 h 199"/>
                  <a:gd name="T4" fmla="*/ 626 w 1251"/>
                  <a:gd name="T5" fmla="*/ 199 h 199"/>
                  <a:gd name="T6" fmla="*/ 0 w 1251"/>
                  <a:gd name="T7" fmla="*/ 199 h 199"/>
                  <a:gd name="T8" fmla="*/ 626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6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7" y="199"/>
                      <a:pt x="380" y="0"/>
                      <a:pt x="626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2" name="Freeform 149"/>
              <p:cNvSpPr>
                <a:spLocks/>
              </p:cNvSpPr>
              <p:nvPr/>
            </p:nvSpPr>
            <p:spPr bwMode="auto">
              <a:xfrm>
                <a:off x="4152900" y="4988244"/>
                <a:ext cx="1500188" cy="477838"/>
              </a:xfrm>
              <a:custGeom>
                <a:avLst/>
                <a:gdLst>
                  <a:gd name="T0" fmla="*/ 0 w 626"/>
                  <a:gd name="T1" fmla="*/ 199 h 199"/>
                  <a:gd name="T2" fmla="*/ 626 w 626"/>
                  <a:gd name="T3" fmla="*/ 0 h 199"/>
                  <a:gd name="T4" fmla="*/ 626 w 626"/>
                  <a:gd name="T5" fmla="*/ 199 h 199"/>
                  <a:gd name="T6" fmla="*/ 0 w 626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6" h="199">
                    <a:moveTo>
                      <a:pt x="0" y="199"/>
                    </a:moveTo>
                    <a:cubicBezTo>
                      <a:pt x="397" y="199"/>
                      <a:pt x="380" y="0"/>
                      <a:pt x="626" y="0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3" name="Freeform 150"/>
              <p:cNvSpPr>
                <a:spLocks/>
              </p:cNvSpPr>
              <p:nvPr/>
            </p:nvSpPr>
            <p:spPr bwMode="auto">
              <a:xfrm>
                <a:off x="5321300" y="5162869"/>
                <a:ext cx="4140200" cy="303213"/>
              </a:xfrm>
              <a:custGeom>
                <a:avLst/>
                <a:gdLst>
                  <a:gd name="T0" fmla="*/ 864 w 1728"/>
                  <a:gd name="T1" fmla="*/ 0 h 126"/>
                  <a:gd name="T2" fmla="*/ 1728 w 1728"/>
                  <a:gd name="T3" fmla="*/ 126 h 126"/>
                  <a:gd name="T4" fmla="*/ 864 w 1728"/>
                  <a:gd name="T5" fmla="*/ 126 h 126"/>
                  <a:gd name="T6" fmla="*/ 0 w 1728"/>
                  <a:gd name="T7" fmla="*/ 126 h 126"/>
                  <a:gd name="T8" fmla="*/ 864 w 1728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8" h="126">
                    <a:moveTo>
                      <a:pt x="864" y="0"/>
                    </a:moveTo>
                    <a:cubicBezTo>
                      <a:pt x="1203" y="0"/>
                      <a:pt x="1180" y="126"/>
                      <a:pt x="1728" y="126"/>
                    </a:cubicBezTo>
                    <a:cubicBezTo>
                      <a:pt x="864" y="126"/>
                      <a:pt x="864" y="126"/>
                      <a:pt x="8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548" y="126"/>
                      <a:pt x="525" y="0"/>
                      <a:pt x="864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4" name="Freeform 151"/>
              <p:cNvSpPr>
                <a:spLocks/>
              </p:cNvSpPr>
              <p:nvPr/>
            </p:nvSpPr>
            <p:spPr bwMode="auto">
              <a:xfrm>
                <a:off x="5321300" y="5162869"/>
                <a:ext cx="2070100" cy="303213"/>
              </a:xfrm>
              <a:custGeom>
                <a:avLst/>
                <a:gdLst>
                  <a:gd name="T0" fmla="*/ 0 w 864"/>
                  <a:gd name="T1" fmla="*/ 126 h 126"/>
                  <a:gd name="T2" fmla="*/ 864 w 864"/>
                  <a:gd name="T3" fmla="*/ 0 h 126"/>
                  <a:gd name="T4" fmla="*/ 864 w 864"/>
                  <a:gd name="T5" fmla="*/ 126 h 126"/>
                  <a:gd name="T6" fmla="*/ 0 w 8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4" h="126">
                    <a:moveTo>
                      <a:pt x="0" y="126"/>
                    </a:moveTo>
                    <a:cubicBezTo>
                      <a:pt x="548" y="126"/>
                      <a:pt x="525" y="0"/>
                      <a:pt x="864" y="0"/>
                    </a:cubicBezTo>
                    <a:cubicBezTo>
                      <a:pt x="864" y="126"/>
                      <a:pt x="864" y="126"/>
                      <a:pt x="8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5" name="Freeform 152"/>
              <p:cNvSpPr>
                <a:spLocks/>
              </p:cNvSpPr>
              <p:nvPr/>
            </p:nvSpPr>
            <p:spPr bwMode="auto">
              <a:xfrm>
                <a:off x="2349500" y="5162869"/>
                <a:ext cx="2703513" cy="303213"/>
              </a:xfrm>
              <a:custGeom>
                <a:avLst/>
                <a:gdLst>
                  <a:gd name="T0" fmla="*/ 564 w 1129"/>
                  <a:gd name="T1" fmla="*/ 0 h 126"/>
                  <a:gd name="T2" fmla="*/ 1129 w 1129"/>
                  <a:gd name="T3" fmla="*/ 126 h 126"/>
                  <a:gd name="T4" fmla="*/ 564 w 1129"/>
                  <a:gd name="T5" fmla="*/ 126 h 126"/>
                  <a:gd name="T6" fmla="*/ 0 w 1129"/>
                  <a:gd name="T7" fmla="*/ 126 h 126"/>
                  <a:gd name="T8" fmla="*/ 564 w 1129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9" h="126">
                    <a:moveTo>
                      <a:pt x="564" y="0"/>
                    </a:moveTo>
                    <a:cubicBezTo>
                      <a:pt x="786" y="0"/>
                      <a:pt x="771" y="126"/>
                      <a:pt x="1129" y="126"/>
                    </a:cubicBezTo>
                    <a:cubicBezTo>
                      <a:pt x="564" y="126"/>
                      <a:pt x="564" y="126"/>
                      <a:pt x="5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58" y="126"/>
                      <a:pt x="343" y="0"/>
                      <a:pt x="564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6" name="Freeform 153"/>
              <p:cNvSpPr>
                <a:spLocks/>
              </p:cNvSpPr>
              <p:nvPr/>
            </p:nvSpPr>
            <p:spPr bwMode="auto">
              <a:xfrm>
                <a:off x="2349500" y="5162869"/>
                <a:ext cx="1350963" cy="303213"/>
              </a:xfrm>
              <a:custGeom>
                <a:avLst/>
                <a:gdLst>
                  <a:gd name="T0" fmla="*/ 0 w 564"/>
                  <a:gd name="T1" fmla="*/ 126 h 126"/>
                  <a:gd name="T2" fmla="*/ 564 w 564"/>
                  <a:gd name="T3" fmla="*/ 0 h 126"/>
                  <a:gd name="T4" fmla="*/ 564 w 564"/>
                  <a:gd name="T5" fmla="*/ 126 h 126"/>
                  <a:gd name="T6" fmla="*/ 0 w 5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4" h="126">
                    <a:moveTo>
                      <a:pt x="0" y="126"/>
                    </a:moveTo>
                    <a:cubicBezTo>
                      <a:pt x="358" y="126"/>
                      <a:pt x="343" y="0"/>
                      <a:pt x="564" y="0"/>
                    </a:cubicBezTo>
                    <a:cubicBezTo>
                      <a:pt x="564" y="126"/>
                      <a:pt x="564" y="126"/>
                      <a:pt x="5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" name="Oval 154"/>
              <p:cNvSpPr>
                <a:spLocks noChangeArrowheads="1"/>
              </p:cNvSpPr>
              <p:nvPr/>
            </p:nvSpPr>
            <p:spPr bwMode="auto">
              <a:xfrm>
                <a:off x="2454275" y="4931094"/>
                <a:ext cx="323850" cy="4318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" name="Freeform 155"/>
              <p:cNvSpPr>
                <a:spLocks/>
              </p:cNvSpPr>
              <p:nvPr/>
            </p:nvSpPr>
            <p:spPr bwMode="auto">
              <a:xfrm>
                <a:off x="2617788" y="4931094"/>
                <a:ext cx="160338" cy="431800"/>
              </a:xfrm>
              <a:custGeom>
                <a:avLst/>
                <a:gdLst>
                  <a:gd name="T0" fmla="*/ 67 w 67"/>
                  <a:gd name="T1" fmla="*/ 90 h 180"/>
                  <a:gd name="T2" fmla="*/ 0 w 67"/>
                  <a:gd name="T3" fmla="*/ 0 h 180"/>
                  <a:gd name="T4" fmla="*/ 0 w 67"/>
                  <a:gd name="T5" fmla="*/ 180 h 180"/>
                  <a:gd name="T6" fmla="*/ 67 w 67"/>
                  <a:gd name="T7" fmla="*/ 9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80">
                    <a:moveTo>
                      <a:pt x="67" y="90"/>
                    </a:moveTo>
                    <a:cubicBezTo>
                      <a:pt x="67" y="40"/>
                      <a:pt x="37" y="0"/>
                      <a:pt x="0" y="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37" y="180"/>
                      <a:pt x="67" y="139"/>
                      <a:pt x="67" y="9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" name="Freeform 156"/>
              <p:cNvSpPr>
                <a:spLocks/>
              </p:cNvSpPr>
              <p:nvPr/>
            </p:nvSpPr>
            <p:spPr bwMode="auto">
              <a:xfrm>
                <a:off x="2593975" y="5199381"/>
                <a:ext cx="44450" cy="263525"/>
              </a:xfrm>
              <a:custGeom>
                <a:avLst/>
                <a:gdLst>
                  <a:gd name="T0" fmla="*/ 6 w 28"/>
                  <a:gd name="T1" fmla="*/ 0 h 166"/>
                  <a:gd name="T2" fmla="*/ 0 w 28"/>
                  <a:gd name="T3" fmla="*/ 166 h 166"/>
                  <a:gd name="T4" fmla="*/ 28 w 28"/>
                  <a:gd name="T5" fmla="*/ 166 h 166"/>
                  <a:gd name="T6" fmla="*/ 22 w 28"/>
                  <a:gd name="T7" fmla="*/ 0 h 166"/>
                  <a:gd name="T8" fmla="*/ 6 w 28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66">
                    <a:moveTo>
                      <a:pt x="6" y="0"/>
                    </a:moveTo>
                    <a:lnTo>
                      <a:pt x="0" y="166"/>
                    </a:lnTo>
                    <a:lnTo>
                      <a:pt x="28" y="166"/>
                    </a:lnTo>
                    <a:lnTo>
                      <a:pt x="2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0" name="Freeform 157"/>
              <p:cNvSpPr>
                <a:spLocks/>
              </p:cNvSpPr>
              <p:nvPr/>
            </p:nvSpPr>
            <p:spPr bwMode="auto">
              <a:xfrm>
                <a:off x="2617788" y="5199381"/>
                <a:ext cx="20638" cy="263525"/>
              </a:xfrm>
              <a:custGeom>
                <a:avLst/>
                <a:gdLst>
                  <a:gd name="T0" fmla="*/ 0 w 13"/>
                  <a:gd name="T1" fmla="*/ 0 h 166"/>
                  <a:gd name="T2" fmla="*/ 0 w 13"/>
                  <a:gd name="T3" fmla="*/ 166 h 166"/>
                  <a:gd name="T4" fmla="*/ 13 w 13"/>
                  <a:gd name="T5" fmla="*/ 166 h 166"/>
                  <a:gd name="T6" fmla="*/ 7 w 13"/>
                  <a:gd name="T7" fmla="*/ 0 h 166"/>
                  <a:gd name="T8" fmla="*/ 0 w 13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66">
                    <a:moveTo>
                      <a:pt x="0" y="0"/>
                    </a:moveTo>
                    <a:lnTo>
                      <a:pt x="0" y="166"/>
                    </a:lnTo>
                    <a:lnTo>
                      <a:pt x="13" y="166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1" name="Freeform 158"/>
              <p:cNvSpPr>
                <a:spLocks/>
              </p:cNvSpPr>
              <p:nvPr/>
            </p:nvSpPr>
            <p:spPr bwMode="auto">
              <a:xfrm>
                <a:off x="3554413" y="5143819"/>
                <a:ext cx="9525" cy="31750"/>
              </a:xfrm>
              <a:custGeom>
                <a:avLst/>
                <a:gdLst>
                  <a:gd name="T0" fmla="*/ 6 w 6"/>
                  <a:gd name="T1" fmla="*/ 20 h 20"/>
                  <a:gd name="T2" fmla="*/ 0 w 6"/>
                  <a:gd name="T3" fmla="*/ 20 h 20"/>
                  <a:gd name="T4" fmla="*/ 0 w 6"/>
                  <a:gd name="T5" fmla="*/ 0 h 20"/>
                  <a:gd name="T6" fmla="*/ 4 w 6"/>
                  <a:gd name="T7" fmla="*/ 0 h 20"/>
                  <a:gd name="T8" fmla="*/ 6 w 6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6" y="2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2" name="Freeform 159"/>
              <p:cNvSpPr>
                <a:spLocks/>
              </p:cNvSpPr>
              <p:nvPr/>
            </p:nvSpPr>
            <p:spPr bwMode="auto">
              <a:xfrm>
                <a:off x="3554413" y="5167631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3" name="Freeform 160"/>
              <p:cNvSpPr>
                <a:spLocks/>
              </p:cNvSpPr>
              <p:nvPr/>
            </p:nvSpPr>
            <p:spPr bwMode="auto">
              <a:xfrm>
                <a:off x="3525838" y="5139056"/>
                <a:ext cx="11113" cy="38100"/>
              </a:xfrm>
              <a:custGeom>
                <a:avLst/>
                <a:gdLst>
                  <a:gd name="T0" fmla="*/ 7 w 7"/>
                  <a:gd name="T1" fmla="*/ 23 h 24"/>
                  <a:gd name="T2" fmla="*/ 1 w 7"/>
                  <a:gd name="T3" fmla="*/ 24 h 24"/>
                  <a:gd name="T4" fmla="*/ 0 w 7"/>
                  <a:gd name="T5" fmla="*/ 2 h 24"/>
                  <a:gd name="T6" fmla="*/ 6 w 7"/>
                  <a:gd name="T7" fmla="*/ 0 h 24"/>
                  <a:gd name="T8" fmla="*/ 7 w 7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4">
                    <a:moveTo>
                      <a:pt x="7" y="23"/>
                    </a:moveTo>
                    <a:lnTo>
                      <a:pt x="1" y="24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4" name="Freeform 161"/>
              <p:cNvSpPr>
                <a:spLocks/>
              </p:cNvSpPr>
              <p:nvPr/>
            </p:nvSpPr>
            <p:spPr bwMode="auto">
              <a:xfrm>
                <a:off x="3527425" y="5170806"/>
                <a:ext cx="9525" cy="6350"/>
              </a:xfrm>
              <a:custGeom>
                <a:avLst/>
                <a:gdLst>
                  <a:gd name="T0" fmla="*/ 0 w 6"/>
                  <a:gd name="T1" fmla="*/ 1 h 4"/>
                  <a:gd name="T2" fmla="*/ 0 w 6"/>
                  <a:gd name="T3" fmla="*/ 4 h 4"/>
                  <a:gd name="T4" fmla="*/ 6 w 6"/>
                  <a:gd name="T5" fmla="*/ 3 h 4"/>
                  <a:gd name="T6" fmla="*/ 6 w 6"/>
                  <a:gd name="T7" fmla="*/ 0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0" y="4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5" name="Freeform 162"/>
              <p:cNvSpPr>
                <a:spLocks/>
              </p:cNvSpPr>
              <p:nvPr/>
            </p:nvSpPr>
            <p:spPr bwMode="auto">
              <a:xfrm>
                <a:off x="3635375" y="5102544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2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6" name="Rectangle 163"/>
              <p:cNvSpPr>
                <a:spLocks noChangeArrowheads="1"/>
              </p:cNvSpPr>
              <p:nvPr/>
            </p:nvSpPr>
            <p:spPr bwMode="auto">
              <a:xfrm>
                <a:off x="3640138" y="5162869"/>
                <a:ext cx="9525" cy="476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7" name="Freeform 164"/>
              <p:cNvSpPr>
                <a:spLocks/>
              </p:cNvSpPr>
              <p:nvPr/>
            </p:nvSpPr>
            <p:spPr bwMode="auto">
              <a:xfrm>
                <a:off x="3611563" y="5105719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0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8" name="Freeform 165"/>
              <p:cNvSpPr>
                <a:spLocks/>
              </p:cNvSpPr>
              <p:nvPr/>
            </p:nvSpPr>
            <p:spPr bwMode="auto">
              <a:xfrm>
                <a:off x="3616325" y="5162869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9" name="Freeform 166"/>
              <p:cNvSpPr>
                <a:spLocks/>
              </p:cNvSpPr>
              <p:nvPr/>
            </p:nvSpPr>
            <p:spPr bwMode="auto">
              <a:xfrm>
                <a:off x="3494088" y="4985069"/>
                <a:ext cx="179388" cy="166688"/>
              </a:xfrm>
              <a:custGeom>
                <a:avLst/>
                <a:gdLst>
                  <a:gd name="T0" fmla="*/ 75 w 75"/>
                  <a:gd name="T1" fmla="*/ 35 h 69"/>
                  <a:gd name="T2" fmla="*/ 70 w 75"/>
                  <a:gd name="T3" fmla="*/ 28 h 69"/>
                  <a:gd name="T4" fmla="*/ 72 w 75"/>
                  <a:gd name="T5" fmla="*/ 21 h 69"/>
                  <a:gd name="T6" fmla="*/ 59 w 75"/>
                  <a:gd name="T7" fmla="*/ 10 h 69"/>
                  <a:gd name="T8" fmla="*/ 55 w 75"/>
                  <a:gd name="T9" fmla="*/ 11 h 69"/>
                  <a:gd name="T10" fmla="*/ 40 w 75"/>
                  <a:gd name="T11" fmla="*/ 1 h 69"/>
                  <a:gd name="T12" fmla="*/ 31 w 75"/>
                  <a:gd name="T13" fmla="*/ 4 h 69"/>
                  <a:gd name="T14" fmla="*/ 21 w 75"/>
                  <a:gd name="T15" fmla="*/ 2 h 69"/>
                  <a:gd name="T16" fmla="*/ 1 w 75"/>
                  <a:gd name="T17" fmla="*/ 26 h 69"/>
                  <a:gd name="T18" fmla="*/ 18 w 75"/>
                  <a:gd name="T19" fmla="*/ 46 h 69"/>
                  <a:gd name="T20" fmla="*/ 18 w 75"/>
                  <a:gd name="T21" fmla="*/ 46 h 69"/>
                  <a:gd name="T22" fmla="*/ 10 w 75"/>
                  <a:gd name="T23" fmla="*/ 58 h 69"/>
                  <a:gd name="T24" fmla="*/ 22 w 75"/>
                  <a:gd name="T25" fmla="*/ 69 h 69"/>
                  <a:gd name="T26" fmla="*/ 30 w 75"/>
                  <a:gd name="T27" fmla="*/ 65 h 69"/>
                  <a:gd name="T28" fmla="*/ 39 w 75"/>
                  <a:gd name="T29" fmla="*/ 69 h 69"/>
                  <a:gd name="T30" fmla="*/ 47 w 75"/>
                  <a:gd name="T31" fmla="*/ 61 h 69"/>
                  <a:gd name="T32" fmla="*/ 55 w 75"/>
                  <a:gd name="T33" fmla="*/ 62 h 69"/>
                  <a:gd name="T34" fmla="*/ 69 w 75"/>
                  <a:gd name="T35" fmla="*/ 46 h 69"/>
                  <a:gd name="T36" fmla="*/ 69 w 75"/>
                  <a:gd name="T37" fmla="*/ 44 h 69"/>
                  <a:gd name="T38" fmla="*/ 75 w 75"/>
                  <a:gd name="T39" fmla="*/ 3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69">
                    <a:moveTo>
                      <a:pt x="75" y="35"/>
                    </a:moveTo>
                    <a:cubicBezTo>
                      <a:pt x="75" y="32"/>
                      <a:pt x="73" y="30"/>
                      <a:pt x="70" y="28"/>
                    </a:cubicBezTo>
                    <a:cubicBezTo>
                      <a:pt x="71" y="26"/>
                      <a:pt x="72" y="24"/>
                      <a:pt x="72" y="21"/>
                    </a:cubicBezTo>
                    <a:cubicBezTo>
                      <a:pt x="71" y="14"/>
                      <a:pt x="66" y="9"/>
                      <a:pt x="59" y="10"/>
                    </a:cubicBezTo>
                    <a:cubicBezTo>
                      <a:pt x="58" y="10"/>
                      <a:pt x="56" y="10"/>
                      <a:pt x="55" y="11"/>
                    </a:cubicBezTo>
                    <a:cubicBezTo>
                      <a:pt x="53" y="5"/>
                      <a:pt x="47" y="0"/>
                      <a:pt x="40" y="1"/>
                    </a:cubicBezTo>
                    <a:cubicBezTo>
                      <a:pt x="37" y="1"/>
                      <a:pt x="34" y="2"/>
                      <a:pt x="31" y="4"/>
                    </a:cubicBezTo>
                    <a:cubicBezTo>
                      <a:pt x="28" y="3"/>
                      <a:pt x="25" y="2"/>
                      <a:pt x="21" y="2"/>
                    </a:cubicBezTo>
                    <a:cubicBezTo>
                      <a:pt x="9" y="3"/>
                      <a:pt x="0" y="14"/>
                      <a:pt x="1" y="26"/>
                    </a:cubicBezTo>
                    <a:cubicBezTo>
                      <a:pt x="1" y="36"/>
                      <a:pt x="9" y="44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3" y="48"/>
                      <a:pt x="9" y="53"/>
                      <a:pt x="10" y="58"/>
                    </a:cubicBezTo>
                    <a:cubicBezTo>
                      <a:pt x="10" y="65"/>
                      <a:pt x="16" y="69"/>
                      <a:pt x="22" y="69"/>
                    </a:cubicBezTo>
                    <a:cubicBezTo>
                      <a:pt x="26" y="69"/>
                      <a:pt x="28" y="67"/>
                      <a:pt x="30" y="65"/>
                    </a:cubicBezTo>
                    <a:cubicBezTo>
                      <a:pt x="32" y="68"/>
                      <a:pt x="35" y="69"/>
                      <a:pt x="39" y="69"/>
                    </a:cubicBezTo>
                    <a:cubicBezTo>
                      <a:pt x="43" y="69"/>
                      <a:pt x="47" y="65"/>
                      <a:pt x="47" y="61"/>
                    </a:cubicBezTo>
                    <a:cubicBezTo>
                      <a:pt x="50" y="62"/>
                      <a:pt x="52" y="63"/>
                      <a:pt x="55" y="62"/>
                    </a:cubicBezTo>
                    <a:cubicBezTo>
                      <a:pt x="64" y="62"/>
                      <a:pt x="70" y="55"/>
                      <a:pt x="69" y="46"/>
                    </a:cubicBezTo>
                    <a:cubicBezTo>
                      <a:pt x="69" y="45"/>
                      <a:pt x="69" y="45"/>
                      <a:pt x="69" y="44"/>
                    </a:cubicBezTo>
                    <a:cubicBezTo>
                      <a:pt x="72" y="43"/>
                      <a:pt x="75" y="39"/>
                      <a:pt x="75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0" name="Freeform 167"/>
              <p:cNvSpPr>
                <a:spLocks/>
              </p:cNvSpPr>
              <p:nvPr/>
            </p:nvSpPr>
            <p:spPr bwMode="auto">
              <a:xfrm>
                <a:off x="3452813" y="5045394"/>
                <a:ext cx="55563" cy="46038"/>
              </a:xfrm>
              <a:custGeom>
                <a:avLst/>
                <a:gdLst>
                  <a:gd name="T0" fmla="*/ 23 w 23"/>
                  <a:gd name="T1" fmla="*/ 2 h 19"/>
                  <a:gd name="T2" fmla="*/ 13 w 23"/>
                  <a:gd name="T3" fmla="*/ 15 h 19"/>
                  <a:gd name="T4" fmla="*/ 0 w 23"/>
                  <a:gd name="T5" fmla="*/ 17 h 19"/>
                  <a:gd name="T6" fmla="*/ 10 w 23"/>
                  <a:gd name="T7" fmla="*/ 3 h 19"/>
                  <a:gd name="T8" fmla="*/ 23 w 23"/>
                  <a:gd name="T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3" y="2"/>
                    </a:moveTo>
                    <a:cubicBezTo>
                      <a:pt x="21" y="7"/>
                      <a:pt x="17" y="12"/>
                      <a:pt x="13" y="15"/>
                    </a:cubicBezTo>
                    <a:cubicBezTo>
                      <a:pt x="8" y="19"/>
                      <a:pt x="4" y="19"/>
                      <a:pt x="0" y="17"/>
                    </a:cubicBezTo>
                    <a:cubicBezTo>
                      <a:pt x="2" y="12"/>
                      <a:pt x="6" y="7"/>
                      <a:pt x="10" y="3"/>
                    </a:cubicBezTo>
                    <a:cubicBezTo>
                      <a:pt x="15" y="0"/>
                      <a:pt x="19" y="0"/>
                      <a:pt x="23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1" name="Freeform 168"/>
              <p:cNvSpPr>
                <a:spLocks/>
              </p:cNvSpPr>
              <p:nvPr/>
            </p:nvSpPr>
            <p:spPr bwMode="auto">
              <a:xfrm>
                <a:off x="3452813" y="5050156"/>
                <a:ext cx="55563" cy="41275"/>
              </a:xfrm>
              <a:custGeom>
                <a:avLst/>
                <a:gdLst>
                  <a:gd name="T0" fmla="*/ 13 w 23"/>
                  <a:gd name="T1" fmla="*/ 13 h 17"/>
                  <a:gd name="T2" fmla="*/ 23 w 23"/>
                  <a:gd name="T3" fmla="*/ 0 h 17"/>
                  <a:gd name="T4" fmla="*/ 0 w 23"/>
                  <a:gd name="T5" fmla="*/ 15 h 17"/>
                  <a:gd name="T6" fmla="*/ 13 w 23"/>
                  <a:gd name="T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3" y="13"/>
                    </a:moveTo>
                    <a:cubicBezTo>
                      <a:pt x="17" y="10"/>
                      <a:pt x="21" y="5"/>
                      <a:pt x="23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7"/>
                      <a:pt x="8" y="17"/>
                      <a:pt x="13" y="1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2" name="Freeform 169"/>
              <p:cNvSpPr>
                <a:spLocks/>
              </p:cNvSpPr>
              <p:nvPr/>
            </p:nvSpPr>
            <p:spPr bwMode="auto">
              <a:xfrm>
                <a:off x="3546475" y="5040631"/>
                <a:ext cx="57150" cy="41275"/>
              </a:xfrm>
              <a:custGeom>
                <a:avLst/>
                <a:gdLst>
                  <a:gd name="T0" fmla="*/ 0 w 24"/>
                  <a:gd name="T1" fmla="*/ 2 h 17"/>
                  <a:gd name="T2" fmla="*/ 11 w 24"/>
                  <a:gd name="T3" fmla="*/ 15 h 17"/>
                  <a:gd name="T4" fmla="*/ 24 w 24"/>
                  <a:gd name="T5" fmla="*/ 15 h 17"/>
                  <a:gd name="T6" fmla="*/ 12 w 24"/>
                  <a:gd name="T7" fmla="*/ 2 h 17"/>
                  <a:gd name="T8" fmla="*/ 0 w 24"/>
                  <a:gd name="T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0" y="2"/>
                    </a:moveTo>
                    <a:cubicBezTo>
                      <a:pt x="2" y="7"/>
                      <a:pt x="6" y="12"/>
                      <a:pt x="11" y="15"/>
                    </a:cubicBezTo>
                    <a:cubicBezTo>
                      <a:pt x="16" y="17"/>
                      <a:pt x="21" y="17"/>
                      <a:pt x="24" y="15"/>
                    </a:cubicBezTo>
                    <a:cubicBezTo>
                      <a:pt x="21" y="9"/>
                      <a:pt x="17" y="5"/>
                      <a:pt x="12" y="2"/>
                    </a:cubicBezTo>
                    <a:cubicBezTo>
                      <a:pt x="7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3" name="Freeform 170"/>
              <p:cNvSpPr>
                <a:spLocks/>
              </p:cNvSpPr>
              <p:nvPr/>
            </p:nvSpPr>
            <p:spPr bwMode="auto">
              <a:xfrm>
                <a:off x="3546475" y="5045394"/>
                <a:ext cx="57150" cy="36513"/>
              </a:xfrm>
              <a:custGeom>
                <a:avLst/>
                <a:gdLst>
                  <a:gd name="T0" fmla="*/ 11 w 24"/>
                  <a:gd name="T1" fmla="*/ 13 h 15"/>
                  <a:gd name="T2" fmla="*/ 0 w 24"/>
                  <a:gd name="T3" fmla="*/ 0 h 15"/>
                  <a:gd name="T4" fmla="*/ 24 w 24"/>
                  <a:gd name="T5" fmla="*/ 13 h 15"/>
                  <a:gd name="T6" fmla="*/ 11 w 24"/>
                  <a:gd name="T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11" y="13"/>
                    </a:moveTo>
                    <a:cubicBezTo>
                      <a:pt x="6" y="10"/>
                      <a:pt x="2" y="5"/>
                      <a:pt x="0" y="0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5"/>
                      <a:pt x="16" y="15"/>
                      <a:pt x="11" y="13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4" name="Freeform 171"/>
              <p:cNvSpPr>
                <a:spLocks/>
              </p:cNvSpPr>
              <p:nvPr/>
            </p:nvSpPr>
            <p:spPr bwMode="auto">
              <a:xfrm>
                <a:off x="3479800" y="5021581"/>
                <a:ext cx="98425" cy="112713"/>
              </a:xfrm>
              <a:custGeom>
                <a:avLst/>
                <a:gdLst>
                  <a:gd name="T0" fmla="*/ 40 w 41"/>
                  <a:gd name="T1" fmla="*/ 22 h 47"/>
                  <a:gd name="T2" fmla="*/ 22 w 41"/>
                  <a:gd name="T3" fmla="*/ 46 h 47"/>
                  <a:gd name="T4" fmla="*/ 1 w 41"/>
                  <a:gd name="T5" fmla="*/ 25 h 47"/>
                  <a:gd name="T6" fmla="*/ 19 w 41"/>
                  <a:gd name="T7" fmla="*/ 0 h 47"/>
                  <a:gd name="T8" fmla="*/ 40 w 41"/>
                  <a:gd name="T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40" y="22"/>
                    </a:moveTo>
                    <a:cubicBezTo>
                      <a:pt x="41" y="35"/>
                      <a:pt x="33" y="46"/>
                      <a:pt x="22" y="46"/>
                    </a:cubicBezTo>
                    <a:cubicBezTo>
                      <a:pt x="11" y="47"/>
                      <a:pt x="2" y="38"/>
                      <a:pt x="1" y="25"/>
                    </a:cubicBezTo>
                    <a:cubicBezTo>
                      <a:pt x="0" y="12"/>
                      <a:pt x="8" y="1"/>
                      <a:pt x="19" y="0"/>
                    </a:cubicBezTo>
                    <a:cubicBezTo>
                      <a:pt x="30" y="0"/>
                      <a:pt x="39" y="9"/>
                      <a:pt x="40" y="2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5" name="Freeform 172"/>
              <p:cNvSpPr>
                <a:spLocks/>
              </p:cNvSpPr>
              <p:nvPr/>
            </p:nvSpPr>
            <p:spPr bwMode="auto">
              <a:xfrm>
                <a:off x="3525838" y="5021581"/>
                <a:ext cx="52388" cy="111125"/>
              </a:xfrm>
              <a:custGeom>
                <a:avLst/>
                <a:gdLst>
                  <a:gd name="T0" fmla="*/ 21 w 22"/>
                  <a:gd name="T1" fmla="*/ 22 h 46"/>
                  <a:gd name="T2" fmla="*/ 0 w 22"/>
                  <a:gd name="T3" fmla="*/ 0 h 46"/>
                  <a:gd name="T4" fmla="*/ 3 w 22"/>
                  <a:gd name="T5" fmla="*/ 46 h 46"/>
                  <a:gd name="T6" fmla="*/ 21 w 22"/>
                  <a:gd name="T7" fmla="*/ 2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1" y="22"/>
                    </a:moveTo>
                    <a:cubicBezTo>
                      <a:pt x="20" y="9"/>
                      <a:pt x="11" y="0"/>
                      <a:pt x="0" y="0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4" y="46"/>
                      <a:pt x="22" y="35"/>
                      <a:pt x="21" y="2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6" name="Freeform 173"/>
              <p:cNvSpPr>
                <a:spLocks/>
              </p:cNvSpPr>
              <p:nvPr/>
            </p:nvSpPr>
            <p:spPr bwMode="auto">
              <a:xfrm>
                <a:off x="3511550" y="5083494"/>
                <a:ext cx="11113" cy="12700"/>
              </a:xfrm>
              <a:custGeom>
                <a:avLst/>
                <a:gdLst>
                  <a:gd name="T0" fmla="*/ 5 w 5"/>
                  <a:gd name="T1" fmla="*/ 3 h 5"/>
                  <a:gd name="T2" fmla="*/ 2 w 5"/>
                  <a:gd name="T3" fmla="*/ 5 h 5"/>
                  <a:gd name="T4" fmla="*/ 0 w 5"/>
                  <a:gd name="T5" fmla="*/ 3 h 5"/>
                  <a:gd name="T6" fmla="*/ 2 w 5"/>
                  <a:gd name="T7" fmla="*/ 0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" name="Freeform 174"/>
              <p:cNvSpPr>
                <a:spLocks/>
              </p:cNvSpPr>
              <p:nvPr/>
            </p:nvSpPr>
            <p:spPr bwMode="auto">
              <a:xfrm>
                <a:off x="3536950" y="5081906"/>
                <a:ext cx="12700" cy="11113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5 h 5"/>
                  <a:gd name="T4" fmla="*/ 0 w 5"/>
                  <a:gd name="T5" fmla="*/ 3 h 5"/>
                  <a:gd name="T6" fmla="*/ 2 w 5"/>
                  <a:gd name="T7" fmla="*/ 1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8" name="Freeform 175"/>
              <p:cNvSpPr>
                <a:spLocks/>
              </p:cNvSpPr>
              <p:nvPr/>
            </p:nvSpPr>
            <p:spPr bwMode="auto">
              <a:xfrm>
                <a:off x="3822700" y="5146994"/>
                <a:ext cx="9525" cy="23813"/>
              </a:xfrm>
              <a:custGeom>
                <a:avLst/>
                <a:gdLst>
                  <a:gd name="T0" fmla="*/ 4 w 6"/>
                  <a:gd name="T1" fmla="*/ 15 h 15"/>
                  <a:gd name="T2" fmla="*/ 0 w 6"/>
                  <a:gd name="T3" fmla="*/ 15 h 15"/>
                  <a:gd name="T4" fmla="*/ 1 w 6"/>
                  <a:gd name="T5" fmla="*/ 0 h 15"/>
                  <a:gd name="T6" fmla="*/ 6 w 6"/>
                  <a:gd name="T7" fmla="*/ 1 h 15"/>
                  <a:gd name="T8" fmla="*/ 4 w 6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4" y="15"/>
                    </a:moveTo>
                    <a:lnTo>
                      <a:pt x="0" y="15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9" name="Freeform 176"/>
              <p:cNvSpPr>
                <a:spLocks/>
              </p:cNvSpPr>
              <p:nvPr/>
            </p:nvSpPr>
            <p:spPr bwMode="auto">
              <a:xfrm>
                <a:off x="3822700" y="5166044"/>
                <a:ext cx="6350" cy="476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0" name="Freeform 177"/>
              <p:cNvSpPr>
                <a:spLocks/>
              </p:cNvSpPr>
              <p:nvPr/>
            </p:nvSpPr>
            <p:spPr bwMode="auto">
              <a:xfrm>
                <a:off x="3800475" y="5139056"/>
                <a:ext cx="12700" cy="28575"/>
              </a:xfrm>
              <a:custGeom>
                <a:avLst/>
                <a:gdLst>
                  <a:gd name="T0" fmla="*/ 5 w 8"/>
                  <a:gd name="T1" fmla="*/ 18 h 18"/>
                  <a:gd name="T2" fmla="*/ 0 w 8"/>
                  <a:gd name="T3" fmla="*/ 18 h 18"/>
                  <a:gd name="T4" fmla="*/ 3 w 8"/>
                  <a:gd name="T5" fmla="*/ 0 h 18"/>
                  <a:gd name="T6" fmla="*/ 8 w 8"/>
                  <a:gd name="T7" fmla="*/ 2 h 18"/>
                  <a:gd name="T8" fmla="*/ 5 w 8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5" y="18"/>
                    </a:moveTo>
                    <a:lnTo>
                      <a:pt x="0" y="18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1" name="Freeform 178"/>
              <p:cNvSpPr>
                <a:spLocks/>
              </p:cNvSpPr>
              <p:nvPr/>
            </p:nvSpPr>
            <p:spPr bwMode="auto">
              <a:xfrm>
                <a:off x="3800475" y="51628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2" name="Freeform 179"/>
              <p:cNvSpPr>
                <a:spLocks/>
              </p:cNvSpPr>
              <p:nvPr/>
            </p:nvSpPr>
            <p:spPr bwMode="auto">
              <a:xfrm>
                <a:off x="3886200" y="5129531"/>
                <a:ext cx="12700" cy="50800"/>
              </a:xfrm>
              <a:custGeom>
                <a:avLst/>
                <a:gdLst>
                  <a:gd name="T0" fmla="*/ 5 w 8"/>
                  <a:gd name="T1" fmla="*/ 32 h 32"/>
                  <a:gd name="T2" fmla="*/ 0 w 8"/>
                  <a:gd name="T3" fmla="*/ 30 h 32"/>
                  <a:gd name="T4" fmla="*/ 3 w 8"/>
                  <a:gd name="T5" fmla="*/ 0 h 32"/>
                  <a:gd name="T6" fmla="*/ 8 w 8"/>
                  <a:gd name="T7" fmla="*/ 0 h 32"/>
                  <a:gd name="T8" fmla="*/ 5 w 8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5" y="32"/>
                    </a:moveTo>
                    <a:lnTo>
                      <a:pt x="0" y="30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3" name="Freeform 180"/>
              <p:cNvSpPr>
                <a:spLocks/>
              </p:cNvSpPr>
              <p:nvPr/>
            </p:nvSpPr>
            <p:spPr bwMode="auto">
              <a:xfrm>
                <a:off x="3886200" y="51755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5 w 5"/>
                  <a:gd name="T5" fmla="*/ 3 h 3"/>
                  <a:gd name="T6" fmla="*/ 5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4" name="Freeform 181"/>
              <p:cNvSpPr>
                <a:spLocks/>
              </p:cNvSpPr>
              <p:nvPr/>
            </p:nvSpPr>
            <p:spPr bwMode="auto">
              <a:xfrm>
                <a:off x="3867150" y="5127944"/>
                <a:ext cx="14288" cy="49213"/>
              </a:xfrm>
              <a:custGeom>
                <a:avLst/>
                <a:gdLst>
                  <a:gd name="T0" fmla="*/ 6 w 9"/>
                  <a:gd name="T1" fmla="*/ 31 h 31"/>
                  <a:gd name="T2" fmla="*/ 0 w 9"/>
                  <a:gd name="T3" fmla="*/ 30 h 31"/>
                  <a:gd name="T4" fmla="*/ 5 w 9"/>
                  <a:gd name="T5" fmla="*/ 0 h 31"/>
                  <a:gd name="T6" fmla="*/ 9 w 9"/>
                  <a:gd name="T7" fmla="*/ 1 h 31"/>
                  <a:gd name="T8" fmla="*/ 6 w 9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1">
                    <a:moveTo>
                      <a:pt x="6" y="31"/>
                    </a:moveTo>
                    <a:lnTo>
                      <a:pt x="0" y="3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6" y="3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5" name="Freeform 182"/>
              <p:cNvSpPr>
                <a:spLocks/>
              </p:cNvSpPr>
              <p:nvPr/>
            </p:nvSpPr>
            <p:spPr bwMode="auto">
              <a:xfrm>
                <a:off x="3867150" y="5172394"/>
                <a:ext cx="9525" cy="476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2 h 3"/>
                  <a:gd name="T4" fmla="*/ 6 w 6"/>
                  <a:gd name="T5" fmla="*/ 3 h 3"/>
                  <a:gd name="T6" fmla="*/ 6 w 6"/>
                  <a:gd name="T7" fmla="*/ 0 h 3"/>
                  <a:gd name="T8" fmla="*/ 2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2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6" name="Freeform 183"/>
              <p:cNvSpPr>
                <a:spLocks/>
              </p:cNvSpPr>
              <p:nvPr/>
            </p:nvSpPr>
            <p:spPr bwMode="auto">
              <a:xfrm>
                <a:off x="3794125" y="5026344"/>
                <a:ext cx="133350" cy="131763"/>
              </a:xfrm>
              <a:custGeom>
                <a:avLst/>
                <a:gdLst>
                  <a:gd name="T0" fmla="*/ 56 w 56"/>
                  <a:gd name="T1" fmla="*/ 34 h 55"/>
                  <a:gd name="T2" fmla="*/ 53 w 56"/>
                  <a:gd name="T3" fmla="*/ 29 h 55"/>
                  <a:gd name="T4" fmla="*/ 56 w 56"/>
                  <a:gd name="T5" fmla="*/ 23 h 55"/>
                  <a:gd name="T6" fmla="*/ 48 w 56"/>
                  <a:gd name="T7" fmla="*/ 13 h 55"/>
                  <a:gd name="T8" fmla="*/ 45 w 56"/>
                  <a:gd name="T9" fmla="*/ 13 h 55"/>
                  <a:gd name="T10" fmla="*/ 34 w 56"/>
                  <a:gd name="T11" fmla="*/ 3 h 55"/>
                  <a:gd name="T12" fmla="*/ 28 w 56"/>
                  <a:gd name="T13" fmla="*/ 4 h 55"/>
                  <a:gd name="T14" fmla="*/ 20 w 56"/>
                  <a:gd name="T15" fmla="*/ 1 h 55"/>
                  <a:gd name="T16" fmla="*/ 1 w 56"/>
                  <a:gd name="T17" fmla="*/ 16 h 55"/>
                  <a:gd name="T18" fmla="*/ 11 w 56"/>
                  <a:gd name="T19" fmla="*/ 34 h 55"/>
                  <a:gd name="T20" fmla="*/ 11 w 56"/>
                  <a:gd name="T21" fmla="*/ 34 h 55"/>
                  <a:gd name="T22" fmla="*/ 3 w 56"/>
                  <a:gd name="T23" fmla="*/ 42 h 55"/>
                  <a:gd name="T24" fmla="*/ 11 w 56"/>
                  <a:gd name="T25" fmla="*/ 52 h 55"/>
                  <a:gd name="T26" fmla="*/ 17 w 56"/>
                  <a:gd name="T27" fmla="*/ 50 h 55"/>
                  <a:gd name="T28" fmla="*/ 23 w 56"/>
                  <a:gd name="T29" fmla="*/ 55 h 55"/>
                  <a:gd name="T30" fmla="*/ 31 w 56"/>
                  <a:gd name="T31" fmla="*/ 49 h 55"/>
                  <a:gd name="T32" fmla="*/ 37 w 56"/>
                  <a:gd name="T33" fmla="*/ 52 h 55"/>
                  <a:gd name="T34" fmla="*/ 50 w 56"/>
                  <a:gd name="T35" fmla="*/ 42 h 55"/>
                  <a:gd name="T36" fmla="*/ 50 w 56"/>
                  <a:gd name="T37" fmla="*/ 40 h 55"/>
                  <a:gd name="T38" fmla="*/ 56 w 56"/>
                  <a:gd name="T39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6" h="55">
                    <a:moveTo>
                      <a:pt x="56" y="34"/>
                    </a:moveTo>
                    <a:cubicBezTo>
                      <a:pt x="56" y="32"/>
                      <a:pt x="55" y="30"/>
                      <a:pt x="53" y="29"/>
                    </a:cubicBezTo>
                    <a:cubicBezTo>
                      <a:pt x="55" y="27"/>
                      <a:pt x="56" y="25"/>
                      <a:pt x="56" y="23"/>
                    </a:cubicBezTo>
                    <a:cubicBezTo>
                      <a:pt x="56" y="18"/>
                      <a:pt x="53" y="13"/>
                      <a:pt x="48" y="13"/>
                    </a:cubicBezTo>
                    <a:cubicBezTo>
                      <a:pt x="47" y="13"/>
                      <a:pt x="46" y="13"/>
                      <a:pt x="45" y="13"/>
                    </a:cubicBezTo>
                    <a:cubicBezTo>
                      <a:pt x="44" y="8"/>
                      <a:pt x="40" y="4"/>
                      <a:pt x="34" y="3"/>
                    </a:cubicBezTo>
                    <a:cubicBezTo>
                      <a:pt x="32" y="3"/>
                      <a:pt x="30" y="3"/>
                      <a:pt x="28" y="4"/>
                    </a:cubicBezTo>
                    <a:cubicBezTo>
                      <a:pt x="25" y="3"/>
                      <a:pt x="23" y="2"/>
                      <a:pt x="20" y="1"/>
                    </a:cubicBezTo>
                    <a:cubicBezTo>
                      <a:pt x="11" y="0"/>
                      <a:pt x="2" y="7"/>
                      <a:pt x="1" y="16"/>
                    </a:cubicBezTo>
                    <a:cubicBezTo>
                      <a:pt x="0" y="24"/>
                      <a:pt x="4" y="31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7" y="34"/>
                      <a:pt x="4" y="38"/>
                      <a:pt x="3" y="42"/>
                    </a:cubicBezTo>
                    <a:cubicBezTo>
                      <a:pt x="2" y="47"/>
                      <a:pt x="6" y="51"/>
                      <a:pt x="11" y="52"/>
                    </a:cubicBezTo>
                    <a:cubicBezTo>
                      <a:pt x="13" y="52"/>
                      <a:pt x="16" y="52"/>
                      <a:pt x="17" y="50"/>
                    </a:cubicBezTo>
                    <a:cubicBezTo>
                      <a:pt x="18" y="52"/>
                      <a:pt x="20" y="54"/>
                      <a:pt x="23" y="55"/>
                    </a:cubicBezTo>
                    <a:cubicBezTo>
                      <a:pt x="27" y="55"/>
                      <a:pt x="30" y="53"/>
                      <a:pt x="31" y="49"/>
                    </a:cubicBezTo>
                    <a:cubicBezTo>
                      <a:pt x="33" y="51"/>
                      <a:pt x="35" y="52"/>
                      <a:pt x="37" y="52"/>
                    </a:cubicBezTo>
                    <a:cubicBezTo>
                      <a:pt x="43" y="53"/>
                      <a:pt x="49" y="48"/>
                      <a:pt x="50" y="42"/>
                    </a:cubicBezTo>
                    <a:cubicBezTo>
                      <a:pt x="50" y="41"/>
                      <a:pt x="50" y="41"/>
                      <a:pt x="50" y="40"/>
                    </a:cubicBezTo>
                    <a:cubicBezTo>
                      <a:pt x="53" y="40"/>
                      <a:pt x="55" y="38"/>
                      <a:pt x="56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7" name="Freeform 184"/>
              <p:cNvSpPr>
                <a:spLocks/>
              </p:cNvSpPr>
              <p:nvPr/>
            </p:nvSpPr>
            <p:spPr bwMode="auto">
              <a:xfrm>
                <a:off x="3759200" y="5062856"/>
                <a:ext cx="46038" cy="30163"/>
              </a:xfrm>
              <a:custGeom>
                <a:avLst/>
                <a:gdLst>
                  <a:gd name="T0" fmla="*/ 19 w 19"/>
                  <a:gd name="T1" fmla="*/ 2 h 13"/>
                  <a:gd name="T2" fmla="*/ 9 w 19"/>
                  <a:gd name="T3" fmla="*/ 11 h 13"/>
                  <a:gd name="T4" fmla="*/ 0 w 19"/>
                  <a:gd name="T5" fmla="*/ 11 h 13"/>
                  <a:gd name="T6" fmla="*/ 9 w 19"/>
                  <a:gd name="T7" fmla="*/ 2 h 13"/>
                  <a:gd name="T8" fmla="*/ 19 w 19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3">
                    <a:moveTo>
                      <a:pt x="19" y="2"/>
                    </a:moveTo>
                    <a:cubicBezTo>
                      <a:pt x="17" y="6"/>
                      <a:pt x="13" y="10"/>
                      <a:pt x="9" y="11"/>
                    </a:cubicBezTo>
                    <a:cubicBezTo>
                      <a:pt x="5" y="13"/>
                      <a:pt x="2" y="13"/>
                      <a:pt x="0" y="11"/>
                    </a:cubicBezTo>
                    <a:cubicBezTo>
                      <a:pt x="2" y="7"/>
                      <a:pt x="5" y="3"/>
                      <a:pt x="9" y="2"/>
                    </a:cubicBezTo>
                    <a:cubicBezTo>
                      <a:pt x="13" y="0"/>
                      <a:pt x="16" y="0"/>
                      <a:pt x="19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8" name="Freeform 185"/>
              <p:cNvSpPr>
                <a:spLocks/>
              </p:cNvSpPr>
              <p:nvPr/>
            </p:nvSpPr>
            <p:spPr bwMode="auto">
              <a:xfrm>
                <a:off x="3759200" y="5067619"/>
                <a:ext cx="46038" cy="25400"/>
              </a:xfrm>
              <a:custGeom>
                <a:avLst/>
                <a:gdLst>
                  <a:gd name="T0" fmla="*/ 9 w 19"/>
                  <a:gd name="T1" fmla="*/ 9 h 11"/>
                  <a:gd name="T2" fmla="*/ 19 w 19"/>
                  <a:gd name="T3" fmla="*/ 0 h 11"/>
                  <a:gd name="T4" fmla="*/ 0 w 19"/>
                  <a:gd name="T5" fmla="*/ 9 h 11"/>
                  <a:gd name="T6" fmla="*/ 9 w 1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9" y="9"/>
                    </a:moveTo>
                    <a:cubicBezTo>
                      <a:pt x="13" y="8"/>
                      <a:pt x="17" y="4"/>
                      <a:pt x="19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5" y="11"/>
                      <a:pt x="9" y="9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" name="Freeform 186"/>
              <p:cNvSpPr>
                <a:spLocks/>
              </p:cNvSpPr>
              <p:nvPr/>
            </p:nvSpPr>
            <p:spPr bwMode="auto">
              <a:xfrm>
                <a:off x="3833813" y="5067619"/>
                <a:ext cx="38100" cy="38100"/>
              </a:xfrm>
              <a:custGeom>
                <a:avLst/>
                <a:gdLst>
                  <a:gd name="T0" fmla="*/ 0 w 16"/>
                  <a:gd name="T1" fmla="*/ 2 h 16"/>
                  <a:gd name="T2" fmla="*/ 7 w 16"/>
                  <a:gd name="T3" fmla="*/ 13 h 16"/>
                  <a:gd name="T4" fmla="*/ 16 w 16"/>
                  <a:gd name="T5" fmla="*/ 15 h 16"/>
                  <a:gd name="T6" fmla="*/ 10 w 16"/>
                  <a:gd name="T7" fmla="*/ 4 h 16"/>
                  <a:gd name="T8" fmla="*/ 0 w 16"/>
                  <a:gd name="T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0" y="2"/>
                    </a:moveTo>
                    <a:cubicBezTo>
                      <a:pt x="1" y="6"/>
                      <a:pt x="4" y="10"/>
                      <a:pt x="7" y="13"/>
                    </a:cubicBezTo>
                    <a:cubicBezTo>
                      <a:pt x="10" y="16"/>
                      <a:pt x="14" y="16"/>
                      <a:pt x="16" y="15"/>
                    </a:cubicBezTo>
                    <a:cubicBezTo>
                      <a:pt x="15" y="11"/>
                      <a:pt x="13" y="6"/>
                      <a:pt x="10" y="4"/>
                    </a:cubicBezTo>
                    <a:cubicBezTo>
                      <a:pt x="6" y="1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" name="Freeform 187"/>
              <p:cNvSpPr>
                <a:spLocks/>
              </p:cNvSpPr>
              <p:nvPr/>
            </p:nvSpPr>
            <p:spPr bwMode="auto">
              <a:xfrm>
                <a:off x="3833813" y="5072381"/>
                <a:ext cx="38100" cy="33338"/>
              </a:xfrm>
              <a:custGeom>
                <a:avLst/>
                <a:gdLst>
                  <a:gd name="T0" fmla="*/ 7 w 16"/>
                  <a:gd name="T1" fmla="*/ 11 h 14"/>
                  <a:gd name="T2" fmla="*/ 0 w 16"/>
                  <a:gd name="T3" fmla="*/ 0 h 14"/>
                  <a:gd name="T4" fmla="*/ 16 w 16"/>
                  <a:gd name="T5" fmla="*/ 13 h 14"/>
                  <a:gd name="T6" fmla="*/ 7 w 16"/>
                  <a:gd name="T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7" y="11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4"/>
                      <a:pt x="10" y="14"/>
                      <a:pt x="7" y="11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" name="Freeform 188"/>
              <p:cNvSpPr>
                <a:spLocks/>
              </p:cNvSpPr>
              <p:nvPr/>
            </p:nvSpPr>
            <p:spPr bwMode="auto">
              <a:xfrm>
                <a:off x="3776663" y="5048569"/>
                <a:ext cx="79375" cy="88900"/>
              </a:xfrm>
              <a:custGeom>
                <a:avLst/>
                <a:gdLst>
                  <a:gd name="T0" fmla="*/ 32 w 33"/>
                  <a:gd name="T1" fmla="*/ 21 h 37"/>
                  <a:gd name="T2" fmla="*/ 14 w 33"/>
                  <a:gd name="T3" fmla="*/ 36 h 37"/>
                  <a:gd name="T4" fmla="*/ 2 w 33"/>
                  <a:gd name="T5" fmla="*/ 17 h 37"/>
                  <a:gd name="T6" fmla="*/ 19 w 33"/>
                  <a:gd name="T7" fmla="*/ 1 h 37"/>
                  <a:gd name="T8" fmla="*/ 32 w 33"/>
                  <a:gd name="T9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32" y="21"/>
                    </a:moveTo>
                    <a:cubicBezTo>
                      <a:pt x="30" y="30"/>
                      <a:pt x="23" y="37"/>
                      <a:pt x="14" y="36"/>
                    </a:cubicBezTo>
                    <a:cubicBezTo>
                      <a:pt x="6" y="35"/>
                      <a:pt x="0" y="26"/>
                      <a:pt x="2" y="17"/>
                    </a:cubicBezTo>
                    <a:cubicBezTo>
                      <a:pt x="3" y="7"/>
                      <a:pt x="11" y="0"/>
                      <a:pt x="19" y="1"/>
                    </a:cubicBezTo>
                    <a:cubicBezTo>
                      <a:pt x="27" y="2"/>
                      <a:pt x="33" y="11"/>
                      <a:pt x="32" y="2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2" name="Freeform 189"/>
              <p:cNvSpPr>
                <a:spLocks/>
              </p:cNvSpPr>
              <p:nvPr/>
            </p:nvSpPr>
            <p:spPr bwMode="auto">
              <a:xfrm>
                <a:off x="3810000" y="5050156"/>
                <a:ext cx="46038" cy="87313"/>
              </a:xfrm>
              <a:custGeom>
                <a:avLst/>
                <a:gdLst>
                  <a:gd name="T0" fmla="*/ 18 w 19"/>
                  <a:gd name="T1" fmla="*/ 20 h 36"/>
                  <a:gd name="T2" fmla="*/ 5 w 19"/>
                  <a:gd name="T3" fmla="*/ 0 h 36"/>
                  <a:gd name="T4" fmla="*/ 0 w 19"/>
                  <a:gd name="T5" fmla="*/ 35 h 36"/>
                  <a:gd name="T6" fmla="*/ 18 w 19"/>
                  <a:gd name="T7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8" y="20"/>
                    </a:moveTo>
                    <a:cubicBezTo>
                      <a:pt x="19" y="10"/>
                      <a:pt x="13" y="1"/>
                      <a:pt x="5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9" y="36"/>
                      <a:pt x="16" y="29"/>
                      <a:pt x="18" y="2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3" name="Oval 190"/>
              <p:cNvSpPr>
                <a:spLocks noChangeArrowheads="1"/>
              </p:cNvSpPr>
              <p:nvPr/>
            </p:nvSpPr>
            <p:spPr bwMode="auto">
              <a:xfrm>
                <a:off x="3800475" y="5096194"/>
                <a:ext cx="9525" cy="9525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4" name="Freeform 191"/>
              <p:cNvSpPr>
                <a:spLocks/>
              </p:cNvSpPr>
              <p:nvPr/>
            </p:nvSpPr>
            <p:spPr bwMode="auto">
              <a:xfrm>
                <a:off x="3822700" y="5097781"/>
                <a:ext cx="6350" cy="9525"/>
              </a:xfrm>
              <a:custGeom>
                <a:avLst/>
                <a:gdLst>
                  <a:gd name="T0" fmla="*/ 3 w 3"/>
                  <a:gd name="T1" fmla="*/ 2 h 4"/>
                  <a:gd name="T2" fmla="*/ 1 w 3"/>
                  <a:gd name="T3" fmla="*/ 4 h 4"/>
                  <a:gd name="T4" fmla="*/ 0 w 3"/>
                  <a:gd name="T5" fmla="*/ 2 h 4"/>
                  <a:gd name="T6" fmla="*/ 2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5" name="Rectangle 192"/>
              <p:cNvSpPr>
                <a:spLocks noChangeArrowheads="1"/>
              </p:cNvSpPr>
              <p:nvPr/>
            </p:nvSpPr>
            <p:spPr bwMode="auto">
              <a:xfrm>
                <a:off x="7146925" y="5431156"/>
                <a:ext cx="9525" cy="31750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6" name="Rectangle 193"/>
              <p:cNvSpPr>
                <a:spLocks noChangeArrowheads="1"/>
              </p:cNvSpPr>
              <p:nvPr/>
            </p:nvSpPr>
            <p:spPr bwMode="auto">
              <a:xfrm>
                <a:off x="7146925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7" name="Rectangle 194"/>
              <p:cNvSpPr>
                <a:spLocks noChangeArrowheads="1"/>
              </p:cNvSpPr>
              <p:nvPr/>
            </p:nvSpPr>
            <p:spPr bwMode="auto">
              <a:xfrm>
                <a:off x="7173913" y="5426394"/>
                <a:ext cx="9525" cy="36513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8" name="Rectangle 195"/>
              <p:cNvSpPr>
                <a:spLocks noChangeArrowheads="1"/>
              </p:cNvSpPr>
              <p:nvPr/>
            </p:nvSpPr>
            <p:spPr bwMode="auto">
              <a:xfrm>
                <a:off x="71739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9" name="Rectangle 196"/>
              <p:cNvSpPr>
                <a:spLocks noChangeArrowheads="1"/>
              </p:cNvSpPr>
              <p:nvPr/>
            </p:nvSpPr>
            <p:spPr bwMode="auto">
              <a:xfrm>
                <a:off x="7062788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0" name="Rectangle 197"/>
              <p:cNvSpPr>
                <a:spLocks noChangeArrowheads="1"/>
              </p:cNvSpPr>
              <p:nvPr/>
            </p:nvSpPr>
            <p:spPr bwMode="auto">
              <a:xfrm>
                <a:off x="7062788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" name="Rectangle 198"/>
              <p:cNvSpPr>
                <a:spLocks noChangeArrowheads="1"/>
              </p:cNvSpPr>
              <p:nvPr/>
            </p:nvSpPr>
            <p:spPr bwMode="auto">
              <a:xfrm>
                <a:off x="7085013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2" name="Rectangle 199"/>
              <p:cNvSpPr>
                <a:spLocks noChangeArrowheads="1"/>
              </p:cNvSpPr>
              <p:nvPr/>
            </p:nvSpPr>
            <p:spPr bwMode="auto">
              <a:xfrm>
                <a:off x="70850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3" name="Freeform 200"/>
              <p:cNvSpPr>
                <a:spLocks/>
              </p:cNvSpPr>
              <p:nvPr/>
            </p:nvSpPr>
            <p:spPr bwMode="auto">
              <a:xfrm>
                <a:off x="7032625" y="5278756"/>
                <a:ext cx="174625" cy="161925"/>
              </a:xfrm>
              <a:custGeom>
                <a:avLst/>
                <a:gdLst>
                  <a:gd name="T0" fmla="*/ 0 w 73"/>
                  <a:gd name="T1" fmla="*/ 31 h 68"/>
                  <a:gd name="T2" fmla="*/ 4 w 73"/>
                  <a:gd name="T3" fmla="*/ 39 h 68"/>
                  <a:gd name="T4" fmla="*/ 1 w 73"/>
                  <a:gd name="T5" fmla="*/ 46 h 68"/>
                  <a:gd name="T6" fmla="*/ 13 w 73"/>
                  <a:gd name="T7" fmla="*/ 58 h 68"/>
                  <a:gd name="T8" fmla="*/ 17 w 73"/>
                  <a:gd name="T9" fmla="*/ 57 h 68"/>
                  <a:gd name="T10" fmla="*/ 32 w 73"/>
                  <a:gd name="T11" fmla="*/ 68 h 68"/>
                  <a:gd name="T12" fmla="*/ 41 w 73"/>
                  <a:gd name="T13" fmla="*/ 65 h 68"/>
                  <a:gd name="T14" fmla="*/ 51 w 73"/>
                  <a:gd name="T15" fmla="*/ 68 h 68"/>
                  <a:gd name="T16" fmla="*/ 73 w 73"/>
                  <a:gd name="T17" fmla="*/ 46 h 68"/>
                  <a:gd name="T18" fmla="*/ 57 w 73"/>
                  <a:gd name="T19" fmla="*/ 25 h 68"/>
                  <a:gd name="T20" fmla="*/ 57 w 73"/>
                  <a:gd name="T21" fmla="*/ 25 h 68"/>
                  <a:gd name="T22" fmla="*/ 66 w 73"/>
                  <a:gd name="T23" fmla="*/ 13 h 68"/>
                  <a:gd name="T24" fmla="*/ 54 w 73"/>
                  <a:gd name="T25" fmla="*/ 2 h 68"/>
                  <a:gd name="T26" fmla="*/ 46 w 73"/>
                  <a:gd name="T27" fmla="*/ 5 h 68"/>
                  <a:gd name="T28" fmla="*/ 38 w 73"/>
                  <a:gd name="T29" fmla="*/ 0 h 68"/>
                  <a:gd name="T30" fmla="*/ 29 w 73"/>
                  <a:gd name="T31" fmla="*/ 8 h 68"/>
                  <a:gd name="T32" fmla="*/ 21 w 73"/>
                  <a:gd name="T33" fmla="*/ 6 h 68"/>
                  <a:gd name="T34" fmla="*/ 6 w 73"/>
                  <a:gd name="T35" fmla="*/ 21 h 68"/>
                  <a:gd name="T36" fmla="*/ 7 w 73"/>
                  <a:gd name="T37" fmla="*/ 23 h 68"/>
                  <a:gd name="T38" fmla="*/ 0 w 73"/>
                  <a:gd name="T39" fmla="*/ 3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68">
                    <a:moveTo>
                      <a:pt x="0" y="31"/>
                    </a:moveTo>
                    <a:cubicBezTo>
                      <a:pt x="0" y="35"/>
                      <a:pt x="2" y="37"/>
                      <a:pt x="4" y="39"/>
                    </a:cubicBezTo>
                    <a:cubicBezTo>
                      <a:pt x="2" y="41"/>
                      <a:pt x="1" y="43"/>
                      <a:pt x="1" y="46"/>
                    </a:cubicBezTo>
                    <a:cubicBezTo>
                      <a:pt x="1" y="53"/>
                      <a:pt x="7" y="58"/>
                      <a:pt x="13" y="58"/>
                    </a:cubicBezTo>
                    <a:cubicBezTo>
                      <a:pt x="15" y="58"/>
                      <a:pt x="16" y="58"/>
                      <a:pt x="17" y="57"/>
                    </a:cubicBezTo>
                    <a:cubicBezTo>
                      <a:pt x="19" y="63"/>
                      <a:pt x="25" y="68"/>
                      <a:pt x="32" y="68"/>
                    </a:cubicBezTo>
                    <a:cubicBezTo>
                      <a:pt x="35" y="68"/>
                      <a:pt x="38" y="67"/>
                      <a:pt x="41" y="65"/>
                    </a:cubicBezTo>
                    <a:cubicBezTo>
                      <a:pt x="44" y="67"/>
                      <a:pt x="47" y="68"/>
                      <a:pt x="51" y="68"/>
                    </a:cubicBezTo>
                    <a:cubicBezTo>
                      <a:pt x="63" y="68"/>
                      <a:pt x="73" y="58"/>
                      <a:pt x="73" y="46"/>
                    </a:cubicBezTo>
                    <a:cubicBezTo>
                      <a:pt x="73" y="36"/>
                      <a:pt x="66" y="28"/>
                      <a:pt x="57" y="25"/>
                    </a:cubicBezTo>
                    <a:cubicBezTo>
                      <a:pt x="57" y="25"/>
                      <a:pt x="57" y="25"/>
                      <a:pt x="57" y="25"/>
                    </a:cubicBezTo>
                    <a:cubicBezTo>
                      <a:pt x="62" y="24"/>
                      <a:pt x="66" y="19"/>
                      <a:pt x="66" y="13"/>
                    </a:cubicBezTo>
                    <a:cubicBezTo>
                      <a:pt x="66" y="7"/>
                      <a:pt x="61" y="2"/>
                      <a:pt x="54" y="2"/>
                    </a:cubicBezTo>
                    <a:cubicBezTo>
                      <a:pt x="51" y="2"/>
                      <a:pt x="48" y="3"/>
                      <a:pt x="46" y="5"/>
                    </a:cubicBezTo>
                    <a:cubicBezTo>
                      <a:pt x="45" y="2"/>
                      <a:pt x="42" y="0"/>
                      <a:pt x="38" y="0"/>
                    </a:cubicBezTo>
                    <a:cubicBezTo>
                      <a:pt x="34" y="0"/>
                      <a:pt x="30" y="4"/>
                      <a:pt x="29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3" y="6"/>
                      <a:pt x="6" y="12"/>
                      <a:pt x="6" y="21"/>
                    </a:cubicBezTo>
                    <a:cubicBezTo>
                      <a:pt x="6" y="22"/>
                      <a:pt x="6" y="22"/>
                      <a:pt x="7" y="23"/>
                    </a:cubicBezTo>
                    <a:cubicBezTo>
                      <a:pt x="3" y="24"/>
                      <a:pt x="0" y="27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4" name="Freeform 201"/>
              <p:cNvSpPr>
                <a:spLocks/>
              </p:cNvSpPr>
              <p:nvPr/>
            </p:nvSpPr>
            <p:spPr bwMode="auto">
              <a:xfrm>
                <a:off x="7170738" y="5261294"/>
                <a:ext cx="41275" cy="60325"/>
              </a:xfrm>
              <a:custGeom>
                <a:avLst/>
                <a:gdLst>
                  <a:gd name="T0" fmla="*/ 16 w 17"/>
                  <a:gd name="T1" fmla="*/ 25 h 25"/>
                  <a:gd name="T2" fmla="*/ 14 w 17"/>
                  <a:gd name="T3" fmla="*/ 7 h 25"/>
                  <a:gd name="T4" fmla="*/ 0 w 17"/>
                  <a:gd name="T5" fmla="*/ 0 h 25"/>
                  <a:gd name="T6" fmla="*/ 11 w 17"/>
                  <a:gd name="T7" fmla="*/ 10 h 25"/>
                  <a:gd name="T8" fmla="*/ 11 w 17"/>
                  <a:gd name="T9" fmla="*/ 25 h 25"/>
                  <a:gd name="T10" fmla="*/ 16 w 17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5">
                    <a:moveTo>
                      <a:pt x="16" y="25"/>
                    </a:moveTo>
                    <a:cubicBezTo>
                      <a:pt x="16" y="25"/>
                      <a:pt x="17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2" y="17"/>
                      <a:pt x="11" y="25"/>
                      <a:pt x="11" y="25"/>
                    </a:cubicBez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5" name="Freeform 202"/>
              <p:cNvSpPr>
                <a:spLocks/>
              </p:cNvSpPr>
              <p:nvPr/>
            </p:nvSpPr>
            <p:spPr bwMode="auto">
              <a:xfrm>
                <a:off x="7142163" y="5261294"/>
                <a:ext cx="42863" cy="60325"/>
              </a:xfrm>
              <a:custGeom>
                <a:avLst/>
                <a:gdLst>
                  <a:gd name="T0" fmla="*/ 17 w 18"/>
                  <a:gd name="T1" fmla="*/ 25 h 25"/>
                  <a:gd name="T2" fmla="*/ 14 w 18"/>
                  <a:gd name="T3" fmla="*/ 7 h 25"/>
                  <a:gd name="T4" fmla="*/ 0 w 18"/>
                  <a:gd name="T5" fmla="*/ 0 h 25"/>
                  <a:gd name="T6" fmla="*/ 11 w 18"/>
                  <a:gd name="T7" fmla="*/ 10 h 25"/>
                  <a:gd name="T8" fmla="*/ 11 w 18"/>
                  <a:gd name="T9" fmla="*/ 25 h 25"/>
                  <a:gd name="T10" fmla="*/ 17 w 18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17" y="25"/>
                    </a:moveTo>
                    <a:cubicBezTo>
                      <a:pt x="17" y="25"/>
                      <a:pt x="18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3" y="17"/>
                      <a:pt x="11" y="25"/>
                      <a:pt x="11" y="25"/>
                    </a:cubicBezTo>
                    <a:lnTo>
                      <a:pt x="17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6" name="Freeform 203"/>
              <p:cNvSpPr>
                <a:spLocks/>
              </p:cNvSpPr>
              <p:nvPr/>
            </p:nvSpPr>
            <p:spPr bwMode="auto">
              <a:xfrm>
                <a:off x="7204075" y="5332731"/>
                <a:ext cx="41275" cy="34925"/>
              </a:xfrm>
              <a:custGeom>
                <a:avLst/>
                <a:gdLst>
                  <a:gd name="T0" fmla="*/ 0 w 17"/>
                  <a:gd name="T1" fmla="*/ 2 h 14"/>
                  <a:gd name="T2" fmla="*/ 8 w 17"/>
                  <a:gd name="T3" fmla="*/ 12 h 14"/>
                  <a:gd name="T4" fmla="*/ 17 w 17"/>
                  <a:gd name="T5" fmla="*/ 12 h 14"/>
                  <a:gd name="T6" fmla="*/ 9 w 17"/>
                  <a:gd name="T7" fmla="*/ 2 h 14"/>
                  <a:gd name="T8" fmla="*/ 0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0" y="2"/>
                    </a:moveTo>
                    <a:cubicBezTo>
                      <a:pt x="1" y="6"/>
                      <a:pt x="4" y="9"/>
                      <a:pt x="8" y="12"/>
                    </a:cubicBezTo>
                    <a:cubicBezTo>
                      <a:pt x="12" y="14"/>
                      <a:pt x="15" y="14"/>
                      <a:pt x="17" y="12"/>
                    </a:cubicBezTo>
                    <a:cubicBezTo>
                      <a:pt x="16" y="8"/>
                      <a:pt x="13" y="4"/>
                      <a:pt x="9" y="2"/>
                    </a:cubicBezTo>
                    <a:cubicBezTo>
                      <a:pt x="6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7" name="Freeform 204"/>
              <p:cNvSpPr>
                <a:spLocks/>
              </p:cNvSpPr>
              <p:nvPr/>
            </p:nvSpPr>
            <p:spPr bwMode="auto">
              <a:xfrm>
                <a:off x="7204075" y="5337494"/>
                <a:ext cx="41275" cy="30163"/>
              </a:xfrm>
              <a:custGeom>
                <a:avLst/>
                <a:gdLst>
                  <a:gd name="T0" fmla="*/ 8 w 17"/>
                  <a:gd name="T1" fmla="*/ 10 h 12"/>
                  <a:gd name="T2" fmla="*/ 0 w 17"/>
                  <a:gd name="T3" fmla="*/ 0 h 12"/>
                  <a:gd name="T4" fmla="*/ 17 w 17"/>
                  <a:gd name="T5" fmla="*/ 10 h 12"/>
                  <a:gd name="T6" fmla="*/ 8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8" y="10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2"/>
                      <a:pt x="12" y="12"/>
                      <a:pt x="8" y="1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" name="Freeform 206"/>
              <p:cNvSpPr>
                <a:spLocks/>
              </p:cNvSpPr>
              <p:nvPr/>
            </p:nvSpPr>
            <p:spPr bwMode="auto">
              <a:xfrm>
                <a:off x="7132638" y="5332731"/>
                <a:ext cx="41275" cy="34925"/>
              </a:xfrm>
              <a:custGeom>
                <a:avLst/>
                <a:gdLst>
                  <a:gd name="T0" fmla="*/ 17 w 17"/>
                  <a:gd name="T1" fmla="*/ 2 h 14"/>
                  <a:gd name="T2" fmla="*/ 9 w 17"/>
                  <a:gd name="T3" fmla="*/ 12 h 14"/>
                  <a:gd name="T4" fmla="*/ 0 w 17"/>
                  <a:gd name="T5" fmla="*/ 12 h 14"/>
                  <a:gd name="T6" fmla="*/ 8 w 17"/>
                  <a:gd name="T7" fmla="*/ 2 h 14"/>
                  <a:gd name="T8" fmla="*/ 17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17" y="2"/>
                    </a:moveTo>
                    <a:cubicBezTo>
                      <a:pt x="16" y="6"/>
                      <a:pt x="13" y="9"/>
                      <a:pt x="9" y="12"/>
                    </a:cubicBezTo>
                    <a:cubicBezTo>
                      <a:pt x="6" y="14"/>
                      <a:pt x="2" y="14"/>
                      <a:pt x="0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2" y="0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" name="Freeform 207"/>
              <p:cNvSpPr>
                <a:spLocks/>
              </p:cNvSpPr>
              <p:nvPr/>
            </p:nvSpPr>
            <p:spPr bwMode="auto">
              <a:xfrm>
                <a:off x="7132638" y="5337493"/>
                <a:ext cx="41275" cy="30163"/>
              </a:xfrm>
              <a:custGeom>
                <a:avLst/>
                <a:gdLst>
                  <a:gd name="T0" fmla="*/ 9 w 17"/>
                  <a:gd name="T1" fmla="*/ 10 h 12"/>
                  <a:gd name="T2" fmla="*/ 17 w 17"/>
                  <a:gd name="T3" fmla="*/ 0 h 12"/>
                  <a:gd name="T4" fmla="*/ 0 w 17"/>
                  <a:gd name="T5" fmla="*/ 10 h 12"/>
                  <a:gd name="T6" fmla="*/ 9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10"/>
                    </a:moveTo>
                    <a:cubicBezTo>
                      <a:pt x="13" y="7"/>
                      <a:pt x="16" y="4"/>
                      <a:pt x="17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6" y="12"/>
                      <a:pt x="9" y="10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" name="Freeform 208"/>
              <p:cNvSpPr>
                <a:spLocks/>
              </p:cNvSpPr>
              <p:nvPr/>
            </p:nvSpPr>
            <p:spPr bwMode="auto">
              <a:xfrm>
                <a:off x="7189788" y="5313681"/>
                <a:ext cx="39688" cy="103188"/>
              </a:xfrm>
              <a:custGeom>
                <a:avLst/>
                <a:gdLst>
                  <a:gd name="T0" fmla="*/ 0 w 16"/>
                  <a:gd name="T1" fmla="*/ 0 h 43"/>
                  <a:gd name="T2" fmla="*/ 5 w 16"/>
                  <a:gd name="T3" fmla="*/ 0 h 43"/>
                  <a:gd name="T4" fmla="*/ 16 w 16"/>
                  <a:gd name="T5" fmla="*/ 11 h 43"/>
                  <a:gd name="T6" fmla="*/ 12 w 16"/>
                  <a:gd name="T7" fmla="*/ 31 h 43"/>
                  <a:gd name="T8" fmla="*/ 1 w 16"/>
                  <a:gd name="T9" fmla="*/ 43 h 43"/>
                  <a:gd name="T10" fmla="*/ 0 w 16"/>
                  <a:gd name="T11" fmla="*/ 43 h 43"/>
                  <a:gd name="T12" fmla="*/ 0 w 16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1" y="0"/>
                      <a:pt x="16" y="5"/>
                      <a:pt x="16" y="1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1" y="39"/>
                      <a:pt x="7" y="43"/>
                      <a:pt x="1" y="43"/>
                    </a:cubicBezTo>
                    <a:cubicBezTo>
                      <a:pt x="0" y="43"/>
                      <a:pt x="0" y="43"/>
                      <a:pt x="0" y="4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" name="Freeform 209"/>
              <p:cNvSpPr>
                <a:spLocks/>
              </p:cNvSpPr>
              <p:nvPr/>
            </p:nvSpPr>
            <p:spPr bwMode="auto">
              <a:xfrm>
                <a:off x="7150100" y="5313681"/>
                <a:ext cx="39688" cy="103188"/>
              </a:xfrm>
              <a:custGeom>
                <a:avLst/>
                <a:gdLst>
                  <a:gd name="T0" fmla="*/ 17 w 17"/>
                  <a:gd name="T1" fmla="*/ 0 h 43"/>
                  <a:gd name="T2" fmla="*/ 11 w 17"/>
                  <a:gd name="T3" fmla="*/ 0 h 43"/>
                  <a:gd name="T4" fmla="*/ 0 w 17"/>
                  <a:gd name="T5" fmla="*/ 11 h 43"/>
                  <a:gd name="T6" fmla="*/ 4 w 17"/>
                  <a:gd name="T7" fmla="*/ 31 h 43"/>
                  <a:gd name="T8" fmla="*/ 16 w 17"/>
                  <a:gd name="T9" fmla="*/ 43 h 43"/>
                  <a:gd name="T10" fmla="*/ 17 w 17"/>
                  <a:gd name="T11" fmla="*/ 43 h 43"/>
                  <a:gd name="T12" fmla="*/ 17 w 17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3">
                    <a:moveTo>
                      <a:pt x="17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9"/>
                      <a:pt x="9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" name="Oval 210"/>
              <p:cNvSpPr>
                <a:spLocks noChangeArrowheads="1"/>
              </p:cNvSpPr>
              <p:nvPr/>
            </p:nvSpPr>
            <p:spPr bwMode="auto">
              <a:xfrm>
                <a:off x="7197725" y="5350193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" name="Oval 211"/>
              <p:cNvSpPr>
                <a:spLocks noChangeArrowheads="1"/>
              </p:cNvSpPr>
              <p:nvPr/>
            </p:nvSpPr>
            <p:spPr bwMode="auto">
              <a:xfrm>
                <a:off x="7170738" y="5350193"/>
                <a:ext cx="9525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" name="Freeform 212"/>
              <p:cNvSpPr>
                <a:spLocks/>
              </p:cNvSpPr>
              <p:nvPr/>
            </p:nvSpPr>
            <p:spPr bwMode="auto">
              <a:xfrm>
                <a:off x="8553450" y="5161281"/>
                <a:ext cx="9525" cy="15875"/>
              </a:xfrm>
              <a:custGeom>
                <a:avLst/>
                <a:gdLst>
                  <a:gd name="T0" fmla="*/ 3 w 6"/>
                  <a:gd name="T1" fmla="*/ 10 h 10"/>
                  <a:gd name="T2" fmla="*/ 6 w 6"/>
                  <a:gd name="T3" fmla="*/ 10 h 10"/>
                  <a:gd name="T4" fmla="*/ 5 w 6"/>
                  <a:gd name="T5" fmla="*/ 0 h 10"/>
                  <a:gd name="T6" fmla="*/ 0 w 6"/>
                  <a:gd name="T7" fmla="*/ 1 h 10"/>
                  <a:gd name="T8" fmla="*/ 3 w 6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10"/>
                    </a:moveTo>
                    <a:lnTo>
                      <a:pt x="6" y="10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" name="Rectangle 213"/>
              <p:cNvSpPr>
                <a:spLocks noChangeArrowheads="1"/>
              </p:cNvSpPr>
              <p:nvPr/>
            </p:nvSpPr>
            <p:spPr bwMode="auto">
              <a:xfrm>
                <a:off x="8558213" y="5175568"/>
                <a:ext cx="4763" cy="158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" name="Freeform 214"/>
              <p:cNvSpPr>
                <a:spLocks/>
              </p:cNvSpPr>
              <p:nvPr/>
            </p:nvSpPr>
            <p:spPr bwMode="auto">
              <a:xfrm>
                <a:off x="8567738" y="5153343"/>
                <a:ext cx="9525" cy="22225"/>
              </a:xfrm>
              <a:custGeom>
                <a:avLst/>
                <a:gdLst>
                  <a:gd name="T0" fmla="*/ 3 w 6"/>
                  <a:gd name="T1" fmla="*/ 14 h 14"/>
                  <a:gd name="T2" fmla="*/ 6 w 6"/>
                  <a:gd name="T3" fmla="*/ 14 h 14"/>
                  <a:gd name="T4" fmla="*/ 3 w 6"/>
                  <a:gd name="T5" fmla="*/ 0 h 14"/>
                  <a:gd name="T6" fmla="*/ 0 w 6"/>
                  <a:gd name="T7" fmla="*/ 2 h 14"/>
                  <a:gd name="T8" fmla="*/ 3 w 6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3" y="14"/>
                    </a:moveTo>
                    <a:lnTo>
                      <a:pt x="6" y="1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" name="Freeform 215"/>
              <p:cNvSpPr>
                <a:spLocks/>
              </p:cNvSpPr>
              <p:nvPr/>
            </p:nvSpPr>
            <p:spPr bwMode="auto">
              <a:xfrm>
                <a:off x="8572500" y="5170806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" name="Freeform 216"/>
              <p:cNvSpPr>
                <a:spLocks/>
              </p:cNvSpPr>
              <p:nvPr/>
            </p:nvSpPr>
            <p:spPr bwMode="auto">
              <a:xfrm>
                <a:off x="8502650" y="5151756"/>
                <a:ext cx="12700" cy="38100"/>
              </a:xfrm>
              <a:custGeom>
                <a:avLst/>
                <a:gdLst>
                  <a:gd name="T0" fmla="*/ 5 w 8"/>
                  <a:gd name="T1" fmla="*/ 24 h 24"/>
                  <a:gd name="T2" fmla="*/ 8 w 8"/>
                  <a:gd name="T3" fmla="*/ 22 h 24"/>
                  <a:gd name="T4" fmla="*/ 3 w 8"/>
                  <a:gd name="T5" fmla="*/ 0 h 24"/>
                  <a:gd name="T6" fmla="*/ 0 w 8"/>
                  <a:gd name="T7" fmla="*/ 1 h 24"/>
                  <a:gd name="T8" fmla="*/ 5 w 8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4">
                    <a:moveTo>
                      <a:pt x="5" y="24"/>
                    </a:moveTo>
                    <a:lnTo>
                      <a:pt x="8" y="22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" name="Freeform 217"/>
              <p:cNvSpPr>
                <a:spLocks/>
              </p:cNvSpPr>
              <p:nvPr/>
            </p:nvSpPr>
            <p:spPr bwMode="auto">
              <a:xfrm>
                <a:off x="8510588" y="5185093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" name="Freeform 218"/>
              <p:cNvSpPr>
                <a:spLocks/>
              </p:cNvSpPr>
              <p:nvPr/>
            </p:nvSpPr>
            <p:spPr bwMode="auto">
              <a:xfrm>
                <a:off x="8515350" y="5148581"/>
                <a:ext cx="14288" cy="36513"/>
              </a:xfrm>
              <a:custGeom>
                <a:avLst/>
                <a:gdLst>
                  <a:gd name="T0" fmla="*/ 6 w 9"/>
                  <a:gd name="T1" fmla="*/ 23 h 23"/>
                  <a:gd name="T2" fmla="*/ 9 w 9"/>
                  <a:gd name="T3" fmla="*/ 23 h 23"/>
                  <a:gd name="T4" fmla="*/ 4 w 9"/>
                  <a:gd name="T5" fmla="*/ 0 h 23"/>
                  <a:gd name="T6" fmla="*/ 0 w 9"/>
                  <a:gd name="T7" fmla="*/ 2 h 23"/>
                  <a:gd name="T8" fmla="*/ 6 w 9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6" y="23"/>
                    </a:moveTo>
                    <a:lnTo>
                      <a:pt x="9" y="2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" name="Freeform 219"/>
              <p:cNvSpPr>
                <a:spLocks/>
              </p:cNvSpPr>
              <p:nvPr/>
            </p:nvSpPr>
            <p:spPr bwMode="auto">
              <a:xfrm>
                <a:off x="8521700" y="5181918"/>
                <a:ext cx="7938" cy="3175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2 h 2"/>
                  <a:gd name="T4" fmla="*/ 2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" name="Freeform 220"/>
              <p:cNvSpPr>
                <a:spLocks/>
              </p:cNvSpPr>
              <p:nvPr/>
            </p:nvSpPr>
            <p:spPr bwMode="auto">
              <a:xfrm>
                <a:off x="8478838" y="5073968"/>
                <a:ext cx="106363" cy="98425"/>
              </a:xfrm>
              <a:custGeom>
                <a:avLst/>
                <a:gdLst>
                  <a:gd name="T0" fmla="*/ 1 w 44"/>
                  <a:gd name="T1" fmla="*/ 24 h 41"/>
                  <a:gd name="T2" fmla="*/ 4 w 44"/>
                  <a:gd name="T3" fmla="*/ 27 h 41"/>
                  <a:gd name="T4" fmla="*/ 3 w 44"/>
                  <a:gd name="T5" fmla="*/ 32 h 41"/>
                  <a:gd name="T6" fmla="*/ 11 w 44"/>
                  <a:gd name="T7" fmla="*/ 37 h 41"/>
                  <a:gd name="T8" fmla="*/ 13 w 44"/>
                  <a:gd name="T9" fmla="*/ 36 h 41"/>
                  <a:gd name="T10" fmla="*/ 23 w 44"/>
                  <a:gd name="T11" fmla="*/ 41 h 41"/>
                  <a:gd name="T12" fmla="*/ 27 w 44"/>
                  <a:gd name="T13" fmla="*/ 38 h 41"/>
                  <a:gd name="T14" fmla="*/ 33 w 44"/>
                  <a:gd name="T15" fmla="*/ 38 h 41"/>
                  <a:gd name="T16" fmla="*/ 43 w 44"/>
                  <a:gd name="T17" fmla="*/ 23 h 41"/>
                  <a:gd name="T18" fmla="*/ 32 w 44"/>
                  <a:gd name="T19" fmla="*/ 14 h 41"/>
                  <a:gd name="T20" fmla="*/ 32 w 44"/>
                  <a:gd name="T21" fmla="*/ 13 h 41"/>
                  <a:gd name="T22" fmla="*/ 35 w 44"/>
                  <a:gd name="T23" fmla="*/ 6 h 41"/>
                  <a:gd name="T24" fmla="*/ 28 w 44"/>
                  <a:gd name="T25" fmla="*/ 1 h 41"/>
                  <a:gd name="T26" fmla="*/ 23 w 44"/>
                  <a:gd name="T27" fmla="*/ 4 h 41"/>
                  <a:gd name="T28" fmla="*/ 18 w 44"/>
                  <a:gd name="T29" fmla="*/ 2 h 41"/>
                  <a:gd name="T30" fmla="*/ 14 w 44"/>
                  <a:gd name="T31" fmla="*/ 8 h 41"/>
                  <a:gd name="T32" fmla="*/ 9 w 44"/>
                  <a:gd name="T33" fmla="*/ 7 h 41"/>
                  <a:gd name="T34" fmla="*/ 3 w 44"/>
                  <a:gd name="T35" fmla="*/ 17 h 41"/>
                  <a:gd name="T36" fmla="*/ 3 w 44"/>
                  <a:gd name="T37" fmla="*/ 19 h 41"/>
                  <a:gd name="T38" fmla="*/ 1 w 44"/>
                  <a:gd name="T39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41">
                    <a:moveTo>
                      <a:pt x="1" y="24"/>
                    </a:moveTo>
                    <a:cubicBezTo>
                      <a:pt x="1" y="26"/>
                      <a:pt x="2" y="27"/>
                      <a:pt x="4" y="27"/>
                    </a:cubicBezTo>
                    <a:cubicBezTo>
                      <a:pt x="3" y="29"/>
                      <a:pt x="3" y="30"/>
                      <a:pt x="3" y="32"/>
                    </a:cubicBezTo>
                    <a:cubicBezTo>
                      <a:pt x="4" y="36"/>
                      <a:pt x="8" y="38"/>
                      <a:pt x="11" y="37"/>
                    </a:cubicBezTo>
                    <a:cubicBezTo>
                      <a:pt x="12" y="37"/>
                      <a:pt x="13" y="37"/>
                      <a:pt x="13" y="36"/>
                    </a:cubicBezTo>
                    <a:cubicBezTo>
                      <a:pt x="15" y="39"/>
                      <a:pt x="19" y="41"/>
                      <a:pt x="23" y="41"/>
                    </a:cubicBezTo>
                    <a:cubicBezTo>
                      <a:pt x="25" y="40"/>
                      <a:pt x="26" y="39"/>
                      <a:pt x="27" y="38"/>
                    </a:cubicBezTo>
                    <a:cubicBezTo>
                      <a:pt x="29" y="39"/>
                      <a:pt x="31" y="39"/>
                      <a:pt x="33" y="38"/>
                    </a:cubicBezTo>
                    <a:cubicBezTo>
                      <a:pt x="40" y="37"/>
                      <a:pt x="44" y="30"/>
                      <a:pt x="43" y="23"/>
                    </a:cubicBezTo>
                    <a:cubicBezTo>
                      <a:pt x="42" y="18"/>
                      <a:pt x="37" y="14"/>
                      <a:pt x="32" y="1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4" y="12"/>
                      <a:pt x="36" y="9"/>
                      <a:pt x="35" y="6"/>
                    </a:cubicBezTo>
                    <a:cubicBezTo>
                      <a:pt x="35" y="3"/>
                      <a:pt x="31" y="0"/>
                      <a:pt x="28" y="1"/>
                    </a:cubicBezTo>
                    <a:cubicBezTo>
                      <a:pt x="26" y="1"/>
                      <a:pt x="24" y="2"/>
                      <a:pt x="23" y="4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6" y="3"/>
                      <a:pt x="14" y="5"/>
                      <a:pt x="14" y="8"/>
                    </a:cubicBezTo>
                    <a:cubicBezTo>
                      <a:pt x="13" y="7"/>
                      <a:pt x="11" y="7"/>
                      <a:pt x="9" y="7"/>
                    </a:cubicBezTo>
                    <a:cubicBezTo>
                      <a:pt x="5" y="8"/>
                      <a:pt x="2" y="13"/>
                      <a:pt x="3" y="17"/>
                    </a:cubicBezTo>
                    <a:cubicBezTo>
                      <a:pt x="3" y="18"/>
                      <a:pt x="3" y="18"/>
                      <a:pt x="3" y="19"/>
                    </a:cubicBezTo>
                    <a:cubicBezTo>
                      <a:pt x="1" y="20"/>
                      <a:pt x="0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" name="Freeform 221"/>
              <p:cNvSpPr>
                <a:spLocks/>
              </p:cNvSpPr>
              <p:nvPr/>
            </p:nvSpPr>
            <p:spPr bwMode="auto">
              <a:xfrm>
                <a:off x="8547100" y="5059681"/>
                <a:ext cx="30163" cy="33338"/>
              </a:xfrm>
              <a:custGeom>
                <a:avLst/>
                <a:gdLst>
                  <a:gd name="T0" fmla="*/ 13 w 13"/>
                  <a:gd name="T1" fmla="*/ 14 h 14"/>
                  <a:gd name="T2" fmla="*/ 9 w 13"/>
                  <a:gd name="T3" fmla="*/ 4 h 14"/>
                  <a:gd name="T4" fmla="*/ 0 w 13"/>
                  <a:gd name="T5" fmla="*/ 1 h 14"/>
                  <a:gd name="T6" fmla="*/ 8 w 13"/>
                  <a:gd name="T7" fmla="*/ 6 h 14"/>
                  <a:gd name="T8" fmla="*/ 9 w 13"/>
                  <a:gd name="T9" fmla="*/ 14 h 14"/>
                  <a:gd name="T10" fmla="*/ 13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3" y="14"/>
                      <a:pt x="12" y="7"/>
                      <a:pt x="9" y="4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6" y="3"/>
                      <a:pt x="8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3" y="14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" name="Freeform 222"/>
              <p:cNvSpPr>
                <a:spLocks/>
              </p:cNvSpPr>
              <p:nvPr/>
            </p:nvSpPr>
            <p:spPr bwMode="auto">
              <a:xfrm>
                <a:off x="8531225" y="5064443"/>
                <a:ext cx="30163" cy="33338"/>
              </a:xfrm>
              <a:custGeom>
                <a:avLst/>
                <a:gdLst>
                  <a:gd name="T0" fmla="*/ 12 w 12"/>
                  <a:gd name="T1" fmla="*/ 13 h 14"/>
                  <a:gd name="T2" fmla="*/ 9 w 12"/>
                  <a:gd name="T3" fmla="*/ 3 h 14"/>
                  <a:gd name="T4" fmla="*/ 0 w 12"/>
                  <a:gd name="T5" fmla="*/ 1 h 14"/>
                  <a:gd name="T6" fmla="*/ 7 w 12"/>
                  <a:gd name="T7" fmla="*/ 6 h 14"/>
                  <a:gd name="T8" fmla="*/ 9 w 12"/>
                  <a:gd name="T9" fmla="*/ 14 h 14"/>
                  <a:gd name="T10" fmla="*/ 12 w 12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2" y="13"/>
                    </a:moveTo>
                    <a:cubicBezTo>
                      <a:pt x="12" y="13"/>
                      <a:pt x="11" y="6"/>
                      <a:pt x="9" y="3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5" y="2"/>
                      <a:pt x="7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" name="Freeform 223"/>
              <p:cNvSpPr>
                <a:spLocks/>
              </p:cNvSpPr>
              <p:nvPr/>
            </p:nvSpPr>
            <p:spPr bwMode="auto">
              <a:xfrm>
                <a:off x="8575675" y="5097781"/>
                <a:ext cx="25400" cy="17463"/>
              </a:xfrm>
              <a:custGeom>
                <a:avLst/>
                <a:gdLst>
                  <a:gd name="T0" fmla="*/ 0 w 11"/>
                  <a:gd name="T1" fmla="*/ 2 h 7"/>
                  <a:gd name="T2" fmla="*/ 6 w 11"/>
                  <a:gd name="T3" fmla="*/ 6 h 7"/>
                  <a:gd name="T4" fmla="*/ 11 w 11"/>
                  <a:gd name="T5" fmla="*/ 5 h 7"/>
                  <a:gd name="T6" fmla="*/ 5 w 11"/>
                  <a:gd name="T7" fmla="*/ 1 h 7"/>
                  <a:gd name="T8" fmla="*/ 0 w 11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4"/>
                      <a:pt x="3" y="5"/>
                      <a:pt x="6" y="6"/>
                    </a:cubicBezTo>
                    <a:cubicBezTo>
                      <a:pt x="8" y="7"/>
                      <a:pt x="10" y="7"/>
                      <a:pt x="11" y="5"/>
                    </a:cubicBezTo>
                    <a:cubicBezTo>
                      <a:pt x="10" y="3"/>
                      <a:pt x="8" y="2"/>
                      <a:pt x="5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" name="Freeform 224"/>
              <p:cNvSpPr>
                <a:spLocks/>
              </p:cNvSpPr>
              <p:nvPr/>
            </p:nvSpPr>
            <p:spPr bwMode="auto">
              <a:xfrm>
                <a:off x="8575675" y="5102543"/>
                <a:ext cx="25400" cy="12700"/>
              </a:xfrm>
              <a:custGeom>
                <a:avLst/>
                <a:gdLst>
                  <a:gd name="T0" fmla="*/ 6 w 11"/>
                  <a:gd name="T1" fmla="*/ 4 h 5"/>
                  <a:gd name="T2" fmla="*/ 0 w 11"/>
                  <a:gd name="T3" fmla="*/ 0 h 5"/>
                  <a:gd name="T4" fmla="*/ 11 w 11"/>
                  <a:gd name="T5" fmla="*/ 3 h 5"/>
                  <a:gd name="T6" fmla="*/ 6 w 11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6" y="4"/>
                    </a:moveTo>
                    <a:cubicBezTo>
                      <a:pt x="3" y="3"/>
                      <a:pt x="1" y="2"/>
                      <a:pt x="0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8" y="5"/>
                      <a:pt x="6" y="4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" name="Freeform 225"/>
              <p:cNvSpPr>
                <a:spLocks/>
              </p:cNvSpPr>
              <p:nvPr/>
            </p:nvSpPr>
            <p:spPr bwMode="auto">
              <a:xfrm>
                <a:off x="8535988" y="5102543"/>
                <a:ext cx="22225" cy="25400"/>
              </a:xfrm>
              <a:custGeom>
                <a:avLst/>
                <a:gdLst>
                  <a:gd name="T0" fmla="*/ 9 w 9"/>
                  <a:gd name="T1" fmla="*/ 1 h 10"/>
                  <a:gd name="T2" fmla="*/ 6 w 9"/>
                  <a:gd name="T3" fmla="*/ 8 h 10"/>
                  <a:gd name="T4" fmla="*/ 0 w 9"/>
                  <a:gd name="T5" fmla="*/ 9 h 10"/>
                  <a:gd name="T6" fmla="*/ 4 w 9"/>
                  <a:gd name="T7" fmla="*/ 3 h 10"/>
                  <a:gd name="T8" fmla="*/ 9 w 9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1"/>
                    </a:moveTo>
                    <a:cubicBezTo>
                      <a:pt x="9" y="3"/>
                      <a:pt x="7" y="6"/>
                      <a:pt x="6" y="8"/>
                    </a:cubicBezTo>
                    <a:cubicBezTo>
                      <a:pt x="4" y="9"/>
                      <a:pt x="2" y="10"/>
                      <a:pt x="0" y="9"/>
                    </a:cubicBezTo>
                    <a:cubicBezTo>
                      <a:pt x="1" y="7"/>
                      <a:pt x="2" y="4"/>
                      <a:pt x="4" y="3"/>
                    </a:cubicBezTo>
                    <a:cubicBezTo>
                      <a:pt x="6" y="1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" name="Freeform 226"/>
              <p:cNvSpPr>
                <a:spLocks/>
              </p:cNvSpPr>
              <p:nvPr/>
            </p:nvSpPr>
            <p:spPr bwMode="auto">
              <a:xfrm>
                <a:off x="8535988" y="5105718"/>
                <a:ext cx="22225" cy="22225"/>
              </a:xfrm>
              <a:custGeom>
                <a:avLst/>
                <a:gdLst>
                  <a:gd name="T0" fmla="*/ 6 w 9"/>
                  <a:gd name="T1" fmla="*/ 7 h 9"/>
                  <a:gd name="T2" fmla="*/ 9 w 9"/>
                  <a:gd name="T3" fmla="*/ 0 h 9"/>
                  <a:gd name="T4" fmla="*/ 0 w 9"/>
                  <a:gd name="T5" fmla="*/ 8 h 9"/>
                  <a:gd name="T6" fmla="*/ 6 w 9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7"/>
                    </a:moveTo>
                    <a:cubicBezTo>
                      <a:pt x="7" y="5"/>
                      <a:pt x="9" y="2"/>
                      <a:pt x="9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4" y="8"/>
                      <a:pt x="6" y="7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" name="Freeform 227"/>
              <p:cNvSpPr>
                <a:spLocks/>
              </p:cNvSpPr>
              <p:nvPr/>
            </p:nvSpPr>
            <p:spPr bwMode="auto">
              <a:xfrm>
                <a:off x="8562975" y="5086668"/>
                <a:ext cx="26988" cy="61913"/>
              </a:xfrm>
              <a:custGeom>
                <a:avLst/>
                <a:gdLst>
                  <a:gd name="T0" fmla="*/ 0 w 11"/>
                  <a:gd name="T1" fmla="*/ 2 h 26"/>
                  <a:gd name="T2" fmla="*/ 3 w 11"/>
                  <a:gd name="T3" fmla="*/ 1 h 26"/>
                  <a:gd name="T4" fmla="*/ 11 w 11"/>
                  <a:gd name="T5" fmla="*/ 6 h 26"/>
                  <a:gd name="T6" fmla="*/ 11 w 11"/>
                  <a:gd name="T7" fmla="*/ 18 h 26"/>
                  <a:gd name="T8" fmla="*/ 6 w 11"/>
                  <a:gd name="T9" fmla="*/ 26 h 26"/>
                  <a:gd name="T10" fmla="*/ 5 w 11"/>
                  <a:gd name="T11" fmla="*/ 26 h 26"/>
                  <a:gd name="T12" fmla="*/ 0 w 11"/>
                  <a:gd name="T1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6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0"/>
                      <a:pt x="10" y="3"/>
                      <a:pt x="11" y="6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22"/>
                      <a:pt x="10" y="25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" name="Freeform 228"/>
              <p:cNvSpPr>
                <a:spLocks/>
              </p:cNvSpPr>
              <p:nvPr/>
            </p:nvSpPr>
            <p:spPr bwMode="auto">
              <a:xfrm>
                <a:off x="8543925" y="5091431"/>
                <a:ext cx="31750" cy="60325"/>
              </a:xfrm>
              <a:custGeom>
                <a:avLst/>
                <a:gdLst>
                  <a:gd name="T0" fmla="*/ 8 w 13"/>
                  <a:gd name="T1" fmla="*/ 0 h 25"/>
                  <a:gd name="T2" fmla="*/ 5 w 13"/>
                  <a:gd name="T3" fmla="*/ 0 h 25"/>
                  <a:gd name="T4" fmla="*/ 0 w 13"/>
                  <a:gd name="T5" fmla="*/ 8 h 25"/>
                  <a:gd name="T6" fmla="*/ 5 w 13"/>
                  <a:gd name="T7" fmla="*/ 19 h 25"/>
                  <a:gd name="T8" fmla="*/ 13 w 13"/>
                  <a:gd name="T9" fmla="*/ 24 h 25"/>
                  <a:gd name="T10" fmla="*/ 13 w 13"/>
                  <a:gd name="T11" fmla="*/ 24 h 25"/>
                  <a:gd name="T12" fmla="*/ 8 w 1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0" y="5"/>
                      <a:pt x="0" y="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3"/>
                      <a:pt x="9" y="25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" name="Freeform 229"/>
              <p:cNvSpPr>
                <a:spLocks/>
              </p:cNvSpPr>
              <p:nvPr/>
            </p:nvSpPr>
            <p:spPr bwMode="auto">
              <a:xfrm>
                <a:off x="8572500" y="5107306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2 h 3"/>
                  <a:gd name="T6" fmla="*/ 1 w 3"/>
                  <a:gd name="T7" fmla="*/ 1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" name="Freeform 230"/>
              <p:cNvSpPr>
                <a:spLocks/>
              </p:cNvSpPr>
              <p:nvPr/>
            </p:nvSpPr>
            <p:spPr bwMode="auto">
              <a:xfrm>
                <a:off x="8558213" y="5112068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1 h 3"/>
                  <a:gd name="T6" fmla="*/ 1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8" name="Freeform 254"/>
              <p:cNvSpPr>
                <a:spLocks/>
              </p:cNvSpPr>
              <p:nvPr/>
            </p:nvSpPr>
            <p:spPr bwMode="auto">
              <a:xfrm>
                <a:off x="5892800" y="5299393"/>
                <a:ext cx="34925" cy="65088"/>
              </a:xfrm>
              <a:custGeom>
                <a:avLst/>
                <a:gdLst>
                  <a:gd name="T0" fmla="*/ 1 w 15"/>
                  <a:gd name="T1" fmla="*/ 16 h 27"/>
                  <a:gd name="T2" fmla="*/ 10 w 15"/>
                  <a:gd name="T3" fmla="*/ 0 h 27"/>
                  <a:gd name="T4" fmla="*/ 7 w 15"/>
                  <a:gd name="T5" fmla="*/ 19 h 27"/>
                  <a:gd name="T6" fmla="*/ 1 w 15"/>
                  <a:gd name="T7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1" y="16"/>
                    </a:moveTo>
                    <a:cubicBezTo>
                      <a:pt x="10" y="14"/>
                      <a:pt x="10" y="0"/>
                      <a:pt x="10" y="0"/>
                    </a:cubicBezTo>
                    <a:cubicBezTo>
                      <a:pt x="10" y="0"/>
                      <a:pt x="15" y="11"/>
                      <a:pt x="7" y="19"/>
                    </a:cubicBezTo>
                    <a:cubicBezTo>
                      <a:pt x="0" y="27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9" name="Freeform 255"/>
              <p:cNvSpPr>
                <a:spLocks/>
              </p:cNvSpPr>
              <p:nvPr/>
            </p:nvSpPr>
            <p:spPr bwMode="auto">
              <a:xfrm>
                <a:off x="5748338" y="5448618"/>
                <a:ext cx="28575" cy="14288"/>
              </a:xfrm>
              <a:custGeom>
                <a:avLst/>
                <a:gdLst>
                  <a:gd name="T0" fmla="*/ 0 w 12"/>
                  <a:gd name="T1" fmla="*/ 3 h 6"/>
                  <a:gd name="T2" fmla="*/ 2 w 12"/>
                  <a:gd name="T3" fmla="*/ 0 h 6"/>
                  <a:gd name="T4" fmla="*/ 10 w 12"/>
                  <a:gd name="T5" fmla="*/ 0 h 6"/>
                  <a:gd name="T6" fmla="*/ 12 w 12"/>
                  <a:gd name="T7" fmla="*/ 3 h 6"/>
                  <a:gd name="T8" fmla="*/ 10 w 12"/>
                  <a:gd name="T9" fmla="*/ 6 h 6"/>
                  <a:gd name="T10" fmla="*/ 2 w 12"/>
                  <a:gd name="T11" fmla="*/ 6 h 6"/>
                  <a:gd name="T12" fmla="*/ 0 w 12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2" y="2"/>
                      <a:pt x="12" y="3"/>
                    </a:cubicBezTo>
                    <a:cubicBezTo>
                      <a:pt x="12" y="5"/>
                      <a:pt x="11" y="6"/>
                      <a:pt x="1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" name="Rectangle 256"/>
              <p:cNvSpPr>
                <a:spLocks noChangeArrowheads="1"/>
              </p:cNvSpPr>
              <p:nvPr/>
            </p:nvSpPr>
            <p:spPr bwMode="auto">
              <a:xfrm>
                <a:off x="576103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1" name="Freeform 257"/>
              <p:cNvSpPr>
                <a:spLocks/>
              </p:cNvSpPr>
              <p:nvPr/>
            </p:nvSpPr>
            <p:spPr bwMode="auto">
              <a:xfrm>
                <a:off x="5781675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2" name="Rectangle 258"/>
              <p:cNvSpPr>
                <a:spLocks noChangeArrowheads="1"/>
              </p:cNvSpPr>
              <p:nvPr/>
            </p:nvSpPr>
            <p:spPr bwMode="auto">
              <a:xfrm>
                <a:off x="5794375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3" name="Freeform 259"/>
              <p:cNvSpPr>
                <a:spLocks/>
              </p:cNvSpPr>
              <p:nvPr/>
            </p:nvSpPr>
            <p:spPr bwMode="auto">
              <a:xfrm>
                <a:off x="584358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4" name="Rectangle 260"/>
              <p:cNvSpPr>
                <a:spLocks noChangeArrowheads="1"/>
              </p:cNvSpPr>
              <p:nvPr/>
            </p:nvSpPr>
            <p:spPr bwMode="auto">
              <a:xfrm>
                <a:off x="585628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" name="Freeform 261"/>
              <p:cNvSpPr>
                <a:spLocks/>
              </p:cNvSpPr>
              <p:nvPr/>
            </p:nvSpPr>
            <p:spPr bwMode="auto">
              <a:xfrm>
                <a:off x="587533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" name="Rectangle 262"/>
              <p:cNvSpPr>
                <a:spLocks noChangeArrowheads="1"/>
              </p:cNvSpPr>
              <p:nvPr/>
            </p:nvSpPr>
            <p:spPr bwMode="auto">
              <a:xfrm>
                <a:off x="5888038" y="5372418"/>
                <a:ext cx="14288" cy="85725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" name="Oval 263"/>
              <p:cNvSpPr>
                <a:spLocks noChangeArrowheads="1"/>
              </p:cNvSpPr>
              <p:nvPr/>
            </p:nvSpPr>
            <p:spPr bwMode="auto">
              <a:xfrm>
                <a:off x="5738813" y="5293043"/>
                <a:ext cx="168275" cy="150813"/>
              </a:xfrm>
              <a:prstGeom prst="ellipse">
                <a:avLst/>
              </a:pr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" name="Rectangle 264"/>
              <p:cNvSpPr>
                <a:spLocks noChangeArrowheads="1"/>
              </p:cNvSpPr>
              <p:nvPr/>
            </p:nvSpPr>
            <p:spPr bwMode="auto">
              <a:xfrm>
                <a:off x="5743575" y="5256531"/>
                <a:ext cx="12700" cy="52388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9" name="Freeform 265"/>
              <p:cNvSpPr>
                <a:spLocks/>
              </p:cNvSpPr>
              <p:nvPr/>
            </p:nvSpPr>
            <p:spPr bwMode="auto">
              <a:xfrm>
                <a:off x="5716588" y="5256531"/>
                <a:ext cx="36513" cy="14288"/>
              </a:xfrm>
              <a:custGeom>
                <a:avLst/>
                <a:gdLst>
                  <a:gd name="T0" fmla="*/ 0 w 15"/>
                  <a:gd name="T1" fmla="*/ 3 h 6"/>
                  <a:gd name="T2" fmla="*/ 3 w 15"/>
                  <a:gd name="T3" fmla="*/ 6 h 6"/>
                  <a:gd name="T4" fmla="*/ 13 w 15"/>
                  <a:gd name="T5" fmla="*/ 6 h 6"/>
                  <a:gd name="T6" fmla="*/ 15 w 15"/>
                  <a:gd name="T7" fmla="*/ 3 h 6"/>
                  <a:gd name="T8" fmla="*/ 13 w 15"/>
                  <a:gd name="T9" fmla="*/ 0 h 6"/>
                  <a:gd name="T10" fmla="*/ 3 w 15"/>
                  <a:gd name="T11" fmla="*/ 0 h 6"/>
                  <a:gd name="T12" fmla="*/ 0 w 15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0" y="3"/>
                    </a:moveTo>
                    <a:cubicBezTo>
                      <a:pt x="0" y="5"/>
                      <a:pt x="2" y="6"/>
                      <a:pt x="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3"/>
                    </a:cubicBezTo>
                    <a:cubicBezTo>
                      <a:pt x="15" y="2"/>
                      <a:pt x="14" y="0"/>
                      <a:pt x="1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0" name="Freeform 266"/>
              <p:cNvSpPr>
                <a:spLocks/>
              </p:cNvSpPr>
              <p:nvPr/>
            </p:nvSpPr>
            <p:spPr bwMode="auto">
              <a:xfrm>
                <a:off x="5724525" y="5283518"/>
                <a:ext cx="109538" cy="109538"/>
              </a:xfrm>
              <a:custGeom>
                <a:avLst/>
                <a:gdLst>
                  <a:gd name="T0" fmla="*/ 46 w 46"/>
                  <a:gd name="T1" fmla="*/ 31 h 46"/>
                  <a:gd name="T2" fmla="*/ 32 w 46"/>
                  <a:gd name="T3" fmla="*/ 46 h 46"/>
                  <a:gd name="T4" fmla="*/ 15 w 46"/>
                  <a:gd name="T5" fmla="*/ 46 h 46"/>
                  <a:gd name="T6" fmla="*/ 0 w 46"/>
                  <a:gd name="T7" fmla="*/ 31 h 46"/>
                  <a:gd name="T8" fmla="*/ 0 w 46"/>
                  <a:gd name="T9" fmla="*/ 15 h 46"/>
                  <a:gd name="T10" fmla="*/ 15 w 46"/>
                  <a:gd name="T11" fmla="*/ 0 h 46"/>
                  <a:gd name="T12" fmla="*/ 32 w 46"/>
                  <a:gd name="T13" fmla="*/ 0 h 46"/>
                  <a:gd name="T14" fmla="*/ 46 w 46"/>
                  <a:gd name="T15" fmla="*/ 15 h 46"/>
                  <a:gd name="T16" fmla="*/ 46 w 46"/>
                  <a:gd name="T17" fmla="*/ 3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46">
                    <a:moveTo>
                      <a:pt x="46" y="31"/>
                    </a:moveTo>
                    <a:cubicBezTo>
                      <a:pt x="46" y="39"/>
                      <a:pt x="40" y="46"/>
                      <a:pt x="32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7" y="46"/>
                      <a:pt x="0" y="39"/>
                      <a:pt x="0" y="3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40" y="0"/>
                      <a:pt x="46" y="7"/>
                      <a:pt x="46" y="15"/>
                    </a:cubicBezTo>
                    <a:lnTo>
                      <a:pt x="46" y="31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" name="Freeform 267"/>
              <p:cNvSpPr>
                <a:spLocks/>
              </p:cNvSpPr>
              <p:nvPr/>
            </p:nvSpPr>
            <p:spPr bwMode="auto">
              <a:xfrm>
                <a:off x="5780088" y="5283518"/>
                <a:ext cx="53975" cy="109538"/>
              </a:xfrm>
              <a:custGeom>
                <a:avLst/>
                <a:gdLst>
                  <a:gd name="T0" fmla="*/ 9 w 23"/>
                  <a:gd name="T1" fmla="*/ 0 h 46"/>
                  <a:gd name="T2" fmla="*/ 0 w 23"/>
                  <a:gd name="T3" fmla="*/ 0 h 46"/>
                  <a:gd name="T4" fmla="*/ 0 w 23"/>
                  <a:gd name="T5" fmla="*/ 46 h 46"/>
                  <a:gd name="T6" fmla="*/ 9 w 23"/>
                  <a:gd name="T7" fmla="*/ 46 h 46"/>
                  <a:gd name="T8" fmla="*/ 23 w 23"/>
                  <a:gd name="T9" fmla="*/ 31 h 46"/>
                  <a:gd name="T10" fmla="*/ 23 w 23"/>
                  <a:gd name="T11" fmla="*/ 15 h 46"/>
                  <a:gd name="T12" fmla="*/ 9 w 23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46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7" y="46"/>
                      <a:pt x="23" y="39"/>
                      <a:pt x="23" y="31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7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" name="Rectangle 268"/>
              <p:cNvSpPr>
                <a:spLocks noChangeArrowheads="1"/>
              </p:cNvSpPr>
              <p:nvPr/>
            </p:nvSpPr>
            <p:spPr bwMode="auto">
              <a:xfrm>
                <a:off x="5805488" y="5256531"/>
                <a:ext cx="12700" cy="523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3" name="Freeform 269"/>
              <p:cNvSpPr>
                <a:spLocks/>
              </p:cNvSpPr>
              <p:nvPr/>
            </p:nvSpPr>
            <p:spPr bwMode="auto">
              <a:xfrm>
                <a:off x="5805488" y="5256531"/>
                <a:ext cx="38100" cy="14288"/>
              </a:xfrm>
              <a:custGeom>
                <a:avLst/>
                <a:gdLst>
                  <a:gd name="T0" fmla="*/ 16 w 16"/>
                  <a:gd name="T1" fmla="*/ 3 h 6"/>
                  <a:gd name="T2" fmla="*/ 13 w 16"/>
                  <a:gd name="T3" fmla="*/ 6 h 6"/>
                  <a:gd name="T4" fmla="*/ 3 w 16"/>
                  <a:gd name="T5" fmla="*/ 6 h 6"/>
                  <a:gd name="T6" fmla="*/ 0 w 16"/>
                  <a:gd name="T7" fmla="*/ 3 h 6"/>
                  <a:gd name="T8" fmla="*/ 3 w 16"/>
                  <a:gd name="T9" fmla="*/ 0 h 6"/>
                  <a:gd name="T10" fmla="*/ 13 w 16"/>
                  <a:gd name="T11" fmla="*/ 0 h 6"/>
                  <a:gd name="T12" fmla="*/ 16 w 1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6" y="3"/>
                    </a:moveTo>
                    <a:cubicBezTo>
                      <a:pt x="16" y="5"/>
                      <a:pt x="14" y="6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6" y="2"/>
                      <a:pt x="16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4" name="Freeform 270"/>
              <p:cNvSpPr>
                <a:spLocks/>
              </p:cNvSpPr>
              <p:nvPr/>
            </p:nvSpPr>
            <p:spPr bwMode="auto">
              <a:xfrm>
                <a:off x="5724525" y="5327968"/>
                <a:ext cx="109538" cy="65088"/>
              </a:xfrm>
              <a:custGeom>
                <a:avLst/>
                <a:gdLst>
                  <a:gd name="T0" fmla="*/ 46 w 46"/>
                  <a:gd name="T1" fmla="*/ 11 h 27"/>
                  <a:gd name="T2" fmla="*/ 23 w 46"/>
                  <a:gd name="T3" fmla="*/ 0 h 27"/>
                  <a:gd name="T4" fmla="*/ 0 w 46"/>
                  <a:gd name="T5" fmla="*/ 11 h 27"/>
                  <a:gd name="T6" fmla="*/ 0 w 46"/>
                  <a:gd name="T7" fmla="*/ 12 h 27"/>
                  <a:gd name="T8" fmla="*/ 15 w 46"/>
                  <a:gd name="T9" fmla="*/ 27 h 27"/>
                  <a:gd name="T10" fmla="*/ 32 w 46"/>
                  <a:gd name="T11" fmla="*/ 27 h 27"/>
                  <a:gd name="T12" fmla="*/ 46 w 46"/>
                  <a:gd name="T13" fmla="*/ 12 h 27"/>
                  <a:gd name="T14" fmla="*/ 46 w 46"/>
                  <a:gd name="T1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27">
                    <a:moveTo>
                      <a:pt x="46" y="11"/>
                    </a:moveTo>
                    <a:cubicBezTo>
                      <a:pt x="42" y="5"/>
                      <a:pt x="34" y="0"/>
                      <a:pt x="23" y="0"/>
                    </a:cubicBezTo>
                    <a:cubicBezTo>
                      <a:pt x="13" y="0"/>
                      <a:pt x="5" y="5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7" y="27"/>
                      <a:pt x="15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40" y="27"/>
                      <a:pt x="46" y="20"/>
                      <a:pt x="46" y="12"/>
                    </a:cubicBezTo>
                    <a:lnTo>
                      <a:pt x="4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5" name="Freeform 271"/>
              <p:cNvSpPr>
                <a:spLocks/>
              </p:cNvSpPr>
              <p:nvPr/>
            </p:nvSpPr>
            <p:spPr bwMode="auto">
              <a:xfrm>
                <a:off x="5780088" y="5327968"/>
                <a:ext cx="53975" cy="65088"/>
              </a:xfrm>
              <a:custGeom>
                <a:avLst/>
                <a:gdLst>
                  <a:gd name="T0" fmla="*/ 0 w 23"/>
                  <a:gd name="T1" fmla="*/ 0 h 27"/>
                  <a:gd name="T2" fmla="*/ 0 w 23"/>
                  <a:gd name="T3" fmla="*/ 0 h 27"/>
                  <a:gd name="T4" fmla="*/ 0 w 23"/>
                  <a:gd name="T5" fmla="*/ 27 h 27"/>
                  <a:gd name="T6" fmla="*/ 9 w 23"/>
                  <a:gd name="T7" fmla="*/ 27 h 27"/>
                  <a:gd name="T8" fmla="*/ 23 w 23"/>
                  <a:gd name="T9" fmla="*/ 12 h 27"/>
                  <a:gd name="T10" fmla="*/ 23 w 23"/>
                  <a:gd name="T11" fmla="*/ 11 h 27"/>
                  <a:gd name="T12" fmla="*/ 0 w 2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7" y="27"/>
                      <a:pt x="23" y="20"/>
                      <a:pt x="23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5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6" name="Oval 272"/>
              <p:cNvSpPr>
                <a:spLocks noChangeArrowheads="1"/>
              </p:cNvSpPr>
              <p:nvPr/>
            </p:nvSpPr>
            <p:spPr bwMode="auto">
              <a:xfrm>
                <a:off x="5756275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" name="Oval 273"/>
              <p:cNvSpPr>
                <a:spLocks noChangeArrowheads="1"/>
              </p:cNvSpPr>
              <p:nvPr/>
            </p:nvSpPr>
            <p:spPr bwMode="auto">
              <a:xfrm>
                <a:off x="5791200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" name="Oval 274"/>
              <p:cNvSpPr>
                <a:spLocks noChangeArrowheads="1"/>
              </p:cNvSpPr>
              <p:nvPr/>
            </p:nvSpPr>
            <p:spPr bwMode="auto">
              <a:xfrm>
                <a:off x="5767388" y="5335906"/>
                <a:ext cx="23813" cy="17463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9" name="Freeform 275"/>
              <p:cNvSpPr>
                <a:spLocks/>
              </p:cNvSpPr>
              <p:nvPr/>
            </p:nvSpPr>
            <p:spPr bwMode="auto">
              <a:xfrm>
                <a:off x="5767388" y="5369243"/>
                <a:ext cx="26988" cy="9525"/>
              </a:xfrm>
              <a:custGeom>
                <a:avLst/>
                <a:gdLst>
                  <a:gd name="T0" fmla="*/ 5 w 11"/>
                  <a:gd name="T1" fmla="*/ 4 h 4"/>
                  <a:gd name="T2" fmla="*/ 0 w 11"/>
                  <a:gd name="T3" fmla="*/ 0 h 4"/>
                  <a:gd name="T4" fmla="*/ 1 w 11"/>
                  <a:gd name="T5" fmla="*/ 0 h 4"/>
                  <a:gd name="T6" fmla="*/ 5 w 11"/>
                  <a:gd name="T7" fmla="*/ 2 h 4"/>
                  <a:gd name="T8" fmla="*/ 10 w 11"/>
                  <a:gd name="T9" fmla="*/ 0 h 4"/>
                  <a:gd name="T10" fmla="*/ 11 w 11"/>
                  <a:gd name="T11" fmla="*/ 0 h 4"/>
                  <a:gd name="T12" fmla="*/ 5 w 1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5" y="4"/>
                    </a:moveTo>
                    <a:cubicBezTo>
                      <a:pt x="2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3" y="2"/>
                      <a:pt x="5" y="2"/>
                    </a:cubicBezTo>
                    <a:cubicBezTo>
                      <a:pt x="8" y="2"/>
                      <a:pt x="10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9" y="4"/>
                      <a:pt x="5" y="4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" name="Freeform 276"/>
              <p:cNvSpPr>
                <a:spLocks/>
              </p:cNvSpPr>
              <p:nvPr/>
            </p:nvSpPr>
            <p:spPr bwMode="auto">
              <a:xfrm>
                <a:off x="6337300" y="5088256"/>
                <a:ext cx="33338" cy="87313"/>
              </a:xfrm>
              <a:custGeom>
                <a:avLst/>
                <a:gdLst>
                  <a:gd name="T0" fmla="*/ 5 w 21"/>
                  <a:gd name="T1" fmla="*/ 0 h 55"/>
                  <a:gd name="T2" fmla="*/ 0 w 21"/>
                  <a:gd name="T3" fmla="*/ 55 h 55"/>
                  <a:gd name="T4" fmla="*/ 21 w 21"/>
                  <a:gd name="T5" fmla="*/ 55 h 55"/>
                  <a:gd name="T6" fmla="*/ 17 w 21"/>
                  <a:gd name="T7" fmla="*/ 0 h 55"/>
                  <a:gd name="T8" fmla="*/ 5 w 2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5">
                    <a:moveTo>
                      <a:pt x="5" y="0"/>
                    </a:moveTo>
                    <a:lnTo>
                      <a:pt x="0" y="55"/>
                    </a:lnTo>
                    <a:lnTo>
                      <a:pt x="21" y="55"/>
                    </a:lnTo>
                    <a:lnTo>
                      <a:pt x="1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1" name="Freeform 277"/>
              <p:cNvSpPr>
                <a:spLocks/>
              </p:cNvSpPr>
              <p:nvPr/>
            </p:nvSpPr>
            <p:spPr bwMode="auto">
              <a:xfrm>
                <a:off x="6354763" y="5088256"/>
                <a:ext cx="15875" cy="87313"/>
              </a:xfrm>
              <a:custGeom>
                <a:avLst/>
                <a:gdLst>
                  <a:gd name="T0" fmla="*/ 0 w 10"/>
                  <a:gd name="T1" fmla="*/ 0 h 55"/>
                  <a:gd name="T2" fmla="*/ 0 w 10"/>
                  <a:gd name="T3" fmla="*/ 55 h 55"/>
                  <a:gd name="T4" fmla="*/ 10 w 10"/>
                  <a:gd name="T5" fmla="*/ 55 h 55"/>
                  <a:gd name="T6" fmla="*/ 6 w 10"/>
                  <a:gd name="T7" fmla="*/ 0 h 55"/>
                  <a:gd name="T8" fmla="*/ 0 w 10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5">
                    <a:moveTo>
                      <a:pt x="0" y="0"/>
                    </a:moveTo>
                    <a:lnTo>
                      <a:pt x="0" y="55"/>
                    </a:lnTo>
                    <a:lnTo>
                      <a:pt x="10" y="55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" name="Freeform 278"/>
              <p:cNvSpPr>
                <a:spLocks/>
              </p:cNvSpPr>
              <p:nvPr/>
            </p:nvSpPr>
            <p:spPr bwMode="auto">
              <a:xfrm>
                <a:off x="6265863" y="4731068"/>
                <a:ext cx="177800" cy="384175"/>
              </a:xfrm>
              <a:custGeom>
                <a:avLst/>
                <a:gdLst>
                  <a:gd name="T0" fmla="*/ 0 w 112"/>
                  <a:gd name="T1" fmla="*/ 242 h 242"/>
                  <a:gd name="T2" fmla="*/ 56 w 112"/>
                  <a:gd name="T3" fmla="*/ 0 h 242"/>
                  <a:gd name="T4" fmla="*/ 112 w 112"/>
                  <a:gd name="T5" fmla="*/ 242 h 242"/>
                  <a:gd name="T6" fmla="*/ 0 w 112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2">
                    <a:moveTo>
                      <a:pt x="0" y="242"/>
                    </a:moveTo>
                    <a:lnTo>
                      <a:pt x="56" y="0"/>
                    </a:lnTo>
                    <a:lnTo>
                      <a:pt x="112" y="242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" name="Freeform 279"/>
              <p:cNvSpPr>
                <a:spLocks/>
              </p:cNvSpPr>
              <p:nvPr/>
            </p:nvSpPr>
            <p:spPr bwMode="auto">
              <a:xfrm>
                <a:off x="6354763" y="4731068"/>
                <a:ext cx="88900" cy="384175"/>
              </a:xfrm>
              <a:custGeom>
                <a:avLst/>
                <a:gdLst>
                  <a:gd name="T0" fmla="*/ 56 w 56"/>
                  <a:gd name="T1" fmla="*/ 242 h 242"/>
                  <a:gd name="T2" fmla="*/ 0 w 56"/>
                  <a:gd name="T3" fmla="*/ 0 h 242"/>
                  <a:gd name="T4" fmla="*/ 0 w 56"/>
                  <a:gd name="T5" fmla="*/ 242 h 242"/>
                  <a:gd name="T6" fmla="*/ 56 w 56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2">
                    <a:moveTo>
                      <a:pt x="56" y="242"/>
                    </a:moveTo>
                    <a:lnTo>
                      <a:pt x="0" y="0"/>
                    </a:lnTo>
                    <a:lnTo>
                      <a:pt x="0" y="242"/>
                    </a:lnTo>
                    <a:lnTo>
                      <a:pt x="56" y="242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" name="Freeform 284"/>
              <p:cNvSpPr>
                <a:spLocks/>
              </p:cNvSpPr>
              <p:nvPr/>
            </p:nvSpPr>
            <p:spPr bwMode="auto">
              <a:xfrm>
                <a:off x="3786188" y="3403918"/>
                <a:ext cx="588963" cy="320675"/>
              </a:xfrm>
              <a:custGeom>
                <a:avLst/>
                <a:gdLst>
                  <a:gd name="T0" fmla="*/ 22 w 246"/>
                  <a:gd name="T1" fmla="*/ 134 h 134"/>
                  <a:gd name="T2" fmla="*/ 211 w 246"/>
                  <a:gd name="T3" fmla="*/ 134 h 134"/>
                  <a:gd name="T4" fmla="*/ 246 w 246"/>
                  <a:gd name="T5" fmla="*/ 105 h 134"/>
                  <a:gd name="T6" fmla="*/ 212 w 246"/>
                  <a:gd name="T7" fmla="*/ 64 h 134"/>
                  <a:gd name="T8" fmla="*/ 195 w 246"/>
                  <a:gd name="T9" fmla="*/ 36 h 134"/>
                  <a:gd name="T10" fmla="*/ 153 w 246"/>
                  <a:gd name="T11" fmla="*/ 32 h 134"/>
                  <a:gd name="T12" fmla="*/ 112 w 246"/>
                  <a:gd name="T13" fmla="*/ 0 h 134"/>
                  <a:gd name="T14" fmla="*/ 72 w 246"/>
                  <a:gd name="T15" fmla="*/ 34 h 134"/>
                  <a:gd name="T16" fmla="*/ 34 w 246"/>
                  <a:gd name="T17" fmla="*/ 44 h 134"/>
                  <a:gd name="T18" fmla="*/ 25 w 246"/>
                  <a:gd name="T19" fmla="*/ 79 h 134"/>
                  <a:gd name="T20" fmla="*/ 0 w 246"/>
                  <a:gd name="T21" fmla="*/ 112 h 134"/>
                  <a:gd name="T22" fmla="*/ 22 w 246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6" h="134">
                    <a:moveTo>
                      <a:pt x="22" y="134"/>
                    </a:moveTo>
                    <a:cubicBezTo>
                      <a:pt x="45" y="134"/>
                      <a:pt x="128" y="134"/>
                      <a:pt x="211" y="134"/>
                    </a:cubicBezTo>
                    <a:cubicBezTo>
                      <a:pt x="227" y="134"/>
                      <a:pt x="246" y="121"/>
                      <a:pt x="246" y="105"/>
                    </a:cubicBezTo>
                    <a:cubicBezTo>
                      <a:pt x="246" y="69"/>
                      <a:pt x="212" y="64"/>
                      <a:pt x="212" y="64"/>
                    </a:cubicBezTo>
                    <a:cubicBezTo>
                      <a:pt x="212" y="64"/>
                      <a:pt x="215" y="45"/>
                      <a:pt x="195" y="36"/>
                    </a:cubicBezTo>
                    <a:cubicBezTo>
                      <a:pt x="175" y="26"/>
                      <a:pt x="153" y="32"/>
                      <a:pt x="153" y="32"/>
                    </a:cubicBezTo>
                    <a:cubicBezTo>
                      <a:pt x="153" y="32"/>
                      <a:pt x="150" y="0"/>
                      <a:pt x="112" y="0"/>
                    </a:cubicBezTo>
                    <a:cubicBezTo>
                      <a:pt x="74" y="0"/>
                      <a:pt x="72" y="34"/>
                      <a:pt x="72" y="34"/>
                    </a:cubicBezTo>
                    <a:cubicBezTo>
                      <a:pt x="72" y="34"/>
                      <a:pt x="53" y="26"/>
                      <a:pt x="34" y="44"/>
                    </a:cubicBezTo>
                    <a:cubicBezTo>
                      <a:pt x="15" y="63"/>
                      <a:pt x="25" y="79"/>
                      <a:pt x="25" y="79"/>
                    </a:cubicBezTo>
                    <a:cubicBezTo>
                      <a:pt x="25" y="79"/>
                      <a:pt x="0" y="87"/>
                      <a:pt x="0" y="112"/>
                    </a:cubicBezTo>
                    <a:cubicBezTo>
                      <a:pt x="0" y="120"/>
                      <a:pt x="8" y="134"/>
                      <a:pt x="22" y="13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" name="Freeform 285"/>
              <p:cNvSpPr>
                <a:spLocks/>
              </p:cNvSpPr>
              <p:nvPr/>
            </p:nvSpPr>
            <p:spPr bwMode="auto">
              <a:xfrm>
                <a:off x="4081463" y="3405506"/>
                <a:ext cx="293688" cy="319088"/>
              </a:xfrm>
              <a:custGeom>
                <a:avLst/>
                <a:gdLst>
                  <a:gd name="T0" fmla="*/ 89 w 123"/>
                  <a:gd name="T1" fmla="*/ 63 h 133"/>
                  <a:gd name="T2" fmla="*/ 72 w 123"/>
                  <a:gd name="T3" fmla="*/ 35 h 133"/>
                  <a:gd name="T4" fmla="*/ 30 w 123"/>
                  <a:gd name="T5" fmla="*/ 31 h 133"/>
                  <a:gd name="T6" fmla="*/ 0 w 123"/>
                  <a:gd name="T7" fmla="*/ 0 h 133"/>
                  <a:gd name="T8" fmla="*/ 0 w 123"/>
                  <a:gd name="T9" fmla="*/ 133 h 133"/>
                  <a:gd name="T10" fmla="*/ 88 w 123"/>
                  <a:gd name="T11" fmla="*/ 133 h 133"/>
                  <a:gd name="T12" fmla="*/ 123 w 123"/>
                  <a:gd name="T13" fmla="*/ 104 h 133"/>
                  <a:gd name="T14" fmla="*/ 89 w 123"/>
                  <a:gd name="T15" fmla="*/ 6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3" h="133">
                    <a:moveTo>
                      <a:pt x="89" y="63"/>
                    </a:moveTo>
                    <a:cubicBezTo>
                      <a:pt x="89" y="63"/>
                      <a:pt x="92" y="44"/>
                      <a:pt x="72" y="35"/>
                    </a:cubicBezTo>
                    <a:cubicBezTo>
                      <a:pt x="52" y="25"/>
                      <a:pt x="30" y="31"/>
                      <a:pt x="30" y="31"/>
                    </a:cubicBezTo>
                    <a:cubicBezTo>
                      <a:pt x="30" y="31"/>
                      <a:pt x="28" y="6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27" y="133"/>
                      <a:pt x="58" y="133"/>
                      <a:pt x="88" y="133"/>
                    </a:cubicBezTo>
                    <a:cubicBezTo>
                      <a:pt x="104" y="133"/>
                      <a:pt x="123" y="120"/>
                      <a:pt x="123" y="104"/>
                    </a:cubicBezTo>
                    <a:cubicBezTo>
                      <a:pt x="123" y="68"/>
                      <a:pt x="89" y="63"/>
                      <a:pt x="89" y="63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" name="Rectangle 288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" name="Rectangle 289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4" name="Freeform 290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" name="Freeform 291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" name="Rectangle 292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" name="Rectangle 293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" name="Rectangle 294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" name="Rectangle 295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0" name="Freeform 296"/>
              <p:cNvSpPr>
                <a:spLocks/>
              </p:cNvSpPr>
              <p:nvPr/>
            </p:nvSpPr>
            <p:spPr bwMode="auto">
              <a:xfrm>
                <a:off x="4292600" y="4888231"/>
                <a:ext cx="842963" cy="269875"/>
              </a:xfrm>
              <a:custGeom>
                <a:avLst/>
                <a:gdLst>
                  <a:gd name="T0" fmla="*/ 0 w 531"/>
                  <a:gd name="T1" fmla="*/ 0 h 170"/>
                  <a:gd name="T2" fmla="*/ 0 w 531"/>
                  <a:gd name="T3" fmla="*/ 170 h 170"/>
                  <a:gd name="T4" fmla="*/ 531 w 531"/>
                  <a:gd name="T5" fmla="*/ 170 h 170"/>
                  <a:gd name="T6" fmla="*/ 531 w 531"/>
                  <a:gd name="T7" fmla="*/ 117 h 170"/>
                  <a:gd name="T8" fmla="*/ 0 w 531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1" h="170">
                    <a:moveTo>
                      <a:pt x="0" y="0"/>
                    </a:moveTo>
                    <a:lnTo>
                      <a:pt x="0" y="170"/>
                    </a:lnTo>
                    <a:lnTo>
                      <a:pt x="531" y="170"/>
                    </a:lnTo>
                    <a:lnTo>
                      <a:pt x="531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1" name="Rectangle 297"/>
              <p:cNvSpPr>
                <a:spLocks noChangeArrowheads="1"/>
              </p:cNvSpPr>
              <p:nvPr/>
            </p:nvSpPr>
            <p:spPr bwMode="auto">
              <a:xfrm>
                <a:off x="4418013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" name="Rectangle 298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3" name="Rectangle 299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4" name="Rectangle 300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5" name="Rectangle 301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6" name="Freeform 302"/>
              <p:cNvSpPr>
                <a:spLocks/>
              </p:cNvSpPr>
              <p:nvPr/>
            </p:nvSpPr>
            <p:spPr bwMode="auto">
              <a:xfrm>
                <a:off x="3973513" y="5218431"/>
                <a:ext cx="363538" cy="85725"/>
              </a:xfrm>
              <a:custGeom>
                <a:avLst/>
                <a:gdLst>
                  <a:gd name="T0" fmla="*/ 41 w 229"/>
                  <a:gd name="T1" fmla="*/ 0 h 54"/>
                  <a:gd name="T2" fmla="*/ 0 w 229"/>
                  <a:gd name="T3" fmla="*/ 54 h 54"/>
                  <a:gd name="T4" fmla="*/ 105 w 229"/>
                  <a:gd name="T5" fmla="*/ 54 h 54"/>
                  <a:gd name="T6" fmla="*/ 220 w 229"/>
                  <a:gd name="T7" fmla="*/ 54 h 54"/>
                  <a:gd name="T8" fmla="*/ 229 w 229"/>
                  <a:gd name="T9" fmla="*/ 54 h 54"/>
                  <a:gd name="T10" fmla="*/ 229 w 229"/>
                  <a:gd name="T11" fmla="*/ 0 h 54"/>
                  <a:gd name="T12" fmla="*/ 41 w 229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9" h="54">
                    <a:moveTo>
                      <a:pt x="41" y="0"/>
                    </a:moveTo>
                    <a:lnTo>
                      <a:pt x="0" y="54"/>
                    </a:lnTo>
                    <a:lnTo>
                      <a:pt x="105" y="54"/>
                    </a:lnTo>
                    <a:lnTo>
                      <a:pt x="220" y="54"/>
                    </a:lnTo>
                    <a:lnTo>
                      <a:pt x="229" y="54"/>
                    </a:lnTo>
                    <a:lnTo>
                      <a:pt x="229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7" name="Rectangle 303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8" name="Rectangle 304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" name="Freeform 305"/>
              <p:cNvSpPr>
                <a:spLocks/>
              </p:cNvSpPr>
              <p:nvPr/>
            </p:nvSpPr>
            <p:spPr bwMode="auto">
              <a:xfrm>
                <a:off x="4292600" y="4975543"/>
                <a:ext cx="820738" cy="182563"/>
              </a:xfrm>
              <a:custGeom>
                <a:avLst/>
                <a:gdLst>
                  <a:gd name="T0" fmla="*/ 0 w 517"/>
                  <a:gd name="T1" fmla="*/ 0 h 115"/>
                  <a:gd name="T2" fmla="*/ 0 w 517"/>
                  <a:gd name="T3" fmla="*/ 115 h 115"/>
                  <a:gd name="T4" fmla="*/ 517 w 517"/>
                  <a:gd name="T5" fmla="*/ 115 h 115"/>
                  <a:gd name="T6" fmla="*/ 0 w 517"/>
                  <a:gd name="T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7" h="115">
                    <a:moveTo>
                      <a:pt x="0" y="0"/>
                    </a:moveTo>
                    <a:lnTo>
                      <a:pt x="0" y="115"/>
                    </a:lnTo>
                    <a:lnTo>
                      <a:pt x="517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" name="Rectangle 306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" name="Rectangle 307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2" name="Rectangle 308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3" name="Rectangle 309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4" name="Freeform 310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close/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5" name="Freeform 311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" name="Freeform 312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7" name="Freeform 313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8" name="Rectangle 314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9" name="Rectangle 315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0" name="Rectangle 316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1" name="Rectangle 317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2" name="Freeform 318"/>
              <p:cNvSpPr>
                <a:spLocks/>
              </p:cNvSpPr>
              <p:nvPr/>
            </p:nvSpPr>
            <p:spPr bwMode="auto">
              <a:xfrm>
                <a:off x="6788150" y="5396231"/>
                <a:ext cx="133350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3" name="Freeform 319"/>
              <p:cNvSpPr>
                <a:spLocks/>
              </p:cNvSpPr>
              <p:nvPr/>
            </p:nvSpPr>
            <p:spPr bwMode="auto">
              <a:xfrm>
                <a:off x="8007350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4" name="Freeform 320"/>
              <p:cNvSpPr>
                <a:spLocks/>
              </p:cNvSpPr>
              <p:nvPr/>
            </p:nvSpPr>
            <p:spPr bwMode="auto">
              <a:xfrm>
                <a:off x="8120063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5" name="Freeform 321"/>
              <p:cNvSpPr>
                <a:spLocks/>
              </p:cNvSpPr>
              <p:nvPr/>
            </p:nvSpPr>
            <p:spPr bwMode="auto">
              <a:xfrm>
                <a:off x="5208588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3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4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6" name="Freeform 322"/>
              <p:cNvSpPr>
                <a:spLocks/>
              </p:cNvSpPr>
              <p:nvPr/>
            </p:nvSpPr>
            <p:spPr bwMode="auto">
              <a:xfrm>
                <a:off x="5375275" y="5410518"/>
                <a:ext cx="101600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7" name="Freeform 323"/>
              <p:cNvSpPr>
                <a:spLocks/>
              </p:cNvSpPr>
              <p:nvPr/>
            </p:nvSpPr>
            <p:spPr bwMode="auto">
              <a:xfrm>
                <a:off x="3019425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8" name="Freeform 324"/>
              <p:cNvSpPr>
                <a:spLocks/>
              </p:cNvSpPr>
              <p:nvPr/>
            </p:nvSpPr>
            <p:spPr bwMode="auto">
              <a:xfrm>
                <a:off x="3848100" y="5415281"/>
                <a:ext cx="96838" cy="47625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20 h 20"/>
                  <a:gd name="T4" fmla="*/ 40 w 40"/>
                  <a:gd name="T5" fmla="*/ 20 h 20"/>
                  <a:gd name="T6" fmla="*/ 20 w 4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9" name="Freeform 325"/>
              <p:cNvSpPr>
                <a:spLocks/>
              </p:cNvSpPr>
              <p:nvPr/>
            </p:nvSpPr>
            <p:spPr bwMode="auto">
              <a:xfrm>
                <a:off x="8975725" y="5415281"/>
                <a:ext cx="92075" cy="47625"/>
              </a:xfrm>
              <a:custGeom>
                <a:avLst/>
                <a:gdLst>
                  <a:gd name="T0" fmla="*/ 20 w 39"/>
                  <a:gd name="T1" fmla="*/ 0 h 20"/>
                  <a:gd name="T2" fmla="*/ 0 w 39"/>
                  <a:gd name="T3" fmla="*/ 20 h 20"/>
                  <a:gd name="T4" fmla="*/ 39 w 39"/>
                  <a:gd name="T5" fmla="*/ 20 h 20"/>
                  <a:gd name="T6" fmla="*/ 20 w 39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0" name="Freeform 326"/>
              <p:cNvSpPr>
                <a:spLocks/>
              </p:cNvSpPr>
              <p:nvPr/>
            </p:nvSpPr>
            <p:spPr bwMode="auto">
              <a:xfrm>
                <a:off x="1908175" y="5462906"/>
                <a:ext cx="8375650" cy="341313"/>
              </a:xfrm>
              <a:custGeom>
                <a:avLst/>
                <a:gdLst>
                  <a:gd name="T0" fmla="*/ 3496 w 3496"/>
                  <a:gd name="T1" fmla="*/ 71 h 142"/>
                  <a:gd name="T2" fmla="*/ 3414 w 3496"/>
                  <a:gd name="T3" fmla="*/ 142 h 142"/>
                  <a:gd name="T4" fmla="*/ 82 w 3496"/>
                  <a:gd name="T5" fmla="*/ 142 h 142"/>
                  <a:gd name="T6" fmla="*/ 0 w 3496"/>
                  <a:gd name="T7" fmla="*/ 71 h 142"/>
                  <a:gd name="T8" fmla="*/ 82 w 3496"/>
                  <a:gd name="T9" fmla="*/ 0 h 142"/>
                  <a:gd name="T10" fmla="*/ 3414 w 3496"/>
                  <a:gd name="T11" fmla="*/ 0 h 142"/>
                  <a:gd name="T12" fmla="*/ 3496 w 3496"/>
                  <a:gd name="T13" fmla="*/ 7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96" h="142">
                    <a:moveTo>
                      <a:pt x="3496" y="71"/>
                    </a:moveTo>
                    <a:cubicBezTo>
                      <a:pt x="3496" y="110"/>
                      <a:pt x="3459" y="142"/>
                      <a:pt x="3414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37" y="142"/>
                      <a:pt x="0" y="110"/>
                      <a:pt x="0" y="71"/>
                    </a:cubicBezTo>
                    <a:cubicBezTo>
                      <a:pt x="0" y="32"/>
                      <a:pt x="37" y="0"/>
                      <a:pt x="82" y="0"/>
                    </a:cubicBezTo>
                    <a:cubicBezTo>
                      <a:pt x="3414" y="0"/>
                      <a:pt x="3414" y="0"/>
                      <a:pt x="3414" y="0"/>
                    </a:cubicBezTo>
                    <a:cubicBezTo>
                      <a:pt x="3459" y="0"/>
                      <a:pt x="3496" y="32"/>
                      <a:pt x="3496" y="71"/>
                    </a:cubicBezTo>
                    <a:close/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1" name="Freeform 327"/>
              <p:cNvSpPr>
                <a:spLocks/>
              </p:cNvSpPr>
              <p:nvPr/>
            </p:nvSpPr>
            <p:spPr bwMode="auto">
              <a:xfrm>
                <a:off x="1908175" y="5632768"/>
                <a:ext cx="8375650" cy="171450"/>
              </a:xfrm>
              <a:custGeom>
                <a:avLst/>
                <a:gdLst>
                  <a:gd name="T0" fmla="*/ 82 w 3496"/>
                  <a:gd name="T1" fmla="*/ 71 h 71"/>
                  <a:gd name="T2" fmla="*/ 3414 w 3496"/>
                  <a:gd name="T3" fmla="*/ 71 h 71"/>
                  <a:gd name="T4" fmla="*/ 3496 w 3496"/>
                  <a:gd name="T5" fmla="*/ 0 h 71"/>
                  <a:gd name="T6" fmla="*/ 0 w 3496"/>
                  <a:gd name="T7" fmla="*/ 0 h 71"/>
                  <a:gd name="T8" fmla="*/ 82 w 349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96" h="71">
                    <a:moveTo>
                      <a:pt x="82" y="71"/>
                    </a:moveTo>
                    <a:cubicBezTo>
                      <a:pt x="3414" y="71"/>
                      <a:pt x="3414" y="71"/>
                      <a:pt x="3414" y="71"/>
                    </a:cubicBezTo>
                    <a:cubicBezTo>
                      <a:pt x="3459" y="71"/>
                      <a:pt x="3496" y="39"/>
                      <a:pt x="349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9"/>
                      <a:pt x="37" y="71"/>
                      <a:pt x="82" y="71"/>
                    </a:cubicBez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2" name="Freeform 328"/>
              <p:cNvSpPr>
                <a:spLocks/>
              </p:cNvSpPr>
              <p:nvPr/>
            </p:nvSpPr>
            <p:spPr bwMode="auto">
              <a:xfrm>
                <a:off x="2684463" y="6074093"/>
                <a:ext cx="4170363" cy="327025"/>
              </a:xfrm>
              <a:custGeom>
                <a:avLst/>
                <a:gdLst>
                  <a:gd name="T0" fmla="*/ 870 w 1741"/>
                  <a:gd name="T1" fmla="*/ 136 h 136"/>
                  <a:gd name="T2" fmla="*/ 0 w 1741"/>
                  <a:gd name="T3" fmla="*/ 0 h 136"/>
                  <a:gd name="T4" fmla="*/ 870 w 1741"/>
                  <a:gd name="T5" fmla="*/ 0 h 136"/>
                  <a:gd name="T6" fmla="*/ 1741 w 1741"/>
                  <a:gd name="T7" fmla="*/ 0 h 136"/>
                  <a:gd name="T8" fmla="*/ 870 w 1741"/>
                  <a:gd name="T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41" h="136">
                    <a:moveTo>
                      <a:pt x="870" y="136"/>
                    </a:moveTo>
                    <a:cubicBezTo>
                      <a:pt x="529" y="136"/>
                      <a:pt x="551" y="0"/>
                      <a:pt x="0" y="0"/>
                    </a:cubicBezTo>
                    <a:cubicBezTo>
                      <a:pt x="870" y="0"/>
                      <a:pt x="870" y="0"/>
                      <a:pt x="870" y="0"/>
                    </a:cubicBezTo>
                    <a:cubicBezTo>
                      <a:pt x="1741" y="0"/>
                      <a:pt x="1741" y="0"/>
                      <a:pt x="1741" y="0"/>
                    </a:cubicBezTo>
                    <a:cubicBezTo>
                      <a:pt x="1189" y="0"/>
                      <a:pt x="1211" y="136"/>
                      <a:pt x="870" y="13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3" name="Freeform 329"/>
              <p:cNvSpPr>
                <a:spLocks/>
              </p:cNvSpPr>
              <p:nvPr/>
            </p:nvSpPr>
            <p:spPr bwMode="auto">
              <a:xfrm>
                <a:off x="4768850" y="6074093"/>
                <a:ext cx="2085975" cy="327025"/>
              </a:xfrm>
              <a:custGeom>
                <a:avLst/>
                <a:gdLst>
                  <a:gd name="T0" fmla="*/ 871 w 871"/>
                  <a:gd name="T1" fmla="*/ 0 h 136"/>
                  <a:gd name="T2" fmla="*/ 0 w 871"/>
                  <a:gd name="T3" fmla="*/ 136 h 136"/>
                  <a:gd name="T4" fmla="*/ 0 w 871"/>
                  <a:gd name="T5" fmla="*/ 0 h 136"/>
                  <a:gd name="T6" fmla="*/ 871 w 871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1" h="136">
                    <a:moveTo>
                      <a:pt x="871" y="0"/>
                    </a:moveTo>
                    <a:cubicBezTo>
                      <a:pt x="319" y="0"/>
                      <a:pt x="341" y="136"/>
                      <a:pt x="0" y="13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4" name="Freeform 330"/>
              <p:cNvSpPr>
                <a:spLocks/>
              </p:cNvSpPr>
              <p:nvPr/>
            </p:nvSpPr>
            <p:spPr bwMode="auto">
              <a:xfrm>
                <a:off x="5283200" y="6074093"/>
                <a:ext cx="4192588" cy="517525"/>
              </a:xfrm>
              <a:custGeom>
                <a:avLst/>
                <a:gdLst>
                  <a:gd name="T0" fmla="*/ 875 w 1750"/>
                  <a:gd name="T1" fmla="*/ 216 h 216"/>
                  <a:gd name="T2" fmla="*/ 0 w 1750"/>
                  <a:gd name="T3" fmla="*/ 0 h 216"/>
                  <a:gd name="T4" fmla="*/ 875 w 1750"/>
                  <a:gd name="T5" fmla="*/ 0 h 216"/>
                  <a:gd name="T6" fmla="*/ 1750 w 1750"/>
                  <a:gd name="T7" fmla="*/ 0 h 216"/>
                  <a:gd name="T8" fmla="*/ 875 w 1750"/>
                  <a:gd name="T9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0" h="216">
                    <a:moveTo>
                      <a:pt x="875" y="216"/>
                    </a:moveTo>
                    <a:cubicBezTo>
                      <a:pt x="532" y="216"/>
                      <a:pt x="554" y="0"/>
                      <a:pt x="0" y="0"/>
                    </a:cubicBezTo>
                    <a:cubicBezTo>
                      <a:pt x="875" y="0"/>
                      <a:pt x="875" y="0"/>
                      <a:pt x="875" y="0"/>
                    </a:cubicBezTo>
                    <a:cubicBezTo>
                      <a:pt x="1750" y="0"/>
                      <a:pt x="1750" y="0"/>
                      <a:pt x="1750" y="0"/>
                    </a:cubicBezTo>
                    <a:cubicBezTo>
                      <a:pt x="1196" y="0"/>
                      <a:pt x="1218" y="216"/>
                      <a:pt x="875" y="21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5" name="Freeform 331"/>
              <p:cNvSpPr>
                <a:spLocks/>
              </p:cNvSpPr>
              <p:nvPr/>
            </p:nvSpPr>
            <p:spPr bwMode="auto">
              <a:xfrm>
                <a:off x="7380288" y="6074093"/>
                <a:ext cx="2095500" cy="517525"/>
              </a:xfrm>
              <a:custGeom>
                <a:avLst/>
                <a:gdLst>
                  <a:gd name="T0" fmla="*/ 875 w 875"/>
                  <a:gd name="T1" fmla="*/ 0 h 216"/>
                  <a:gd name="T2" fmla="*/ 0 w 875"/>
                  <a:gd name="T3" fmla="*/ 216 h 216"/>
                  <a:gd name="T4" fmla="*/ 0 w 875"/>
                  <a:gd name="T5" fmla="*/ 0 h 216"/>
                  <a:gd name="T6" fmla="*/ 875 w 875"/>
                  <a:gd name="T7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5" h="216">
                    <a:moveTo>
                      <a:pt x="875" y="0"/>
                    </a:moveTo>
                    <a:cubicBezTo>
                      <a:pt x="321" y="0"/>
                      <a:pt x="343" y="216"/>
                      <a:pt x="0" y="21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6" name="Freeform 332"/>
              <p:cNvSpPr>
                <a:spLocks/>
              </p:cNvSpPr>
              <p:nvPr/>
            </p:nvSpPr>
            <p:spPr bwMode="auto">
              <a:xfrm>
                <a:off x="2590800" y="5797868"/>
                <a:ext cx="7008813" cy="439738"/>
              </a:xfrm>
              <a:custGeom>
                <a:avLst/>
                <a:gdLst>
                  <a:gd name="T0" fmla="*/ 2868 w 2926"/>
                  <a:gd name="T1" fmla="*/ 0 h 183"/>
                  <a:gd name="T2" fmla="*/ 58 w 2926"/>
                  <a:gd name="T3" fmla="*/ 0 h 183"/>
                  <a:gd name="T4" fmla="*/ 0 w 2926"/>
                  <a:gd name="T5" fmla="*/ 57 h 183"/>
                  <a:gd name="T6" fmla="*/ 58 w 2926"/>
                  <a:gd name="T7" fmla="*/ 115 h 183"/>
                  <a:gd name="T8" fmla="*/ 419 w 2926"/>
                  <a:gd name="T9" fmla="*/ 115 h 183"/>
                  <a:gd name="T10" fmla="*/ 909 w 2926"/>
                  <a:gd name="T11" fmla="*/ 163 h 183"/>
                  <a:gd name="T12" fmla="*/ 1392 w 2926"/>
                  <a:gd name="T13" fmla="*/ 115 h 183"/>
                  <a:gd name="T14" fmla="*/ 1999 w 2926"/>
                  <a:gd name="T15" fmla="*/ 183 h 183"/>
                  <a:gd name="T16" fmla="*/ 2620 w 2926"/>
                  <a:gd name="T17" fmla="*/ 115 h 183"/>
                  <a:gd name="T18" fmla="*/ 2868 w 2926"/>
                  <a:gd name="T19" fmla="*/ 115 h 183"/>
                  <a:gd name="T20" fmla="*/ 2926 w 2926"/>
                  <a:gd name="T21" fmla="*/ 57 h 183"/>
                  <a:gd name="T22" fmla="*/ 2868 w 2926"/>
                  <a:gd name="T23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26" h="183">
                    <a:moveTo>
                      <a:pt x="286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26" y="0"/>
                      <a:pt x="0" y="26"/>
                      <a:pt x="0" y="57"/>
                    </a:cubicBezTo>
                    <a:cubicBezTo>
                      <a:pt x="0" y="89"/>
                      <a:pt x="26" y="115"/>
                      <a:pt x="58" y="115"/>
                    </a:cubicBezTo>
                    <a:cubicBezTo>
                      <a:pt x="419" y="115"/>
                      <a:pt x="419" y="115"/>
                      <a:pt x="419" y="115"/>
                    </a:cubicBezTo>
                    <a:cubicBezTo>
                      <a:pt x="729" y="115"/>
                      <a:pt x="717" y="163"/>
                      <a:pt x="909" y="163"/>
                    </a:cubicBezTo>
                    <a:cubicBezTo>
                      <a:pt x="1100" y="163"/>
                      <a:pt x="1089" y="116"/>
                      <a:pt x="1392" y="115"/>
                    </a:cubicBezTo>
                    <a:cubicBezTo>
                      <a:pt x="1771" y="117"/>
                      <a:pt x="1759" y="183"/>
                      <a:pt x="1999" y="183"/>
                    </a:cubicBezTo>
                    <a:cubicBezTo>
                      <a:pt x="2242" y="183"/>
                      <a:pt x="2226" y="115"/>
                      <a:pt x="2620" y="115"/>
                    </a:cubicBezTo>
                    <a:cubicBezTo>
                      <a:pt x="2868" y="115"/>
                      <a:pt x="2868" y="115"/>
                      <a:pt x="2868" y="115"/>
                    </a:cubicBezTo>
                    <a:cubicBezTo>
                      <a:pt x="2900" y="115"/>
                      <a:pt x="2926" y="89"/>
                      <a:pt x="2926" y="57"/>
                    </a:cubicBezTo>
                    <a:cubicBezTo>
                      <a:pt x="2926" y="26"/>
                      <a:pt x="2900" y="0"/>
                      <a:pt x="2868" y="0"/>
                    </a:cubicBezTo>
                    <a:close/>
                  </a:path>
                </a:pathLst>
              </a:custGeom>
              <a:solidFill>
                <a:srgbClr val="36A4A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7" name="Freeform 333"/>
              <p:cNvSpPr>
                <a:spLocks/>
              </p:cNvSpPr>
              <p:nvPr/>
            </p:nvSpPr>
            <p:spPr bwMode="auto">
              <a:xfrm>
                <a:off x="3033713" y="5734368"/>
                <a:ext cx="6122988" cy="265113"/>
              </a:xfrm>
              <a:custGeom>
                <a:avLst/>
                <a:gdLst>
                  <a:gd name="T0" fmla="*/ 2535 w 2556"/>
                  <a:gd name="T1" fmla="*/ 0 h 111"/>
                  <a:gd name="T2" fmla="*/ 21 w 2556"/>
                  <a:gd name="T3" fmla="*/ 0 h 111"/>
                  <a:gd name="T4" fmla="*/ 0 w 2556"/>
                  <a:gd name="T5" fmla="*/ 21 h 111"/>
                  <a:gd name="T6" fmla="*/ 21 w 2556"/>
                  <a:gd name="T7" fmla="*/ 43 h 111"/>
                  <a:gd name="T8" fmla="*/ 234 w 2556"/>
                  <a:gd name="T9" fmla="*/ 43 h 111"/>
                  <a:gd name="T10" fmla="*/ 724 w 2556"/>
                  <a:gd name="T11" fmla="*/ 91 h 111"/>
                  <a:gd name="T12" fmla="*/ 1207 w 2556"/>
                  <a:gd name="T13" fmla="*/ 43 h 111"/>
                  <a:gd name="T14" fmla="*/ 1814 w 2556"/>
                  <a:gd name="T15" fmla="*/ 111 h 111"/>
                  <a:gd name="T16" fmla="*/ 2435 w 2556"/>
                  <a:gd name="T17" fmla="*/ 43 h 111"/>
                  <a:gd name="T18" fmla="*/ 2535 w 2556"/>
                  <a:gd name="T19" fmla="*/ 43 h 111"/>
                  <a:gd name="T20" fmla="*/ 2556 w 2556"/>
                  <a:gd name="T21" fmla="*/ 21 h 111"/>
                  <a:gd name="T22" fmla="*/ 2535 w 2556"/>
                  <a:gd name="T2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56" h="111">
                    <a:moveTo>
                      <a:pt x="2535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3"/>
                      <a:pt x="9" y="43"/>
                      <a:pt x="21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544" y="43"/>
                      <a:pt x="532" y="91"/>
                      <a:pt x="724" y="91"/>
                    </a:cubicBezTo>
                    <a:cubicBezTo>
                      <a:pt x="915" y="91"/>
                      <a:pt x="904" y="44"/>
                      <a:pt x="1207" y="43"/>
                    </a:cubicBezTo>
                    <a:cubicBezTo>
                      <a:pt x="1586" y="45"/>
                      <a:pt x="1574" y="111"/>
                      <a:pt x="1814" y="111"/>
                    </a:cubicBezTo>
                    <a:cubicBezTo>
                      <a:pt x="2057" y="111"/>
                      <a:pt x="2041" y="43"/>
                      <a:pt x="2435" y="43"/>
                    </a:cubicBezTo>
                    <a:cubicBezTo>
                      <a:pt x="2535" y="43"/>
                      <a:pt x="2535" y="43"/>
                      <a:pt x="2535" y="43"/>
                    </a:cubicBezTo>
                    <a:cubicBezTo>
                      <a:pt x="2547" y="43"/>
                      <a:pt x="2556" y="33"/>
                      <a:pt x="2556" y="21"/>
                    </a:cubicBezTo>
                    <a:cubicBezTo>
                      <a:pt x="2556" y="9"/>
                      <a:pt x="2547" y="0"/>
                      <a:pt x="2535" y="0"/>
                    </a:cubicBezTo>
                    <a:close/>
                  </a:path>
                </a:pathLst>
              </a:custGeom>
              <a:solidFill>
                <a:srgbClr val="FFF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" name="矩形 3"/>
              <p:cNvSpPr/>
              <p:nvPr/>
            </p:nvSpPr>
            <p:spPr>
              <a:xfrm>
                <a:off x="4138614" y="3307081"/>
                <a:ext cx="523874" cy="93345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5" name="组合 344"/>
            <p:cNvGrpSpPr/>
            <p:nvPr/>
          </p:nvGrpSpPr>
          <p:grpSpPr>
            <a:xfrm>
              <a:off x="3132193" y="2945827"/>
              <a:ext cx="1714500" cy="1711960"/>
              <a:chOff x="4283076" y="2977358"/>
              <a:chExt cx="1714500" cy="1711960"/>
            </a:xfrm>
          </p:grpSpPr>
          <p:grpSp>
            <p:nvGrpSpPr>
              <p:cNvPr id="343" name="组合 342"/>
              <p:cNvGrpSpPr/>
              <p:nvPr/>
            </p:nvGrpSpPr>
            <p:grpSpPr>
              <a:xfrm>
                <a:off x="4283076" y="2977358"/>
                <a:ext cx="1714500" cy="1617186"/>
                <a:chOff x="4283076" y="2977358"/>
                <a:chExt cx="1714500" cy="1617186"/>
              </a:xfrm>
            </p:grpSpPr>
            <p:grpSp>
              <p:nvGrpSpPr>
                <p:cNvPr id="8" name="组合 7"/>
                <p:cNvGrpSpPr/>
                <p:nvPr/>
              </p:nvGrpSpPr>
              <p:grpSpPr>
                <a:xfrm>
                  <a:off x="4283076" y="3091181"/>
                  <a:ext cx="1714500" cy="1503363"/>
                  <a:chOff x="4283076" y="3091181"/>
                  <a:chExt cx="1714500" cy="1503363"/>
                </a:xfrm>
              </p:grpSpPr>
              <p:grpSp>
                <p:nvGrpSpPr>
                  <p:cNvPr id="6" name="组合 5"/>
                  <p:cNvGrpSpPr/>
                  <p:nvPr/>
                </p:nvGrpSpPr>
                <p:grpSpPr>
                  <a:xfrm>
                    <a:off x="4689475" y="3091181"/>
                    <a:ext cx="1308101" cy="1503363"/>
                    <a:chOff x="4689475" y="3091181"/>
                    <a:chExt cx="1308101" cy="1503363"/>
                  </a:xfrm>
                </p:grpSpPr>
                <p:sp>
                  <p:nvSpPr>
                    <p:cNvPr id="173" name="Freeform 40"/>
                    <p:cNvSpPr>
                      <a:spLocks/>
                    </p:cNvSpPr>
                    <p:nvPr/>
                  </p:nvSpPr>
                  <p:spPr bwMode="auto">
                    <a:xfrm>
                      <a:off x="4689475" y="3091181"/>
                      <a:ext cx="471488" cy="757238"/>
                    </a:xfrm>
                    <a:custGeom>
                      <a:avLst/>
                      <a:gdLst>
                        <a:gd name="T0" fmla="*/ 113 w 197"/>
                        <a:gd name="T1" fmla="*/ 149 h 316"/>
                        <a:gd name="T2" fmla="*/ 189 w 197"/>
                        <a:gd name="T3" fmla="*/ 311 h 316"/>
                        <a:gd name="T4" fmla="*/ 84 w 197"/>
                        <a:gd name="T5" fmla="*/ 166 h 316"/>
                        <a:gd name="T6" fmla="*/ 8 w 197"/>
                        <a:gd name="T7" fmla="*/ 4 h 316"/>
                        <a:gd name="T8" fmla="*/ 113 w 197"/>
                        <a:gd name="T9" fmla="*/ 149 h 31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7" h="316">
                          <a:moveTo>
                            <a:pt x="113" y="149"/>
                          </a:moveTo>
                          <a:cubicBezTo>
                            <a:pt x="163" y="234"/>
                            <a:pt x="197" y="307"/>
                            <a:pt x="189" y="311"/>
                          </a:cubicBezTo>
                          <a:cubicBezTo>
                            <a:pt x="181" y="316"/>
                            <a:pt x="134" y="251"/>
                            <a:pt x="84" y="166"/>
                          </a:cubicBezTo>
                          <a:cubicBezTo>
                            <a:pt x="34" y="81"/>
                            <a:pt x="0" y="9"/>
                            <a:pt x="8" y="4"/>
                          </a:cubicBezTo>
                          <a:cubicBezTo>
                            <a:pt x="16" y="0"/>
                            <a:pt x="63" y="64"/>
                            <a:pt x="113" y="149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4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4708525" y="3091181"/>
                      <a:ext cx="452438" cy="746125"/>
                    </a:xfrm>
                    <a:custGeom>
                      <a:avLst/>
                      <a:gdLst>
                        <a:gd name="T0" fmla="*/ 105 w 189"/>
                        <a:gd name="T1" fmla="*/ 149 h 311"/>
                        <a:gd name="T2" fmla="*/ 0 w 189"/>
                        <a:gd name="T3" fmla="*/ 4 h 311"/>
                        <a:gd name="T4" fmla="*/ 181 w 189"/>
                        <a:gd name="T5" fmla="*/ 311 h 311"/>
                        <a:gd name="T6" fmla="*/ 105 w 189"/>
                        <a:gd name="T7" fmla="*/ 149 h 3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9" h="311">
                          <a:moveTo>
                            <a:pt x="105" y="149"/>
                          </a:moveTo>
                          <a:cubicBezTo>
                            <a:pt x="55" y="64"/>
                            <a:pt x="8" y="0"/>
                            <a:pt x="0" y="4"/>
                          </a:cubicBezTo>
                          <a:cubicBezTo>
                            <a:pt x="181" y="311"/>
                            <a:pt x="181" y="311"/>
                            <a:pt x="181" y="311"/>
                          </a:cubicBezTo>
                          <a:cubicBezTo>
                            <a:pt x="189" y="307"/>
                            <a:pt x="155" y="234"/>
                            <a:pt x="105" y="149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5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57200" cy="766763"/>
                    </a:xfrm>
                    <a:custGeom>
                      <a:avLst/>
                      <a:gdLst>
                        <a:gd name="T0" fmla="*/ 81 w 191"/>
                        <a:gd name="T1" fmla="*/ 152 h 320"/>
                        <a:gd name="T2" fmla="*/ 183 w 191"/>
                        <a:gd name="T3" fmla="*/ 5 h 320"/>
                        <a:gd name="T4" fmla="*/ 110 w 191"/>
                        <a:gd name="T5" fmla="*/ 168 h 320"/>
                        <a:gd name="T6" fmla="*/ 8 w 191"/>
                        <a:gd name="T7" fmla="*/ 315 h 320"/>
                        <a:gd name="T8" fmla="*/ 81 w 191"/>
                        <a:gd name="T9" fmla="*/ 152 h 3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1" h="320">
                          <a:moveTo>
                            <a:pt x="81" y="152"/>
                          </a:moveTo>
                          <a:cubicBezTo>
                            <a:pt x="130" y="66"/>
                            <a:pt x="175" y="0"/>
                            <a:pt x="183" y="5"/>
                          </a:cubicBezTo>
                          <a:cubicBezTo>
                            <a:pt x="191" y="9"/>
                            <a:pt x="158" y="82"/>
                            <a:pt x="110" y="168"/>
                          </a:cubicBezTo>
                          <a:cubicBezTo>
                            <a:pt x="62" y="254"/>
                            <a:pt x="16" y="320"/>
                            <a:pt x="8" y="315"/>
                          </a:cubicBezTo>
                          <a:cubicBezTo>
                            <a:pt x="0" y="311"/>
                            <a:pt x="33" y="238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6" name="Freeform 43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38150" cy="755650"/>
                    </a:xfrm>
                    <a:custGeom>
                      <a:avLst/>
                      <a:gdLst>
                        <a:gd name="T0" fmla="*/ 81 w 183"/>
                        <a:gd name="T1" fmla="*/ 152 h 315"/>
                        <a:gd name="T2" fmla="*/ 8 w 183"/>
                        <a:gd name="T3" fmla="*/ 315 h 315"/>
                        <a:gd name="T4" fmla="*/ 183 w 183"/>
                        <a:gd name="T5" fmla="*/ 5 h 315"/>
                        <a:gd name="T6" fmla="*/ 81 w 183"/>
                        <a:gd name="T7" fmla="*/ 152 h 3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3" h="315">
                          <a:moveTo>
                            <a:pt x="81" y="152"/>
                          </a:moveTo>
                          <a:cubicBezTo>
                            <a:pt x="33" y="238"/>
                            <a:pt x="0" y="311"/>
                            <a:pt x="8" y="315"/>
                          </a:cubicBezTo>
                          <a:cubicBezTo>
                            <a:pt x="183" y="5"/>
                            <a:pt x="183" y="5"/>
                            <a:pt x="183" y="5"/>
                          </a:cubicBezTo>
                          <a:cubicBezTo>
                            <a:pt x="175" y="0"/>
                            <a:pt x="130" y="66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7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84138"/>
                    </a:xfrm>
                    <a:custGeom>
                      <a:avLst/>
                      <a:gdLst>
                        <a:gd name="T0" fmla="*/ 179 w 357"/>
                        <a:gd name="T1" fmla="*/ 1 h 35"/>
                        <a:gd name="T2" fmla="*/ 1 w 357"/>
                        <a:gd name="T3" fmla="*/ 20 h 35"/>
                        <a:gd name="T4" fmla="*/ 179 w 357"/>
                        <a:gd name="T5" fmla="*/ 34 h 35"/>
                        <a:gd name="T6" fmla="*/ 357 w 357"/>
                        <a:gd name="T7" fmla="*/ 16 h 35"/>
                        <a:gd name="T8" fmla="*/ 179 w 357"/>
                        <a:gd name="T9" fmla="*/ 1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57" h="35">
                          <a:moveTo>
                            <a:pt x="179" y="1"/>
                          </a:moveTo>
                          <a:cubicBezTo>
                            <a:pt x="80" y="2"/>
                            <a:pt x="0" y="10"/>
                            <a:pt x="1" y="20"/>
                          </a:cubicBezTo>
                          <a:cubicBezTo>
                            <a:pt x="1" y="29"/>
                            <a:pt x="81" y="35"/>
                            <a:pt x="179" y="34"/>
                          </a:cubicBezTo>
                          <a:cubicBezTo>
                            <a:pt x="277" y="33"/>
                            <a:pt x="357" y="25"/>
                            <a:pt x="357" y="16"/>
                          </a:cubicBezTo>
                          <a:cubicBezTo>
                            <a:pt x="357" y="7"/>
                            <a:pt x="277" y="0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8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47625"/>
                    </a:xfrm>
                    <a:custGeom>
                      <a:avLst/>
                      <a:gdLst>
                        <a:gd name="T0" fmla="*/ 179 w 357"/>
                        <a:gd name="T1" fmla="*/ 1 h 20"/>
                        <a:gd name="T2" fmla="*/ 357 w 357"/>
                        <a:gd name="T3" fmla="*/ 16 h 20"/>
                        <a:gd name="T4" fmla="*/ 1 w 357"/>
                        <a:gd name="T5" fmla="*/ 20 h 20"/>
                        <a:gd name="T6" fmla="*/ 179 w 357"/>
                        <a:gd name="T7" fmla="*/ 1 h 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57" h="20">
                          <a:moveTo>
                            <a:pt x="179" y="1"/>
                          </a:moveTo>
                          <a:cubicBezTo>
                            <a:pt x="277" y="0"/>
                            <a:pt x="357" y="7"/>
                            <a:pt x="357" y="16"/>
                          </a:cubicBezTo>
                          <a:cubicBezTo>
                            <a:pt x="1" y="20"/>
                            <a:pt x="1" y="20"/>
                            <a:pt x="1" y="20"/>
                          </a:cubicBezTo>
                          <a:cubicBezTo>
                            <a:pt x="0" y="10"/>
                            <a:pt x="80" y="2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2" name="组合 1"/>
                    <p:cNvGrpSpPr/>
                    <p:nvPr/>
                  </p:nvGrpSpPr>
                  <p:grpSpPr>
                    <a:xfrm>
                      <a:off x="5062538" y="3762694"/>
                      <a:ext cx="150813" cy="150813"/>
                      <a:chOff x="5062538" y="3762694"/>
                      <a:chExt cx="150813" cy="150813"/>
                    </a:xfrm>
                  </p:grpSpPr>
                  <p:sp>
                    <p:nvSpPr>
                      <p:cNvPr id="179" name="Oval 46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62538" y="3762694"/>
                        <a:ext cx="150813" cy="150813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180" name="Oval 4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97463" y="3796031"/>
                        <a:ext cx="82550" cy="84138"/>
                      </a:xfrm>
                      <a:prstGeom prst="ellipse">
                        <a:avLst/>
                      </a:prstGeom>
                      <a:solidFill>
                        <a:srgbClr val="336F7E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7" name="矩形 6"/>
                  <p:cNvSpPr/>
                  <p:nvPr/>
                </p:nvSpPr>
                <p:spPr>
                  <a:xfrm>
                    <a:off x="4283076" y="3321369"/>
                    <a:ext cx="360362" cy="1030287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42" name="矩形 341"/>
                <p:cNvSpPr/>
                <p:nvPr/>
              </p:nvSpPr>
              <p:spPr>
                <a:xfrm>
                  <a:off x="4835525" y="2977358"/>
                  <a:ext cx="609600" cy="5048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4" name="矩形 343"/>
              <p:cNvSpPr/>
              <p:nvPr/>
            </p:nvSpPr>
            <p:spPr>
              <a:xfrm>
                <a:off x="4840288" y="4638836"/>
                <a:ext cx="609600" cy="5048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2" name="组合 351"/>
            <p:cNvGrpSpPr/>
            <p:nvPr/>
          </p:nvGrpSpPr>
          <p:grpSpPr>
            <a:xfrm>
              <a:off x="4418067" y="3731163"/>
              <a:ext cx="943769" cy="955201"/>
              <a:chOff x="5568950" y="3762694"/>
              <a:chExt cx="943769" cy="955201"/>
            </a:xfrm>
          </p:grpSpPr>
          <p:grpSp>
            <p:nvGrpSpPr>
              <p:cNvPr id="348" name="组合 347"/>
              <p:cNvGrpSpPr/>
              <p:nvPr/>
            </p:nvGrpSpPr>
            <p:grpSpPr>
              <a:xfrm>
                <a:off x="5568950" y="3762694"/>
                <a:ext cx="835026" cy="841375"/>
                <a:chOff x="5568950" y="3762694"/>
                <a:chExt cx="835026" cy="841375"/>
              </a:xfrm>
            </p:grpSpPr>
            <p:sp>
              <p:nvSpPr>
                <p:cNvPr id="162" name="Freeform 29"/>
                <p:cNvSpPr>
                  <a:spLocks/>
                </p:cNvSpPr>
                <p:nvPr/>
              </p:nvSpPr>
              <p:spPr bwMode="auto">
                <a:xfrm>
                  <a:off x="6038850" y="3762694"/>
                  <a:ext cx="155575" cy="482600"/>
                </a:xfrm>
                <a:custGeom>
                  <a:avLst/>
                  <a:gdLst>
                    <a:gd name="T0" fmla="*/ 42 w 65"/>
                    <a:gd name="T1" fmla="*/ 103 h 201"/>
                    <a:gd name="T2" fmla="*/ 5 w 65"/>
                    <a:gd name="T3" fmla="*/ 200 h 201"/>
                    <a:gd name="T4" fmla="*/ 23 w 65"/>
                    <a:gd name="T5" fmla="*/ 98 h 201"/>
                    <a:gd name="T6" fmla="*/ 60 w 65"/>
                    <a:gd name="T7" fmla="*/ 1 h 201"/>
                    <a:gd name="T8" fmla="*/ 42 w 65"/>
                    <a:gd name="T9" fmla="*/ 10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201">
                      <a:moveTo>
                        <a:pt x="42" y="103"/>
                      </a:moveTo>
                      <a:cubicBezTo>
                        <a:pt x="26" y="158"/>
                        <a:pt x="10" y="201"/>
                        <a:pt x="5" y="200"/>
                      </a:cubicBezTo>
                      <a:cubicBezTo>
                        <a:pt x="0" y="198"/>
                        <a:pt x="8" y="153"/>
                        <a:pt x="23" y="98"/>
                      </a:cubicBezTo>
                      <a:cubicBezTo>
                        <a:pt x="38" y="43"/>
                        <a:pt x="55" y="0"/>
                        <a:pt x="60" y="1"/>
                      </a:cubicBezTo>
                      <a:cubicBezTo>
                        <a:pt x="65" y="3"/>
                        <a:pt x="57" y="48"/>
                        <a:pt x="42" y="103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3" name="Freeform 30"/>
                <p:cNvSpPr>
                  <a:spLocks/>
                </p:cNvSpPr>
                <p:nvPr/>
              </p:nvSpPr>
              <p:spPr bwMode="auto">
                <a:xfrm>
                  <a:off x="6049963" y="3765869"/>
                  <a:ext cx="144463" cy="479425"/>
                </a:xfrm>
                <a:custGeom>
                  <a:avLst/>
                  <a:gdLst>
                    <a:gd name="T0" fmla="*/ 37 w 60"/>
                    <a:gd name="T1" fmla="*/ 102 h 200"/>
                    <a:gd name="T2" fmla="*/ 55 w 60"/>
                    <a:gd name="T3" fmla="*/ 0 h 200"/>
                    <a:gd name="T4" fmla="*/ 0 w 60"/>
                    <a:gd name="T5" fmla="*/ 199 h 200"/>
                    <a:gd name="T6" fmla="*/ 37 w 60"/>
                    <a:gd name="T7" fmla="*/ 102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0" h="200">
                      <a:moveTo>
                        <a:pt x="37" y="102"/>
                      </a:moveTo>
                      <a:cubicBezTo>
                        <a:pt x="52" y="47"/>
                        <a:pt x="60" y="2"/>
                        <a:pt x="55" y="0"/>
                      </a:cubicBezTo>
                      <a:cubicBezTo>
                        <a:pt x="0" y="199"/>
                        <a:pt x="0" y="199"/>
                        <a:pt x="0" y="199"/>
                      </a:cubicBezTo>
                      <a:cubicBezTo>
                        <a:pt x="5" y="200"/>
                        <a:pt x="21" y="157"/>
                        <a:pt x="37" y="102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4" name="Freeform 31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4188" cy="147638"/>
                </a:xfrm>
                <a:custGeom>
                  <a:avLst/>
                  <a:gdLst>
                    <a:gd name="T0" fmla="*/ 98 w 202"/>
                    <a:gd name="T1" fmla="*/ 21 h 62"/>
                    <a:gd name="T2" fmla="*/ 201 w 202"/>
                    <a:gd name="T3" fmla="*/ 5 h 62"/>
                    <a:gd name="T4" fmla="*/ 103 w 202"/>
                    <a:gd name="T5" fmla="*/ 40 h 62"/>
                    <a:gd name="T6" fmla="*/ 1 w 202"/>
                    <a:gd name="T7" fmla="*/ 56 h 62"/>
                    <a:gd name="T8" fmla="*/ 98 w 202"/>
                    <a:gd name="T9" fmla="*/ 2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2" h="62">
                      <a:moveTo>
                        <a:pt x="98" y="21"/>
                      </a:moveTo>
                      <a:cubicBezTo>
                        <a:pt x="154" y="7"/>
                        <a:pt x="199" y="0"/>
                        <a:pt x="201" y="5"/>
                      </a:cubicBezTo>
                      <a:cubicBezTo>
                        <a:pt x="202" y="10"/>
                        <a:pt x="158" y="26"/>
                        <a:pt x="103" y="40"/>
                      </a:cubicBezTo>
                      <a:cubicBezTo>
                        <a:pt x="48" y="54"/>
                        <a:pt x="2" y="62"/>
                        <a:pt x="1" y="56"/>
                      </a:cubicBezTo>
                      <a:cubicBezTo>
                        <a:pt x="0" y="51"/>
                        <a:pt x="43" y="36"/>
                        <a:pt x="98" y="2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5" name="Freeform 32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1013" cy="133350"/>
                </a:xfrm>
                <a:custGeom>
                  <a:avLst/>
                  <a:gdLst>
                    <a:gd name="T0" fmla="*/ 98 w 201"/>
                    <a:gd name="T1" fmla="*/ 21 h 56"/>
                    <a:gd name="T2" fmla="*/ 1 w 201"/>
                    <a:gd name="T3" fmla="*/ 56 h 56"/>
                    <a:gd name="T4" fmla="*/ 201 w 201"/>
                    <a:gd name="T5" fmla="*/ 5 h 56"/>
                    <a:gd name="T6" fmla="*/ 98 w 201"/>
                    <a:gd name="T7" fmla="*/ 21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1" h="56">
                      <a:moveTo>
                        <a:pt x="98" y="21"/>
                      </a:moveTo>
                      <a:cubicBezTo>
                        <a:pt x="43" y="36"/>
                        <a:pt x="0" y="51"/>
                        <a:pt x="1" y="56"/>
                      </a:cubicBezTo>
                      <a:cubicBezTo>
                        <a:pt x="201" y="5"/>
                        <a:pt x="201" y="5"/>
                        <a:pt x="201" y="5"/>
                      </a:cubicBezTo>
                      <a:cubicBezTo>
                        <a:pt x="199" y="0"/>
                        <a:pt x="154" y="7"/>
                        <a:pt x="98" y="2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6" name="Freeform 33"/>
                <p:cNvSpPr>
                  <a:spLocks/>
                </p:cNvSpPr>
                <p:nvPr/>
              </p:nvSpPr>
              <p:spPr bwMode="auto">
                <a:xfrm>
                  <a:off x="6040438" y="4232594"/>
                  <a:ext cx="363538" cy="371475"/>
                </a:xfrm>
                <a:custGeom>
                  <a:avLst/>
                  <a:gdLst>
                    <a:gd name="T0" fmla="*/ 83 w 152"/>
                    <a:gd name="T1" fmla="*/ 71 h 155"/>
                    <a:gd name="T2" fmla="*/ 4 w 152"/>
                    <a:gd name="T3" fmla="*/ 4 h 155"/>
                    <a:gd name="T4" fmla="*/ 69 w 152"/>
                    <a:gd name="T5" fmla="*/ 84 h 155"/>
                    <a:gd name="T6" fmla="*/ 148 w 152"/>
                    <a:gd name="T7" fmla="*/ 151 h 155"/>
                    <a:gd name="T8" fmla="*/ 83 w 152"/>
                    <a:gd name="T9" fmla="*/ 7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2" h="155">
                      <a:moveTo>
                        <a:pt x="83" y="71"/>
                      </a:moveTo>
                      <a:cubicBezTo>
                        <a:pt x="43" y="30"/>
                        <a:pt x="8" y="0"/>
                        <a:pt x="4" y="4"/>
                      </a:cubicBezTo>
                      <a:cubicBezTo>
                        <a:pt x="0" y="8"/>
                        <a:pt x="29" y="44"/>
                        <a:pt x="69" y="84"/>
                      </a:cubicBezTo>
                      <a:cubicBezTo>
                        <a:pt x="109" y="125"/>
                        <a:pt x="144" y="155"/>
                        <a:pt x="148" y="151"/>
                      </a:cubicBezTo>
                      <a:cubicBezTo>
                        <a:pt x="152" y="147"/>
                        <a:pt x="123" y="111"/>
                        <a:pt x="83" y="7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7" name="Freeform 34"/>
                <p:cNvSpPr>
                  <a:spLocks/>
                </p:cNvSpPr>
                <p:nvPr/>
              </p:nvSpPr>
              <p:spPr bwMode="auto">
                <a:xfrm>
                  <a:off x="6049963" y="4232594"/>
                  <a:ext cx="354013" cy="361950"/>
                </a:xfrm>
                <a:custGeom>
                  <a:avLst/>
                  <a:gdLst>
                    <a:gd name="T0" fmla="*/ 79 w 148"/>
                    <a:gd name="T1" fmla="*/ 71 h 151"/>
                    <a:gd name="T2" fmla="*/ 144 w 148"/>
                    <a:gd name="T3" fmla="*/ 151 h 151"/>
                    <a:gd name="T4" fmla="*/ 0 w 148"/>
                    <a:gd name="T5" fmla="*/ 4 h 151"/>
                    <a:gd name="T6" fmla="*/ 79 w 148"/>
                    <a:gd name="T7" fmla="*/ 7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8" h="151">
                      <a:moveTo>
                        <a:pt x="79" y="71"/>
                      </a:moveTo>
                      <a:cubicBezTo>
                        <a:pt x="119" y="111"/>
                        <a:pt x="148" y="147"/>
                        <a:pt x="144" y="151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4" y="0"/>
                        <a:pt x="39" y="30"/>
                        <a:pt x="79" y="7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8" name="Oval 35"/>
                <p:cNvSpPr>
                  <a:spLocks noChangeArrowheads="1"/>
                </p:cNvSpPr>
                <p:nvPr/>
              </p:nvSpPr>
              <p:spPr bwMode="auto">
                <a:xfrm>
                  <a:off x="6007100" y="4199256"/>
                  <a:ext cx="85725" cy="8572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9" name="Oval 36"/>
                <p:cNvSpPr>
                  <a:spLocks noChangeArrowheads="1"/>
                </p:cNvSpPr>
                <p:nvPr/>
              </p:nvSpPr>
              <p:spPr bwMode="auto">
                <a:xfrm>
                  <a:off x="6026150" y="4218306"/>
                  <a:ext cx="47625" cy="47625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0" name="矩形 349"/>
              <p:cNvSpPr/>
              <p:nvPr/>
            </p:nvSpPr>
            <p:spPr>
              <a:xfrm>
                <a:off x="6419056" y="4103211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1" name="矩形 350"/>
              <p:cNvSpPr/>
              <p:nvPr/>
            </p:nvSpPr>
            <p:spPr>
              <a:xfrm rot="16200000">
                <a:off x="6025358" y="4404363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9" name="组合 358"/>
            <p:cNvGrpSpPr/>
            <p:nvPr/>
          </p:nvGrpSpPr>
          <p:grpSpPr>
            <a:xfrm>
              <a:off x="7856591" y="4472528"/>
              <a:ext cx="666751" cy="659130"/>
              <a:chOff x="9007474" y="4504059"/>
              <a:chExt cx="666751" cy="659130"/>
            </a:xfrm>
          </p:grpSpPr>
          <p:grpSp>
            <p:nvGrpSpPr>
              <p:cNvPr id="354" name="组合 353"/>
              <p:cNvGrpSpPr/>
              <p:nvPr/>
            </p:nvGrpSpPr>
            <p:grpSpPr>
              <a:xfrm>
                <a:off x="9174163" y="4551681"/>
                <a:ext cx="500062" cy="577850"/>
                <a:chOff x="9174163" y="4551681"/>
                <a:chExt cx="500062" cy="577850"/>
              </a:xfrm>
            </p:grpSpPr>
            <p:sp>
              <p:nvSpPr>
                <p:cNvPr id="191" name="Freeform 58"/>
                <p:cNvSpPr>
                  <a:spLocks/>
                </p:cNvSpPr>
                <p:nvPr/>
              </p:nvSpPr>
              <p:spPr bwMode="auto">
                <a:xfrm>
                  <a:off x="9174163" y="4551681"/>
                  <a:ext cx="179388" cy="292100"/>
                </a:xfrm>
                <a:custGeom>
                  <a:avLst/>
                  <a:gdLst>
                    <a:gd name="T0" fmla="*/ 43 w 75"/>
                    <a:gd name="T1" fmla="*/ 58 h 122"/>
                    <a:gd name="T2" fmla="*/ 72 w 75"/>
                    <a:gd name="T3" fmla="*/ 120 h 122"/>
                    <a:gd name="T4" fmla="*/ 32 w 75"/>
                    <a:gd name="T5" fmla="*/ 64 h 122"/>
                    <a:gd name="T6" fmla="*/ 3 w 75"/>
                    <a:gd name="T7" fmla="*/ 2 h 122"/>
                    <a:gd name="T8" fmla="*/ 43 w 75"/>
                    <a:gd name="T9" fmla="*/ 58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122">
                      <a:moveTo>
                        <a:pt x="43" y="58"/>
                      </a:moveTo>
                      <a:cubicBezTo>
                        <a:pt x="62" y="90"/>
                        <a:pt x="75" y="118"/>
                        <a:pt x="72" y="120"/>
                      </a:cubicBezTo>
                      <a:cubicBezTo>
                        <a:pt x="69" y="122"/>
                        <a:pt x="51" y="97"/>
                        <a:pt x="32" y="64"/>
                      </a:cubicBezTo>
                      <a:cubicBezTo>
                        <a:pt x="13" y="32"/>
                        <a:pt x="0" y="4"/>
                        <a:pt x="3" y="2"/>
                      </a:cubicBezTo>
                      <a:cubicBezTo>
                        <a:pt x="6" y="0"/>
                        <a:pt x="24" y="25"/>
                        <a:pt x="43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2" name="Freeform 59"/>
                <p:cNvSpPr>
                  <a:spLocks/>
                </p:cNvSpPr>
                <p:nvPr/>
              </p:nvSpPr>
              <p:spPr bwMode="auto">
                <a:xfrm>
                  <a:off x="9180513" y="4551681"/>
                  <a:ext cx="173038" cy="287338"/>
                </a:xfrm>
                <a:custGeom>
                  <a:avLst/>
                  <a:gdLst>
                    <a:gd name="T0" fmla="*/ 40 w 72"/>
                    <a:gd name="T1" fmla="*/ 58 h 120"/>
                    <a:gd name="T2" fmla="*/ 0 w 72"/>
                    <a:gd name="T3" fmla="*/ 2 h 120"/>
                    <a:gd name="T4" fmla="*/ 69 w 72"/>
                    <a:gd name="T5" fmla="*/ 120 h 120"/>
                    <a:gd name="T6" fmla="*/ 40 w 72"/>
                    <a:gd name="T7" fmla="*/ 58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20">
                      <a:moveTo>
                        <a:pt x="40" y="58"/>
                      </a:moveTo>
                      <a:cubicBezTo>
                        <a:pt x="21" y="25"/>
                        <a:pt x="3" y="0"/>
                        <a:pt x="0" y="2"/>
                      </a:cubicBezTo>
                      <a:cubicBezTo>
                        <a:pt x="69" y="120"/>
                        <a:pt x="69" y="120"/>
                        <a:pt x="69" y="120"/>
                      </a:cubicBezTo>
                      <a:cubicBezTo>
                        <a:pt x="72" y="118"/>
                        <a:pt x="59" y="90"/>
                        <a:pt x="40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3" name="Freeform 60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74625" cy="295275"/>
                </a:xfrm>
                <a:custGeom>
                  <a:avLst/>
                  <a:gdLst>
                    <a:gd name="T0" fmla="*/ 31 w 73"/>
                    <a:gd name="T1" fmla="*/ 58 h 123"/>
                    <a:gd name="T2" fmla="*/ 70 w 73"/>
                    <a:gd name="T3" fmla="*/ 2 h 123"/>
                    <a:gd name="T4" fmla="*/ 42 w 73"/>
                    <a:gd name="T5" fmla="*/ 65 h 123"/>
                    <a:gd name="T6" fmla="*/ 3 w 73"/>
                    <a:gd name="T7" fmla="*/ 121 h 123"/>
                    <a:gd name="T8" fmla="*/ 31 w 73"/>
                    <a:gd name="T9" fmla="*/ 58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" h="123">
                      <a:moveTo>
                        <a:pt x="31" y="58"/>
                      </a:moveTo>
                      <a:cubicBezTo>
                        <a:pt x="50" y="26"/>
                        <a:pt x="67" y="0"/>
                        <a:pt x="70" y="2"/>
                      </a:cubicBezTo>
                      <a:cubicBezTo>
                        <a:pt x="73" y="4"/>
                        <a:pt x="61" y="32"/>
                        <a:pt x="42" y="65"/>
                      </a:cubicBezTo>
                      <a:cubicBezTo>
                        <a:pt x="24" y="98"/>
                        <a:pt x="6" y="123"/>
                        <a:pt x="3" y="121"/>
                      </a:cubicBezTo>
                      <a:cubicBezTo>
                        <a:pt x="0" y="119"/>
                        <a:pt x="13" y="91"/>
                        <a:pt x="31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4" name="Freeform 61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68275" cy="290513"/>
                </a:xfrm>
                <a:custGeom>
                  <a:avLst/>
                  <a:gdLst>
                    <a:gd name="T0" fmla="*/ 31 w 70"/>
                    <a:gd name="T1" fmla="*/ 58 h 121"/>
                    <a:gd name="T2" fmla="*/ 3 w 70"/>
                    <a:gd name="T3" fmla="*/ 121 h 121"/>
                    <a:gd name="T4" fmla="*/ 70 w 70"/>
                    <a:gd name="T5" fmla="*/ 2 h 121"/>
                    <a:gd name="T6" fmla="*/ 31 w 70"/>
                    <a:gd name="T7" fmla="*/ 58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0" h="121">
                      <a:moveTo>
                        <a:pt x="31" y="58"/>
                      </a:moveTo>
                      <a:cubicBezTo>
                        <a:pt x="13" y="91"/>
                        <a:pt x="0" y="119"/>
                        <a:pt x="3" y="121"/>
                      </a:cubicBezTo>
                      <a:cubicBezTo>
                        <a:pt x="70" y="2"/>
                        <a:pt x="70" y="2"/>
                        <a:pt x="70" y="2"/>
                      </a:cubicBezTo>
                      <a:cubicBezTo>
                        <a:pt x="67" y="0"/>
                        <a:pt x="50" y="26"/>
                        <a:pt x="31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5" name="Freeform 62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33338"/>
                </a:xfrm>
                <a:custGeom>
                  <a:avLst/>
                  <a:gdLst>
                    <a:gd name="T0" fmla="*/ 69 w 137"/>
                    <a:gd name="T1" fmla="*/ 1 h 14"/>
                    <a:gd name="T2" fmla="*/ 0 w 137"/>
                    <a:gd name="T3" fmla="*/ 8 h 14"/>
                    <a:gd name="T4" fmla="*/ 69 w 137"/>
                    <a:gd name="T5" fmla="*/ 14 h 14"/>
                    <a:gd name="T6" fmla="*/ 137 w 137"/>
                    <a:gd name="T7" fmla="*/ 7 h 14"/>
                    <a:gd name="T8" fmla="*/ 69 w 137"/>
                    <a:gd name="T9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14">
                      <a:moveTo>
                        <a:pt x="69" y="1"/>
                      </a:moveTo>
                      <a:cubicBezTo>
                        <a:pt x="31" y="1"/>
                        <a:pt x="0" y="4"/>
                        <a:pt x="0" y="8"/>
                      </a:cubicBezTo>
                      <a:cubicBezTo>
                        <a:pt x="0" y="11"/>
                        <a:pt x="31" y="14"/>
                        <a:pt x="69" y="14"/>
                      </a:cubicBezTo>
                      <a:cubicBezTo>
                        <a:pt x="107" y="13"/>
                        <a:pt x="137" y="10"/>
                        <a:pt x="137" y="7"/>
                      </a:cubicBezTo>
                      <a:cubicBezTo>
                        <a:pt x="137" y="3"/>
                        <a:pt x="106" y="0"/>
                        <a:pt x="69" y="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6" name="Freeform 63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19050"/>
                </a:xfrm>
                <a:custGeom>
                  <a:avLst/>
                  <a:gdLst>
                    <a:gd name="T0" fmla="*/ 69 w 137"/>
                    <a:gd name="T1" fmla="*/ 1 h 8"/>
                    <a:gd name="T2" fmla="*/ 137 w 137"/>
                    <a:gd name="T3" fmla="*/ 7 h 8"/>
                    <a:gd name="T4" fmla="*/ 0 w 137"/>
                    <a:gd name="T5" fmla="*/ 8 h 8"/>
                    <a:gd name="T6" fmla="*/ 69 w 137"/>
                    <a:gd name="T7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7" h="8">
                      <a:moveTo>
                        <a:pt x="69" y="1"/>
                      </a:moveTo>
                      <a:cubicBezTo>
                        <a:pt x="106" y="0"/>
                        <a:pt x="137" y="3"/>
                        <a:pt x="13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4"/>
                        <a:pt x="31" y="1"/>
                        <a:pt x="69" y="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7" name="Oval 64"/>
                <p:cNvSpPr>
                  <a:spLocks noChangeArrowheads="1"/>
                </p:cNvSpPr>
                <p:nvPr/>
              </p:nvSpPr>
              <p:spPr bwMode="auto">
                <a:xfrm>
                  <a:off x="9317038" y="4810444"/>
                  <a:ext cx="58738" cy="5715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8" name="Oval 65"/>
                <p:cNvSpPr>
                  <a:spLocks noChangeArrowheads="1"/>
                </p:cNvSpPr>
                <p:nvPr/>
              </p:nvSpPr>
              <p:spPr bwMode="auto">
                <a:xfrm>
                  <a:off x="9329738" y="4823144"/>
                  <a:ext cx="31750" cy="33338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5" name="矩形 354"/>
              <p:cNvSpPr/>
              <p:nvPr/>
            </p:nvSpPr>
            <p:spPr>
              <a:xfrm>
                <a:off x="9007474" y="4624231"/>
                <a:ext cx="104776" cy="4849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7" name="矩形 356"/>
              <p:cNvSpPr/>
              <p:nvPr/>
            </p:nvSpPr>
            <p:spPr>
              <a:xfrm>
                <a:off x="9280526" y="4504059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" name="矩形 357"/>
              <p:cNvSpPr/>
              <p:nvPr/>
            </p:nvSpPr>
            <p:spPr>
              <a:xfrm>
                <a:off x="9292431" y="5111122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0" name="组合 669"/>
            <p:cNvGrpSpPr/>
            <p:nvPr/>
          </p:nvGrpSpPr>
          <p:grpSpPr>
            <a:xfrm>
              <a:off x="3994205" y="2800887"/>
              <a:ext cx="611188" cy="369888"/>
              <a:chOff x="5145088" y="2832418"/>
              <a:chExt cx="611188" cy="369888"/>
            </a:xfrm>
          </p:grpSpPr>
          <p:sp>
            <p:nvSpPr>
              <p:cNvPr id="668" name="Freeform 280"/>
              <p:cNvSpPr>
                <a:spLocks/>
              </p:cNvSpPr>
              <p:nvPr/>
            </p:nvSpPr>
            <p:spPr bwMode="auto">
              <a:xfrm>
                <a:off x="5145088" y="2832418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1 h 154"/>
                  <a:gd name="T4" fmla="*/ 204 w 255"/>
                  <a:gd name="T5" fmla="*/ 46 h 154"/>
                  <a:gd name="T6" fmla="*/ 145 w 255"/>
                  <a:gd name="T7" fmla="*/ 0 h 154"/>
                  <a:gd name="T8" fmla="*/ 91 w 255"/>
                  <a:gd name="T9" fmla="*/ 30 h 154"/>
                  <a:gd name="T10" fmla="*/ 53 w 255"/>
                  <a:gd name="T11" fmla="*/ 36 h 154"/>
                  <a:gd name="T12" fmla="*/ 34 w 255"/>
                  <a:gd name="T13" fmla="*/ 71 h 154"/>
                  <a:gd name="T14" fmla="*/ 0 w 255"/>
                  <a:gd name="T15" fmla="*/ 112 h 154"/>
                  <a:gd name="T16" fmla="*/ 31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1"/>
                    </a:cubicBezTo>
                    <a:cubicBezTo>
                      <a:pt x="255" y="48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0"/>
                    </a:cubicBezTo>
                    <a:cubicBezTo>
                      <a:pt x="104" y="0"/>
                      <a:pt x="91" y="30"/>
                      <a:pt x="91" y="30"/>
                    </a:cubicBezTo>
                    <a:cubicBezTo>
                      <a:pt x="91" y="30"/>
                      <a:pt x="70" y="22"/>
                      <a:pt x="53" y="36"/>
                    </a:cubicBezTo>
                    <a:cubicBezTo>
                      <a:pt x="30" y="54"/>
                      <a:pt x="34" y="71"/>
                      <a:pt x="34" y="71"/>
                    </a:cubicBezTo>
                    <a:cubicBezTo>
                      <a:pt x="34" y="71"/>
                      <a:pt x="1" y="77"/>
                      <a:pt x="0" y="112"/>
                    </a:cubicBezTo>
                    <a:cubicBezTo>
                      <a:pt x="0" y="148"/>
                      <a:pt x="31" y="152"/>
                      <a:pt x="31" y="152"/>
                    </a:cubicBezTo>
                    <a:cubicBezTo>
                      <a:pt x="31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9" name="Freeform 281"/>
              <p:cNvSpPr>
                <a:spLocks/>
              </p:cNvSpPr>
              <p:nvPr/>
            </p:nvSpPr>
            <p:spPr bwMode="auto">
              <a:xfrm>
                <a:off x="5448300" y="2832418"/>
                <a:ext cx="307975" cy="369888"/>
              </a:xfrm>
              <a:custGeom>
                <a:avLst/>
                <a:gdLst>
                  <a:gd name="T0" fmla="*/ 77 w 128"/>
                  <a:gd name="T1" fmla="*/ 46 h 154"/>
                  <a:gd name="T2" fmla="*/ 18 w 128"/>
                  <a:gd name="T3" fmla="*/ 0 h 154"/>
                  <a:gd name="T4" fmla="*/ 0 w 128"/>
                  <a:gd name="T5" fmla="*/ 2 h 154"/>
                  <a:gd name="T6" fmla="*/ 0 w 128"/>
                  <a:gd name="T7" fmla="*/ 153 h 154"/>
                  <a:gd name="T8" fmla="*/ 77 w 128"/>
                  <a:gd name="T9" fmla="*/ 154 h 154"/>
                  <a:gd name="T10" fmla="*/ 127 w 128"/>
                  <a:gd name="T11" fmla="*/ 101 h 154"/>
                  <a:gd name="T12" fmla="*/ 77 w 128"/>
                  <a:gd name="T13" fmla="*/ 4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4">
                    <a:moveTo>
                      <a:pt x="77" y="46"/>
                    </a:moveTo>
                    <a:cubicBezTo>
                      <a:pt x="77" y="46"/>
                      <a:pt x="59" y="1"/>
                      <a:pt x="18" y="0"/>
                    </a:cubicBezTo>
                    <a:cubicBezTo>
                      <a:pt x="11" y="0"/>
                      <a:pt x="5" y="1"/>
                      <a:pt x="0" y="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7" y="153"/>
                      <a:pt x="71" y="154"/>
                      <a:pt x="77" y="154"/>
                    </a:cubicBezTo>
                    <a:cubicBezTo>
                      <a:pt x="90" y="154"/>
                      <a:pt x="126" y="150"/>
                      <a:pt x="127" y="101"/>
                    </a:cubicBezTo>
                    <a:cubicBezTo>
                      <a:pt x="128" y="48"/>
                      <a:pt x="77" y="46"/>
                      <a:pt x="77" y="4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3" name="组合 672"/>
            <p:cNvGrpSpPr/>
            <p:nvPr/>
          </p:nvGrpSpPr>
          <p:grpSpPr>
            <a:xfrm>
              <a:off x="1500242" y="3623212"/>
              <a:ext cx="508000" cy="309563"/>
              <a:chOff x="2651125" y="3654743"/>
              <a:chExt cx="508000" cy="309563"/>
            </a:xfrm>
          </p:grpSpPr>
          <p:sp>
            <p:nvSpPr>
              <p:cNvPr id="671" name="Freeform 282"/>
              <p:cNvSpPr>
                <a:spLocks/>
              </p:cNvSpPr>
              <p:nvPr/>
            </p:nvSpPr>
            <p:spPr bwMode="auto">
              <a:xfrm>
                <a:off x="2651125" y="3654743"/>
                <a:ext cx="508000" cy="309563"/>
              </a:xfrm>
              <a:custGeom>
                <a:avLst/>
                <a:gdLst>
                  <a:gd name="T0" fmla="*/ 169 w 212"/>
                  <a:gd name="T1" fmla="*/ 128 h 129"/>
                  <a:gd name="T2" fmla="*/ 212 w 212"/>
                  <a:gd name="T3" fmla="*/ 85 h 129"/>
                  <a:gd name="T4" fmla="*/ 170 w 212"/>
                  <a:gd name="T5" fmla="*/ 38 h 129"/>
                  <a:gd name="T6" fmla="*/ 121 w 212"/>
                  <a:gd name="T7" fmla="*/ 1 h 129"/>
                  <a:gd name="T8" fmla="*/ 76 w 212"/>
                  <a:gd name="T9" fmla="*/ 26 h 129"/>
                  <a:gd name="T10" fmla="*/ 44 w 212"/>
                  <a:gd name="T11" fmla="*/ 30 h 129"/>
                  <a:gd name="T12" fmla="*/ 29 w 212"/>
                  <a:gd name="T13" fmla="*/ 60 h 129"/>
                  <a:gd name="T14" fmla="*/ 0 w 212"/>
                  <a:gd name="T15" fmla="*/ 94 h 129"/>
                  <a:gd name="T16" fmla="*/ 26 w 212"/>
                  <a:gd name="T17" fmla="*/ 127 h 129"/>
                  <a:gd name="T18" fmla="*/ 169 w 212"/>
                  <a:gd name="T19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2" h="129">
                    <a:moveTo>
                      <a:pt x="169" y="128"/>
                    </a:moveTo>
                    <a:cubicBezTo>
                      <a:pt x="180" y="129"/>
                      <a:pt x="211" y="125"/>
                      <a:pt x="212" y="85"/>
                    </a:cubicBezTo>
                    <a:cubicBezTo>
                      <a:pt x="212" y="41"/>
                      <a:pt x="170" y="38"/>
                      <a:pt x="170" y="38"/>
                    </a:cubicBezTo>
                    <a:cubicBezTo>
                      <a:pt x="170" y="38"/>
                      <a:pt x="155" y="1"/>
                      <a:pt x="121" y="1"/>
                    </a:cubicBezTo>
                    <a:cubicBezTo>
                      <a:pt x="86" y="0"/>
                      <a:pt x="76" y="26"/>
                      <a:pt x="76" y="26"/>
                    </a:cubicBezTo>
                    <a:cubicBezTo>
                      <a:pt x="76" y="26"/>
                      <a:pt x="59" y="19"/>
                      <a:pt x="44" y="30"/>
                    </a:cubicBezTo>
                    <a:cubicBezTo>
                      <a:pt x="25" y="45"/>
                      <a:pt x="29" y="60"/>
                      <a:pt x="29" y="60"/>
                    </a:cubicBezTo>
                    <a:cubicBezTo>
                      <a:pt x="29" y="60"/>
                      <a:pt x="1" y="64"/>
                      <a:pt x="0" y="94"/>
                    </a:cubicBezTo>
                    <a:cubicBezTo>
                      <a:pt x="0" y="123"/>
                      <a:pt x="26" y="127"/>
                      <a:pt x="26" y="127"/>
                    </a:cubicBezTo>
                    <a:cubicBezTo>
                      <a:pt x="26" y="127"/>
                      <a:pt x="159" y="128"/>
                      <a:pt x="169" y="128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2" name="Freeform 283"/>
              <p:cNvSpPr>
                <a:spLocks/>
              </p:cNvSpPr>
              <p:nvPr/>
            </p:nvSpPr>
            <p:spPr bwMode="auto">
              <a:xfrm>
                <a:off x="2905125" y="3657918"/>
                <a:ext cx="254000" cy="306388"/>
              </a:xfrm>
              <a:custGeom>
                <a:avLst/>
                <a:gdLst>
                  <a:gd name="T0" fmla="*/ 64 w 106"/>
                  <a:gd name="T1" fmla="*/ 37 h 128"/>
                  <a:gd name="T2" fmla="*/ 15 w 106"/>
                  <a:gd name="T3" fmla="*/ 0 h 128"/>
                  <a:gd name="T4" fmla="*/ 0 w 106"/>
                  <a:gd name="T5" fmla="*/ 1 h 128"/>
                  <a:gd name="T6" fmla="*/ 0 w 106"/>
                  <a:gd name="T7" fmla="*/ 127 h 128"/>
                  <a:gd name="T8" fmla="*/ 63 w 106"/>
                  <a:gd name="T9" fmla="*/ 127 h 128"/>
                  <a:gd name="T10" fmla="*/ 106 w 106"/>
                  <a:gd name="T11" fmla="*/ 84 h 128"/>
                  <a:gd name="T12" fmla="*/ 64 w 106"/>
                  <a:gd name="T13" fmla="*/ 3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28">
                    <a:moveTo>
                      <a:pt x="64" y="37"/>
                    </a:moveTo>
                    <a:cubicBezTo>
                      <a:pt x="64" y="37"/>
                      <a:pt x="49" y="0"/>
                      <a:pt x="15" y="0"/>
                    </a:cubicBezTo>
                    <a:cubicBezTo>
                      <a:pt x="9" y="0"/>
                      <a:pt x="4" y="0"/>
                      <a:pt x="0" y="1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30" y="127"/>
                      <a:pt x="59" y="127"/>
                      <a:pt x="63" y="127"/>
                    </a:cubicBezTo>
                    <a:cubicBezTo>
                      <a:pt x="74" y="128"/>
                      <a:pt x="105" y="124"/>
                      <a:pt x="106" y="84"/>
                    </a:cubicBezTo>
                    <a:cubicBezTo>
                      <a:pt x="106" y="40"/>
                      <a:pt x="64" y="37"/>
                      <a:pt x="64" y="37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58" name="组合 957"/>
            <p:cNvGrpSpPr/>
            <p:nvPr/>
          </p:nvGrpSpPr>
          <p:grpSpPr>
            <a:xfrm>
              <a:off x="7629580" y="3753387"/>
              <a:ext cx="534988" cy="288926"/>
              <a:chOff x="8780463" y="3784918"/>
              <a:chExt cx="534988" cy="288926"/>
            </a:xfrm>
          </p:grpSpPr>
          <p:sp>
            <p:nvSpPr>
              <p:cNvPr id="956" name="Freeform 286"/>
              <p:cNvSpPr>
                <a:spLocks/>
              </p:cNvSpPr>
              <p:nvPr/>
            </p:nvSpPr>
            <p:spPr bwMode="auto">
              <a:xfrm>
                <a:off x="8780463" y="3784918"/>
                <a:ext cx="534988" cy="288925"/>
              </a:xfrm>
              <a:custGeom>
                <a:avLst/>
                <a:gdLst>
                  <a:gd name="T0" fmla="*/ 20 w 223"/>
                  <a:gd name="T1" fmla="*/ 121 h 121"/>
                  <a:gd name="T2" fmla="*/ 192 w 223"/>
                  <a:gd name="T3" fmla="*/ 121 h 121"/>
                  <a:gd name="T4" fmla="*/ 223 w 223"/>
                  <a:gd name="T5" fmla="*/ 95 h 121"/>
                  <a:gd name="T6" fmla="*/ 193 w 223"/>
                  <a:gd name="T7" fmla="*/ 57 h 121"/>
                  <a:gd name="T8" fmla="*/ 177 w 223"/>
                  <a:gd name="T9" fmla="*/ 32 h 121"/>
                  <a:gd name="T10" fmla="*/ 139 w 223"/>
                  <a:gd name="T11" fmla="*/ 29 h 121"/>
                  <a:gd name="T12" fmla="*/ 102 w 223"/>
                  <a:gd name="T13" fmla="*/ 0 h 121"/>
                  <a:gd name="T14" fmla="*/ 66 w 223"/>
                  <a:gd name="T15" fmla="*/ 30 h 121"/>
                  <a:gd name="T16" fmla="*/ 31 w 223"/>
                  <a:gd name="T17" fmla="*/ 40 h 121"/>
                  <a:gd name="T18" fmla="*/ 23 w 223"/>
                  <a:gd name="T19" fmla="*/ 71 h 121"/>
                  <a:gd name="T20" fmla="*/ 0 w 223"/>
                  <a:gd name="T21" fmla="*/ 101 h 121"/>
                  <a:gd name="T22" fmla="*/ 20 w 223"/>
                  <a:gd name="T2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3" h="121">
                    <a:moveTo>
                      <a:pt x="20" y="121"/>
                    </a:moveTo>
                    <a:cubicBezTo>
                      <a:pt x="41" y="121"/>
                      <a:pt x="117" y="121"/>
                      <a:pt x="192" y="121"/>
                    </a:cubicBezTo>
                    <a:cubicBezTo>
                      <a:pt x="206" y="121"/>
                      <a:pt x="223" y="109"/>
                      <a:pt x="223" y="95"/>
                    </a:cubicBezTo>
                    <a:cubicBezTo>
                      <a:pt x="223" y="62"/>
                      <a:pt x="193" y="57"/>
                      <a:pt x="193" y="57"/>
                    </a:cubicBezTo>
                    <a:cubicBezTo>
                      <a:pt x="193" y="57"/>
                      <a:pt x="195" y="41"/>
                      <a:pt x="177" y="32"/>
                    </a:cubicBezTo>
                    <a:cubicBezTo>
                      <a:pt x="159" y="23"/>
                      <a:pt x="139" y="29"/>
                      <a:pt x="139" y="29"/>
                    </a:cubicBezTo>
                    <a:cubicBezTo>
                      <a:pt x="139" y="29"/>
                      <a:pt x="136" y="0"/>
                      <a:pt x="102" y="0"/>
                    </a:cubicBezTo>
                    <a:cubicBezTo>
                      <a:pt x="67" y="0"/>
                      <a:pt x="66" y="30"/>
                      <a:pt x="66" y="30"/>
                    </a:cubicBezTo>
                    <a:cubicBezTo>
                      <a:pt x="66" y="30"/>
                      <a:pt x="48" y="24"/>
                      <a:pt x="31" y="40"/>
                    </a:cubicBezTo>
                    <a:cubicBezTo>
                      <a:pt x="14" y="57"/>
                      <a:pt x="23" y="71"/>
                      <a:pt x="23" y="71"/>
                    </a:cubicBezTo>
                    <a:cubicBezTo>
                      <a:pt x="23" y="71"/>
                      <a:pt x="0" y="79"/>
                      <a:pt x="0" y="101"/>
                    </a:cubicBezTo>
                    <a:cubicBezTo>
                      <a:pt x="0" y="109"/>
                      <a:pt x="8" y="121"/>
                      <a:pt x="20" y="121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7" name="Freeform 287"/>
              <p:cNvSpPr>
                <a:spLocks/>
              </p:cNvSpPr>
              <p:nvPr/>
            </p:nvSpPr>
            <p:spPr bwMode="auto">
              <a:xfrm>
                <a:off x="9048750" y="3786506"/>
                <a:ext cx="266700" cy="287338"/>
              </a:xfrm>
              <a:custGeom>
                <a:avLst/>
                <a:gdLst>
                  <a:gd name="T0" fmla="*/ 81 w 111"/>
                  <a:gd name="T1" fmla="*/ 56 h 120"/>
                  <a:gd name="T2" fmla="*/ 65 w 111"/>
                  <a:gd name="T3" fmla="*/ 31 h 120"/>
                  <a:gd name="T4" fmla="*/ 27 w 111"/>
                  <a:gd name="T5" fmla="*/ 28 h 120"/>
                  <a:gd name="T6" fmla="*/ 0 w 111"/>
                  <a:gd name="T7" fmla="*/ 0 h 120"/>
                  <a:gd name="T8" fmla="*/ 0 w 111"/>
                  <a:gd name="T9" fmla="*/ 120 h 120"/>
                  <a:gd name="T10" fmla="*/ 80 w 111"/>
                  <a:gd name="T11" fmla="*/ 120 h 120"/>
                  <a:gd name="T12" fmla="*/ 111 w 111"/>
                  <a:gd name="T13" fmla="*/ 94 h 120"/>
                  <a:gd name="T14" fmla="*/ 81 w 111"/>
                  <a:gd name="T15" fmla="*/ 56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20">
                    <a:moveTo>
                      <a:pt x="81" y="56"/>
                    </a:moveTo>
                    <a:cubicBezTo>
                      <a:pt x="81" y="56"/>
                      <a:pt x="83" y="40"/>
                      <a:pt x="65" y="31"/>
                    </a:cubicBezTo>
                    <a:cubicBezTo>
                      <a:pt x="47" y="22"/>
                      <a:pt x="27" y="28"/>
                      <a:pt x="27" y="28"/>
                    </a:cubicBezTo>
                    <a:cubicBezTo>
                      <a:pt x="27" y="28"/>
                      <a:pt x="25" y="5"/>
                      <a:pt x="0" y="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5" y="120"/>
                      <a:pt x="52" y="120"/>
                      <a:pt x="80" y="120"/>
                    </a:cubicBezTo>
                    <a:cubicBezTo>
                      <a:pt x="94" y="120"/>
                      <a:pt x="111" y="108"/>
                      <a:pt x="111" y="94"/>
                    </a:cubicBezTo>
                    <a:cubicBezTo>
                      <a:pt x="111" y="61"/>
                      <a:pt x="81" y="56"/>
                      <a:pt x="81" y="5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85" name="组合 984"/>
            <p:cNvGrpSpPr/>
            <p:nvPr/>
          </p:nvGrpSpPr>
          <p:grpSpPr>
            <a:xfrm>
              <a:off x="6350848" y="5169756"/>
              <a:ext cx="331788" cy="265113"/>
              <a:chOff x="7501731" y="5201287"/>
              <a:chExt cx="331788" cy="265113"/>
            </a:xfrm>
          </p:grpSpPr>
          <p:sp>
            <p:nvSpPr>
              <p:cNvPr id="962" name="Freeform 234"/>
              <p:cNvSpPr>
                <a:spLocks/>
              </p:cNvSpPr>
              <p:nvPr/>
            </p:nvSpPr>
            <p:spPr bwMode="auto">
              <a:xfrm>
                <a:off x="7592219" y="5344162"/>
                <a:ext cx="19050" cy="122238"/>
              </a:xfrm>
              <a:custGeom>
                <a:avLst/>
                <a:gdLst>
                  <a:gd name="T0" fmla="*/ 12 w 12"/>
                  <a:gd name="T1" fmla="*/ 77 h 77"/>
                  <a:gd name="T2" fmla="*/ 1 w 12"/>
                  <a:gd name="T3" fmla="*/ 77 h 77"/>
                  <a:gd name="T4" fmla="*/ 0 w 12"/>
                  <a:gd name="T5" fmla="*/ 0 h 77"/>
                  <a:gd name="T6" fmla="*/ 10 w 12"/>
                  <a:gd name="T7" fmla="*/ 0 h 77"/>
                  <a:gd name="T8" fmla="*/ 12 w 12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7">
                    <a:moveTo>
                      <a:pt x="12" y="77"/>
                    </a:moveTo>
                    <a:lnTo>
                      <a:pt x="1" y="77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77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9" name="Freeform 241"/>
              <p:cNvSpPr>
                <a:spLocks/>
              </p:cNvSpPr>
              <p:nvPr/>
            </p:nvSpPr>
            <p:spPr bwMode="auto">
              <a:xfrm>
                <a:off x="7580313" y="5261293"/>
                <a:ext cx="211138" cy="125413"/>
              </a:xfrm>
              <a:custGeom>
                <a:avLst/>
                <a:gdLst>
                  <a:gd name="T0" fmla="*/ 88 w 88"/>
                  <a:gd name="T1" fmla="*/ 32 h 52"/>
                  <a:gd name="T2" fmla="*/ 75 w 88"/>
                  <a:gd name="T3" fmla="*/ 43 h 52"/>
                  <a:gd name="T4" fmla="*/ 14 w 88"/>
                  <a:gd name="T5" fmla="*/ 52 h 52"/>
                  <a:gd name="T6" fmla="*/ 1 w 88"/>
                  <a:gd name="T7" fmla="*/ 41 h 52"/>
                  <a:gd name="T8" fmla="*/ 0 w 88"/>
                  <a:gd name="T9" fmla="*/ 12 h 52"/>
                  <a:gd name="T10" fmla="*/ 13 w 88"/>
                  <a:gd name="T11" fmla="*/ 1 h 52"/>
                  <a:gd name="T12" fmla="*/ 74 w 88"/>
                  <a:gd name="T13" fmla="*/ 0 h 52"/>
                  <a:gd name="T14" fmla="*/ 87 w 88"/>
                  <a:gd name="T15" fmla="*/ 11 h 52"/>
                  <a:gd name="T16" fmla="*/ 88 w 88"/>
                  <a:gd name="T17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52">
                    <a:moveTo>
                      <a:pt x="88" y="32"/>
                    </a:moveTo>
                    <a:cubicBezTo>
                      <a:pt x="88" y="38"/>
                      <a:pt x="82" y="43"/>
                      <a:pt x="75" y="4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7" y="52"/>
                      <a:pt x="1" y="47"/>
                      <a:pt x="1" y="4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6"/>
                      <a:pt x="6" y="1"/>
                      <a:pt x="13" y="1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81" y="0"/>
                      <a:pt x="87" y="5"/>
                      <a:pt x="87" y="11"/>
                    </a:cubicBezTo>
                    <a:lnTo>
                      <a:pt x="88" y="32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0" name="Freeform 232"/>
              <p:cNvSpPr>
                <a:spLocks/>
              </p:cNvSpPr>
              <p:nvPr/>
            </p:nvSpPr>
            <p:spPr bwMode="auto">
              <a:xfrm>
                <a:off x="7554119" y="5201287"/>
                <a:ext cx="117475" cy="171450"/>
              </a:xfrm>
              <a:custGeom>
                <a:avLst/>
                <a:gdLst>
                  <a:gd name="T0" fmla="*/ 0 w 49"/>
                  <a:gd name="T1" fmla="*/ 25 h 71"/>
                  <a:gd name="T2" fmla="*/ 0 w 49"/>
                  <a:gd name="T3" fmla="*/ 1 h 71"/>
                  <a:gd name="T4" fmla="*/ 48 w 49"/>
                  <a:gd name="T5" fmla="*/ 36 h 71"/>
                  <a:gd name="T6" fmla="*/ 0 w 49"/>
                  <a:gd name="T7" fmla="*/ 2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71">
                    <a:moveTo>
                      <a:pt x="0" y="2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8" y="0"/>
                      <a:pt x="48" y="36"/>
                    </a:cubicBezTo>
                    <a:cubicBezTo>
                      <a:pt x="49" y="71"/>
                      <a:pt x="1" y="40"/>
                      <a:pt x="0" y="25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1" name="Freeform 247"/>
              <p:cNvSpPr>
                <a:spLocks/>
              </p:cNvSpPr>
              <p:nvPr/>
            </p:nvSpPr>
            <p:spPr bwMode="auto">
              <a:xfrm>
                <a:off x="7582694" y="5247325"/>
                <a:ext cx="52388" cy="139700"/>
              </a:xfrm>
              <a:custGeom>
                <a:avLst/>
                <a:gdLst>
                  <a:gd name="T0" fmla="*/ 0 w 22"/>
                  <a:gd name="T1" fmla="*/ 0 h 58"/>
                  <a:gd name="T2" fmla="*/ 6 w 22"/>
                  <a:gd name="T3" fmla="*/ 0 h 58"/>
                  <a:gd name="T4" fmla="*/ 22 w 22"/>
                  <a:gd name="T5" fmla="*/ 15 h 58"/>
                  <a:gd name="T6" fmla="*/ 17 w 22"/>
                  <a:gd name="T7" fmla="*/ 42 h 58"/>
                  <a:gd name="T8" fmla="*/ 2 w 22"/>
                  <a:gd name="T9" fmla="*/ 58 h 58"/>
                  <a:gd name="T10" fmla="*/ 0 w 22"/>
                  <a:gd name="T11" fmla="*/ 58 h 58"/>
                  <a:gd name="T12" fmla="*/ 0 w 22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5" y="0"/>
                      <a:pt x="22" y="7"/>
                      <a:pt x="22" y="15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5" y="52"/>
                      <a:pt x="10" y="58"/>
                      <a:pt x="2" y="58"/>
                    </a:cubicBezTo>
                    <a:cubicBezTo>
                      <a:pt x="0" y="58"/>
                      <a:pt x="0" y="58"/>
                      <a:pt x="0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3" name="Freeform 251"/>
              <p:cNvSpPr>
                <a:spLocks/>
              </p:cNvSpPr>
              <p:nvPr/>
            </p:nvSpPr>
            <p:spPr bwMode="auto">
              <a:xfrm>
                <a:off x="7583488" y="5343843"/>
                <a:ext cx="38100" cy="42863"/>
              </a:xfrm>
              <a:custGeom>
                <a:avLst/>
                <a:gdLst>
                  <a:gd name="T0" fmla="*/ 1 w 16"/>
                  <a:gd name="T1" fmla="*/ 1 h 18"/>
                  <a:gd name="T2" fmla="*/ 0 w 16"/>
                  <a:gd name="T3" fmla="*/ 1 h 18"/>
                  <a:gd name="T4" fmla="*/ 0 w 16"/>
                  <a:gd name="T5" fmla="*/ 18 h 18"/>
                  <a:gd name="T6" fmla="*/ 2 w 16"/>
                  <a:gd name="T7" fmla="*/ 18 h 18"/>
                  <a:gd name="T8" fmla="*/ 16 w 16"/>
                  <a:gd name="T9" fmla="*/ 5 h 18"/>
                  <a:gd name="T10" fmla="*/ 1 w 16"/>
                  <a:gd name="T1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9" y="18"/>
                      <a:pt x="14" y="13"/>
                      <a:pt x="16" y="5"/>
                    </a:cubicBezTo>
                    <a:cubicBezTo>
                      <a:pt x="13" y="2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9" name="Freeform 231"/>
              <p:cNvSpPr>
                <a:spLocks/>
              </p:cNvSpPr>
              <p:nvPr/>
            </p:nvSpPr>
            <p:spPr bwMode="auto">
              <a:xfrm>
                <a:off x="7747794" y="5271137"/>
                <a:ext cx="85725" cy="96838"/>
              </a:xfrm>
              <a:custGeom>
                <a:avLst/>
                <a:gdLst>
                  <a:gd name="T0" fmla="*/ 10 w 36"/>
                  <a:gd name="T1" fmla="*/ 3 h 40"/>
                  <a:gd name="T2" fmla="*/ 21 w 36"/>
                  <a:gd name="T3" fmla="*/ 0 h 40"/>
                  <a:gd name="T4" fmla="*/ 36 w 36"/>
                  <a:gd name="T5" fmla="*/ 21 h 40"/>
                  <a:gd name="T6" fmla="*/ 36 w 36"/>
                  <a:gd name="T7" fmla="*/ 40 h 40"/>
                  <a:gd name="T8" fmla="*/ 22 w 36"/>
                  <a:gd name="T9" fmla="*/ 40 h 40"/>
                  <a:gd name="T10" fmla="*/ 24 w 36"/>
                  <a:gd name="T11" fmla="*/ 19 h 40"/>
                  <a:gd name="T12" fmla="*/ 11 w 36"/>
                  <a:gd name="T13" fmla="*/ 7 h 40"/>
                  <a:gd name="T14" fmla="*/ 10 w 36"/>
                  <a:gd name="T15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10" y="3"/>
                    </a:moveTo>
                    <a:cubicBezTo>
                      <a:pt x="10" y="3"/>
                      <a:pt x="15" y="0"/>
                      <a:pt x="21" y="0"/>
                    </a:cubicBezTo>
                    <a:cubicBezTo>
                      <a:pt x="26" y="0"/>
                      <a:pt x="35" y="6"/>
                      <a:pt x="36" y="21"/>
                    </a:cubicBezTo>
                    <a:cubicBezTo>
                      <a:pt x="36" y="35"/>
                      <a:pt x="36" y="40"/>
                      <a:pt x="36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4" y="28"/>
                      <a:pt x="24" y="19"/>
                    </a:cubicBezTo>
                    <a:cubicBezTo>
                      <a:pt x="24" y="9"/>
                      <a:pt x="21" y="3"/>
                      <a:pt x="11" y="7"/>
                    </a:cubicBezTo>
                    <a:cubicBezTo>
                      <a:pt x="0" y="11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1" name="Freeform 233"/>
              <p:cNvSpPr>
                <a:spLocks/>
              </p:cNvSpPr>
              <p:nvPr/>
            </p:nvSpPr>
            <p:spPr bwMode="auto">
              <a:xfrm>
                <a:off x="7638256" y="5363212"/>
                <a:ext cx="15875" cy="100013"/>
              </a:xfrm>
              <a:custGeom>
                <a:avLst/>
                <a:gdLst>
                  <a:gd name="T0" fmla="*/ 10 w 10"/>
                  <a:gd name="T1" fmla="*/ 63 h 63"/>
                  <a:gd name="T2" fmla="*/ 0 w 10"/>
                  <a:gd name="T3" fmla="*/ 63 h 63"/>
                  <a:gd name="T4" fmla="*/ 0 w 10"/>
                  <a:gd name="T5" fmla="*/ 0 h 63"/>
                  <a:gd name="T6" fmla="*/ 9 w 10"/>
                  <a:gd name="T7" fmla="*/ 0 h 63"/>
                  <a:gd name="T8" fmla="*/ 10 w 10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lnTo>
                      <a:pt x="0" y="63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3" name="Rectangle 235"/>
              <p:cNvSpPr>
                <a:spLocks noChangeArrowheads="1"/>
              </p:cNvSpPr>
              <p:nvPr/>
            </p:nvSpPr>
            <p:spPr bwMode="auto">
              <a:xfrm>
                <a:off x="7593806" y="5455287"/>
                <a:ext cx="17463" cy="1111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4" name="Rectangle 236"/>
              <p:cNvSpPr>
                <a:spLocks noChangeArrowheads="1"/>
              </p:cNvSpPr>
              <p:nvPr/>
            </p:nvSpPr>
            <p:spPr bwMode="auto">
              <a:xfrm>
                <a:off x="7638256" y="5455287"/>
                <a:ext cx="1587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5" name="Freeform 237"/>
              <p:cNvSpPr>
                <a:spLocks/>
              </p:cNvSpPr>
              <p:nvPr/>
            </p:nvSpPr>
            <p:spPr bwMode="auto">
              <a:xfrm>
                <a:off x="7766844" y="5350512"/>
                <a:ext cx="17463" cy="112713"/>
              </a:xfrm>
              <a:custGeom>
                <a:avLst/>
                <a:gdLst>
                  <a:gd name="T0" fmla="*/ 11 w 11"/>
                  <a:gd name="T1" fmla="*/ 70 h 71"/>
                  <a:gd name="T2" fmla="*/ 2 w 11"/>
                  <a:gd name="T3" fmla="*/ 71 h 71"/>
                  <a:gd name="T4" fmla="*/ 0 w 11"/>
                  <a:gd name="T5" fmla="*/ 0 h 71"/>
                  <a:gd name="T6" fmla="*/ 11 w 11"/>
                  <a:gd name="T7" fmla="*/ 0 h 71"/>
                  <a:gd name="T8" fmla="*/ 11 w 11"/>
                  <a:gd name="T9" fmla="*/ 7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0"/>
                    </a:moveTo>
                    <a:lnTo>
                      <a:pt x="2" y="7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7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6" name="Freeform 238"/>
              <p:cNvSpPr>
                <a:spLocks/>
              </p:cNvSpPr>
              <p:nvPr/>
            </p:nvSpPr>
            <p:spPr bwMode="auto">
              <a:xfrm>
                <a:off x="7770019" y="5453700"/>
                <a:ext cx="14288" cy="9525"/>
              </a:xfrm>
              <a:custGeom>
                <a:avLst/>
                <a:gdLst>
                  <a:gd name="T0" fmla="*/ 0 w 9"/>
                  <a:gd name="T1" fmla="*/ 0 h 6"/>
                  <a:gd name="T2" fmla="*/ 0 w 9"/>
                  <a:gd name="T3" fmla="*/ 6 h 6"/>
                  <a:gd name="T4" fmla="*/ 9 w 9"/>
                  <a:gd name="T5" fmla="*/ 5 h 6"/>
                  <a:gd name="T6" fmla="*/ 9 w 9"/>
                  <a:gd name="T7" fmla="*/ 0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0" y="6"/>
                    </a:lnTo>
                    <a:lnTo>
                      <a:pt x="9" y="5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7" name="Freeform 239"/>
              <p:cNvSpPr>
                <a:spLocks/>
              </p:cNvSpPr>
              <p:nvPr/>
            </p:nvSpPr>
            <p:spPr bwMode="auto">
              <a:xfrm>
                <a:off x="7730331" y="5350512"/>
                <a:ext cx="17463" cy="112713"/>
              </a:xfrm>
              <a:custGeom>
                <a:avLst/>
                <a:gdLst>
                  <a:gd name="T0" fmla="*/ 11 w 11"/>
                  <a:gd name="T1" fmla="*/ 71 h 71"/>
                  <a:gd name="T2" fmla="*/ 0 w 11"/>
                  <a:gd name="T3" fmla="*/ 71 h 71"/>
                  <a:gd name="T4" fmla="*/ 0 w 11"/>
                  <a:gd name="T5" fmla="*/ 0 h 71"/>
                  <a:gd name="T6" fmla="*/ 10 w 11"/>
                  <a:gd name="T7" fmla="*/ 0 h 71"/>
                  <a:gd name="T8" fmla="*/ 11 w 11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1"/>
                    </a:moveTo>
                    <a:lnTo>
                      <a:pt x="0" y="7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1" y="7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8" name="Rectangle 240"/>
              <p:cNvSpPr>
                <a:spLocks noChangeArrowheads="1"/>
              </p:cNvSpPr>
              <p:nvPr/>
            </p:nvSpPr>
            <p:spPr bwMode="auto">
              <a:xfrm>
                <a:off x="7730331" y="5453700"/>
                <a:ext cx="17463" cy="9525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9" name="Freeform 242"/>
              <p:cNvSpPr>
                <a:spLocks/>
              </p:cNvSpPr>
              <p:nvPr/>
            </p:nvSpPr>
            <p:spPr bwMode="auto">
              <a:xfrm>
                <a:off x="7501731" y="5240975"/>
                <a:ext cx="58738" cy="47625"/>
              </a:xfrm>
              <a:custGeom>
                <a:avLst/>
                <a:gdLst>
                  <a:gd name="T0" fmla="*/ 25 w 25"/>
                  <a:gd name="T1" fmla="*/ 17 h 20"/>
                  <a:gd name="T2" fmla="*/ 13 w 25"/>
                  <a:gd name="T3" fmla="*/ 3 h 20"/>
                  <a:gd name="T4" fmla="*/ 0 w 25"/>
                  <a:gd name="T5" fmla="*/ 2 h 20"/>
                  <a:gd name="T6" fmla="*/ 11 w 25"/>
                  <a:gd name="T7" fmla="*/ 17 h 20"/>
                  <a:gd name="T8" fmla="*/ 25 w 25"/>
                  <a:gd name="T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5" y="17"/>
                    </a:moveTo>
                    <a:cubicBezTo>
                      <a:pt x="23" y="12"/>
                      <a:pt x="18" y="6"/>
                      <a:pt x="13" y="3"/>
                    </a:cubicBezTo>
                    <a:cubicBezTo>
                      <a:pt x="8" y="0"/>
                      <a:pt x="3" y="0"/>
                      <a:pt x="0" y="2"/>
                    </a:cubicBezTo>
                    <a:cubicBezTo>
                      <a:pt x="2" y="8"/>
                      <a:pt x="6" y="13"/>
                      <a:pt x="11" y="17"/>
                    </a:cubicBezTo>
                    <a:cubicBezTo>
                      <a:pt x="17" y="20"/>
                      <a:pt x="22" y="20"/>
                      <a:pt x="25" y="17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0" name="Freeform 246"/>
              <p:cNvSpPr>
                <a:spLocks/>
              </p:cNvSpPr>
              <p:nvPr/>
            </p:nvSpPr>
            <p:spPr bwMode="auto">
              <a:xfrm>
                <a:off x="7527131" y="5247325"/>
                <a:ext cx="55563" cy="139700"/>
              </a:xfrm>
              <a:custGeom>
                <a:avLst/>
                <a:gdLst>
                  <a:gd name="T0" fmla="*/ 23 w 23"/>
                  <a:gd name="T1" fmla="*/ 0 h 58"/>
                  <a:gd name="T2" fmla="*/ 16 w 23"/>
                  <a:gd name="T3" fmla="*/ 1 h 58"/>
                  <a:gd name="T4" fmla="*/ 1 w 23"/>
                  <a:gd name="T5" fmla="*/ 16 h 58"/>
                  <a:gd name="T6" fmla="*/ 6 w 23"/>
                  <a:gd name="T7" fmla="*/ 43 h 58"/>
                  <a:gd name="T8" fmla="*/ 22 w 23"/>
                  <a:gd name="T9" fmla="*/ 58 h 58"/>
                  <a:gd name="T10" fmla="*/ 23 w 23"/>
                  <a:gd name="T11" fmla="*/ 58 h 58"/>
                  <a:gd name="T12" fmla="*/ 23 w 23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8">
                    <a:moveTo>
                      <a:pt x="23" y="0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7" y="1"/>
                      <a:pt x="0" y="8"/>
                      <a:pt x="1" y="16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53"/>
                      <a:pt x="14" y="58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2" name="Freeform 248"/>
              <p:cNvSpPr>
                <a:spLocks/>
              </p:cNvSpPr>
              <p:nvPr/>
            </p:nvSpPr>
            <p:spPr bwMode="auto">
              <a:xfrm>
                <a:off x="7555706" y="5283837"/>
                <a:ext cx="14288" cy="14288"/>
              </a:xfrm>
              <a:custGeom>
                <a:avLst/>
                <a:gdLst>
                  <a:gd name="T0" fmla="*/ 6 w 6"/>
                  <a:gd name="T1" fmla="*/ 3 h 6"/>
                  <a:gd name="T2" fmla="*/ 3 w 6"/>
                  <a:gd name="T3" fmla="*/ 6 h 6"/>
                  <a:gd name="T4" fmla="*/ 0 w 6"/>
                  <a:gd name="T5" fmla="*/ 3 h 6"/>
                  <a:gd name="T6" fmla="*/ 3 w 6"/>
                  <a:gd name="T7" fmla="*/ 0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3" name="Freeform 249"/>
              <p:cNvSpPr>
                <a:spLocks/>
              </p:cNvSpPr>
              <p:nvPr/>
            </p:nvSpPr>
            <p:spPr bwMode="auto">
              <a:xfrm>
                <a:off x="7592219" y="5283837"/>
                <a:ext cx="15875" cy="14288"/>
              </a:xfrm>
              <a:custGeom>
                <a:avLst/>
                <a:gdLst>
                  <a:gd name="T0" fmla="*/ 7 w 7"/>
                  <a:gd name="T1" fmla="*/ 3 h 6"/>
                  <a:gd name="T2" fmla="*/ 3 w 7"/>
                  <a:gd name="T3" fmla="*/ 6 h 6"/>
                  <a:gd name="T4" fmla="*/ 0 w 7"/>
                  <a:gd name="T5" fmla="*/ 3 h 6"/>
                  <a:gd name="T6" fmla="*/ 3 w 7"/>
                  <a:gd name="T7" fmla="*/ 0 h 6"/>
                  <a:gd name="T8" fmla="*/ 7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4" name="Freeform 250"/>
              <p:cNvSpPr>
                <a:spLocks/>
              </p:cNvSpPr>
              <p:nvPr/>
            </p:nvSpPr>
            <p:spPr bwMode="auto">
              <a:xfrm>
                <a:off x="7544594" y="5345750"/>
                <a:ext cx="38100" cy="41275"/>
              </a:xfrm>
              <a:custGeom>
                <a:avLst/>
                <a:gdLst>
                  <a:gd name="T0" fmla="*/ 0 w 16"/>
                  <a:gd name="T1" fmla="*/ 5 h 17"/>
                  <a:gd name="T2" fmla="*/ 15 w 16"/>
                  <a:gd name="T3" fmla="*/ 17 h 17"/>
                  <a:gd name="T4" fmla="*/ 16 w 16"/>
                  <a:gd name="T5" fmla="*/ 17 h 17"/>
                  <a:gd name="T6" fmla="*/ 16 w 16"/>
                  <a:gd name="T7" fmla="*/ 0 h 17"/>
                  <a:gd name="T8" fmla="*/ 0 w 16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5"/>
                    </a:moveTo>
                    <a:cubicBezTo>
                      <a:pt x="3" y="13"/>
                      <a:pt x="8" y="17"/>
                      <a:pt x="15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0"/>
                      <a:pt x="3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5" name="Oval 252"/>
              <p:cNvSpPr>
                <a:spLocks noChangeArrowheads="1"/>
              </p:cNvSpPr>
              <p:nvPr/>
            </p:nvSpPr>
            <p:spPr bwMode="auto">
              <a:xfrm>
                <a:off x="7563644" y="5360037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6" name="Freeform 253"/>
              <p:cNvSpPr>
                <a:spLocks/>
              </p:cNvSpPr>
              <p:nvPr/>
            </p:nvSpPr>
            <p:spPr bwMode="auto">
              <a:xfrm>
                <a:off x="7592219" y="5360037"/>
                <a:ext cx="11113" cy="12700"/>
              </a:xfrm>
              <a:custGeom>
                <a:avLst/>
                <a:gdLst>
                  <a:gd name="T0" fmla="*/ 5 w 5"/>
                  <a:gd name="T1" fmla="*/ 2 h 5"/>
                  <a:gd name="T2" fmla="*/ 2 w 5"/>
                  <a:gd name="T3" fmla="*/ 5 h 5"/>
                  <a:gd name="T4" fmla="*/ 0 w 5"/>
                  <a:gd name="T5" fmla="*/ 2 h 5"/>
                  <a:gd name="T6" fmla="*/ 2 w 5"/>
                  <a:gd name="T7" fmla="*/ 0 h 5"/>
                  <a:gd name="T8" fmla="*/ 5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3"/>
                      <a:pt x="4" y="4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0" name="Freeform 243"/>
              <p:cNvSpPr>
                <a:spLocks/>
              </p:cNvSpPr>
              <p:nvPr/>
            </p:nvSpPr>
            <p:spPr bwMode="auto">
              <a:xfrm>
                <a:off x="7502525" y="5240656"/>
                <a:ext cx="58738" cy="39688"/>
              </a:xfrm>
              <a:custGeom>
                <a:avLst/>
                <a:gdLst>
                  <a:gd name="T0" fmla="*/ 13 w 25"/>
                  <a:gd name="T1" fmla="*/ 3 h 17"/>
                  <a:gd name="T2" fmla="*/ 25 w 25"/>
                  <a:gd name="T3" fmla="*/ 17 h 17"/>
                  <a:gd name="T4" fmla="*/ 0 w 25"/>
                  <a:gd name="T5" fmla="*/ 2 h 17"/>
                  <a:gd name="T6" fmla="*/ 13 w 25"/>
                  <a:gd name="T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13" y="3"/>
                    </a:moveTo>
                    <a:cubicBezTo>
                      <a:pt x="18" y="6"/>
                      <a:pt x="23" y="12"/>
                      <a:pt x="25" y="1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1" name="Freeform 244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7625"/>
              </a:xfrm>
              <a:custGeom>
                <a:avLst/>
                <a:gdLst>
                  <a:gd name="T0" fmla="*/ 0 w 25"/>
                  <a:gd name="T1" fmla="*/ 18 h 20"/>
                  <a:gd name="T2" fmla="*/ 12 w 25"/>
                  <a:gd name="T3" fmla="*/ 4 h 20"/>
                  <a:gd name="T4" fmla="*/ 25 w 25"/>
                  <a:gd name="T5" fmla="*/ 2 h 20"/>
                  <a:gd name="T6" fmla="*/ 14 w 25"/>
                  <a:gd name="T7" fmla="*/ 17 h 20"/>
                  <a:gd name="T8" fmla="*/ 0 w 25"/>
                  <a:gd name="T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0" y="18"/>
                    </a:moveTo>
                    <a:cubicBezTo>
                      <a:pt x="3" y="12"/>
                      <a:pt x="7" y="7"/>
                      <a:pt x="12" y="4"/>
                    </a:cubicBezTo>
                    <a:cubicBezTo>
                      <a:pt x="17" y="0"/>
                      <a:pt x="22" y="0"/>
                      <a:pt x="25" y="2"/>
                    </a:cubicBezTo>
                    <a:cubicBezTo>
                      <a:pt x="23" y="8"/>
                      <a:pt x="19" y="14"/>
                      <a:pt x="14" y="17"/>
                    </a:cubicBezTo>
                    <a:cubicBezTo>
                      <a:pt x="9" y="20"/>
                      <a:pt x="4" y="20"/>
                      <a:pt x="0" y="18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2" name="Freeform 245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2863"/>
              </a:xfrm>
              <a:custGeom>
                <a:avLst/>
                <a:gdLst>
                  <a:gd name="T0" fmla="*/ 12 w 25"/>
                  <a:gd name="T1" fmla="*/ 4 h 18"/>
                  <a:gd name="T2" fmla="*/ 0 w 25"/>
                  <a:gd name="T3" fmla="*/ 18 h 18"/>
                  <a:gd name="T4" fmla="*/ 25 w 25"/>
                  <a:gd name="T5" fmla="*/ 2 h 18"/>
                  <a:gd name="T6" fmla="*/ 12 w 25"/>
                  <a:gd name="T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8">
                    <a:moveTo>
                      <a:pt x="12" y="4"/>
                    </a:moveTo>
                    <a:cubicBezTo>
                      <a:pt x="7" y="7"/>
                      <a:pt x="3" y="12"/>
                      <a:pt x="0" y="18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2" y="0"/>
                      <a:pt x="17" y="0"/>
                      <a:pt x="12" y="4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361" name="文本框 360"/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12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DAAB79E-B4D3-AAE5-D1A7-1A2F10DAA880}"/>
              </a:ext>
            </a:extLst>
          </p:cNvPr>
          <p:cNvSpPr txBox="1"/>
          <p:nvPr/>
        </p:nvSpPr>
        <p:spPr>
          <a:xfrm>
            <a:off x="1750340" y="163966"/>
            <a:ext cx="10012808" cy="1955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空气污染问题愈发严重，雾霾笼罩了整个城市。政府为了改善空气质量，决定对部分企业实施生产限制。面对这一突如其来的政策调整，你们的企业将如何应对？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611936" y="2513370"/>
            <a:ext cx="9089082" cy="17813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维持原状：</a:t>
            </a:r>
            <a:r>
              <a:rPr kumimoji="0" lang="zh-CN" altLang="en-US" sz="2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不做调整，继续全力以赴保证生产任务</a:t>
            </a:r>
            <a:endParaRPr kumimoji="0" lang="en-US" altLang="zh-CN" sz="2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关停部分生产线：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关闭部分生产线，配合政府的环保措施</a:t>
            </a:r>
          </a:p>
        </p:txBody>
      </p:sp>
    </p:spTree>
    <p:extLst>
      <p:ext uri="{BB962C8B-B14F-4D97-AF65-F5344CB8AC3E}">
        <p14:creationId xmlns:p14="http://schemas.microsoft.com/office/powerpoint/2010/main" val="2187228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FB8B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文本框 36">
            <a:extLst>
              <a:ext uri="{FF2B5EF4-FFF2-40B4-BE49-F238E27FC236}">
                <a16:creationId xmlns:a16="http://schemas.microsoft.com/office/drawing/2014/main" id="{0A5FB109-85B3-C8AB-4A79-75813F63FB4F}"/>
              </a:ext>
            </a:extLst>
          </p:cNvPr>
          <p:cNvSpPr txBox="1"/>
          <p:nvPr/>
        </p:nvSpPr>
        <p:spPr>
          <a:xfrm>
            <a:off x="1880378" y="2263289"/>
            <a:ext cx="3566567" cy="32125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  </a:t>
            </a:r>
          </a:p>
          <a:p>
            <a:pPr marL="457200" marR="0" lvl="0" indent="-457200" algn="l" defTabSz="914400" rtl="0" eaLnBrk="1" fontAlgn="auto" latinLnBrk="0" hangingPunct="1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lphaUcPeriod"/>
              <a:tabLst/>
              <a:defRPr/>
            </a:pP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7767692" y="4820071"/>
            <a:ext cx="4424308" cy="2043601"/>
            <a:chOff x="757292" y="2691350"/>
            <a:chExt cx="8375650" cy="3868737"/>
          </a:xfrm>
        </p:grpSpPr>
        <p:grpSp>
          <p:nvGrpSpPr>
            <p:cNvPr id="660" name="组合 659"/>
            <p:cNvGrpSpPr/>
            <p:nvPr/>
          </p:nvGrpSpPr>
          <p:grpSpPr>
            <a:xfrm>
              <a:off x="5068942" y="2691350"/>
              <a:ext cx="793751" cy="2611437"/>
              <a:chOff x="6219825" y="2722881"/>
              <a:chExt cx="793751" cy="2454275"/>
            </a:xfrm>
          </p:grpSpPr>
          <p:sp>
            <p:nvSpPr>
              <p:cNvPr id="655" name="Freeform 5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close/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close/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close/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close/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6" name="Freeform 7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close/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7" name="Freeform 11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8" name="Freeform 13"/>
              <p:cNvSpPr>
                <a:spLocks/>
              </p:cNvSpPr>
              <p:nvPr/>
            </p:nvSpPr>
            <p:spPr bwMode="auto">
              <a:xfrm>
                <a:off x="6219825" y="2722881"/>
                <a:ext cx="793750" cy="479425"/>
              </a:xfrm>
              <a:custGeom>
                <a:avLst/>
                <a:gdLst>
                  <a:gd name="T0" fmla="*/ 265 w 331"/>
                  <a:gd name="T1" fmla="*/ 200 h 200"/>
                  <a:gd name="T2" fmla="*/ 330 w 331"/>
                  <a:gd name="T3" fmla="*/ 132 h 200"/>
                  <a:gd name="T4" fmla="*/ 265 w 331"/>
                  <a:gd name="T5" fmla="*/ 59 h 200"/>
                  <a:gd name="T6" fmla="*/ 188 w 331"/>
                  <a:gd name="T7" fmla="*/ 1 h 200"/>
                  <a:gd name="T8" fmla="*/ 119 w 331"/>
                  <a:gd name="T9" fmla="*/ 40 h 200"/>
                  <a:gd name="T10" fmla="*/ 69 w 331"/>
                  <a:gd name="T11" fmla="*/ 47 h 200"/>
                  <a:gd name="T12" fmla="*/ 45 w 331"/>
                  <a:gd name="T13" fmla="*/ 93 h 200"/>
                  <a:gd name="T14" fmla="*/ 1 w 331"/>
                  <a:gd name="T15" fmla="*/ 146 h 200"/>
                  <a:gd name="T16" fmla="*/ 41 w 331"/>
                  <a:gd name="T17" fmla="*/ 197 h 200"/>
                  <a:gd name="T18" fmla="*/ 265 w 331"/>
                  <a:gd name="T19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1" h="200">
                    <a:moveTo>
                      <a:pt x="265" y="200"/>
                    </a:moveTo>
                    <a:cubicBezTo>
                      <a:pt x="282" y="200"/>
                      <a:pt x="329" y="195"/>
                      <a:pt x="330" y="132"/>
                    </a:cubicBezTo>
                    <a:cubicBezTo>
                      <a:pt x="331" y="63"/>
                      <a:pt x="265" y="59"/>
                      <a:pt x="265" y="59"/>
                    </a:cubicBezTo>
                    <a:cubicBezTo>
                      <a:pt x="265" y="59"/>
                      <a:pt x="242" y="1"/>
                      <a:pt x="188" y="1"/>
                    </a:cubicBezTo>
                    <a:cubicBezTo>
                      <a:pt x="135" y="0"/>
                      <a:pt x="119" y="40"/>
                      <a:pt x="119" y="40"/>
                    </a:cubicBezTo>
                    <a:cubicBezTo>
                      <a:pt x="119" y="40"/>
                      <a:pt x="92" y="29"/>
                      <a:pt x="69" y="47"/>
                    </a:cubicBezTo>
                    <a:cubicBezTo>
                      <a:pt x="39" y="70"/>
                      <a:pt x="45" y="93"/>
                      <a:pt x="45" y="93"/>
                    </a:cubicBezTo>
                    <a:cubicBezTo>
                      <a:pt x="45" y="93"/>
                      <a:pt x="2" y="100"/>
                      <a:pt x="1" y="146"/>
                    </a:cubicBezTo>
                    <a:cubicBezTo>
                      <a:pt x="0" y="192"/>
                      <a:pt x="41" y="197"/>
                      <a:pt x="41" y="197"/>
                    </a:cubicBezTo>
                    <a:cubicBezTo>
                      <a:pt x="41" y="197"/>
                      <a:pt x="247" y="200"/>
                      <a:pt x="265" y="200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9" name="Freeform 14"/>
              <p:cNvSpPr>
                <a:spLocks/>
              </p:cNvSpPr>
              <p:nvPr/>
            </p:nvSpPr>
            <p:spPr bwMode="auto">
              <a:xfrm>
                <a:off x="6618288" y="2724469"/>
                <a:ext cx="395288" cy="477838"/>
              </a:xfrm>
              <a:custGeom>
                <a:avLst/>
                <a:gdLst>
                  <a:gd name="T0" fmla="*/ 99 w 165"/>
                  <a:gd name="T1" fmla="*/ 58 h 199"/>
                  <a:gd name="T2" fmla="*/ 22 w 165"/>
                  <a:gd name="T3" fmla="*/ 0 h 199"/>
                  <a:gd name="T4" fmla="*/ 0 w 165"/>
                  <a:gd name="T5" fmla="*/ 2 h 199"/>
                  <a:gd name="T6" fmla="*/ 0 w 165"/>
                  <a:gd name="T7" fmla="*/ 198 h 199"/>
                  <a:gd name="T8" fmla="*/ 99 w 165"/>
                  <a:gd name="T9" fmla="*/ 199 h 199"/>
                  <a:gd name="T10" fmla="*/ 164 w 165"/>
                  <a:gd name="T11" fmla="*/ 131 h 199"/>
                  <a:gd name="T12" fmla="*/ 99 w 165"/>
                  <a:gd name="T13" fmla="*/ 5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5" h="199">
                    <a:moveTo>
                      <a:pt x="99" y="58"/>
                    </a:moveTo>
                    <a:cubicBezTo>
                      <a:pt x="99" y="58"/>
                      <a:pt x="76" y="0"/>
                      <a:pt x="22" y="0"/>
                    </a:cubicBezTo>
                    <a:cubicBezTo>
                      <a:pt x="14" y="0"/>
                      <a:pt x="6" y="1"/>
                      <a:pt x="0" y="2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47" y="198"/>
                      <a:pt x="91" y="199"/>
                      <a:pt x="99" y="199"/>
                    </a:cubicBezTo>
                    <a:cubicBezTo>
                      <a:pt x="116" y="199"/>
                      <a:pt x="163" y="194"/>
                      <a:pt x="164" y="131"/>
                    </a:cubicBezTo>
                    <a:cubicBezTo>
                      <a:pt x="165" y="62"/>
                      <a:pt x="99" y="58"/>
                      <a:pt x="99" y="58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67" name="组合 666"/>
            <p:cNvGrpSpPr/>
            <p:nvPr/>
          </p:nvGrpSpPr>
          <p:grpSpPr>
            <a:xfrm>
              <a:off x="6230992" y="3275550"/>
              <a:ext cx="611188" cy="1949450"/>
              <a:chOff x="7381875" y="3307081"/>
              <a:chExt cx="611188" cy="1949450"/>
            </a:xfrm>
          </p:grpSpPr>
          <p:sp>
            <p:nvSpPr>
              <p:cNvPr id="661" name="Freeform 15"/>
              <p:cNvSpPr>
                <a:spLocks noEditPoints="1"/>
              </p:cNvSpPr>
              <p:nvPr/>
            </p:nvSpPr>
            <p:spPr bwMode="auto">
              <a:xfrm>
                <a:off x="7489825" y="3653156"/>
                <a:ext cx="382588" cy="1603375"/>
              </a:xfrm>
              <a:custGeom>
                <a:avLst/>
                <a:gdLst>
                  <a:gd name="T0" fmla="*/ 26 w 160"/>
                  <a:gd name="T1" fmla="*/ 0 h 669"/>
                  <a:gd name="T2" fmla="*/ 0 w 160"/>
                  <a:gd name="T3" fmla="*/ 0 h 669"/>
                  <a:gd name="T4" fmla="*/ 0 w 160"/>
                  <a:gd name="T5" fmla="*/ 638 h 669"/>
                  <a:gd name="T6" fmla="*/ 26 w 160"/>
                  <a:gd name="T7" fmla="*/ 666 h 669"/>
                  <a:gd name="T8" fmla="*/ 26 w 160"/>
                  <a:gd name="T9" fmla="*/ 0 h 669"/>
                  <a:gd name="T10" fmla="*/ 160 w 160"/>
                  <a:gd name="T11" fmla="*/ 0 h 669"/>
                  <a:gd name="T12" fmla="*/ 140 w 160"/>
                  <a:gd name="T13" fmla="*/ 0 h 669"/>
                  <a:gd name="T14" fmla="*/ 140 w 160"/>
                  <a:gd name="T15" fmla="*/ 668 h 669"/>
                  <a:gd name="T16" fmla="*/ 118 w 160"/>
                  <a:gd name="T17" fmla="*/ 668 h 669"/>
                  <a:gd name="T18" fmla="*/ 118 w 160"/>
                  <a:gd name="T19" fmla="*/ 0 h 669"/>
                  <a:gd name="T20" fmla="*/ 102 w 160"/>
                  <a:gd name="T21" fmla="*/ 0 h 669"/>
                  <a:gd name="T22" fmla="*/ 102 w 160"/>
                  <a:gd name="T23" fmla="*/ 668 h 669"/>
                  <a:gd name="T24" fmla="*/ 80 w 160"/>
                  <a:gd name="T25" fmla="*/ 668 h 669"/>
                  <a:gd name="T26" fmla="*/ 80 w 160"/>
                  <a:gd name="T27" fmla="*/ 0 h 669"/>
                  <a:gd name="T28" fmla="*/ 55 w 160"/>
                  <a:gd name="T29" fmla="*/ 0 h 669"/>
                  <a:gd name="T30" fmla="*/ 55 w 160"/>
                  <a:gd name="T31" fmla="*/ 669 h 669"/>
                  <a:gd name="T32" fmla="*/ 26 w 160"/>
                  <a:gd name="T33" fmla="*/ 669 h 669"/>
                  <a:gd name="T34" fmla="*/ 26 w 160"/>
                  <a:gd name="T35" fmla="*/ 669 h 669"/>
                  <a:gd name="T36" fmla="*/ 160 w 160"/>
                  <a:gd name="T37" fmla="*/ 669 h 669"/>
                  <a:gd name="T38" fmla="*/ 160 w 160"/>
                  <a:gd name="T39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669">
                    <a:moveTo>
                      <a:pt x="2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38"/>
                      <a:pt x="0" y="638"/>
                      <a:pt x="0" y="638"/>
                    </a:cubicBezTo>
                    <a:cubicBezTo>
                      <a:pt x="14" y="642"/>
                      <a:pt x="24" y="653"/>
                      <a:pt x="26" y="666"/>
                    </a:cubicBezTo>
                    <a:cubicBezTo>
                      <a:pt x="26" y="0"/>
                      <a:pt x="26" y="0"/>
                      <a:pt x="26" y="0"/>
                    </a:cubicBezTo>
                    <a:moveTo>
                      <a:pt x="16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668"/>
                      <a:pt x="140" y="668"/>
                      <a:pt x="140" y="668"/>
                    </a:cubicBezTo>
                    <a:cubicBezTo>
                      <a:pt x="118" y="668"/>
                      <a:pt x="118" y="668"/>
                      <a:pt x="118" y="66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02" y="668"/>
                      <a:pt x="102" y="668"/>
                      <a:pt x="102" y="668"/>
                    </a:cubicBezTo>
                    <a:cubicBezTo>
                      <a:pt x="80" y="668"/>
                      <a:pt x="80" y="668"/>
                      <a:pt x="80" y="668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669"/>
                      <a:pt x="55" y="669"/>
                      <a:pt x="55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26" y="669"/>
                      <a:pt x="26" y="669"/>
                      <a:pt x="26" y="669"/>
                    </a:cubicBezTo>
                    <a:cubicBezTo>
                      <a:pt x="160" y="669"/>
                      <a:pt x="160" y="669"/>
                      <a:pt x="160" y="669"/>
                    </a:cubicBezTo>
                    <a:cubicBezTo>
                      <a:pt x="160" y="0"/>
                      <a:pt x="160" y="0"/>
                      <a:pt x="160" y="0"/>
                    </a:cubicBezTo>
                  </a:path>
                </a:pathLst>
              </a:custGeom>
              <a:solidFill>
                <a:srgbClr val="DC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2" name="Freeform 16"/>
              <p:cNvSpPr>
                <a:spLocks/>
              </p:cNvSpPr>
              <p:nvPr/>
            </p:nvSpPr>
            <p:spPr bwMode="auto">
              <a:xfrm>
                <a:off x="7551738" y="3653156"/>
                <a:ext cx="69850" cy="1603375"/>
              </a:xfrm>
              <a:custGeom>
                <a:avLst/>
                <a:gdLst>
                  <a:gd name="T0" fmla="*/ 29 w 29"/>
                  <a:gd name="T1" fmla="*/ 0 h 669"/>
                  <a:gd name="T2" fmla="*/ 0 w 29"/>
                  <a:gd name="T3" fmla="*/ 0 h 669"/>
                  <a:gd name="T4" fmla="*/ 0 w 29"/>
                  <a:gd name="T5" fmla="*/ 666 h 669"/>
                  <a:gd name="T6" fmla="*/ 0 w 29"/>
                  <a:gd name="T7" fmla="*/ 669 h 669"/>
                  <a:gd name="T8" fmla="*/ 0 w 29"/>
                  <a:gd name="T9" fmla="*/ 669 h 669"/>
                  <a:gd name="T10" fmla="*/ 0 w 29"/>
                  <a:gd name="T11" fmla="*/ 669 h 669"/>
                  <a:gd name="T12" fmla="*/ 0 w 29"/>
                  <a:gd name="T13" fmla="*/ 669 h 669"/>
                  <a:gd name="T14" fmla="*/ 29 w 29"/>
                  <a:gd name="T15" fmla="*/ 669 h 669"/>
                  <a:gd name="T16" fmla="*/ 29 w 29"/>
                  <a:gd name="T17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669">
                    <a:moveTo>
                      <a:pt x="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66"/>
                      <a:pt x="0" y="666"/>
                      <a:pt x="0" y="666"/>
                    </a:cubicBezTo>
                    <a:cubicBezTo>
                      <a:pt x="0" y="667"/>
                      <a:pt x="0" y="668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0" y="669"/>
                      <a:pt x="0" y="669"/>
                      <a:pt x="0" y="669"/>
                    </a:cubicBezTo>
                    <a:cubicBezTo>
                      <a:pt x="29" y="669"/>
                      <a:pt x="29" y="669"/>
                      <a:pt x="29" y="669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3" name="Rectangle 19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4" name="Rectangle 23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solidFill>
                <a:srgbClr val="E7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5" name="Freeform 25"/>
              <p:cNvSpPr>
                <a:spLocks/>
              </p:cNvSpPr>
              <p:nvPr/>
            </p:nvSpPr>
            <p:spPr bwMode="auto">
              <a:xfrm>
                <a:off x="7381875" y="3307081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2 h 154"/>
                  <a:gd name="T4" fmla="*/ 204 w 255"/>
                  <a:gd name="T5" fmla="*/ 46 h 154"/>
                  <a:gd name="T6" fmla="*/ 145 w 255"/>
                  <a:gd name="T7" fmla="*/ 1 h 154"/>
                  <a:gd name="T8" fmla="*/ 92 w 255"/>
                  <a:gd name="T9" fmla="*/ 31 h 154"/>
                  <a:gd name="T10" fmla="*/ 53 w 255"/>
                  <a:gd name="T11" fmla="*/ 36 h 154"/>
                  <a:gd name="T12" fmla="*/ 35 w 255"/>
                  <a:gd name="T13" fmla="*/ 71 h 154"/>
                  <a:gd name="T14" fmla="*/ 1 w 255"/>
                  <a:gd name="T15" fmla="*/ 113 h 154"/>
                  <a:gd name="T16" fmla="*/ 32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2"/>
                    </a:cubicBezTo>
                    <a:cubicBezTo>
                      <a:pt x="255" y="49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1"/>
                    </a:cubicBezTo>
                    <a:cubicBezTo>
                      <a:pt x="104" y="0"/>
                      <a:pt x="92" y="31"/>
                      <a:pt x="92" y="31"/>
                    </a:cubicBezTo>
                    <a:cubicBezTo>
                      <a:pt x="92" y="31"/>
                      <a:pt x="71" y="23"/>
                      <a:pt x="53" y="36"/>
                    </a:cubicBezTo>
                    <a:cubicBezTo>
                      <a:pt x="30" y="54"/>
                      <a:pt x="35" y="71"/>
                      <a:pt x="35" y="71"/>
                    </a:cubicBezTo>
                    <a:cubicBezTo>
                      <a:pt x="35" y="71"/>
                      <a:pt x="1" y="77"/>
                      <a:pt x="1" y="113"/>
                    </a:cubicBezTo>
                    <a:cubicBezTo>
                      <a:pt x="0" y="148"/>
                      <a:pt x="32" y="152"/>
                      <a:pt x="32" y="152"/>
                    </a:cubicBezTo>
                    <a:cubicBezTo>
                      <a:pt x="32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6" name="Freeform 26"/>
              <p:cNvSpPr>
                <a:spLocks/>
              </p:cNvSpPr>
              <p:nvPr/>
            </p:nvSpPr>
            <p:spPr bwMode="auto">
              <a:xfrm>
                <a:off x="7686675" y="3310256"/>
                <a:ext cx="306388" cy="366713"/>
              </a:xfrm>
              <a:custGeom>
                <a:avLst/>
                <a:gdLst>
                  <a:gd name="T0" fmla="*/ 77 w 128"/>
                  <a:gd name="T1" fmla="*/ 45 h 153"/>
                  <a:gd name="T2" fmla="*/ 18 w 128"/>
                  <a:gd name="T3" fmla="*/ 0 h 153"/>
                  <a:gd name="T4" fmla="*/ 0 w 128"/>
                  <a:gd name="T5" fmla="*/ 2 h 153"/>
                  <a:gd name="T6" fmla="*/ 0 w 128"/>
                  <a:gd name="T7" fmla="*/ 152 h 153"/>
                  <a:gd name="T8" fmla="*/ 77 w 128"/>
                  <a:gd name="T9" fmla="*/ 153 h 153"/>
                  <a:gd name="T10" fmla="*/ 127 w 128"/>
                  <a:gd name="T11" fmla="*/ 101 h 153"/>
                  <a:gd name="T12" fmla="*/ 77 w 128"/>
                  <a:gd name="T13" fmla="*/ 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3">
                    <a:moveTo>
                      <a:pt x="77" y="45"/>
                    </a:moveTo>
                    <a:cubicBezTo>
                      <a:pt x="77" y="45"/>
                      <a:pt x="59" y="0"/>
                      <a:pt x="18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37" y="152"/>
                      <a:pt x="71" y="153"/>
                      <a:pt x="77" y="153"/>
                    </a:cubicBezTo>
                    <a:cubicBezTo>
                      <a:pt x="90" y="153"/>
                      <a:pt x="126" y="149"/>
                      <a:pt x="127" y="101"/>
                    </a:cubicBezTo>
                    <a:cubicBezTo>
                      <a:pt x="128" y="48"/>
                      <a:pt x="77" y="45"/>
                      <a:pt x="77" y="45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7" name="组合 346"/>
            <p:cNvGrpSpPr/>
            <p:nvPr/>
          </p:nvGrpSpPr>
          <p:grpSpPr>
            <a:xfrm>
              <a:off x="4851455" y="4209000"/>
              <a:ext cx="95250" cy="939800"/>
              <a:chOff x="6002338" y="4240531"/>
              <a:chExt cx="95250" cy="939800"/>
            </a:xfrm>
          </p:grpSpPr>
          <p:sp>
            <p:nvSpPr>
              <p:cNvPr id="160" name="Freeform 27"/>
              <p:cNvSpPr>
                <a:spLocks/>
              </p:cNvSpPr>
              <p:nvPr/>
            </p:nvSpPr>
            <p:spPr bwMode="auto">
              <a:xfrm>
                <a:off x="6002338" y="4240531"/>
                <a:ext cx="95250" cy="939800"/>
              </a:xfrm>
              <a:custGeom>
                <a:avLst/>
                <a:gdLst>
                  <a:gd name="T0" fmla="*/ 12 w 60"/>
                  <a:gd name="T1" fmla="*/ 0 h 592"/>
                  <a:gd name="T2" fmla="*/ 0 w 60"/>
                  <a:gd name="T3" fmla="*/ 592 h 592"/>
                  <a:gd name="T4" fmla="*/ 60 w 60"/>
                  <a:gd name="T5" fmla="*/ 592 h 592"/>
                  <a:gd name="T6" fmla="*/ 48 w 60"/>
                  <a:gd name="T7" fmla="*/ 0 h 592"/>
                  <a:gd name="T8" fmla="*/ 12 w 6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92">
                    <a:moveTo>
                      <a:pt x="12" y="0"/>
                    </a:moveTo>
                    <a:lnTo>
                      <a:pt x="0" y="592"/>
                    </a:lnTo>
                    <a:lnTo>
                      <a:pt x="60" y="592"/>
                    </a:lnTo>
                    <a:lnTo>
                      <a:pt x="48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1" name="Freeform 28"/>
              <p:cNvSpPr>
                <a:spLocks/>
              </p:cNvSpPr>
              <p:nvPr/>
            </p:nvSpPr>
            <p:spPr bwMode="auto">
              <a:xfrm>
                <a:off x="6049963" y="4240531"/>
                <a:ext cx="47625" cy="939800"/>
              </a:xfrm>
              <a:custGeom>
                <a:avLst/>
                <a:gdLst>
                  <a:gd name="T0" fmla="*/ 0 w 30"/>
                  <a:gd name="T1" fmla="*/ 0 h 592"/>
                  <a:gd name="T2" fmla="*/ 0 w 30"/>
                  <a:gd name="T3" fmla="*/ 592 h 592"/>
                  <a:gd name="T4" fmla="*/ 30 w 30"/>
                  <a:gd name="T5" fmla="*/ 592 h 592"/>
                  <a:gd name="T6" fmla="*/ 18 w 30"/>
                  <a:gd name="T7" fmla="*/ 0 h 592"/>
                  <a:gd name="T8" fmla="*/ 0 w 30"/>
                  <a:gd name="T9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592">
                    <a:moveTo>
                      <a:pt x="0" y="0"/>
                    </a:moveTo>
                    <a:lnTo>
                      <a:pt x="0" y="592"/>
                    </a:lnTo>
                    <a:lnTo>
                      <a:pt x="30" y="592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71" name="Freeform 38"/>
            <p:cNvSpPr>
              <a:spLocks/>
            </p:cNvSpPr>
            <p:nvPr/>
          </p:nvSpPr>
          <p:spPr bwMode="auto">
            <a:xfrm>
              <a:off x="3902130" y="3801013"/>
              <a:ext cx="171450" cy="1630363"/>
            </a:xfrm>
            <a:custGeom>
              <a:avLst/>
              <a:gdLst>
                <a:gd name="T0" fmla="*/ 23 w 108"/>
                <a:gd name="T1" fmla="*/ 0 h 1027"/>
                <a:gd name="T2" fmla="*/ 0 w 108"/>
                <a:gd name="T3" fmla="*/ 1027 h 1027"/>
                <a:gd name="T4" fmla="*/ 108 w 108"/>
                <a:gd name="T5" fmla="*/ 1027 h 1027"/>
                <a:gd name="T6" fmla="*/ 85 w 108"/>
                <a:gd name="T7" fmla="*/ 0 h 1027"/>
                <a:gd name="T8" fmla="*/ 23 w 108"/>
                <a:gd name="T9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27">
                  <a:moveTo>
                    <a:pt x="23" y="0"/>
                  </a:moveTo>
                  <a:lnTo>
                    <a:pt x="0" y="1027"/>
                  </a:lnTo>
                  <a:lnTo>
                    <a:pt x="108" y="1027"/>
                  </a:lnTo>
                  <a:lnTo>
                    <a:pt x="85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46" name="组合 345"/>
            <p:cNvGrpSpPr/>
            <p:nvPr/>
          </p:nvGrpSpPr>
          <p:grpSpPr>
            <a:xfrm>
              <a:off x="3902130" y="3801013"/>
              <a:ext cx="171450" cy="1630363"/>
              <a:chOff x="5053013" y="3832544"/>
              <a:chExt cx="171450" cy="1630363"/>
            </a:xfrm>
          </p:grpSpPr>
          <p:sp>
            <p:nvSpPr>
              <p:cNvPr id="170" name="Freeform 37"/>
              <p:cNvSpPr>
                <a:spLocks/>
              </p:cNvSpPr>
              <p:nvPr/>
            </p:nvSpPr>
            <p:spPr bwMode="auto">
              <a:xfrm>
                <a:off x="5053013" y="3832544"/>
                <a:ext cx="171450" cy="1630363"/>
              </a:xfrm>
              <a:custGeom>
                <a:avLst/>
                <a:gdLst>
                  <a:gd name="T0" fmla="*/ 23 w 108"/>
                  <a:gd name="T1" fmla="*/ 0 h 1027"/>
                  <a:gd name="T2" fmla="*/ 0 w 108"/>
                  <a:gd name="T3" fmla="*/ 1027 h 1027"/>
                  <a:gd name="T4" fmla="*/ 108 w 108"/>
                  <a:gd name="T5" fmla="*/ 1027 h 1027"/>
                  <a:gd name="T6" fmla="*/ 85 w 108"/>
                  <a:gd name="T7" fmla="*/ 0 h 1027"/>
                  <a:gd name="T8" fmla="*/ 23 w 108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1027">
                    <a:moveTo>
                      <a:pt x="23" y="0"/>
                    </a:moveTo>
                    <a:lnTo>
                      <a:pt x="0" y="1027"/>
                    </a:lnTo>
                    <a:lnTo>
                      <a:pt x="108" y="1027"/>
                    </a:lnTo>
                    <a:lnTo>
                      <a:pt x="85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2" name="Freeform 39"/>
              <p:cNvSpPr>
                <a:spLocks/>
              </p:cNvSpPr>
              <p:nvPr/>
            </p:nvSpPr>
            <p:spPr bwMode="auto">
              <a:xfrm>
                <a:off x="5140325" y="3832544"/>
                <a:ext cx="84138" cy="1630363"/>
              </a:xfrm>
              <a:custGeom>
                <a:avLst/>
                <a:gdLst>
                  <a:gd name="T0" fmla="*/ 0 w 53"/>
                  <a:gd name="T1" fmla="*/ 0 h 1027"/>
                  <a:gd name="T2" fmla="*/ 0 w 53"/>
                  <a:gd name="T3" fmla="*/ 1027 h 1027"/>
                  <a:gd name="T4" fmla="*/ 53 w 53"/>
                  <a:gd name="T5" fmla="*/ 1027 h 1027"/>
                  <a:gd name="T6" fmla="*/ 30 w 53"/>
                  <a:gd name="T7" fmla="*/ 0 h 1027"/>
                  <a:gd name="T8" fmla="*/ 0 w 53"/>
                  <a:gd name="T9" fmla="*/ 0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027">
                    <a:moveTo>
                      <a:pt x="0" y="0"/>
                    </a:moveTo>
                    <a:lnTo>
                      <a:pt x="0" y="1027"/>
                    </a:lnTo>
                    <a:lnTo>
                      <a:pt x="53" y="1027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3" name="组合 352"/>
            <p:cNvGrpSpPr/>
            <p:nvPr/>
          </p:nvGrpSpPr>
          <p:grpSpPr>
            <a:xfrm>
              <a:off x="8161392" y="4805900"/>
              <a:ext cx="65088" cy="625475"/>
              <a:chOff x="9312275" y="4837431"/>
              <a:chExt cx="65088" cy="625475"/>
            </a:xfrm>
          </p:grpSpPr>
          <p:sp>
            <p:nvSpPr>
              <p:cNvPr id="189" name="Freeform 56"/>
              <p:cNvSpPr>
                <a:spLocks/>
              </p:cNvSpPr>
              <p:nvPr/>
            </p:nvSpPr>
            <p:spPr bwMode="auto">
              <a:xfrm>
                <a:off x="9312275" y="4837431"/>
                <a:ext cx="65088" cy="625475"/>
              </a:xfrm>
              <a:custGeom>
                <a:avLst/>
                <a:gdLst>
                  <a:gd name="T0" fmla="*/ 9 w 41"/>
                  <a:gd name="T1" fmla="*/ 0 h 394"/>
                  <a:gd name="T2" fmla="*/ 0 w 41"/>
                  <a:gd name="T3" fmla="*/ 394 h 394"/>
                  <a:gd name="T4" fmla="*/ 41 w 41"/>
                  <a:gd name="T5" fmla="*/ 394 h 394"/>
                  <a:gd name="T6" fmla="*/ 32 w 41"/>
                  <a:gd name="T7" fmla="*/ 0 h 394"/>
                  <a:gd name="T8" fmla="*/ 9 w 41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94">
                    <a:moveTo>
                      <a:pt x="9" y="0"/>
                    </a:moveTo>
                    <a:lnTo>
                      <a:pt x="0" y="394"/>
                    </a:lnTo>
                    <a:lnTo>
                      <a:pt x="41" y="394"/>
                    </a:lnTo>
                    <a:lnTo>
                      <a:pt x="32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0" name="Freeform 57"/>
              <p:cNvSpPr>
                <a:spLocks/>
              </p:cNvSpPr>
              <p:nvPr/>
            </p:nvSpPr>
            <p:spPr bwMode="auto">
              <a:xfrm>
                <a:off x="9347200" y="4837431"/>
                <a:ext cx="30163" cy="625475"/>
              </a:xfrm>
              <a:custGeom>
                <a:avLst/>
                <a:gdLst>
                  <a:gd name="T0" fmla="*/ 0 w 19"/>
                  <a:gd name="T1" fmla="*/ 0 h 394"/>
                  <a:gd name="T2" fmla="*/ 0 w 19"/>
                  <a:gd name="T3" fmla="*/ 394 h 394"/>
                  <a:gd name="T4" fmla="*/ 19 w 19"/>
                  <a:gd name="T5" fmla="*/ 394 h 394"/>
                  <a:gd name="T6" fmla="*/ 10 w 19"/>
                  <a:gd name="T7" fmla="*/ 0 h 394"/>
                  <a:gd name="T8" fmla="*/ 0 w 19"/>
                  <a:gd name="T9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94">
                    <a:moveTo>
                      <a:pt x="0" y="0"/>
                    </a:moveTo>
                    <a:lnTo>
                      <a:pt x="0" y="394"/>
                    </a:lnTo>
                    <a:lnTo>
                      <a:pt x="19" y="394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60" name="组合 359"/>
            <p:cNvGrpSpPr/>
            <p:nvPr/>
          </p:nvGrpSpPr>
          <p:grpSpPr>
            <a:xfrm>
              <a:off x="757292" y="3134263"/>
              <a:ext cx="8375650" cy="3425824"/>
              <a:chOff x="1908175" y="3165794"/>
              <a:chExt cx="8375650" cy="3425824"/>
            </a:xfrm>
          </p:grpSpPr>
          <p:sp>
            <p:nvSpPr>
              <p:cNvPr id="139" name="Freeform 6"/>
              <p:cNvSpPr>
                <a:spLocks noEditPoints="1"/>
              </p:cNvSpPr>
              <p:nvPr/>
            </p:nvSpPr>
            <p:spPr bwMode="auto">
              <a:xfrm>
                <a:off x="6361113" y="3170556"/>
                <a:ext cx="496888" cy="2006600"/>
              </a:xfrm>
              <a:custGeom>
                <a:avLst/>
                <a:gdLst>
                  <a:gd name="T0" fmla="*/ 199 w 313"/>
                  <a:gd name="T1" fmla="*/ 1264 h 1264"/>
                  <a:gd name="T2" fmla="*/ 129 w 313"/>
                  <a:gd name="T3" fmla="*/ 1264 h 1264"/>
                  <a:gd name="T4" fmla="*/ 129 w 313"/>
                  <a:gd name="T5" fmla="*/ 1264 h 1264"/>
                  <a:gd name="T6" fmla="*/ 199 w 313"/>
                  <a:gd name="T7" fmla="*/ 1264 h 1264"/>
                  <a:gd name="T8" fmla="*/ 199 w 313"/>
                  <a:gd name="T9" fmla="*/ 1264 h 1264"/>
                  <a:gd name="T10" fmla="*/ 313 w 313"/>
                  <a:gd name="T11" fmla="*/ 1264 h 1264"/>
                  <a:gd name="T12" fmla="*/ 257 w 313"/>
                  <a:gd name="T13" fmla="*/ 1264 h 1264"/>
                  <a:gd name="T14" fmla="*/ 257 w 313"/>
                  <a:gd name="T15" fmla="*/ 1264 h 1264"/>
                  <a:gd name="T16" fmla="*/ 313 w 313"/>
                  <a:gd name="T17" fmla="*/ 1264 h 1264"/>
                  <a:gd name="T18" fmla="*/ 313 w 313"/>
                  <a:gd name="T19" fmla="*/ 1264 h 1264"/>
                  <a:gd name="T20" fmla="*/ 88 w 313"/>
                  <a:gd name="T21" fmla="*/ 0 h 1264"/>
                  <a:gd name="T22" fmla="*/ 0 w 313"/>
                  <a:gd name="T23" fmla="*/ 0 h 1264"/>
                  <a:gd name="T24" fmla="*/ 0 w 313"/>
                  <a:gd name="T25" fmla="*/ 1264 h 1264"/>
                  <a:gd name="T26" fmla="*/ 88 w 313"/>
                  <a:gd name="T27" fmla="*/ 1264 h 1264"/>
                  <a:gd name="T28" fmla="*/ 88 w 313"/>
                  <a:gd name="T29" fmla="*/ 0 h 1264"/>
                  <a:gd name="T30" fmla="*/ 199 w 313"/>
                  <a:gd name="T31" fmla="*/ 0 h 1264"/>
                  <a:gd name="T32" fmla="*/ 129 w 313"/>
                  <a:gd name="T33" fmla="*/ 0 h 1264"/>
                  <a:gd name="T34" fmla="*/ 129 w 313"/>
                  <a:gd name="T35" fmla="*/ 1059 h 1264"/>
                  <a:gd name="T36" fmla="*/ 130 w 313"/>
                  <a:gd name="T37" fmla="*/ 1059 h 1264"/>
                  <a:gd name="T38" fmla="*/ 130 w 313"/>
                  <a:gd name="T39" fmla="*/ 1039 h 1264"/>
                  <a:gd name="T40" fmla="*/ 199 w 313"/>
                  <a:gd name="T41" fmla="*/ 1039 h 1264"/>
                  <a:gd name="T42" fmla="*/ 199 w 313"/>
                  <a:gd name="T43" fmla="*/ 0 h 1264"/>
                  <a:gd name="T44" fmla="*/ 313 w 313"/>
                  <a:gd name="T45" fmla="*/ 0 h 1264"/>
                  <a:gd name="T46" fmla="*/ 257 w 313"/>
                  <a:gd name="T47" fmla="*/ 0 h 1264"/>
                  <a:gd name="T48" fmla="*/ 257 w 313"/>
                  <a:gd name="T49" fmla="*/ 1039 h 1264"/>
                  <a:gd name="T50" fmla="*/ 313 w 313"/>
                  <a:gd name="T51" fmla="*/ 1039 h 1264"/>
                  <a:gd name="T52" fmla="*/ 313 w 313"/>
                  <a:gd name="T5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3" h="1264">
                    <a:moveTo>
                      <a:pt x="199" y="1264"/>
                    </a:moveTo>
                    <a:lnTo>
                      <a:pt x="129" y="1264"/>
                    </a:lnTo>
                    <a:lnTo>
                      <a:pt x="129" y="1264"/>
                    </a:lnTo>
                    <a:lnTo>
                      <a:pt x="199" y="1264"/>
                    </a:lnTo>
                    <a:lnTo>
                      <a:pt x="199" y="1264"/>
                    </a:lnTo>
                    <a:moveTo>
                      <a:pt x="313" y="1264"/>
                    </a:moveTo>
                    <a:lnTo>
                      <a:pt x="257" y="1264"/>
                    </a:lnTo>
                    <a:lnTo>
                      <a:pt x="257" y="1264"/>
                    </a:lnTo>
                    <a:lnTo>
                      <a:pt x="313" y="1264"/>
                    </a:lnTo>
                    <a:lnTo>
                      <a:pt x="313" y="1264"/>
                    </a:lnTo>
                    <a:moveTo>
                      <a:pt x="88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88" y="1264"/>
                    </a:lnTo>
                    <a:lnTo>
                      <a:pt x="88" y="0"/>
                    </a:lnTo>
                    <a:moveTo>
                      <a:pt x="199" y="0"/>
                    </a:moveTo>
                    <a:lnTo>
                      <a:pt x="129" y="0"/>
                    </a:lnTo>
                    <a:lnTo>
                      <a:pt x="129" y="1059"/>
                    </a:lnTo>
                    <a:lnTo>
                      <a:pt x="130" y="1059"/>
                    </a:lnTo>
                    <a:lnTo>
                      <a:pt x="130" y="1039"/>
                    </a:lnTo>
                    <a:lnTo>
                      <a:pt x="199" y="1039"/>
                    </a:lnTo>
                    <a:lnTo>
                      <a:pt x="199" y="0"/>
                    </a:lnTo>
                    <a:moveTo>
                      <a:pt x="313" y="0"/>
                    </a:moveTo>
                    <a:lnTo>
                      <a:pt x="257" y="0"/>
                    </a:lnTo>
                    <a:lnTo>
                      <a:pt x="257" y="1039"/>
                    </a:lnTo>
                    <a:lnTo>
                      <a:pt x="313" y="1039"/>
                    </a:lnTo>
                    <a:lnTo>
                      <a:pt x="3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1" name="Freeform 8"/>
              <p:cNvSpPr>
                <a:spLocks noEditPoints="1"/>
              </p:cNvSpPr>
              <p:nvPr/>
            </p:nvSpPr>
            <p:spPr bwMode="auto">
              <a:xfrm>
                <a:off x="6677025" y="3170556"/>
                <a:ext cx="92075" cy="2006600"/>
              </a:xfrm>
              <a:custGeom>
                <a:avLst/>
                <a:gdLst>
                  <a:gd name="T0" fmla="*/ 58 w 58"/>
                  <a:gd name="T1" fmla="*/ 1264 h 1264"/>
                  <a:gd name="T2" fmla="*/ 0 w 58"/>
                  <a:gd name="T3" fmla="*/ 1264 h 1264"/>
                  <a:gd name="T4" fmla="*/ 0 w 58"/>
                  <a:gd name="T5" fmla="*/ 1264 h 1264"/>
                  <a:gd name="T6" fmla="*/ 58 w 58"/>
                  <a:gd name="T7" fmla="*/ 1264 h 1264"/>
                  <a:gd name="T8" fmla="*/ 58 w 58"/>
                  <a:gd name="T9" fmla="*/ 1264 h 1264"/>
                  <a:gd name="T10" fmla="*/ 58 w 58"/>
                  <a:gd name="T11" fmla="*/ 0 h 1264"/>
                  <a:gd name="T12" fmla="*/ 0 w 58"/>
                  <a:gd name="T13" fmla="*/ 0 h 1264"/>
                  <a:gd name="T14" fmla="*/ 0 w 58"/>
                  <a:gd name="T15" fmla="*/ 1039 h 1264"/>
                  <a:gd name="T16" fmla="*/ 58 w 58"/>
                  <a:gd name="T17" fmla="*/ 1039 h 1264"/>
                  <a:gd name="T18" fmla="*/ 58 w 58"/>
                  <a:gd name="T19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1264">
                    <a:moveTo>
                      <a:pt x="58" y="1264"/>
                    </a:moveTo>
                    <a:lnTo>
                      <a:pt x="0" y="1264"/>
                    </a:lnTo>
                    <a:lnTo>
                      <a:pt x="0" y="1264"/>
                    </a:lnTo>
                    <a:lnTo>
                      <a:pt x="58" y="1264"/>
                    </a:lnTo>
                    <a:lnTo>
                      <a:pt x="58" y="1264"/>
                    </a:lnTo>
                    <a:moveTo>
                      <a:pt x="58" y="0"/>
                    </a:moveTo>
                    <a:lnTo>
                      <a:pt x="0" y="0"/>
                    </a:lnTo>
                    <a:lnTo>
                      <a:pt x="0" y="1039"/>
                    </a:lnTo>
                    <a:lnTo>
                      <a:pt x="58" y="1039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2" name="Rectangle 9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3" name="Rectangle 10"/>
              <p:cNvSpPr>
                <a:spLocks noChangeArrowheads="1"/>
              </p:cNvSpPr>
              <p:nvPr/>
            </p:nvSpPr>
            <p:spPr bwMode="auto">
              <a:xfrm>
                <a:off x="6500813" y="3165794"/>
                <a:ext cx="65088" cy="4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5" name="Freeform 12"/>
              <p:cNvSpPr>
                <a:spLocks/>
              </p:cNvSpPr>
              <p:nvPr/>
            </p:nvSpPr>
            <p:spPr bwMode="auto">
              <a:xfrm>
                <a:off x="6500813" y="3170556"/>
                <a:ext cx="65088" cy="2006600"/>
              </a:xfrm>
              <a:custGeom>
                <a:avLst/>
                <a:gdLst>
                  <a:gd name="T0" fmla="*/ 41 w 41"/>
                  <a:gd name="T1" fmla="*/ 0 h 1264"/>
                  <a:gd name="T2" fmla="*/ 0 w 41"/>
                  <a:gd name="T3" fmla="*/ 0 h 1264"/>
                  <a:gd name="T4" fmla="*/ 0 w 41"/>
                  <a:gd name="T5" fmla="*/ 1264 h 1264"/>
                  <a:gd name="T6" fmla="*/ 41 w 41"/>
                  <a:gd name="T7" fmla="*/ 1264 h 1264"/>
                  <a:gd name="T8" fmla="*/ 41 w 41"/>
                  <a:gd name="T9" fmla="*/ 1264 h 1264"/>
                  <a:gd name="T10" fmla="*/ 25 w 41"/>
                  <a:gd name="T11" fmla="*/ 1264 h 1264"/>
                  <a:gd name="T12" fmla="*/ 25 w 41"/>
                  <a:gd name="T13" fmla="*/ 1130 h 1264"/>
                  <a:gd name="T14" fmla="*/ 41 w 41"/>
                  <a:gd name="T15" fmla="*/ 1130 h 1264"/>
                  <a:gd name="T16" fmla="*/ 25 w 41"/>
                  <a:gd name="T17" fmla="*/ 1130 h 1264"/>
                  <a:gd name="T18" fmla="*/ 25 w 41"/>
                  <a:gd name="T19" fmla="*/ 1059 h 1264"/>
                  <a:gd name="T20" fmla="*/ 41 w 41"/>
                  <a:gd name="T21" fmla="*/ 1059 h 1264"/>
                  <a:gd name="T22" fmla="*/ 41 w 41"/>
                  <a:gd name="T23" fmla="*/ 0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264">
                    <a:moveTo>
                      <a:pt x="41" y="0"/>
                    </a:moveTo>
                    <a:lnTo>
                      <a:pt x="0" y="0"/>
                    </a:lnTo>
                    <a:lnTo>
                      <a:pt x="0" y="1264"/>
                    </a:lnTo>
                    <a:lnTo>
                      <a:pt x="41" y="1264"/>
                    </a:lnTo>
                    <a:lnTo>
                      <a:pt x="41" y="1264"/>
                    </a:lnTo>
                    <a:lnTo>
                      <a:pt x="25" y="1264"/>
                    </a:lnTo>
                    <a:lnTo>
                      <a:pt x="25" y="1130"/>
                    </a:lnTo>
                    <a:lnTo>
                      <a:pt x="41" y="1130"/>
                    </a:lnTo>
                    <a:lnTo>
                      <a:pt x="25" y="1130"/>
                    </a:lnTo>
                    <a:lnTo>
                      <a:pt x="25" y="1059"/>
                    </a:lnTo>
                    <a:lnTo>
                      <a:pt x="41" y="1059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0" name="Rectangle 17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1" name="Rectangle 18"/>
              <p:cNvSpPr>
                <a:spLocks noChangeArrowheads="1"/>
              </p:cNvSpPr>
              <p:nvPr/>
            </p:nvSpPr>
            <p:spPr bwMode="auto">
              <a:xfrm>
                <a:off x="7772400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3" name="Rectangle 20"/>
              <p:cNvSpPr>
                <a:spLocks noChangeArrowheads="1"/>
              </p:cNvSpPr>
              <p:nvPr/>
            </p:nvSpPr>
            <p:spPr bwMode="auto">
              <a:xfrm>
                <a:off x="7772400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4" name="Rectangle 21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5" name="Rectangle 22"/>
              <p:cNvSpPr>
                <a:spLocks noChangeArrowheads="1"/>
              </p:cNvSpPr>
              <p:nvPr/>
            </p:nvSpPr>
            <p:spPr bwMode="auto">
              <a:xfrm>
                <a:off x="7681913" y="3649981"/>
                <a:ext cx="52388" cy="3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7" name="Rectangle 24"/>
              <p:cNvSpPr>
                <a:spLocks noChangeArrowheads="1"/>
              </p:cNvSpPr>
              <p:nvPr/>
            </p:nvSpPr>
            <p:spPr bwMode="auto">
              <a:xfrm>
                <a:off x="7681913" y="3653156"/>
                <a:ext cx="52388" cy="16017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1" name="Freeform 48"/>
              <p:cNvSpPr>
                <a:spLocks/>
              </p:cNvSpPr>
              <p:nvPr/>
            </p:nvSpPr>
            <p:spPr bwMode="auto">
              <a:xfrm>
                <a:off x="7391400" y="4259581"/>
                <a:ext cx="2071688" cy="1176338"/>
              </a:xfrm>
              <a:custGeom>
                <a:avLst/>
                <a:gdLst>
                  <a:gd name="T0" fmla="*/ 1305 w 1305"/>
                  <a:gd name="T1" fmla="*/ 741 h 741"/>
                  <a:gd name="T2" fmla="*/ 654 w 1305"/>
                  <a:gd name="T3" fmla="*/ 0 h 741"/>
                  <a:gd name="T4" fmla="*/ 0 w 1305"/>
                  <a:gd name="T5" fmla="*/ 741 h 741"/>
                  <a:gd name="T6" fmla="*/ 1305 w 1305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741">
                    <a:moveTo>
                      <a:pt x="1305" y="741"/>
                    </a:moveTo>
                    <a:lnTo>
                      <a:pt x="654" y="0"/>
                    </a:lnTo>
                    <a:lnTo>
                      <a:pt x="0" y="741"/>
                    </a:lnTo>
                    <a:lnTo>
                      <a:pt x="1305" y="741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2" name="Freeform 49"/>
              <p:cNvSpPr>
                <a:spLocks/>
              </p:cNvSpPr>
              <p:nvPr/>
            </p:nvSpPr>
            <p:spPr bwMode="auto">
              <a:xfrm>
                <a:off x="7391400" y="4259581"/>
                <a:ext cx="1038225" cy="1176338"/>
              </a:xfrm>
              <a:custGeom>
                <a:avLst/>
                <a:gdLst>
                  <a:gd name="T0" fmla="*/ 0 w 654"/>
                  <a:gd name="T1" fmla="*/ 741 h 741"/>
                  <a:gd name="T2" fmla="*/ 654 w 654"/>
                  <a:gd name="T3" fmla="*/ 0 h 741"/>
                  <a:gd name="T4" fmla="*/ 654 w 654"/>
                  <a:gd name="T5" fmla="*/ 741 h 741"/>
                  <a:gd name="T6" fmla="*/ 0 w 654"/>
                  <a:gd name="T7" fmla="*/ 741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4" h="741">
                    <a:moveTo>
                      <a:pt x="0" y="741"/>
                    </a:moveTo>
                    <a:lnTo>
                      <a:pt x="654" y="0"/>
                    </a:lnTo>
                    <a:lnTo>
                      <a:pt x="654" y="741"/>
                    </a:lnTo>
                    <a:lnTo>
                      <a:pt x="0" y="741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3" name="Freeform 50"/>
              <p:cNvSpPr>
                <a:spLocks/>
              </p:cNvSpPr>
              <p:nvPr/>
            </p:nvSpPr>
            <p:spPr bwMode="auto">
              <a:xfrm>
                <a:off x="8170863" y="4259581"/>
                <a:ext cx="503238" cy="315913"/>
              </a:xfrm>
              <a:custGeom>
                <a:avLst/>
                <a:gdLst>
                  <a:gd name="T0" fmla="*/ 93 w 210"/>
                  <a:gd name="T1" fmla="*/ 106 h 132"/>
                  <a:gd name="T2" fmla="*/ 53 w 210"/>
                  <a:gd name="T3" fmla="*/ 124 h 132"/>
                  <a:gd name="T4" fmla="*/ 28 w 210"/>
                  <a:gd name="T5" fmla="*/ 112 h 132"/>
                  <a:gd name="T6" fmla="*/ 0 w 210"/>
                  <a:gd name="T7" fmla="*/ 123 h 132"/>
                  <a:gd name="T8" fmla="*/ 108 w 210"/>
                  <a:gd name="T9" fmla="*/ 0 h 132"/>
                  <a:gd name="T10" fmla="*/ 210 w 210"/>
                  <a:gd name="T11" fmla="*/ 117 h 132"/>
                  <a:gd name="T12" fmla="*/ 187 w 210"/>
                  <a:gd name="T13" fmla="*/ 122 h 132"/>
                  <a:gd name="T14" fmla="*/ 125 w 210"/>
                  <a:gd name="T15" fmla="*/ 122 h 132"/>
                  <a:gd name="T16" fmla="*/ 93 w 210"/>
                  <a:gd name="T17" fmla="*/ 10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0" h="132">
                    <a:moveTo>
                      <a:pt x="93" y="106"/>
                    </a:moveTo>
                    <a:cubicBezTo>
                      <a:pt x="84" y="114"/>
                      <a:pt x="63" y="130"/>
                      <a:pt x="53" y="124"/>
                    </a:cubicBez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2" y="118"/>
                      <a:pt x="194" y="119"/>
                      <a:pt x="187" y="122"/>
                    </a:cubicBezTo>
                    <a:cubicBezTo>
                      <a:pt x="163" y="132"/>
                      <a:pt x="142" y="128"/>
                      <a:pt x="125" y="122"/>
                    </a:cubicBezTo>
                    <a:cubicBezTo>
                      <a:pt x="108" y="117"/>
                      <a:pt x="101" y="97"/>
                      <a:pt x="93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4" name="Freeform 51"/>
              <p:cNvSpPr>
                <a:spLocks/>
              </p:cNvSpPr>
              <p:nvPr/>
            </p:nvSpPr>
            <p:spPr bwMode="auto">
              <a:xfrm>
                <a:off x="8170863" y="4259581"/>
                <a:ext cx="258763" cy="311150"/>
              </a:xfrm>
              <a:custGeom>
                <a:avLst/>
                <a:gdLst>
                  <a:gd name="T0" fmla="*/ 53 w 108"/>
                  <a:gd name="T1" fmla="*/ 124 h 130"/>
                  <a:gd name="T2" fmla="*/ 28 w 108"/>
                  <a:gd name="T3" fmla="*/ 112 h 130"/>
                  <a:gd name="T4" fmla="*/ 0 w 108"/>
                  <a:gd name="T5" fmla="*/ 123 h 130"/>
                  <a:gd name="T6" fmla="*/ 108 w 108"/>
                  <a:gd name="T7" fmla="*/ 0 h 130"/>
                  <a:gd name="T8" fmla="*/ 108 w 108"/>
                  <a:gd name="T9" fmla="*/ 111 h 130"/>
                  <a:gd name="T10" fmla="*/ 93 w 108"/>
                  <a:gd name="T11" fmla="*/ 106 h 130"/>
                  <a:gd name="T12" fmla="*/ 53 w 108"/>
                  <a:gd name="T13" fmla="*/ 1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30">
                    <a:moveTo>
                      <a:pt x="53" y="124"/>
                    </a:moveTo>
                    <a:cubicBezTo>
                      <a:pt x="43" y="118"/>
                      <a:pt x="44" y="107"/>
                      <a:pt x="28" y="112"/>
                    </a:cubicBezTo>
                    <a:cubicBezTo>
                      <a:pt x="18" y="114"/>
                      <a:pt x="9" y="122"/>
                      <a:pt x="0" y="12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11"/>
                      <a:pt x="108" y="111"/>
                      <a:pt x="108" y="111"/>
                    </a:cubicBezTo>
                    <a:cubicBezTo>
                      <a:pt x="102" y="105"/>
                      <a:pt x="98" y="100"/>
                      <a:pt x="93" y="106"/>
                    </a:cubicBezTo>
                    <a:cubicBezTo>
                      <a:pt x="84" y="114"/>
                      <a:pt x="63" y="130"/>
                      <a:pt x="53" y="124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5" name="Freeform 52"/>
              <p:cNvSpPr>
                <a:spLocks/>
              </p:cNvSpPr>
              <p:nvPr/>
            </p:nvSpPr>
            <p:spPr bwMode="auto">
              <a:xfrm>
                <a:off x="5916613" y="4937444"/>
                <a:ext cx="38100" cy="111125"/>
              </a:xfrm>
              <a:custGeom>
                <a:avLst/>
                <a:gdLst>
                  <a:gd name="T0" fmla="*/ 4 w 24"/>
                  <a:gd name="T1" fmla="*/ 0 h 70"/>
                  <a:gd name="T2" fmla="*/ 0 w 24"/>
                  <a:gd name="T3" fmla="*/ 70 h 70"/>
                  <a:gd name="T4" fmla="*/ 24 w 24"/>
                  <a:gd name="T5" fmla="*/ 70 h 70"/>
                  <a:gd name="T6" fmla="*/ 19 w 24"/>
                  <a:gd name="T7" fmla="*/ 0 h 70"/>
                  <a:gd name="T8" fmla="*/ 4 w 24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70">
                    <a:moveTo>
                      <a:pt x="4" y="0"/>
                    </a:moveTo>
                    <a:lnTo>
                      <a:pt x="0" y="70"/>
                    </a:lnTo>
                    <a:lnTo>
                      <a:pt x="24" y="70"/>
                    </a:lnTo>
                    <a:lnTo>
                      <a:pt x="19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6" name="Freeform 53"/>
              <p:cNvSpPr>
                <a:spLocks/>
              </p:cNvSpPr>
              <p:nvPr/>
            </p:nvSpPr>
            <p:spPr bwMode="auto">
              <a:xfrm>
                <a:off x="5935663" y="4937444"/>
                <a:ext cx="19050" cy="111125"/>
              </a:xfrm>
              <a:custGeom>
                <a:avLst/>
                <a:gdLst>
                  <a:gd name="T0" fmla="*/ 0 w 12"/>
                  <a:gd name="T1" fmla="*/ 0 h 70"/>
                  <a:gd name="T2" fmla="*/ 0 w 12"/>
                  <a:gd name="T3" fmla="*/ 70 h 70"/>
                  <a:gd name="T4" fmla="*/ 12 w 12"/>
                  <a:gd name="T5" fmla="*/ 70 h 70"/>
                  <a:gd name="T6" fmla="*/ 7 w 12"/>
                  <a:gd name="T7" fmla="*/ 0 h 70"/>
                  <a:gd name="T8" fmla="*/ 0 w 12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lnTo>
                      <a:pt x="0" y="70"/>
                    </a:lnTo>
                    <a:lnTo>
                      <a:pt x="12" y="7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7" name="Freeform 54"/>
              <p:cNvSpPr>
                <a:spLocks/>
              </p:cNvSpPr>
              <p:nvPr/>
            </p:nvSpPr>
            <p:spPr bwMode="auto">
              <a:xfrm>
                <a:off x="5824538" y="4499294"/>
                <a:ext cx="220663" cy="474663"/>
              </a:xfrm>
              <a:custGeom>
                <a:avLst/>
                <a:gdLst>
                  <a:gd name="T0" fmla="*/ 0 w 139"/>
                  <a:gd name="T1" fmla="*/ 299 h 299"/>
                  <a:gd name="T2" fmla="*/ 70 w 139"/>
                  <a:gd name="T3" fmla="*/ 0 h 299"/>
                  <a:gd name="T4" fmla="*/ 139 w 139"/>
                  <a:gd name="T5" fmla="*/ 299 h 299"/>
                  <a:gd name="T6" fmla="*/ 0 w 13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299">
                    <a:moveTo>
                      <a:pt x="0" y="299"/>
                    </a:moveTo>
                    <a:lnTo>
                      <a:pt x="70" y="0"/>
                    </a:lnTo>
                    <a:lnTo>
                      <a:pt x="139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8" name="Freeform 55"/>
              <p:cNvSpPr>
                <a:spLocks/>
              </p:cNvSpPr>
              <p:nvPr/>
            </p:nvSpPr>
            <p:spPr bwMode="auto">
              <a:xfrm>
                <a:off x="5935663" y="4499294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9" name="Freeform 66"/>
              <p:cNvSpPr>
                <a:spLocks/>
              </p:cNvSpPr>
              <p:nvPr/>
            </p:nvSpPr>
            <p:spPr bwMode="auto">
              <a:xfrm>
                <a:off x="5305425" y="4818381"/>
                <a:ext cx="109538" cy="193675"/>
              </a:xfrm>
              <a:custGeom>
                <a:avLst/>
                <a:gdLst>
                  <a:gd name="T0" fmla="*/ 46 w 46"/>
                  <a:gd name="T1" fmla="*/ 58 h 81"/>
                  <a:gd name="T2" fmla="*/ 23 w 46"/>
                  <a:gd name="T3" fmla="*/ 81 h 81"/>
                  <a:gd name="T4" fmla="*/ 0 w 46"/>
                  <a:gd name="T5" fmla="*/ 58 h 81"/>
                  <a:gd name="T6" fmla="*/ 23 w 46"/>
                  <a:gd name="T7" fmla="*/ 0 h 81"/>
                  <a:gd name="T8" fmla="*/ 46 w 46"/>
                  <a:gd name="T9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81">
                    <a:moveTo>
                      <a:pt x="46" y="58"/>
                    </a:moveTo>
                    <a:cubicBezTo>
                      <a:pt x="46" y="71"/>
                      <a:pt x="35" y="81"/>
                      <a:pt x="23" y="81"/>
                    </a:cubicBezTo>
                    <a:cubicBezTo>
                      <a:pt x="10" y="81"/>
                      <a:pt x="0" y="71"/>
                      <a:pt x="0" y="58"/>
                    </a:cubicBezTo>
                    <a:cubicBezTo>
                      <a:pt x="0" y="41"/>
                      <a:pt x="10" y="0"/>
                      <a:pt x="23" y="0"/>
                    </a:cubicBezTo>
                    <a:cubicBezTo>
                      <a:pt x="35" y="0"/>
                      <a:pt x="46" y="46"/>
                      <a:pt x="46" y="58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0" name="Freeform 67"/>
              <p:cNvSpPr>
                <a:spLocks/>
              </p:cNvSpPr>
              <p:nvPr/>
            </p:nvSpPr>
            <p:spPr bwMode="auto">
              <a:xfrm>
                <a:off x="5360988" y="4818381"/>
                <a:ext cx="53975" cy="193675"/>
              </a:xfrm>
              <a:custGeom>
                <a:avLst/>
                <a:gdLst>
                  <a:gd name="T0" fmla="*/ 23 w 23"/>
                  <a:gd name="T1" fmla="*/ 58 h 81"/>
                  <a:gd name="T2" fmla="*/ 0 w 23"/>
                  <a:gd name="T3" fmla="*/ 0 h 81"/>
                  <a:gd name="T4" fmla="*/ 0 w 23"/>
                  <a:gd name="T5" fmla="*/ 81 h 81"/>
                  <a:gd name="T6" fmla="*/ 23 w 23"/>
                  <a:gd name="T7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1">
                    <a:moveTo>
                      <a:pt x="23" y="58"/>
                    </a:moveTo>
                    <a:cubicBezTo>
                      <a:pt x="23" y="42"/>
                      <a:pt x="12" y="0"/>
                      <a:pt x="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2" y="81"/>
                      <a:pt x="23" y="71"/>
                      <a:pt x="23" y="58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1" name="Freeform 68"/>
              <p:cNvSpPr>
                <a:spLocks/>
              </p:cNvSpPr>
              <p:nvPr/>
            </p:nvSpPr>
            <p:spPr bwMode="auto">
              <a:xfrm>
                <a:off x="5349875" y="4959669"/>
                <a:ext cx="17463" cy="88900"/>
              </a:xfrm>
              <a:custGeom>
                <a:avLst/>
                <a:gdLst>
                  <a:gd name="T0" fmla="*/ 4 w 11"/>
                  <a:gd name="T1" fmla="*/ 0 h 56"/>
                  <a:gd name="T2" fmla="*/ 0 w 11"/>
                  <a:gd name="T3" fmla="*/ 56 h 56"/>
                  <a:gd name="T4" fmla="*/ 11 w 11"/>
                  <a:gd name="T5" fmla="*/ 56 h 56"/>
                  <a:gd name="T6" fmla="*/ 8 w 11"/>
                  <a:gd name="T7" fmla="*/ 0 h 56"/>
                  <a:gd name="T8" fmla="*/ 4 w 11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6">
                    <a:moveTo>
                      <a:pt x="4" y="0"/>
                    </a:moveTo>
                    <a:lnTo>
                      <a:pt x="0" y="56"/>
                    </a:lnTo>
                    <a:lnTo>
                      <a:pt x="11" y="56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2" name="Freeform 69"/>
              <p:cNvSpPr>
                <a:spLocks/>
              </p:cNvSpPr>
              <p:nvPr/>
            </p:nvSpPr>
            <p:spPr bwMode="auto">
              <a:xfrm>
                <a:off x="5360988" y="4959669"/>
                <a:ext cx="6350" cy="88900"/>
              </a:xfrm>
              <a:custGeom>
                <a:avLst/>
                <a:gdLst>
                  <a:gd name="T0" fmla="*/ 0 w 4"/>
                  <a:gd name="T1" fmla="*/ 0 h 56"/>
                  <a:gd name="T2" fmla="*/ 0 w 4"/>
                  <a:gd name="T3" fmla="*/ 56 h 56"/>
                  <a:gd name="T4" fmla="*/ 4 w 4"/>
                  <a:gd name="T5" fmla="*/ 56 h 56"/>
                  <a:gd name="T6" fmla="*/ 1 w 4"/>
                  <a:gd name="T7" fmla="*/ 0 h 56"/>
                  <a:gd name="T8" fmla="*/ 0 w 4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6">
                    <a:moveTo>
                      <a:pt x="0" y="0"/>
                    </a:moveTo>
                    <a:lnTo>
                      <a:pt x="0" y="56"/>
                    </a:lnTo>
                    <a:lnTo>
                      <a:pt x="4" y="5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3" name="Oval 70"/>
              <p:cNvSpPr>
                <a:spLocks noChangeArrowheads="1"/>
              </p:cNvSpPr>
              <p:nvPr/>
            </p:nvSpPr>
            <p:spPr bwMode="auto">
              <a:xfrm>
                <a:off x="5410200" y="4712019"/>
                <a:ext cx="182563" cy="244475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4" name="Freeform 71"/>
              <p:cNvSpPr>
                <a:spLocks/>
              </p:cNvSpPr>
              <p:nvPr/>
            </p:nvSpPr>
            <p:spPr bwMode="auto">
              <a:xfrm>
                <a:off x="5502275" y="4712019"/>
                <a:ext cx="90488" cy="244475"/>
              </a:xfrm>
              <a:custGeom>
                <a:avLst/>
                <a:gdLst>
                  <a:gd name="T0" fmla="*/ 38 w 38"/>
                  <a:gd name="T1" fmla="*/ 51 h 102"/>
                  <a:gd name="T2" fmla="*/ 0 w 38"/>
                  <a:gd name="T3" fmla="*/ 0 h 102"/>
                  <a:gd name="T4" fmla="*/ 0 w 38"/>
                  <a:gd name="T5" fmla="*/ 102 h 102"/>
                  <a:gd name="T6" fmla="*/ 38 w 38"/>
                  <a:gd name="T7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102">
                    <a:moveTo>
                      <a:pt x="38" y="51"/>
                    </a:moveTo>
                    <a:cubicBezTo>
                      <a:pt x="38" y="23"/>
                      <a:pt x="21" y="0"/>
                      <a:pt x="0" y="0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21" y="102"/>
                      <a:pt x="38" y="79"/>
                      <a:pt x="38" y="51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" name="Freeform 72"/>
              <p:cNvSpPr>
                <a:spLocks/>
              </p:cNvSpPr>
              <p:nvPr/>
            </p:nvSpPr>
            <p:spPr bwMode="auto">
              <a:xfrm>
                <a:off x="5489575" y="4866006"/>
                <a:ext cx="26988" cy="146050"/>
              </a:xfrm>
              <a:custGeom>
                <a:avLst/>
                <a:gdLst>
                  <a:gd name="T0" fmla="*/ 3 w 17"/>
                  <a:gd name="T1" fmla="*/ 0 h 92"/>
                  <a:gd name="T2" fmla="*/ 0 w 17"/>
                  <a:gd name="T3" fmla="*/ 92 h 92"/>
                  <a:gd name="T4" fmla="*/ 17 w 17"/>
                  <a:gd name="T5" fmla="*/ 92 h 92"/>
                  <a:gd name="T6" fmla="*/ 12 w 17"/>
                  <a:gd name="T7" fmla="*/ 0 h 92"/>
                  <a:gd name="T8" fmla="*/ 3 w 17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2">
                    <a:moveTo>
                      <a:pt x="3" y="0"/>
                    </a:moveTo>
                    <a:lnTo>
                      <a:pt x="0" y="92"/>
                    </a:lnTo>
                    <a:lnTo>
                      <a:pt x="17" y="92"/>
                    </a:lnTo>
                    <a:lnTo>
                      <a:pt x="1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6" name="Freeform 73"/>
              <p:cNvSpPr>
                <a:spLocks/>
              </p:cNvSpPr>
              <p:nvPr/>
            </p:nvSpPr>
            <p:spPr bwMode="auto">
              <a:xfrm>
                <a:off x="5502275" y="4866006"/>
                <a:ext cx="14288" cy="146050"/>
              </a:xfrm>
              <a:custGeom>
                <a:avLst/>
                <a:gdLst>
                  <a:gd name="T0" fmla="*/ 0 w 9"/>
                  <a:gd name="T1" fmla="*/ 0 h 92"/>
                  <a:gd name="T2" fmla="*/ 0 w 9"/>
                  <a:gd name="T3" fmla="*/ 92 h 92"/>
                  <a:gd name="T4" fmla="*/ 9 w 9"/>
                  <a:gd name="T5" fmla="*/ 92 h 92"/>
                  <a:gd name="T6" fmla="*/ 4 w 9"/>
                  <a:gd name="T7" fmla="*/ 0 h 92"/>
                  <a:gd name="T8" fmla="*/ 0 w 9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2">
                    <a:moveTo>
                      <a:pt x="0" y="0"/>
                    </a:moveTo>
                    <a:lnTo>
                      <a:pt x="0" y="92"/>
                    </a:lnTo>
                    <a:lnTo>
                      <a:pt x="9" y="9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7" name="Freeform 74"/>
              <p:cNvSpPr>
                <a:spLocks/>
              </p:cNvSpPr>
              <p:nvPr/>
            </p:nvSpPr>
            <p:spPr bwMode="auto">
              <a:xfrm>
                <a:off x="6170613" y="5177156"/>
                <a:ext cx="1381125" cy="155575"/>
              </a:xfrm>
              <a:custGeom>
                <a:avLst/>
                <a:gdLst>
                  <a:gd name="T0" fmla="*/ 577 w 577"/>
                  <a:gd name="T1" fmla="*/ 33 h 65"/>
                  <a:gd name="T2" fmla="*/ 540 w 577"/>
                  <a:gd name="T3" fmla="*/ 65 h 65"/>
                  <a:gd name="T4" fmla="*/ 37 w 577"/>
                  <a:gd name="T5" fmla="*/ 65 h 65"/>
                  <a:gd name="T6" fmla="*/ 0 w 577"/>
                  <a:gd name="T7" fmla="*/ 33 h 65"/>
                  <a:gd name="T8" fmla="*/ 37 w 577"/>
                  <a:gd name="T9" fmla="*/ 0 h 65"/>
                  <a:gd name="T10" fmla="*/ 540 w 577"/>
                  <a:gd name="T11" fmla="*/ 0 h 65"/>
                  <a:gd name="T12" fmla="*/ 577 w 577"/>
                  <a:gd name="T13" fmla="*/ 3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7" h="65">
                    <a:moveTo>
                      <a:pt x="577" y="33"/>
                    </a:moveTo>
                    <a:cubicBezTo>
                      <a:pt x="577" y="51"/>
                      <a:pt x="560" y="65"/>
                      <a:pt x="540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16" y="65"/>
                      <a:pt x="0" y="51"/>
                      <a:pt x="0" y="33"/>
                    </a:cubicBezTo>
                    <a:cubicBezTo>
                      <a:pt x="0" y="15"/>
                      <a:pt x="16" y="0"/>
                      <a:pt x="37" y="0"/>
                    </a:cubicBezTo>
                    <a:cubicBezTo>
                      <a:pt x="540" y="0"/>
                      <a:pt x="540" y="0"/>
                      <a:pt x="540" y="0"/>
                    </a:cubicBezTo>
                    <a:cubicBezTo>
                      <a:pt x="560" y="0"/>
                      <a:pt x="577" y="15"/>
                      <a:pt x="577" y="33"/>
                    </a:cubicBezTo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8" name="Freeform 75"/>
              <p:cNvSpPr>
                <a:spLocks/>
              </p:cNvSpPr>
              <p:nvPr/>
            </p:nvSpPr>
            <p:spPr bwMode="auto">
              <a:xfrm>
                <a:off x="6859588" y="5177156"/>
                <a:ext cx="692150" cy="155575"/>
              </a:xfrm>
              <a:custGeom>
                <a:avLst/>
                <a:gdLst>
                  <a:gd name="T0" fmla="*/ 252 w 289"/>
                  <a:gd name="T1" fmla="*/ 0 h 65"/>
                  <a:gd name="T2" fmla="*/ 0 w 289"/>
                  <a:gd name="T3" fmla="*/ 0 h 65"/>
                  <a:gd name="T4" fmla="*/ 0 w 289"/>
                  <a:gd name="T5" fmla="*/ 65 h 65"/>
                  <a:gd name="T6" fmla="*/ 252 w 289"/>
                  <a:gd name="T7" fmla="*/ 65 h 65"/>
                  <a:gd name="T8" fmla="*/ 289 w 289"/>
                  <a:gd name="T9" fmla="*/ 33 h 65"/>
                  <a:gd name="T10" fmla="*/ 252 w 289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9" h="65">
                    <a:moveTo>
                      <a:pt x="25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72" y="65"/>
                      <a:pt x="289" y="51"/>
                      <a:pt x="289" y="33"/>
                    </a:cubicBezTo>
                    <a:cubicBezTo>
                      <a:pt x="289" y="15"/>
                      <a:pt x="272" y="0"/>
                      <a:pt x="252" y="0"/>
                    </a:cubicBezTo>
                  </a:path>
                </a:pathLst>
              </a:custGeom>
              <a:solidFill>
                <a:srgbClr val="A9C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9" name="Rectangle 76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0" name="Rectangle 77"/>
              <p:cNvSpPr>
                <a:spLocks noChangeArrowheads="1"/>
              </p:cNvSpPr>
              <p:nvPr/>
            </p:nvSpPr>
            <p:spPr bwMode="auto">
              <a:xfrm>
                <a:off x="6567488" y="4819969"/>
                <a:ext cx="673100" cy="31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1" name="Freeform 78"/>
              <p:cNvSpPr>
                <a:spLocks/>
              </p:cNvSpPr>
              <p:nvPr/>
            </p:nvSpPr>
            <p:spPr bwMode="auto">
              <a:xfrm>
                <a:off x="6540500" y="4696144"/>
                <a:ext cx="728663" cy="123825"/>
              </a:xfrm>
              <a:custGeom>
                <a:avLst/>
                <a:gdLst>
                  <a:gd name="T0" fmla="*/ 0 w 459"/>
                  <a:gd name="T1" fmla="*/ 50 h 78"/>
                  <a:gd name="T2" fmla="*/ 0 w 459"/>
                  <a:gd name="T3" fmla="*/ 78 h 78"/>
                  <a:gd name="T4" fmla="*/ 459 w 459"/>
                  <a:gd name="T5" fmla="*/ 78 h 78"/>
                  <a:gd name="T6" fmla="*/ 459 w 459"/>
                  <a:gd name="T7" fmla="*/ 0 h 78"/>
                  <a:gd name="T8" fmla="*/ 0 w 459"/>
                  <a:gd name="T9" fmla="*/ 5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9" h="78">
                    <a:moveTo>
                      <a:pt x="0" y="50"/>
                    </a:moveTo>
                    <a:lnTo>
                      <a:pt x="0" y="78"/>
                    </a:lnTo>
                    <a:lnTo>
                      <a:pt x="459" y="78"/>
                    </a:lnTo>
                    <a:lnTo>
                      <a:pt x="459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2" name="Rectangle 79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3" name="Rectangle 80"/>
              <p:cNvSpPr>
                <a:spLocks noChangeArrowheads="1"/>
              </p:cNvSpPr>
              <p:nvPr/>
            </p:nvSpPr>
            <p:spPr bwMode="auto">
              <a:xfrm>
                <a:off x="6540500" y="4964431"/>
                <a:ext cx="723900" cy="212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4" name="Rectangle 81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solidFill>
                <a:srgbClr val="FF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" name="Rectangle 82"/>
              <p:cNvSpPr>
                <a:spLocks noChangeArrowheads="1"/>
              </p:cNvSpPr>
              <p:nvPr/>
            </p:nvSpPr>
            <p:spPr bwMode="auto">
              <a:xfrm>
                <a:off x="6540500" y="4851719"/>
                <a:ext cx="7239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6" name="Rectangle 83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7" name="Rectangle 84"/>
              <p:cNvSpPr>
                <a:spLocks noChangeArrowheads="1"/>
              </p:cNvSpPr>
              <p:nvPr/>
            </p:nvSpPr>
            <p:spPr bwMode="auto">
              <a:xfrm>
                <a:off x="6619875" y="5015231"/>
                <a:ext cx="38100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8" name="Rectangle 85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9" name="Rectangle 86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0" name="Rectangle 87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347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1" name="Rectangle 88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2" name="Rectangle 89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3" name="Rectangle 90"/>
              <p:cNvSpPr>
                <a:spLocks noChangeArrowheads="1"/>
              </p:cNvSpPr>
              <p:nvPr/>
            </p:nvSpPr>
            <p:spPr bwMode="auto">
              <a:xfrm>
                <a:off x="6802438" y="4880294"/>
                <a:ext cx="119063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4" name="Rectangle 91"/>
              <p:cNvSpPr>
                <a:spLocks noChangeArrowheads="1"/>
              </p:cNvSpPr>
              <p:nvPr/>
            </p:nvSpPr>
            <p:spPr bwMode="auto">
              <a:xfrm>
                <a:off x="6619875" y="4880294"/>
                <a:ext cx="122238" cy="55563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5" name="Freeform 92"/>
              <p:cNvSpPr>
                <a:spLocks/>
              </p:cNvSpPr>
              <p:nvPr/>
            </p:nvSpPr>
            <p:spPr bwMode="auto">
              <a:xfrm>
                <a:off x="6619875" y="4748531"/>
                <a:ext cx="649288" cy="71438"/>
              </a:xfrm>
              <a:custGeom>
                <a:avLst/>
                <a:gdLst>
                  <a:gd name="T0" fmla="*/ 409 w 409"/>
                  <a:gd name="T1" fmla="*/ 45 h 45"/>
                  <a:gd name="T2" fmla="*/ 409 w 409"/>
                  <a:gd name="T3" fmla="*/ 0 h 45"/>
                  <a:gd name="T4" fmla="*/ 0 w 409"/>
                  <a:gd name="T5" fmla="*/ 45 h 45"/>
                  <a:gd name="T6" fmla="*/ 409 w 409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9" h="45">
                    <a:moveTo>
                      <a:pt x="409" y="45"/>
                    </a:moveTo>
                    <a:lnTo>
                      <a:pt x="409" y="0"/>
                    </a:lnTo>
                    <a:lnTo>
                      <a:pt x="0" y="45"/>
                    </a:lnTo>
                    <a:lnTo>
                      <a:pt x="409" y="45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6" name="Freeform 93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close/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7" name="Freeform 94"/>
              <p:cNvSpPr>
                <a:spLocks noEditPoints="1"/>
              </p:cNvSpPr>
              <p:nvPr/>
            </p:nvSpPr>
            <p:spPr bwMode="auto">
              <a:xfrm>
                <a:off x="6859588" y="4851719"/>
                <a:ext cx="404813" cy="112713"/>
              </a:xfrm>
              <a:custGeom>
                <a:avLst/>
                <a:gdLst>
                  <a:gd name="T0" fmla="*/ 139 w 255"/>
                  <a:gd name="T1" fmla="*/ 53 h 71"/>
                  <a:gd name="T2" fmla="*/ 139 w 255"/>
                  <a:gd name="T3" fmla="*/ 18 h 71"/>
                  <a:gd name="T4" fmla="*/ 216 w 255"/>
                  <a:gd name="T5" fmla="*/ 18 h 71"/>
                  <a:gd name="T6" fmla="*/ 216 w 255"/>
                  <a:gd name="T7" fmla="*/ 53 h 71"/>
                  <a:gd name="T8" fmla="*/ 139 w 255"/>
                  <a:gd name="T9" fmla="*/ 53 h 71"/>
                  <a:gd name="T10" fmla="*/ 255 w 255"/>
                  <a:gd name="T11" fmla="*/ 0 h 71"/>
                  <a:gd name="T12" fmla="*/ 240 w 255"/>
                  <a:gd name="T13" fmla="*/ 0 h 71"/>
                  <a:gd name="T14" fmla="*/ 71 w 255"/>
                  <a:gd name="T15" fmla="*/ 0 h 71"/>
                  <a:gd name="T16" fmla="*/ 39 w 255"/>
                  <a:gd name="T17" fmla="*/ 32 h 71"/>
                  <a:gd name="T18" fmla="*/ 39 w 255"/>
                  <a:gd name="T19" fmla="*/ 53 h 71"/>
                  <a:gd name="T20" fmla="*/ 18 w 255"/>
                  <a:gd name="T21" fmla="*/ 53 h 71"/>
                  <a:gd name="T22" fmla="*/ 0 w 255"/>
                  <a:gd name="T23" fmla="*/ 71 h 71"/>
                  <a:gd name="T24" fmla="*/ 100 w 255"/>
                  <a:gd name="T25" fmla="*/ 71 h 71"/>
                  <a:gd name="T26" fmla="*/ 255 w 255"/>
                  <a:gd name="T27" fmla="*/ 71 h 71"/>
                  <a:gd name="T28" fmla="*/ 255 w 255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5" h="71">
                    <a:moveTo>
                      <a:pt x="139" y="53"/>
                    </a:moveTo>
                    <a:lnTo>
                      <a:pt x="139" y="18"/>
                    </a:lnTo>
                    <a:lnTo>
                      <a:pt x="216" y="18"/>
                    </a:lnTo>
                    <a:lnTo>
                      <a:pt x="216" y="53"/>
                    </a:lnTo>
                    <a:lnTo>
                      <a:pt x="139" y="53"/>
                    </a:lnTo>
                    <a:moveTo>
                      <a:pt x="255" y="0"/>
                    </a:moveTo>
                    <a:lnTo>
                      <a:pt x="240" y="0"/>
                    </a:lnTo>
                    <a:lnTo>
                      <a:pt x="71" y="0"/>
                    </a:lnTo>
                    <a:lnTo>
                      <a:pt x="39" y="32"/>
                    </a:lnTo>
                    <a:lnTo>
                      <a:pt x="39" y="53"/>
                    </a:lnTo>
                    <a:lnTo>
                      <a:pt x="18" y="53"/>
                    </a:lnTo>
                    <a:lnTo>
                      <a:pt x="0" y="71"/>
                    </a:lnTo>
                    <a:lnTo>
                      <a:pt x="100" y="71"/>
                    </a:lnTo>
                    <a:lnTo>
                      <a:pt x="255" y="71"/>
                    </a:lnTo>
                    <a:lnTo>
                      <a:pt x="2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8" name="Rectangle 95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solidFill>
                <a:srgbClr val="2C62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9" name="Rectangle 96"/>
              <p:cNvSpPr>
                <a:spLocks noChangeArrowheads="1"/>
              </p:cNvSpPr>
              <p:nvPr/>
            </p:nvSpPr>
            <p:spPr bwMode="auto">
              <a:xfrm>
                <a:off x="7080250" y="4880294"/>
                <a:ext cx="122238" cy="555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0" name="Freeform 97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1" name="Freeform 98"/>
              <p:cNvSpPr>
                <a:spLocks/>
              </p:cNvSpPr>
              <p:nvPr/>
            </p:nvSpPr>
            <p:spPr bwMode="auto">
              <a:xfrm>
                <a:off x="6888163" y="4902519"/>
                <a:ext cx="33338" cy="33338"/>
              </a:xfrm>
              <a:custGeom>
                <a:avLst/>
                <a:gdLst>
                  <a:gd name="T0" fmla="*/ 21 w 21"/>
                  <a:gd name="T1" fmla="*/ 0 h 21"/>
                  <a:gd name="T2" fmla="*/ 0 w 21"/>
                  <a:gd name="T3" fmla="*/ 21 h 21"/>
                  <a:gd name="T4" fmla="*/ 21 w 21"/>
                  <a:gd name="T5" fmla="*/ 21 h 21"/>
                  <a:gd name="T6" fmla="*/ 21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0" y="21"/>
                    </a:lnTo>
                    <a:lnTo>
                      <a:pt x="21" y="2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2" name="Freeform 99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close/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  <a:close/>
                  </a:path>
                </a:pathLst>
              </a:custGeom>
              <a:solidFill>
                <a:srgbClr val="D9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3" name="Freeform 100"/>
              <p:cNvSpPr>
                <a:spLocks noEditPoints="1"/>
              </p:cNvSpPr>
              <p:nvPr/>
            </p:nvSpPr>
            <p:spPr bwMode="auto">
              <a:xfrm>
                <a:off x="6804025" y="4964431"/>
                <a:ext cx="460375" cy="212725"/>
              </a:xfrm>
              <a:custGeom>
                <a:avLst/>
                <a:gdLst>
                  <a:gd name="T0" fmla="*/ 176 w 290"/>
                  <a:gd name="T1" fmla="*/ 103 h 134"/>
                  <a:gd name="T2" fmla="*/ 176 w 290"/>
                  <a:gd name="T3" fmla="*/ 32 h 134"/>
                  <a:gd name="T4" fmla="*/ 252 w 290"/>
                  <a:gd name="T5" fmla="*/ 32 h 134"/>
                  <a:gd name="T6" fmla="*/ 252 w 290"/>
                  <a:gd name="T7" fmla="*/ 103 h 134"/>
                  <a:gd name="T8" fmla="*/ 176 w 290"/>
                  <a:gd name="T9" fmla="*/ 103 h 134"/>
                  <a:gd name="T10" fmla="*/ 290 w 290"/>
                  <a:gd name="T11" fmla="*/ 0 h 134"/>
                  <a:gd name="T12" fmla="*/ 135 w 290"/>
                  <a:gd name="T13" fmla="*/ 0 h 134"/>
                  <a:gd name="T14" fmla="*/ 103 w 290"/>
                  <a:gd name="T15" fmla="*/ 32 h 134"/>
                  <a:gd name="T16" fmla="*/ 124 w 290"/>
                  <a:gd name="T17" fmla="*/ 32 h 134"/>
                  <a:gd name="T18" fmla="*/ 124 w 290"/>
                  <a:gd name="T19" fmla="*/ 103 h 134"/>
                  <a:gd name="T20" fmla="*/ 32 w 290"/>
                  <a:gd name="T21" fmla="*/ 103 h 134"/>
                  <a:gd name="T22" fmla="*/ 0 w 290"/>
                  <a:gd name="T23" fmla="*/ 134 h 134"/>
                  <a:gd name="T24" fmla="*/ 290 w 290"/>
                  <a:gd name="T25" fmla="*/ 134 h 134"/>
                  <a:gd name="T26" fmla="*/ 290 w 290"/>
                  <a:gd name="T2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0" h="134">
                    <a:moveTo>
                      <a:pt x="176" y="103"/>
                    </a:moveTo>
                    <a:lnTo>
                      <a:pt x="176" y="32"/>
                    </a:lnTo>
                    <a:lnTo>
                      <a:pt x="252" y="32"/>
                    </a:lnTo>
                    <a:lnTo>
                      <a:pt x="252" y="103"/>
                    </a:lnTo>
                    <a:lnTo>
                      <a:pt x="176" y="103"/>
                    </a:lnTo>
                    <a:moveTo>
                      <a:pt x="290" y="0"/>
                    </a:moveTo>
                    <a:lnTo>
                      <a:pt x="135" y="0"/>
                    </a:lnTo>
                    <a:lnTo>
                      <a:pt x="103" y="32"/>
                    </a:lnTo>
                    <a:lnTo>
                      <a:pt x="124" y="32"/>
                    </a:lnTo>
                    <a:lnTo>
                      <a:pt x="124" y="103"/>
                    </a:lnTo>
                    <a:lnTo>
                      <a:pt x="32" y="103"/>
                    </a:lnTo>
                    <a:lnTo>
                      <a:pt x="0" y="134"/>
                    </a:lnTo>
                    <a:lnTo>
                      <a:pt x="290" y="134"/>
                    </a:lnTo>
                    <a:lnTo>
                      <a:pt x="2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4" name="Freeform 101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5" name="Freeform 102"/>
              <p:cNvSpPr>
                <a:spLocks/>
              </p:cNvSpPr>
              <p:nvPr/>
            </p:nvSpPr>
            <p:spPr bwMode="auto">
              <a:xfrm>
                <a:off x="6854825" y="5015231"/>
                <a:ext cx="146050" cy="112713"/>
              </a:xfrm>
              <a:custGeom>
                <a:avLst/>
                <a:gdLst>
                  <a:gd name="T0" fmla="*/ 92 w 92"/>
                  <a:gd name="T1" fmla="*/ 0 h 71"/>
                  <a:gd name="T2" fmla="*/ 71 w 92"/>
                  <a:gd name="T3" fmla="*/ 0 h 71"/>
                  <a:gd name="T4" fmla="*/ 0 w 92"/>
                  <a:gd name="T5" fmla="*/ 71 h 71"/>
                  <a:gd name="T6" fmla="*/ 92 w 92"/>
                  <a:gd name="T7" fmla="*/ 71 h 71"/>
                  <a:gd name="T8" fmla="*/ 92 w 92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71">
                    <a:moveTo>
                      <a:pt x="9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92" y="71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6" name="Rectangle 103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7" name="Rectangle 104"/>
              <p:cNvSpPr>
                <a:spLocks noChangeArrowheads="1"/>
              </p:cNvSpPr>
              <p:nvPr/>
            </p:nvSpPr>
            <p:spPr bwMode="auto">
              <a:xfrm>
                <a:off x="7083425" y="5015231"/>
                <a:ext cx="120650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8" name="Freeform 105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9" name="Freeform 106"/>
              <p:cNvSpPr>
                <a:spLocks/>
              </p:cNvSpPr>
              <p:nvPr/>
            </p:nvSpPr>
            <p:spPr bwMode="auto">
              <a:xfrm>
                <a:off x="3578225" y="4550094"/>
                <a:ext cx="1762125" cy="917575"/>
              </a:xfrm>
              <a:custGeom>
                <a:avLst/>
                <a:gdLst>
                  <a:gd name="T0" fmla="*/ 0 w 1110"/>
                  <a:gd name="T1" fmla="*/ 578 h 578"/>
                  <a:gd name="T2" fmla="*/ 555 w 1110"/>
                  <a:gd name="T3" fmla="*/ 0 h 578"/>
                  <a:gd name="T4" fmla="*/ 1110 w 1110"/>
                  <a:gd name="T5" fmla="*/ 578 h 578"/>
                  <a:gd name="T6" fmla="*/ 0 w 1110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0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1110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0" name="Freeform 107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1" name="Freeform 108"/>
              <p:cNvSpPr>
                <a:spLocks/>
              </p:cNvSpPr>
              <p:nvPr/>
            </p:nvSpPr>
            <p:spPr bwMode="auto">
              <a:xfrm>
                <a:off x="3578225" y="4550094"/>
                <a:ext cx="881063" cy="917575"/>
              </a:xfrm>
              <a:custGeom>
                <a:avLst/>
                <a:gdLst>
                  <a:gd name="T0" fmla="*/ 0 w 555"/>
                  <a:gd name="T1" fmla="*/ 578 h 578"/>
                  <a:gd name="T2" fmla="*/ 555 w 555"/>
                  <a:gd name="T3" fmla="*/ 0 h 578"/>
                  <a:gd name="T4" fmla="*/ 555 w 555"/>
                  <a:gd name="T5" fmla="*/ 578 h 578"/>
                  <a:gd name="T6" fmla="*/ 0 w 555"/>
                  <a:gd name="T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5" h="578">
                    <a:moveTo>
                      <a:pt x="0" y="578"/>
                    </a:moveTo>
                    <a:lnTo>
                      <a:pt x="555" y="0"/>
                    </a:lnTo>
                    <a:lnTo>
                      <a:pt x="555" y="578"/>
                    </a:lnTo>
                    <a:lnTo>
                      <a:pt x="0" y="57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2" name="Freeform 109"/>
              <p:cNvSpPr>
                <a:spLocks/>
              </p:cNvSpPr>
              <p:nvPr/>
            </p:nvSpPr>
            <p:spPr bwMode="auto">
              <a:xfrm>
                <a:off x="4238625" y="4550094"/>
                <a:ext cx="431800" cy="269875"/>
              </a:xfrm>
              <a:custGeom>
                <a:avLst/>
                <a:gdLst>
                  <a:gd name="T0" fmla="*/ 133 w 180"/>
                  <a:gd name="T1" fmla="*/ 94 h 113"/>
                  <a:gd name="T2" fmla="*/ 64 w 180"/>
                  <a:gd name="T3" fmla="*/ 101 h 113"/>
                  <a:gd name="T4" fmla="*/ 21 w 180"/>
                  <a:gd name="T5" fmla="*/ 95 h 113"/>
                  <a:gd name="T6" fmla="*/ 0 w 180"/>
                  <a:gd name="T7" fmla="*/ 95 h 113"/>
                  <a:gd name="T8" fmla="*/ 92 w 180"/>
                  <a:gd name="T9" fmla="*/ 0 h 113"/>
                  <a:gd name="T10" fmla="*/ 180 w 180"/>
                  <a:gd name="T11" fmla="*/ 92 h 113"/>
                  <a:gd name="T12" fmla="*/ 159 w 180"/>
                  <a:gd name="T13" fmla="*/ 95 h 113"/>
                  <a:gd name="T14" fmla="*/ 133 w 180"/>
                  <a:gd name="T15" fmla="*/ 9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0" h="113">
                    <a:moveTo>
                      <a:pt x="133" y="94"/>
                    </a:moveTo>
                    <a:cubicBezTo>
                      <a:pt x="128" y="98"/>
                      <a:pt x="88" y="113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4" y="95"/>
                      <a:pt x="166" y="98"/>
                      <a:pt x="159" y="95"/>
                    </a:cubicBezTo>
                    <a:cubicBezTo>
                      <a:pt x="150" y="91"/>
                      <a:pt x="137" y="90"/>
                      <a:pt x="133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3" name="Freeform 110"/>
              <p:cNvSpPr>
                <a:spLocks/>
              </p:cNvSpPr>
              <p:nvPr/>
            </p:nvSpPr>
            <p:spPr bwMode="auto">
              <a:xfrm>
                <a:off x="4238625" y="4550094"/>
                <a:ext cx="220663" cy="254000"/>
              </a:xfrm>
              <a:custGeom>
                <a:avLst/>
                <a:gdLst>
                  <a:gd name="T0" fmla="*/ 21 w 92"/>
                  <a:gd name="T1" fmla="*/ 95 h 106"/>
                  <a:gd name="T2" fmla="*/ 0 w 92"/>
                  <a:gd name="T3" fmla="*/ 95 h 106"/>
                  <a:gd name="T4" fmla="*/ 92 w 92"/>
                  <a:gd name="T5" fmla="*/ 0 h 106"/>
                  <a:gd name="T6" fmla="*/ 92 w 92"/>
                  <a:gd name="T7" fmla="*/ 105 h 106"/>
                  <a:gd name="T8" fmla="*/ 64 w 92"/>
                  <a:gd name="T9" fmla="*/ 101 h 106"/>
                  <a:gd name="T10" fmla="*/ 21 w 92"/>
                  <a:gd name="T11" fmla="*/ 9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6">
                    <a:moveTo>
                      <a:pt x="21" y="95"/>
                    </a:moveTo>
                    <a:cubicBezTo>
                      <a:pt x="16" y="98"/>
                      <a:pt x="7" y="98"/>
                      <a:pt x="0" y="9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105"/>
                      <a:pt x="92" y="105"/>
                      <a:pt x="92" y="105"/>
                    </a:cubicBezTo>
                    <a:cubicBezTo>
                      <a:pt x="82" y="106"/>
                      <a:pt x="72" y="105"/>
                      <a:pt x="64" y="101"/>
                    </a:cubicBezTo>
                    <a:cubicBezTo>
                      <a:pt x="40" y="89"/>
                      <a:pt x="30" y="91"/>
                      <a:pt x="21" y="95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4" name="Freeform 111"/>
              <p:cNvSpPr>
                <a:spLocks/>
              </p:cNvSpPr>
              <p:nvPr/>
            </p:nvSpPr>
            <p:spPr bwMode="auto">
              <a:xfrm>
                <a:off x="7437438" y="5043806"/>
                <a:ext cx="50800" cy="133350"/>
              </a:xfrm>
              <a:custGeom>
                <a:avLst/>
                <a:gdLst>
                  <a:gd name="T0" fmla="*/ 7 w 32"/>
                  <a:gd name="T1" fmla="*/ 0 h 84"/>
                  <a:gd name="T2" fmla="*/ 0 w 32"/>
                  <a:gd name="T3" fmla="*/ 84 h 84"/>
                  <a:gd name="T4" fmla="*/ 32 w 32"/>
                  <a:gd name="T5" fmla="*/ 84 h 84"/>
                  <a:gd name="T6" fmla="*/ 24 w 32"/>
                  <a:gd name="T7" fmla="*/ 0 h 84"/>
                  <a:gd name="T8" fmla="*/ 7 w 32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84">
                    <a:moveTo>
                      <a:pt x="7" y="0"/>
                    </a:moveTo>
                    <a:lnTo>
                      <a:pt x="0" y="84"/>
                    </a:lnTo>
                    <a:lnTo>
                      <a:pt x="32" y="84"/>
                    </a:lnTo>
                    <a:lnTo>
                      <a:pt x="2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5" name="Freeform 112"/>
              <p:cNvSpPr>
                <a:spLocks/>
              </p:cNvSpPr>
              <p:nvPr/>
            </p:nvSpPr>
            <p:spPr bwMode="auto">
              <a:xfrm>
                <a:off x="7461250" y="5043806"/>
                <a:ext cx="26988" cy="133350"/>
              </a:xfrm>
              <a:custGeom>
                <a:avLst/>
                <a:gdLst>
                  <a:gd name="T0" fmla="*/ 0 w 17"/>
                  <a:gd name="T1" fmla="*/ 0 h 84"/>
                  <a:gd name="T2" fmla="*/ 0 w 17"/>
                  <a:gd name="T3" fmla="*/ 84 h 84"/>
                  <a:gd name="T4" fmla="*/ 17 w 17"/>
                  <a:gd name="T5" fmla="*/ 84 h 84"/>
                  <a:gd name="T6" fmla="*/ 9 w 17"/>
                  <a:gd name="T7" fmla="*/ 0 h 84"/>
                  <a:gd name="T8" fmla="*/ 0 w 17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84">
                    <a:moveTo>
                      <a:pt x="0" y="0"/>
                    </a:moveTo>
                    <a:lnTo>
                      <a:pt x="0" y="84"/>
                    </a:lnTo>
                    <a:lnTo>
                      <a:pt x="17" y="84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" name="Freeform 113"/>
              <p:cNvSpPr>
                <a:spLocks/>
              </p:cNvSpPr>
              <p:nvPr/>
            </p:nvSpPr>
            <p:spPr bwMode="auto">
              <a:xfrm>
                <a:off x="7324725" y="4499294"/>
                <a:ext cx="273050" cy="587375"/>
              </a:xfrm>
              <a:custGeom>
                <a:avLst/>
                <a:gdLst>
                  <a:gd name="T0" fmla="*/ 0 w 172"/>
                  <a:gd name="T1" fmla="*/ 370 h 370"/>
                  <a:gd name="T2" fmla="*/ 86 w 172"/>
                  <a:gd name="T3" fmla="*/ 0 h 370"/>
                  <a:gd name="T4" fmla="*/ 172 w 172"/>
                  <a:gd name="T5" fmla="*/ 370 h 370"/>
                  <a:gd name="T6" fmla="*/ 0 w 172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2" h="370">
                    <a:moveTo>
                      <a:pt x="0" y="370"/>
                    </a:moveTo>
                    <a:lnTo>
                      <a:pt x="86" y="0"/>
                    </a:lnTo>
                    <a:lnTo>
                      <a:pt x="172" y="370"/>
                    </a:lnTo>
                    <a:lnTo>
                      <a:pt x="0" y="37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7" name="Freeform 114"/>
              <p:cNvSpPr>
                <a:spLocks/>
              </p:cNvSpPr>
              <p:nvPr/>
            </p:nvSpPr>
            <p:spPr bwMode="auto">
              <a:xfrm>
                <a:off x="7461250" y="4499294"/>
                <a:ext cx="136525" cy="587375"/>
              </a:xfrm>
              <a:custGeom>
                <a:avLst/>
                <a:gdLst>
                  <a:gd name="T0" fmla="*/ 86 w 86"/>
                  <a:gd name="T1" fmla="*/ 370 h 370"/>
                  <a:gd name="T2" fmla="*/ 0 w 86"/>
                  <a:gd name="T3" fmla="*/ 0 h 370"/>
                  <a:gd name="T4" fmla="*/ 0 w 86"/>
                  <a:gd name="T5" fmla="*/ 370 h 370"/>
                  <a:gd name="T6" fmla="*/ 86 w 86"/>
                  <a:gd name="T7" fmla="*/ 37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370">
                    <a:moveTo>
                      <a:pt x="86" y="370"/>
                    </a:moveTo>
                    <a:lnTo>
                      <a:pt x="0" y="0"/>
                    </a:lnTo>
                    <a:lnTo>
                      <a:pt x="0" y="370"/>
                    </a:lnTo>
                    <a:lnTo>
                      <a:pt x="86" y="37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8" name="Freeform 115"/>
              <p:cNvSpPr>
                <a:spLocks/>
              </p:cNvSpPr>
              <p:nvPr/>
            </p:nvSpPr>
            <p:spPr bwMode="auto">
              <a:xfrm>
                <a:off x="7585075" y="5069206"/>
                <a:ext cx="41275" cy="107950"/>
              </a:xfrm>
              <a:custGeom>
                <a:avLst/>
                <a:gdLst>
                  <a:gd name="T0" fmla="*/ 6 w 26"/>
                  <a:gd name="T1" fmla="*/ 0 h 68"/>
                  <a:gd name="T2" fmla="*/ 0 w 26"/>
                  <a:gd name="T3" fmla="*/ 68 h 68"/>
                  <a:gd name="T4" fmla="*/ 26 w 26"/>
                  <a:gd name="T5" fmla="*/ 68 h 68"/>
                  <a:gd name="T6" fmla="*/ 20 w 26"/>
                  <a:gd name="T7" fmla="*/ 0 h 68"/>
                  <a:gd name="T8" fmla="*/ 6 w 26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8">
                    <a:moveTo>
                      <a:pt x="6" y="0"/>
                    </a:moveTo>
                    <a:lnTo>
                      <a:pt x="0" y="68"/>
                    </a:lnTo>
                    <a:lnTo>
                      <a:pt x="26" y="68"/>
                    </a:lnTo>
                    <a:lnTo>
                      <a:pt x="2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9" name="Freeform 116"/>
              <p:cNvSpPr>
                <a:spLocks/>
              </p:cNvSpPr>
              <p:nvPr/>
            </p:nvSpPr>
            <p:spPr bwMode="auto">
              <a:xfrm>
                <a:off x="7607300" y="5069206"/>
                <a:ext cx="19050" cy="107950"/>
              </a:xfrm>
              <a:custGeom>
                <a:avLst/>
                <a:gdLst>
                  <a:gd name="T0" fmla="*/ 0 w 12"/>
                  <a:gd name="T1" fmla="*/ 0 h 68"/>
                  <a:gd name="T2" fmla="*/ 0 w 12"/>
                  <a:gd name="T3" fmla="*/ 68 h 68"/>
                  <a:gd name="T4" fmla="*/ 12 w 12"/>
                  <a:gd name="T5" fmla="*/ 68 h 68"/>
                  <a:gd name="T6" fmla="*/ 6 w 12"/>
                  <a:gd name="T7" fmla="*/ 0 h 68"/>
                  <a:gd name="T8" fmla="*/ 0 w 12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8">
                    <a:moveTo>
                      <a:pt x="0" y="0"/>
                    </a:moveTo>
                    <a:lnTo>
                      <a:pt x="0" y="68"/>
                    </a:lnTo>
                    <a:lnTo>
                      <a:pt x="12" y="6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0" name="Freeform 117"/>
              <p:cNvSpPr>
                <a:spLocks/>
              </p:cNvSpPr>
              <p:nvPr/>
            </p:nvSpPr>
            <p:spPr bwMode="auto">
              <a:xfrm>
                <a:off x="7494588" y="4627881"/>
                <a:ext cx="222250" cy="474663"/>
              </a:xfrm>
              <a:custGeom>
                <a:avLst/>
                <a:gdLst>
                  <a:gd name="T0" fmla="*/ 0 w 140"/>
                  <a:gd name="T1" fmla="*/ 299 h 299"/>
                  <a:gd name="T2" fmla="*/ 71 w 140"/>
                  <a:gd name="T3" fmla="*/ 0 h 299"/>
                  <a:gd name="T4" fmla="*/ 140 w 140"/>
                  <a:gd name="T5" fmla="*/ 299 h 299"/>
                  <a:gd name="T6" fmla="*/ 0 w 140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0" h="299">
                    <a:moveTo>
                      <a:pt x="0" y="299"/>
                    </a:moveTo>
                    <a:lnTo>
                      <a:pt x="71" y="0"/>
                    </a:lnTo>
                    <a:lnTo>
                      <a:pt x="140" y="299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1" name="Freeform 118"/>
              <p:cNvSpPr>
                <a:spLocks/>
              </p:cNvSpPr>
              <p:nvPr/>
            </p:nvSpPr>
            <p:spPr bwMode="auto">
              <a:xfrm>
                <a:off x="7607300" y="4627881"/>
                <a:ext cx="109538" cy="474663"/>
              </a:xfrm>
              <a:custGeom>
                <a:avLst/>
                <a:gdLst>
                  <a:gd name="T0" fmla="*/ 69 w 69"/>
                  <a:gd name="T1" fmla="*/ 299 h 299"/>
                  <a:gd name="T2" fmla="*/ 0 w 69"/>
                  <a:gd name="T3" fmla="*/ 0 h 299"/>
                  <a:gd name="T4" fmla="*/ 0 w 69"/>
                  <a:gd name="T5" fmla="*/ 299 h 299"/>
                  <a:gd name="T6" fmla="*/ 69 w 69"/>
                  <a:gd name="T7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99">
                    <a:moveTo>
                      <a:pt x="69" y="299"/>
                    </a:moveTo>
                    <a:lnTo>
                      <a:pt x="0" y="0"/>
                    </a:lnTo>
                    <a:lnTo>
                      <a:pt x="0" y="299"/>
                    </a:lnTo>
                    <a:lnTo>
                      <a:pt x="69" y="299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2" name="Freeform 119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  <a:close/>
                  </a:path>
                </a:pathLst>
              </a:custGeom>
              <a:solidFill>
                <a:srgbClr val="97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3" name="Freeform 120"/>
              <p:cNvSpPr>
                <a:spLocks/>
              </p:cNvSpPr>
              <p:nvPr/>
            </p:nvSpPr>
            <p:spPr bwMode="auto">
              <a:xfrm>
                <a:off x="2387600" y="4078606"/>
                <a:ext cx="2071688" cy="1384300"/>
              </a:xfrm>
              <a:custGeom>
                <a:avLst/>
                <a:gdLst>
                  <a:gd name="T0" fmla="*/ 1305 w 1305"/>
                  <a:gd name="T1" fmla="*/ 872 h 872"/>
                  <a:gd name="T2" fmla="*/ 652 w 1305"/>
                  <a:gd name="T3" fmla="*/ 0 h 872"/>
                  <a:gd name="T4" fmla="*/ 0 w 1305"/>
                  <a:gd name="T5" fmla="*/ 872 h 872"/>
                  <a:gd name="T6" fmla="*/ 1305 w 1305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5" h="872">
                    <a:moveTo>
                      <a:pt x="1305" y="872"/>
                    </a:moveTo>
                    <a:lnTo>
                      <a:pt x="652" y="0"/>
                    </a:lnTo>
                    <a:lnTo>
                      <a:pt x="0" y="872"/>
                    </a:lnTo>
                    <a:lnTo>
                      <a:pt x="1305" y="8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4" name="Freeform 121"/>
              <p:cNvSpPr>
                <a:spLocks/>
              </p:cNvSpPr>
              <p:nvPr/>
            </p:nvSpPr>
            <p:spPr bwMode="auto">
              <a:xfrm>
                <a:off x="2387600" y="4078606"/>
                <a:ext cx="1035050" cy="1384300"/>
              </a:xfrm>
              <a:custGeom>
                <a:avLst/>
                <a:gdLst>
                  <a:gd name="T0" fmla="*/ 0 w 652"/>
                  <a:gd name="T1" fmla="*/ 872 h 872"/>
                  <a:gd name="T2" fmla="*/ 652 w 652"/>
                  <a:gd name="T3" fmla="*/ 0 h 872"/>
                  <a:gd name="T4" fmla="*/ 652 w 652"/>
                  <a:gd name="T5" fmla="*/ 872 h 872"/>
                  <a:gd name="T6" fmla="*/ 0 w 652"/>
                  <a:gd name="T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2" h="872">
                    <a:moveTo>
                      <a:pt x="0" y="872"/>
                    </a:moveTo>
                    <a:lnTo>
                      <a:pt x="652" y="0"/>
                    </a:lnTo>
                    <a:lnTo>
                      <a:pt x="652" y="872"/>
                    </a:lnTo>
                    <a:lnTo>
                      <a:pt x="0" y="872"/>
                    </a:lnTo>
                    <a:close/>
                  </a:path>
                </a:pathLst>
              </a:custGeom>
              <a:solidFill>
                <a:srgbClr val="66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5" name="Freeform 122"/>
              <p:cNvSpPr>
                <a:spLocks/>
              </p:cNvSpPr>
              <p:nvPr/>
            </p:nvSpPr>
            <p:spPr bwMode="auto">
              <a:xfrm>
                <a:off x="3163888" y="4078606"/>
                <a:ext cx="504825" cy="373063"/>
              </a:xfrm>
              <a:custGeom>
                <a:avLst/>
                <a:gdLst>
                  <a:gd name="T0" fmla="*/ 93 w 211"/>
                  <a:gd name="T1" fmla="*/ 124 h 155"/>
                  <a:gd name="T2" fmla="*/ 54 w 211"/>
                  <a:gd name="T3" fmla="*/ 146 h 155"/>
                  <a:gd name="T4" fmla="*/ 29 w 211"/>
                  <a:gd name="T5" fmla="*/ 131 h 155"/>
                  <a:gd name="T6" fmla="*/ 0 w 211"/>
                  <a:gd name="T7" fmla="*/ 144 h 155"/>
                  <a:gd name="T8" fmla="*/ 108 w 211"/>
                  <a:gd name="T9" fmla="*/ 0 h 155"/>
                  <a:gd name="T10" fmla="*/ 211 w 211"/>
                  <a:gd name="T11" fmla="*/ 137 h 155"/>
                  <a:gd name="T12" fmla="*/ 187 w 211"/>
                  <a:gd name="T13" fmla="*/ 144 h 155"/>
                  <a:gd name="T14" fmla="*/ 125 w 211"/>
                  <a:gd name="T15" fmla="*/ 144 h 155"/>
                  <a:gd name="T16" fmla="*/ 93 w 211"/>
                  <a:gd name="T17" fmla="*/ 1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155">
                    <a:moveTo>
                      <a:pt x="93" y="124"/>
                    </a:moveTo>
                    <a:cubicBezTo>
                      <a:pt x="84" y="134"/>
                      <a:pt x="63" y="153"/>
                      <a:pt x="54" y="146"/>
                    </a:cubicBez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211" y="137"/>
                      <a:pt x="211" y="137"/>
                      <a:pt x="211" y="137"/>
                    </a:cubicBezTo>
                    <a:cubicBezTo>
                      <a:pt x="202" y="138"/>
                      <a:pt x="194" y="140"/>
                      <a:pt x="187" y="144"/>
                    </a:cubicBezTo>
                    <a:cubicBezTo>
                      <a:pt x="164" y="155"/>
                      <a:pt x="142" y="150"/>
                      <a:pt x="125" y="144"/>
                    </a:cubicBezTo>
                    <a:cubicBezTo>
                      <a:pt x="108" y="137"/>
                      <a:pt x="102" y="113"/>
                      <a:pt x="93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" name="Freeform 123"/>
              <p:cNvSpPr>
                <a:spLocks/>
              </p:cNvSpPr>
              <p:nvPr/>
            </p:nvSpPr>
            <p:spPr bwMode="auto">
              <a:xfrm>
                <a:off x="3163888" y="4078606"/>
                <a:ext cx="258763" cy="368300"/>
              </a:xfrm>
              <a:custGeom>
                <a:avLst/>
                <a:gdLst>
                  <a:gd name="T0" fmla="*/ 54 w 108"/>
                  <a:gd name="T1" fmla="*/ 146 h 153"/>
                  <a:gd name="T2" fmla="*/ 29 w 108"/>
                  <a:gd name="T3" fmla="*/ 131 h 153"/>
                  <a:gd name="T4" fmla="*/ 0 w 108"/>
                  <a:gd name="T5" fmla="*/ 144 h 153"/>
                  <a:gd name="T6" fmla="*/ 108 w 108"/>
                  <a:gd name="T7" fmla="*/ 0 h 153"/>
                  <a:gd name="T8" fmla="*/ 108 w 108"/>
                  <a:gd name="T9" fmla="*/ 130 h 153"/>
                  <a:gd name="T10" fmla="*/ 93 w 108"/>
                  <a:gd name="T11" fmla="*/ 124 h 153"/>
                  <a:gd name="T12" fmla="*/ 54 w 108"/>
                  <a:gd name="T13" fmla="*/ 14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53">
                    <a:moveTo>
                      <a:pt x="54" y="146"/>
                    </a:moveTo>
                    <a:cubicBezTo>
                      <a:pt x="44" y="138"/>
                      <a:pt x="45" y="126"/>
                      <a:pt x="29" y="131"/>
                    </a:cubicBezTo>
                    <a:cubicBezTo>
                      <a:pt x="19" y="134"/>
                      <a:pt x="10" y="142"/>
                      <a:pt x="0" y="144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30"/>
                      <a:pt x="108" y="130"/>
                      <a:pt x="108" y="130"/>
                    </a:cubicBezTo>
                    <a:cubicBezTo>
                      <a:pt x="102" y="123"/>
                      <a:pt x="98" y="118"/>
                      <a:pt x="93" y="124"/>
                    </a:cubicBezTo>
                    <a:cubicBezTo>
                      <a:pt x="84" y="134"/>
                      <a:pt x="63" y="153"/>
                      <a:pt x="54" y="146"/>
                    </a:cubicBezTo>
                    <a:close/>
                  </a:path>
                </a:pathLst>
              </a:custGeom>
              <a:solidFill>
                <a:srgbClr val="C7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7" name="Freeform 124"/>
              <p:cNvSpPr>
                <a:spLocks/>
              </p:cNvSpPr>
              <p:nvPr/>
            </p:nvSpPr>
            <p:spPr bwMode="auto">
              <a:xfrm>
                <a:off x="3235325" y="5177156"/>
                <a:ext cx="38100" cy="106363"/>
              </a:xfrm>
              <a:custGeom>
                <a:avLst/>
                <a:gdLst>
                  <a:gd name="T0" fmla="*/ 5 w 24"/>
                  <a:gd name="T1" fmla="*/ 0 h 67"/>
                  <a:gd name="T2" fmla="*/ 0 w 24"/>
                  <a:gd name="T3" fmla="*/ 67 h 67"/>
                  <a:gd name="T4" fmla="*/ 24 w 24"/>
                  <a:gd name="T5" fmla="*/ 67 h 67"/>
                  <a:gd name="T6" fmla="*/ 18 w 24"/>
                  <a:gd name="T7" fmla="*/ 0 h 67"/>
                  <a:gd name="T8" fmla="*/ 5 w 24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67">
                    <a:moveTo>
                      <a:pt x="5" y="0"/>
                    </a:moveTo>
                    <a:lnTo>
                      <a:pt x="0" y="67"/>
                    </a:lnTo>
                    <a:lnTo>
                      <a:pt x="24" y="67"/>
                    </a:lnTo>
                    <a:lnTo>
                      <a:pt x="1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8" name="Freeform 125"/>
              <p:cNvSpPr>
                <a:spLocks/>
              </p:cNvSpPr>
              <p:nvPr/>
            </p:nvSpPr>
            <p:spPr bwMode="auto">
              <a:xfrm>
                <a:off x="3254375" y="5177156"/>
                <a:ext cx="19050" cy="106363"/>
              </a:xfrm>
              <a:custGeom>
                <a:avLst/>
                <a:gdLst>
                  <a:gd name="T0" fmla="*/ 0 w 12"/>
                  <a:gd name="T1" fmla="*/ 0 h 67"/>
                  <a:gd name="T2" fmla="*/ 0 w 12"/>
                  <a:gd name="T3" fmla="*/ 67 h 67"/>
                  <a:gd name="T4" fmla="*/ 12 w 12"/>
                  <a:gd name="T5" fmla="*/ 67 h 67"/>
                  <a:gd name="T6" fmla="*/ 6 w 12"/>
                  <a:gd name="T7" fmla="*/ 0 h 67"/>
                  <a:gd name="T8" fmla="*/ 0 w 12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7">
                    <a:moveTo>
                      <a:pt x="0" y="0"/>
                    </a:moveTo>
                    <a:lnTo>
                      <a:pt x="0" y="67"/>
                    </a:lnTo>
                    <a:lnTo>
                      <a:pt x="12" y="67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9" name="Freeform 126"/>
              <p:cNvSpPr>
                <a:spLocks/>
              </p:cNvSpPr>
              <p:nvPr/>
            </p:nvSpPr>
            <p:spPr bwMode="auto">
              <a:xfrm>
                <a:off x="3149600" y="4754881"/>
                <a:ext cx="209550" cy="455613"/>
              </a:xfrm>
              <a:custGeom>
                <a:avLst/>
                <a:gdLst>
                  <a:gd name="T0" fmla="*/ 0 w 132"/>
                  <a:gd name="T1" fmla="*/ 287 h 287"/>
                  <a:gd name="T2" fmla="*/ 66 w 132"/>
                  <a:gd name="T3" fmla="*/ 0 h 287"/>
                  <a:gd name="T4" fmla="*/ 132 w 132"/>
                  <a:gd name="T5" fmla="*/ 287 h 287"/>
                  <a:gd name="T6" fmla="*/ 0 w 132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287">
                    <a:moveTo>
                      <a:pt x="0" y="287"/>
                    </a:moveTo>
                    <a:lnTo>
                      <a:pt x="66" y="0"/>
                    </a:lnTo>
                    <a:lnTo>
                      <a:pt x="132" y="287"/>
                    </a:lnTo>
                    <a:lnTo>
                      <a:pt x="0" y="287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0" name="Freeform 127"/>
              <p:cNvSpPr>
                <a:spLocks/>
              </p:cNvSpPr>
              <p:nvPr/>
            </p:nvSpPr>
            <p:spPr bwMode="auto">
              <a:xfrm>
                <a:off x="3254375" y="4754881"/>
                <a:ext cx="104775" cy="455613"/>
              </a:xfrm>
              <a:custGeom>
                <a:avLst/>
                <a:gdLst>
                  <a:gd name="T0" fmla="*/ 66 w 66"/>
                  <a:gd name="T1" fmla="*/ 287 h 287"/>
                  <a:gd name="T2" fmla="*/ 0 w 66"/>
                  <a:gd name="T3" fmla="*/ 0 h 287"/>
                  <a:gd name="T4" fmla="*/ 0 w 66"/>
                  <a:gd name="T5" fmla="*/ 287 h 287"/>
                  <a:gd name="T6" fmla="*/ 66 w 66"/>
                  <a:gd name="T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287">
                    <a:moveTo>
                      <a:pt x="66" y="287"/>
                    </a:moveTo>
                    <a:lnTo>
                      <a:pt x="0" y="0"/>
                    </a:lnTo>
                    <a:lnTo>
                      <a:pt x="0" y="287"/>
                    </a:lnTo>
                    <a:lnTo>
                      <a:pt x="66" y="287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1" name="Freeform 128"/>
              <p:cNvSpPr>
                <a:spLocks/>
              </p:cNvSpPr>
              <p:nvPr/>
            </p:nvSpPr>
            <p:spPr bwMode="auto">
              <a:xfrm>
                <a:off x="2954338" y="4956494"/>
                <a:ext cx="196850" cy="347663"/>
              </a:xfrm>
              <a:custGeom>
                <a:avLst/>
                <a:gdLst>
                  <a:gd name="T0" fmla="*/ 82 w 82"/>
                  <a:gd name="T1" fmla="*/ 104 h 145"/>
                  <a:gd name="T2" fmla="*/ 41 w 82"/>
                  <a:gd name="T3" fmla="*/ 145 h 145"/>
                  <a:gd name="T4" fmla="*/ 0 w 82"/>
                  <a:gd name="T5" fmla="*/ 104 h 145"/>
                  <a:gd name="T6" fmla="*/ 41 w 82"/>
                  <a:gd name="T7" fmla="*/ 0 h 145"/>
                  <a:gd name="T8" fmla="*/ 82 w 82"/>
                  <a:gd name="T9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45">
                    <a:moveTo>
                      <a:pt x="82" y="104"/>
                    </a:moveTo>
                    <a:cubicBezTo>
                      <a:pt x="82" y="126"/>
                      <a:pt x="64" y="145"/>
                      <a:pt x="41" y="145"/>
                    </a:cubicBezTo>
                    <a:cubicBezTo>
                      <a:pt x="19" y="145"/>
                      <a:pt x="0" y="126"/>
                      <a:pt x="0" y="104"/>
                    </a:cubicBezTo>
                    <a:cubicBezTo>
                      <a:pt x="0" y="72"/>
                      <a:pt x="19" y="0"/>
                      <a:pt x="41" y="0"/>
                    </a:cubicBezTo>
                    <a:cubicBezTo>
                      <a:pt x="64" y="0"/>
                      <a:pt x="82" y="81"/>
                      <a:pt x="82" y="104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2" name="Freeform 129"/>
              <p:cNvSpPr>
                <a:spLocks/>
              </p:cNvSpPr>
              <p:nvPr/>
            </p:nvSpPr>
            <p:spPr bwMode="auto">
              <a:xfrm>
                <a:off x="3052763" y="4956494"/>
                <a:ext cx="98425" cy="347663"/>
              </a:xfrm>
              <a:custGeom>
                <a:avLst/>
                <a:gdLst>
                  <a:gd name="T0" fmla="*/ 41 w 41"/>
                  <a:gd name="T1" fmla="*/ 104 h 145"/>
                  <a:gd name="T2" fmla="*/ 0 w 41"/>
                  <a:gd name="T3" fmla="*/ 0 h 145"/>
                  <a:gd name="T4" fmla="*/ 0 w 41"/>
                  <a:gd name="T5" fmla="*/ 145 h 145"/>
                  <a:gd name="T6" fmla="*/ 41 w 41"/>
                  <a:gd name="T7" fmla="*/ 10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145">
                    <a:moveTo>
                      <a:pt x="41" y="104"/>
                    </a:moveTo>
                    <a:cubicBezTo>
                      <a:pt x="41" y="75"/>
                      <a:pt x="23" y="0"/>
                      <a:pt x="0" y="0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23" y="145"/>
                      <a:pt x="41" y="126"/>
                      <a:pt x="41" y="104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3" name="Freeform 130"/>
              <p:cNvSpPr>
                <a:spLocks/>
              </p:cNvSpPr>
              <p:nvPr/>
            </p:nvSpPr>
            <p:spPr bwMode="auto">
              <a:xfrm>
                <a:off x="3038475" y="5205731"/>
                <a:ext cx="28575" cy="158750"/>
              </a:xfrm>
              <a:custGeom>
                <a:avLst/>
                <a:gdLst>
                  <a:gd name="T0" fmla="*/ 5 w 18"/>
                  <a:gd name="T1" fmla="*/ 0 h 100"/>
                  <a:gd name="T2" fmla="*/ 0 w 18"/>
                  <a:gd name="T3" fmla="*/ 100 h 100"/>
                  <a:gd name="T4" fmla="*/ 18 w 18"/>
                  <a:gd name="T5" fmla="*/ 100 h 100"/>
                  <a:gd name="T6" fmla="*/ 14 w 18"/>
                  <a:gd name="T7" fmla="*/ 0 h 100"/>
                  <a:gd name="T8" fmla="*/ 5 w 18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0">
                    <a:moveTo>
                      <a:pt x="5" y="0"/>
                    </a:moveTo>
                    <a:lnTo>
                      <a:pt x="0" y="100"/>
                    </a:lnTo>
                    <a:lnTo>
                      <a:pt x="18" y="100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4" name="Freeform 131"/>
              <p:cNvSpPr>
                <a:spLocks/>
              </p:cNvSpPr>
              <p:nvPr/>
            </p:nvSpPr>
            <p:spPr bwMode="auto">
              <a:xfrm>
                <a:off x="3052763" y="5205731"/>
                <a:ext cx="14288" cy="158750"/>
              </a:xfrm>
              <a:custGeom>
                <a:avLst/>
                <a:gdLst>
                  <a:gd name="T0" fmla="*/ 0 w 9"/>
                  <a:gd name="T1" fmla="*/ 0 h 100"/>
                  <a:gd name="T2" fmla="*/ 0 w 9"/>
                  <a:gd name="T3" fmla="*/ 100 h 100"/>
                  <a:gd name="T4" fmla="*/ 9 w 9"/>
                  <a:gd name="T5" fmla="*/ 100 h 100"/>
                  <a:gd name="T6" fmla="*/ 5 w 9"/>
                  <a:gd name="T7" fmla="*/ 0 h 100"/>
                  <a:gd name="T8" fmla="*/ 0 w 9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0">
                    <a:moveTo>
                      <a:pt x="0" y="0"/>
                    </a:moveTo>
                    <a:lnTo>
                      <a:pt x="0" y="100"/>
                    </a:lnTo>
                    <a:lnTo>
                      <a:pt x="9" y="10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5" name="Freeform 132"/>
              <p:cNvSpPr>
                <a:spLocks/>
              </p:cNvSpPr>
              <p:nvPr/>
            </p:nvSpPr>
            <p:spPr bwMode="auto">
              <a:xfrm>
                <a:off x="3140075" y="4988244"/>
                <a:ext cx="2995613" cy="477838"/>
              </a:xfrm>
              <a:custGeom>
                <a:avLst/>
                <a:gdLst>
                  <a:gd name="T0" fmla="*/ 625 w 1251"/>
                  <a:gd name="T1" fmla="*/ 0 h 199"/>
                  <a:gd name="T2" fmla="*/ 1251 w 1251"/>
                  <a:gd name="T3" fmla="*/ 199 h 199"/>
                  <a:gd name="T4" fmla="*/ 625 w 1251"/>
                  <a:gd name="T5" fmla="*/ 199 h 199"/>
                  <a:gd name="T6" fmla="*/ 0 w 1251"/>
                  <a:gd name="T7" fmla="*/ 199 h 199"/>
                  <a:gd name="T8" fmla="*/ 625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5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6" y="199"/>
                      <a:pt x="380" y="0"/>
                      <a:pt x="625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6" name="Freeform 133"/>
              <p:cNvSpPr>
                <a:spLocks/>
              </p:cNvSpPr>
              <p:nvPr/>
            </p:nvSpPr>
            <p:spPr bwMode="auto">
              <a:xfrm>
                <a:off x="3140075" y="4988244"/>
                <a:ext cx="1497013" cy="477838"/>
              </a:xfrm>
              <a:custGeom>
                <a:avLst/>
                <a:gdLst>
                  <a:gd name="T0" fmla="*/ 0 w 625"/>
                  <a:gd name="T1" fmla="*/ 199 h 199"/>
                  <a:gd name="T2" fmla="*/ 625 w 625"/>
                  <a:gd name="T3" fmla="*/ 0 h 199"/>
                  <a:gd name="T4" fmla="*/ 625 w 625"/>
                  <a:gd name="T5" fmla="*/ 199 h 199"/>
                  <a:gd name="T6" fmla="*/ 0 w 625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199">
                    <a:moveTo>
                      <a:pt x="0" y="199"/>
                    </a:moveTo>
                    <a:cubicBezTo>
                      <a:pt x="396" y="199"/>
                      <a:pt x="380" y="0"/>
                      <a:pt x="625" y="0"/>
                    </a:cubicBezTo>
                    <a:cubicBezTo>
                      <a:pt x="625" y="199"/>
                      <a:pt x="625" y="199"/>
                      <a:pt x="625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7" name="Freeform 134"/>
              <p:cNvSpPr>
                <a:spLocks/>
              </p:cNvSpPr>
              <p:nvPr/>
            </p:nvSpPr>
            <p:spPr bwMode="auto">
              <a:xfrm>
                <a:off x="7489825" y="5162869"/>
                <a:ext cx="2481263" cy="303213"/>
              </a:xfrm>
              <a:custGeom>
                <a:avLst/>
                <a:gdLst>
                  <a:gd name="T0" fmla="*/ 518 w 1036"/>
                  <a:gd name="T1" fmla="*/ 0 h 126"/>
                  <a:gd name="T2" fmla="*/ 1036 w 1036"/>
                  <a:gd name="T3" fmla="*/ 126 h 126"/>
                  <a:gd name="T4" fmla="*/ 518 w 1036"/>
                  <a:gd name="T5" fmla="*/ 126 h 126"/>
                  <a:gd name="T6" fmla="*/ 0 w 1036"/>
                  <a:gd name="T7" fmla="*/ 126 h 126"/>
                  <a:gd name="T8" fmla="*/ 518 w 1036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6" h="126">
                    <a:moveTo>
                      <a:pt x="518" y="0"/>
                    </a:moveTo>
                    <a:cubicBezTo>
                      <a:pt x="721" y="0"/>
                      <a:pt x="708" y="126"/>
                      <a:pt x="1036" y="126"/>
                    </a:cubicBezTo>
                    <a:cubicBezTo>
                      <a:pt x="518" y="126"/>
                      <a:pt x="518" y="126"/>
                      <a:pt x="518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29" y="126"/>
                      <a:pt x="315" y="0"/>
                      <a:pt x="518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8" name="Freeform 135"/>
              <p:cNvSpPr>
                <a:spLocks/>
              </p:cNvSpPr>
              <p:nvPr/>
            </p:nvSpPr>
            <p:spPr bwMode="auto">
              <a:xfrm>
                <a:off x="7489825" y="5162869"/>
                <a:ext cx="1241425" cy="303213"/>
              </a:xfrm>
              <a:custGeom>
                <a:avLst/>
                <a:gdLst>
                  <a:gd name="T0" fmla="*/ 0 w 518"/>
                  <a:gd name="T1" fmla="*/ 126 h 126"/>
                  <a:gd name="T2" fmla="*/ 518 w 518"/>
                  <a:gd name="T3" fmla="*/ 0 h 126"/>
                  <a:gd name="T4" fmla="*/ 518 w 518"/>
                  <a:gd name="T5" fmla="*/ 126 h 126"/>
                  <a:gd name="T6" fmla="*/ 0 w 518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8" h="126">
                    <a:moveTo>
                      <a:pt x="0" y="126"/>
                    </a:moveTo>
                    <a:cubicBezTo>
                      <a:pt x="329" y="126"/>
                      <a:pt x="315" y="0"/>
                      <a:pt x="518" y="0"/>
                    </a:cubicBezTo>
                    <a:cubicBezTo>
                      <a:pt x="518" y="126"/>
                      <a:pt x="518" y="126"/>
                      <a:pt x="518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9" name="Oval 136"/>
              <p:cNvSpPr>
                <a:spLocks noChangeArrowheads="1"/>
              </p:cNvSpPr>
              <p:nvPr/>
            </p:nvSpPr>
            <p:spPr bwMode="auto">
              <a:xfrm>
                <a:off x="8670925" y="4993006"/>
                <a:ext cx="285750" cy="3810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0" name="Freeform 137"/>
              <p:cNvSpPr>
                <a:spLocks/>
              </p:cNvSpPr>
              <p:nvPr/>
            </p:nvSpPr>
            <p:spPr bwMode="auto">
              <a:xfrm>
                <a:off x="8812213" y="4993006"/>
                <a:ext cx="144463" cy="381000"/>
              </a:xfrm>
              <a:custGeom>
                <a:avLst/>
                <a:gdLst>
                  <a:gd name="T0" fmla="*/ 60 w 60"/>
                  <a:gd name="T1" fmla="*/ 79 h 159"/>
                  <a:gd name="T2" fmla="*/ 0 w 60"/>
                  <a:gd name="T3" fmla="*/ 0 h 159"/>
                  <a:gd name="T4" fmla="*/ 0 w 60"/>
                  <a:gd name="T5" fmla="*/ 159 h 159"/>
                  <a:gd name="T6" fmla="*/ 60 w 60"/>
                  <a:gd name="T7" fmla="*/ 7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159">
                    <a:moveTo>
                      <a:pt x="60" y="79"/>
                    </a:moveTo>
                    <a:cubicBezTo>
                      <a:pt x="60" y="36"/>
                      <a:pt x="33" y="0"/>
                      <a:pt x="0" y="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33" y="159"/>
                      <a:pt x="60" y="123"/>
                      <a:pt x="60" y="79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1" name="Freeform 138"/>
              <p:cNvSpPr>
                <a:spLocks/>
              </p:cNvSpPr>
              <p:nvPr/>
            </p:nvSpPr>
            <p:spPr bwMode="auto">
              <a:xfrm>
                <a:off x="8793163" y="5231131"/>
                <a:ext cx="41275" cy="231775"/>
              </a:xfrm>
              <a:custGeom>
                <a:avLst/>
                <a:gdLst>
                  <a:gd name="T0" fmla="*/ 4 w 26"/>
                  <a:gd name="T1" fmla="*/ 0 h 146"/>
                  <a:gd name="T2" fmla="*/ 0 w 26"/>
                  <a:gd name="T3" fmla="*/ 146 h 146"/>
                  <a:gd name="T4" fmla="*/ 26 w 26"/>
                  <a:gd name="T5" fmla="*/ 146 h 146"/>
                  <a:gd name="T6" fmla="*/ 20 w 26"/>
                  <a:gd name="T7" fmla="*/ 0 h 146"/>
                  <a:gd name="T8" fmla="*/ 4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4" y="0"/>
                    </a:moveTo>
                    <a:lnTo>
                      <a:pt x="0" y="146"/>
                    </a:lnTo>
                    <a:lnTo>
                      <a:pt x="26" y="146"/>
                    </a:lnTo>
                    <a:lnTo>
                      <a:pt x="2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2" name="Freeform 139"/>
              <p:cNvSpPr>
                <a:spLocks/>
              </p:cNvSpPr>
              <p:nvPr/>
            </p:nvSpPr>
            <p:spPr bwMode="auto">
              <a:xfrm>
                <a:off x="8812213" y="5231131"/>
                <a:ext cx="22225" cy="231775"/>
              </a:xfrm>
              <a:custGeom>
                <a:avLst/>
                <a:gdLst>
                  <a:gd name="T0" fmla="*/ 0 w 14"/>
                  <a:gd name="T1" fmla="*/ 0 h 146"/>
                  <a:gd name="T2" fmla="*/ 0 w 14"/>
                  <a:gd name="T3" fmla="*/ 146 h 146"/>
                  <a:gd name="T4" fmla="*/ 14 w 14"/>
                  <a:gd name="T5" fmla="*/ 146 h 146"/>
                  <a:gd name="T6" fmla="*/ 8 w 14"/>
                  <a:gd name="T7" fmla="*/ 0 h 146"/>
                  <a:gd name="T8" fmla="*/ 0 w 14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6">
                    <a:moveTo>
                      <a:pt x="0" y="0"/>
                    </a:moveTo>
                    <a:lnTo>
                      <a:pt x="0" y="146"/>
                    </a:lnTo>
                    <a:lnTo>
                      <a:pt x="14" y="146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3" name="Freeform 140"/>
              <p:cNvSpPr>
                <a:spLocks/>
              </p:cNvSpPr>
              <p:nvPr/>
            </p:nvSpPr>
            <p:spPr bwMode="auto">
              <a:xfrm>
                <a:off x="8074025" y="4843781"/>
                <a:ext cx="228600" cy="401638"/>
              </a:xfrm>
              <a:custGeom>
                <a:avLst/>
                <a:gdLst>
                  <a:gd name="T0" fmla="*/ 95 w 95"/>
                  <a:gd name="T1" fmla="*/ 120 h 167"/>
                  <a:gd name="T2" fmla="*/ 48 w 95"/>
                  <a:gd name="T3" fmla="*/ 167 h 167"/>
                  <a:gd name="T4" fmla="*/ 0 w 95"/>
                  <a:gd name="T5" fmla="*/ 120 h 167"/>
                  <a:gd name="T6" fmla="*/ 48 w 95"/>
                  <a:gd name="T7" fmla="*/ 0 h 167"/>
                  <a:gd name="T8" fmla="*/ 95 w 95"/>
                  <a:gd name="T9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67">
                    <a:moveTo>
                      <a:pt x="95" y="120"/>
                    </a:moveTo>
                    <a:cubicBezTo>
                      <a:pt x="95" y="146"/>
                      <a:pt x="74" y="167"/>
                      <a:pt x="48" y="167"/>
                    </a:cubicBezTo>
                    <a:cubicBezTo>
                      <a:pt x="21" y="167"/>
                      <a:pt x="0" y="146"/>
                      <a:pt x="0" y="120"/>
                    </a:cubicBezTo>
                    <a:cubicBezTo>
                      <a:pt x="0" y="84"/>
                      <a:pt x="21" y="0"/>
                      <a:pt x="48" y="0"/>
                    </a:cubicBezTo>
                    <a:cubicBezTo>
                      <a:pt x="74" y="0"/>
                      <a:pt x="95" y="94"/>
                      <a:pt x="95" y="120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4" name="Freeform 141"/>
              <p:cNvSpPr>
                <a:spLocks/>
              </p:cNvSpPr>
              <p:nvPr/>
            </p:nvSpPr>
            <p:spPr bwMode="auto">
              <a:xfrm>
                <a:off x="8189913" y="4843781"/>
                <a:ext cx="112713" cy="401638"/>
              </a:xfrm>
              <a:custGeom>
                <a:avLst/>
                <a:gdLst>
                  <a:gd name="T0" fmla="*/ 47 w 47"/>
                  <a:gd name="T1" fmla="*/ 120 h 167"/>
                  <a:gd name="T2" fmla="*/ 0 w 47"/>
                  <a:gd name="T3" fmla="*/ 0 h 167"/>
                  <a:gd name="T4" fmla="*/ 0 w 47"/>
                  <a:gd name="T5" fmla="*/ 167 h 167"/>
                  <a:gd name="T6" fmla="*/ 47 w 47"/>
                  <a:gd name="T7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67">
                    <a:moveTo>
                      <a:pt x="47" y="120"/>
                    </a:moveTo>
                    <a:cubicBezTo>
                      <a:pt x="47" y="86"/>
                      <a:pt x="26" y="0"/>
                      <a:pt x="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26" y="167"/>
                      <a:pt x="47" y="146"/>
                      <a:pt x="47" y="12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5" name="Freeform 142"/>
              <p:cNvSpPr>
                <a:spLocks/>
              </p:cNvSpPr>
              <p:nvPr/>
            </p:nvSpPr>
            <p:spPr bwMode="auto">
              <a:xfrm>
                <a:off x="8172450" y="5132706"/>
                <a:ext cx="31750" cy="180975"/>
              </a:xfrm>
              <a:custGeom>
                <a:avLst/>
                <a:gdLst>
                  <a:gd name="T0" fmla="*/ 5 w 20"/>
                  <a:gd name="T1" fmla="*/ 0 h 114"/>
                  <a:gd name="T2" fmla="*/ 0 w 20"/>
                  <a:gd name="T3" fmla="*/ 114 h 114"/>
                  <a:gd name="T4" fmla="*/ 20 w 20"/>
                  <a:gd name="T5" fmla="*/ 114 h 114"/>
                  <a:gd name="T6" fmla="*/ 15 w 20"/>
                  <a:gd name="T7" fmla="*/ 0 h 114"/>
                  <a:gd name="T8" fmla="*/ 5 w 20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14">
                    <a:moveTo>
                      <a:pt x="5" y="0"/>
                    </a:moveTo>
                    <a:lnTo>
                      <a:pt x="0" y="114"/>
                    </a:lnTo>
                    <a:lnTo>
                      <a:pt x="20" y="114"/>
                    </a:lnTo>
                    <a:lnTo>
                      <a:pt x="1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6" name="Freeform 143"/>
              <p:cNvSpPr>
                <a:spLocks/>
              </p:cNvSpPr>
              <p:nvPr/>
            </p:nvSpPr>
            <p:spPr bwMode="auto">
              <a:xfrm>
                <a:off x="8189913" y="5132706"/>
                <a:ext cx="14288" cy="180975"/>
              </a:xfrm>
              <a:custGeom>
                <a:avLst/>
                <a:gdLst>
                  <a:gd name="T0" fmla="*/ 0 w 9"/>
                  <a:gd name="T1" fmla="*/ 0 h 114"/>
                  <a:gd name="T2" fmla="*/ 0 w 9"/>
                  <a:gd name="T3" fmla="*/ 114 h 114"/>
                  <a:gd name="T4" fmla="*/ 9 w 9"/>
                  <a:gd name="T5" fmla="*/ 114 h 114"/>
                  <a:gd name="T6" fmla="*/ 4 w 9"/>
                  <a:gd name="T7" fmla="*/ 0 h 114"/>
                  <a:gd name="T8" fmla="*/ 0 w 9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4">
                    <a:moveTo>
                      <a:pt x="0" y="0"/>
                    </a:moveTo>
                    <a:lnTo>
                      <a:pt x="0" y="114"/>
                    </a:lnTo>
                    <a:lnTo>
                      <a:pt x="9" y="11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7" name="Freeform 144"/>
              <p:cNvSpPr>
                <a:spLocks/>
              </p:cNvSpPr>
              <p:nvPr/>
            </p:nvSpPr>
            <p:spPr bwMode="auto">
              <a:xfrm>
                <a:off x="8355013" y="5273994"/>
                <a:ext cx="30163" cy="88900"/>
              </a:xfrm>
              <a:custGeom>
                <a:avLst/>
                <a:gdLst>
                  <a:gd name="T0" fmla="*/ 3 w 19"/>
                  <a:gd name="T1" fmla="*/ 0 h 56"/>
                  <a:gd name="T2" fmla="*/ 0 w 19"/>
                  <a:gd name="T3" fmla="*/ 56 h 56"/>
                  <a:gd name="T4" fmla="*/ 19 w 19"/>
                  <a:gd name="T5" fmla="*/ 56 h 56"/>
                  <a:gd name="T6" fmla="*/ 15 w 19"/>
                  <a:gd name="T7" fmla="*/ 0 h 56"/>
                  <a:gd name="T8" fmla="*/ 3 w 19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6">
                    <a:moveTo>
                      <a:pt x="3" y="0"/>
                    </a:moveTo>
                    <a:lnTo>
                      <a:pt x="0" y="56"/>
                    </a:lnTo>
                    <a:lnTo>
                      <a:pt x="19" y="56"/>
                    </a:lnTo>
                    <a:lnTo>
                      <a:pt x="1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8" name="Freeform 145"/>
              <p:cNvSpPr>
                <a:spLocks/>
              </p:cNvSpPr>
              <p:nvPr/>
            </p:nvSpPr>
            <p:spPr bwMode="auto">
              <a:xfrm>
                <a:off x="8369300" y="5273994"/>
                <a:ext cx="15875" cy="88900"/>
              </a:xfrm>
              <a:custGeom>
                <a:avLst/>
                <a:gdLst>
                  <a:gd name="T0" fmla="*/ 0 w 10"/>
                  <a:gd name="T1" fmla="*/ 0 h 56"/>
                  <a:gd name="T2" fmla="*/ 0 w 10"/>
                  <a:gd name="T3" fmla="*/ 56 h 56"/>
                  <a:gd name="T4" fmla="*/ 10 w 10"/>
                  <a:gd name="T5" fmla="*/ 56 h 56"/>
                  <a:gd name="T6" fmla="*/ 6 w 10"/>
                  <a:gd name="T7" fmla="*/ 0 h 56"/>
                  <a:gd name="T8" fmla="*/ 0 w 1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6">
                    <a:moveTo>
                      <a:pt x="0" y="0"/>
                    </a:moveTo>
                    <a:lnTo>
                      <a:pt x="0" y="56"/>
                    </a:lnTo>
                    <a:lnTo>
                      <a:pt x="10" y="56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9" name="Freeform 146"/>
              <p:cNvSpPr>
                <a:spLocks/>
              </p:cNvSpPr>
              <p:nvPr/>
            </p:nvSpPr>
            <p:spPr bwMode="auto">
              <a:xfrm>
                <a:off x="8280400" y="4921569"/>
                <a:ext cx="177800" cy="381000"/>
              </a:xfrm>
              <a:custGeom>
                <a:avLst/>
                <a:gdLst>
                  <a:gd name="T0" fmla="*/ 0 w 112"/>
                  <a:gd name="T1" fmla="*/ 240 h 240"/>
                  <a:gd name="T2" fmla="*/ 56 w 112"/>
                  <a:gd name="T3" fmla="*/ 0 h 240"/>
                  <a:gd name="T4" fmla="*/ 112 w 112"/>
                  <a:gd name="T5" fmla="*/ 240 h 240"/>
                  <a:gd name="T6" fmla="*/ 0 w 112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0">
                    <a:moveTo>
                      <a:pt x="0" y="240"/>
                    </a:moveTo>
                    <a:lnTo>
                      <a:pt x="56" y="0"/>
                    </a:lnTo>
                    <a:lnTo>
                      <a:pt x="112" y="240"/>
                    </a:lnTo>
                    <a:lnTo>
                      <a:pt x="0" y="240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0" name="Freeform 147"/>
              <p:cNvSpPr>
                <a:spLocks/>
              </p:cNvSpPr>
              <p:nvPr/>
            </p:nvSpPr>
            <p:spPr bwMode="auto">
              <a:xfrm>
                <a:off x="8369300" y="4921569"/>
                <a:ext cx="88900" cy="381000"/>
              </a:xfrm>
              <a:custGeom>
                <a:avLst/>
                <a:gdLst>
                  <a:gd name="T0" fmla="*/ 56 w 56"/>
                  <a:gd name="T1" fmla="*/ 240 h 240"/>
                  <a:gd name="T2" fmla="*/ 0 w 56"/>
                  <a:gd name="T3" fmla="*/ 0 h 240"/>
                  <a:gd name="T4" fmla="*/ 0 w 56"/>
                  <a:gd name="T5" fmla="*/ 240 h 240"/>
                  <a:gd name="T6" fmla="*/ 56 w 56"/>
                  <a:gd name="T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0">
                    <a:moveTo>
                      <a:pt x="56" y="240"/>
                    </a:moveTo>
                    <a:lnTo>
                      <a:pt x="0" y="0"/>
                    </a:lnTo>
                    <a:lnTo>
                      <a:pt x="0" y="240"/>
                    </a:lnTo>
                    <a:lnTo>
                      <a:pt x="56" y="240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1" name="Freeform 148"/>
              <p:cNvSpPr>
                <a:spLocks/>
              </p:cNvSpPr>
              <p:nvPr/>
            </p:nvSpPr>
            <p:spPr bwMode="auto">
              <a:xfrm>
                <a:off x="4152900" y="4988244"/>
                <a:ext cx="2997200" cy="477838"/>
              </a:xfrm>
              <a:custGeom>
                <a:avLst/>
                <a:gdLst>
                  <a:gd name="T0" fmla="*/ 626 w 1251"/>
                  <a:gd name="T1" fmla="*/ 0 h 199"/>
                  <a:gd name="T2" fmla="*/ 1251 w 1251"/>
                  <a:gd name="T3" fmla="*/ 199 h 199"/>
                  <a:gd name="T4" fmla="*/ 626 w 1251"/>
                  <a:gd name="T5" fmla="*/ 199 h 199"/>
                  <a:gd name="T6" fmla="*/ 0 w 1251"/>
                  <a:gd name="T7" fmla="*/ 199 h 199"/>
                  <a:gd name="T8" fmla="*/ 626 w 1251"/>
                  <a:gd name="T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1" h="199">
                    <a:moveTo>
                      <a:pt x="626" y="0"/>
                    </a:moveTo>
                    <a:cubicBezTo>
                      <a:pt x="871" y="0"/>
                      <a:pt x="855" y="199"/>
                      <a:pt x="1251" y="199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397" y="199"/>
                      <a:pt x="380" y="0"/>
                      <a:pt x="626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2" name="Freeform 149"/>
              <p:cNvSpPr>
                <a:spLocks/>
              </p:cNvSpPr>
              <p:nvPr/>
            </p:nvSpPr>
            <p:spPr bwMode="auto">
              <a:xfrm>
                <a:off x="4152900" y="4988244"/>
                <a:ext cx="1500188" cy="477838"/>
              </a:xfrm>
              <a:custGeom>
                <a:avLst/>
                <a:gdLst>
                  <a:gd name="T0" fmla="*/ 0 w 626"/>
                  <a:gd name="T1" fmla="*/ 199 h 199"/>
                  <a:gd name="T2" fmla="*/ 626 w 626"/>
                  <a:gd name="T3" fmla="*/ 0 h 199"/>
                  <a:gd name="T4" fmla="*/ 626 w 626"/>
                  <a:gd name="T5" fmla="*/ 199 h 199"/>
                  <a:gd name="T6" fmla="*/ 0 w 626"/>
                  <a:gd name="T7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6" h="199">
                    <a:moveTo>
                      <a:pt x="0" y="199"/>
                    </a:moveTo>
                    <a:cubicBezTo>
                      <a:pt x="397" y="199"/>
                      <a:pt x="380" y="0"/>
                      <a:pt x="626" y="0"/>
                    </a:cubicBezTo>
                    <a:cubicBezTo>
                      <a:pt x="626" y="199"/>
                      <a:pt x="626" y="199"/>
                      <a:pt x="626" y="199"/>
                    </a:cubicBezTo>
                    <a:cubicBezTo>
                      <a:pt x="0" y="199"/>
                      <a:pt x="0" y="199"/>
                      <a:pt x="0" y="199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3" name="Freeform 150"/>
              <p:cNvSpPr>
                <a:spLocks/>
              </p:cNvSpPr>
              <p:nvPr/>
            </p:nvSpPr>
            <p:spPr bwMode="auto">
              <a:xfrm>
                <a:off x="5321300" y="5162869"/>
                <a:ext cx="4140200" cy="303213"/>
              </a:xfrm>
              <a:custGeom>
                <a:avLst/>
                <a:gdLst>
                  <a:gd name="T0" fmla="*/ 864 w 1728"/>
                  <a:gd name="T1" fmla="*/ 0 h 126"/>
                  <a:gd name="T2" fmla="*/ 1728 w 1728"/>
                  <a:gd name="T3" fmla="*/ 126 h 126"/>
                  <a:gd name="T4" fmla="*/ 864 w 1728"/>
                  <a:gd name="T5" fmla="*/ 126 h 126"/>
                  <a:gd name="T6" fmla="*/ 0 w 1728"/>
                  <a:gd name="T7" fmla="*/ 126 h 126"/>
                  <a:gd name="T8" fmla="*/ 864 w 1728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8" h="126">
                    <a:moveTo>
                      <a:pt x="864" y="0"/>
                    </a:moveTo>
                    <a:cubicBezTo>
                      <a:pt x="1203" y="0"/>
                      <a:pt x="1180" y="126"/>
                      <a:pt x="1728" y="126"/>
                    </a:cubicBezTo>
                    <a:cubicBezTo>
                      <a:pt x="864" y="126"/>
                      <a:pt x="864" y="126"/>
                      <a:pt x="8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548" y="126"/>
                      <a:pt x="525" y="0"/>
                      <a:pt x="864" y="0"/>
                    </a:cubicBez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4" name="Freeform 151"/>
              <p:cNvSpPr>
                <a:spLocks/>
              </p:cNvSpPr>
              <p:nvPr/>
            </p:nvSpPr>
            <p:spPr bwMode="auto">
              <a:xfrm>
                <a:off x="5321300" y="5162869"/>
                <a:ext cx="2070100" cy="303213"/>
              </a:xfrm>
              <a:custGeom>
                <a:avLst/>
                <a:gdLst>
                  <a:gd name="T0" fmla="*/ 0 w 864"/>
                  <a:gd name="T1" fmla="*/ 126 h 126"/>
                  <a:gd name="T2" fmla="*/ 864 w 864"/>
                  <a:gd name="T3" fmla="*/ 0 h 126"/>
                  <a:gd name="T4" fmla="*/ 864 w 864"/>
                  <a:gd name="T5" fmla="*/ 126 h 126"/>
                  <a:gd name="T6" fmla="*/ 0 w 8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4" h="126">
                    <a:moveTo>
                      <a:pt x="0" y="126"/>
                    </a:moveTo>
                    <a:cubicBezTo>
                      <a:pt x="548" y="126"/>
                      <a:pt x="525" y="0"/>
                      <a:pt x="864" y="0"/>
                    </a:cubicBezTo>
                    <a:cubicBezTo>
                      <a:pt x="864" y="126"/>
                      <a:pt x="864" y="126"/>
                      <a:pt x="8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5" name="Freeform 152"/>
              <p:cNvSpPr>
                <a:spLocks/>
              </p:cNvSpPr>
              <p:nvPr/>
            </p:nvSpPr>
            <p:spPr bwMode="auto">
              <a:xfrm>
                <a:off x="2349500" y="5162869"/>
                <a:ext cx="2703513" cy="303213"/>
              </a:xfrm>
              <a:custGeom>
                <a:avLst/>
                <a:gdLst>
                  <a:gd name="T0" fmla="*/ 564 w 1129"/>
                  <a:gd name="T1" fmla="*/ 0 h 126"/>
                  <a:gd name="T2" fmla="*/ 1129 w 1129"/>
                  <a:gd name="T3" fmla="*/ 126 h 126"/>
                  <a:gd name="T4" fmla="*/ 564 w 1129"/>
                  <a:gd name="T5" fmla="*/ 126 h 126"/>
                  <a:gd name="T6" fmla="*/ 0 w 1129"/>
                  <a:gd name="T7" fmla="*/ 126 h 126"/>
                  <a:gd name="T8" fmla="*/ 564 w 1129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9" h="126">
                    <a:moveTo>
                      <a:pt x="564" y="0"/>
                    </a:moveTo>
                    <a:cubicBezTo>
                      <a:pt x="786" y="0"/>
                      <a:pt x="771" y="126"/>
                      <a:pt x="1129" y="126"/>
                    </a:cubicBezTo>
                    <a:cubicBezTo>
                      <a:pt x="564" y="126"/>
                      <a:pt x="564" y="126"/>
                      <a:pt x="564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58" y="126"/>
                      <a:pt x="343" y="0"/>
                      <a:pt x="564" y="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6" name="Freeform 153"/>
              <p:cNvSpPr>
                <a:spLocks/>
              </p:cNvSpPr>
              <p:nvPr/>
            </p:nvSpPr>
            <p:spPr bwMode="auto">
              <a:xfrm>
                <a:off x="2349500" y="5162869"/>
                <a:ext cx="1350963" cy="303213"/>
              </a:xfrm>
              <a:custGeom>
                <a:avLst/>
                <a:gdLst>
                  <a:gd name="T0" fmla="*/ 0 w 564"/>
                  <a:gd name="T1" fmla="*/ 126 h 126"/>
                  <a:gd name="T2" fmla="*/ 564 w 564"/>
                  <a:gd name="T3" fmla="*/ 0 h 126"/>
                  <a:gd name="T4" fmla="*/ 564 w 564"/>
                  <a:gd name="T5" fmla="*/ 126 h 126"/>
                  <a:gd name="T6" fmla="*/ 0 w 564"/>
                  <a:gd name="T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4" h="126">
                    <a:moveTo>
                      <a:pt x="0" y="126"/>
                    </a:moveTo>
                    <a:cubicBezTo>
                      <a:pt x="358" y="126"/>
                      <a:pt x="343" y="0"/>
                      <a:pt x="564" y="0"/>
                    </a:cubicBezTo>
                    <a:cubicBezTo>
                      <a:pt x="564" y="126"/>
                      <a:pt x="564" y="126"/>
                      <a:pt x="564" y="126"/>
                    </a:cubicBez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" name="Oval 154"/>
              <p:cNvSpPr>
                <a:spLocks noChangeArrowheads="1"/>
              </p:cNvSpPr>
              <p:nvPr/>
            </p:nvSpPr>
            <p:spPr bwMode="auto">
              <a:xfrm>
                <a:off x="2454275" y="4931094"/>
                <a:ext cx="323850" cy="431800"/>
              </a:xfrm>
              <a:prstGeom prst="ellipse">
                <a:avLst/>
              </a:pr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8" name="Freeform 155"/>
              <p:cNvSpPr>
                <a:spLocks/>
              </p:cNvSpPr>
              <p:nvPr/>
            </p:nvSpPr>
            <p:spPr bwMode="auto">
              <a:xfrm>
                <a:off x="2617788" y="4931094"/>
                <a:ext cx="160338" cy="431800"/>
              </a:xfrm>
              <a:custGeom>
                <a:avLst/>
                <a:gdLst>
                  <a:gd name="T0" fmla="*/ 67 w 67"/>
                  <a:gd name="T1" fmla="*/ 90 h 180"/>
                  <a:gd name="T2" fmla="*/ 0 w 67"/>
                  <a:gd name="T3" fmla="*/ 0 h 180"/>
                  <a:gd name="T4" fmla="*/ 0 w 67"/>
                  <a:gd name="T5" fmla="*/ 180 h 180"/>
                  <a:gd name="T6" fmla="*/ 67 w 67"/>
                  <a:gd name="T7" fmla="*/ 9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80">
                    <a:moveTo>
                      <a:pt x="67" y="90"/>
                    </a:moveTo>
                    <a:cubicBezTo>
                      <a:pt x="67" y="40"/>
                      <a:pt x="37" y="0"/>
                      <a:pt x="0" y="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37" y="180"/>
                      <a:pt x="67" y="139"/>
                      <a:pt x="67" y="90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9" name="Freeform 156"/>
              <p:cNvSpPr>
                <a:spLocks/>
              </p:cNvSpPr>
              <p:nvPr/>
            </p:nvSpPr>
            <p:spPr bwMode="auto">
              <a:xfrm>
                <a:off x="2593975" y="5199381"/>
                <a:ext cx="44450" cy="263525"/>
              </a:xfrm>
              <a:custGeom>
                <a:avLst/>
                <a:gdLst>
                  <a:gd name="T0" fmla="*/ 6 w 28"/>
                  <a:gd name="T1" fmla="*/ 0 h 166"/>
                  <a:gd name="T2" fmla="*/ 0 w 28"/>
                  <a:gd name="T3" fmla="*/ 166 h 166"/>
                  <a:gd name="T4" fmla="*/ 28 w 28"/>
                  <a:gd name="T5" fmla="*/ 166 h 166"/>
                  <a:gd name="T6" fmla="*/ 22 w 28"/>
                  <a:gd name="T7" fmla="*/ 0 h 166"/>
                  <a:gd name="T8" fmla="*/ 6 w 28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66">
                    <a:moveTo>
                      <a:pt x="6" y="0"/>
                    </a:moveTo>
                    <a:lnTo>
                      <a:pt x="0" y="166"/>
                    </a:lnTo>
                    <a:lnTo>
                      <a:pt x="28" y="166"/>
                    </a:lnTo>
                    <a:lnTo>
                      <a:pt x="2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0" name="Freeform 157"/>
              <p:cNvSpPr>
                <a:spLocks/>
              </p:cNvSpPr>
              <p:nvPr/>
            </p:nvSpPr>
            <p:spPr bwMode="auto">
              <a:xfrm>
                <a:off x="2617788" y="5199381"/>
                <a:ext cx="20638" cy="263525"/>
              </a:xfrm>
              <a:custGeom>
                <a:avLst/>
                <a:gdLst>
                  <a:gd name="T0" fmla="*/ 0 w 13"/>
                  <a:gd name="T1" fmla="*/ 0 h 166"/>
                  <a:gd name="T2" fmla="*/ 0 w 13"/>
                  <a:gd name="T3" fmla="*/ 166 h 166"/>
                  <a:gd name="T4" fmla="*/ 13 w 13"/>
                  <a:gd name="T5" fmla="*/ 166 h 166"/>
                  <a:gd name="T6" fmla="*/ 7 w 13"/>
                  <a:gd name="T7" fmla="*/ 0 h 166"/>
                  <a:gd name="T8" fmla="*/ 0 w 13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66">
                    <a:moveTo>
                      <a:pt x="0" y="0"/>
                    </a:moveTo>
                    <a:lnTo>
                      <a:pt x="0" y="166"/>
                    </a:lnTo>
                    <a:lnTo>
                      <a:pt x="13" y="166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1" name="Freeform 158"/>
              <p:cNvSpPr>
                <a:spLocks/>
              </p:cNvSpPr>
              <p:nvPr/>
            </p:nvSpPr>
            <p:spPr bwMode="auto">
              <a:xfrm>
                <a:off x="3554413" y="5143819"/>
                <a:ext cx="9525" cy="31750"/>
              </a:xfrm>
              <a:custGeom>
                <a:avLst/>
                <a:gdLst>
                  <a:gd name="T0" fmla="*/ 6 w 6"/>
                  <a:gd name="T1" fmla="*/ 20 h 20"/>
                  <a:gd name="T2" fmla="*/ 0 w 6"/>
                  <a:gd name="T3" fmla="*/ 20 h 20"/>
                  <a:gd name="T4" fmla="*/ 0 w 6"/>
                  <a:gd name="T5" fmla="*/ 0 h 20"/>
                  <a:gd name="T6" fmla="*/ 4 w 6"/>
                  <a:gd name="T7" fmla="*/ 0 h 20"/>
                  <a:gd name="T8" fmla="*/ 6 w 6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6" y="2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2" name="Freeform 159"/>
              <p:cNvSpPr>
                <a:spLocks/>
              </p:cNvSpPr>
              <p:nvPr/>
            </p:nvSpPr>
            <p:spPr bwMode="auto">
              <a:xfrm>
                <a:off x="3554413" y="5167631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3" name="Freeform 160"/>
              <p:cNvSpPr>
                <a:spLocks/>
              </p:cNvSpPr>
              <p:nvPr/>
            </p:nvSpPr>
            <p:spPr bwMode="auto">
              <a:xfrm>
                <a:off x="3525838" y="5139056"/>
                <a:ext cx="11113" cy="38100"/>
              </a:xfrm>
              <a:custGeom>
                <a:avLst/>
                <a:gdLst>
                  <a:gd name="T0" fmla="*/ 7 w 7"/>
                  <a:gd name="T1" fmla="*/ 23 h 24"/>
                  <a:gd name="T2" fmla="*/ 1 w 7"/>
                  <a:gd name="T3" fmla="*/ 24 h 24"/>
                  <a:gd name="T4" fmla="*/ 0 w 7"/>
                  <a:gd name="T5" fmla="*/ 2 h 24"/>
                  <a:gd name="T6" fmla="*/ 6 w 7"/>
                  <a:gd name="T7" fmla="*/ 0 h 24"/>
                  <a:gd name="T8" fmla="*/ 7 w 7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4">
                    <a:moveTo>
                      <a:pt x="7" y="23"/>
                    </a:moveTo>
                    <a:lnTo>
                      <a:pt x="1" y="24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4" name="Freeform 161"/>
              <p:cNvSpPr>
                <a:spLocks/>
              </p:cNvSpPr>
              <p:nvPr/>
            </p:nvSpPr>
            <p:spPr bwMode="auto">
              <a:xfrm>
                <a:off x="3527425" y="5170806"/>
                <a:ext cx="9525" cy="6350"/>
              </a:xfrm>
              <a:custGeom>
                <a:avLst/>
                <a:gdLst>
                  <a:gd name="T0" fmla="*/ 0 w 6"/>
                  <a:gd name="T1" fmla="*/ 1 h 4"/>
                  <a:gd name="T2" fmla="*/ 0 w 6"/>
                  <a:gd name="T3" fmla="*/ 4 h 4"/>
                  <a:gd name="T4" fmla="*/ 6 w 6"/>
                  <a:gd name="T5" fmla="*/ 3 h 4"/>
                  <a:gd name="T6" fmla="*/ 6 w 6"/>
                  <a:gd name="T7" fmla="*/ 0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0" y="4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5" name="Freeform 162"/>
              <p:cNvSpPr>
                <a:spLocks/>
              </p:cNvSpPr>
              <p:nvPr/>
            </p:nvSpPr>
            <p:spPr bwMode="auto">
              <a:xfrm>
                <a:off x="3635375" y="5102544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2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6" name="Rectangle 163"/>
              <p:cNvSpPr>
                <a:spLocks noChangeArrowheads="1"/>
              </p:cNvSpPr>
              <p:nvPr/>
            </p:nvSpPr>
            <p:spPr bwMode="auto">
              <a:xfrm>
                <a:off x="3640138" y="5162869"/>
                <a:ext cx="9525" cy="476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7" name="Freeform 164"/>
              <p:cNvSpPr>
                <a:spLocks/>
              </p:cNvSpPr>
              <p:nvPr/>
            </p:nvSpPr>
            <p:spPr bwMode="auto">
              <a:xfrm>
                <a:off x="3611563" y="5105719"/>
                <a:ext cx="14288" cy="65088"/>
              </a:xfrm>
              <a:custGeom>
                <a:avLst/>
                <a:gdLst>
                  <a:gd name="T0" fmla="*/ 9 w 9"/>
                  <a:gd name="T1" fmla="*/ 41 h 41"/>
                  <a:gd name="T2" fmla="*/ 3 w 9"/>
                  <a:gd name="T3" fmla="*/ 41 h 41"/>
                  <a:gd name="T4" fmla="*/ 0 w 9"/>
                  <a:gd name="T5" fmla="*/ 0 h 41"/>
                  <a:gd name="T6" fmla="*/ 6 w 9"/>
                  <a:gd name="T7" fmla="*/ 0 h 41"/>
                  <a:gd name="T8" fmla="*/ 9 w 9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9" y="41"/>
                    </a:moveTo>
                    <a:lnTo>
                      <a:pt x="3" y="41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8" name="Freeform 165"/>
              <p:cNvSpPr>
                <a:spLocks/>
              </p:cNvSpPr>
              <p:nvPr/>
            </p:nvSpPr>
            <p:spPr bwMode="auto">
              <a:xfrm>
                <a:off x="3616325" y="5162869"/>
                <a:ext cx="9525" cy="7938"/>
              </a:xfrm>
              <a:custGeom>
                <a:avLst/>
                <a:gdLst>
                  <a:gd name="T0" fmla="*/ 0 w 6"/>
                  <a:gd name="T1" fmla="*/ 2 h 5"/>
                  <a:gd name="T2" fmla="*/ 0 w 6"/>
                  <a:gd name="T3" fmla="*/ 5 h 5"/>
                  <a:gd name="T4" fmla="*/ 6 w 6"/>
                  <a:gd name="T5" fmla="*/ 5 h 5"/>
                  <a:gd name="T6" fmla="*/ 6 w 6"/>
                  <a:gd name="T7" fmla="*/ 0 h 5"/>
                  <a:gd name="T8" fmla="*/ 0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lnTo>
                      <a:pt x="0" y="5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9" name="Freeform 166"/>
              <p:cNvSpPr>
                <a:spLocks/>
              </p:cNvSpPr>
              <p:nvPr/>
            </p:nvSpPr>
            <p:spPr bwMode="auto">
              <a:xfrm>
                <a:off x="3494088" y="4985069"/>
                <a:ext cx="179388" cy="166688"/>
              </a:xfrm>
              <a:custGeom>
                <a:avLst/>
                <a:gdLst>
                  <a:gd name="T0" fmla="*/ 75 w 75"/>
                  <a:gd name="T1" fmla="*/ 35 h 69"/>
                  <a:gd name="T2" fmla="*/ 70 w 75"/>
                  <a:gd name="T3" fmla="*/ 28 h 69"/>
                  <a:gd name="T4" fmla="*/ 72 w 75"/>
                  <a:gd name="T5" fmla="*/ 21 h 69"/>
                  <a:gd name="T6" fmla="*/ 59 w 75"/>
                  <a:gd name="T7" fmla="*/ 10 h 69"/>
                  <a:gd name="T8" fmla="*/ 55 w 75"/>
                  <a:gd name="T9" fmla="*/ 11 h 69"/>
                  <a:gd name="T10" fmla="*/ 40 w 75"/>
                  <a:gd name="T11" fmla="*/ 1 h 69"/>
                  <a:gd name="T12" fmla="*/ 31 w 75"/>
                  <a:gd name="T13" fmla="*/ 4 h 69"/>
                  <a:gd name="T14" fmla="*/ 21 w 75"/>
                  <a:gd name="T15" fmla="*/ 2 h 69"/>
                  <a:gd name="T16" fmla="*/ 1 w 75"/>
                  <a:gd name="T17" fmla="*/ 26 h 69"/>
                  <a:gd name="T18" fmla="*/ 18 w 75"/>
                  <a:gd name="T19" fmla="*/ 46 h 69"/>
                  <a:gd name="T20" fmla="*/ 18 w 75"/>
                  <a:gd name="T21" fmla="*/ 46 h 69"/>
                  <a:gd name="T22" fmla="*/ 10 w 75"/>
                  <a:gd name="T23" fmla="*/ 58 h 69"/>
                  <a:gd name="T24" fmla="*/ 22 w 75"/>
                  <a:gd name="T25" fmla="*/ 69 h 69"/>
                  <a:gd name="T26" fmla="*/ 30 w 75"/>
                  <a:gd name="T27" fmla="*/ 65 h 69"/>
                  <a:gd name="T28" fmla="*/ 39 w 75"/>
                  <a:gd name="T29" fmla="*/ 69 h 69"/>
                  <a:gd name="T30" fmla="*/ 47 w 75"/>
                  <a:gd name="T31" fmla="*/ 61 h 69"/>
                  <a:gd name="T32" fmla="*/ 55 w 75"/>
                  <a:gd name="T33" fmla="*/ 62 h 69"/>
                  <a:gd name="T34" fmla="*/ 69 w 75"/>
                  <a:gd name="T35" fmla="*/ 46 h 69"/>
                  <a:gd name="T36" fmla="*/ 69 w 75"/>
                  <a:gd name="T37" fmla="*/ 44 h 69"/>
                  <a:gd name="T38" fmla="*/ 75 w 75"/>
                  <a:gd name="T39" fmla="*/ 3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69">
                    <a:moveTo>
                      <a:pt x="75" y="35"/>
                    </a:moveTo>
                    <a:cubicBezTo>
                      <a:pt x="75" y="32"/>
                      <a:pt x="73" y="30"/>
                      <a:pt x="70" y="28"/>
                    </a:cubicBezTo>
                    <a:cubicBezTo>
                      <a:pt x="71" y="26"/>
                      <a:pt x="72" y="24"/>
                      <a:pt x="72" y="21"/>
                    </a:cubicBezTo>
                    <a:cubicBezTo>
                      <a:pt x="71" y="14"/>
                      <a:pt x="66" y="9"/>
                      <a:pt x="59" y="10"/>
                    </a:cubicBezTo>
                    <a:cubicBezTo>
                      <a:pt x="58" y="10"/>
                      <a:pt x="56" y="10"/>
                      <a:pt x="55" y="11"/>
                    </a:cubicBezTo>
                    <a:cubicBezTo>
                      <a:pt x="53" y="5"/>
                      <a:pt x="47" y="0"/>
                      <a:pt x="40" y="1"/>
                    </a:cubicBezTo>
                    <a:cubicBezTo>
                      <a:pt x="37" y="1"/>
                      <a:pt x="34" y="2"/>
                      <a:pt x="31" y="4"/>
                    </a:cubicBezTo>
                    <a:cubicBezTo>
                      <a:pt x="28" y="3"/>
                      <a:pt x="25" y="2"/>
                      <a:pt x="21" y="2"/>
                    </a:cubicBezTo>
                    <a:cubicBezTo>
                      <a:pt x="9" y="3"/>
                      <a:pt x="0" y="14"/>
                      <a:pt x="1" y="26"/>
                    </a:cubicBezTo>
                    <a:cubicBezTo>
                      <a:pt x="1" y="36"/>
                      <a:pt x="9" y="44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3" y="48"/>
                      <a:pt x="9" y="53"/>
                      <a:pt x="10" y="58"/>
                    </a:cubicBezTo>
                    <a:cubicBezTo>
                      <a:pt x="10" y="65"/>
                      <a:pt x="16" y="69"/>
                      <a:pt x="22" y="69"/>
                    </a:cubicBezTo>
                    <a:cubicBezTo>
                      <a:pt x="26" y="69"/>
                      <a:pt x="28" y="67"/>
                      <a:pt x="30" y="65"/>
                    </a:cubicBezTo>
                    <a:cubicBezTo>
                      <a:pt x="32" y="68"/>
                      <a:pt x="35" y="69"/>
                      <a:pt x="39" y="69"/>
                    </a:cubicBezTo>
                    <a:cubicBezTo>
                      <a:pt x="43" y="69"/>
                      <a:pt x="47" y="65"/>
                      <a:pt x="47" y="61"/>
                    </a:cubicBezTo>
                    <a:cubicBezTo>
                      <a:pt x="50" y="62"/>
                      <a:pt x="52" y="63"/>
                      <a:pt x="55" y="62"/>
                    </a:cubicBezTo>
                    <a:cubicBezTo>
                      <a:pt x="64" y="62"/>
                      <a:pt x="70" y="55"/>
                      <a:pt x="69" y="46"/>
                    </a:cubicBezTo>
                    <a:cubicBezTo>
                      <a:pt x="69" y="45"/>
                      <a:pt x="69" y="45"/>
                      <a:pt x="69" y="44"/>
                    </a:cubicBezTo>
                    <a:cubicBezTo>
                      <a:pt x="72" y="43"/>
                      <a:pt x="75" y="39"/>
                      <a:pt x="75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0" name="Freeform 167"/>
              <p:cNvSpPr>
                <a:spLocks/>
              </p:cNvSpPr>
              <p:nvPr/>
            </p:nvSpPr>
            <p:spPr bwMode="auto">
              <a:xfrm>
                <a:off x="3452813" y="5045394"/>
                <a:ext cx="55563" cy="46038"/>
              </a:xfrm>
              <a:custGeom>
                <a:avLst/>
                <a:gdLst>
                  <a:gd name="T0" fmla="*/ 23 w 23"/>
                  <a:gd name="T1" fmla="*/ 2 h 19"/>
                  <a:gd name="T2" fmla="*/ 13 w 23"/>
                  <a:gd name="T3" fmla="*/ 15 h 19"/>
                  <a:gd name="T4" fmla="*/ 0 w 23"/>
                  <a:gd name="T5" fmla="*/ 17 h 19"/>
                  <a:gd name="T6" fmla="*/ 10 w 23"/>
                  <a:gd name="T7" fmla="*/ 3 h 19"/>
                  <a:gd name="T8" fmla="*/ 23 w 23"/>
                  <a:gd name="T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3" y="2"/>
                    </a:moveTo>
                    <a:cubicBezTo>
                      <a:pt x="21" y="7"/>
                      <a:pt x="17" y="12"/>
                      <a:pt x="13" y="15"/>
                    </a:cubicBezTo>
                    <a:cubicBezTo>
                      <a:pt x="8" y="19"/>
                      <a:pt x="4" y="19"/>
                      <a:pt x="0" y="17"/>
                    </a:cubicBezTo>
                    <a:cubicBezTo>
                      <a:pt x="2" y="12"/>
                      <a:pt x="6" y="7"/>
                      <a:pt x="10" y="3"/>
                    </a:cubicBezTo>
                    <a:cubicBezTo>
                      <a:pt x="15" y="0"/>
                      <a:pt x="19" y="0"/>
                      <a:pt x="23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1" name="Freeform 168"/>
              <p:cNvSpPr>
                <a:spLocks/>
              </p:cNvSpPr>
              <p:nvPr/>
            </p:nvSpPr>
            <p:spPr bwMode="auto">
              <a:xfrm>
                <a:off x="3452813" y="5050156"/>
                <a:ext cx="55563" cy="41275"/>
              </a:xfrm>
              <a:custGeom>
                <a:avLst/>
                <a:gdLst>
                  <a:gd name="T0" fmla="*/ 13 w 23"/>
                  <a:gd name="T1" fmla="*/ 13 h 17"/>
                  <a:gd name="T2" fmla="*/ 23 w 23"/>
                  <a:gd name="T3" fmla="*/ 0 h 17"/>
                  <a:gd name="T4" fmla="*/ 0 w 23"/>
                  <a:gd name="T5" fmla="*/ 15 h 17"/>
                  <a:gd name="T6" fmla="*/ 13 w 23"/>
                  <a:gd name="T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3" y="13"/>
                    </a:moveTo>
                    <a:cubicBezTo>
                      <a:pt x="17" y="10"/>
                      <a:pt x="21" y="5"/>
                      <a:pt x="23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7"/>
                      <a:pt x="8" y="17"/>
                      <a:pt x="13" y="1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2" name="Freeform 169"/>
              <p:cNvSpPr>
                <a:spLocks/>
              </p:cNvSpPr>
              <p:nvPr/>
            </p:nvSpPr>
            <p:spPr bwMode="auto">
              <a:xfrm>
                <a:off x="3546475" y="5040631"/>
                <a:ext cx="57150" cy="41275"/>
              </a:xfrm>
              <a:custGeom>
                <a:avLst/>
                <a:gdLst>
                  <a:gd name="T0" fmla="*/ 0 w 24"/>
                  <a:gd name="T1" fmla="*/ 2 h 17"/>
                  <a:gd name="T2" fmla="*/ 11 w 24"/>
                  <a:gd name="T3" fmla="*/ 15 h 17"/>
                  <a:gd name="T4" fmla="*/ 24 w 24"/>
                  <a:gd name="T5" fmla="*/ 15 h 17"/>
                  <a:gd name="T6" fmla="*/ 12 w 24"/>
                  <a:gd name="T7" fmla="*/ 2 h 17"/>
                  <a:gd name="T8" fmla="*/ 0 w 24"/>
                  <a:gd name="T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0" y="2"/>
                    </a:moveTo>
                    <a:cubicBezTo>
                      <a:pt x="2" y="7"/>
                      <a:pt x="6" y="12"/>
                      <a:pt x="11" y="15"/>
                    </a:cubicBezTo>
                    <a:cubicBezTo>
                      <a:pt x="16" y="17"/>
                      <a:pt x="21" y="17"/>
                      <a:pt x="24" y="15"/>
                    </a:cubicBezTo>
                    <a:cubicBezTo>
                      <a:pt x="21" y="9"/>
                      <a:pt x="17" y="5"/>
                      <a:pt x="12" y="2"/>
                    </a:cubicBezTo>
                    <a:cubicBezTo>
                      <a:pt x="7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3" name="Freeform 170"/>
              <p:cNvSpPr>
                <a:spLocks/>
              </p:cNvSpPr>
              <p:nvPr/>
            </p:nvSpPr>
            <p:spPr bwMode="auto">
              <a:xfrm>
                <a:off x="3546475" y="5045394"/>
                <a:ext cx="57150" cy="36513"/>
              </a:xfrm>
              <a:custGeom>
                <a:avLst/>
                <a:gdLst>
                  <a:gd name="T0" fmla="*/ 11 w 24"/>
                  <a:gd name="T1" fmla="*/ 13 h 15"/>
                  <a:gd name="T2" fmla="*/ 0 w 24"/>
                  <a:gd name="T3" fmla="*/ 0 h 15"/>
                  <a:gd name="T4" fmla="*/ 24 w 24"/>
                  <a:gd name="T5" fmla="*/ 13 h 15"/>
                  <a:gd name="T6" fmla="*/ 11 w 24"/>
                  <a:gd name="T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11" y="13"/>
                    </a:moveTo>
                    <a:cubicBezTo>
                      <a:pt x="6" y="10"/>
                      <a:pt x="2" y="5"/>
                      <a:pt x="0" y="0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5"/>
                      <a:pt x="16" y="15"/>
                      <a:pt x="11" y="13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4" name="Freeform 171"/>
              <p:cNvSpPr>
                <a:spLocks/>
              </p:cNvSpPr>
              <p:nvPr/>
            </p:nvSpPr>
            <p:spPr bwMode="auto">
              <a:xfrm>
                <a:off x="3479800" y="5021581"/>
                <a:ext cx="98425" cy="112713"/>
              </a:xfrm>
              <a:custGeom>
                <a:avLst/>
                <a:gdLst>
                  <a:gd name="T0" fmla="*/ 40 w 41"/>
                  <a:gd name="T1" fmla="*/ 22 h 47"/>
                  <a:gd name="T2" fmla="*/ 22 w 41"/>
                  <a:gd name="T3" fmla="*/ 46 h 47"/>
                  <a:gd name="T4" fmla="*/ 1 w 41"/>
                  <a:gd name="T5" fmla="*/ 25 h 47"/>
                  <a:gd name="T6" fmla="*/ 19 w 41"/>
                  <a:gd name="T7" fmla="*/ 0 h 47"/>
                  <a:gd name="T8" fmla="*/ 40 w 41"/>
                  <a:gd name="T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40" y="22"/>
                    </a:moveTo>
                    <a:cubicBezTo>
                      <a:pt x="41" y="35"/>
                      <a:pt x="33" y="46"/>
                      <a:pt x="22" y="46"/>
                    </a:cubicBezTo>
                    <a:cubicBezTo>
                      <a:pt x="11" y="47"/>
                      <a:pt x="2" y="38"/>
                      <a:pt x="1" y="25"/>
                    </a:cubicBezTo>
                    <a:cubicBezTo>
                      <a:pt x="0" y="12"/>
                      <a:pt x="8" y="1"/>
                      <a:pt x="19" y="0"/>
                    </a:cubicBezTo>
                    <a:cubicBezTo>
                      <a:pt x="30" y="0"/>
                      <a:pt x="39" y="9"/>
                      <a:pt x="40" y="2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5" name="Freeform 172"/>
              <p:cNvSpPr>
                <a:spLocks/>
              </p:cNvSpPr>
              <p:nvPr/>
            </p:nvSpPr>
            <p:spPr bwMode="auto">
              <a:xfrm>
                <a:off x="3525838" y="5021581"/>
                <a:ext cx="52388" cy="111125"/>
              </a:xfrm>
              <a:custGeom>
                <a:avLst/>
                <a:gdLst>
                  <a:gd name="T0" fmla="*/ 21 w 22"/>
                  <a:gd name="T1" fmla="*/ 22 h 46"/>
                  <a:gd name="T2" fmla="*/ 0 w 22"/>
                  <a:gd name="T3" fmla="*/ 0 h 46"/>
                  <a:gd name="T4" fmla="*/ 3 w 22"/>
                  <a:gd name="T5" fmla="*/ 46 h 46"/>
                  <a:gd name="T6" fmla="*/ 21 w 22"/>
                  <a:gd name="T7" fmla="*/ 2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1" y="22"/>
                    </a:moveTo>
                    <a:cubicBezTo>
                      <a:pt x="20" y="9"/>
                      <a:pt x="11" y="0"/>
                      <a:pt x="0" y="0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4" y="46"/>
                      <a:pt x="22" y="35"/>
                      <a:pt x="21" y="2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6" name="Freeform 173"/>
              <p:cNvSpPr>
                <a:spLocks/>
              </p:cNvSpPr>
              <p:nvPr/>
            </p:nvSpPr>
            <p:spPr bwMode="auto">
              <a:xfrm>
                <a:off x="3511550" y="5083494"/>
                <a:ext cx="11113" cy="12700"/>
              </a:xfrm>
              <a:custGeom>
                <a:avLst/>
                <a:gdLst>
                  <a:gd name="T0" fmla="*/ 5 w 5"/>
                  <a:gd name="T1" fmla="*/ 3 h 5"/>
                  <a:gd name="T2" fmla="*/ 2 w 5"/>
                  <a:gd name="T3" fmla="*/ 5 h 5"/>
                  <a:gd name="T4" fmla="*/ 0 w 5"/>
                  <a:gd name="T5" fmla="*/ 3 h 5"/>
                  <a:gd name="T6" fmla="*/ 2 w 5"/>
                  <a:gd name="T7" fmla="*/ 0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" name="Freeform 174"/>
              <p:cNvSpPr>
                <a:spLocks/>
              </p:cNvSpPr>
              <p:nvPr/>
            </p:nvSpPr>
            <p:spPr bwMode="auto">
              <a:xfrm>
                <a:off x="3536950" y="5081906"/>
                <a:ext cx="12700" cy="11113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5 h 5"/>
                  <a:gd name="T4" fmla="*/ 0 w 5"/>
                  <a:gd name="T5" fmla="*/ 3 h 5"/>
                  <a:gd name="T6" fmla="*/ 2 w 5"/>
                  <a:gd name="T7" fmla="*/ 1 h 5"/>
                  <a:gd name="T8" fmla="*/ 5 w 5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8" name="Freeform 175"/>
              <p:cNvSpPr>
                <a:spLocks/>
              </p:cNvSpPr>
              <p:nvPr/>
            </p:nvSpPr>
            <p:spPr bwMode="auto">
              <a:xfrm>
                <a:off x="3822700" y="5146994"/>
                <a:ext cx="9525" cy="23813"/>
              </a:xfrm>
              <a:custGeom>
                <a:avLst/>
                <a:gdLst>
                  <a:gd name="T0" fmla="*/ 4 w 6"/>
                  <a:gd name="T1" fmla="*/ 15 h 15"/>
                  <a:gd name="T2" fmla="*/ 0 w 6"/>
                  <a:gd name="T3" fmla="*/ 15 h 15"/>
                  <a:gd name="T4" fmla="*/ 1 w 6"/>
                  <a:gd name="T5" fmla="*/ 0 h 15"/>
                  <a:gd name="T6" fmla="*/ 6 w 6"/>
                  <a:gd name="T7" fmla="*/ 1 h 15"/>
                  <a:gd name="T8" fmla="*/ 4 w 6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4" y="15"/>
                    </a:moveTo>
                    <a:lnTo>
                      <a:pt x="0" y="15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9" name="Freeform 176"/>
              <p:cNvSpPr>
                <a:spLocks/>
              </p:cNvSpPr>
              <p:nvPr/>
            </p:nvSpPr>
            <p:spPr bwMode="auto">
              <a:xfrm>
                <a:off x="3822700" y="5166044"/>
                <a:ext cx="6350" cy="476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0" name="Freeform 177"/>
              <p:cNvSpPr>
                <a:spLocks/>
              </p:cNvSpPr>
              <p:nvPr/>
            </p:nvSpPr>
            <p:spPr bwMode="auto">
              <a:xfrm>
                <a:off x="3800475" y="5139056"/>
                <a:ext cx="12700" cy="28575"/>
              </a:xfrm>
              <a:custGeom>
                <a:avLst/>
                <a:gdLst>
                  <a:gd name="T0" fmla="*/ 5 w 8"/>
                  <a:gd name="T1" fmla="*/ 18 h 18"/>
                  <a:gd name="T2" fmla="*/ 0 w 8"/>
                  <a:gd name="T3" fmla="*/ 18 h 18"/>
                  <a:gd name="T4" fmla="*/ 3 w 8"/>
                  <a:gd name="T5" fmla="*/ 0 h 18"/>
                  <a:gd name="T6" fmla="*/ 8 w 8"/>
                  <a:gd name="T7" fmla="*/ 2 h 18"/>
                  <a:gd name="T8" fmla="*/ 5 w 8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5" y="18"/>
                    </a:moveTo>
                    <a:lnTo>
                      <a:pt x="0" y="18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1" name="Freeform 178"/>
              <p:cNvSpPr>
                <a:spLocks/>
              </p:cNvSpPr>
              <p:nvPr/>
            </p:nvSpPr>
            <p:spPr bwMode="auto">
              <a:xfrm>
                <a:off x="3800475" y="51628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2" name="Freeform 179"/>
              <p:cNvSpPr>
                <a:spLocks/>
              </p:cNvSpPr>
              <p:nvPr/>
            </p:nvSpPr>
            <p:spPr bwMode="auto">
              <a:xfrm>
                <a:off x="3886200" y="5129531"/>
                <a:ext cx="12700" cy="50800"/>
              </a:xfrm>
              <a:custGeom>
                <a:avLst/>
                <a:gdLst>
                  <a:gd name="T0" fmla="*/ 5 w 8"/>
                  <a:gd name="T1" fmla="*/ 32 h 32"/>
                  <a:gd name="T2" fmla="*/ 0 w 8"/>
                  <a:gd name="T3" fmla="*/ 30 h 32"/>
                  <a:gd name="T4" fmla="*/ 3 w 8"/>
                  <a:gd name="T5" fmla="*/ 0 h 32"/>
                  <a:gd name="T6" fmla="*/ 8 w 8"/>
                  <a:gd name="T7" fmla="*/ 0 h 32"/>
                  <a:gd name="T8" fmla="*/ 5 w 8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5" y="32"/>
                    </a:moveTo>
                    <a:lnTo>
                      <a:pt x="0" y="30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3" name="Freeform 180"/>
              <p:cNvSpPr>
                <a:spLocks/>
              </p:cNvSpPr>
              <p:nvPr/>
            </p:nvSpPr>
            <p:spPr bwMode="auto">
              <a:xfrm>
                <a:off x="3886200" y="5175569"/>
                <a:ext cx="7938" cy="476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5 w 5"/>
                  <a:gd name="T5" fmla="*/ 3 h 3"/>
                  <a:gd name="T6" fmla="*/ 5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4" name="Freeform 181"/>
              <p:cNvSpPr>
                <a:spLocks/>
              </p:cNvSpPr>
              <p:nvPr/>
            </p:nvSpPr>
            <p:spPr bwMode="auto">
              <a:xfrm>
                <a:off x="3867150" y="5127944"/>
                <a:ext cx="14288" cy="49213"/>
              </a:xfrm>
              <a:custGeom>
                <a:avLst/>
                <a:gdLst>
                  <a:gd name="T0" fmla="*/ 6 w 9"/>
                  <a:gd name="T1" fmla="*/ 31 h 31"/>
                  <a:gd name="T2" fmla="*/ 0 w 9"/>
                  <a:gd name="T3" fmla="*/ 30 h 31"/>
                  <a:gd name="T4" fmla="*/ 5 w 9"/>
                  <a:gd name="T5" fmla="*/ 0 h 31"/>
                  <a:gd name="T6" fmla="*/ 9 w 9"/>
                  <a:gd name="T7" fmla="*/ 1 h 31"/>
                  <a:gd name="T8" fmla="*/ 6 w 9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1">
                    <a:moveTo>
                      <a:pt x="6" y="31"/>
                    </a:moveTo>
                    <a:lnTo>
                      <a:pt x="0" y="3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6" y="3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5" name="Freeform 182"/>
              <p:cNvSpPr>
                <a:spLocks/>
              </p:cNvSpPr>
              <p:nvPr/>
            </p:nvSpPr>
            <p:spPr bwMode="auto">
              <a:xfrm>
                <a:off x="3867150" y="5172394"/>
                <a:ext cx="9525" cy="476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2 h 3"/>
                  <a:gd name="T4" fmla="*/ 6 w 6"/>
                  <a:gd name="T5" fmla="*/ 3 h 3"/>
                  <a:gd name="T6" fmla="*/ 6 w 6"/>
                  <a:gd name="T7" fmla="*/ 0 h 3"/>
                  <a:gd name="T8" fmla="*/ 2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2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6" name="Freeform 183"/>
              <p:cNvSpPr>
                <a:spLocks/>
              </p:cNvSpPr>
              <p:nvPr/>
            </p:nvSpPr>
            <p:spPr bwMode="auto">
              <a:xfrm>
                <a:off x="3794125" y="5026344"/>
                <a:ext cx="133350" cy="131763"/>
              </a:xfrm>
              <a:custGeom>
                <a:avLst/>
                <a:gdLst>
                  <a:gd name="T0" fmla="*/ 56 w 56"/>
                  <a:gd name="T1" fmla="*/ 34 h 55"/>
                  <a:gd name="T2" fmla="*/ 53 w 56"/>
                  <a:gd name="T3" fmla="*/ 29 h 55"/>
                  <a:gd name="T4" fmla="*/ 56 w 56"/>
                  <a:gd name="T5" fmla="*/ 23 h 55"/>
                  <a:gd name="T6" fmla="*/ 48 w 56"/>
                  <a:gd name="T7" fmla="*/ 13 h 55"/>
                  <a:gd name="T8" fmla="*/ 45 w 56"/>
                  <a:gd name="T9" fmla="*/ 13 h 55"/>
                  <a:gd name="T10" fmla="*/ 34 w 56"/>
                  <a:gd name="T11" fmla="*/ 3 h 55"/>
                  <a:gd name="T12" fmla="*/ 28 w 56"/>
                  <a:gd name="T13" fmla="*/ 4 h 55"/>
                  <a:gd name="T14" fmla="*/ 20 w 56"/>
                  <a:gd name="T15" fmla="*/ 1 h 55"/>
                  <a:gd name="T16" fmla="*/ 1 w 56"/>
                  <a:gd name="T17" fmla="*/ 16 h 55"/>
                  <a:gd name="T18" fmla="*/ 11 w 56"/>
                  <a:gd name="T19" fmla="*/ 34 h 55"/>
                  <a:gd name="T20" fmla="*/ 11 w 56"/>
                  <a:gd name="T21" fmla="*/ 34 h 55"/>
                  <a:gd name="T22" fmla="*/ 3 w 56"/>
                  <a:gd name="T23" fmla="*/ 42 h 55"/>
                  <a:gd name="T24" fmla="*/ 11 w 56"/>
                  <a:gd name="T25" fmla="*/ 52 h 55"/>
                  <a:gd name="T26" fmla="*/ 17 w 56"/>
                  <a:gd name="T27" fmla="*/ 50 h 55"/>
                  <a:gd name="T28" fmla="*/ 23 w 56"/>
                  <a:gd name="T29" fmla="*/ 55 h 55"/>
                  <a:gd name="T30" fmla="*/ 31 w 56"/>
                  <a:gd name="T31" fmla="*/ 49 h 55"/>
                  <a:gd name="T32" fmla="*/ 37 w 56"/>
                  <a:gd name="T33" fmla="*/ 52 h 55"/>
                  <a:gd name="T34" fmla="*/ 50 w 56"/>
                  <a:gd name="T35" fmla="*/ 42 h 55"/>
                  <a:gd name="T36" fmla="*/ 50 w 56"/>
                  <a:gd name="T37" fmla="*/ 40 h 55"/>
                  <a:gd name="T38" fmla="*/ 56 w 56"/>
                  <a:gd name="T39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6" h="55">
                    <a:moveTo>
                      <a:pt x="56" y="34"/>
                    </a:moveTo>
                    <a:cubicBezTo>
                      <a:pt x="56" y="32"/>
                      <a:pt x="55" y="30"/>
                      <a:pt x="53" y="29"/>
                    </a:cubicBezTo>
                    <a:cubicBezTo>
                      <a:pt x="55" y="27"/>
                      <a:pt x="56" y="25"/>
                      <a:pt x="56" y="23"/>
                    </a:cubicBezTo>
                    <a:cubicBezTo>
                      <a:pt x="56" y="18"/>
                      <a:pt x="53" y="13"/>
                      <a:pt x="48" y="13"/>
                    </a:cubicBezTo>
                    <a:cubicBezTo>
                      <a:pt x="47" y="13"/>
                      <a:pt x="46" y="13"/>
                      <a:pt x="45" y="13"/>
                    </a:cubicBezTo>
                    <a:cubicBezTo>
                      <a:pt x="44" y="8"/>
                      <a:pt x="40" y="4"/>
                      <a:pt x="34" y="3"/>
                    </a:cubicBezTo>
                    <a:cubicBezTo>
                      <a:pt x="32" y="3"/>
                      <a:pt x="30" y="3"/>
                      <a:pt x="28" y="4"/>
                    </a:cubicBezTo>
                    <a:cubicBezTo>
                      <a:pt x="25" y="3"/>
                      <a:pt x="23" y="2"/>
                      <a:pt x="20" y="1"/>
                    </a:cubicBezTo>
                    <a:cubicBezTo>
                      <a:pt x="11" y="0"/>
                      <a:pt x="2" y="7"/>
                      <a:pt x="1" y="16"/>
                    </a:cubicBezTo>
                    <a:cubicBezTo>
                      <a:pt x="0" y="24"/>
                      <a:pt x="4" y="31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7" y="34"/>
                      <a:pt x="4" y="38"/>
                      <a:pt x="3" y="42"/>
                    </a:cubicBezTo>
                    <a:cubicBezTo>
                      <a:pt x="2" y="47"/>
                      <a:pt x="6" y="51"/>
                      <a:pt x="11" y="52"/>
                    </a:cubicBezTo>
                    <a:cubicBezTo>
                      <a:pt x="13" y="52"/>
                      <a:pt x="16" y="52"/>
                      <a:pt x="17" y="50"/>
                    </a:cubicBezTo>
                    <a:cubicBezTo>
                      <a:pt x="18" y="52"/>
                      <a:pt x="20" y="54"/>
                      <a:pt x="23" y="55"/>
                    </a:cubicBezTo>
                    <a:cubicBezTo>
                      <a:pt x="27" y="55"/>
                      <a:pt x="30" y="53"/>
                      <a:pt x="31" y="49"/>
                    </a:cubicBezTo>
                    <a:cubicBezTo>
                      <a:pt x="33" y="51"/>
                      <a:pt x="35" y="52"/>
                      <a:pt x="37" y="52"/>
                    </a:cubicBezTo>
                    <a:cubicBezTo>
                      <a:pt x="43" y="53"/>
                      <a:pt x="49" y="48"/>
                      <a:pt x="50" y="42"/>
                    </a:cubicBezTo>
                    <a:cubicBezTo>
                      <a:pt x="50" y="41"/>
                      <a:pt x="50" y="41"/>
                      <a:pt x="50" y="40"/>
                    </a:cubicBezTo>
                    <a:cubicBezTo>
                      <a:pt x="53" y="40"/>
                      <a:pt x="55" y="38"/>
                      <a:pt x="56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7" name="Freeform 184"/>
              <p:cNvSpPr>
                <a:spLocks/>
              </p:cNvSpPr>
              <p:nvPr/>
            </p:nvSpPr>
            <p:spPr bwMode="auto">
              <a:xfrm>
                <a:off x="3759200" y="5062856"/>
                <a:ext cx="46038" cy="30163"/>
              </a:xfrm>
              <a:custGeom>
                <a:avLst/>
                <a:gdLst>
                  <a:gd name="T0" fmla="*/ 19 w 19"/>
                  <a:gd name="T1" fmla="*/ 2 h 13"/>
                  <a:gd name="T2" fmla="*/ 9 w 19"/>
                  <a:gd name="T3" fmla="*/ 11 h 13"/>
                  <a:gd name="T4" fmla="*/ 0 w 19"/>
                  <a:gd name="T5" fmla="*/ 11 h 13"/>
                  <a:gd name="T6" fmla="*/ 9 w 19"/>
                  <a:gd name="T7" fmla="*/ 2 h 13"/>
                  <a:gd name="T8" fmla="*/ 19 w 19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3">
                    <a:moveTo>
                      <a:pt x="19" y="2"/>
                    </a:moveTo>
                    <a:cubicBezTo>
                      <a:pt x="17" y="6"/>
                      <a:pt x="13" y="10"/>
                      <a:pt x="9" y="11"/>
                    </a:cubicBezTo>
                    <a:cubicBezTo>
                      <a:pt x="5" y="13"/>
                      <a:pt x="2" y="13"/>
                      <a:pt x="0" y="11"/>
                    </a:cubicBezTo>
                    <a:cubicBezTo>
                      <a:pt x="2" y="7"/>
                      <a:pt x="5" y="3"/>
                      <a:pt x="9" y="2"/>
                    </a:cubicBezTo>
                    <a:cubicBezTo>
                      <a:pt x="13" y="0"/>
                      <a:pt x="16" y="0"/>
                      <a:pt x="19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8" name="Freeform 185"/>
              <p:cNvSpPr>
                <a:spLocks/>
              </p:cNvSpPr>
              <p:nvPr/>
            </p:nvSpPr>
            <p:spPr bwMode="auto">
              <a:xfrm>
                <a:off x="3759200" y="5067619"/>
                <a:ext cx="46038" cy="25400"/>
              </a:xfrm>
              <a:custGeom>
                <a:avLst/>
                <a:gdLst>
                  <a:gd name="T0" fmla="*/ 9 w 19"/>
                  <a:gd name="T1" fmla="*/ 9 h 11"/>
                  <a:gd name="T2" fmla="*/ 19 w 19"/>
                  <a:gd name="T3" fmla="*/ 0 h 11"/>
                  <a:gd name="T4" fmla="*/ 0 w 19"/>
                  <a:gd name="T5" fmla="*/ 9 h 11"/>
                  <a:gd name="T6" fmla="*/ 9 w 1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9" y="9"/>
                    </a:moveTo>
                    <a:cubicBezTo>
                      <a:pt x="13" y="8"/>
                      <a:pt x="17" y="4"/>
                      <a:pt x="19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5" y="11"/>
                      <a:pt x="9" y="9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9" name="Freeform 186"/>
              <p:cNvSpPr>
                <a:spLocks/>
              </p:cNvSpPr>
              <p:nvPr/>
            </p:nvSpPr>
            <p:spPr bwMode="auto">
              <a:xfrm>
                <a:off x="3833813" y="5067619"/>
                <a:ext cx="38100" cy="38100"/>
              </a:xfrm>
              <a:custGeom>
                <a:avLst/>
                <a:gdLst>
                  <a:gd name="T0" fmla="*/ 0 w 16"/>
                  <a:gd name="T1" fmla="*/ 2 h 16"/>
                  <a:gd name="T2" fmla="*/ 7 w 16"/>
                  <a:gd name="T3" fmla="*/ 13 h 16"/>
                  <a:gd name="T4" fmla="*/ 16 w 16"/>
                  <a:gd name="T5" fmla="*/ 15 h 16"/>
                  <a:gd name="T6" fmla="*/ 10 w 16"/>
                  <a:gd name="T7" fmla="*/ 4 h 16"/>
                  <a:gd name="T8" fmla="*/ 0 w 16"/>
                  <a:gd name="T9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0" y="2"/>
                    </a:moveTo>
                    <a:cubicBezTo>
                      <a:pt x="1" y="6"/>
                      <a:pt x="4" y="10"/>
                      <a:pt x="7" y="13"/>
                    </a:cubicBezTo>
                    <a:cubicBezTo>
                      <a:pt x="10" y="16"/>
                      <a:pt x="14" y="16"/>
                      <a:pt x="16" y="15"/>
                    </a:cubicBezTo>
                    <a:cubicBezTo>
                      <a:pt x="15" y="11"/>
                      <a:pt x="13" y="6"/>
                      <a:pt x="10" y="4"/>
                    </a:cubicBezTo>
                    <a:cubicBezTo>
                      <a:pt x="6" y="1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0" name="Freeform 187"/>
              <p:cNvSpPr>
                <a:spLocks/>
              </p:cNvSpPr>
              <p:nvPr/>
            </p:nvSpPr>
            <p:spPr bwMode="auto">
              <a:xfrm>
                <a:off x="3833813" y="5072381"/>
                <a:ext cx="38100" cy="33338"/>
              </a:xfrm>
              <a:custGeom>
                <a:avLst/>
                <a:gdLst>
                  <a:gd name="T0" fmla="*/ 7 w 16"/>
                  <a:gd name="T1" fmla="*/ 11 h 14"/>
                  <a:gd name="T2" fmla="*/ 0 w 16"/>
                  <a:gd name="T3" fmla="*/ 0 h 14"/>
                  <a:gd name="T4" fmla="*/ 16 w 16"/>
                  <a:gd name="T5" fmla="*/ 13 h 14"/>
                  <a:gd name="T6" fmla="*/ 7 w 16"/>
                  <a:gd name="T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7" y="11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4"/>
                      <a:pt x="10" y="14"/>
                      <a:pt x="7" y="11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1" name="Freeform 188"/>
              <p:cNvSpPr>
                <a:spLocks/>
              </p:cNvSpPr>
              <p:nvPr/>
            </p:nvSpPr>
            <p:spPr bwMode="auto">
              <a:xfrm>
                <a:off x="3776663" y="5048569"/>
                <a:ext cx="79375" cy="88900"/>
              </a:xfrm>
              <a:custGeom>
                <a:avLst/>
                <a:gdLst>
                  <a:gd name="T0" fmla="*/ 32 w 33"/>
                  <a:gd name="T1" fmla="*/ 21 h 37"/>
                  <a:gd name="T2" fmla="*/ 14 w 33"/>
                  <a:gd name="T3" fmla="*/ 36 h 37"/>
                  <a:gd name="T4" fmla="*/ 2 w 33"/>
                  <a:gd name="T5" fmla="*/ 17 h 37"/>
                  <a:gd name="T6" fmla="*/ 19 w 33"/>
                  <a:gd name="T7" fmla="*/ 1 h 37"/>
                  <a:gd name="T8" fmla="*/ 32 w 33"/>
                  <a:gd name="T9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32" y="21"/>
                    </a:moveTo>
                    <a:cubicBezTo>
                      <a:pt x="30" y="30"/>
                      <a:pt x="23" y="37"/>
                      <a:pt x="14" y="36"/>
                    </a:cubicBezTo>
                    <a:cubicBezTo>
                      <a:pt x="6" y="35"/>
                      <a:pt x="0" y="26"/>
                      <a:pt x="2" y="17"/>
                    </a:cubicBezTo>
                    <a:cubicBezTo>
                      <a:pt x="3" y="7"/>
                      <a:pt x="11" y="0"/>
                      <a:pt x="19" y="1"/>
                    </a:cubicBezTo>
                    <a:cubicBezTo>
                      <a:pt x="27" y="2"/>
                      <a:pt x="33" y="11"/>
                      <a:pt x="32" y="2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2" name="Freeform 189"/>
              <p:cNvSpPr>
                <a:spLocks/>
              </p:cNvSpPr>
              <p:nvPr/>
            </p:nvSpPr>
            <p:spPr bwMode="auto">
              <a:xfrm>
                <a:off x="3810000" y="5050156"/>
                <a:ext cx="46038" cy="87313"/>
              </a:xfrm>
              <a:custGeom>
                <a:avLst/>
                <a:gdLst>
                  <a:gd name="T0" fmla="*/ 18 w 19"/>
                  <a:gd name="T1" fmla="*/ 20 h 36"/>
                  <a:gd name="T2" fmla="*/ 5 w 19"/>
                  <a:gd name="T3" fmla="*/ 0 h 36"/>
                  <a:gd name="T4" fmla="*/ 0 w 19"/>
                  <a:gd name="T5" fmla="*/ 35 h 36"/>
                  <a:gd name="T6" fmla="*/ 18 w 19"/>
                  <a:gd name="T7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8" y="20"/>
                    </a:moveTo>
                    <a:cubicBezTo>
                      <a:pt x="19" y="10"/>
                      <a:pt x="13" y="1"/>
                      <a:pt x="5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9" y="36"/>
                      <a:pt x="16" y="29"/>
                      <a:pt x="18" y="2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3" name="Oval 190"/>
              <p:cNvSpPr>
                <a:spLocks noChangeArrowheads="1"/>
              </p:cNvSpPr>
              <p:nvPr/>
            </p:nvSpPr>
            <p:spPr bwMode="auto">
              <a:xfrm>
                <a:off x="3800475" y="5096194"/>
                <a:ext cx="9525" cy="9525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4" name="Freeform 191"/>
              <p:cNvSpPr>
                <a:spLocks/>
              </p:cNvSpPr>
              <p:nvPr/>
            </p:nvSpPr>
            <p:spPr bwMode="auto">
              <a:xfrm>
                <a:off x="3822700" y="5097781"/>
                <a:ext cx="6350" cy="9525"/>
              </a:xfrm>
              <a:custGeom>
                <a:avLst/>
                <a:gdLst>
                  <a:gd name="T0" fmla="*/ 3 w 3"/>
                  <a:gd name="T1" fmla="*/ 2 h 4"/>
                  <a:gd name="T2" fmla="*/ 1 w 3"/>
                  <a:gd name="T3" fmla="*/ 4 h 4"/>
                  <a:gd name="T4" fmla="*/ 0 w 3"/>
                  <a:gd name="T5" fmla="*/ 2 h 4"/>
                  <a:gd name="T6" fmla="*/ 2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5" name="Rectangle 192"/>
              <p:cNvSpPr>
                <a:spLocks noChangeArrowheads="1"/>
              </p:cNvSpPr>
              <p:nvPr/>
            </p:nvSpPr>
            <p:spPr bwMode="auto">
              <a:xfrm>
                <a:off x="7146925" y="5431156"/>
                <a:ext cx="9525" cy="31750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6" name="Rectangle 193"/>
              <p:cNvSpPr>
                <a:spLocks noChangeArrowheads="1"/>
              </p:cNvSpPr>
              <p:nvPr/>
            </p:nvSpPr>
            <p:spPr bwMode="auto">
              <a:xfrm>
                <a:off x="7146925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7" name="Rectangle 194"/>
              <p:cNvSpPr>
                <a:spLocks noChangeArrowheads="1"/>
              </p:cNvSpPr>
              <p:nvPr/>
            </p:nvSpPr>
            <p:spPr bwMode="auto">
              <a:xfrm>
                <a:off x="7173913" y="5426394"/>
                <a:ext cx="9525" cy="36513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8" name="Rectangle 195"/>
              <p:cNvSpPr>
                <a:spLocks noChangeArrowheads="1"/>
              </p:cNvSpPr>
              <p:nvPr/>
            </p:nvSpPr>
            <p:spPr bwMode="auto">
              <a:xfrm>
                <a:off x="71739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9" name="Rectangle 196"/>
              <p:cNvSpPr>
                <a:spLocks noChangeArrowheads="1"/>
              </p:cNvSpPr>
              <p:nvPr/>
            </p:nvSpPr>
            <p:spPr bwMode="auto">
              <a:xfrm>
                <a:off x="7062788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0" name="Rectangle 197"/>
              <p:cNvSpPr>
                <a:spLocks noChangeArrowheads="1"/>
              </p:cNvSpPr>
              <p:nvPr/>
            </p:nvSpPr>
            <p:spPr bwMode="auto">
              <a:xfrm>
                <a:off x="7062788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1" name="Rectangle 198"/>
              <p:cNvSpPr>
                <a:spLocks noChangeArrowheads="1"/>
              </p:cNvSpPr>
              <p:nvPr/>
            </p:nvSpPr>
            <p:spPr bwMode="auto">
              <a:xfrm>
                <a:off x="7085013" y="5397819"/>
                <a:ext cx="9525" cy="650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2" name="Rectangle 199"/>
              <p:cNvSpPr>
                <a:spLocks noChangeArrowheads="1"/>
              </p:cNvSpPr>
              <p:nvPr/>
            </p:nvSpPr>
            <p:spPr bwMode="auto">
              <a:xfrm>
                <a:off x="7085013" y="5454969"/>
                <a:ext cx="952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3" name="Freeform 200"/>
              <p:cNvSpPr>
                <a:spLocks/>
              </p:cNvSpPr>
              <p:nvPr/>
            </p:nvSpPr>
            <p:spPr bwMode="auto">
              <a:xfrm>
                <a:off x="7032625" y="5278756"/>
                <a:ext cx="174625" cy="161925"/>
              </a:xfrm>
              <a:custGeom>
                <a:avLst/>
                <a:gdLst>
                  <a:gd name="T0" fmla="*/ 0 w 73"/>
                  <a:gd name="T1" fmla="*/ 31 h 68"/>
                  <a:gd name="T2" fmla="*/ 4 w 73"/>
                  <a:gd name="T3" fmla="*/ 39 h 68"/>
                  <a:gd name="T4" fmla="*/ 1 w 73"/>
                  <a:gd name="T5" fmla="*/ 46 h 68"/>
                  <a:gd name="T6" fmla="*/ 13 w 73"/>
                  <a:gd name="T7" fmla="*/ 58 h 68"/>
                  <a:gd name="T8" fmla="*/ 17 w 73"/>
                  <a:gd name="T9" fmla="*/ 57 h 68"/>
                  <a:gd name="T10" fmla="*/ 32 w 73"/>
                  <a:gd name="T11" fmla="*/ 68 h 68"/>
                  <a:gd name="T12" fmla="*/ 41 w 73"/>
                  <a:gd name="T13" fmla="*/ 65 h 68"/>
                  <a:gd name="T14" fmla="*/ 51 w 73"/>
                  <a:gd name="T15" fmla="*/ 68 h 68"/>
                  <a:gd name="T16" fmla="*/ 73 w 73"/>
                  <a:gd name="T17" fmla="*/ 46 h 68"/>
                  <a:gd name="T18" fmla="*/ 57 w 73"/>
                  <a:gd name="T19" fmla="*/ 25 h 68"/>
                  <a:gd name="T20" fmla="*/ 57 w 73"/>
                  <a:gd name="T21" fmla="*/ 25 h 68"/>
                  <a:gd name="T22" fmla="*/ 66 w 73"/>
                  <a:gd name="T23" fmla="*/ 13 h 68"/>
                  <a:gd name="T24" fmla="*/ 54 w 73"/>
                  <a:gd name="T25" fmla="*/ 2 h 68"/>
                  <a:gd name="T26" fmla="*/ 46 w 73"/>
                  <a:gd name="T27" fmla="*/ 5 h 68"/>
                  <a:gd name="T28" fmla="*/ 38 w 73"/>
                  <a:gd name="T29" fmla="*/ 0 h 68"/>
                  <a:gd name="T30" fmla="*/ 29 w 73"/>
                  <a:gd name="T31" fmla="*/ 8 h 68"/>
                  <a:gd name="T32" fmla="*/ 21 w 73"/>
                  <a:gd name="T33" fmla="*/ 6 h 68"/>
                  <a:gd name="T34" fmla="*/ 6 w 73"/>
                  <a:gd name="T35" fmla="*/ 21 h 68"/>
                  <a:gd name="T36" fmla="*/ 7 w 73"/>
                  <a:gd name="T37" fmla="*/ 23 h 68"/>
                  <a:gd name="T38" fmla="*/ 0 w 73"/>
                  <a:gd name="T39" fmla="*/ 3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68">
                    <a:moveTo>
                      <a:pt x="0" y="31"/>
                    </a:moveTo>
                    <a:cubicBezTo>
                      <a:pt x="0" y="35"/>
                      <a:pt x="2" y="37"/>
                      <a:pt x="4" y="39"/>
                    </a:cubicBezTo>
                    <a:cubicBezTo>
                      <a:pt x="2" y="41"/>
                      <a:pt x="1" y="43"/>
                      <a:pt x="1" y="46"/>
                    </a:cubicBezTo>
                    <a:cubicBezTo>
                      <a:pt x="1" y="53"/>
                      <a:pt x="7" y="58"/>
                      <a:pt x="13" y="58"/>
                    </a:cubicBezTo>
                    <a:cubicBezTo>
                      <a:pt x="15" y="58"/>
                      <a:pt x="16" y="58"/>
                      <a:pt x="17" y="57"/>
                    </a:cubicBezTo>
                    <a:cubicBezTo>
                      <a:pt x="19" y="63"/>
                      <a:pt x="25" y="68"/>
                      <a:pt x="32" y="68"/>
                    </a:cubicBezTo>
                    <a:cubicBezTo>
                      <a:pt x="35" y="68"/>
                      <a:pt x="38" y="67"/>
                      <a:pt x="41" y="65"/>
                    </a:cubicBezTo>
                    <a:cubicBezTo>
                      <a:pt x="44" y="67"/>
                      <a:pt x="47" y="68"/>
                      <a:pt x="51" y="68"/>
                    </a:cubicBezTo>
                    <a:cubicBezTo>
                      <a:pt x="63" y="68"/>
                      <a:pt x="73" y="58"/>
                      <a:pt x="73" y="46"/>
                    </a:cubicBezTo>
                    <a:cubicBezTo>
                      <a:pt x="73" y="36"/>
                      <a:pt x="66" y="28"/>
                      <a:pt x="57" y="25"/>
                    </a:cubicBezTo>
                    <a:cubicBezTo>
                      <a:pt x="57" y="25"/>
                      <a:pt x="57" y="25"/>
                      <a:pt x="57" y="25"/>
                    </a:cubicBezTo>
                    <a:cubicBezTo>
                      <a:pt x="62" y="24"/>
                      <a:pt x="66" y="19"/>
                      <a:pt x="66" y="13"/>
                    </a:cubicBezTo>
                    <a:cubicBezTo>
                      <a:pt x="66" y="7"/>
                      <a:pt x="61" y="2"/>
                      <a:pt x="54" y="2"/>
                    </a:cubicBezTo>
                    <a:cubicBezTo>
                      <a:pt x="51" y="2"/>
                      <a:pt x="48" y="3"/>
                      <a:pt x="46" y="5"/>
                    </a:cubicBezTo>
                    <a:cubicBezTo>
                      <a:pt x="45" y="2"/>
                      <a:pt x="42" y="0"/>
                      <a:pt x="38" y="0"/>
                    </a:cubicBezTo>
                    <a:cubicBezTo>
                      <a:pt x="34" y="0"/>
                      <a:pt x="30" y="4"/>
                      <a:pt x="29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3" y="6"/>
                      <a:pt x="6" y="12"/>
                      <a:pt x="6" y="21"/>
                    </a:cubicBezTo>
                    <a:cubicBezTo>
                      <a:pt x="6" y="22"/>
                      <a:pt x="6" y="22"/>
                      <a:pt x="7" y="23"/>
                    </a:cubicBezTo>
                    <a:cubicBezTo>
                      <a:pt x="3" y="24"/>
                      <a:pt x="0" y="27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4" name="Freeform 201"/>
              <p:cNvSpPr>
                <a:spLocks/>
              </p:cNvSpPr>
              <p:nvPr/>
            </p:nvSpPr>
            <p:spPr bwMode="auto">
              <a:xfrm>
                <a:off x="7170738" y="5261294"/>
                <a:ext cx="41275" cy="60325"/>
              </a:xfrm>
              <a:custGeom>
                <a:avLst/>
                <a:gdLst>
                  <a:gd name="T0" fmla="*/ 16 w 17"/>
                  <a:gd name="T1" fmla="*/ 25 h 25"/>
                  <a:gd name="T2" fmla="*/ 14 w 17"/>
                  <a:gd name="T3" fmla="*/ 7 h 25"/>
                  <a:gd name="T4" fmla="*/ 0 w 17"/>
                  <a:gd name="T5" fmla="*/ 0 h 25"/>
                  <a:gd name="T6" fmla="*/ 11 w 17"/>
                  <a:gd name="T7" fmla="*/ 10 h 25"/>
                  <a:gd name="T8" fmla="*/ 11 w 17"/>
                  <a:gd name="T9" fmla="*/ 25 h 25"/>
                  <a:gd name="T10" fmla="*/ 16 w 17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5">
                    <a:moveTo>
                      <a:pt x="16" y="25"/>
                    </a:moveTo>
                    <a:cubicBezTo>
                      <a:pt x="16" y="25"/>
                      <a:pt x="17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2" y="17"/>
                      <a:pt x="11" y="25"/>
                      <a:pt x="11" y="25"/>
                    </a:cubicBez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5" name="Freeform 202"/>
              <p:cNvSpPr>
                <a:spLocks/>
              </p:cNvSpPr>
              <p:nvPr/>
            </p:nvSpPr>
            <p:spPr bwMode="auto">
              <a:xfrm>
                <a:off x="7142163" y="5261294"/>
                <a:ext cx="42863" cy="60325"/>
              </a:xfrm>
              <a:custGeom>
                <a:avLst/>
                <a:gdLst>
                  <a:gd name="T0" fmla="*/ 17 w 18"/>
                  <a:gd name="T1" fmla="*/ 25 h 25"/>
                  <a:gd name="T2" fmla="*/ 14 w 18"/>
                  <a:gd name="T3" fmla="*/ 7 h 25"/>
                  <a:gd name="T4" fmla="*/ 0 w 18"/>
                  <a:gd name="T5" fmla="*/ 0 h 25"/>
                  <a:gd name="T6" fmla="*/ 11 w 18"/>
                  <a:gd name="T7" fmla="*/ 10 h 25"/>
                  <a:gd name="T8" fmla="*/ 11 w 18"/>
                  <a:gd name="T9" fmla="*/ 25 h 25"/>
                  <a:gd name="T10" fmla="*/ 17 w 18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17" y="25"/>
                    </a:moveTo>
                    <a:cubicBezTo>
                      <a:pt x="17" y="25"/>
                      <a:pt x="18" y="13"/>
                      <a:pt x="14" y="7"/>
                    </a:cubicBezTo>
                    <a:cubicBezTo>
                      <a:pt x="9" y="0"/>
                      <a:pt x="0" y="0"/>
                      <a:pt x="0" y="0"/>
                    </a:cubicBezTo>
                    <a:cubicBezTo>
                      <a:pt x="0" y="0"/>
                      <a:pt x="9" y="4"/>
                      <a:pt x="11" y="10"/>
                    </a:cubicBezTo>
                    <a:cubicBezTo>
                      <a:pt x="13" y="17"/>
                      <a:pt x="11" y="25"/>
                      <a:pt x="11" y="25"/>
                    </a:cubicBezTo>
                    <a:lnTo>
                      <a:pt x="17" y="25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6" name="Freeform 203"/>
              <p:cNvSpPr>
                <a:spLocks/>
              </p:cNvSpPr>
              <p:nvPr/>
            </p:nvSpPr>
            <p:spPr bwMode="auto">
              <a:xfrm>
                <a:off x="7204075" y="5332731"/>
                <a:ext cx="41275" cy="34925"/>
              </a:xfrm>
              <a:custGeom>
                <a:avLst/>
                <a:gdLst>
                  <a:gd name="T0" fmla="*/ 0 w 17"/>
                  <a:gd name="T1" fmla="*/ 2 h 14"/>
                  <a:gd name="T2" fmla="*/ 8 w 17"/>
                  <a:gd name="T3" fmla="*/ 12 h 14"/>
                  <a:gd name="T4" fmla="*/ 17 w 17"/>
                  <a:gd name="T5" fmla="*/ 12 h 14"/>
                  <a:gd name="T6" fmla="*/ 9 w 17"/>
                  <a:gd name="T7" fmla="*/ 2 h 14"/>
                  <a:gd name="T8" fmla="*/ 0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0" y="2"/>
                    </a:moveTo>
                    <a:cubicBezTo>
                      <a:pt x="1" y="6"/>
                      <a:pt x="4" y="9"/>
                      <a:pt x="8" y="12"/>
                    </a:cubicBezTo>
                    <a:cubicBezTo>
                      <a:pt x="12" y="14"/>
                      <a:pt x="15" y="14"/>
                      <a:pt x="17" y="12"/>
                    </a:cubicBezTo>
                    <a:cubicBezTo>
                      <a:pt x="16" y="8"/>
                      <a:pt x="13" y="4"/>
                      <a:pt x="9" y="2"/>
                    </a:cubicBezTo>
                    <a:cubicBezTo>
                      <a:pt x="6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7" name="Freeform 204"/>
              <p:cNvSpPr>
                <a:spLocks/>
              </p:cNvSpPr>
              <p:nvPr/>
            </p:nvSpPr>
            <p:spPr bwMode="auto">
              <a:xfrm>
                <a:off x="7204075" y="5337494"/>
                <a:ext cx="41275" cy="30163"/>
              </a:xfrm>
              <a:custGeom>
                <a:avLst/>
                <a:gdLst>
                  <a:gd name="T0" fmla="*/ 8 w 17"/>
                  <a:gd name="T1" fmla="*/ 10 h 12"/>
                  <a:gd name="T2" fmla="*/ 0 w 17"/>
                  <a:gd name="T3" fmla="*/ 0 h 12"/>
                  <a:gd name="T4" fmla="*/ 17 w 17"/>
                  <a:gd name="T5" fmla="*/ 10 h 12"/>
                  <a:gd name="T6" fmla="*/ 8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8" y="10"/>
                    </a:moveTo>
                    <a:cubicBezTo>
                      <a:pt x="4" y="7"/>
                      <a:pt x="1" y="4"/>
                      <a:pt x="0" y="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2"/>
                      <a:pt x="12" y="12"/>
                      <a:pt x="8" y="1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" name="Freeform 206"/>
              <p:cNvSpPr>
                <a:spLocks/>
              </p:cNvSpPr>
              <p:nvPr/>
            </p:nvSpPr>
            <p:spPr bwMode="auto">
              <a:xfrm>
                <a:off x="7132638" y="5332731"/>
                <a:ext cx="41275" cy="34925"/>
              </a:xfrm>
              <a:custGeom>
                <a:avLst/>
                <a:gdLst>
                  <a:gd name="T0" fmla="*/ 17 w 17"/>
                  <a:gd name="T1" fmla="*/ 2 h 14"/>
                  <a:gd name="T2" fmla="*/ 9 w 17"/>
                  <a:gd name="T3" fmla="*/ 12 h 14"/>
                  <a:gd name="T4" fmla="*/ 0 w 17"/>
                  <a:gd name="T5" fmla="*/ 12 h 14"/>
                  <a:gd name="T6" fmla="*/ 8 w 17"/>
                  <a:gd name="T7" fmla="*/ 2 h 14"/>
                  <a:gd name="T8" fmla="*/ 17 w 17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17" y="2"/>
                    </a:moveTo>
                    <a:cubicBezTo>
                      <a:pt x="16" y="6"/>
                      <a:pt x="13" y="9"/>
                      <a:pt x="9" y="12"/>
                    </a:cubicBezTo>
                    <a:cubicBezTo>
                      <a:pt x="6" y="14"/>
                      <a:pt x="2" y="14"/>
                      <a:pt x="0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2" y="0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" name="Freeform 207"/>
              <p:cNvSpPr>
                <a:spLocks/>
              </p:cNvSpPr>
              <p:nvPr/>
            </p:nvSpPr>
            <p:spPr bwMode="auto">
              <a:xfrm>
                <a:off x="7132638" y="5337493"/>
                <a:ext cx="41275" cy="30163"/>
              </a:xfrm>
              <a:custGeom>
                <a:avLst/>
                <a:gdLst>
                  <a:gd name="T0" fmla="*/ 9 w 17"/>
                  <a:gd name="T1" fmla="*/ 10 h 12"/>
                  <a:gd name="T2" fmla="*/ 17 w 17"/>
                  <a:gd name="T3" fmla="*/ 0 h 12"/>
                  <a:gd name="T4" fmla="*/ 0 w 17"/>
                  <a:gd name="T5" fmla="*/ 10 h 12"/>
                  <a:gd name="T6" fmla="*/ 9 w 17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10"/>
                    </a:moveTo>
                    <a:cubicBezTo>
                      <a:pt x="13" y="7"/>
                      <a:pt x="16" y="4"/>
                      <a:pt x="17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6" y="12"/>
                      <a:pt x="9" y="10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" name="Freeform 208"/>
              <p:cNvSpPr>
                <a:spLocks/>
              </p:cNvSpPr>
              <p:nvPr/>
            </p:nvSpPr>
            <p:spPr bwMode="auto">
              <a:xfrm>
                <a:off x="7189788" y="5313681"/>
                <a:ext cx="39688" cy="103188"/>
              </a:xfrm>
              <a:custGeom>
                <a:avLst/>
                <a:gdLst>
                  <a:gd name="T0" fmla="*/ 0 w 16"/>
                  <a:gd name="T1" fmla="*/ 0 h 43"/>
                  <a:gd name="T2" fmla="*/ 5 w 16"/>
                  <a:gd name="T3" fmla="*/ 0 h 43"/>
                  <a:gd name="T4" fmla="*/ 16 w 16"/>
                  <a:gd name="T5" fmla="*/ 11 h 43"/>
                  <a:gd name="T6" fmla="*/ 12 w 16"/>
                  <a:gd name="T7" fmla="*/ 31 h 43"/>
                  <a:gd name="T8" fmla="*/ 1 w 16"/>
                  <a:gd name="T9" fmla="*/ 43 h 43"/>
                  <a:gd name="T10" fmla="*/ 0 w 16"/>
                  <a:gd name="T11" fmla="*/ 43 h 43"/>
                  <a:gd name="T12" fmla="*/ 0 w 16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1" y="0"/>
                      <a:pt x="16" y="5"/>
                      <a:pt x="16" y="1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1" y="39"/>
                      <a:pt x="7" y="43"/>
                      <a:pt x="1" y="43"/>
                    </a:cubicBezTo>
                    <a:cubicBezTo>
                      <a:pt x="0" y="43"/>
                      <a:pt x="0" y="43"/>
                      <a:pt x="0" y="4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" name="Freeform 209"/>
              <p:cNvSpPr>
                <a:spLocks/>
              </p:cNvSpPr>
              <p:nvPr/>
            </p:nvSpPr>
            <p:spPr bwMode="auto">
              <a:xfrm>
                <a:off x="7150100" y="5313681"/>
                <a:ext cx="39688" cy="103188"/>
              </a:xfrm>
              <a:custGeom>
                <a:avLst/>
                <a:gdLst>
                  <a:gd name="T0" fmla="*/ 17 w 17"/>
                  <a:gd name="T1" fmla="*/ 0 h 43"/>
                  <a:gd name="T2" fmla="*/ 11 w 17"/>
                  <a:gd name="T3" fmla="*/ 0 h 43"/>
                  <a:gd name="T4" fmla="*/ 0 w 17"/>
                  <a:gd name="T5" fmla="*/ 11 h 43"/>
                  <a:gd name="T6" fmla="*/ 4 w 17"/>
                  <a:gd name="T7" fmla="*/ 31 h 43"/>
                  <a:gd name="T8" fmla="*/ 16 w 17"/>
                  <a:gd name="T9" fmla="*/ 43 h 43"/>
                  <a:gd name="T10" fmla="*/ 17 w 17"/>
                  <a:gd name="T11" fmla="*/ 43 h 43"/>
                  <a:gd name="T12" fmla="*/ 17 w 17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3">
                    <a:moveTo>
                      <a:pt x="17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9"/>
                      <a:pt x="9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" name="Oval 210"/>
              <p:cNvSpPr>
                <a:spLocks noChangeArrowheads="1"/>
              </p:cNvSpPr>
              <p:nvPr/>
            </p:nvSpPr>
            <p:spPr bwMode="auto">
              <a:xfrm>
                <a:off x="7197725" y="5350193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5" name="Oval 211"/>
              <p:cNvSpPr>
                <a:spLocks noChangeArrowheads="1"/>
              </p:cNvSpPr>
              <p:nvPr/>
            </p:nvSpPr>
            <p:spPr bwMode="auto">
              <a:xfrm>
                <a:off x="7170738" y="5350193"/>
                <a:ext cx="9525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" name="Freeform 212"/>
              <p:cNvSpPr>
                <a:spLocks/>
              </p:cNvSpPr>
              <p:nvPr/>
            </p:nvSpPr>
            <p:spPr bwMode="auto">
              <a:xfrm>
                <a:off x="8553450" y="5161281"/>
                <a:ext cx="9525" cy="15875"/>
              </a:xfrm>
              <a:custGeom>
                <a:avLst/>
                <a:gdLst>
                  <a:gd name="T0" fmla="*/ 3 w 6"/>
                  <a:gd name="T1" fmla="*/ 10 h 10"/>
                  <a:gd name="T2" fmla="*/ 6 w 6"/>
                  <a:gd name="T3" fmla="*/ 10 h 10"/>
                  <a:gd name="T4" fmla="*/ 5 w 6"/>
                  <a:gd name="T5" fmla="*/ 0 h 10"/>
                  <a:gd name="T6" fmla="*/ 0 w 6"/>
                  <a:gd name="T7" fmla="*/ 1 h 10"/>
                  <a:gd name="T8" fmla="*/ 3 w 6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10"/>
                    </a:moveTo>
                    <a:lnTo>
                      <a:pt x="6" y="10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" name="Rectangle 213"/>
              <p:cNvSpPr>
                <a:spLocks noChangeArrowheads="1"/>
              </p:cNvSpPr>
              <p:nvPr/>
            </p:nvSpPr>
            <p:spPr bwMode="auto">
              <a:xfrm>
                <a:off x="8558213" y="5175568"/>
                <a:ext cx="4763" cy="158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" name="Freeform 214"/>
              <p:cNvSpPr>
                <a:spLocks/>
              </p:cNvSpPr>
              <p:nvPr/>
            </p:nvSpPr>
            <p:spPr bwMode="auto">
              <a:xfrm>
                <a:off x="8567738" y="5153343"/>
                <a:ext cx="9525" cy="22225"/>
              </a:xfrm>
              <a:custGeom>
                <a:avLst/>
                <a:gdLst>
                  <a:gd name="T0" fmla="*/ 3 w 6"/>
                  <a:gd name="T1" fmla="*/ 14 h 14"/>
                  <a:gd name="T2" fmla="*/ 6 w 6"/>
                  <a:gd name="T3" fmla="*/ 14 h 14"/>
                  <a:gd name="T4" fmla="*/ 3 w 6"/>
                  <a:gd name="T5" fmla="*/ 0 h 14"/>
                  <a:gd name="T6" fmla="*/ 0 w 6"/>
                  <a:gd name="T7" fmla="*/ 2 h 14"/>
                  <a:gd name="T8" fmla="*/ 3 w 6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3" y="14"/>
                    </a:moveTo>
                    <a:lnTo>
                      <a:pt x="6" y="1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9" name="Freeform 215"/>
              <p:cNvSpPr>
                <a:spLocks/>
              </p:cNvSpPr>
              <p:nvPr/>
            </p:nvSpPr>
            <p:spPr bwMode="auto">
              <a:xfrm>
                <a:off x="8572500" y="5170806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" name="Freeform 216"/>
              <p:cNvSpPr>
                <a:spLocks/>
              </p:cNvSpPr>
              <p:nvPr/>
            </p:nvSpPr>
            <p:spPr bwMode="auto">
              <a:xfrm>
                <a:off x="8502650" y="5151756"/>
                <a:ext cx="12700" cy="38100"/>
              </a:xfrm>
              <a:custGeom>
                <a:avLst/>
                <a:gdLst>
                  <a:gd name="T0" fmla="*/ 5 w 8"/>
                  <a:gd name="T1" fmla="*/ 24 h 24"/>
                  <a:gd name="T2" fmla="*/ 8 w 8"/>
                  <a:gd name="T3" fmla="*/ 22 h 24"/>
                  <a:gd name="T4" fmla="*/ 3 w 8"/>
                  <a:gd name="T5" fmla="*/ 0 h 24"/>
                  <a:gd name="T6" fmla="*/ 0 w 8"/>
                  <a:gd name="T7" fmla="*/ 1 h 24"/>
                  <a:gd name="T8" fmla="*/ 5 w 8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4">
                    <a:moveTo>
                      <a:pt x="5" y="24"/>
                    </a:moveTo>
                    <a:lnTo>
                      <a:pt x="8" y="22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" name="Freeform 217"/>
              <p:cNvSpPr>
                <a:spLocks/>
              </p:cNvSpPr>
              <p:nvPr/>
            </p:nvSpPr>
            <p:spPr bwMode="auto">
              <a:xfrm>
                <a:off x="8510588" y="5185093"/>
                <a:ext cx="4763" cy="476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2" name="Freeform 218"/>
              <p:cNvSpPr>
                <a:spLocks/>
              </p:cNvSpPr>
              <p:nvPr/>
            </p:nvSpPr>
            <p:spPr bwMode="auto">
              <a:xfrm>
                <a:off x="8515350" y="5148581"/>
                <a:ext cx="14288" cy="36513"/>
              </a:xfrm>
              <a:custGeom>
                <a:avLst/>
                <a:gdLst>
                  <a:gd name="T0" fmla="*/ 6 w 9"/>
                  <a:gd name="T1" fmla="*/ 23 h 23"/>
                  <a:gd name="T2" fmla="*/ 9 w 9"/>
                  <a:gd name="T3" fmla="*/ 23 h 23"/>
                  <a:gd name="T4" fmla="*/ 4 w 9"/>
                  <a:gd name="T5" fmla="*/ 0 h 23"/>
                  <a:gd name="T6" fmla="*/ 0 w 9"/>
                  <a:gd name="T7" fmla="*/ 2 h 23"/>
                  <a:gd name="T8" fmla="*/ 6 w 9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6" y="23"/>
                    </a:moveTo>
                    <a:lnTo>
                      <a:pt x="9" y="2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3" name="Freeform 219"/>
              <p:cNvSpPr>
                <a:spLocks/>
              </p:cNvSpPr>
              <p:nvPr/>
            </p:nvSpPr>
            <p:spPr bwMode="auto">
              <a:xfrm>
                <a:off x="8521700" y="5181918"/>
                <a:ext cx="7938" cy="3175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2 h 2"/>
                  <a:gd name="T4" fmla="*/ 2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" name="Freeform 220"/>
              <p:cNvSpPr>
                <a:spLocks/>
              </p:cNvSpPr>
              <p:nvPr/>
            </p:nvSpPr>
            <p:spPr bwMode="auto">
              <a:xfrm>
                <a:off x="8478838" y="5073968"/>
                <a:ext cx="106363" cy="98425"/>
              </a:xfrm>
              <a:custGeom>
                <a:avLst/>
                <a:gdLst>
                  <a:gd name="T0" fmla="*/ 1 w 44"/>
                  <a:gd name="T1" fmla="*/ 24 h 41"/>
                  <a:gd name="T2" fmla="*/ 4 w 44"/>
                  <a:gd name="T3" fmla="*/ 27 h 41"/>
                  <a:gd name="T4" fmla="*/ 3 w 44"/>
                  <a:gd name="T5" fmla="*/ 32 h 41"/>
                  <a:gd name="T6" fmla="*/ 11 w 44"/>
                  <a:gd name="T7" fmla="*/ 37 h 41"/>
                  <a:gd name="T8" fmla="*/ 13 w 44"/>
                  <a:gd name="T9" fmla="*/ 36 h 41"/>
                  <a:gd name="T10" fmla="*/ 23 w 44"/>
                  <a:gd name="T11" fmla="*/ 41 h 41"/>
                  <a:gd name="T12" fmla="*/ 27 w 44"/>
                  <a:gd name="T13" fmla="*/ 38 h 41"/>
                  <a:gd name="T14" fmla="*/ 33 w 44"/>
                  <a:gd name="T15" fmla="*/ 38 h 41"/>
                  <a:gd name="T16" fmla="*/ 43 w 44"/>
                  <a:gd name="T17" fmla="*/ 23 h 41"/>
                  <a:gd name="T18" fmla="*/ 32 w 44"/>
                  <a:gd name="T19" fmla="*/ 14 h 41"/>
                  <a:gd name="T20" fmla="*/ 32 w 44"/>
                  <a:gd name="T21" fmla="*/ 13 h 41"/>
                  <a:gd name="T22" fmla="*/ 35 w 44"/>
                  <a:gd name="T23" fmla="*/ 6 h 41"/>
                  <a:gd name="T24" fmla="*/ 28 w 44"/>
                  <a:gd name="T25" fmla="*/ 1 h 41"/>
                  <a:gd name="T26" fmla="*/ 23 w 44"/>
                  <a:gd name="T27" fmla="*/ 4 h 41"/>
                  <a:gd name="T28" fmla="*/ 18 w 44"/>
                  <a:gd name="T29" fmla="*/ 2 h 41"/>
                  <a:gd name="T30" fmla="*/ 14 w 44"/>
                  <a:gd name="T31" fmla="*/ 8 h 41"/>
                  <a:gd name="T32" fmla="*/ 9 w 44"/>
                  <a:gd name="T33" fmla="*/ 7 h 41"/>
                  <a:gd name="T34" fmla="*/ 3 w 44"/>
                  <a:gd name="T35" fmla="*/ 17 h 41"/>
                  <a:gd name="T36" fmla="*/ 3 w 44"/>
                  <a:gd name="T37" fmla="*/ 19 h 41"/>
                  <a:gd name="T38" fmla="*/ 1 w 44"/>
                  <a:gd name="T39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41">
                    <a:moveTo>
                      <a:pt x="1" y="24"/>
                    </a:moveTo>
                    <a:cubicBezTo>
                      <a:pt x="1" y="26"/>
                      <a:pt x="2" y="27"/>
                      <a:pt x="4" y="27"/>
                    </a:cubicBezTo>
                    <a:cubicBezTo>
                      <a:pt x="3" y="29"/>
                      <a:pt x="3" y="30"/>
                      <a:pt x="3" y="32"/>
                    </a:cubicBezTo>
                    <a:cubicBezTo>
                      <a:pt x="4" y="36"/>
                      <a:pt x="8" y="38"/>
                      <a:pt x="11" y="37"/>
                    </a:cubicBezTo>
                    <a:cubicBezTo>
                      <a:pt x="12" y="37"/>
                      <a:pt x="13" y="37"/>
                      <a:pt x="13" y="36"/>
                    </a:cubicBezTo>
                    <a:cubicBezTo>
                      <a:pt x="15" y="39"/>
                      <a:pt x="19" y="41"/>
                      <a:pt x="23" y="41"/>
                    </a:cubicBezTo>
                    <a:cubicBezTo>
                      <a:pt x="25" y="40"/>
                      <a:pt x="26" y="39"/>
                      <a:pt x="27" y="38"/>
                    </a:cubicBezTo>
                    <a:cubicBezTo>
                      <a:pt x="29" y="39"/>
                      <a:pt x="31" y="39"/>
                      <a:pt x="33" y="38"/>
                    </a:cubicBezTo>
                    <a:cubicBezTo>
                      <a:pt x="40" y="37"/>
                      <a:pt x="44" y="30"/>
                      <a:pt x="43" y="23"/>
                    </a:cubicBezTo>
                    <a:cubicBezTo>
                      <a:pt x="42" y="18"/>
                      <a:pt x="37" y="14"/>
                      <a:pt x="32" y="1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4" y="12"/>
                      <a:pt x="36" y="9"/>
                      <a:pt x="35" y="6"/>
                    </a:cubicBezTo>
                    <a:cubicBezTo>
                      <a:pt x="35" y="3"/>
                      <a:pt x="31" y="0"/>
                      <a:pt x="28" y="1"/>
                    </a:cubicBezTo>
                    <a:cubicBezTo>
                      <a:pt x="26" y="1"/>
                      <a:pt x="24" y="2"/>
                      <a:pt x="23" y="4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6" y="3"/>
                      <a:pt x="14" y="5"/>
                      <a:pt x="14" y="8"/>
                    </a:cubicBezTo>
                    <a:cubicBezTo>
                      <a:pt x="13" y="7"/>
                      <a:pt x="11" y="7"/>
                      <a:pt x="9" y="7"/>
                    </a:cubicBezTo>
                    <a:cubicBezTo>
                      <a:pt x="5" y="8"/>
                      <a:pt x="2" y="13"/>
                      <a:pt x="3" y="17"/>
                    </a:cubicBezTo>
                    <a:cubicBezTo>
                      <a:pt x="3" y="18"/>
                      <a:pt x="3" y="18"/>
                      <a:pt x="3" y="19"/>
                    </a:cubicBezTo>
                    <a:cubicBezTo>
                      <a:pt x="1" y="20"/>
                      <a:pt x="0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" name="Freeform 221"/>
              <p:cNvSpPr>
                <a:spLocks/>
              </p:cNvSpPr>
              <p:nvPr/>
            </p:nvSpPr>
            <p:spPr bwMode="auto">
              <a:xfrm>
                <a:off x="8547100" y="5059681"/>
                <a:ext cx="30163" cy="33338"/>
              </a:xfrm>
              <a:custGeom>
                <a:avLst/>
                <a:gdLst>
                  <a:gd name="T0" fmla="*/ 13 w 13"/>
                  <a:gd name="T1" fmla="*/ 14 h 14"/>
                  <a:gd name="T2" fmla="*/ 9 w 13"/>
                  <a:gd name="T3" fmla="*/ 4 h 14"/>
                  <a:gd name="T4" fmla="*/ 0 w 13"/>
                  <a:gd name="T5" fmla="*/ 1 h 14"/>
                  <a:gd name="T6" fmla="*/ 8 w 13"/>
                  <a:gd name="T7" fmla="*/ 6 h 14"/>
                  <a:gd name="T8" fmla="*/ 9 w 13"/>
                  <a:gd name="T9" fmla="*/ 14 h 14"/>
                  <a:gd name="T10" fmla="*/ 13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3" y="14"/>
                      <a:pt x="12" y="7"/>
                      <a:pt x="9" y="4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6" y="3"/>
                      <a:pt x="8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3" y="14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6" name="Freeform 222"/>
              <p:cNvSpPr>
                <a:spLocks/>
              </p:cNvSpPr>
              <p:nvPr/>
            </p:nvSpPr>
            <p:spPr bwMode="auto">
              <a:xfrm>
                <a:off x="8531225" y="5064443"/>
                <a:ext cx="30163" cy="33338"/>
              </a:xfrm>
              <a:custGeom>
                <a:avLst/>
                <a:gdLst>
                  <a:gd name="T0" fmla="*/ 12 w 12"/>
                  <a:gd name="T1" fmla="*/ 13 h 14"/>
                  <a:gd name="T2" fmla="*/ 9 w 12"/>
                  <a:gd name="T3" fmla="*/ 3 h 14"/>
                  <a:gd name="T4" fmla="*/ 0 w 12"/>
                  <a:gd name="T5" fmla="*/ 1 h 14"/>
                  <a:gd name="T6" fmla="*/ 7 w 12"/>
                  <a:gd name="T7" fmla="*/ 6 h 14"/>
                  <a:gd name="T8" fmla="*/ 9 w 12"/>
                  <a:gd name="T9" fmla="*/ 14 h 14"/>
                  <a:gd name="T10" fmla="*/ 12 w 12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2" y="13"/>
                    </a:moveTo>
                    <a:cubicBezTo>
                      <a:pt x="12" y="13"/>
                      <a:pt x="11" y="6"/>
                      <a:pt x="9" y="3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0" y="1"/>
                      <a:pt x="5" y="2"/>
                      <a:pt x="7" y="6"/>
                    </a:cubicBezTo>
                    <a:cubicBezTo>
                      <a:pt x="9" y="9"/>
                      <a:pt x="9" y="14"/>
                      <a:pt x="9" y="14"/>
                    </a:cubicBez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7" name="Freeform 223"/>
              <p:cNvSpPr>
                <a:spLocks/>
              </p:cNvSpPr>
              <p:nvPr/>
            </p:nvSpPr>
            <p:spPr bwMode="auto">
              <a:xfrm>
                <a:off x="8575675" y="5097781"/>
                <a:ext cx="25400" cy="17463"/>
              </a:xfrm>
              <a:custGeom>
                <a:avLst/>
                <a:gdLst>
                  <a:gd name="T0" fmla="*/ 0 w 11"/>
                  <a:gd name="T1" fmla="*/ 2 h 7"/>
                  <a:gd name="T2" fmla="*/ 6 w 11"/>
                  <a:gd name="T3" fmla="*/ 6 h 7"/>
                  <a:gd name="T4" fmla="*/ 11 w 11"/>
                  <a:gd name="T5" fmla="*/ 5 h 7"/>
                  <a:gd name="T6" fmla="*/ 5 w 11"/>
                  <a:gd name="T7" fmla="*/ 1 h 7"/>
                  <a:gd name="T8" fmla="*/ 0 w 11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4"/>
                      <a:pt x="3" y="5"/>
                      <a:pt x="6" y="6"/>
                    </a:cubicBezTo>
                    <a:cubicBezTo>
                      <a:pt x="8" y="7"/>
                      <a:pt x="10" y="7"/>
                      <a:pt x="11" y="5"/>
                    </a:cubicBezTo>
                    <a:cubicBezTo>
                      <a:pt x="10" y="3"/>
                      <a:pt x="8" y="2"/>
                      <a:pt x="5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" name="Freeform 224"/>
              <p:cNvSpPr>
                <a:spLocks/>
              </p:cNvSpPr>
              <p:nvPr/>
            </p:nvSpPr>
            <p:spPr bwMode="auto">
              <a:xfrm>
                <a:off x="8575675" y="5102543"/>
                <a:ext cx="25400" cy="12700"/>
              </a:xfrm>
              <a:custGeom>
                <a:avLst/>
                <a:gdLst>
                  <a:gd name="T0" fmla="*/ 6 w 11"/>
                  <a:gd name="T1" fmla="*/ 4 h 5"/>
                  <a:gd name="T2" fmla="*/ 0 w 11"/>
                  <a:gd name="T3" fmla="*/ 0 h 5"/>
                  <a:gd name="T4" fmla="*/ 11 w 11"/>
                  <a:gd name="T5" fmla="*/ 3 h 5"/>
                  <a:gd name="T6" fmla="*/ 6 w 11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6" y="4"/>
                    </a:moveTo>
                    <a:cubicBezTo>
                      <a:pt x="3" y="3"/>
                      <a:pt x="1" y="2"/>
                      <a:pt x="0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8" y="5"/>
                      <a:pt x="6" y="4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9" name="Freeform 225"/>
              <p:cNvSpPr>
                <a:spLocks/>
              </p:cNvSpPr>
              <p:nvPr/>
            </p:nvSpPr>
            <p:spPr bwMode="auto">
              <a:xfrm>
                <a:off x="8535988" y="5102543"/>
                <a:ext cx="22225" cy="25400"/>
              </a:xfrm>
              <a:custGeom>
                <a:avLst/>
                <a:gdLst>
                  <a:gd name="T0" fmla="*/ 9 w 9"/>
                  <a:gd name="T1" fmla="*/ 1 h 10"/>
                  <a:gd name="T2" fmla="*/ 6 w 9"/>
                  <a:gd name="T3" fmla="*/ 8 h 10"/>
                  <a:gd name="T4" fmla="*/ 0 w 9"/>
                  <a:gd name="T5" fmla="*/ 9 h 10"/>
                  <a:gd name="T6" fmla="*/ 4 w 9"/>
                  <a:gd name="T7" fmla="*/ 3 h 10"/>
                  <a:gd name="T8" fmla="*/ 9 w 9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1"/>
                    </a:moveTo>
                    <a:cubicBezTo>
                      <a:pt x="9" y="3"/>
                      <a:pt x="7" y="6"/>
                      <a:pt x="6" y="8"/>
                    </a:cubicBezTo>
                    <a:cubicBezTo>
                      <a:pt x="4" y="9"/>
                      <a:pt x="2" y="10"/>
                      <a:pt x="0" y="9"/>
                    </a:cubicBezTo>
                    <a:cubicBezTo>
                      <a:pt x="1" y="7"/>
                      <a:pt x="2" y="4"/>
                      <a:pt x="4" y="3"/>
                    </a:cubicBezTo>
                    <a:cubicBezTo>
                      <a:pt x="6" y="1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" name="Freeform 226"/>
              <p:cNvSpPr>
                <a:spLocks/>
              </p:cNvSpPr>
              <p:nvPr/>
            </p:nvSpPr>
            <p:spPr bwMode="auto">
              <a:xfrm>
                <a:off x="8535988" y="5105718"/>
                <a:ext cx="22225" cy="22225"/>
              </a:xfrm>
              <a:custGeom>
                <a:avLst/>
                <a:gdLst>
                  <a:gd name="T0" fmla="*/ 6 w 9"/>
                  <a:gd name="T1" fmla="*/ 7 h 9"/>
                  <a:gd name="T2" fmla="*/ 9 w 9"/>
                  <a:gd name="T3" fmla="*/ 0 h 9"/>
                  <a:gd name="T4" fmla="*/ 0 w 9"/>
                  <a:gd name="T5" fmla="*/ 8 h 9"/>
                  <a:gd name="T6" fmla="*/ 6 w 9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7"/>
                    </a:moveTo>
                    <a:cubicBezTo>
                      <a:pt x="7" y="5"/>
                      <a:pt x="9" y="2"/>
                      <a:pt x="9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4" y="8"/>
                      <a:pt x="6" y="7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" name="Freeform 227"/>
              <p:cNvSpPr>
                <a:spLocks/>
              </p:cNvSpPr>
              <p:nvPr/>
            </p:nvSpPr>
            <p:spPr bwMode="auto">
              <a:xfrm>
                <a:off x="8562975" y="5086668"/>
                <a:ext cx="26988" cy="61913"/>
              </a:xfrm>
              <a:custGeom>
                <a:avLst/>
                <a:gdLst>
                  <a:gd name="T0" fmla="*/ 0 w 11"/>
                  <a:gd name="T1" fmla="*/ 2 h 26"/>
                  <a:gd name="T2" fmla="*/ 3 w 11"/>
                  <a:gd name="T3" fmla="*/ 1 h 26"/>
                  <a:gd name="T4" fmla="*/ 11 w 11"/>
                  <a:gd name="T5" fmla="*/ 6 h 26"/>
                  <a:gd name="T6" fmla="*/ 11 w 11"/>
                  <a:gd name="T7" fmla="*/ 18 h 26"/>
                  <a:gd name="T8" fmla="*/ 6 w 11"/>
                  <a:gd name="T9" fmla="*/ 26 h 26"/>
                  <a:gd name="T10" fmla="*/ 5 w 11"/>
                  <a:gd name="T11" fmla="*/ 26 h 26"/>
                  <a:gd name="T12" fmla="*/ 0 w 11"/>
                  <a:gd name="T1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6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0"/>
                      <a:pt x="10" y="3"/>
                      <a:pt x="11" y="6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22"/>
                      <a:pt x="10" y="25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2" name="Freeform 228"/>
              <p:cNvSpPr>
                <a:spLocks/>
              </p:cNvSpPr>
              <p:nvPr/>
            </p:nvSpPr>
            <p:spPr bwMode="auto">
              <a:xfrm>
                <a:off x="8543925" y="5091431"/>
                <a:ext cx="31750" cy="60325"/>
              </a:xfrm>
              <a:custGeom>
                <a:avLst/>
                <a:gdLst>
                  <a:gd name="T0" fmla="*/ 8 w 13"/>
                  <a:gd name="T1" fmla="*/ 0 h 25"/>
                  <a:gd name="T2" fmla="*/ 5 w 13"/>
                  <a:gd name="T3" fmla="*/ 0 h 25"/>
                  <a:gd name="T4" fmla="*/ 0 w 13"/>
                  <a:gd name="T5" fmla="*/ 8 h 25"/>
                  <a:gd name="T6" fmla="*/ 5 w 13"/>
                  <a:gd name="T7" fmla="*/ 19 h 25"/>
                  <a:gd name="T8" fmla="*/ 13 w 13"/>
                  <a:gd name="T9" fmla="*/ 24 h 25"/>
                  <a:gd name="T10" fmla="*/ 13 w 13"/>
                  <a:gd name="T11" fmla="*/ 24 h 25"/>
                  <a:gd name="T12" fmla="*/ 8 w 1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0" y="5"/>
                      <a:pt x="0" y="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3"/>
                      <a:pt x="9" y="25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3" name="Freeform 229"/>
              <p:cNvSpPr>
                <a:spLocks/>
              </p:cNvSpPr>
              <p:nvPr/>
            </p:nvSpPr>
            <p:spPr bwMode="auto">
              <a:xfrm>
                <a:off x="8572500" y="5107306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2 h 3"/>
                  <a:gd name="T6" fmla="*/ 1 w 3"/>
                  <a:gd name="T7" fmla="*/ 1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4" name="Freeform 230"/>
              <p:cNvSpPr>
                <a:spLocks/>
              </p:cNvSpPr>
              <p:nvPr/>
            </p:nvSpPr>
            <p:spPr bwMode="auto">
              <a:xfrm>
                <a:off x="8558213" y="5112068"/>
                <a:ext cx="7938" cy="7938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1 h 3"/>
                  <a:gd name="T6" fmla="*/ 1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8" name="Freeform 254"/>
              <p:cNvSpPr>
                <a:spLocks/>
              </p:cNvSpPr>
              <p:nvPr/>
            </p:nvSpPr>
            <p:spPr bwMode="auto">
              <a:xfrm>
                <a:off x="5892800" y="5299393"/>
                <a:ext cx="34925" cy="65088"/>
              </a:xfrm>
              <a:custGeom>
                <a:avLst/>
                <a:gdLst>
                  <a:gd name="T0" fmla="*/ 1 w 15"/>
                  <a:gd name="T1" fmla="*/ 16 h 27"/>
                  <a:gd name="T2" fmla="*/ 10 w 15"/>
                  <a:gd name="T3" fmla="*/ 0 h 27"/>
                  <a:gd name="T4" fmla="*/ 7 w 15"/>
                  <a:gd name="T5" fmla="*/ 19 h 27"/>
                  <a:gd name="T6" fmla="*/ 1 w 15"/>
                  <a:gd name="T7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1" y="16"/>
                    </a:moveTo>
                    <a:cubicBezTo>
                      <a:pt x="10" y="14"/>
                      <a:pt x="10" y="0"/>
                      <a:pt x="10" y="0"/>
                    </a:cubicBezTo>
                    <a:cubicBezTo>
                      <a:pt x="10" y="0"/>
                      <a:pt x="15" y="11"/>
                      <a:pt x="7" y="19"/>
                    </a:cubicBezTo>
                    <a:cubicBezTo>
                      <a:pt x="0" y="27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9" name="Freeform 255"/>
              <p:cNvSpPr>
                <a:spLocks/>
              </p:cNvSpPr>
              <p:nvPr/>
            </p:nvSpPr>
            <p:spPr bwMode="auto">
              <a:xfrm>
                <a:off x="5748338" y="5448618"/>
                <a:ext cx="28575" cy="14288"/>
              </a:xfrm>
              <a:custGeom>
                <a:avLst/>
                <a:gdLst>
                  <a:gd name="T0" fmla="*/ 0 w 12"/>
                  <a:gd name="T1" fmla="*/ 3 h 6"/>
                  <a:gd name="T2" fmla="*/ 2 w 12"/>
                  <a:gd name="T3" fmla="*/ 0 h 6"/>
                  <a:gd name="T4" fmla="*/ 10 w 12"/>
                  <a:gd name="T5" fmla="*/ 0 h 6"/>
                  <a:gd name="T6" fmla="*/ 12 w 12"/>
                  <a:gd name="T7" fmla="*/ 3 h 6"/>
                  <a:gd name="T8" fmla="*/ 10 w 12"/>
                  <a:gd name="T9" fmla="*/ 6 h 6"/>
                  <a:gd name="T10" fmla="*/ 2 w 12"/>
                  <a:gd name="T11" fmla="*/ 6 h 6"/>
                  <a:gd name="T12" fmla="*/ 0 w 12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2" y="2"/>
                      <a:pt x="12" y="3"/>
                    </a:cubicBezTo>
                    <a:cubicBezTo>
                      <a:pt x="12" y="5"/>
                      <a:pt x="11" y="6"/>
                      <a:pt x="1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" name="Rectangle 256"/>
              <p:cNvSpPr>
                <a:spLocks noChangeArrowheads="1"/>
              </p:cNvSpPr>
              <p:nvPr/>
            </p:nvSpPr>
            <p:spPr bwMode="auto">
              <a:xfrm>
                <a:off x="576103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1" name="Freeform 257"/>
              <p:cNvSpPr>
                <a:spLocks/>
              </p:cNvSpPr>
              <p:nvPr/>
            </p:nvSpPr>
            <p:spPr bwMode="auto">
              <a:xfrm>
                <a:off x="5781675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2" name="Rectangle 258"/>
              <p:cNvSpPr>
                <a:spLocks noChangeArrowheads="1"/>
              </p:cNvSpPr>
              <p:nvPr/>
            </p:nvSpPr>
            <p:spPr bwMode="auto">
              <a:xfrm>
                <a:off x="5794375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3" name="Freeform 259"/>
              <p:cNvSpPr>
                <a:spLocks/>
              </p:cNvSpPr>
              <p:nvPr/>
            </p:nvSpPr>
            <p:spPr bwMode="auto">
              <a:xfrm>
                <a:off x="584358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4" name="Rectangle 260"/>
              <p:cNvSpPr>
                <a:spLocks noChangeArrowheads="1"/>
              </p:cNvSpPr>
              <p:nvPr/>
            </p:nvSpPr>
            <p:spPr bwMode="auto">
              <a:xfrm>
                <a:off x="5856288" y="5412106"/>
                <a:ext cx="14288" cy="4603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5" name="Freeform 261"/>
              <p:cNvSpPr>
                <a:spLocks/>
              </p:cNvSpPr>
              <p:nvPr/>
            </p:nvSpPr>
            <p:spPr bwMode="auto">
              <a:xfrm>
                <a:off x="5875338" y="5448618"/>
                <a:ext cx="26988" cy="14288"/>
              </a:xfrm>
              <a:custGeom>
                <a:avLst/>
                <a:gdLst>
                  <a:gd name="T0" fmla="*/ 0 w 11"/>
                  <a:gd name="T1" fmla="*/ 3 h 6"/>
                  <a:gd name="T2" fmla="*/ 2 w 11"/>
                  <a:gd name="T3" fmla="*/ 0 h 6"/>
                  <a:gd name="T4" fmla="*/ 9 w 11"/>
                  <a:gd name="T5" fmla="*/ 0 h 6"/>
                  <a:gd name="T6" fmla="*/ 11 w 11"/>
                  <a:gd name="T7" fmla="*/ 3 h 6"/>
                  <a:gd name="T8" fmla="*/ 9 w 11"/>
                  <a:gd name="T9" fmla="*/ 6 h 6"/>
                  <a:gd name="T10" fmla="*/ 2 w 11"/>
                  <a:gd name="T11" fmla="*/ 6 h 6"/>
                  <a:gd name="T12" fmla="*/ 0 w 11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" name="Rectangle 262"/>
              <p:cNvSpPr>
                <a:spLocks noChangeArrowheads="1"/>
              </p:cNvSpPr>
              <p:nvPr/>
            </p:nvSpPr>
            <p:spPr bwMode="auto">
              <a:xfrm>
                <a:off x="5888038" y="5372418"/>
                <a:ext cx="14288" cy="85725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" name="Oval 263"/>
              <p:cNvSpPr>
                <a:spLocks noChangeArrowheads="1"/>
              </p:cNvSpPr>
              <p:nvPr/>
            </p:nvSpPr>
            <p:spPr bwMode="auto">
              <a:xfrm>
                <a:off x="5738813" y="5293043"/>
                <a:ext cx="168275" cy="150813"/>
              </a:xfrm>
              <a:prstGeom prst="ellipse">
                <a:avLst/>
              </a:pr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" name="Rectangle 264"/>
              <p:cNvSpPr>
                <a:spLocks noChangeArrowheads="1"/>
              </p:cNvSpPr>
              <p:nvPr/>
            </p:nvSpPr>
            <p:spPr bwMode="auto">
              <a:xfrm>
                <a:off x="5743575" y="5256531"/>
                <a:ext cx="12700" cy="52388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9" name="Freeform 265"/>
              <p:cNvSpPr>
                <a:spLocks/>
              </p:cNvSpPr>
              <p:nvPr/>
            </p:nvSpPr>
            <p:spPr bwMode="auto">
              <a:xfrm>
                <a:off x="5716588" y="5256531"/>
                <a:ext cx="36513" cy="14288"/>
              </a:xfrm>
              <a:custGeom>
                <a:avLst/>
                <a:gdLst>
                  <a:gd name="T0" fmla="*/ 0 w 15"/>
                  <a:gd name="T1" fmla="*/ 3 h 6"/>
                  <a:gd name="T2" fmla="*/ 3 w 15"/>
                  <a:gd name="T3" fmla="*/ 6 h 6"/>
                  <a:gd name="T4" fmla="*/ 13 w 15"/>
                  <a:gd name="T5" fmla="*/ 6 h 6"/>
                  <a:gd name="T6" fmla="*/ 15 w 15"/>
                  <a:gd name="T7" fmla="*/ 3 h 6"/>
                  <a:gd name="T8" fmla="*/ 13 w 15"/>
                  <a:gd name="T9" fmla="*/ 0 h 6"/>
                  <a:gd name="T10" fmla="*/ 3 w 15"/>
                  <a:gd name="T11" fmla="*/ 0 h 6"/>
                  <a:gd name="T12" fmla="*/ 0 w 15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0" y="3"/>
                    </a:moveTo>
                    <a:cubicBezTo>
                      <a:pt x="0" y="5"/>
                      <a:pt x="2" y="6"/>
                      <a:pt x="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3"/>
                    </a:cubicBezTo>
                    <a:cubicBezTo>
                      <a:pt x="15" y="2"/>
                      <a:pt x="14" y="0"/>
                      <a:pt x="1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0" name="Freeform 266"/>
              <p:cNvSpPr>
                <a:spLocks/>
              </p:cNvSpPr>
              <p:nvPr/>
            </p:nvSpPr>
            <p:spPr bwMode="auto">
              <a:xfrm>
                <a:off x="5724525" y="5283518"/>
                <a:ext cx="109538" cy="109538"/>
              </a:xfrm>
              <a:custGeom>
                <a:avLst/>
                <a:gdLst>
                  <a:gd name="T0" fmla="*/ 46 w 46"/>
                  <a:gd name="T1" fmla="*/ 31 h 46"/>
                  <a:gd name="T2" fmla="*/ 32 w 46"/>
                  <a:gd name="T3" fmla="*/ 46 h 46"/>
                  <a:gd name="T4" fmla="*/ 15 w 46"/>
                  <a:gd name="T5" fmla="*/ 46 h 46"/>
                  <a:gd name="T6" fmla="*/ 0 w 46"/>
                  <a:gd name="T7" fmla="*/ 31 h 46"/>
                  <a:gd name="T8" fmla="*/ 0 w 46"/>
                  <a:gd name="T9" fmla="*/ 15 h 46"/>
                  <a:gd name="T10" fmla="*/ 15 w 46"/>
                  <a:gd name="T11" fmla="*/ 0 h 46"/>
                  <a:gd name="T12" fmla="*/ 32 w 46"/>
                  <a:gd name="T13" fmla="*/ 0 h 46"/>
                  <a:gd name="T14" fmla="*/ 46 w 46"/>
                  <a:gd name="T15" fmla="*/ 15 h 46"/>
                  <a:gd name="T16" fmla="*/ 46 w 46"/>
                  <a:gd name="T17" fmla="*/ 3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46">
                    <a:moveTo>
                      <a:pt x="46" y="31"/>
                    </a:moveTo>
                    <a:cubicBezTo>
                      <a:pt x="46" y="39"/>
                      <a:pt x="40" y="46"/>
                      <a:pt x="32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7" y="46"/>
                      <a:pt x="0" y="39"/>
                      <a:pt x="0" y="3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40" y="0"/>
                      <a:pt x="46" y="7"/>
                      <a:pt x="46" y="15"/>
                    </a:cubicBezTo>
                    <a:lnTo>
                      <a:pt x="46" y="31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" name="Freeform 267"/>
              <p:cNvSpPr>
                <a:spLocks/>
              </p:cNvSpPr>
              <p:nvPr/>
            </p:nvSpPr>
            <p:spPr bwMode="auto">
              <a:xfrm>
                <a:off x="5780088" y="5283518"/>
                <a:ext cx="53975" cy="109538"/>
              </a:xfrm>
              <a:custGeom>
                <a:avLst/>
                <a:gdLst>
                  <a:gd name="T0" fmla="*/ 9 w 23"/>
                  <a:gd name="T1" fmla="*/ 0 h 46"/>
                  <a:gd name="T2" fmla="*/ 0 w 23"/>
                  <a:gd name="T3" fmla="*/ 0 h 46"/>
                  <a:gd name="T4" fmla="*/ 0 w 23"/>
                  <a:gd name="T5" fmla="*/ 46 h 46"/>
                  <a:gd name="T6" fmla="*/ 9 w 23"/>
                  <a:gd name="T7" fmla="*/ 46 h 46"/>
                  <a:gd name="T8" fmla="*/ 23 w 23"/>
                  <a:gd name="T9" fmla="*/ 31 h 46"/>
                  <a:gd name="T10" fmla="*/ 23 w 23"/>
                  <a:gd name="T11" fmla="*/ 15 h 46"/>
                  <a:gd name="T12" fmla="*/ 9 w 23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46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7" y="46"/>
                      <a:pt x="23" y="39"/>
                      <a:pt x="23" y="31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7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" name="Rectangle 268"/>
              <p:cNvSpPr>
                <a:spLocks noChangeArrowheads="1"/>
              </p:cNvSpPr>
              <p:nvPr/>
            </p:nvSpPr>
            <p:spPr bwMode="auto">
              <a:xfrm>
                <a:off x="5805488" y="5256531"/>
                <a:ext cx="12700" cy="52388"/>
              </a:xfrm>
              <a:prstGeom prst="rect">
                <a:avLst/>
              </a:pr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3" name="Freeform 269"/>
              <p:cNvSpPr>
                <a:spLocks/>
              </p:cNvSpPr>
              <p:nvPr/>
            </p:nvSpPr>
            <p:spPr bwMode="auto">
              <a:xfrm>
                <a:off x="5805488" y="5256531"/>
                <a:ext cx="38100" cy="14288"/>
              </a:xfrm>
              <a:custGeom>
                <a:avLst/>
                <a:gdLst>
                  <a:gd name="T0" fmla="*/ 16 w 16"/>
                  <a:gd name="T1" fmla="*/ 3 h 6"/>
                  <a:gd name="T2" fmla="*/ 13 w 16"/>
                  <a:gd name="T3" fmla="*/ 6 h 6"/>
                  <a:gd name="T4" fmla="*/ 3 w 16"/>
                  <a:gd name="T5" fmla="*/ 6 h 6"/>
                  <a:gd name="T6" fmla="*/ 0 w 16"/>
                  <a:gd name="T7" fmla="*/ 3 h 6"/>
                  <a:gd name="T8" fmla="*/ 3 w 16"/>
                  <a:gd name="T9" fmla="*/ 0 h 6"/>
                  <a:gd name="T10" fmla="*/ 13 w 16"/>
                  <a:gd name="T11" fmla="*/ 0 h 6"/>
                  <a:gd name="T12" fmla="*/ 16 w 1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6" y="3"/>
                    </a:moveTo>
                    <a:cubicBezTo>
                      <a:pt x="16" y="5"/>
                      <a:pt x="14" y="6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6" y="2"/>
                      <a:pt x="16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4" name="Freeform 270"/>
              <p:cNvSpPr>
                <a:spLocks/>
              </p:cNvSpPr>
              <p:nvPr/>
            </p:nvSpPr>
            <p:spPr bwMode="auto">
              <a:xfrm>
                <a:off x="5724525" y="5327968"/>
                <a:ext cx="109538" cy="65088"/>
              </a:xfrm>
              <a:custGeom>
                <a:avLst/>
                <a:gdLst>
                  <a:gd name="T0" fmla="*/ 46 w 46"/>
                  <a:gd name="T1" fmla="*/ 11 h 27"/>
                  <a:gd name="T2" fmla="*/ 23 w 46"/>
                  <a:gd name="T3" fmla="*/ 0 h 27"/>
                  <a:gd name="T4" fmla="*/ 0 w 46"/>
                  <a:gd name="T5" fmla="*/ 11 h 27"/>
                  <a:gd name="T6" fmla="*/ 0 w 46"/>
                  <a:gd name="T7" fmla="*/ 12 h 27"/>
                  <a:gd name="T8" fmla="*/ 15 w 46"/>
                  <a:gd name="T9" fmla="*/ 27 h 27"/>
                  <a:gd name="T10" fmla="*/ 32 w 46"/>
                  <a:gd name="T11" fmla="*/ 27 h 27"/>
                  <a:gd name="T12" fmla="*/ 46 w 46"/>
                  <a:gd name="T13" fmla="*/ 12 h 27"/>
                  <a:gd name="T14" fmla="*/ 46 w 46"/>
                  <a:gd name="T15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27">
                    <a:moveTo>
                      <a:pt x="46" y="11"/>
                    </a:moveTo>
                    <a:cubicBezTo>
                      <a:pt x="42" y="5"/>
                      <a:pt x="34" y="0"/>
                      <a:pt x="23" y="0"/>
                    </a:cubicBezTo>
                    <a:cubicBezTo>
                      <a:pt x="13" y="0"/>
                      <a:pt x="5" y="5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7" y="27"/>
                      <a:pt x="15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40" y="27"/>
                      <a:pt x="46" y="20"/>
                      <a:pt x="46" y="12"/>
                    </a:cubicBezTo>
                    <a:lnTo>
                      <a:pt x="4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5" name="Freeform 271"/>
              <p:cNvSpPr>
                <a:spLocks/>
              </p:cNvSpPr>
              <p:nvPr/>
            </p:nvSpPr>
            <p:spPr bwMode="auto">
              <a:xfrm>
                <a:off x="5780088" y="5327968"/>
                <a:ext cx="53975" cy="65088"/>
              </a:xfrm>
              <a:custGeom>
                <a:avLst/>
                <a:gdLst>
                  <a:gd name="T0" fmla="*/ 0 w 23"/>
                  <a:gd name="T1" fmla="*/ 0 h 27"/>
                  <a:gd name="T2" fmla="*/ 0 w 23"/>
                  <a:gd name="T3" fmla="*/ 0 h 27"/>
                  <a:gd name="T4" fmla="*/ 0 w 23"/>
                  <a:gd name="T5" fmla="*/ 27 h 27"/>
                  <a:gd name="T6" fmla="*/ 9 w 23"/>
                  <a:gd name="T7" fmla="*/ 27 h 27"/>
                  <a:gd name="T8" fmla="*/ 23 w 23"/>
                  <a:gd name="T9" fmla="*/ 12 h 27"/>
                  <a:gd name="T10" fmla="*/ 23 w 23"/>
                  <a:gd name="T11" fmla="*/ 11 h 27"/>
                  <a:gd name="T12" fmla="*/ 0 w 2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7" y="27"/>
                      <a:pt x="23" y="20"/>
                      <a:pt x="23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5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6" name="Oval 272"/>
              <p:cNvSpPr>
                <a:spLocks noChangeArrowheads="1"/>
              </p:cNvSpPr>
              <p:nvPr/>
            </p:nvSpPr>
            <p:spPr bwMode="auto">
              <a:xfrm>
                <a:off x="5756275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" name="Oval 273"/>
              <p:cNvSpPr>
                <a:spLocks noChangeArrowheads="1"/>
              </p:cNvSpPr>
              <p:nvPr/>
            </p:nvSpPr>
            <p:spPr bwMode="auto">
              <a:xfrm>
                <a:off x="5791200" y="5304156"/>
                <a:ext cx="14288" cy="14288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" name="Oval 274"/>
              <p:cNvSpPr>
                <a:spLocks noChangeArrowheads="1"/>
              </p:cNvSpPr>
              <p:nvPr/>
            </p:nvSpPr>
            <p:spPr bwMode="auto">
              <a:xfrm>
                <a:off x="5767388" y="5335906"/>
                <a:ext cx="23813" cy="17463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9" name="Freeform 275"/>
              <p:cNvSpPr>
                <a:spLocks/>
              </p:cNvSpPr>
              <p:nvPr/>
            </p:nvSpPr>
            <p:spPr bwMode="auto">
              <a:xfrm>
                <a:off x="5767388" y="5369243"/>
                <a:ext cx="26988" cy="9525"/>
              </a:xfrm>
              <a:custGeom>
                <a:avLst/>
                <a:gdLst>
                  <a:gd name="T0" fmla="*/ 5 w 11"/>
                  <a:gd name="T1" fmla="*/ 4 h 4"/>
                  <a:gd name="T2" fmla="*/ 0 w 11"/>
                  <a:gd name="T3" fmla="*/ 0 h 4"/>
                  <a:gd name="T4" fmla="*/ 1 w 11"/>
                  <a:gd name="T5" fmla="*/ 0 h 4"/>
                  <a:gd name="T6" fmla="*/ 5 w 11"/>
                  <a:gd name="T7" fmla="*/ 2 h 4"/>
                  <a:gd name="T8" fmla="*/ 10 w 11"/>
                  <a:gd name="T9" fmla="*/ 0 h 4"/>
                  <a:gd name="T10" fmla="*/ 11 w 11"/>
                  <a:gd name="T11" fmla="*/ 0 h 4"/>
                  <a:gd name="T12" fmla="*/ 5 w 1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5" y="4"/>
                    </a:moveTo>
                    <a:cubicBezTo>
                      <a:pt x="2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3" y="2"/>
                      <a:pt x="5" y="2"/>
                    </a:cubicBezTo>
                    <a:cubicBezTo>
                      <a:pt x="8" y="2"/>
                      <a:pt x="10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9" y="4"/>
                      <a:pt x="5" y="4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0" name="Freeform 276"/>
              <p:cNvSpPr>
                <a:spLocks/>
              </p:cNvSpPr>
              <p:nvPr/>
            </p:nvSpPr>
            <p:spPr bwMode="auto">
              <a:xfrm>
                <a:off x="6337300" y="5088256"/>
                <a:ext cx="33338" cy="87313"/>
              </a:xfrm>
              <a:custGeom>
                <a:avLst/>
                <a:gdLst>
                  <a:gd name="T0" fmla="*/ 5 w 21"/>
                  <a:gd name="T1" fmla="*/ 0 h 55"/>
                  <a:gd name="T2" fmla="*/ 0 w 21"/>
                  <a:gd name="T3" fmla="*/ 55 h 55"/>
                  <a:gd name="T4" fmla="*/ 21 w 21"/>
                  <a:gd name="T5" fmla="*/ 55 h 55"/>
                  <a:gd name="T6" fmla="*/ 17 w 21"/>
                  <a:gd name="T7" fmla="*/ 0 h 55"/>
                  <a:gd name="T8" fmla="*/ 5 w 2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5">
                    <a:moveTo>
                      <a:pt x="5" y="0"/>
                    </a:moveTo>
                    <a:lnTo>
                      <a:pt x="0" y="55"/>
                    </a:lnTo>
                    <a:lnTo>
                      <a:pt x="21" y="55"/>
                    </a:lnTo>
                    <a:lnTo>
                      <a:pt x="1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1" name="Freeform 277"/>
              <p:cNvSpPr>
                <a:spLocks/>
              </p:cNvSpPr>
              <p:nvPr/>
            </p:nvSpPr>
            <p:spPr bwMode="auto">
              <a:xfrm>
                <a:off x="6354763" y="5088256"/>
                <a:ext cx="15875" cy="87313"/>
              </a:xfrm>
              <a:custGeom>
                <a:avLst/>
                <a:gdLst>
                  <a:gd name="T0" fmla="*/ 0 w 10"/>
                  <a:gd name="T1" fmla="*/ 0 h 55"/>
                  <a:gd name="T2" fmla="*/ 0 w 10"/>
                  <a:gd name="T3" fmla="*/ 55 h 55"/>
                  <a:gd name="T4" fmla="*/ 10 w 10"/>
                  <a:gd name="T5" fmla="*/ 55 h 55"/>
                  <a:gd name="T6" fmla="*/ 6 w 10"/>
                  <a:gd name="T7" fmla="*/ 0 h 55"/>
                  <a:gd name="T8" fmla="*/ 0 w 10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5">
                    <a:moveTo>
                      <a:pt x="0" y="0"/>
                    </a:moveTo>
                    <a:lnTo>
                      <a:pt x="0" y="55"/>
                    </a:lnTo>
                    <a:lnTo>
                      <a:pt x="10" y="55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" name="Freeform 278"/>
              <p:cNvSpPr>
                <a:spLocks/>
              </p:cNvSpPr>
              <p:nvPr/>
            </p:nvSpPr>
            <p:spPr bwMode="auto">
              <a:xfrm>
                <a:off x="6265863" y="4731068"/>
                <a:ext cx="177800" cy="384175"/>
              </a:xfrm>
              <a:custGeom>
                <a:avLst/>
                <a:gdLst>
                  <a:gd name="T0" fmla="*/ 0 w 112"/>
                  <a:gd name="T1" fmla="*/ 242 h 242"/>
                  <a:gd name="T2" fmla="*/ 56 w 112"/>
                  <a:gd name="T3" fmla="*/ 0 h 242"/>
                  <a:gd name="T4" fmla="*/ 112 w 112"/>
                  <a:gd name="T5" fmla="*/ 242 h 242"/>
                  <a:gd name="T6" fmla="*/ 0 w 112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2" h="242">
                    <a:moveTo>
                      <a:pt x="0" y="242"/>
                    </a:moveTo>
                    <a:lnTo>
                      <a:pt x="56" y="0"/>
                    </a:lnTo>
                    <a:lnTo>
                      <a:pt x="112" y="242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" name="Freeform 279"/>
              <p:cNvSpPr>
                <a:spLocks/>
              </p:cNvSpPr>
              <p:nvPr/>
            </p:nvSpPr>
            <p:spPr bwMode="auto">
              <a:xfrm>
                <a:off x="6354763" y="4731068"/>
                <a:ext cx="88900" cy="384175"/>
              </a:xfrm>
              <a:custGeom>
                <a:avLst/>
                <a:gdLst>
                  <a:gd name="T0" fmla="*/ 56 w 56"/>
                  <a:gd name="T1" fmla="*/ 242 h 242"/>
                  <a:gd name="T2" fmla="*/ 0 w 56"/>
                  <a:gd name="T3" fmla="*/ 0 h 242"/>
                  <a:gd name="T4" fmla="*/ 0 w 56"/>
                  <a:gd name="T5" fmla="*/ 242 h 242"/>
                  <a:gd name="T6" fmla="*/ 56 w 56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2">
                    <a:moveTo>
                      <a:pt x="56" y="242"/>
                    </a:moveTo>
                    <a:lnTo>
                      <a:pt x="0" y="0"/>
                    </a:lnTo>
                    <a:lnTo>
                      <a:pt x="0" y="242"/>
                    </a:lnTo>
                    <a:lnTo>
                      <a:pt x="56" y="242"/>
                    </a:lnTo>
                    <a:close/>
                  </a:path>
                </a:pathLst>
              </a:custGeom>
              <a:solidFill>
                <a:srgbClr val="6E8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" name="Freeform 284"/>
              <p:cNvSpPr>
                <a:spLocks/>
              </p:cNvSpPr>
              <p:nvPr/>
            </p:nvSpPr>
            <p:spPr bwMode="auto">
              <a:xfrm>
                <a:off x="3786188" y="3403918"/>
                <a:ext cx="588963" cy="320675"/>
              </a:xfrm>
              <a:custGeom>
                <a:avLst/>
                <a:gdLst>
                  <a:gd name="T0" fmla="*/ 22 w 246"/>
                  <a:gd name="T1" fmla="*/ 134 h 134"/>
                  <a:gd name="T2" fmla="*/ 211 w 246"/>
                  <a:gd name="T3" fmla="*/ 134 h 134"/>
                  <a:gd name="T4" fmla="*/ 246 w 246"/>
                  <a:gd name="T5" fmla="*/ 105 h 134"/>
                  <a:gd name="T6" fmla="*/ 212 w 246"/>
                  <a:gd name="T7" fmla="*/ 64 h 134"/>
                  <a:gd name="T8" fmla="*/ 195 w 246"/>
                  <a:gd name="T9" fmla="*/ 36 h 134"/>
                  <a:gd name="T10" fmla="*/ 153 w 246"/>
                  <a:gd name="T11" fmla="*/ 32 h 134"/>
                  <a:gd name="T12" fmla="*/ 112 w 246"/>
                  <a:gd name="T13" fmla="*/ 0 h 134"/>
                  <a:gd name="T14" fmla="*/ 72 w 246"/>
                  <a:gd name="T15" fmla="*/ 34 h 134"/>
                  <a:gd name="T16" fmla="*/ 34 w 246"/>
                  <a:gd name="T17" fmla="*/ 44 h 134"/>
                  <a:gd name="T18" fmla="*/ 25 w 246"/>
                  <a:gd name="T19" fmla="*/ 79 h 134"/>
                  <a:gd name="T20" fmla="*/ 0 w 246"/>
                  <a:gd name="T21" fmla="*/ 112 h 134"/>
                  <a:gd name="T22" fmla="*/ 22 w 246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6" h="134">
                    <a:moveTo>
                      <a:pt x="22" y="134"/>
                    </a:moveTo>
                    <a:cubicBezTo>
                      <a:pt x="45" y="134"/>
                      <a:pt x="128" y="134"/>
                      <a:pt x="211" y="134"/>
                    </a:cubicBezTo>
                    <a:cubicBezTo>
                      <a:pt x="227" y="134"/>
                      <a:pt x="246" y="121"/>
                      <a:pt x="246" y="105"/>
                    </a:cubicBezTo>
                    <a:cubicBezTo>
                      <a:pt x="246" y="69"/>
                      <a:pt x="212" y="64"/>
                      <a:pt x="212" y="64"/>
                    </a:cubicBezTo>
                    <a:cubicBezTo>
                      <a:pt x="212" y="64"/>
                      <a:pt x="215" y="45"/>
                      <a:pt x="195" y="36"/>
                    </a:cubicBezTo>
                    <a:cubicBezTo>
                      <a:pt x="175" y="26"/>
                      <a:pt x="153" y="32"/>
                      <a:pt x="153" y="32"/>
                    </a:cubicBezTo>
                    <a:cubicBezTo>
                      <a:pt x="153" y="32"/>
                      <a:pt x="150" y="0"/>
                      <a:pt x="112" y="0"/>
                    </a:cubicBezTo>
                    <a:cubicBezTo>
                      <a:pt x="74" y="0"/>
                      <a:pt x="72" y="34"/>
                      <a:pt x="72" y="34"/>
                    </a:cubicBezTo>
                    <a:cubicBezTo>
                      <a:pt x="72" y="34"/>
                      <a:pt x="53" y="26"/>
                      <a:pt x="34" y="44"/>
                    </a:cubicBezTo>
                    <a:cubicBezTo>
                      <a:pt x="15" y="63"/>
                      <a:pt x="25" y="79"/>
                      <a:pt x="25" y="79"/>
                    </a:cubicBezTo>
                    <a:cubicBezTo>
                      <a:pt x="25" y="79"/>
                      <a:pt x="0" y="87"/>
                      <a:pt x="0" y="112"/>
                    </a:cubicBezTo>
                    <a:cubicBezTo>
                      <a:pt x="0" y="120"/>
                      <a:pt x="8" y="134"/>
                      <a:pt x="22" y="13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" name="Freeform 285"/>
              <p:cNvSpPr>
                <a:spLocks/>
              </p:cNvSpPr>
              <p:nvPr/>
            </p:nvSpPr>
            <p:spPr bwMode="auto">
              <a:xfrm>
                <a:off x="4081463" y="3405506"/>
                <a:ext cx="293688" cy="319088"/>
              </a:xfrm>
              <a:custGeom>
                <a:avLst/>
                <a:gdLst>
                  <a:gd name="T0" fmla="*/ 89 w 123"/>
                  <a:gd name="T1" fmla="*/ 63 h 133"/>
                  <a:gd name="T2" fmla="*/ 72 w 123"/>
                  <a:gd name="T3" fmla="*/ 35 h 133"/>
                  <a:gd name="T4" fmla="*/ 30 w 123"/>
                  <a:gd name="T5" fmla="*/ 31 h 133"/>
                  <a:gd name="T6" fmla="*/ 0 w 123"/>
                  <a:gd name="T7" fmla="*/ 0 h 133"/>
                  <a:gd name="T8" fmla="*/ 0 w 123"/>
                  <a:gd name="T9" fmla="*/ 133 h 133"/>
                  <a:gd name="T10" fmla="*/ 88 w 123"/>
                  <a:gd name="T11" fmla="*/ 133 h 133"/>
                  <a:gd name="T12" fmla="*/ 123 w 123"/>
                  <a:gd name="T13" fmla="*/ 104 h 133"/>
                  <a:gd name="T14" fmla="*/ 89 w 123"/>
                  <a:gd name="T15" fmla="*/ 6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3" h="133">
                    <a:moveTo>
                      <a:pt x="89" y="63"/>
                    </a:moveTo>
                    <a:cubicBezTo>
                      <a:pt x="89" y="63"/>
                      <a:pt x="92" y="44"/>
                      <a:pt x="72" y="35"/>
                    </a:cubicBezTo>
                    <a:cubicBezTo>
                      <a:pt x="52" y="25"/>
                      <a:pt x="30" y="31"/>
                      <a:pt x="30" y="31"/>
                    </a:cubicBezTo>
                    <a:cubicBezTo>
                      <a:pt x="30" y="31"/>
                      <a:pt x="28" y="6"/>
                      <a:pt x="0" y="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27" y="133"/>
                      <a:pt x="58" y="133"/>
                      <a:pt x="88" y="133"/>
                    </a:cubicBezTo>
                    <a:cubicBezTo>
                      <a:pt x="104" y="133"/>
                      <a:pt x="123" y="120"/>
                      <a:pt x="123" y="104"/>
                    </a:cubicBezTo>
                    <a:cubicBezTo>
                      <a:pt x="123" y="68"/>
                      <a:pt x="89" y="63"/>
                      <a:pt x="89" y="63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" name="Rectangle 288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" name="Rectangle 289"/>
              <p:cNvSpPr>
                <a:spLocks noChangeArrowheads="1"/>
              </p:cNvSpPr>
              <p:nvPr/>
            </p:nvSpPr>
            <p:spPr bwMode="auto">
              <a:xfrm>
                <a:off x="4013200" y="5304156"/>
                <a:ext cx="323850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4" name="Freeform 290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" name="Freeform 291"/>
              <p:cNvSpPr>
                <a:spLocks/>
              </p:cNvSpPr>
              <p:nvPr/>
            </p:nvSpPr>
            <p:spPr bwMode="auto">
              <a:xfrm>
                <a:off x="4081463" y="5304156"/>
                <a:ext cx="255588" cy="158750"/>
              </a:xfrm>
              <a:custGeom>
                <a:avLst/>
                <a:gdLst>
                  <a:gd name="T0" fmla="*/ 161 w 161"/>
                  <a:gd name="T1" fmla="*/ 0 h 100"/>
                  <a:gd name="T2" fmla="*/ 99 w 161"/>
                  <a:gd name="T3" fmla="*/ 0 h 100"/>
                  <a:gd name="T4" fmla="*/ 69 w 161"/>
                  <a:gd name="T5" fmla="*/ 29 h 100"/>
                  <a:gd name="T6" fmla="*/ 123 w 161"/>
                  <a:gd name="T7" fmla="*/ 29 h 100"/>
                  <a:gd name="T8" fmla="*/ 123 w 161"/>
                  <a:gd name="T9" fmla="*/ 100 h 100"/>
                  <a:gd name="T10" fmla="*/ 0 w 161"/>
                  <a:gd name="T11" fmla="*/ 100 h 100"/>
                  <a:gd name="T12" fmla="*/ 161 w 161"/>
                  <a:gd name="T13" fmla="*/ 100 h 100"/>
                  <a:gd name="T14" fmla="*/ 161 w 161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99" y="0"/>
                    </a:lnTo>
                    <a:lnTo>
                      <a:pt x="69" y="29"/>
                    </a:lnTo>
                    <a:lnTo>
                      <a:pt x="123" y="29"/>
                    </a:lnTo>
                    <a:lnTo>
                      <a:pt x="123" y="10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" name="Rectangle 292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" name="Rectangle 293"/>
              <p:cNvSpPr>
                <a:spLocks noChangeArrowheads="1"/>
              </p:cNvSpPr>
              <p:nvPr/>
            </p:nvSpPr>
            <p:spPr bwMode="auto">
              <a:xfrm>
                <a:off x="4292600" y="5158106"/>
                <a:ext cx="842963" cy="41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" name="Rectangle 294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" name="Rectangle 295"/>
              <p:cNvSpPr>
                <a:spLocks noChangeArrowheads="1"/>
              </p:cNvSpPr>
              <p:nvPr/>
            </p:nvSpPr>
            <p:spPr bwMode="auto">
              <a:xfrm>
                <a:off x="4337050" y="5199381"/>
                <a:ext cx="749300" cy="263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0" name="Freeform 296"/>
              <p:cNvSpPr>
                <a:spLocks/>
              </p:cNvSpPr>
              <p:nvPr/>
            </p:nvSpPr>
            <p:spPr bwMode="auto">
              <a:xfrm>
                <a:off x="4292600" y="4888231"/>
                <a:ext cx="842963" cy="269875"/>
              </a:xfrm>
              <a:custGeom>
                <a:avLst/>
                <a:gdLst>
                  <a:gd name="T0" fmla="*/ 0 w 531"/>
                  <a:gd name="T1" fmla="*/ 0 h 170"/>
                  <a:gd name="T2" fmla="*/ 0 w 531"/>
                  <a:gd name="T3" fmla="*/ 170 h 170"/>
                  <a:gd name="T4" fmla="*/ 531 w 531"/>
                  <a:gd name="T5" fmla="*/ 170 h 170"/>
                  <a:gd name="T6" fmla="*/ 531 w 531"/>
                  <a:gd name="T7" fmla="*/ 117 h 170"/>
                  <a:gd name="T8" fmla="*/ 0 w 531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1" h="170">
                    <a:moveTo>
                      <a:pt x="0" y="0"/>
                    </a:moveTo>
                    <a:lnTo>
                      <a:pt x="0" y="170"/>
                    </a:lnTo>
                    <a:lnTo>
                      <a:pt x="531" y="170"/>
                    </a:lnTo>
                    <a:lnTo>
                      <a:pt x="531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6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1" name="Rectangle 297"/>
              <p:cNvSpPr>
                <a:spLocks noChangeArrowheads="1"/>
              </p:cNvSpPr>
              <p:nvPr/>
            </p:nvSpPr>
            <p:spPr bwMode="auto">
              <a:xfrm>
                <a:off x="4418013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" name="Rectangle 298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3" name="Rectangle 299"/>
              <p:cNvSpPr>
                <a:spLocks noChangeArrowheads="1"/>
              </p:cNvSpPr>
              <p:nvPr/>
            </p:nvSpPr>
            <p:spPr bwMode="auto">
              <a:xfrm>
                <a:off x="4581525" y="5312093"/>
                <a:ext cx="98425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4" name="Rectangle 300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5" name="Rectangle 301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6" name="Freeform 302"/>
              <p:cNvSpPr>
                <a:spLocks/>
              </p:cNvSpPr>
              <p:nvPr/>
            </p:nvSpPr>
            <p:spPr bwMode="auto">
              <a:xfrm>
                <a:off x="3973513" y="5218431"/>
                <a:ext cx="363538" cy="85725"/>
              </a:xfrm>
              <a:custGeom>
                <a:avLst/>
                <a:gdLst>
                  <a:gd name="T0" fmla="*/ 41 w 229"/>
                  <a:gd name="T1" fmla="*/ 0 h 54"/>
                  <a:gd name="T2" fmla="*/ 0 w 229"/>
                  <a:gd name="T3" fmla="*/ 54 h 54"/>
                  <a:gd name="T4" fmla="*/ 105 w 229"/>
                  <a:gd name="T5" fmla="*/ 54 h 54"/>
                  <a:gd name="T6" fmla="*/ 220 w 229"/>
                  <a:gd name="T7" fmla="*/ 54 h 54"/>
                  <a:gd name="T8" fmla="*/ 229 w 229"/>
                  <a:gd name="T9" fmla="*/ 54 h 54"/>
                  <a:gd name="T10" fmla="*/ 229 w 229"/>
                  <a:gd name="T11" fmla="*/ 0 h 54"/>
                  <a:gd name="T12" fmla="*/ 41 w 229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9" h="54">
                    <a:moveTo>
                      <a:pt x="41" y="0"/>
                    </a:moveTo>
                    <a:lnTo>
                      <a:pt x="0" y="54"/>
                    </a:lnTo>
                    <a:lnTo>
                      <a:pt x="105" y="54"/>
                    </a:lnTo>
                    <a:lnTo>
                      <a:pt x="220" y="54"/>
                    </a:lnTo>
                    <a:lnTo>
                      <a:pt x="229" y="54"/>
                    </a:lnTo>
                    <a:lnTo>
                      <a:pt x="229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7" name="Rectangle 303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8" name="Rectangle 304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" name="Freeform 305"/>
              <p:cNvSpPr>
                <a:spLocks/>
              </p:cNvSpPr>
              <p:nvPr/>
            </p:nvSpPr>
            <p:spPr bwMode="auto">
              <a:xfrm>
                <a:off x="4292600" y="4975543"/>
                <a:ext cx="820738" cy="182563"/>
              </a:xfrm>
              <a:custGeom>
                <a:avLst/>
                <a:gdLst>
                  <a:gd name="T0" fmla="*/ 0 w 517"/>
                  <a:gd name="T1" fmla="*/ 0 h 115"/>
                  <a:gd name="T2" fmla="*/ 0 w 517"/>
                  <a:gd name="T3" fmla="*/ 115 h 115"/>
                  <a:gd name="T4" fmla="*/ 517 w 517"/>
                  <a:gd name="T5" fmla="*/ 115 h 115"/>
                  <a:gd name="T6" fmla="*/ 0 w 517"/>
                  <a:gd name="T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7" h="115">
                    <a:moveTo>
                      <a:pt x="0" y="0"/>
                    </a:moveTo>
                    <a:lnTo>
                      <a:pt x="0" y="115"/>
                    </a:lnTo>
                    <a:lnTo>
                      <a:pt x="517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3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" name="Rectangle 306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" name="Rectangle 307"/>
              <p:cNvSpPr>
                <a:spLocks noChangeArrowheads="1"/>
              </p:cNvSpPr>
              <p:nvPr/>
            </p:nvSpPr>
            <p:spPr bwMode="auto">
              <a:xfrm>
                <a:off x="4078288" y="5350193"/>
                <a:ext cx="1984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2" name="Rectangle 308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3" name="Rectangle 309"/>
              <p:cNvSpPr>
                <a:spLocks noChangeArrowheads="1"/>
              </p:cNvSpPr>
              <p:nvPr/>
            </p:nvSpPr>
            <p:spPr bwMode="auto">
              <a:xfrm>
                <a:off x="4179888" y="5350193"/>
                <a:ext cx="96838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4" name="Freeform 310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close/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  <a:close/>
                  </a:path>
                </a:pathLst>
              </a:custGeom>
              <a:solidFill>
                <a:srgbClr val="D2B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5" name="Freeform 311"/>
              <p:cNvSpPr>
                <a:spLocks noEditPoints="1"/>
              </p:cNvSpPr>
              <p:nvPr/>
            </p:nvSpPr>
            <p:spPr bwMode="auto">
              <a:xfrm>
                <a:off x="4575175" y="5199381"/>
                <a:ext cx="511175" cy="263525"/>
              </a:xfrm>
              <a:custGeom>
                <a:avLst/>
                <a:gdLst>
                  <a:gd name="T0" fmla="*/ 209 w 322"/>
                  <a:gd name="T1" fmla="*/ 128 h 166"/>
                  <a:gd name="T2" fmla="*/ 209 w 322"/>
                  <a:gd name="T3" fmla="*/ 71 h 166"/>
                  <a:gd name="T4" fmla="*/ 273 w 322"/>
                  <a:gd name="T5" fmla="*/ 71 h 166"/>
                  <a:gd name="T6" fmla="*/ 273 w 322"/>
                  <a:gd name="T7" fmla="*/ 128 h 166"/>
                  <a:gd name="T8" fmla="*/ 209 w 322"/>
                  <a:gd name="T9" fmla="*/ 128 h 166"/>
                  <a:gd name="T10" fmla="*/ 322 w 322"/>
                  <a:gd name="T11" fmla="*/ 0 h 166"/>
                  <a:gd name="T12" fmla="*/ 164 w 322"/>
                  <a:gd name="T13" fmla="*/ 0 h 166"/>
                  <a:gd name="T14" fmla="*/ 66 w 322"/>
                  <a:gd name="T15" fmla="*/ 98 h 166"/>
                  <a:gd name="T16" fmla="*/ 66 w 322"/>
                  <a:gd name="T17" fmla="*/ 128 h 166"/>
                  <a:gd name="T18" fmla="*/ 36 w 322"/>
                  <a:gd name="T19" fmla="*/ 128 h 166"/>
                  <a:gd name="T20" fmla="*/ 0 w 322"/>
                  <a:gd name="T21" fmla="*/ 166 h 166"/>
                  <a:gd name="T22" fmla="*/ 107 w 322"/>
                  <a:gd name="T23" fmla="*/ 166 h 166"/>
                  <a:gd name="T24" fmla="*/ 107 w 322"/>
                  <a:gd name="T25" fmla="*/ 71 h 166"/>
                  <a:gd name="T26" fmla="*/ 170 w 322"/>
                  <a:gd name="T27" fmla="*/ 71 h 166"/>
                  <a:gd name="T28" fmla="*/ 170 w 322"/>
                  <a:gd name="T29" fmla="*/ 166 h 166"/>
                  <a:gd name="T30" fmla="*/ 322 w 322"/>
                  <a:gd name="T31" fmla="*/ 166 h 166"/>
                  <a:gd name="T32" fmla="*/ 322 w 322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2" h="166">
                    <a:moveTo>
                      <a:pt x="209" y="128"/>
                    </a:moveTo>
                    <a:lnTo>
                      <a:pt x="209" y="71"/>
                    </a:lnTo>
                    <a:lnTo>
                      <a:pt x="273" y="71"/>
                    </a:lnTo>
                    <a:lnTo>
                      <a:pt x="273" y="128"/>
                    </a:lnTo>
                    <a:lnTo>
                      <a:pt x="209" y="128"/>
                    </a:lnTo>
                    <a:moveTo>
                      <a:pt x="322" y="0"/>
                    </a:moveTo>
                    <a:lnTo>
                      <a:pt x="164" y="0"/>
                    </a:lnTo>
                    <a:lnTo>
                      <a:pt x="66" y="98"/>
                    </a:lnTo>
                    <a:lnTo>
                      <a:pt x="66" y="128"/>
                    </a:lnTo>
                    <a:lnTo>
                      <a:pt x="36" y="128"/>
                    </a:lnTo>
                    <a:lnTo>
                      <a:pt x="0" y="166"/>
                    </a:lnTo>
                    <a:lnTo>
                      <a:pt x="107" y="166"/>
                    </a:lnTo>
                    <a:lnTo>
                      <a:pt x="107" y="71"/>
                    </a:lnTo>
                    <a:lnTo>
                      <a:pt x="170" y="71"/>
                    </a:lnTo>
                    <a:lnTo>
                      <a:pt x="170" y="166"/>
                    </a:lnTo>
                    <a:lnTo>
                      <a:pt x="322" y="166"/>
                    </a:lnTo>
                    <a:lnTo>
                      <a:pt x="3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6" name="Freeform 312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7" name="Freeform 313"/>
              <p:cNvSpPr>
                <a:spLocks/>
              </p:cNvSpPr>
              <p:nvPr/>
            </p:nvSpPr>
            <p:spPr bwMode="auto">
              <a:xfrm>
                <a:off x="4632325" y="5354956"/>
                <a:ext cx="47625" cy="47625"/>
              </a:xfrm>
              <a:custGeom>
                <a:avLst/>
                <a:gdLst>
                  <a:gd name="T0" fmla="*/ 30 w 30"/>
                  <a:gd name="T1" fmla="*/ 0 h 30"/>
                  <a:gd name="T2" fmla="*/ 0 w 30"/>
                  <a:gd name="T3" fmla="*/ 30 h 30"/>
                  <a:gd name="T4" fmla="*/ 30 w 30"/>
                  <a:gd name="T5" fmla="*/ 30 h 30"/>
                  <a:gd name="T6" fmla="*/ 30 w 30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lnTo>
                      <a:pt x="0" y="30"/>
                    </a:lnTo>
                    <a:lnTo>
                      <a:pt x="30" y="3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8" name="Rectangle 314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9" name="Rectangle 315"/>
              <p:cNvSpPr>
                <a:spLocks noChangeArrowheads="1"/>
              </p:cNvSpPr>
              <p:nvPr/>
            </p:nvSpPr>
            <p:spPr bwMode="auto">
              <a:xfrm>
                <a:off x="4906963" y="5312093"/>
                <a:ext cx="101600" cy="90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0" name="Rectangle 316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solidFill>
                <a:srgbClr val="66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1" name="Rectangle 317"/>
              <p:cNvSpPr>
                <a:spLocks noChangeArrowheads="1"/>
              </p:cNvSpPr>
              <p:nvPr/>
            </p:nvSpPr>
            <p:spPr bwMode="auto">
              <a:xfrm>
                <a:off x="4745038" y="5312093"/>
                <a:ext cx="100013" cy="150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2" name="Freeform 318"/>
              <p:cNvSpPr>
                <a:spLocks/>
              </p:cNvSpPr>
              <p:nvPr/>
            </p:nvSpPr>
            <p:spPr bwMode="auto">
              <a:xfrm>
                <a:off x="6788150" y="5396231"/>
                <a:ext cx="133350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3" name="Freeform 319"/>
              <p:cNvSpPr>
                <a:spLocks/>
              </p:cNvSpPr>
              <p:nvPr/>
            </p:nvSpPr>
            <p:spPr bwMode="auto">
              <a:xfrm>
                <a:off x="8007350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4" name="Freeform 320"/>
              <p:cNvSpPr>
                <a:spLocks/>
              </p:cNvSpPr>
              <p:nvPr/>
            </p:nvSpPr>
            <p:spPr bwMode="auto">
              <a:xfrm>
                <a:off x="8120063" y="5410518"/>
                <a:ext cx="103188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5" name="Freeform 321"/>
              <p:cNvSpPr>
                <a:spLocks/>
              </p:cNvSpPr>
              <p:nvPr/>
            </p:nvSpPr>
            <p:spPr bwMode="auto">
              <a:xfrm>
                <a:off x="5208588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3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4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6" name="Freeform 322"/>
              <p:cNvSpPr>
                <a:spLocks/>
              </p:cNvSpPr>
              <p:nvPr/>
            </p:nvSpPr>
            <p:spPr bwMode="auto">
              <a:xfrm>
                <a:off x="5375275" y="5410518"/>
                <a:ext cx="101600" cy="52388"/>
              </a:xfrm>
              <a:custGeom>
                <a:avLst/>
                <a:gdLst>
                  <a:gd name="T0" fmla="*/ 22 w 43"/>
                  <a:gd name="T1" fmla="*/ 0 h 22"/>
                  <a:gd name="T2" fmla="*/ 0 w 43"/>
                  <a:gd name="T3" fmla="*/ 22 h 22"/>
                  <a:gd name="T4" fmla="*/ 43 w 43"/>
                  <a:gd name="T5" fmla="*/ 22 h 22"/>
                  <a:gd name="T6" fmla="*/ 22 w 43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10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7" name="Freeform 323"/>
              <p:cNvSpPr>
                <a:spLocks/>
              </p:cNvSpPr>
              <p:nvPr/>
            </p:nvSpPr>
            <p:spPr bwMode="auto">
              <a:xfrm>
                <a:off x="3019425" y="5396231"/>
                <a:ext cx="134938" cy="66675"/>
              </a:xfrm>
              <a:custGeom>
                <a:avLst/>
                <a:gdLst>
                  <a:gd name="T0" fmla="*/ 28 w 56"/>
                  <a:gd name="T1" fmla="*/ 0 h 28"/>
                  <a:gd name="T2" fmla="*/ 0 w 56"/>
                  <a:gd name="T3" fmla="*/ 28 h 28"/>
                  <a:gd name="T4" fmla="*/ 56 w 56"/>
                  <a:gd name="T5" fmla="*/ 28 h 28"/>
                  <a:gd name="T6" fmla="*/ 28 w 56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8">
                    <a:moveTo>
                      <a:pt x="28" y="0"/>
                    </a:moveTo>
                    <a:cubicBezTo>
                      <a:pt x="12" y="0"/>
                      <a:pt x="0" y="12"/>
                      <a:pt x="0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12"/>
                      <a:pt x="43" y="0"/>
                      <a:pt x="28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8" name="Freeform 324"/>
              <p:cNvSpPr>
                <a:spLocks/>
              </p:cNvSpPr>
              <p:nvPr/>
            </p:nvSpPr>
            <p:spPr bwMode="auto">
              <a:xfrm>
                <a:off x="3848100" y="5415281"/>
                <a:ext cx="96838" cy="47625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20 h 20"/>
                  <a:gd name="T4" fmla="*/ 40 w 40"/>
                  <a:gd name="T5" fmla="*/ 20 h 20"/>
                  <a:gd name="T6" fmla="*/ 20 w 4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29" name="Freeform 325"/>
              <p:cNvSpPr>
                <a:spLocks/>
              </p:cNvSpPr>
              <p:nvPr/>
            </p:nvSpPr>
            <p:spPr bwMode="auto">
              <a:xfrm>
                <a:off x="8975725" y="5415281"/>
                <a:ext cx="92075" cy="47625"/>
              </a:xfrm>
              <a:custGeom>
                <a:avLst/>
                <a:gdLst>
                  <a:gd name="T0" fmla="*/ 20 w 39"/>
                  <a:gd name="T1" fmla="*/ 0 h 20"/>
                  <a:gd name="T2" fmla="*/ 0 w 39"/>
                  <a:gd name="T3" fmla="*/ 20 h 20"/>
                  <a:gd name="T4" fmla="*/ 39 w 39"/>
                  <a:gd name="T5" fmla="*/ 20 h 20"/>
                  <a:gd name="T6" fmla="*/ 20 w 39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20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rgbClr val="787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0" name="Freeform 326"/>
              <p:cNvSpPr>
                <a:spLocks/>
              </p:cNvSpPr>
              <p:nvPr/>
            </p:nvSpPr>
            <p:spPr bwMode="auto">
              <a:xfrm>
                <a:off x="1908175" y="5462906"/>
                <a:ext cx="8375650" cy="341313"/>
              </a:xfrm>
              <a:custGeom>
                <a:avLst/>
                <a:gdLst>
                  <a:gd name="T0" fmla="*/ 3496 w 3496"/>
                  <a:gd name="T1" fmla="*/ 71 h 142"/>
                  <a:gd name="T2" fmla="*/ 3414 w 3496"/>
                  <a:gd name="T3" fmla="*/ 142 h 142"/>
                  <a:gd name="T4" fmla="*/ 82 w 3496"/>
                  <a:gd name="T5" fmla="*/ 142 h 142"/>
                  <a:gd name="T6" fmla="*/ 0 w 3496"/>
                  <a:gd name="T7" fmla="*/ 71 h 142"/>
                  <a:gd name="T8" fmla="*/ 82 w 3496"/>
                  <a:gd name="T9" fmla="*/ 0 h 142"/>
                  <a:gd name="T10" fmla="*/ 3414 w 3496"/>
                  <a:gd name="T11" fmla="*/ 0 h 142"/>
                  <a:gd name="T12" fmla="*/ 3496 w 3496"/>
                  <a:gd name="T13" fmla="*/ 7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96" h="142">
                    <a:moveTo>
                      <a:pt x="3496" y="71"/>
                    </a:moveTo>
                    <a:cubicBezTo>
                      <a:pt x="3496" y="110"/>
                      <a:pt x="3459" y="142"/>
                      <a:pt x="3414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37" y="142"/>
                      <a:pt x="0" y="110"/>
                      <a:pt x="0" y="71"/>
                    </a:cubicBezTo>
                    <a:cubicBezTo>
                      <a:pt x="0" y="32"/>
                      <a:pt x="37" y="0"/>
                      <a:pt x="82" y="0"/>
                    </a:cubicBezTo>
                    <a:cubicBezTo>
                      <a:pt x="3414" y="0"/>
                      <a:pt x="3414" y="0"/>
                      <a:pt x="3414" y="0"/>
                    </a:cubicBezTo>
                    <a:cubicBezTo>
                      <a:pt x="3459" y="0"/>
                      <a:pt x="3496" y="32"/>
                      <a:pt x="3496" y="71"/>
                    </a:cubicBezTo>
                    <a:close/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1" name="Freeform 327"/>
              <p:cNvSpPr>
                <a:spLocks/>
              </p:cNvSpPr>
              <p:nvPr/>
            </p:nvSpPr>
            <p:spPr bwMode="auto">
              <a:xfrm>
                <a:off x="1908175" y="5632768"/>
                <a:ext cx="8375650" cy="171450"/>
              </a:xfrm>
              <a:custGeom>
                <a:avLst/>
                <a:gdLst>
                  <a:gd name="T0" fmla="*/ 82 w 3496"/>
                  <a:gd name="T1" fmla="*/ 71 h 71"/>
                  <a:gd name="T2" fmla="*/ 3414 w 3496"/>
                  <a:gd name="T3" fmla="*/ 71 h 71"/>
                  <a:gd name="T4" fmla="*/ 3496 w 3496"/>
                  <a:gd name="T5" fmla="*/ 0 h 71"/>
                  <a:gd name="T6" fmla="*/ 0 w 3496"/>
                  <a:gd name="T7" fmla="*/ 0 h 71"/>
                  <a:gd name="T8" fmla="*/ 82 w 349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96" h="71">
                    <a:moveTo>
                      <a:pt x="82" y="71"/>
                    </a:moveTo>
                    <a:cubicBezTo>
                      <a:pt x="3414" y="71"/>
                      <a:pt x="3414" y="71"/>
                      <a:pt x="3414" y="71"/>
                    </a:cubicBezTo>
                    <a:cubicBezTo>
                      <a:pt x="3459" y="71"/>
                      <a:pt x="3496" y="39"/>
                      <a:pt x="349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9"/>
                      <a:pt x="37" y="71"/>
                      <a:pt x="82" y="71"/>
                    </a:cubicBez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2" name="Freeform 328"/>
              <p:cNvSpPr>
                <a:spLocks/>
              </p:cNvSpPr>
              <p:nvPr/>
            </p:nvSpPr>
            <p:spPr bwMode="auto">
              <a:xfrm>
                <a:off x="2684463" y="6074093"/>
                <a:ext cx="4170363" cy="327025"/>
              </a:xfrm>
              <a:custGeom>
                <a:avLst/>
                <a:gdLst>
                  <a:gd name="T0" fmla="*/ 870 w 1741"/>
                  <a:gd name="T1" fmla="*/ 136 h 136"/>
                  <a:gd name="T2" fmla="*/ 0 w 1741"/>
                  <a:gd name="T3" fmla="*/ 0 h 136"/>
                  <a:gd name="T4" fmla="*/ 870 w 1741"/>
                  <a:gd name="T5" fmla="*/ 0 h 136"/>
                  <a:gd name="T6" fmla="*/ 1741 w 1741"/>
                  <a:gd name="T7" fmla="*/ 0 h 136"/>
                  <a:gd name="T8" fmla="*/ 870 w 1741"/>
                  <a:gd name="T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41" h="136">
                    <a:moveTo>
                      <a:pt x="870" y="136"/>
                    </a:moveTo>
                    <a:cubicBezTo>
                      <a:pt x="529" y="136"/>
                      <a:pt x="551" y="0"/>
                      <a:pt x="0" y="0"/>
                    </a:cubicBezTo>
                    <a:cubicBezTo>
                      <a:pt x="870" y="0"/>
                      <a:pt x="870" y="0"/>
                      <a:pt x="870" y="0"/>
                    </a:cubicBezTo>
                    <a:cubicBezTo>
                      <a:pt x="1741" y="0"/>
                      <a:pt x="1741" y="0"/>
                      <a:pt x="1741" y="0"/>
                    </a:cubicBezTo>
                    <a:cubicBezTo>
                      <a:pt x="1189" y="0"/>
                      <a:pt x="1211" y="136"/>
                      <a:pt x="870" y="13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3" name="Freeform 329"/>
              <p:cNvSpPr>
                <a:spLocks/>
              </p:cNvSpPr>
              <p:nvPr/>
            </p:nvSpPr>
            <p:spPr bwMode="auto">
              <a:xfrm>
                <a:off x="4768850" y="6074093"/>
                <a:ext cx="2085975" cy="327025"/>
              </a:xfrm>
              <a:custGeom>
                <a:avLst/>
                <a:gdLst>
                  <a:gd name="T0" fmla="*/ 871 w 871"/>
                  <a:gd name="T1" fmla="*/ 0 h 136"/>
                  <a:gd name="T2" fmla="*/ 0 w 871"/>
                  <a:gd name="T3" fmla="*/ 136 h 136"/>
                  <a:gd name="T4" fmla="*/ 0 w 871"/>
                  <a:gd name="T5" fmla="*/ 0 h 136"/>
                  <a:gd name="T6" fmla="*/ 871 w 871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1" h="136">
                    <a:moveTo>
                      <a:pt x="871" y="0"/>
                    </a:moveTo>
                    <a:cubicBezTo>
                      <a:pt x="319" y="0"/>
                      <a:pt x="341" y="136"/>
                      <a:pt x="0" y="13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4" name="Freeform 330"/>
              <p:cNvSpPr>
                <a:spLocks/>
              </p:cNvSpPr>
              <p:nvPr/>
            </p:nvSpPr>
            <p:spPr bwMode="auto">
              <a:xfrm>
                <a:off x="5283200" y="6074093"/>
                <a:ext cx="4192588" cy="517525"/>
              </a:xfrm>
              <a:custGeom>
                <a:avLst/>
                <a:gdLst>
                  <a:gd name="T0" fmla="*/ 875 w 1750"/>
                  <a:gd name="T1" fmla="*/ 216 h 216"/>
                  <a:gd name="T2" fmla="*/ 0 w 1750"/>
                  <a:gd name="T3" fmla="*/ 0 h 216"/>
                  <a:gd name="T4" fmla="*/ 875 w 1750"/>
                  <a:gd name="T5" fmla="*/ 0 h 216"/>
                  <a:gd name="T6" fmla="*/ 1750 w 1750"/>
                  <a:gd name="T7" fmla="*/ 0 h 216"/>
                  <a:gd name="T8" fmla="*/ 875 w 1750"/>
                  <a:gd name="T9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0" h="216">
                    <a:moveTo>
                      <a:pt x="875" y="216"/>
                    </a:moveTo>
                    <a:cubicBezTo>
                      <a:pt x="532" y="216"/>
                      <a:pt x="554" y="0"/>
                      <a:pt x="0" y="0"/>
                    </a:cubicBezTo>
                    <a:cubicBezTo>
                      <a:pt x="875" y="0"/>
                      <a:pt x="875" y="0"/>
                      <a:pt x="875" y="0"/>
                    </a:cubicBezTo>
                    <a:cubicBezTo>
                      <a:pt x="1750" y="0"/>
                      <a:pt x="1750" y="0"/>
                      <a:pt x="1750" y="0"/>
                    </a:cubicBezTo>
                    <a:cubicBezTo>
                      <a:pt x="1196" y="0"/>
                      <a:pt x="1218" y="216"/>
                      <a:pt x="875" y="216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5" name="Freeform 331"/>
              <p:cNvSpPr>
                <a:spLocks/>
              </p:cNvSpPr>
              <p:nvPr/>
            </p:nvSpPr>
            <p:spPr bwMode="auto">
              <a:xfrm>
                <a:off x="7380288" y="6074093"/>
                <a:ext cx="2095500" cy="517525"/>
              </a:xfrm>
              <a:custGeom>
                <a:avLst/>
                <a:gdLst>
                  <a:gd name="T0" fmla="*/ 875 w 875"/>
                  <a:gd name="T1" fmla="*/ 0 h 216"/>
                  <a:gd name="T2" fmla="*/ 0 w 875"/>
                  <a:gd name="T3" fmla="*/ 216 h 216"/>
                  <a:gd name="T4" fmla="*/ 0 w 875"/>
                  <a:gd name="T5" fmla="*/ 0 h 216"/>
                  <a:gd name="T6" fmla="*/ 875 w 875"/>
                  <a:gd name="T7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5" h="216">
                    <a:moveTo>
                      <a:pt x="875" y="0"/>
                    </a:moveTo>
                    <a:cubicBezTo>
                      <a:pt x="321" y="0"/>
                      <a:pt x="343" y="216"/>
                      <a:pt x="0" y="21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6" name="Freeform 332"/>
              <p:cNvSpPr>
                <a:spLocks/>
              </p:cNvSpPr>
              <p:nvPr/>
            </p:nvSpPr>
            <p:spPr bwMode="auto">
              <a:xfrm>
                <a:off x="2590800" y="5797868"/>
                <a:ext cx="7008813" cy="439738"/>
              </a:xfrm>
              <a:custGeom>
                <a:avLst/>
                <a:gdLst>
                  <a:gd name="T0" fmla="*/ 2868 w 2926"/>
                  <a:gd name="T1" fmla="*/ 0 h 183"/>
                  <a:gd name="T2" fmla="*/ 58 w 2926"/>
                  <a:gd name="T3" fmla="*/ 0 h 183"/>
                  <a:gd name="T4" fmla="*/ 0 w 2926"/>
                  <a:gd name="T5" fmla="*/ 57 h 183"/>
                  <a:gd name="T6" fmla="*/ 58 w 2926"/>
                  <a:gd name="T7" fmla="*/ 115 h 183"/>
                  <a:gd name="T8" fmla="*/ 419 w 2926"/>
                  <a:gd name="T9" fmla="*/ 115 h 183"/>
                  <a:gd name="T10" fmla="*/ 909 w 2926"/>
                  <a:gd name="T11" fmla="*/ 163 h 183"/>
                  <a:gd name="T12" fmla="*/ 1392 w 2926"/>
                  <a:gd name="T13" fmla="*/ 115 h 183"/>
                  <a:gd name="T14" fmla="*/ 1999 w 2926"/>
                  <a:gd name="T15" fmla="*/ 183 h 183"/>
                  <a:gd name="T16" fmla="*/ 2620 w 2926"/>
                  <a:gd name="T17" fmla="*/ 115 h 183"/>
                  <a:gd name="T18" fmla="*/ 2868 w 2926"/>
                  <a:gd name="T19" fmla="*/ 115 h 183"/>
                  <a:gd name="T20" fmla="*/ 2926 w 2926"/>
                  <a:gd name="T21" fmla="*/ 57 h 183"/>
                  <a:gd name="T22" fmla="*/ 2868 w 2926"/>
                  <a:gd name="T23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26" h="183">
                    <a:moveTo>
                      <a:pt x="286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26" y="0"/>
                      <a:pt x="0" y="26"/>
                      <a:pt x="0" y="57"/>
                    </a:cubicBezTo>
                    <a:cubicBezTo>
                      <a:pt x="0" y="89"/>
                      <a:pt x="26" y="115"/>
                      <a:pt x="58" y="115"/>
                    </a:cubicBezTo>
                    <a:cubicBezTo>
                      <a:pt x="419" y="115"/>
                      <a:pt x="419" y="115"/>
                      <a:pt x="419" y="115"/>
                    </a:cubicBezTo>
                    <a:cubicBezTo>
                      <a:pt x="729" y="115"/>
                      <a:pt x="717" y="163"/>
                      <a:pt x="909" y="163"/>
                    </a:cubicBezTo>
                    <a:cubicBezTo>
                      <a:pt x="1100" y="163"/>
                      <a:pt x="1089" y="116"/>
                      <a:pt x="1392" y="115"/>
                    </a:cubicBezTo>
                    <a:cubicBezTo>
                      <a:pt x="1771" y="117"/>
                      <a:pt x="1759" y="183"/>
                      <a:pt x="1999" y="183"/>
                    </a:cubicBezTo>
                    <a:cubicBezTo>
                      <a:pt x="2242" y="183"/>
                      <a:pt x="2226" y="115"/>
                      <a:pt x="2620" y="115"/>
                    </a:cubicBezTo>
                    <a:cubicBezTo>
                      <a:pt x="2868" y="115"/>
                      <a:pt x="2868" y="115"/>
                      <a:pt x="2868" y="115"/>
                    </a:cubicBezTo>
                    <a:cubicBezTo>
                      <a:pt x="2900" y="115"/>
                      <a:pt x="2926" y="89"/>
                      <a:pt x="2926" y="57"/>
                    </a:cubicBezTo>
                    <a:cubicBezTo>
                      <a:pt x="2926" y="26"/>
                      <a:pt x="2900" y="0"/>
                      <a:pt x="2868" y="0"/>
                    </a:cubicBezTo>
                    <a:close/>
                  </a:path>
                </a:pathLst>
              </a:custGeom>
              <a:solidFill>
                <a:srgbClr val="36A4A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37" name="Freeform 333"/>
              <p:cNvSpPr>
                <a:spLocks/>
              </p:cNvSpPr>
              <p:nvPr/>
            </p:nvSpPr>
            <p:spPr bwMode="auto">
              <a:xfrm>
                <a:off x="3033713" y="5734368"/>
                <a:ext cx="6122988" cy="265113"/>
              </a:xfrm>
              <a:custGeom>
                <a:avLst/>
                <a:gdLst>
                  <a:gd name="T0" fmla="*/ 2535 w 2556"/>
                  <a:gd name="T1" fmla="*/ 0 h 111"/>
                  <a:gd name="T2" fmla="*/ 21 w 2556"/>
                  <a:gd name="T3" fmla="*/ 0 h 111"/>
                  <a:gd name="T4" fmla="*/ 0 w 2556"/>
                  <a:gd name="T5" fmla="*/ 21 h 111"/>
                  <a:gd name="T6" fmla="*/ 21 w 2556"/>
                  <a:gd name="T7" fmla="*/ 43 h 111"/>
                  <a:gd name="T8" fmla="*/ 234 w 2556"/>
                  <a:gd name="T9" fmla="*/ 43 h 111"/>
                  <a:gd name="T10" fmla="*/ 724 w 2556"/>
                  <a:gd name="T11" fmla="*/ 91 h 111"/>
                  <a:gd name="T12" fmla="*/ 1207 w 2556"/>
                  <a:gd name="T13" fmla="*/ 43 h 111"/>
                  <a:gd name="T14" fmla="*/ 1814 w 2556"/>
                  <a:gd name="T15" fmla="*/ 111 h 111"/>
                  <a:gd name="T16" fmla="*/ 2435 w 2556"/>
                  <a:gd name="T17" fmla="*/ 43 h 111"/>
                  <a:gd name="T18" fmla="*/ 2535 w 2556"/>
                  <a:gd name="T19" fmla="*/ 43 h 111"/>
                  <a:gd name="T20" fmla="*/ 2556 w 2556"/>
                  <a:gd name="T21" fmla="*/ 21 h 111"/>
                  <a:gd name="T22" fmla="*/ 2535 w 2556"/>
                  <a:gd name="T2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56" h="111">
                    <a:moveTo>
                      <a:pt x="2535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3"/>
                      <a:pt x="9" y="43"/>
                      <a:pt x="21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544" y="43"/>
                      <a:pt x="532" y="91"/>
                      <a:pt x="724" y="91"/>
                    </a:cubicBezTo>
                    <a:cubicBezTo>
                      <a:pt x="915" y="91"/>
                      <a:pt x="904" y="44"/>
                      <a:pt x="1207" y="43"/>
                    </a:cubicBezTo>
                    <a:cubicBezTo>
                      <a:pt x="1586" y="45"/>
                      <a:pt x="1574" y="111"/>
                      <a:pt x="1814" y="111"/>
                    </a:cubicBezTo>
                    <a:cubicBezTo>
                      <a:pt x="2057" y="111"/>
                      <a:pt x="2041" y="43"/>
                      <a:pt x="2435" y="43"/>
                    </a:cubicBezTo>
                    <a:cubicBezTo>
                      <a:pt x="2535" y="43"/>
                      <a:pt x="2535" y="43"/>
                      <a:pt x="2535" y="43"/>
                    </a:cubicBezTo>
                    <a:cubicBezTo>
                      <a:pt x="2547" y="43"/>
                      <a:pt x="2556" y="33"/>
                      <a:pt x="2556" y="21"/>
                    </a:cubicBezTo>
                    <a:cubicBezTo>
                      <a:pt x="2556" y="9"/>
                      <a:pt x="2547" y="0"/>
                      <a:pt x="2535" y="0"/>
                    </a:cubicBezTo>
                    <a:close/>
                  </a:path>
                </a:pathLst>
              </a:custGeom>
              <a:solidFill>
                <a:srgbClr val="FFF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" name="矩形 3"/>
              <p:cNvSpPr/>
              <p:nvPr/>
            </p:nvSpPr>
            <p:spPr>
              <a:xfrm>
                <a:off x="4138614" y="3307081"/>
                <a:ext cx="523874" cy="93345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45" name="组合 344"/>
            <p:cNvGrpSpPr/>
            <p:nvPr/>
          </p:nvGrpSpPr>
          <p:grpSpPr>
            <a:xfrm>
              <a:off x="3132193" y="2945827"/>
              <a:ext cx="1714500" cy="1711960"/>
              <a:chOff x="4283076" y="2977358"/>
              <a:chExt cx="1714500" cy="1711960"/>
            </a:xfrm>
          </p:grpSpPr>
          <p:grpSp>
            <p:nvGrpSpPr>
              <p:cNvPr id="343" name="组合 342"/>
              <p:cNvGrpSpPr/>
              <p:nvPr/>
            </p:nvGrpSpPr>
            <p:grpSpPr>
              <a:xfrm>
                <a:off x="4283076" y="2977358"/>
                <a:ext cx="1714500" cy="1617186"/>
                <a:chOff x="4283076" y="2977358"/>
                <a:chExt cx="1714500" cy="1617186"/>
              </a:xfrm>
            </p:grpSpPr>
            <p:grpSp>
              <p:nvGrpSpPr>
                <p:cNvPr id="8" name="组合 7"/>
                <p:cNvGrpSpPr/>
                <p:nvPr/>
              </p:nvGrpSpPr>
              <p:grpSpPr>
                <a:xfrm>
                  <a:off x="4283076" y="3091181"/>
                  <a:ext cx="1714500" cy="1503363"/>
                  <a:chOff x="4283076" y="3091181"/>
                  <a:chExt cx="1714500" cy="1503363"/>
                </a:xfrm>
              </p:grpSpPr>
              <p:grpSp>
                <p:nvGrpSpPr>
                  <p:cNvPr id="6" name="组合 5"/>
                  <p:cNvGrpSpPr/>
                  <p:nvPr/>
                </p:nvGrpSpPr>
                <p:grpSpPr>
                  <a:xfrm>
                    <a:off x="4689475" y="3091181"/>
                    <a:ext cx="1308101" cy="1503363"/>
                    <a:chOff x="4689475" y="3091181"/>
                    <a:chExt cx="1308101" cy="1503363"/>
                  </a:xfrm>
                </p:grpSpPr>
                <p:sp>
                  <p:nvSpPr>
                    <p:cNvPr id="173" name="Freeform 40"/>
                    <p:cNvSpPr>
                      <a:spLocks/>
                    </p:cNvSpPr>
                    <p:nvPr/>
                  </p:nvSpPr>
                  <p:spPr bwMode="auto">
                    <a:xfrm>
                      <a:off x="4689475" y="3091181"/>
                      <a:ext cx="471488" cy="757238"/>
                    </a:xfrm>
                    <a:custGeom>
                      <a:avLst/>
                      <a:gdLst>
                        <a:gd name="T0" fmla="*/ 113 w 197"/>
                        <a:gd name="T1" fmla="*/ 149 h 316"/>
                        <a:gd name="T2" fmla="*/ 189 w 197"/>
                        <a:gd name="T3" fmla="*/ 311 h 316"/>
                        <a:gd name="T4" fmla="*/ 84 w 197"/>
                        <a:gd name="T5" fmla="*/ 166 h 316"/>
                        <a:gd name="T6" fmla="*/ 8 w 197"/>
                        <a:gd name="T7" fmla="*/ 4 h 316"/>
                        <a:gd name="T8" fmla="*/ 113 w 197"/>
                        <a:gd name="T9" fmla="*/ 149 h 31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7" h="316">
                          <a:moveTo>
                            <a:pt x="113" y="149"/>
                          </a:moveTo>
                          <a:cubicBezTo>
                            <a:pt x="163" y="234"/>
                            <a:pt x="197" y="307"/>
                            <a:pt x="189" y="311"/>
                          </a:cubicBezTo>
                          <a:cubicBezTo>
                            <a:pt x="181" y="316"/>
                            <a:pt x="134" y="251"/>
                            <a:pt x="84" y="166"/>
                          </a:cubicBezTo>
                          <a:cubicBezTo>
                            <a:pt x="34" y="81"/>
                            <a:pt x="0" y="9"/>
                            <a:pt x="8" y="4"/>
                          </a:cubicBezTo>
                          <a:cubicBezTo>
                            <a:pt x="16" y="0"/>
                            <a:pt x="63" y="64"/>
                            <a:pt x="113" y="149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4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4708525" y="3091181"/>
                      <a:ext cx="452438" cy="746125"/>
                    </a:xfrm>
                    <a:custGeom>
                      <a:avLst/>
                      <a:gdLst>
                        <a:gd name="T0" fmla="*/ 105 w 189"/>
                        <a:gd name="T1" fmla="*/ 149 h 311"/>
                        <a:gd name="T2" fmla="*/ 0 w 189"/>
                        <a:gd name="T3" fmla="*/ 4 h 311"/>
                        <a:gd name="T4" fmla="*/ 181 w 189"/>
                        <a:gd name="T5" fmla="*/ 311 h 311"/>
                        <a:gd name="T6" fmla="*/ 105 w 189"/>
                        <a:gd name="T7" fmla="*/ 149 h 3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9" h="311">
                          <a:moveTo>
                            <a:pt x="105" y="149"/>
                          </a:moveTo>
                          <a:cubicBezTo>
                            <a:pt x="55" y="64"/>
                            <a:pt x="8" y="0"/>
                            <a:pt x="0" y="4"/>
                          </a:cubicBezTo>
                          <a:cubicBezTo>
                            <a:pt x="181" y="311"/>
                            <a:pt x="181" y="311"/>
                            <a:pt x="181" y="311"/>
                          </a:cubicBezTo>
                          <a:cubicBezTo>
                            <a:pt x="189" y="307"/>
                            <a:pt x="155" y="234"/>
                            <a:pt x="105" y="149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5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57200" cy="766763"/>
                    </a:xfrm>
                    <a:custGeom>
                      <a:avLst/>
                      <a:gdLst>
                        <a:gd name="T0" fmla="*/ 81 w 191"/>
                        <a:gd name="T1" fmla="*/ 152 h 320"/>
                        <a:gd name="T2" fmla="*/ 183 w 191"/>
                        <a:gd name="T3" fmla="*/ 5 h 320"/>
                        <a:gd name="T4" fmla="*/ 110 w 191"/>
                        <a:gd name="T5" fmla="*/ 168 h 320"/>
                        <a:gd name="T6" fmla="*/ 8 w 191"/>
                        <a:gd name="T7" fmla="*/ 315 h 320"/>
                        <a:gd name="T8" fmla="*/ 81 w 191"/>
                        <a:gd name="T9" fmla="*/ 152 h 3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1" h="320">
                          <a:moveTo>
                            <a:pt x="81" y="152"/>
                          </a:moveTo>
                          <a:cubicBezTo>
                            <a:pt x="130" y="66"/>
                            <a:pt x="175" y="0"/>
                            <a:pt x="183" y="5"/>
                          </a:cubicBezTo>
                          <a:cubicBezTo>
                            <a:pt x="191" y="9"/>
                            <a:pt x="158" y="82"/>
                            <a:pt x="110" y="168"/>
                          </a:cubicBezTo>
                          <a:cubicBezTo>
                            <a:pt x="62" y="254"/>
                            <a:pt x="16" y="320"/>
                            <a:pt x="8" y="315"/>
                          </a:cubicBezTo>
                          <a:cubicBezTo>
                            <a:pt x="0" y="311"/>
                            <a:pt x="33" y="238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6" name="Freeform 43"/>
                    <p:cNvSpPr>
                      <a:spLocks/>
                    </p:cNvSpPr>
                    <p:nvPr/>
                  </p:nvSpPr>
                  <p:spPr bwMode="auto">
                    <a:xfrm>
                      <a:off x="4703763" y="3827781"/>
                      <a:ext cx="438150" cy="755650"/>
                    </a:xfrm>
                    <a:custGeom>
                      <a:avLst/>
                      <a:gdLst>
                        <a:gd name="T0" fmla="*/ 81 w 183"/>
                        <a:gd name="T1" fmla="*/ 152 h 315"/>
                        <a:gd name="T2" fmla="*/ 8 w 183"/>
                        <a:gd name="T3" fmla="*/ 315 h 315"/>
                        <a:gd name="T4" fmla="*/ 183 w 183"/>
                        <a:gd name="T5" fmla="*/ 5 h 315"/>
                        <a:gd name="T6" fmla="*/ 81 w 183"/>
                        <a:gd name="T7" fmla="*/ 152 h 3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183" h="315">
                          <a:moveTo>
                            <a:pt x="81" y="152"/>
                          </a:moveTo>
                          <a:cubicBezTo>
                            <a:pt x="33" y="238"/>
                            <a:pt x="0" y="311"/>
                            <a:pt x="8" y="315"/>
                          </a:cubicBezTo>
                          <a:cubicBezTo>
                            <a:pt x="183" y="5"/>
                            <a:pt x="183" y="5"/>
                            <a:pt x="183" y="5"/>
                          </a:cubicBezTo>
                          <a:cubicBezTo>
                            <a:pt x="175" y="0"/>
                            <a:pt x="130" y="66"/>
                            <a:pt x="81" y="152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7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84138"/>
                    </a:xfrm>
                    <a:custGeom>
                      <a:avLst/>
                      <a:gdLst>
                        <a:gd name="T0" fmla="*/ 179 w 357"/>
                        <a:gd name="T1" fmla="*/ 1 h 35"/>
                        <a:gd name="T2" fmla="*/ 1 w 357"/>
                        <a:gd name="T3" fmla="*/ 20 h 35"/>
                        <a:gd name="T4" fmla="*/ 179 w 357"/>
                        <a:gd name="T5" fmla="*/ 34 h 35"/>
                        <a:gd name="T6" fmla="*/ 357 w 357"/>
                        <a:gd name="T7" fmla="*/ 16 h 35"/>
                        <a:gd name="T8" fmla="*/ 179 w 357"/>
                        <a:gd name="T9" fmla="*/ 1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57" h="35">
                          <a:moveTo>
                            <a:pt x="179" y="1"/>
                          </a:moveTo>
                          <a:cubicBezTo>
                            <a:pt x="80" y="2"/>
                            <a:pt x="0" y="10"/>
                            <a:pt x="1" y="20"/>
                          </a:cubicBezTo>
                          <a:cubicBezTo>
                            <a:pt x="1" y="29"/>
                            <a:pt x="81" y="35"/>
                            <a:pt x="179" y="34"/>
                          </a:cubicBezTo>
                          <a:cubicBezTo>
                            <a:pt x="277" y="33"/>
                            <a:pt x="357" y="25"/>
                            <a:pt x="357" y="16"/>
                          </a:cubicBezTo>
                          <a:cubicBezTo>
                            <a:pt x="357" y="7"/>
                            <a:pt x="277" y="0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448797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178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5141913" y="3791269"/>
                      <a:ext cx="855663" cy="47625"/>
                    </a:xfrm>
                    <a:custGeom>
                      <a:avLst/>
                      <a:gdLst>
                        <a:gd name="T0" fmla="*/ 179 w 357"/>
                        <a:gd name="T1" fmla="*/ 1 h 20"/>
                        <a:gd name="T2" fmla="*/ 357 w 357"/>
                        <a:gd name="T3" fmla="*/ 16 h 20"/>
                        <a:gd name="T4" fmla="*/ 1 w 357"/>
                        <a:gd name="T5" fmla="*/ 20 h 20"/>
                        <a:gd name="T6" fmla="*/ 179 w 357"/>
                        <a:gd name="T7" fmla="*/ 1 h 2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57" h="20">
                          <a:moveTo>
                            <a:pt x="179" y="1"/>
                          </a:moveTo>
                          <a:cubicBezTo>
                            <a:pt x="277" y="0"/>
                            <a:pt x="357" y="7"/>
                            <a:pt x="357" y="16"/>
                          </a:cubicBezTo>
                          <a:cubicBezTo>
                            <a:pt x="1" y="20"/>
                            <a:pt x="1" y="20"/>
                            <a:pt x="1" y="20"/>
                          </a:cubicBezTo>
                          <a:cubicBezTo>
                            <a:pt x="0" y="10"/>
                            <a:pt x="80" y="2"/>
                            <a:pt x="179" y="1"/>
                          </a:cubicBezTo>
                          <a:close/>
                        </a:path>
                      </a:pathLst>
                    </a:custGeom>
                    <a:solidFill>
                      <a:srgbClr val="336F7E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grpSp>
                  <p:nvGrpSpPr>
                    <p:cNvPr id="2" name="组合 1"/>
                    <p:cNvGrpSpPr/>
                    <p:nvPr/>
                  </p:nvGrpSpPr>
                  <p:grpSpPr>
                    <a:xfrm>
                      <a:off x="5062538" y="3762694"/>
                      <a:ext cx="150813" cy="150813"/>
                      <a:chOff x="5062538" y="3762694"/>
                      <a:chExt cx="150813" cy="150813"/>
                    </a:xfrm>
                  </p:grpSpPr>
                  <p:sp>
                    <p:nvSpPr>
                      <p:cNvPr id="179" name="Oval 46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62538" y="3762694"/>
                        <a:ext cx="150813" cy="150813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  <p:sp>
                    <p:nvSpPr>
                      <p:cNvPr id="180" name="Oval 4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5097463" y="3796031"/>
                        <a:ext cx="82550" cy="84138"/>
                      </a:xfrm>
                      <a:prstGeom prst="ellipse">
                        <a:avLst/>
                      </a:prstGeom>
                      <a:solidFill>
                        <a:srgbClr val="336F7E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zh-CN" alt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宋体" panose="02010600030101010101" pitchFamily="2" charset="-122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7" name="矩形 6"/>
                  <p:cNvSpPr/>
                  <p:nvPr/>
                </p:nvSpPr>
                <p:spPr>
                  <a:xfrm>
                    <a:off x="4283076" y="3321369"/>
                    <a:ext cx="360362" cy="1030287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42" name="矩形 341"/>
                <p:cNvSpPr/>
                <p:nvPr/>
              </p:nvSpPr>
              <p:spPr>
                <a:xfrm>
                  <a:off x="4835525" y="2977358"/>
                  <a:ext cx="609600" cy="5048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44" name="矩形 343"/>
              <p:cNvSpPr/>
              <p:nvPr/>
            </p:nvSpPr>
            <p:spPr>
              <a:xfrm>
                <a:off x="4840288" y="4638836"/>
                <a:ext cx="609600" cy="5048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2" name="组合 351"/>
            <p:cNvGrpSpPr/>
            <p:nvPr/>
          </p:nvGrpSpPr>
          <p:grpSpPr>
            <a:xfrm>
              <a:off x="4418067" y="3731163"/>
              <a:ext cx="943769" cy="955201"/>
              <a:chOff x="5568950" y="3762694"/>
              <a:chExt cx="943769" cy="955201"/>
            </a:xfrm>
          </p:grpSpPr>
          <p:grpSp>
            <p:nvGrpSpPr>
              <p:cNvPr id="348" name="组合 347"/>
              <p:cNvGrpSpPr/>
              <p:nvPr/>
            </p:nvGrpSpPr>
            <p:grpSpPr>
              <a:xfrm>
                <a:off x="5568950" y="3762694"/>
                <a:ext cx="835026" cy="841375"/>
                <a:chOff x="5568950" y="3762694"/>
                <a:chExt cx="835026" cy="841375"/>
              </a:xfrm>
            </p:grpSpPr>
            <p:sp>
              <p:nvSpPr>
                <p:cNvPr id="162" name="Freeform 29"/>
                <p:cNvSpPr>
                  <a:spLocks/>
                </p:cNvSpPr>
                <p:nvPr/>
              </p:nvSpPr>
              <p:spPr bwMode="auto">
                <a:xfrm>
                  <a:off x="6038850" y="3762694"/>
                  <a:ext cx="155575" cy="482600"/>
                </a:xfrm>
                <a:custGeom>
                  <a:avLst/>
                  <a:gdLst>
                    <a:gd name="T0" fmla="*/ 42 w 65"/>
                    <a:gd name="T1" fmla="*/ 103 h 201"/>
                    <a:gd name="T2" fmla="*/ 5 w 65"/>
                    <a:gd name="T3" fmla="*/ 200 h 201"/>
                    <a:gd name="T4" fmla="*/ 23 w 65"/>
                    <a:gd name="T5" fmla="*/ 98 h 201"/>
                    <a:gd name="T6" fmla="*/ 60 w 65"/>
                    <a:gd name="T7" fmla="*/ 1 h 201"/>
                    <a:gd name="T8" fmla="*/ 42 w 65"/>
                    <a:gd name="T9" fmla="*/ 10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201">
                      <a:moveTo>
                        <a:pt x="42" y="103"/>
                      </a:moveTo>
                      <a:cubicBezTo>
                        <a:pt x="26" y="158"/>
                        <a:pt x="10" y="201"/>
                        <a:pt x="5" y="200"/>
                      </a:cubicBezTo>
                      <a:cubicBezTo>
                        <a:pt x="0" y="198"/>
                        <a:pt x="8" y="153"/>
                        <a:pt x="23" y="98"/>
                      </a:cubicBezTo>
                      <a:cubicBezTo>
                        <a:pt x="38" y="43"/>
                        <a:pt x="55" y="0"/>
                        <a:pt x="60" y="1"/>
                      </a:cubicBezTo>
                      <a:cubicBezTo>
                        <a:pt x="65" y="3"/>
                        <a:pt x="57" y="48"/>
                        <a:pt x="42" y="103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3" name="Freeform 30"/>
                <p:cNvSpPr>
                  <a:spLocks/>
                </p:cNvSpPr>
                <p:nvPr/>
              </p:nvSpPr>
              <p:spPr bwMode="auto">
                <a:xfrm>
                  <a:off x="6049963" y="3765869"/>
                  <a:ext cx="144463" cy="479425"/>
                </a:xfrm>
                <a:custGeom>
                  <a:avLst/>
                  <a:gdLst>
                    <a:gd name="T0" fmla="*/ 37 w 60"/>
                    <a:gd name="T1" fmla="*/ 102 h 200"/>
                    <a:gd name="T2" fmla="*/ 55 w 60"/>
                    <a:gd name="T3" fmla="*/ 0 h 200"/>
                    <a:gd name="T4" fmla="*/ 0 w 60"/>
                    <a:gd name="T5" fmla="*/ 199 h 200"/>
                    <a:gd name="T6" fmla="*/ 37 w 60"/>
                    <a:gd name="T7" fmla="*/ 102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0" h="200">
                      <a:moveTo>
                        <a:pt x="37" y="102"/>
                      </a:moveTo>
                      <a:cubicBezTo>
                        <a:pt x="52" y="47"/>
                        <a:pt x="60" y="2"/>
                        <a:pt x="55" y="0"/>
                      </a:cubicBezTo>
                      <a:cubicBezTo>
                        <a:pt x="0" y="199"/>
                        <a:pt x="0" y="199"/>
                        <a:pt x="0" y="199"/>
                      </a:cubicBezTo>
                      <a:cubicBezTo>
                        <a:pt x="5" y="200"/>
                        <a:pt x="21" y="157"/>
                        <a:pt x="37" y="102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4" name="Freeform 31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4188" cy="147638"/>
                </a:xfrm>
                <a:custGeom>
                  <a:avLst/>
                  <a:gdLst>
                    <a:gd name="T0" fmla="*/ 98 w 202"/>
                    <a:gd name="T1" fmla="*/ 21 h 62"/>
                    <a:gd name="T2" fmla="*/ 201 w 202"/>
                    <a:gd name="T3" fmla="*/ 5 h 62"/>
                    <a:gd name="T4" fmla="*/ 103 w 202"/>
                    <a:gd name="T5" fmla="*/ 40 h 62"/>
                    <a:gd name="T6" fmla="*/ 1 w 202"/>
                    <a:gd name="T7" fmla="*/ 56 h 62"/>
                    <a:gd name="T8" fmla="*/ 98 w 202"/>
                    <a:gd name="T9" fmla="*/ 2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2" h="62">
                      <a:moveTo>
                        <a:pt x="98" y="21"/>
                      </a:moveTo>
                      <a:cubicBezTo>
                        <a:pt x="154" y="7"/>
                        <a:pt x="199" y="0"/>
                        <a:pt x="201" y="5"/>
                      </a:cubicBezTo>
                      <a:cubicBezTo>
                        <a:pt x="202" y="10"/>
                        <a:pt x="158" y="26"/>
                        <a:pt x="103" y="40"/>
                      </a:cubicBezTo>
                      <a:cubicBezTo>
                        <a:pt x="48" y="54"/>
                        <a:pt x="2" y="62"/>
                        <a:pt x="1" y="56"/>
                      </a:cubicBezTo>
                      <a:cubicBezTo>
                        <a:pt x="0" y="51"/>
                        <a:pt x="43" y="36"/>
                        <a:pt x="98" y="2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5" name="Freeform 32"/>
                <p:cNvSpPr>
                  <a:spLocks/>
                </p:cNvSpPr>
                <p:nvPr/>
              </p:nvSpPr>
              <p:spPr bwMode="auto">
                <a:xfrm>
                  <a:off x="5568950" y="4231006"/>
                  <a:ext cx="481013" cy="133350"/>
                </a:xfrm>
                <a:custGeom>
                  <a:avLst/>
                  <a:gdLst>
                    <a:gd name="T0" fmla="*/ 98 w 201"/>
                    <a:gd name="T1" fmla="*/ 21 h 56"/>
                    <a:gd name="T2" fmla="*/ 1 w 201"/>
                    <a:gd name="T3" fmla="*/ 56 h 56"/>
                    <a:gd name="T4" fmla="*/ 201 w 201"/>
                    <a:gd name="T5" fmla="*/ 5 h 56"/>
                    <a:gd name="T6" fmla="*/ 98 w 201"/>
                    <a:gd name="T7" fmla="*/ 21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1" h="56">
                      <a:moveTo>
                        <a:pt x="98" y="21"/>
                      </a:moveTo>
                      <a:cubicBezTo>
                        <a:pt x="43" y="36"/>
                        <a:pt x="0" y="51"/>
                        <a:pt x="1" y="56"/>
                      </a:cubicBezTo>
                      <a:cubicBezTo>
                        <a:pt x="201" y="5"/>
                        <a:pt x="201" y="5"/>
                        <a:pt x="201" y="5"/>
                      </a:cubicBezTo>
                      <a:cubicBezTo>
                        <a:pt x="199" y="0"/>
                        <a:pt x="154" y="7"/>
                        <a:pt x="98" y="2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6" name="Freeform 33"/>
                <p:cNvSpPr>
                  <a:spLocks/>
                </p:cNvSpPr>
                <p:nvPr/>
              </p:nvSpPr>
              <p:spPr bwMode="auto">
                <a:xfrm>
                  <a:off x="6040438" y="4232594"/>
                  <a:ext cx="363538" cy="371475"/>
                </a:xfrm>
                <a:custGeom>
                  <a:avLst/>
                  <a:gdLst>
                    <a:gd name="T0" fmla="*/ 83 w 152"/>
                    <a:gd name="T1" fmla="*/ 71 h 155"/>
                    <a:gd name="T2" fmla="*/ 4 w 152"/>
                    <a:gd name="T3" fmla="*/ 4 h 155"/>
                    <a:gd name="T4" fmla="*/ 69 w 152"/>
                    <a:gd name="T5" fmla="*/ 84 h 155"/>
                    <a:gd name="T6" fmla="*/ 148 w 152"/>
                    <a:gd name="T7" fmla="*/ 151 h 155"/>
                    <a:gd name="T8" fmla="*/ 83 w 152"/>
                    <a:gd name="T9" fmla="*/ 7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2" h="155">
                      <a:moveTo>
                        <a:pt x="83" y="71"/>
                      </a:moveTo>
                      <a:cubicBezTo>
                        <a:pt x="43" y="30"/>
                        <a:pt x="8" y="0"/>
                        <a:pt x="4" y="4"/>
                      </a:cubicBezTo>
                      <a:cubicBezTo>
                        <a:pt x="0" y="8"/>
                        <a:pt x="29" y="44"/>
                        <a:pt x="69" y="84"/>
                      </a:cubicBezTo>
                      <a:cubicBezTo>
                        <a:pt x="109" y="125"/>
                        <a:pt x="144" y="155"/>
                        <a:pt x="148" y="151"/>
                      </a:cubicBezTo>
                      <a:cubicBezTo>
                        <a:pt x="152" y="147"/>
                        <a:pt x="123" y="111"/>
                        <a:pt x="83" y="7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7" name="Freeform 34"/>
                <p:cNvSpPr>
                  <a:spLocks/>
                </p:cNvSpPr>
                <p:nvPr/>
              </p:nvSpPr>
              <p:spPr bwMode="auto">
                <a:xfrm>
                  <a:off x="6049963" y="4232594"/>
                  <a:ext cx="354013" cy="361950"/>
                </a:xfrm>
                <a:custGeom>
                  <a:avLst/>
                  <a:gdLst>
                    <a:gd name="T0" fmla="*/ 79 w 148"/>
                    <a:gd name="T1" fmla="*/ 71 h 151"/>
                    <a:gd name="T2" fmla="*/ 144 w 148"/>
                    <a:gd name="T3" fmla="*/ 151 h 151"/>
                    <a:gd name="T4" fmla="*/ 0 w 148"/>
                    <a:gd name="T5" fmla="*/ 4 h 151"/>
                    <a:gd name="T6" fmla="*/ 79 w 148"/>
                    <a:gd name="T7" fmla="*/ 7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8" h="151">
                      <a:moveTo>
                        <a:pt x="79" y="71"/>
                      </a:moveTo>
                      <a:cubicBezTo>
                        <a:pt x="119" y="111"/>
                        <a:pt x="148" y="147"/>
                        <a:pt x="144" y="151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4" y="0"/>
                        <a:pt x="39" y="30"/>
                        <a:pt x="79" y="7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8" name="Oval 35"/>
                <p:cNvSpPr>
                  <a:spLocks noChangeArrowheads="1"/>
                </p:cNvSpPr>
                <p:nvPr/>
              </p:nvSpPr>
              <p:spPr bwMode="auto">
                <a:xfrm>
                  <a:off x="6007100" y="4199256"/>
                  <a:ext cx="85725" cy="8572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69" name="Oval 36"/>
                <p:cNvSpPr>
                  <a:spLocks noChangeArrowheads="1"/>
                </p:cNvSpPr>
                <p:nvPr/>
              </p:nvSpPr>
              <p:spPr bwMode="auto">
                <a:xfrm>
                  <a:off x="6026150" y="4218306"/>
                  <a:ext cx="47625" cy="47625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0" name="矩形 349"/>
              <p:cNvSpPr/>
              <p:nvPr/>
            </p:nvSpPr>
            <p:spPr>
              <a:xfrm>
                <a:off x="6419056" y="4103211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1" name="矩形 350"/>
              <p:cNvSpPr/>
              <p:nvPr/>
            </p:nvSpPr>
            <p:spPr>
              <a:xfrm rot="16200000">
                <a:off x="6025358" y="4404363"/>
                <a:ext cx="93663" cy="5334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359" name="组合 358"/>
            <p:cNvGrpSpPr/>
            <p:nvPr/>
          </p:nvGrpSpPr>
          <p:grpSpPr>
            <a:xfrm>
              <a:off x="7856591" y="4472528"/>
              <a:ext cx="666751" cy="659130"/>
              <a:chOff x="9007474" y="4504059"/>
              <a:chExt cx="666751" cy="659130"/>
            </a:xfrm>
          </p:grpSpPr>
          <p:grpSp>
            <p:nvGrpSpPr>
              <p:cNvPr id="354" name="组合 353"/>
              <p:cNvGrpSpPr/>
              <p:nvPr/>
            </p:nvGrpSpPr>
            <p:grpSpPr>
              <a:xfrm>
                <a:off x="9174163" y="4551681"/>
                <a:ext cx="500062" cy="577850"/>
                <a:chOff x="9174163" y="4551681"/>
                <a:chExt cx="500062" cy="577850"/>
              </a:xfrm>
            </p:grpSpPr>
            <p:sp>
              <p:nvSpPr>
                <p:cNvPr id="191" name="Freeform 58"/>
                <p:cNvSpPr>
                  <a:spLocks/>
                </p:cNvSpPr>
                <p:nvPr/>
              </p:nvSpPr>
              <p:spPr bwMode="auto">
                <a:xfrm>
                  <a:off x="9174163" y="4551681"/>
                  <a:ext cx="179388" cy="292100"/>
                </a:xfrm>
                <a:custGeom>
                  <a:avLst/>
                  <a:gdLst>
                    <a:gd name="T0" fmla="*/ 43 w 75"/>
                    <a:gd name="T1" fmla="*/ 58 h 122"/>
                    <a:gd name="T2" fmla="*/ 72 w 75"/>
                    <a:gd name="T3" fmla="*/ 120 h 122"/>
                    <a:gd name="T4" fmla="*/ 32 w 75"/>
                    <a:gd name="T5" fmla="*/ 64 h 122"/>
                    <a:gd name="T6" fmla="*/ 3 w 75"/>
                    <a:gd name="T7" fmla="*/ 2 h 122"/>
                    <a:gd name="T8" fmla="*/ 43 w 75"/>
                    <a:gd name="T9" fmla="*/ 58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122">
                      <a:moveTo>
                        <a:pt x="43" y="58"/>
                      </a:moveTo>
                      <a:cubicBezTo>
                        <a:pt x="62" y="90"/>
                        <a:pt x="75" y="118"/>
                        <a:pt x="72" y="120"/>
                      </a:cubicBezTo>
                      <a:cubicBezTo>
                        <a:pt x="69" y="122"/>
                        <a:pt x="51" y="97"/>
                        <a:pt x="32" y="64"/>
                      </a:cubicBezTo>
                      <a:cubicBezTo>
                        <a:pt x="13" y="32"/>
                        <a:pt x="0" y="4"/>
                        <a:pt x="3" y="2"/>
                      </a:cubicBezTo>
                      <a:cubicBezTo>
                        <a:pt x="6" y="0"/>
                        <a:pt x="24" y="25"/>
                        <a:pt x="43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2" name="Freeform 59"/>
                <p:cNvSpPr>
                  <a:spLocks/>
                </p:cNvSpPr>
                <p:nvPr/>
              </p:nvSpPr>
              <p:spPr bwMode="auto">
                <a:xfrm>
                  <a:off x="9180513" y="4551681"/>
                  <a:ext cx="173038" cy="287338"/>
                </a:xfrm>
                <a:custGeom>
                  <a:avLst/>
                  <a:gdLst>
                    <a:gd name="T0" fmla="*/ 40 w 72"/>
                    <a:gd name="T1" fmla="*/ 58 h 120"/>
                    <a:gd name="T2" fmla="*/ 0 w 72"/>
                    <a:gd name="T3" fmla="*/ 2 h 120"/>
                    <a:gd name="T4" fmla="*/ 69 w 72"/>
                    <a:gd name="T5" fmla="*/ 120 h 120"/>
                    <a:gd name="T6" fmla="*/ 40 w 72"/>
                    <a:gd name="T7" fmla="*/ 58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20">
                      <a:moveTo>
                        <a:pt x="40" y="58"/>
                      </a:moveTo>
                      <a:cubicBezTo>
                        <a:pt x="21" y="25"/>
                        <a:pt x="3" y="0"/>
                        <a:pt x="0" y="2"/>
                      </a:cubicBezTo>
                      <a:cubicBezTo>
                        <a:pt x="69" y="120"/>
                        <a:pt x="69" y="120"/>
                        <a:pt x="69" y="120"/>
                      </a:cubicBezTo>
                      <a:cubicBezTo>
                        <a:pt x="72" y="118"/>
                        <a:pt x="59" y="90"/>
                        <a:pt x="40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3" name="Freeform 60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74625" cy="295275"/>
                </a:xfrm>
                <a:custGeom>
                  <a:avLst/>
                  <a:gdLst>
                    <a:gd name="T0" fmla="*/ 31 w 73"/>
                    <a:gd name="T1" fmla="*/ 58 h 123"/>
                    <a:gd name="T2" fmla="*/ 70 w 73"/>
                    <a:gd name="T3" fmla="*/ 2 h 123"/>
                    <a:gd name="T4" fmla="*/ 42 w 73"/>
                    <a:gd name="T5" fmla="*/ 65 h 123"/>
                    <a:gd name="T6" fmla="*/ 3 w 73"/>
                    <a:gd name="T7" fmla="*/ 121 h 123"/>
                    <a:gd name="T8" fmla="*/ 31 w 73"/>
                    <a:gd name="T9" fmla="*/ 58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" h="123">
                      <a:moveTo>
                        <a:pt x="31" y="58"/>
                      </a:moveTo>
                      <a:cubicBezTo>
                        <a:pt x="50" y="26"/>
                        <a:pt x="67" y="0"/>
                        <a:pt x="70" y="2"/>
                      </a:cubicBezTo>
                      <a:cubicBezTo>
                        <a:pt x="73" y="4"/>
                        <a:pt x="61" y="32"/>
                        <a:pt x="42" y="65"/>
                      </a:cubicBezTo>
                      <a:cubicBezTo>
                        <a:pt x="24" y="98"/>
                        <a:pt x="6" y="123"/>
                        <a:pt x="3" y="121"/>
                      </a:cubicBezTo>
                      <a:cubicBezTo>
                        <a:pt x="0" y="119"/>
                        <a:pt x="13" y="91"/>
                        <a:pt x="31" y="58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4" name="Freeform 61"/>
                <p:cNvSpPr>
                  <a:spLocks/>
                </p:cNvSpPr>
                <p:nvPr/>
              </p:nvSpPr>
              <p:spPr bwMode="auto">
                <a:xfrm>
                  <a:off x="9178925" y="4834256"/>
                  <a:ext cx="168275" cy="290513"/>
                </a:xfrm>
                <a:custGeom>
                  <a:avLst/>
                  <a:gdLst>
                    <a:gd name="T0" fmla="*/ 31 w 70"/>
                    <a:gd name="T1" fmla="*/ 58 h 121"/>
                    <a:gd name="T2" fmla="*/ 3 w 70"/>
                    <a:gd name="T3" fmla="*/ 121 h 121"/>
                    <a:gd name="T4" fmla="*/ 70 w 70"/>
                    <a:gd name="T5" fmla="*/ 2 h 121"/>
                    <a:gd name="T6" fmla="*/ 31 w 70"/>
                    <a:gd name="T7" fmla="*/ 58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0" h="121">
                      <a:moveTo>
                        <a:pt x="31" y="58"/>
                      </a:moveTo>
                      <a:cubicBezTo>
                        <a:pt x="13" y="91"/>
                        <a:pt x="0" y="119"/>
                        <a:pt x="3" y="121"/>
                      </a:cubicBezTo>
                      <a:cubicBezTo>
                        <a:pt x="70" y="2"/>
                        <a:pt x="70" y="2"/>
                        <a:pt x="70" y="2"/>
                      </a:cubicBezTo>
                      <a:cubicBezTo>
                        <a:pt x="67" y="0"/>
                        <a:pt x="50" y="26"/>
                        <a:pt x="31" y="58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5" name="Freeform 62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33338"/>
                </a:xfrm>
                <a:custGeom>
                  <a:avLst/>
                  <a:gdLst>
                    <a:gd name="T0" fmla="*/ 69 w 137"/>
                    <a:gd name="T1" fmla="*/ 1 h 14"/>
                    <a:gd name="T2" fmla="*/ 0 w 137"/>
                    <a:gd name="T3" fmla="*/ 8 h 14"/>
                    <a:gd name="T4" fmla="*/ 69 w 137"/>
                    <a:gd name="T5" fmla="*/ 14 h 14"/>
                    <a:gd name="T6" fmla="*/ 137 w 137"/>
                    <a:gd name="T7" fmla="*/ 7 h 14"/>
                    <a:gd name="T8" fmla="*/ 69 w 137"/>
                    <a:gd name="T9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14">
                      <a:moveTo>
                        <a:pt x="69" y="1"/>
                      </a:moveTo>
                      <a:cubicBezTo>
                        <a:pt x="31" y="1"/>
                        <a:pt x="0" y="4"/>
                        <a:pt x="0" y="8"/>
                      </a:cubicBezTo>
                      <a:cubicBezTo>
                        <a:pt x="0" y="11"/>
                        <a:pt x="31" y="14"/>
                        <a:pt x="69" y="14"/>
                      </a:cubicBezTo>
                      <a:cubicBezTo>
                        <a:pt x="107" y="13"/>
                        <a:pt x="137" y="10"/>
                        <a:pt x="137" y="7"/>
                      </a:cubicBezTo>
                      <a:cubicBezTo>
                        <a:pt x="137" y="3"/>
                        <a:pt x="106" y="0"/>
                        <a:pt x="69" y="1"/>
                      </a:cubicBezTo>
                      <a:close/>
                    </a:path>
                  </a:pathLst>
                </a:custGeom>
                <a:solidFill>
                  <a:srgbClr val="4487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6" name="Freeform 63"/>
                <p:cNvSpPr>
                  <a:spLocks/>
                </p:cNvSpPr>
                <p:nvPr/>
              </p:nvSpPr>
              <p:spPr bwMode="auto">
                <a:xfrm>
                  <a:off x="9347200" y="4819969"/>
                  <a:ext cx="327025" cy="19050"/>
                </a:xfrm>
                <a:custGeom>
                  <a:avLst/>
                  <a:gdLst>
                    <a:gd name="T0" fmla="*/ 69 w 137"/>
                    <a:gd name="T1" fmla="*/ 1 h 8"/>
                    <a:gd name="T2" fmla="*/ 137 w 137"/>
                    <a:gd name="T3" fmla="*/ 7 h 8"/>
                    <a:gd name="T4" fmla="*/ 0 w 137"/>
                    <a:gd name="T5" fmla="*/ 8 h 8"/>
                    <a:gd name="T6" fmla="*/ 69 w 137"/>
                    <a:gd name="T7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7" h="8">
                      <a:moveTo>
                        <a:pt x="69" y="1"/>
                      </a:moveTo>
                      <a:cubicBezTo>
                        <a:pt x="106" y="0"/>
                        <a:pt x="137" y="3"/>
                        <a:pt x="13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4"/>
                        <a:pt x="31" y="1"/>
                        <a:pt x="69" y="1"/>
                      </a:cubicBezTo>
                      <a:close/>
                    </a:path>
                  </a:pathLst>
                </a:cu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7" name="Oval 64"/>
                <p:cNvSpPr>
                  <a:spLocks noChangeArrowheads="1"/>
                </p:cNvSpPr>
                <p:nvPr/>
              </p:nvSpPr>
              <p:spPr bwMode="auto">
                <a:xfrm>
                  <a:off x="9317038" y="4810444"/>
                  <a:ext cx="58738" cy="5715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98" name="Oval 65"/>
                <p:cNvSpPr>
                  <a:spLocks noChangeArrowheads="1"/>
                </p:cNvSpPr>
                <p:nvPr/>
              </p:nvSpPr>
              <p:spPr bwMode="auto">
                <a:xfrm>
                  <a:off x="9329738" y="4823144"/>
                  <a:ext cx="31750" cy="33338"/>
                </a:xfrm>
                <a:prstGeom prst="ellipse">
                  <a:avLst/>
                </a:prstGeom>
                <a:solidFill>
                  <a:srgbClr val="336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55" name="矩形 354"/>
              <p:cNvSpPr/>
              <p:nvPr/>
            </p:nvSpPr>
            <p:spPr>
              <a:xfrm>
                <a:off x="9007474" y="4624231"/>
                <a:ext cx="104776" cy="4849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7" name="矩形 356"/>
              <p:cNvSpPr/>
              <p:nvPr/>
            </p:nvSpPr>
            <p:spPr>
              <a:xfrm>
                <a:off x="9280526" y="4504059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58" name="矩形 357"/>
              <p:cNvSpPr/>
              <p:nvPr/>
            </p:nvSpPr>
            <p:spPr>
              <a:xfrm>
                <a:off x="9292431" y="5111122"/>
                <a:ext cx="104776" cy="520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0" name="组合 669"/>
            <p:cNvGrpSpPr/>
            <p:nvPr/>
          </p:nvGrpSpPr>
          <p:grpSpPr>
            <a:xfrm>
              <a:off x="3994205" y="2800887"/>
              <a:ext cx="611188" cy="369888"/>
              <a:chOff x="5145088" y="2832418"/>
              <a:chExt cx="611188" cy="369888"/>
            </a:xfrm>
          </p:grpSpPr>
          <p:sp>
            <p:nvSpPr>
              <p:cNvPr id="668" name="Freeform 280"/>
              <p:cNvSpPr>
                <a:spLocks/>
              </p:cNvSpPr>
              <p:nvPr/>
            </p:nvSpPr>
            <p:spPr bwMode="auto">
              <a:xfrm>
                <a:off x="5145088" y="2832418"/>
                <a:ext cx="611188" cy="369888"/>
              </a:xfrm>
              <a:custGeom>
                <a:avLst/>
                <a:gdLst>
                  <a:gd name="T0" fmla="*/ 204 w 255"/>
                  <a:gd name="T1" fmla="*/ 154 h 154"/>
                  <a:gd name="T2" fmla="*/ 254 w 255"/>
                  <a:gd name="T3" fmla="*/ 101 h 154"/>
                  <a:gd name="T4" fmla="*/ 204 w 255"/>
                  <a:gd name="T5" fmla="*/ 46 h 154"/>
                  <a:gd name="T6" fmla="*/ 145 w 255"/>
                  <a:gd name="T7" fmla="*/ 0 h 154"/>
                  <a:gd name="T8" fmla="*/ 91 w 255"/>
                  <a:gd name="T9" fmla="*/ 30 h 154"/>
                  <a:gd name="T10" fmla="*/ 53 w 255"/>
                  <a:gd name="T11" fmla="*/ 36 h 154"/>
                  <a:gd name="T12" fmla="*/ 34 w 255"/>
                  <a:gd name="T13" fmla="*/ 71 h 154"/>
                  <a:gd name="T14" fmla="*/ 0 w 255"/>
                  <a:gd name="T15" fmla="*/ 112 h 154"/>
                  <a:gd name="T16" fmla="*/ 31 w 255"/>
                  <a:gd name="T17" fmla="*/ 152 h 154"/>
                  <a:gd name="T18" fmla="*/ 204 w 255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5" h="154">
                    <a:moveTo>
                      <a:pt x="204" y="154"/>
                    </a:moveTo>
                    <a:cubicBezTo>
                      <a:pt x="217" y="154"/>
                      <a:pt x="253" y="150"/>
                      <a:pt x="254" y="101"/>
                    </a:cubicBezTo>
                    <a:cubicBezTo>
                      <a:pt x="255" y="48"/>
                      <a:pt x="204" y="46"/>
                      <a:pt x="204" y="46"/>
                    </a:cubicBezTo>
                    <a:cubicBezTo>
                      <a:pt x="204" y="46"/>
                      <a:pt x="186" y="1"/>
                      <a:pt x="145" y="0"/>
                    </a:cubicBezTo>
                    <a:cubicBezTo>
                      <a:pt x="104" y="0"/>
                      <a:pt x="91" y="30"/>
                      <a:pt x="91" y="30"/>
                    </a:cubicBezTo>
                    <a:cubicBezTo>
                      <a:pt x="91" y="30"/>
                      <a:pt x="70" y="22"/>
                      <a:pt x="53" y="36"/>
                    </a:cubicBezTo>
                    <a:cubicBezTo>
                      <a:pt x="30" y="54"/>
                      <a:pt x="34" y="71"/>
                      <a:pt x="34" y="71"/>
                    </a:cubicBezTo>
                    <a:cubicBezTo>
                      <a:pt x="34" y="71"/>
                      <a:pt x="1" y="77"/>
                      <a:pt x="0" y="112"/>
                    </a:cubicBezTo>
                    <a:cubicBezTo>
                      <a:pt x="0" y="148"/>
                      <a:pt x="31" y="152"/>
                      <a:pt x="31" y="152"/>
                    </a:cubicBezTo>
                    <a:cubicBezTo>
                      <a:pt x="31" y="152"/>
                      <a:pt x="190" y="154"/>
                      <a:pt x="204" y="154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69" name="Freeform 281"/>
              <p:cNvSpPr>
                <a:spLocks/>
              </p:cNvSpPr>
              <p:nvPr/>
            </p:nvSpPr>
            <p:spPr bwMode="auto">
              <a:xfrm>
                <a:off x="5448300" y="2832418"/>
                <a:ext cx="307975" cy="369888"/>
              </a:xfrm>
              <a:custGeom>
                <a:avLst/>
                <a:gdLst>
                  <a:gd name="T0" fmla="*/ 77 w 128"/>
                  <a:gd name="T1" fmla="*/ 46 h 154"/>
                  <a:gd name="T2" fmla="*/ 18 w 128"/>
                  <a:gd name="T3" fmla="*/ 0 h 154"/>
                  <a:gd name="T4" fmla="*/ 0 w 128"/>
                  <a:gd name="T5" fmla="*/ 2 h 154"/>
                  <a:gd name="T6" fmla="*/ 0 w 128"/>
                  <a:gd name="T7" fmla="*/ 153 h 154"/>
                  <a:gd name="T8" fmla="*/ 77 w 128"/>
                  <a:gd name="T9" fmla="*/ 154 h 154"/>
                  <a:gd name="T10" fmla="*/ 127 w 128"/>
                  <a:gd name="T11" fmla="*/ 101 h 154"/>
                  <a:gd name="T12" fmla="*/ 77 w 128"/>
                  <a:gd name="T13" fmla="*/ 4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54">
                    <a:moveTo>
                      <a:pt x="77" y="46"/>
                    </a:moveTo>
                    <a:cubicBezTo>
                      <a:pt x="77" y="46"/>
                      <a:pt x="59" y="1"/>
                      <a:pt x="18" y="0"/>
                    </a:cubicBezTo>
                    <a:cubicBezTo>
                      <a:pt x="11" y="0"/>
                      <a:pt x="5" y="1"/>
                      <a:pt x="0" y="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37" y="153"/>
                      <a:pt x="71" y="154"/>
                      <a:pt x="77" y="154"/>
                    </a:cubicBezTo>
                    <a:cubicBezTo>
                      <a:pt x="90" y="154"/>
                      <a:pt x="126" y="150"/>
                      <a:pt x="127" y="101"/>
                    </a:cubicBezTo>
                    <a:cubicBezTo>
                      <a:pt x="128" y="48"/>
                      <a:pt x="77" y="46"/>
                      <a:pt x="77" y="4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73" name="组合 672"/>
            <p:cNvGrpSpPr/>
            <p:nvPr/>
          </p:nvGrpSpPr>
          <p:grpSpPr>
            <a:xfrm>
              <a:off x="1500242" y="3623212"/>
              <a:ext cx="508000" cy="309563"/>
              <a:chOff x="2651125" y="3654743"/>
              <a:chExt cx="508000" cy="309563"/>
            </a:xfrm>
          </p:grpSpPr>
          <p:sp>
            <p:nvSpPr>
              <p:cNvPr id="671" name="Freeform 282"/>
              <p:cNvSpPr>
                <a:spLocks/>
              </p:cNvSpPr>
              <p:nvPr/>
            </p:nvSpPr>
            <p:spPr bwMode="auto">
              <a:xfrm>
                <a:off x="2651125" y="3654743"/>
                <a:ext cx="508000" cy="309563"/>
              </a:xfrm>
              <a:custGeom>
                <a:avLst/>
                <a:gdLst>
                  <a:gd name="T0" fmla="*/ 169 w 212"/>
                  <a:gd name="T1" fmla="*/ 128 h 129"/>
                  <a:gd name="T2" fmla="*/ 212 w 212"/>
                  <a:gd name="T3" fmla="*/ 85 h 129"/>
                  <a:gd name="T4" fmla="*/ 170 w 212"/>
                  <a:gd name="T5" fmla="*/ 38 h 129"/>
                  <a:gd name="T6" fmla="*/ 121 w 212"/>
                  <a:gd name="T7" fmla="*/ 1 h 129"/>
                  <a:gd name="T8" fmla="*/ 76 w 212"/>
                  <a:gd name="T9" fmla="*/ 26 h 129"/>
                  <a:gd name="T10" fmla="*/ 44 w 212"/>
                  <a:gd name="T11" fmla="*/ 30 h 129"/>
                  <a:gd name="T12" fmla="*/ 29 w 212"/>
                  <a:gd name="T13" fmla="*/ 60 h 129"/>
                  <a:gd name="T14" fmla="*/ 0 w 212"/>
                  <a:gd name="T15" fmla="*/ 94 h 129"/>
                  <a:gd name="T16" fmla="*/ 26 w 212"/>
                  <a:gd name="T17" fmla="*/ 127 h 129"/>
                  <a:gd name="T18" fmla="*/ 169 w 212"/>
                  <a:gd name="T19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2" h="129">
                    <a:moveTo>
                      <a:pt x="169" y="128"/>
                    </a:moveTo>
                    <a:cubicBezTo>
                      <a:pt x="180" y="129"/>
                      <a:pt x="211" y="125"/>
                      <a:pt x="212" y="85"/>
                    </a:cubicBezTo>
                    <a:cubicBezTo>
                      <a:pt x="212" y="41"/>
                      <a:pt x="170" y="38"/>
                      <a:pt x="170" y="38"/>
                    </a:cubicBezTo>
                    <a:cubicBezTo>
                      <a:pt x="170" y="38"/>
                      <a:pt x="155" y="1"/>
                      <a:pt x="121" y="1"/>
                    </a:cubicBezTo>
                    <a:cubicBezTo>
                      <a:pt x="86" y="0"/>
                      <a:pt x="76" y="26"/>
                      <a:pt x="76" y="26"/>
                    </a:cubicBezTo>
                    <a:cubicBezTo>
                      <a:pt x="76" y="26"/>
                      <a:pt x="59" y="19"/>
                      <a:pt x="44" y="30"/>
                    </a:cubicBezTo>
                    <a:cubicBezTo>
                      <a:pt x="25" y="45"/>
                      <a:pt x="29" y="60"/>
                      <a:pt x="29" y="60"/>
                    </a:cubicBezTo>
                    <a:cubicBezTo>
                      <a:pt x="29" y="60"/>
                      <a:pt x="1" y="64"/>
                      <a:pt x="0" y="94"/>
                    </a:cubicBezTo>
                    <a:cubicBezTo>
                      <a:pt x="0" y="123"/>
                      <a:pt x="26" y="127"/>
                      <a:pt x="26" y="127"/>
                    </a:cubicBezTo>
                    <a:cubicBezTo>
                      <a:pt x="26" y="127"/>
                      <a:pt x="159" y="128"/>
                      <a:pt x="169" y="128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72" name="Freeform 283"/>
              <p:cNvSpPr>
                <a:spLocks/>
              </p:cNvSpPr>
              <p:nvPr/>
            </p:nvSpPr>
            <p:spPr bwMode="auto">
              <a:xfrm>
                <a:off x="2905125" y="3657918"/>
                <a:ext cx="254000" cy="306388"/>
              </a:xfrm>
              <a:custGeom>
                <a:avLst/>
                <a:gdLst>
                  <a:gd name="T0" fmla="*/ 64 w 106"/>
                  <a:gd name="T1" fmla="*/ 37 h 128"/>
                  <a:gd name="T2" fmla="*/ 15 w 106"/>
                  <a:gd name="T3" fmla="*/ 0 h 128"/>
                  <a:gd name="T4" fmla="*/ 0 w 106"/>
                  <a:gd name="T5" fmla="*/ 1 h 128"/>
                  <a:gd name="T6" fmla="*/ 0 w 106"/>
                  <a:gd name="T7" fmla="*/ 127 h 128"/>
                  <a:gd name="T8" fmla="*/ 63 w 106"/>
                  <a:gd name="T9" fmla="*/ 127 h 128"/>
                  <a:gd name="T10" fmla="*/ 106 w 106"/>
                  <a:gd name="T11" fmla="*/ 84 h 128"/>
                  <a:gd name="T12" fmla="*/ 64 w 106"/>
                  <a:gd name="T13" fmla="*/ 3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28">
                    <a:moveTo>
                      <a:pt x="64" y="37"/>
                    </a:moveTo>
                    <a:cubicBezTo>
                      <a:pt x="64" y="37"/>
                      <a:pt x="49" y="0"/>
                      <a:pt x="15" y="0"/>
                    </a:cubicBezTo>
                    <a:cubicBezTo>
                      <a:pt x="9" y="0"/>
                      <a:pt x="4" y="0"/>
                      <a:pt x="0" y="1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30" y="127"/>
                      <a:pt x="59" y="127"/>
                      <a:pt x="63" y="127"/>
                    </a:cubicBezTo>
                    <a:cubicBezTo>
                      <a:pt x="74" y="128"/>
                      <a:pt x="105" y="124"/>
                      <a:pt x="106" y="84"/>
                    </a:cubicBezTo>
                    <a:cubicBezTo>
                      <a:pt x="106" y="40"/>
                      <a:pt x="64" y="37"/>
                      <a:pt x="64" y="37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58" name="组合 957"/>
            <p:cNvGrpSpPr/>
            <p:nvPr/>
          </p:nvGrpSpPr>
          <p:grpSpPr>
            <a:xfrm>
              <a:off x="7629580" y="3753387"/>
              <a:ext cx="534988" cy="288926"/>
              <a:chOff x="8780463" y="3784918"/>
              <a:chExt cx="534988" cy="288926"/>
            </a:xfrm>
          </p:grpSpPr>
          <p:sp>
            <p:nvSpPr>
              <p:cNvPr id="956" name="Freeform 286"/>
              <p:cNvSpPr>
                <a:spLocks/>
              </p:cNvSpPr>
              <p:nvPr/>
            </p:nvSpPr>
            <p:spPr bwMode="auto">
              <a:xfrm>
                <a:off x="8780463" y="3784918"/>
                <a:ext cx="534988" cy="288925"/>
              </a:xfrm>
              <a:custGeom>
                <a:avLst/>
                <a:gdLst>
                  <a:gd name="T0" fmla="*/ 20 w 223"/>
                  <a:gd name="T1" fmla="*/ 121 h 121"/>
                  <a:gd name="T2" fmla="*/ 192 w 223"/>
                  <a:gd name="T3" fmla="*/ 121 h 121"/>
                  <a:gd name="T4" fmla="*/ 223 w 223"/>
                  <a:gd name="T5" fmla="*/ 95 h 121"/>
                  <a:gd name="T6" fmla="*/ 193 w 223"/>
                  <a:gd name="T7" fmla="*/ 57 h 121"/>
                  <a:gd name="T8" fmla="*/ 177 w 223"/>
                  <a:gd name="T9" fmla="*/ 32 h 121"/>
                  <a:gd name="T10" fmla="*/ 139 w 223"/>
                  <a:gd name="T11" fmla="*/ 29 h 121"/>
                  <a:gd name="T12" fmla="*/ 102 w 223"/>
                  <a:gd name="T13" fmla="*/ 0 h 121"/>
                  <a:gd name="T14" fmla="*/ 66 w 223"/>
                  <a:gd name="T15" fmla="*/ 30 h 121"/>
                  <a:gd name="T16" fmla="*/ 31 w 223"/>
                  <a:gd name="T17" fmla="*/ 40 h 121"/>
                  <a:gd name="T18" fmla="*/ 23 w 223"/>
                  <a:gd name="T19" fmla="*/ 71 h 121"/>
                  <a:gd name="T20" fmla="*/ 0 w 223"/>
                  <a:gd name="T21" fmla="*/ 101 h 121"/>
                  <a:gd name="T22" fmla="*/ 20 w 223"/>
                  <a:gd name="T2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3" h="121">
                    <a:moveTo>
                      <a:pt x="20" y="121"/>
                    </a:moveTo>
                    <a:cubicBezTo>
                      <a:pt x="41" y="121"/>
                      <a:pt x="117" y="121"/>
                      <a:pt x="192" y="121"/>
                    </a:cubicBezTo>
                    <a:cubicBezTo>
                      <a:pt x="206" y="121"/>
                      <a:pt x="223" y="109"/>
                      <a:pt x="223" y="95"/>
                    </a:cubicBezTo>
                    <a:cubicBezTo>
                      <a:pt x="223" y="62"/>
                      <a:pt x="193" y="57"/>
                      <a:pt x="193" y="57"/>
                    </a:cubicBezTo>
                    <a:cubicBezTo>
                      <a:pt x="193" y="57"/>
                      <a:pt x="195" y="41"/>
                      <a:pt x="177" y="32"/>
                    </a:cubicBezTo>
                    <a:cubicBezTo>
                      <a:pt x="159" y="23"/>
                      <a:pt x="139" y="29"/>
                      <a:pt x="139" y="29"/>
                    </a:cubicBezTo>
                    <a:cubicBezTo>
                      <a:pt x="139" y="29"/>
                      <a:pt x="136" y="0"/>
                      <a:pt x="102" y="0"/>
                    </a:cubicBezTo>
                    <a:cubicBezTo>
                      <a:pt x="67" y="0"/>
                      <a:pt x="66" y="30"/>
                      <a:pt x="66" y="30"/>
                    </a:cubicBezTo>
                    <a:cubicBezTo>
                      <a:pt x="66" y="30"/>
                      <a:pt x="48" y="24"/>
                      <a:pt x="31" y="40"/>
                    </a:cubicBezTo>
                    <a:cubicBezTo>
                      <a:pt x="14" y="57"/>
                      <a:pt x="23" y="71"/>
                      <a:pt x="23" y="71"/>
                    </a:cubicBezTo>
                    <a:cubicBezTo>
                      <a:pt x="23" y="71"/>
                      <a:pt x="0" y="79"/>
                      <a:pt x="0" y="101"/>
                    </a:cubicBezTo>
                    <a:cubicBezTo>
                      <a:pt x="0" y="109"/>
                      <a:pt x="8" y="121"/>
                      <a:pt x="20" y="121"/>
                    </a:cubicBezTo>
                    <a:close/>
                  </a:path>
                </a:pathLst>
              </a:custGeom>
              <a:solidFill>
                <a:srgbClr val="A7D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7" name="Freeform 287"/>
              <p:cNvSpPr>
                <a:spLocks/>
              </p:cNvSpPr>
              <p:nvPr/>
            </p:nvSpPr>
            <p:spPr bwMode="auto">
              <a:xfrm>
                <a:off x="9048750" y="3786506"/>
                <a:ext cx="266700" cy="287338"/>
              </a:xfrm>
              <a:custGeom>
                <a:avLst/>
                <a:gdLst>
                  <a:gd name="T0" fmla="*/ 81 w 111"/>
                  <a:gd name="T1" fmla="*/ 56 h 120"/>
                  <a:gd name="T2" fmla="*/ 65 w 111"/>
                  <a:gd name="T3" fmla="*/ 31 h 120"/>
                  <a:gd name="T4" fmla="*/ 27 w 111"/>
                  <a:gd name="T5" fmla="*/ 28 h 120"/>
                  <a:gd name="T6" fmla="*/ 0 w 111"/>
                  <a:gd name="T7" fmla="*/ 0 h 120"/>
                  <a:gd name="T8" fmla="*/ 0 w 111"/>
                  <a:gd name="T9" fmla="*/ 120 h 120"/>
                  <a:gd name="T10" fmla="*/ 80 w 111"/>
                  <a:gd name="T11" fmla="*/ 120 h 120"/>
                  <a:gd name="T12" fmla="*/ 111 w 111"/>
                  <a:gd name="T13" fmla="*/ 94 h 120"/>
                  <a:gd name="T14" fmla="*/ 81 w 111"/>
                  <a:gd name="T15" fmla="*/ 56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20">
                    <a:moveTo>
                      <a:pt x="81" y="56"/>
                    </a:moveTo>
                    <a:cubicBezTo>
                      <a:pt x="81" y="56"/>
                      <a:pt x="83" y="40"/>
                      <a:pt x="65" y="31"/>
                    </a:cubicBezTo>
                    <a:cubicBezTo>
                      <a:pt x="47" y="22"/>
                      <a:pt x="27" y="28"/>
                      <a:pt x="27" y="28"/>
                    </a:cubicBezTo>
                    <a:cubicBezTo>
                      <a:pt x="27" y="28"/>
                      <a:pt x="25" y="5"/>
                      <a:pt x="0" y="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5" y="120"/>
                      <a:pt x="52" y="120"/>
                      <a:pt x="80" y="120"/>
                    </a:cubicBezTo>
                    <a:cubicBezTo>
                      <a:pt x="94" y="120"/>
                      <a:pt x="111" y="108"/>
                      <a:pt x="111" y="94"/>
                    </a:cubicBezTo>
                    <a:cubicBezTo>
                      <a:pt x="111" y="61"/>
                      <a:pt x="81" y="56"/>
                      <a:pt x="81" y="56"/>
                    </a:cubicBezTo>
                    <a:close/>
                  </a:path>
                </a:pathLst>
              </a:custGeom>
              <a:solidFill>
                <a:srgbClr val="8EC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85" name="组合 984"/>
            <p:cNvGrpSpPr/>
            <p:nvPr/>
          </p:nvGrpSpPr>
          <p:grpSpPr>
            <a:xfrm>
              <a:off x="6350848" y="5169756"/>
              <a:ext cx="331788" cy="265113"/>
              <a:chOff x="7501731" y="5201287"/>
              <a:chExt cx="331788" cy="265113"/>
            </a:xfrm>
          </p:grpSpPr>
          <p:sp>
            <p:nvSpPr>
              <p:cNvPr id="962" name="Freeform 234"/>
              <p:cNvSpPr>
                <a:spLocks/>
              </p:cNvSpPr>
              <p:nvPr/>
            </p:nvSpPr>
            <p:spPr bwMode="auto">
              <a:xfrm>
                <a:off x="7592219" y="5344162"/>
                <a:ext cx="19050" cy="122238"/>
              </a:xfrm>
              <a:custGeom>
                <a:avLst/>
                <a:gdLst>
                  <a:gd name="T0" fmla="*/ 12 w 12"/>
                  <a:gd name="T1" fmla="*/ 77 h 77"/>
                  <a:gd name="T2" fmla="*/ 1 w 12"/>
                  <a:gd name="T3" fmla="*/ 77 h 77"/>
                  <a:gd name="T4" fmla="*/ 0 w 12"/>
                  <a:gd name="T5" fmla="*/ 0 h 77"/>
                  <a:gd name="T6" fmla="*/ 10 w 12"/>
                  <a:gd name="T7" fmla="*/ 0 h 77"/>
                  <a:gd name="T8" fmla="*/ 12 w 12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7">
                    <a:moveTo>
                      <a:pt x="12" y="77"/>
                    </a:moveTo>
                    <a:lnTo>
                      <a:pt x="1" y="77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77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9" name="Freeform 241"/>
              <p:cNvSpPr>
                <a:spLocks/>
              </p:cNvSpPr>
              <p:nvPr/>
            </p:nvSpPr>
            <p:spPr bwMode="auto">
              <a:xfrm>
                <a:off x="7580313" y="5261293"/>
                <a:ext cx="211138" cy="125413"/>
              </a:xfrm>
              <a:custGeom>
                <a:avLst/>
                <a:gdLst>
                  <a:gd name="T0" fmla="*/ 88 w 88"/>
                  <a:gd name="T1" fmla="*/ 32 h 52"/>
                  <a:gd name="T2" fmla="*/ 75 w 88"/>
                  <a:gd name="T3" fmla="*/ 43 h 52"/>
                  <a:gd name="T4" fmla="*/ 14 w 88"/>
                  <a:gd name="T5" fmla="*/ 52 h 52"/>
                  <a:gd name="T6" fmla="*/ 1 w 88"/>
                  <a:gd name="T7" fmla="*/ 41 h 52"/>
                  <a:gd name="T8" fmla="*/ 0 w 88"/>
                  <a:gd name="T9" fmla="*/ 12 h 52"/>
                  <a:gd name="T10" fmla="*/ 13 w 88"/>
                  <a:gd name="T11" fmla="*/ 1 h 52"/>
                  <a:gd name="T12" fmla="*/ 74 w 88"/>
                  <a:gd name="T13" fmla="*/ 0 h 52"/>
                  <a:gd name="T14" fmla="*/ 87 w 88"/>
                  <a:gd name="T15" fmla="*/ 11 h 52"/>
                  <a:gd name="T16" fmla="*/ 88 w 88"/>
                  <a:gd name="T17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52">
                    <a:moveTo>
                      <a:pt x="88" y="32"/>
                    </a:moveTo>
                    <a:cubicBezTo>
                      <a:pt x="88" y="38"/>
                      <a:pt x="82" y="43"/>
                      <a:pt x="75" y="4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7" y="52"/>
                      <a:pt x="1" y="47"/>
                      <a:pt x="1" y="4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6"/>
                      <a:pt x="6" y="1"/>
                      <a:pt x="13" y="1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81" y="0"/>
                      <a:pt x="87" y="5"/>
                      <a:pt x="87" y="11"/>
                    </a:cubicBezTo>
                    <a:lnTo>
                      <a:pt x="88" y="32"/>
                    </a:ln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0" name="Freeform 232"/>
              <p:cNvSpPr>
                <a:spLocks/>
              </p:cNvSpPr>
              <p:nvPr/>
            </p:nvSpPr>
            <p:spPr bwMode="auto">
              <a:xfrm>
                <a:off x="7554119" y="5201287"/>
                <a:ext cx="117475" cy="171450"/>
              </a:xfrm>
              <a:custGeom>
                <a:avLst/>
                <a:gdLst>
                  <a:gd name="T0" fmla="*/ 0 w 49"/>
                  <a:gd name="T1" fmla="*/ 25 h 71"/>
                  <a:gd name="T2" fmla="*/ 0 w 49"/>
                  <a:gd name="T3" fmla="*/ 1 h 71"/>
                  <a:gd name="T4" fmla="*/ 48 w 49"/>
                  <a:gd name="T5" fmla="*/ 36 h 71"/>
                  <a:gd name="T6" fmla="*/ 0 w 49"/>
                  <a:gd name="T7" fmla="*/ 2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71">
                    <a:moveTo>
                      <a:pt x="0" y="2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8" y="0"/>
                      <a:pt x="48" y="36"/>
                    </a:cubicBezTo>
                    <a:cubicBezTo>
                      <a:pt x="49" y="71"/>
                      <a:pt x="1" y="40"/>
                      <a:pt x="0" y="25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1" name="Freeform 247"/>
              <p:cNvSpPr>
                <a:spLocks/>
              </p:cNvSpPr>
              <p:nvPr/>
            </p:nvSpPr>
            <p:spPr bwMode="auto">
              <a:xfrm>
                <a:off x="7582694" y="5247325"/>
                <a:ext cx="52388" cy="139700"/>
              </a:xfrm>
              <a:custGeom>
                <a:avLst/>
                <a:gdLst>
                  <a:gd name="T0" fmla="*/ 0 w 22"/>
                  <a:gd name="T1" fmla="*/ 0 h 58"/>
                  <a:gd name="T2" fmla="*/ 6 w 22"/>
                  <a:gd name="T3" fmla="*/ 0 h 58"/>
                  <a:gd name="T4" fmla="*/ 22 w 22"/>
                  <a:gd name="T5" fmla="*/ 15 h 58"/>
                  <a:gd name="T6" fmla="*/ 17 w 22"/>
                  <a:gd name="T7" fmla="*/ 42 h 58"/>
                  <a:gd name="T8" fmla="*/ 2 w 22"/>
                  <a:gd name="T9" fmla="*/ 58 h 58"/>
                  <a:gd name="T10" fmla="*/ 0 w 22"/>
                  <a:gd name="T11" fmla="*/ 58 h 58"/>
                  <a:gd name="T12" fmla="*/ 0 w 22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5" y="0"/>
                      <a:pt x="22" y="7"/>
                      <a:pt x="22" y="15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5" y="52"/>
                      <a:pt x="10" y="58"/>
                      <a:pt x="2" y="58"/>
                    </a:cubicBezTo>
                    <a:cubicBezTo>
                      <a:pt x="0" y="58"/>
                      <a:pt x="0" y="58"/>
                      <a:pt x="0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3" name="Freeform 251"/>
              <p:cNvSpPr>
                <a:spLocks/>
              </p:cNvSpPr>
              <p:nvPr/>
            </p:nvSpPr>
            <p:spPr bwMode="auto">
              <a:xfrm>
                <a:off x="7583488" y="5343843"/>
                <a:ext cx="38100" cy="42863"/>
              </a:xfrm>
              <a:custGeom>
                <a:avLst/>
                <a:gdLst>
                  <a:gd name="T0" fmla="*/ 1 w 16"/>
                  <a:gd name="T1" fmla="*/ 1 h 18"/>
                  <a:gd name="T2" fmla="*/ 0 w 16"/>
                  <a:gd name="T3" fmla="*/ 1 h 18"/>
                  <a:gd name="T4" fmla="*/ 0 w 16"/>
                  <a:gd name="T5" fmla="*/ 18 h 18"/>
                  <a:gd name="T6" fmla="*/ 2 w 16"/>
                  <a:gd name="T7" fmla="*/ 18 h 18"/>
                  <a:gd name="T8" fmla="*/ 16 w 16"/>
                  <a:gd name="T9" fmla="*/ 5 h 18"/>
                  <a:gd name="T10" fmla="*/ 1 w 16"/>
                  <a:gd name="T1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9" y="18"/>
                      <a:pt x="14" y="13"/>
                      <a:pt x="16" y="5"/>
                    </a:cubicBezTo>
                    <a:cubicBezTo>
                      <a:pt x="13" y="2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59" name="Freeform 231"/>
              <p:cNvSpPr>
                <a:spLocks/>
              </p:cNvSpPr>
              <p:nvPr/>
            </p:nvSpPr>
            <p:spPr bwMode="auto">
              <a:xfrm>
                <a:off x="7747794" y="5271137"/>
                <a:ext cx="85725" cy="96838"/>
              </a:xfrm>
              <a:custGeom>
                <a:avLst/>
                <a:gdLst>
                  <a:gd name="T0" fmla="*/ 10 w 36"/>
                  <a:gd name="T1" fmla="*/ 3 h 40"/>
                  <a:gd name="T2" fmla="*/ 21 w 36"/>
                  <a:gd name="T3" fmla="*/ 0 h 40"/>
                  <a:gd name="T4" fmla="*/ 36 w 36"/>
                  <a:gd name="T5" fmla="*/ 21 h 40"/>
                  <a:gd name="T6" fmla="*/ 36 w 36"/>
                  <a:gd name="T7" fmla="*/ 40 h 40"/>
                  <a:gd name="T8" fmla="*/ 22 w 36"/>
                  <a:gd name="T9" fmla="*/ 40 h 40"/>
                  <a:gd name="T10" fmla="*/ 24 w 36"/>
                  <a:gd name="T11" fmla="*/ 19 h 40"/>
                  <a:gd name="T12" fmla="*/ 11 w 36"/>
                  <a:gd name="T13" fmla="*/ 7 h 40"/>
                  <a:gd name="T14" fmla="*/ 10 w 36"/>
                  <a:gd name="T15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10" y="3"/>
                    </a:moveTo>
                    <a:cubicBezTo>
                      <a:pt x="10" y="3"/>
                      <a:pt x="15" y="0"/>
                      <a:pt x="21" y="0"/>
                    </a:cubicBezTo>
                    <a:cubicBezTo>
                      <a:pt x="26" y="0"/>
                      <a:pt x="35" y="6"/>
                      <a:pt x="36" y="21"/>
                    </a:cubicBezTo>
                    <a:cubicBezTo>
                      <a:pt x="36" y="35"/>
                      <a:pt x="36" y="40"/>
                      <a:pt x="36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4" y="28"/>
                      <a:pt x="24" y="19"/>
                    </a:cubicBezTo>
                    <a:cubicBezTo>
                      <a:pt x="24" y="9"/>
                      <a:pt x="21" y="3"/>
                      <a:pt x="11" y="7"/>
                    </a:cubicBezTo>
                    <a:cubicBezTo>
                      <a:pt x="0" y="11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AF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1" name="Freeform 233"/>
              <p:cNvSpPr>
                <a:spLocks/>
              </p:cNvSpPr>
              <p:nvPr/>
            </p:nvSpPr>
            <p:spPr bwMode="auto">
              <a:xfrm>
                <a:off x="7638256" y="5363212"/>
                <a:ext cx="15875" cy="100013"/>
              </a:xfrm>
              <a:custGeom>
                <a:avLst/>
                <a:gdLst>
                  <a:gd name="T0" fmla="*/ 10 w 10"/>
                  <a:gd name="T1" fmla="*/ 63 h 63"/>
                  <a:gd name="T2" fmla="*/ 0 w 10"/>
                  <a:gd name="T3" fmla="*/ 63 h 63"/>
                  <a:gd name="T4" fmla="*/ 0 w 10"/>
                  <a:gd name="T5" fmla="*/ 0 h 63"/>
                  <a:gd name="T6" fmla="*/ 9 w 10"/>
                  <a:gd name="T7" fmla="*/ 0 h 63"/>
                  <a:gd name="T8" fmla="*/ 10 w 10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lnTo>
                      <a:pt x="0" y="63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3" name="Rectangle 235"/>
              <p:cNvSpPr>
                <a:spLocks noChangeArrowheads="1"/>
              </p:cNvSpPr>
              <p:nvPr/>
            </p:nvSpPr>
            <p:spPr bwMode="auto">
              <a:xfrm>
                <a:off x="7593806" y="5455287"/>
                <a:ext cx="17463" cy="11113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4" name="Rectangle 236"/>
              <p:cNvSpPr>
                <a:spLocks noChangeArrowheads="1"/>
              </p:cNvSpPr>
              <p:nvPr/>
            </p:nvSpPr>
            <p:spPr bwMode="auto">
              <a:xfrm>
                <a:off x="7638256" y="5455287"/>
                <a:ext cx="15875" cy="7938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5" name="Freeform 237"/>
              <p:cNvSpPr>
                <a:spLocks/>
              </p:cNvSpPr>
              <p:nvPr/>
            </p:nvSpPr>
            <p:spPr bwMode="auto">
              <a:xfrm>
                <a:off x="7766844" y="5350512"/>
                <a:ext cx="17463" cy="112713"/>
              </a:xfrm>
              <a:custGeom>
                <a:avLst/>
                <a:gdLst>
                  <a:gd name="T0" fmla="*/ 11 w 11"/>
                  <a:gd name="T1" fmla="*/ 70 h 71"/>
                  <a:gd name="T2" fmla="*/ 2 w 11"/>
                  <a:gd name="T3" fmla="*/ 71 h 71"/>
                  <a:gd name="T4" fmla="*/ 0 w 11"/>
                  <a:gd name="T5" fmla="*/ 0 h 71"/>
                  <a:gd name="T6" fmla="*/ 11 w 11"/>
                  <a:gd name="T7" fmla="*/ 0 h 71"/>
                  <a:gd name="T8" fmla="*/ 11 w 11"/>
                  <a:gd name="T9" fmla="*/ 7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0"/>
                    </a:moveTo>
                    <a:lnTo>
                      <a:pt x="2" y="7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70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6" name="Freeform 238"/>
              <p:cNvSpPr>
                <a:spLocks/>
              </p:cNvSpPr>
              <p:nvPr/>
            </p:nvSpPr>
            <p:spPr bwMode="auto">
              <a:xfrm>
                <a:off x="7770019" y="5453700"/>
                <a:ext cx="14288" cy="9525"/>
              </a:xfrm>
              <a:custGeom>
                <a:avLst/>
                <a:gdLst>
                  <a:gd name="T0" fmla="*/ 0 w 9"/>
                  <a:gd name="T1" fmla="*/ 0 h 6"/>
                  <a:gd name="T2" fmla="*/ 0 w 9"/>
                  <a:gd name="T3" fmla="*/ 6 h 6"/>
                  <a:gd name="T4" fmla="*/ 9 w 9"/>
                  <a:gd name="T5" fmla="*/ 5 h 6"/>
                  <a:gd name="T6" fmla="*/ 9 w 9"/>
                  <a:gd name="T7" fmla="*/ 0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0" y="6"/>
                    </a:lnTo>
                    <a:lnTo>
                      <a:pt x="9" y="5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7" name="Freeform 239"/>
              <p:cNvSpPr>
                <a:spLocks/>
              </p:cNvSpPr>
              <p:nvPr/>
            </p:nvSpPr>
            <p:spPr bwMode="auto">
              <a:xfrm>
                <a:off x="7730331" y="5350512"/>
                <a:ext cx="17463" cy="112713"/>
              </a:xfrm>
              <a:custGeom>
                <a:avLst/>
                <a:gdLst>
                  <a:gd name="T0" fmla="*/ 11 w 11"/>
                  <a:gd name="T1" fmla="*/ 71 h 71"/>
                  <a:gd name="T2" fmla="*/ 0 w 11"/>
                  <a:gd name="T3" fmla="*/ 71 h 71"/>
                  <a:gd name="T4" fmla="*/ 0 w 11"/>
                  <a:gd name="T5" fmla="*/ 0 h 71"/>
                  <a:gd name="T6" fmla="*/ 10 w 11"/>
                  <a:gd name="T7" fmla="*/ 0 h 71"/>
                  <a:gd name="T8" fmla="*/ 11 w 11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1">
                    <a:moveTo>
                      <a:pt x="11" y="71"/>
                    </a:moveTo>
                    <a:lnTo>
                      <a:pt x="0" y="7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1" y="71"/>
                    </a:ln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8" name="Rectangle 240"/>
              <p:cNvSpPr>
                <a:spLocks noChangeArrowheads="1"/>
              </p:cNvSpPr>
              <p:nvPr/>
            </p:nvSpPr>
            <p:spPr bwMode="auto">
              <a:xfrm>
                <a:off x="7730331" y="5453700"/>
                <a:ext cx="17463" cy="9525"/>
              </a:xfrm>
              <a:prstGeom prst="rect">
                <a:avLst/>
              </a:pr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69" name="Freeform 242"/>
              <p:cNvSpPr>
                <a:spLocks/>
              </p:cNvSpPr>
              <p:nvPr/>
            </p:nvSpPr>
            <p:spPr bwMode="auto">
              <a:xfrm>
                <a:off x="7501731" y="5240975"/>
                <a:ext cx="58738" cy="47625"/>
              </a:xfrm>
              <a:custGeom>
                <a:avLst/>
                <a:gdLst>
                  <a:gd name="T0" fmla="*/ 25 w 25"/>
                  <a:gd name="T1" fmla="*/ 17 h 20"/>
                  <a:gd name="T2" fmla="*/ 13 w 25"/>
                  <a:gd name="T3" fmla="*/ 3 h 20"/>
                  <a:gd name="T4" fmla="*/ 0 w 25"/>
                  <a:gd name="T5" fmla="*/ 2 h 20"/>
                  <a:gd name="T6" fmla="*/ 11 w 25"/>
                  <a:gd name="T7" fmla="*/ 17 h 20"/>
                  <a:gd name="T8" fmla="*/ 25 w 25"/>
                  <a:gd name="T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5" y="17"/>
                    </a:moveTo>
                    <a:cubicBezTo>
                      <a:pt x="23" y="12"/>
                      <a:pt x="18" y="6"/>
                      <a:pt x="13" y="3"/>
                    </a:cubicBezTo>
                    <a:cubicBezTo>
                      <a:pt x="8" y="0"/>
                      <a:pt x="3" y="0"/>
                      <a:pt x="0" y="2"/>
                    </a:cubicBezTo>
                    <a:cubicBezTo>
                      <a:pt x="2" y="8"/>
                      <a:pt x="6" y="13"/>
                      <a:pt x="11" y="17"/>
                    </a:cubicBezTo>
                    <a:cubicBezTo>
                      <a:pt x="17" y="20"/>
                      <a:pt x="22" y="20"/>
                      <a:pt x="25" y="17"/>
                    </a:cubicBez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0" name="Freeform 246"/>
              <p:cNvSpPr>
                <a:spLocks/>
              </p:cNvSpPr>
              <p:nvPr/>
            </p:nvSpPr>
            <p:spPr bwMode="auto">
              <a:xfrm>
                <a:off x="7527131" y="5247325"/>
                <a:ext cx="55563" cy="139700"/>
              </a:xfrm>
              <a:custGeom>
                <a:avLst/>
                <a:gdLst>
                  <a:gd name="T0" fmla="*/ 23 w 23"/>
                  <a:gd name="T1" fmla="*/ 0 h 58"/>
                  <a:gd name="T2" fmla="*/ 16 w 23"/>
                  <a:gd name="T3" fmla="*/ 1 h 58"/>
                  <a:gd name="T4" fmla="*/ 1 w 23"/>
                  <a:gd name="T5" fmla="*/ 16 h 58"/>
                  <a:gd name="T6" fmla="*/ 6 w 23"/>
                  <a:gd name="T7" fmla="*/ 43 h 58"/>
                  <a:gd name="T8" fmla="*/ 22 w 23"/>
                  <a:gd name="T9" fmla="*/ 58 h 58"/>
                  <a:gd name="T10" fmla="*/ 23 w 23"/>
                  <a:gd name="T11" fmla="*/ 58 h 58"/>
                  <a:gd name="T12" fmla="*/ 23 w 23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8">
                    <a:moveTo>
                      <a:pt x="23" y="0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7" y="1"/>
                      <a:pt x="0" y="8"/>
                      <a:pt x="1" y="16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53"/>
                      <a:pt x="14" y="58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7D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2" name="Freeform 248"/>
              <p:cNvSpPr>
                <a:spLocks/>
              </p:cNvSpPr>
              <p:nvPr/>
            </p:nvSpPr>
            <p:spPr bwMode="auto">
              <a:xfrm>
                <a:off x="7555706" y="5283837"/>
                <a:ext cx="14288" cy="14288"/>
              </a:xfrm>
              <a:custGeom>
                <a:avLst/>
                <a:gdLst>
                  <a:gd name="T0" fmla="*/ 6 w 6"/>
                  <a:gd name="T1" fmla="*/ 3 h 6"/>
                  <a:gd name="T2" fmla="*/ 3 w 6"/>
                  <a:gd name="T3" fmla="*/ 6 h 6"/>
                  <a:gd name="T4" fmla="*/ 0 w 6"/>
                  <a:gd name="T5" fmla="*/ 3 h 6"/>
                  <a:gd name="T6" fmla="*/ 3 w 6"/>
                  <a:gd name="T7" fmla="*/ 0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3" name="Freeform 249"/>
              <p:cNvSpPr>
                <a:spLocks/>
              </p:cNvSpPr>
              <p:nvPr/>
            </p:nvSpPr>
            <p:spPr bwMode="auto">
              <a:xfrm>
                <a:off x="7592219" y="5283837"/>
                <a:ext cx="15875" cy="14288"/>
              </a:xfrm>
              <a:custGeom>
                <a:avLst/>
                <a:gdLst>
                  <a:gd name="T0" fmla="*/ 7 w 7"/>
                  <a:gd name="T1" fmla="*/ 3 h 6"/>
                  <a:gd name="T2" fmla="*/ 3 w 7"/>
                  <a:gd name="T3" fmla="*/ 6 h 6"/>
                  <a:gd name="T4" fmla="*/ 0 w 7"/>
                  <a:gd name="T5" fmla="*/ 3 h 6"/>
                  <a:gd name="T6" fmla="*/ 3 w 7"/>
                  <a:gd name="T7" fmla="*/ 0 h 6"/>
                  <a:gd name="T8" fmla="*/ 7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4" name="Freeform 250"/>
              <p:cNvSpPr>
                <a:spLocks/>
              </p:cNvSpPr>
              <p:nvPr/>
            </p:nvSpPr>
            <p:spPr bwMode="auto">
              <a:xfrm>
                <a:off x="7544594" y="5345750"/>
                <a:ext cx="38100" cy="41275"/>
              </a:xfrm>
              <a:custGeom>
                <a:avLst/>
                <a:gdLst>
                  <a:gd name="T0" fmla="*/ 0 w 16"/>
                  <a:gd name="T1" fmla="*/ 5 h 17"/>
                  <a:gd name="T2" fmla="*/ 15 w 16"/>
                  <a:gd name="T3" fmla="*/ 17 h 17"/>
                  <a:gd name="T4" fmla="*/ 16 w 16"/>
                  <a:gd name="T5" fmla="*/ 17 h 17"/>
                  <a:gd name="T6" fmla="*/ 16 w 16"/>
                  <a:gd name="T7" fmla="*/ 0 h 17"/>
                  <a:gd name="T8" fmla="*/ 0 w 16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5"/>
                    </a:moveTo>
                    <a:cubicBezTo>
                      <a:pt x="3" y="13"/>
                      <a:pt x="8" y="17"/>
                      <a:pt x="15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0"/>
                      <a:pt x="3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5" name="Oval 252"/>
              <p:cNvSpPr>
                <a:spLocks noChangeArrowheads="1"/>
              </p:cNvSpPr>
              <p:nvPr/>
            </p:nvSpPr>
            <p:spPr bwMode="auto">
              <a:xfrm>
                <a:off x="7563644" y="5360037"/>
                <a:ext cx="11113" cy="12700"/>
              </a:xfrm>
              <a:prstGeom prst="ellipse">
                <a:avLst/>
              </a:pr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76" name="Freeform 253"/>
              <p:cNvSpPr>
                <a:spLocks/>
              </p:cNvSpPr>
              <p:nvPr/>
            </p:nvSpPr>
            <p:spPr bwMode="auto">
              <a:xfrm>
                <a:off x="7592219" y="5360037"/>
                <a:ext cx="11113" cy="12700"/>
              </a:xfrm>
              <a:custGeom>
                <a:avLst/>
                <a:gdLst>
                  <a:gd name="T0" fmla="*/ 5 w 5"/>
                  <a:gd name="T1" fmla="*/ 2 h 5"/>
                  <a:gd name="T2" fmla="*/ 2 w 5"/>
                  <a:gd name="T3" fmla="*/ 5 h 5"/>
                  <a:gd name="T4" fmla="*/ 0 w 5"/>
                  <a:gd name="T5" fmla="*/ 2 h 5"/>
                  <a:gd name="T6" fmla="*/ 2 w 5"/>
                  <a:gd name="T7" fmla="*/ 0 h 5"/>
                  <a:gd name="T8" fmla="*/ 5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3"/>
                      <a:pt x="4" y="4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0" name="Freeform 243"/>
              <p:cNvSpPr>
                <a:spLocks/>
              </p:cNvSpPr>
              <p:nvPr/>
            </p:nvSpPr>
            <p:spPr bwMode="auto">
              <a:xfrm>
                <a:off x="7502525" y="5240656"/>
                <a:ext cx="58738" cy="39688"/>
              </a:xfrm>
              <a:custGeom>
                <a:avLst/>
                <a:gdLst>
                  <a:gd name="T0" fmla="*/ 13 w 25"/>
                  <a:gd name="T1" fmla="*/ 3 h 17"/>
                  <a:gd name="T2" fmla="*/ 25 w 25"/>
                  <a:gd name="T3" fmla="*/ 17 h 17"/>
                  <a:gd name="T4" fmla="*/ 0 w 25"/>
                  <a:gd name="T5" fmla="*/ 2 h 17"/>
                  <a:gd name="T6" fmla="*/ 13 w 25"/>
                  <a:gd name="T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13" y="3"/>
                    </a:moveTo>
                    <a:cubicBezTo>
                      <a:pt x="18" y="6"/>
                      <a:pt x="23" y="12"/>
                      <a:pt x="25" y="1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8" y="0"/>
                      <a:pt x="13" y="3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1" name="Freeform 244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7625"/>
              </a:xfrm>
              <a:custGeom>
                <a:avLst/>
                <a:gdLst>
                  <a:gd name="T0" fmla="*/ 0 w 25"/>
                  <a:gd name="T1" fmla="*/ 18 h 20"/>
                  <a:gd name="T2" fmla="*/ 12 w 25"/>
                  <a:gd name="T3" fmla="*/ 4 h 20"/>
                  <a:gd name="T4" fmla="*/ 25 w 25"/>
                  <a:gd name="T5" fmla="*/ 2 h 20"/>
                  <a:gd name="T6" fmla="*/ 14 w 25"/>
                  <a:gd name="T7" fmla="*/ 17 h 20"/>
                  <a:gd name="T8" fmla="*/ 0 w 25"/>
                  <a:gd name="T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0" y="18"/>
                    </a:moveTo>
                    <a:cubicBezTo>
                      <a:pt x="3" y="12"/>
                      <a:pt x="7" y="7"/>
                      <a:pt x="12" y="4"/>
                    </a:cubicBezTo>
                    <a:cubicBezTo>
                      <a:pt x="17" y="0"/>
                      <a:pt x="22" y="0"/>
                      <a:pt x="25" y="2"/>
                    </a:cubicBezTo>
                    <a:cubicBezTo>
                      <a:pt x="23" y="8"/>
                      <a:pt x="19" y="14"/>
                      <a:pt x="14" y="17"/>
                    </a:cubicBezTo>
                    <a:cubicBezTo>
                      <a:pt x="9" y="20"/>
                      <a:pt x="4" y="20"/>
                      <a:pt x="0" y="18"/>
                    </a:cubicBezTo>
                    <a:close/>
                  </a:path>
                </a:pathLst>
              </a:custGeom>
              <a:solidFill>
                <a:srgbClr val="C69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82" name="Freeform 245"/>
              <p:cNvSpPr>
                <a:spLocks/>
              </p:cNvSpPr>
              <p:nvPr/>
            </p:nvSpPr>
            <p:spPr bwMode="auto">
              <a:xfrm>
                <a:off x="7602538" y="5237481"/>
                <a:ext cx="60325" cy="42863"/>
              </a:xfrm>
              <a:custGeom>
                <a:avLst/>
                <a:gdLst>
                  <a:gd name="T0" fmla="*/ 12 w 25"/>
                  <a:gd name="T1" fmla="*/ 4 h 18"/>
                  <a:gd name="T2" fmla="*/ 0 w 25"/>
                  <a:gd name="T3" fmla="*/ 18 h 18"/>
                  <a:gd name="T4" fmla="*/ 25 w 25"/>
                  <a:gd name="T5" fmla="*/ 2 h 18"/>
                  <a:gd name="T6" fmla="*/ 12 w 25"/>
                  <a:gd name="T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8">
                    <a:moveTo>
                      <a:pt x="12" y="4"/>
                    </a:moveTo>
                    <a:cubicBezTo>
                      <a:pt x="7" y="7"/>
                      <a:pt x="3" y="12"/>
                      <a:pt x="0" y="18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2" y="0"/>
                      <a:pt x="17" y="0"/>
                      <a:pt x="12" y="4"/>
                    </a:cubicBezTo>
                    <a:close/>
                  </a:path>
                </a:pathLst>
              </a:custGeom>
              <a:solidFill>
                <a:srgbClr val="AD8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900" name="组合 899">
            <a:extLst>
              <a:ext uri="{FF2B5EF4-FFF2-40B4-BE49-F238E27FC236}">
                <a16:creationId xmlns:a16="http://schemas.microsoft.com/office/drawing/2014/main" id="{DEA48D1D-E82A-F102-5318-A8B9678E358A}"/>
              </a:ext>
            </a:extLst>
          </p:cNvPr>
          <p:cNvGrpSpPr/>
          <p:nvPr/>
        </p:nvGrpSpPr>
        <p:grpSpPr>
          <a:xfrm>
            <a:off x="2797814" y="2523007"/>
            <a:ext cx="4948286" cy="1001393"/>
            <a:chOff x="2450203" y="1936425"/>
            <a:chExt cx="4948286" cy="1001393"/>
          </a:xfrm>
        </p:grpSpPr>
        <p:sp>
          <p:nvSpPr>
            <p:cNvPr id="899" name="矩形: 圆角 898">
              <a:extLst>
                <a:ext uri="{FF2B5EF4-FFF2-40B4-BE49-F238E27FC236}">
                  <a16:creationId xmlns:a16="http://schemas.microsoft.com/office/drawing/2014/main" id="{5BC387A5-42C5-E973-F380-EAC31FA40054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8" name="矩形: 圆角 897">
              <a:extLst>
                <a:ext uri="{FF2B5EF4-FFF2-40B4-BE49-F238E27FC236}">
                  <a16:creationId xmlns:a16="http://schemas.microsoft.com/office/drawing/2014/main" id="{B4DCF5EF-E2F3-D9CB-242C-8D9376BC2D20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1552694-D2CB-2FAA-A481-4E66B764ADF5}"/>
                </a:ext>
              </a:extLst>
            </p:cNvPr>
            <p:cNvSpPr txBox="1"/>
            <p:nvPr/>
          </p:nvSpPr>
          <p:spPr>
            <a:xfrm>
              <a:off x="3561462" y="2185203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-0</a:t>
              </a:r>
            </a:p>
          </p:txBody>
        </p:sp>
        <p:pic>
          <p:nvPicPr>
            <p:cNvPr id="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16530F39-39E5-4FD3-C455-72AB4097B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16485540-B220-0990-AF20-DC6FA8E4F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70166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488EE851-1A49-BF09-020D-5A8C14D2859B}"/>
                </a:ext>
              </a:extLst>
            </p:cNvPr>
            <p:cNvSpPr txBox="1"/>
            <p:nvPr/>
          </p:nvSpPr>
          <p:spPr>
            <a:xfrm>
              <a:off x="2902753" y="2375035"/>
              <a:ext cx="2060603" cy="5627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51F971B9-9A67-88B8-C9E7-2C486BD30012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-10</a:t>
              </a:r>
            </a:p>
          </p:txBody>
        </p:sp>
      </p:grpSp>
      <p:grpSp>
        <p:nvGrpSpPr>
          <p:cNvPr id="901" name="组合 900">
            <a:extLst>
              <a:ext uri="{FF2B5EF4-FFF2-40B4-BE49-F238E27FC236}">
                <a16:creationId xmlns:a16="http://schemas.microsoft.com/office/drawing/2014/main" id="{AF6D83A2-9FA1-8397-3AB3-BD72BF617D22}"/>
              </a:ext>
            </a:extLst>
          </p:cNvPr>
          <p:cNvGrpSpPr/>
          <p:nvPr/>
        </p:nvGrpSpPr>
        <p:grpSpPr>
          <a:xfrm>
            <a:off x="2797814" y="3723603"/>
            <a:ext cx="4948286" cy="1001393"/>
            <a:chOff x="2450203" y="1936425"/>
            <a:chExt cx="4948286" cy="1001393"/>
          </a:xfrm>
        </p:grpSpPr>
        <p:sp>
          <p:nvSpPr>
            <p:cNvPr id="902" name="矩形: 圆角 901">
              <a:extLst>
                <a:ext uri="{FF2B5EF4-FFF2-40B4-BE49-F238E27FC236}">
                  <a16:creationId xmlns:a16="http://schemas.microsoft.com/office/drawing/2014/main" id="{F096A603-017D-21B2-9597-52E9F9DE2322}"/>
                </a:ext>
              </a:extLst>
            </p:cNvPr>
            <p:cNvSpPr/>
            <p:nvPr/>
          </p:nvSpPr>
          <p:spPr>
            <a:xfrm>
              <a:off x="5175971" y="1936425"/>
              <a:ext cx="2222518" cy="1001393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3" name="矩形: 圆角 902">
              <a:extLst>
                <a:ext uri="{FF2B5EF4-FFF2-40B4-BE49-F238E27FC236}">
                  <a16:creationId xmlns:a16="http://schemas.microsoft.com/office/drawing/2014/main" id="{A22854BA-4D9E-7836-E21F-52152594B8FD}"/>
                </a:ext>
              </a:extLst>
            </p:cNvPr>
            <p:cNvSpPr/>
            <p:nvPr/>
          </p:nvSpPr>
          <p:spPr>
            <a:xfrm>
              <a:off x="2450203" y="1936425"/>
              <a:ext cx="2222518" cy="1001393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4" name="文本框 903">
              <a:extLst>
                <a:ext uri="{FF2B5EF4-FFF2-40B4-BE49-F238E27FC236}">
                  <a16:creationId xmlns:a16="http://schemas.microsoft.com/office/drawing/2014/main" id="{C6CA96D7-237E-56FB-375E-45B97E9921D5}"/>
                </a:ext>
              </a:extLst>
            </p:cNvPr>
            <p:cNvSpPr txBox="1"/>
            <p:nvPr/>
          </p:nvSpPr>
          <p:spPr>
            <a:xfrm>
              <a:off x="3549448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-20</a:t>
              </a:r>
            </a:p>
          </p:txBody>
        </p:sp>
        <p:pic>
          <p:nvPicPr>
            <p:cNvPr id="905" name="Picture 2" descr="卡通树叶icon_图标_矢量素材免费下载- 爱给网">
              <a:extLst>
                <a:ext uri="{FF2B5EF4-FFF2-40B4-BE49-F238E27FC236}">
                  <a16:creationId xmlns:a16="http://schemas.microsoft.com/office/drawing/2014/main" id="{0B59245E-E8FA-3D4F-6D8B-767097872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6606" y="2034237"/>
              <a:ext cx="720000" cy="7200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06" name="Picture 4" descr="金币icon元素_免抠素材_PNG图片下载-摄图网">
              <a:extLst>
                <a:ext uri="{FF2B5EF4-FFF2-40B4-BE49-F238E27FC236}">
                  <a16:creationId xmlns:a16="http://schemas.microsoft.com/office/drawing/2014/main" id="{794EF5F6-125F-E428-9E19-A9A8D8A0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1462" y="2054824"/>
              <a:ext cx="720000" cy="72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8" name="文本框 907">
              <a:extLst>
                <a:ext uri="{FF2B5EF4-FFF2-40B4-BE49-F238E27FC236}">
                  <a16:creationId xmlns:a16="http://schemas.microsoft.com/office/drawing/2014/main" id="{AE6DCB75-6FAA-4DAE-D662-870A9603C8E5}"/>
                </a:ext>
              </a:extLst>
            </p:cNvPr>
            <p:cNvSpPr txBox="1"/>
            <p:nvPr/>
          </p:nvSpPr>
          <p:spPr>
            <a:xfrm>
              <a:off x="6096000" y="2186330"/>
              <a:ext cx="86142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+10</a:t>
              </a:r>
            </a:p>
          </p:txBody>
        </p:sp>
      </p:grpSp>
      <p:sp>
        <p:nvSpPr>
          <p:cNvPr id="925" name="文本框 924">
            <a:extLst>
              <a:ext uri="{FF2B5EF4-FFF2-40B4-BE49-F238E27FC236}">
                <a16:creationId xmlns:a16="http://schemas.microsoft.com/office/drawing/2014/main" id="{87DF339B-009D-1526-E8D2-4EA790149FBE}"/>
              </a:ext>
            </a:extLst>
          </p:cNvPr>
          <p:cNvSpPr txBox="1"/>
          <p:nvPr/>
        </p:nvSpPr>
        <p:spPr>
          <a:xfrm>
            <a:off x="-544688" y="252918"/>
            <a:ext cx="29089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12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光综艺_CNKI" panose="02000500000000000000" pitchFamily="2" charset="-122"/>
                <a:ea typeface="华光综艺_CNKI" panose="02000500000000000000" pitchFamily="2" charset="-122"/>
                <a:cs typeface="+mn-cs"/>
              </a:rPr>
              <a:t>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03A58F08-610B-D8F7-C033-851165F9C029}"/>
              </a:ext>
            </a:extLst>
          </p:cNvPr>
          <p:cNvSpPr txBox="1"/>
          <p:nvPr/>
        </p:nvSpPr>
        <p:spPr>
          <a:xfrm>
            <a:off x="1744812" y="112971"/>
            <a:ext cx="10012808" cy="1955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空气污染问题愈发严重，雾霾笼罩了整个城市。政府为了改善空气质量，决定对部分企业实施生产限制。面对这一突如其来的政策调整，你们的企业将如何应对？</a:t>
            </a:r>
          </a:p>
        </p:txBody>
      </p:sp>
    </p:spTree>
    <p:extLst>
      <p:ext uri="{BB962C8B-B14F-4D97-AF65-F5344CB8AC3E}">
        <p14:creationId xmlns:p14="http://schemas.microsoft.com/office/powerpoint/2010/main" val="1355360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6000">
        <p14:vortex dir="r"/>
      </p:transition>
    </mc:Choice>
    <mc:Fallback xmlns="">
      <p:transition spd="slow" advClick="0" advTm="6000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CC4E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/>
          <p:cNvGrpSpPr/>
          <p:nvPr/>
        </p:nvGrpSpPr>
        <p:grpSpPr>
          <a:xfrm>
            <a:off x="7505700" y="3208415"/>
            <a:ext cx="4458019" cy="3381298"/>
            <a:chOff x="7505700" y="3208415"/>
            <a:chExt cx="4458019" cy="3381298"/>
          </a:xfrm>
        </p:grpSpPr>
        <p:sp>
          <p:nvSpPr>
            <p:cNvPr id="163" name="任意多边形 162"/>
            <p:cNvSpPr>
              <a:spLocks/>
            </p:cNvSpPr>
            <p:nvPr/>
          </p:nvSpPr>
          <p:spPr bwMode="auto">
            <a:xfrm>
              <a:off x="7505700" y="3211372"/>
              <a:ext cx="4458019" cy="3378341"/>
            </a:xfrm>
            <a:custGeom>
              <a:avLst/>
              <a:gdLst>
                <a:gd name="connsiteX0" fmla="*/ 2227014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2133771 w 4458019"/>
                <a:gd name="connsiteY4" fmla="*/ 187117 h 4456113"/>
                <a:gd name="connsiteX5" fmla="*/ 1698197 w 4458019"/>
                <a:gd name="connsiteY5" fmla="*/ 1063008 h 4456113"/>
                <a:gd name="connsiteX6" fmla="*/ 1820914 w 4458019"/>
                <a:gd name="connsiteY6" fmla="*/ 1112616 h 4456113"/>
                <a:gd name="connsiteX7" fmla="*/ 2137145 w 4458019"/>
                <a:gd name="connsiteY7" fmla="*/ 1112616 h 4456113"/>
                <a:gd name="connsiteX8" fmla="*/ 2307060 w 4458019"/>
                <a:gd name="connsiteY8" fmla="*/ 956708 h 4456113"/>
                <a:gd name="connsiteX9" fmla="*/ 2510015 w 4458019"/>
                <a:gd name="connsiteY9" fmla="*/ 1126789 h 4456113"/>
                <a:gd name="connsiteX10" fmla="*/ 2637451 w 4458019"/>
                <a:gd name="connsiteY10" fmla="*/ 1013401 h 4456113"/>
                <a:gd name="connsiteX11" fmla="*/ 2783767 w 4458019"/>
                <a:gd name="connsiteY11" fmla="*/ 1112616 h 4456113"/>
                <a:gd name="connsiteX12" fmla="*/ 2227910 w 4458019"/>
                <a:gd name="connsiteY12" fmla="*/ 2173 h 4456113"/>
                <a:gd name="connsiteX13" fmla="*/ 2226918 w 4458019"/>
                <a:gd name="connsiteY13" fmla="*/ 192 h 4456113"/>
                <a:gd name="connsiteX14" fmla="*/ 2226822 w 4458019"/>
                <a:gd name="connsiteY14" fmla="*/ 0 h 4456113"/>
                <a:gd name="connsiteX15" fmla="*/ 2226918 w 4458019"/>
                <a:gd name="connsiteY15" fmla="*/ 192 h 4456113"/>
                <a:gd name="connsiteX16" fmla="*/ 2188241 w 4458019"/>
                <a:gd name="connsiteY16" fmla="*/ 77583 h 4456113"/>
                <a:gd name="connsiteX0" fmla="*/ 2227014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2133771 w 4458019"/>
                <a:gd name="connsiteY4" fmla="*/ 187117 h 4456113"/>
                <a:gd name="connsiteX5" fmla="*/ 1698197 w 4458019"/>
                <a:gd name="connsiteY5" fmla="*/ 1063008 h 4456113"/>
                <a:gd name="connsiteX6" fmla="*/ 1820914 w 4458019"/>
                <a:gd name="connsiteY6" fmla="*/ 1112616 h 4456113"/>
                <a:gd name="connsiteX7" fmla="*/ 2137145 w 4458019"/>
                <a:gd name="connsiteY7" fmla="*/ 1112616 h 4456113"/>
                <a:gd name="connsiteX8" fmla="*/ 2307060 w 4458019"/>
                <a:gd name="connsiteY8" fmla="*/ 956708 h 4456113"/>
                <a:gd name="connsiteX9" fmla="*/ 2510015 w 4458019"/>
                <a:gd name="connsiteY9" fmla="*/ 1126789 h 4456113"/>
                <a:gd name="connsiteX10" fmla="*/ 2639832 w 4458019"/>
                <a:gd name="connsiteY10" fmla="*/ 1101508 h 4456113"/>
                <a:gd name="connsiteX11" fmla="*/ 2783767 w 4458019"/>
                <a:gd name="connsiteY11" fmla="*/ 1112616 h 4456113"/>
                <a:gd name="connsiteX12" fmla="*/ 2227910 w 4458019"/>
                <a:gd name="connsiteY12" fmla="*/ 2173 h 4456113"/>
                <a:gd name="connsiteX13" fmla="*/ 2226918 w 4458019"/>
                <a:gd name="connsiteY13" fmla="*/ 192 h 4456113"/>
                <a:gd name="connsiteX14" fmla="*/ 2227014 w 4458019"/>
                <a:gd name="connsiteY14" fmla="*/ 0 h 4456113"/>
                <a:gd name="connsiteX15" fmla="*/ 2226822 w 4458019"/>
                <a:gd name="connsiteY15" fmla="*/ 0 h 4456113"/>
                <a:gd name="connsiteX16" fmla="*/ 2226918 w 4458019"/>
                <a:gd name="connsiteY16" fmla="*/ 192 h 4456113"/>
                <a:gd name="connsiteX17" fmla="*/ 2188241 w 4458019"/>
                <a:gd name="connsiteY17" fmla="*/ 77583 h 4456113"/>
                <a:gd name="connsiteX18" fmla="*/ 2226822 w 4458019"/>
                <a:gd name="connsiteY18" fmla="*/ 0 h 4456113"/>
                <a:gd name="connsiteX0" fmla="*/ 2227014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2133771 w 4458019"/>
                <a:gd name="connsiteY4" fmla="*/ 187117 h 4456113"/>
                <a:gd name="connsiteX5" fmla="*/ 1698197 w 4458019"/>
                <a:gd name="connsiteY5" fmla="*/ 1063008 h 4456113"/>
                <a:gd name="connsiteX6" fmla="*/ 1820914 w 4458019"/>
                <a:gd name="connsiteY6" fmla="*/ 1112616 h 4456113"/>
                <a:gd name="connsiteX7" fmla="*/ 2137145 w 4458019"/>
                <a:gd name="connsiteY7" fmla="*/ 1112616 h 4456113"/>
                <a:gd name="connsiteX8" fmla="*/ 2280866 w 4458019"/>
                <a:gd name="connsiteY8" fmla="*/ 1068626 h 4456113"/>
                <a:gd name="connsiteX9" fmla="*/ 2510015 w 4458019"/>
                <a:gd name="connsiteY9" fmla="*/ 1126789 h 4456113"/>
                <a:gd name="connsiteX10" fmla="*/ 2639832 w 4458019"/>
                <a:gd name="connsiteY10" fmla="*/ 1101508 h 4456113"/>
                <a:gd name="connsiteX11" fmla="*/ 2783767 w 4458019"/>
                <a:gd name="connsiteY11" fmla="*/ 1112616 h 4456113"/>
                <a:gd name="connsiteX12" fmla="*/ 2227910 w 4458019"/>
                <a:gd name="connsiteY12" fmla="*/ 2173 h 4456113"/>
                <a:gd name="connsiteX13" fmla="*/ 2226918 w 4458019"/>
                <a:gd name="connsiteY13" fmla="*/ 192 h 4456113"/>
                <a:gd name="connsiteX14" fmla="*/ 2227014 w 4458019"/>
                <a:gd name="connsiteY14" fmla="*/ 0 h 4456113"/>
                <a:gd name="connsiteX15" fmla="*/ 2226822 w 4458019"/>
                <a:gd name="connsiteY15" fmla="*/ 0 h 4456113"/>
                <a:gd name="connsiteX16" fmla="*/ 2226918 w 4458019"/>
                <a:gd name="connsiteY16" fmla="*/ 192 h 4456113"/>
                <a:gd name="connsiteX17" fmla="*/ 2188241 w 4458019"/>
                <a:gd name="connsiteY17" fmla="*/ 77583 h 4456113"/>
                <a:gd name="connsiteX18" fmla="*/ 2226822 w 4458019"/>
                <a:gd name="connsiteY18" fmla="*/ 0 h 4456113"/>
                <a:gd name="connsiteX0" fmla="*/ 2227014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2133771 w 4458019"/>
                <a:gd name="connsiteY4" fmla="*/ 187117 h 4456113"/>
                <a:gd name="connsiteX5" fmla="*/ 1698197 w 4458019"/>
                <a:gd name="connsiteY5" fmla="*/ 1063008 h 4456113"/>
                <a:gd name="connsiteX6" fmla="*/ 1820914 w 4458019"/>
                <a:gd name="connsiteY6" fmla="*/ 1112616 h 4456113"/>
                <a:gd name="connsiteX7" fmla="*/ 2137145 w 4458019"/>
                <a:gd name="connsiteY7" fmla="*/ 1112616 h 4456113"/>
                <a:gd name="connsiteX8" fmla="*/ 2278485 w 4458019"/>
                <a:gd name="connsiteY8" fmla="*/ 1121013 h 4456113"/>
                <a:gd name="connsiteX9" fmla="*/ 2510015 w 4458019"/>
                <a:gd name="connsiteY9" fmla="*/ 1126789 h 4456113"/>
                <a:gd name="connsiteX10" fmla="*/ 2639832 w 4458019"/>
                <a:gd name="connsiteY10" fmla="*/ 1101508 h 4456113"/>
                <a:gd name="connsiteX11" fmla="*/ 2783767 w 4458019"/>
                <a:gd name="connsiteY11" fmla="*/ 1112616 h 4456113"/>
                <a:gd name="connsiteX12" fmla="*/ 2227910 w 4458019"/>
                <a:gd name="connsiteY12" fmla="*/ 2173 h 4456113"/>
                <a:gd name="connsiteX13" fmla="*/ 2226918 w 4458019"/>
                <a:gd name="connsiteY13" fmla="*/ 192 h 4456113"/>
                <a:gd name="connsiteX14" fmla="*/ 2227014 w 4458019"/>
                <a:gd name="connsiteY14" fmla="*/ 0 h 4456113"/>
                <a:gd name="connsiteX15" fmla="*/ 2226822 w 4458019"/>
                <a:gd name="connsiteY15" fmla="*/ 0 h 4456113"/>
                <a:gd name="connsiteX16" fmla="*/ 2226918 w 4458019"/>
                <a:gd name="connsiteY16" fmla="*/ 192 h 4456113"/>
                <a:gd name="connsiteX17" fmla="*/ 2188241 w 4458019"/>
                <a:gd name="connsiteY17" fmla="*/ 77583 h 4456113"/>
                <a:gd name="connsiteX18" fmla="*/ 2226822 w 4458019"/>
                <a:gd name="connsiteY18" fmla="*/ 0 h 4456113"/>
                <a:gd name="connsiteX0" fmla="*/ 2227014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2133771 w 4458019"/>
                <a:gd name="connsiteY4" fmla="*/ 187117 h 4456113"/>
                <a:gd name="connsiteX5" fmla="*/ 1698197 w 4458019"/>
                <a:gd name="connsiteY5" fmla="*/ 1063008 h 4456113"/>
                <a:gd name="connsiteX6" fmla="*/ 1820914 w 4458019"/>
                <a:gd name="connsiteY6" fmla="*/ 1112616 h 4456113"/>
                <a:gd name="connsiteX7" fmla="*/ 2137145 w 4458019"/>
                <a:gd name="connsiteY7" fmla="*/ 1112616 h 4456113"/>
                <a:gd name="connsiteX8" fmla="*/ 2278485 w 4458019"/>
                <a:gd name="connsiteY8" fmla="*/ 1121013 h 4456113"/>
                <a:gd name="connsiteX9" fmla="*/ 2510015 w 4458019"/>
                <a:gd name="connsiteY9" fmla="*/ 1126789 h 4456113"/>
                <a:gd name="connsiteX10" fmla="*/ 2639832 w 4458019"/>
                <a:gd name="connsiteY10" fmla="*/ 1101508 h 4456113"/>
                <a:gd name="connsiteX11" fmla="*/ 2783767 w 4458019"/>
                <a:gd name="connsiteY11" fmla="*/ 1112616 h 4456113"/>
                <a:gd name="connsiteX12" fmla="*/ 2227910 w 4458019"/>
                <a:gd name="connsiteY12" fmla="*/ 2173 h 4456113"/>
                <a:gd name="connsiteX13" fmla="*/ 2226918 w 4458019"/>
                <a:gd name="connsiteY13" fmla="*/ 192 h 4456113"/>
                <a:gd name="connsiteX14" fmla="*/ 2227014 w 4458019"/>
                <a:gd name="connsiteY14" fmla="*/ 0 h 4456113"/>
                <a:gd name="connsiteX15" fmla="*/ 2226822 w 4458019"/>
                <a:gd name="connsiteY15" fmla="*/ 0 h 4456113"/>
                <a:gd name="connsiteX16" fmla="*/ 2226918 w 4458019"/>
                <a:gd name="connsiteY16" fmla="*/ 192 h 4456113"/>
                <a:gd name="connsiteX17" fmla="*/ 2188241 w 4458019"/>
                <a:gd name="connsiteY17" fmla="*/ 77583 h 4456113"/>
                <a:gd name="connsiteX18" fmla="*/ 2226822 w 4458019"/>
                <a:gd name="connsiteY18" fmla="*/ 0 h 4456113"/>
                <a:gd name="connsiteX0" fmla="*/ 2227014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2133771 w 4458019"/>
                <a:gd name="connsiteY4" fmla="*/ 187117 h 4456113"/>
                <a:gd name="connsiteX5" fmla="*/ 1686291 w 4458019"/>
                <a:gd name="connsiteY5" fmla="*/ 1086821 h 4456113"/>
                <a:gd name="connsiteX6" fmla="*/ 1820914 w 4458019"/>
                <a:gd name="connsiteY6" fmla="*/ 1112616 h 4456113"/>
                <a:gd name="connsiteX7" fmla="*/ 2137145 w 4458019"/>
                <a:gd name="connsiteY7" fmla="*/ 1112616 h 4456113"/>
                <a:gd name="connsiteX8" fmla="*/ 2278485 w 4458019"/>
                <a:gd name="connsiteY8" fmla="*/ 1121013 h 4456113"/>
                <a:gd name="connsiteX9" fmla="*/ 2510015 w 4458019"/>
                <a:gd name="connsiteY9" fmla="*/ 1126789 h 4456113"/>
                <a:gd name="connsiteX10" fmla="*/ 2639832 w 4458019"/>
                <a:gd name="connsiteY10" fmla="*/ 1101508 h 4456113"/>
                <a:gd name="connsiteX11" fmla="*/ 2783767 w 4458019"/>
                <a:gd name="connsiteY11" fmla="*/ 1112616 h 4456113"/>
                <a:gd name="connsiteX12" fmla="*/ 2227910 w 4458019"/>
                <a:gd name="connsiteY12" fmla="*/ 2173 h 4456113"/>
                <a:gd name="connsiteX13" fmla="*/ 2226918 w 4458019"/>
                <a:gd name="connsiteY13" fmla="*/ 192 h 4456113"/>
                <a:gd name="connsiteX14" fmla="*/ 2227014 w 4458019"/>
                <a:gd name="connsiteY14" fmla="*/ 0 h 4456113"/>
                <a:gd name="connsiteX15" fmla="*/ 2226822 w 4458019"/>
                <a:gd name="connsiteY15" fmla="*/ 0 h 4456113"/>
                <a:gd name="connsiteX16" fmla="*/ 2226918 w 4458019"/>
                <a:gd name="connsiteY16" fmla="*/ 192 h 4456113"/>
                <a:gd name="connsiteX17" fmla="*/ 2188241 w 4458019"/>
                <a:gd name="connsiteY17" fmla="*/ 77583 h 4456113"/>
                <a:gd name="connsiteX18" fmla="*/ 2226822 w 4458019"/>
                <a:gd name="connsiteY18" fmla="*/ 0 h 4456113"/>
                <a:gd name="connsiteX0" fmla="*/ 2227014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1686291 w 4458019"/>
                <a:gd name="connsiteY4" fmla="*/ 1086821 h 4456113"/>
                <a:gd name="connsiteX5" fmla="*/ 1820914 w 4458019"/>
                <a:gd name="connsiteY5" fmla="*/ 1112616 h 4456113"/>
                <a:gd name="connsiteX6" fmla="*/ 2137145 w 4458019"/>
                <a:gd name="connsiteY6" fmla="*/ 1112616 h 4456113"/>
                <a:gd name="connsiteX7" fmla="*/ 2278485 w 4458019"/>
                <a:gd name="connsiteY7" fmla="*/ 1121013 h 4456113"/>
                <a:gd name="connsiteX8" fmla="*/ 2510015 w 4458019"/>
                <a:gd name="connsiteY8" fmla="*/ 1126789 h 4456113"/>
                <a:gd name="connsiteX9" fmla="*/ 2639832 w 4458019"/>
                <a:gd name="connsiteY9" fmla="*/ 1101508 h 4456113"/>
                <a:gd name="connsiteX10" fmla="*/ 2783767 w 4458019"/>
                <a:gd name="connsiteY10" fmla="*/ 1112616 h 4456113"/>
                <a:gd name="connsiteX11" fmla="*/ 2227910 w 4458019"/>
                <a:gd name="connsiteY11" fmla="*/ 2173 h 4456113"/>
                <a:gd name="connsiteX12" fmla="*/ 2226918 w 4458019"/>
                <a:gd name="connsiteY12" fmla="*/ 192 h 4456113"/>
                <a:gd name="connsiteX13" fmla="*/ 2227014 w 4458019"/>
                <a:gd name="connsiteY13" fmla="*/ 0 h 4456113"/>
                <a:gd name="connsiteX14" fmla="*/ 2226822 w 4458019"/>
                <a:gd name="connsiteY14" fmla="*/ 0 h 4456113"/>
                <a:gd name="connsiteX15" fmla="*/ 2226918 w 4458019"/>
                <a:gd name="connsiteY15" fmla="*/ 192 h 4456113"/>
                <a:gd name="connsiteX16" fmla="*/ 2188241 w 4458019"/>
                <a:gd name="connsiteY16" fmla="*/ 77583 h 4456113"/>
                <a:gd name="connsiteX17" fmla="*/ 2226822 w 4458019"/>
                <a:gd name="connsiteY17" fmla="*/ 0 h 4456113"/>
                <a:gd name="connsiteX0" fmla="*/ 2226822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1686291 w 4458019"/>
                <a:gd name="connsiteY4" fmla="*/ 1086821 h 4456113"/>
                <a:gd name="connsiteX5" fmla="*/ 1820914 w 4458019"/>
                <a:gd name="connsiteY5" fmla="*/ 1112616 h 4456113"/>
                <a:gd name="connsiteX6" fmla="*/ 2137145 w 4458019"/>
                <a:gd name="connsiteY6" fmla="*/ 1112616 h 4456113"/>
                <a:gd name="connsiteX7" fmla="*/ 2278485 w 4458019"/>
                <a:gd name="connsiteY7" fmla="*/ 1121013 h 4456113"/>
                <a:gd name="connsiteX8" fmla="*/ 2510015 w 4458019"/>
                <a:gd name="connsiteY8" fmla="*/ 1126789 h 4456113"/>
                <a:gd name="connsiteX9" fmla="*/ 2639832 w 4458019"/>
                <a:gd name="connsiteY9" fmla="*/ 1101508 h 4456113"/>
                <a:gd name="connsiteX10" fmla="*/ 2783767 w 4458019"/>
                <a:gd name="connsiteY10" fmla="*/ 1112616 h 4456113"/>
                <a:gd name="connsiteX11" fmla="*/ 2227910 w 4458019"/>
                <a:gd name="connsiteY11" fmla="*/ 2173 h 4456113"/>
                <a:gd name="connsiteX12" fmla="*/ 2226918 w 4458019"/>
                <a:gd name="connsiteY12" fmla="*/ 192 h 4456113"/>
                <a:gd name="connsiteX13" fmla="*/ 2227014 w 4458019"/>
                <a:gd name="connsiteY13" fmla="*/ 0 h 4456113"/>
                <a:gd name="connsiteX14" fmla="*/ 2226822 w 4458019"/>
                <a:gd name="connsiteY14" fmla="*/ 0 h 4456113"/>
                <a:gd name="connsiteX15" fmla="*/ 2226918 w 4458019"/>
                <a:gd name="connsiteY15" fmla="*/ 192 h 4456113"/>
                <a:gd name="connsiteX16" fmla="*/ 2188241 w 4458019"/>
                <a:gd name="connsiteY16" fmla="*/ 77583 h 4456113"/>
                <a:gd name="connsiteX17" fmla="*/ 2318262 w 4458019"/>
                <a:gd name="connsiteY17" fmla="*/ 91440 h 4456113"/>
                <a:gd name="connsiteX0" fmla="*/ 2226822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1686291 w 4458019"/>
                <a:gd name="connsiteY4" fmla="*/ 1086821 h 4456113"/>
                <a:gd name="connsiteX5" fmla="*/ 1820914 w 4458019"/>
                <a:gd name="connsiteY5" fmla="*/ 1112616 h 4456113"/>
                <a:gd name="connsiteX6" fmla="*/ 2137145 w 4458019"/>
                <a:gd name="connsiteY6" fmla="*/ 1112616 h 4456113"/>
                <a:gd name="connsiteX7" fmla="*/ 2278485 w 4458019"/>
                <a:gd name="connsiteY7" fmla="*/ 1121013 h 4456113"/>
                <a:gd name="connsiteX8" fmla="*/ 2510015 w 4458019"/>
                <a:gd name="connsiteY8" fmla="*/ 1126789 h 4456113"/>
                <a:gd name="connsiteX9" fmla="*/ 2639832 w 4458019"/>
                <a:gd name="connsiteY9" fmla="*/ 1101508 h 4456113"/>
                <a:gd name="connsiteX10" fmla="*/ 2783767 w 4458019"/>
                <a:gd name="connsiteY10" fmla="*/ 1112616 h 4456113"/>
                <a:gd name="connsiteX11" fmla="*/ 2227910 w 4458019"/>
                <a:gd name="connsiteY11" fmla="*/ 2173 h 4456113"/>
                <a:gd name="connsiteX12" fmla="*/ 2226918 w 4458019"/>
                <a:gd name="connsiteY12" fmla="*/ 192 h 4456113"/>
                <a:gd name="connsiteX13" fmla="*/ 2227014 w 4458019"/>
                <a:gd name="connsiteY13" fmla="*/ 0 h 4456113"/>
                <a:gd name="connsiteX14" fmla="*/ 2226822 w 4458019"/>
                <a:gd name="connsiteY14" fmla="*/ 0 h 4456113"/>
                <a:gd name="connsiteX15" fmla="*/ 2226822 w 4458019"/>
                <a:gd name="connsiteY15" fmla="*/ 0 h 4456113"/>
                <a:gd name="connsiteX16" fmla="*/ 2226918 w 4458019"/>
                <a:gd name="connsiteY16" fmla="*/ 192 h 4456113"/>
                <a:gd name="connsiteX17" fmla="*/ 2188241 w 4458019"/>
                <a:gd name="connsiteY17" fmla="*/ 77583 h 4456113"/>
                <a:gd name="connsiteX0" fmla="*/ 2226822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1686291 w 4458019"/>
                <a:gd name="connsiteY4" fmla="*/ 1086821 h 4456113"/>
                <a:gd name="connsiteX5" fmla="*/ 1820914 w 4458019"/>
                <a:gd name="connsiteY5" fmla="*/ 1112616 h 4456113"/>
                <a:gd name="connsiteX6" fmla="*/ 2137145 w 4458019"/>
                <a:gd name="connsiteY6" fmla="*/ 1112616 h 4456113"/>
                <a:gd name="connsiteX7" fmla="*/ 2278485 w 4458019"/>
                <a:gd name="connsiteY7" fmla="*/ 1121013 h 4456113"/>
                <a:gd name="connsiteX8" fmla="*/ 2510015 w 4458019"/>
                <a:gd name="connsiteY8" fmla="*/ 1126789 h 4456113"/>
                <a:gd name="connsiteX9" fmla="*/ 2639832 w 4458019"/>
                <a:gd name="connsiteY9" fmla="*/ 1101508 h 4456113"/>
                <a:gd name="connsiteX10" fmla="*/ 2783767 w 4458019"/>
                <a:gd name="connsiteY10" fmla="*/ 1112616 h 4456113"/>
                <a:gd name="connsiteX11" fmla="*/ 2227910 w 4458019"/>
                <a:gd name="connsiteY11" fmla="*/ 2173 h 4456113"/>
                <a:gd name="connsiteX12" fmla="*/ 2226918 w 4458019"/>
                <a:gd name="connsiteY12" fmla="*/ 192 h 4456113"/>
                <a:gd name="connsiteX13" fmla="*/ 2227014 w 4458019"/>
                <a:gd name="connsiteY13" fmla="*/ 0 h 4456113"/>
                <a:gd name="connsiteX14" fmla="*/ 2226822 w 4458019"/>
                <a:gd name="connsiteY14" fmla="*/ 0 h 4456113"/>
                <a:gd name="connsiteX15" fmla="*/ 2226822 w 4458019"/>
                <a:gd name="connsiteY15" fmla="*/ 0 h 4456113"/>
                <a:gd name="connsiteX16" fmla="*/ 2188241 w 4458019"/>
                <a:gd name="connsiteY16" fmla="*/ 77583 h 4456113"/>
                <a:gd name="connsiteX0" fmla="*/ 2226822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1686291 w 4458019"/>
                <a:gd name="connsiteY4" fmla="*/ 1086821 h 4456113"/>
                <a:gd name="connsiteX5" fmla="*/ 1820914 w 4458019"/>
                <a:gd name="connsiteY5" fmla="*/ 1112616 h 4456113"/>
                <a:gd name="connsiteX6" fmla="*/ 2137145 w 4458019"/>
                <a:gd name="connsiteY6" fmla="*/ 1112616 h 4456113"/>
                <a:gd name="connsiteX7" fmla="*/ 2278485 w 4458019"/>
                <a:gd name="connsiteY7" fmla="*/ 1121013 h 4456113"/>
                <a:gd name="connsiteX8" fmla="*/ 2510015 w 4458019"/>
                <a:gd name="connsiteY8" fmla="*/ 1126789 h 4456113"/>
                <a:gd name="connsiteX9" fmla="*/ 2639832 w 4458019"/>
                <a:gd name="connsiteY9" fmla="*/ 1101508 h 4456113"/>
                <a:gd name="connsiteX10" fmla="*/ 2783767 w 4458019"/>
                <a:gd name="connsiteY10" fmla="*/ 1112616 h 4456113"/>
                <a:gd name="connsiteX11" fmla="*/ 2227910 w 4458019"/>
                <a:gd name="connsiteY11" fmla="*/ 2173 h 4456113"/>
                <a:gd name="connsiteX12" fmla="*/ 2226918 w 4458019"/>
                <a:gd name="connsiteY12" fmla="*/ 192 h 4456113"/>
                <a:gd name="connsiteX13" fmla="*/ 2227014 w 4458019"/>
                <a:gd name="connsiteY13" fmla="*/ 0 h 4456113"/>
                <a:gd name="connsiteX14" fmla="*/ 2226822 w 4458019"/>
                <a:gd name="connsiteY14" fmla="*/ 0 h 4456113"/>
                <a:gd name="connsiteX0" fmla="*/ 2227014 w 4458019"/>
                <a:gd name="connsiteY0" fmla="*/ 0 h 4456113"/>
                <a:gd name="connsiteX1" fmla="*/ 4458019 w 4458019"/>
                <a:gd name="connsiteY1" fmla="*/ 4456113 h 4456113"/>
                <a:gd name="connsiteX2" fmla="*/ 0 w 4458019"/>
                <a:gd name="connsiteY2" fmla="*/ 4456113 h 4456113"/>
                <a:gd name="connsiteX3" fmla="*/ 2188241 w 4458019"/>
                <a:gd name="connsiteY3" fmla="*/ 77583 h 4456113"/>
                <a:gd name="connsiteX4" fmla="*/ 1686291 w 4458019"/>
                <a:gd name="connsiteY4" fmla="*/ 1086821 h 4456113"/>
                <a:gd name="connsiteX5" fmla="*/ 1820914 w 4458019"/>
                <a:gd name="connsiteY5" fmla="*/ 1112616 h 4456113"/>
                <a:gd name="connsiteX6" fmla="*/ 2137145 w 4458019"/>
                <a:gd name="connsiteY6" fmla="*/ 1112616 h 4456113"/>
                <a:gd name="connsiteX7" fmla="*/ 2278485 w 4458019"/>
                <a:gd name="connsiteY7" fmla="*/ 1121013 h 4456113"/>
                <a:gd name="connsiteX8" fmla="*/ 2510015 w 4458019"/>
                <a:gd name="connsiteY8" fmla="*/ 1126789 h 4456113"/>
                <a:gd name="connsiteX9" fmla="*/ 2639832 w 4458019"/>
                <a:gd name="connsiteY9" fmla="*/ 1101508 h 4456113"/>
                <a:gd name="connsiteX10" fmla="*/ 2783767 w 4458019"/>
                <a:gd name="connsiteY10" fmla="*/ 1112616 h 4456113"/>
                <a:gd name="connsiteX11" fmla="*/ 2227910 w 4458019"/>
                <a:gd name="connsiteY11" fmla="*/ 2173 h 4456113"/>
                <a:gd name="connsiteX12" fmla="*/ 2226918 w 4458019"/>
                <a:gd name="connsiteY12" fmla="*/ 192 h 4456113"/>
                <a:gd name="connsiteX13" fmla="*/ 2227014 w 4458019"/>
                <a:gd name="connsiteY13" fmla="*/ 0 h 4456113"/>
                <a:gd name="connsiteX0" fmla="*/ 2226918 w 4458019"/>
                <a:gd name="connsiteY0" fmla="*/ 0 h 4455921"/>
                <a:gd name="connsiteX1" fmla="*/ 4458019 w 4458019"/>
                <a:gd name="connsiteY1" fmla="*/ 4455921 h 4455921"/>
                <a:gd name="connsiteX2" fmla="*/ 0 w 4458019"/>
                <a:gd name="connsiteY2" fmla="*/ 4455921 h 4455921"/>
                <a:gd name="connsiteX3" fmla="*/ 2188241 w 4458019"/>
                <a:gd name="connsiteY3" fmla="*/ 77391 h 4455921"/>
                <a:gd name="connsiteX4" fmla="*/ 1686291 w 4458019"/>
                <a:gd name="connsiteY4" fmla="*/ 1086629 h 4455921"/>
                <a:gd name="connsiteX5" fmla="*/ 1820914 w 4458019"/>
                <a:gd name="connsiteY5" fmla="*/ 1112424 h 4455921"/>
                <a:gd name="connsiteX6" fmla="*/ 2137145 w 4458019"/>
                <a:gd name="connsiteY6" fmla="*/ 1112424 h 4455921"/>
                <a:gd name="connsiteX7" fmla="*/ 2278485 w 4458019"/>
                <a:gd name="connsiteY7" fmla="*/ 1120821 h 4455921"/>
                <a:gd name="connsiteX8" fmla="*/ 2510015 w 4458019"/>
                <a:gd name="connsiteY8" fmla="*/ 1126597 h 4455921"/>
                <a:gd name="connsiteX9" fmla="*/ 2639832 w 4458019"/>
                <a:gd name="connsiteY9" fmla="*/ 1101316 h 4455921"/>
                <a:gd name="connsiteX10" fmla="*/ 2783767 w 4458019"/>
                <a:gd name="connsiteY10" fmla="*/ 1112424 h 4455921"/>
                <a:gd name="connsiteX11" fmla="*/ 2227910 w 4458019"/>
                <a:gd name="connsiteY11" fmla="*/ 1981 h 4455921"/>
                <a:gd name="connsiteX12" fmla="*/ 2226918 w 4458019"/>
                <a:gd name="connsiteY12" fmla="*/ 0 h 4455921"/>
                <a:gd name="connsiteX0" fmla="*/ 2227910 w 4458019"/>
                <a:gd name="connsiteY0" fmla="*/ 0 h 4453940"/>
                <a:gd name="connsiteX1" fmla="*/ 4458019 w 4458019"/>
                <a:gd name="connsiteY1" fmla="*/ 4453940 h 4453940"/>
                <a:gd name="connsiteX2" fmla="*/ 0 w 4458019"/>
                <a:gd name="connsiteY2" fmla="*/ 4453940 h 4453940"/>
                <a:gd name="connsiteX3" fmla="*/ 2188241 w 4458019"/>
                <a:gd name="connsiteY3" fmla="*/ 75410 h 4453940"/>
                <a:gd name="connsiteX4" fmla="*/ 1686291 w 4458019"/>
                <a:gd name="connsiteY4" fmla="*/ 1084648 h 4453940"/>
                <a:gd name="connsiteX5" fmla="*/ 1820914 w 4458019"/>
                <a:gd name="connsiteY5" fmla="*/ 1110443 h 4453940"/>
                <a:gd name="connsiteX6" fmla="*/ 2137145 w 4458019"/>
                <a:gd name="connsiteY6" fmla="*/ 1110443 h 4453940"/>
                <a:gd name="connsiteX7" fmla="*/ 2278485 w 4458019"/>
                <a:gd name="connsiteY7" fmla="*/ 1118840 h 4453940"/>
                <a:gd name="connsiteX8" fmla="*/ 2510015 w 4458019"/>
                <a:gd name="connsiteY8" fmla="*/ 1124616 h 4453940"/>
                <a:gd name="connsiteX9" fmla="*/ 2639832 w 4458019"/>
                <a:gd name="connsiteY9" fmla="*/ 1099335 h 4453940"/>
                <a:gd name="connsiteX10" fmla="*/ 2783767 w 4458019"/>
                <a:gd name="connsiteY10" fmla="*/ 1110443 h 4453940"/>
                <a:gd name="connsiteX11" fmla="*/ 2227910 w 4458019"/>
                <a:gd name="connsiteY11" fmla="*/ 0 h 4453940"/>
                <a:gd name="connsiteX0" fmla="*/ 2783767 w 4458019"/>
                <a:gd name="connsiteY0" fmla="*/ 1035033 h 4378530"/>
                <a:gd name="connsiteX1" fmla="*/ 4458019 w 4458019"/>
                <a:gd name="connsiteY1" fmla="*/ 4378530 h 4378530"/>
                <a:gd name="connsiteX2" fmla="*/ 0 w 4458019"/>
                <a:gd name="connsiteY2" fmla="*/ 4378530 h 4378530"/>
                <a:gd name="connsiteX3" fmla="*/ 2188241 w 4458019"/>
                <a:gd name="connsiteY3" fmla="*/ 0 h 4378530"/>
                <a:gd name="connsiteX4" fmla="*/ 1686291 w 4458019"/>
                <a:gd name="connsiteY4" fmla="*/ 1009238 h 4378530"/>
                <a:gd name="connsiteX5" fmla="*/ 1820914 w 4458019"/>
                <a:gd name="connsiteY5" fmla="*/ 1035033 h 4378530"/>
                <a:gd name="connsiteX6" fmla="*/ 2137145 w 4458019"/>
                <a:gd name="connsiteY6" fmla="*/ 1035033 h 4378530"/>
                <a:gd name="connsiteX7" fmla="*/ 2278485 w 4458019"/>
                <a:gd name="connsiteY7" fmla="*/ 1043430 h 4378530"/>
                <a:gd name="connsiteX8" fmla="*/ 2510015 w 4458019"/>
                <a:gd name="connsiteY8" fmla="*/ 1049206 h 4378530"/>
                <a:gd name="connsiteX9" fmla="*/ 2639832 w 4458019"/>
                <a:gd name="connsiteY9" fmla="*/ 1023925 h 4378530"/>
                <a:gd name="connsiteX10" fmla="*/ 2783767 w 4458019"/>
                <a:gd name="connsiteY10" fmla="*/ 1035033 h 4378530"/>
                <a:gd name="connsiteX0" fmla="*/ 2783767 w 4458019"/>
                <a:gd name="connsiteY0" fmla="*/ 34844 h 3378341"/>
                <a:gd name="connsiteX1" fmla="*/ 4458019 w 4458019"/>
                <a:gd name="connsiteY1" fmla="*/ 3378341 h 3378341"/>
                <a:gd name="connsiteX2" fmla="*/ 0 w 4458019"/>
                <a:gd name="connsiteY2" fmla="*/ 3378341 h 3378341"/>
                <a:gd name="connsiteX3" fmla="*/ 1686291 w 4458019"/>
                <a:gd name="connsiteY3" fmla="*/ 9049 h 3378341"/>
                <a:gd name="connsiteX4" fmla="*/ 1820914 w 4458019"/>
                <a:gd name="connsiteY4" fmla="*/ 34844 h 3378341"/>
                <a:gd name="connsiteX5" fmla="*/ 2137145 w 4458019"/>
                <a:gd name="connsiteY5" fmla="*/ 34844 h 3378341"/>
                <a:gd name="connsiteX6" fmla="*/ 2278485 w 4458019"/>
                <a:gd name="connsiteY6" fmla="*/ 43241 h 3378341"/>
                <a:gd name="connsiteX7" fmla="*/ 2510015 w 4458019"/>
                <a:gd name="connsiteY7" fmla="*/ 49017 h 3378341"/>
                <a:gd name="connsiteX8" fmla="*/ 2639832 w 4458019"/>
                <a:gd name="connsiteY8" fmla="*/ 23736 h 3378341"/>
                <a:gd name="connsiteX9" fmla="*/ 2783767 w 4458019"/>
                <a:gd name="connsiteY9" fmla="*/ 34844 h 3378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58019" h="3378341">
                  <a:moveTo>
                    <a:pt x="2783767" y="34844"/>
                  </a:moveTo>
                  <a:lnTo>
                    <a:pt x="4458019" y="3378341"/>
                  </a:lnTo>
                  <a:lnTo>
                    <a:pt x="0" y="3378341"/>
                  </a:lnTo>
                  <a:lnTo>
                    <a:pt x="1686291" y="9049"/>
                  </a:lnTo>
                  <a:cubicBezTo>
                    <a:pt x="1728770" y="16136"/>
                    <a:pt x="1745772" y="30545"/>
                    <a:pt x="1820914" y="34844"/>
                  </a:cubicBezTo>
                  <a:cubicBezTo>
                    <a:pt x="1896056" y="39143"/>
                    <a:pt x="2052187" y="84451"/>
                    <a:pt x="2137145" y="34844"/>
                  </a:cubicBezTo>
                  <a:cubicBezTo>
                    <a:pt x="2226822" y="-14764"/>
                    <a:pt x="2207474" y="-10900"/>
                    <a:pt x="2278485" y="43241"/>
                  </a:cubicBezTo>
                  <a:cubicBezTo>
                    <a:pt x="2320964" y="128281"/>
                    <a:pt x="2449791" y="52268"/>
                    <a:pt x="2510015" y="49017"/>
                  </a:cubicBezTo>
                  <a:cubicBezTo>
                    <a:pt x="2570239" y="45766"/>
                    <a:pt x="2559594" y="-18784"/>
                    <a:pt x="2639832" y="23736"/>
                  </a:cubicBezTo>
                  <a:cubicBezTo>
                    <a:pt x="2691751" y="52083"/>
                    <a:pt x="2736568" y="27757"/>
                    <a:pt x="2783767" y="34844"/>
                  </a:cubicBezTo>
                  <a:close/>
                </a:path>
              </a:pathLst>
            </a:custGeom>
            <a:solidFill>
              <a:srgbClr val="667D7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164" name="任意多边形 163"/>
            <p:cNvSpPr>
              <a:spLocks/>
            </p:cNvSpPr>
            <p:nvPr/>
          </p:nvSpPr>
          <p:spPr bwMode="auto">
            <a:xfrm>
              <a:off x="9732714" y="3220229"/>
              <a:ext cx="2231005" cy="3369483"/>
            </a:xfrm>
            <a:custGeom>
              <a:avLst/>
              <a:gdLst>
                <a:gd name="connsiteX0" fmla="*/ 59715 w 2231005"/>
                <a:gd name="connsiteY0" fmla="*/ 601 h 3518769"/>
                <a:gd name="connsiteX1" fmla="*/ 80210 w 2231005"/>
                <a:gd name="connsiteY1" fmla="*/ 18749 h 3518769"/>
                <a:gd name="connsiteX2" fmla="*/ 283095 w 2231005"/>
                <a:gd name="connsiteY2" fmla="*/ 188721 h 3518769"/>
                <a:gd name="connsiteX3" fmla="*/ 410488 w 2231005"/>
                <a:gd name="connsiteY3" fmla="*/ 75406 h 3518769"/>
                <a:gd name="connsiteX4" fmla="*/ 521293 w 2231005"/>
                <a:gd name="connsiteY4" fmla="*/ 160060 h 3518769"/>
                <a:gd name="connsiteX5" fmla="*/ 556668 w 2231005"/>
                <a:gd name="connsiteY5" fmla="*/ 174522 h 3518769"/>
                <a:gd name="connsiteX6" fmla="*/ 2231005 w 2231005"/>
                <a:gd name="connsiteY6" fmla="*/ 3518769 h 3518769"/>
                <a:gd name="connsiteX7" fmla="*/ 0 w 2231005"/>
                <a:gd name="connsiteY7" fmla="*/ 3518769 h 3518769"/>
                <a:gd name="connsiteX8" fmla="*/ 0 w 2231005"/>
                <a:gd name="connsiteY8" fmla="*/ 68324 h 3518769"/>
                <a:gd name="connsiteX9" fmla="*/ 59715 w 2231005"/>
                <a:gd name="connsiteY9" fmla="*/ 601 h 3518769"/>
                <a:gd name="connsiteX0" fmla="*/ 0 w 2231005"/>
                <a:gd name="connsiteY0" fmla="*/ 277691 h 3728136"/>
                <a:gd name="connsiteX1" fmla="*/ 80210 w 2231005"/>
                <a:gd name="connsiteY1" fmla="*/ 228116 h 3728136"/>
                <a:gd name="connsiteX2" fmla="*/ 283095 w 2231005"/>
                <a:gd name="connsiteY2" fmla="*/ 398088 h 3728136"/>
                <a:gd name="connsiteX3" fmla="*/ 410488 w 2231005"/>
                <a:gd name="connsiteY3" fmla="*/ 284773 h 3728136"/>
                <a:gd name="connsiteX4" fmla="*/ 521293 w 2231005"/>
                <a:gd name="connsiteY4" fmla="*/ 369427 h 3728136"/>
                <a:gd name="connsiteX5" fmla="*/ 556668 w 2231005"/>
                <a:gd name="connsiteY5" fmla="*/ 383889 h 3728136"/>
                <a:gd name="connsiteX6" fmla="*/ 2231005 w 2231005"/>
                <a:gd name="connsiteY6" fmla="*/ 3728136 h 3728136"/>
                <a:gd name="connsiteX7" fmla="*/ 0 w 2231005"/>
                <a:gd name="connsiteY7" fmla="*/ 3728136 h 3728136"/>
                <a:gd name="connsiteX8" fmla="*/ 0 w 2231005"/>
                <a:gd name="connsiteY8" fmla="*/ 277691 h 3728136"/>
                <a:gd name="connsiteX0" fmla="*/ 0 w 2231005"/>
                <a:gd name="connsiteY0" fmla="*/ 219121 h 3669566"/>
                <a:gd name="connsiteX1" fmla="*/ 283095 w 2231005"/>
                <a:gd name="connsiteY1" fmla="*/ 339518 h 3669566"/>
                <a:gd name="connsiteX2" fmla="*/ 410488 w 2231005"/>
                <a:gd name="connsiteY2" fmla="*/ 226203 h 3669566"/>
                <a:gd name="connsiteX3" fmla="*/ 521293 w 2231005"/>
                <a:gd name="connsiteY3" fmla="*/ 310857 h 3669566"/>
                <a:gd name="connsiteX4" fmla="*/ 556668 w 2231005"/>
                <a:gd name="connsiteY4" fmla="*/ 325319 h 3669566"/>
                <a:gd name="connsiteX5" fmla="*/ 2231005 w 2231005"/>
                <a:gd name="connsiteY5" fmla="*/ 3669566 h 3669566"/>
                <a:gd name="connsiteX6" fmla="*/ 0 w 2231005"/>
                <a:gd name="connsiteY6" fmla="*/ 3669566 h 3669566"/>
                <a:gd name="connsiteX7" fmla="*/ 0 w 2231005"/>
                <a:gd name="connsiteY7" fmla="*/ 219121 h 3669566"/>
                <a:gd name="connsiteX0" fmla="*/ 0 w 2231005"/>
                <a:gd name="connsiteY0" fmla="*/ 3215 h 3453660"/>
                <a:gd name="connsiteX1" fmla="*/ 283095 w 2231005"/>
                <a:gd name="connsiteY1" fmla="*/ 123612 h 3453660"/>
                <a:gd name="connsiteX2" fmla="*/ 410488 w 2231005"/>
                <a:gd name="connsiteY2" fmla="*/ 10297 h 3453660"/>
                <a:gd name="connsiteX3" fmla="*/ 521293 w 2231005"/>
                <a:gd name="connsiteY3" fmla="*/ 94951 h 3453660"/>
                <a:gd name="connsiteX4" fmla="*/ 556668 w 2231005"/>
                <a:gd name="connsiteY4" fmla="*/ 109413 h 3453660"/>
                <a:gd name="connsiteX5" fmla="*/ 2231005 w 2231005"/>
                <a:gd name="connsiteY5" fmla="*/ 3453660 h 3453660"/>
                <a:gd name="connsiteX6" fmla="*/ 0 w 2231005"/>
                <a:gd name="connsiteY6" fmla="*/ 3453660 h 3453660"/>
                <a:gd name="connsiteX7" fmla="*/ 0 w 2231005"/>
                <a:gd name="connsiteY7" fmla="*/ 3215 h 3453660"/>
                <a:gd name="connsiteX0" fmla="*/ 2381 w 2231005"/>
                <a:gd name="connsiteY0" fmla="*/ 81721 h 3451204"/>
                <a:gd name="connsiteX1" fmla="*/ 283095 w 2231005"/>
                <a:gd name="connsiteY1" fmla="*/ 121156 h 3451204"/>
                <a:gd name="connsiteX2" fmla="*/ 410488 w 2231005"/>
                <a:gd name="connsiteY2" fmla="*/ 7841 h 3451204"/>
                <a:gd name="connsiteX3" fmla="*/ 521293 w 2231005"/>
                <a:gd name="connsiteY3" fmla="*/ 92495 h 3451204"/>
                <a:gd name="connsiteX4" fmla="*/ 556668 w 2231005"/>
                <a:gd name="connsiteY4" fmla="*/ 106957 h 3451204"/>
                <a:gd name="connsiteX5" fmla="*/ 2231005 w 2231005"/>
                <a:gd name="connsiteY5" fmla="*/ 3451204 h 3451204"/>
                <a:gd name="connsiteX6" fmla="*/ 0 w 2231005"/>
                <a:gd name="connsiteY6" fmla="*/ 3451204 h 3451204"/>
                <a:gd name="connsiteX7" fmla="*/ 2381 w 2231005"/>
                <a:gd name="connsiteY7" fmla="*/ 81721 h 3451204"/>
                <a:gd name="connsiteX0" fmla="*/ 2381 w 2231005"/>
                <a:gd name="connsiteY0" fmla="*/ 81721 h 3451204"/>
                <a:gd name="connsiteX1" fmla="*/ 283095 w 2231005"/>
                <a:gd name="connsiteY1" fmla="*/ 121156 h 3451204"/>
                <a:gd name="connsiteX2" fmla="*/ 410488 w 2231005"/>
                <a:gd name="connsiteY2" fmla="*/ 7841 h 3451204"/>
                <a:gd name="connsiteX3" fmla="*/ 521293 w 2231005"/>
                <a:gd name="connsiteY3" fmla="*/ 92495 h 3451204"/>
                <a:gd name="connsiteX4" fmla="*/ 556668 w 2231005"/>
                <a:gd name="connsiteY4" fmla="*/ 106957 h 3451204"/>
                <a:gd name="connsiteX5" fmla="*/ 2231005 w 2231005"/>
                <a:gd name="connsiteY5" fmla="*/ 3451204 h 3451204"/>
                <a:gd name="connsiteX6" fmla="*/ 0 w 2231005"/>
                <a:gd name="connsiteY6" fmla="*/ 3451204 h 3451204"/>
                <a:gd name="connsiteX7" fmla="*/ 2381 w 2231005"/>
                <a:gd name="connsiteY7" fmla="*/ 81721 h 3451204"/>
                <a:gd name="connsiteX0" fmla="*/ 2381 w 2231005"/>
                <a:gd name="connsiteY0" fmla="*/ 0 h 3369483"/>
                <a:gd name="connsiteX1" fmla="*/ 283095 w 2231005"/>
                <a:gd name="connsiteY1" fmla="*/ 39435 h 3369483"/>
                <a:gd name="connsiteX2" fmla="*/ 417631 w 2231005"/>
                <a:gd name="connsiteY2" fmla="*/ 16608 h 3369483"/>
                <a:gd name="connsiteX3" fmla="*/ 521293 w 2231005"/>
                <a:gd name="connsiteY3" fmla="*/ 10774 h 3369483"/>
                <a:gd name="connsiteX4" fmla="*/ 556668 w 2231005"/>
                <a:gd name="connsiteY4" fmla="*/ 25236 h 3369483"/>
                <a:gd name="connsiteX5" fmla="*/ 2231005 w 2231005"/>
                <a:gd name="connsiteY5" fmla="*/ 3369483 h 3369483"/>
                <a:gd name="connsiteX6" fmla="*/ 0 w 2231005"/>
                <a:gd name="connsiteY6" fmla="*/ 3369483 h 3369483"/>
                <a:gd name="connsiteX7" fmla="*/ 2381 w 2231005"/>
                <a:gd name="connsiteY7" fmla="*/ 0 h 336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1005" h="3369483">
                  <a:moveTo>
                    <a:pt x="2381" y="0"/>
                  </a:moveTo>
                  <a:cubicBezTo>
                    <a:pt x="63851" y="156986"/>
                    <a:pt x="213887" y="36667"/>
                    <a:pt x="283095" y="39435"/>
                  </a:cubicBezTo>
                  <a:cubicBezTo>
                    <a:pt x="352303" y="42203"/>
                    <a:pt x="337421" y="-25885"/>
                    <a:pt x="417631" y="16608"/>
                  </a:cubicBezTo>
                  <a:cubicBezTo>
                    <a:pt x="456557" y="37855"/>
                    <a:pt x="485685" y="-11468"/>
                    <a:pt x="521293" y="10774"/>
                  </a:cubicBezTo>
                  <a:lnTo>
                    <a:pt x="556668" y="25236"/>
                  </a:lnTo>
                  <a:lnTo>
                    <a:pt x="2231005" y="3369483"/>
                  </a:lnTo>
                  <a:lnTo>
                    <a:pt x="0" y="3369483"/>
                  </a:lnTo>
                  <a:cubicBezTo>
                    <a:pt x="794" y="2246322"/>
                    <a:pt x="1587" y="1123161"/>
                    <a:pt x="2381" y="0"/>
                  </a:cubicBezTo>
                  <a:close/>
                </a:path>
              </a:pathLst>
            </a:custGeom>
            <a:solidFill>
              <a:srgbClr val="97A1A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167" name="任意多边形 166"/>
            <p:cNvSpPr>
              <a:spLocks/>
            </p:cNvSpPr>
            <p:nvPr/>
          </p:nvSpPr>
          <p:spPr bwMode="auto">
            <a:xfrm>
              <a:off x="9142560" y="3208415"/>
              <a:ext cx="1175237" cy="198360"/>
            </a:xfrm>
            <a:custGeom>
              <a:avLst/>
              <a:gdLst>
                <a:gd name="connsiteX0" fmla="*/ 484527 w 977480"/>
                <a:gd name="connsiteY0" fmla="*/ 0 h 685410"/>
                <a:gd name="connsiteX1" fmla="*/ 484717 w 977480"/>
                <a:gd name="connsiteY1" fmla="*/ 239 h 685410"/>
                <a:gd name="connsiteX2" fmla="*/ 977480 w 977480"/>
                <a:gd name="connsiteY2" fmla="*/ 619877 h 685410"/>
                <a:gd name="connsiteX3" fmla="*/ 867763 w 977480"/>
                <a:gd name="connsiteY3" fmla="*/ 613907 h 685410"/>
                <a:gd name="connsiteX4" fmla="*/ 633367 w 977480"/>
                <a:gd name="connsiteY4" fmla="*/ 655695 h 685410"/>
                <a:gd name="connsiteX5" fmla="*/ 259331 w 977480"/>
                <a:gd name="connsiteY5" fmla="*/ 607937 h 685410"/>
                <a:gd name="connsiteX6" fmla="*/ 114704 w 977480"/>
                <a:gd name="connsiteY6" fmla="*/ 613907 h 685410"/>
                <a:gd name="connsiteX7" fmla="*/ 0 w 977480"/>
                <a:gd name="connsiteY7" fmla="*/ 595998 h 685410"/>
                <a:gd name="connsiteX8" fmla="*/ 60469 w 977480"/>
                <a:gd name="connsiteY8" fmla="*/ 521377 h 685410"/>
                <a:gd name="connsiteX9" fmla="*/ 64033 w 977480"/>
                <a:gd name="connsiteY9" fmla="*/ 516979 h 685410"/>
                <a:gd name="connsiteX10" fmla="*/ 484527 w 977480"/>
                <a:gd name="connsiteY10" fmla="*/ 516979 h 685410"/>
                <a:gd name="connsiteX11" fmla="*/ 484527 w 977480"/>
                <a:gd name="connsiteY11" fmla="*/ 462334 h 685410"/>
                <a:gd name="connsiteX12" fmla="*/ 484527 w 977480"/>
                <a:gd name="connsiteY12" fmla="*/ 147645 h 685410"/>
                <a:gd name="connsiteX13" fmla="*/ 484527 w 977480"/>
                <a:gd name="connsiteY13" fmla="*/ 0 h 685410"/>
                <a:gd name="connsiteX0" fmla="*/ 484527 w 977480"/>
                <a:gd name="connsiteY0" fmla="*/ 147406 h 685171"/>
                <a:gd name="connsiteX1" fmla="*/ 484717 w 977480"/>
                <a:gd name="connsiteY1" fmla="*/ 0 h 685171"/>
                <a:gd name="connsiteX2" fmla="*/ 977480 w 977480"/>
                <a:gd name="connsiteY2" fmla="*/ 619638 h 685171"/>
                <a:gd name="connsiteX3" fmla="*/ 867763 w 977480"/>
                <a:gd name="connsiteY3" fmla="*/ 613668 h 685171"/>
                <a:gd name="connsiteX4" fmla="*/ 633367 w 977480"/>
                <a:gd name="connsiteY4" fmla="*/ 655456 h 685171"/>
                <a:gd name="connsiteX5" fmla="*/ 259331 w 977480"/>
                <a:gd name="connsiteY5" fmla="*/ 607698 h 685171"/>
                <a:gd name="connsiteX6" fmla="*/ 114704 w 977480"/>
                <a:gd name="connsiteY6" fmla="*/ 613668 h 685171"/>
                <a:gd name="connsiteX7" fmla="*/ 0 w 977480"/>
                <a:gd name="connsiteY7" fmla="*/ 595759 h 685171"/>
                <a:gd name="connsiteX8" fmla="*/ 60469 w 977480"/>
                <a:gd name="connsiteY8" fmla="*/ 521138 h 685171"/>
                <a:gd name="connsiteX9" fmla="*/ 64033 w 977480"/>
                <a:gd name="connsiteY9" fmla="*/ 516740 h 685171"/>
                <a:gd name="connsiteX10" fmla="*/ 484527 w 977480"/>
                <a:gd name="connsiteY10" fmla="*/ 516740 h 685171"/>
                <a:gd name="connsiteX11" fmla="*/ 484527 w 977480"/>
                <a:gd name="connsiteY11" fmla="*/ 462095 h 685171"/>
                <a:gd name="connsiteX12" fmla="*/ 484527 w 977480"/>
                <a:gd name="connsiteY12" fmla="*/ 147406 h 685171"/>
                <a:gd name="connsiteX0" fmla="*/ 484527 w 977480"/>
                <a:gd name="connsiteY0" fmla="*/ 0 h 537765"/>
                <a:gd name="connsiteX1" fmla="*/ 977480 w 977480"/>
                <a:gd name="connsiteY1" fmla="*/ 472232 h 537765"/>
                <a:gd name="connsiteX2" fmla="*/ 867763 w 977480"/>
                <a:gd name="connsiteY2" fmla="*/ 466262 h 537765"/>
                <a:gd name="connsiteX3" fmla="*/ 633367 w 977480"/>
                <a:gd name="connsiteY3" fmla="*/ 508050 h 537765"/>
                <a:gd name="connsiteX4" fmla="*/ 259331 w 977480"/>
                <a:gd name="connsiteY4" fmla="*/ 460292 h 537765"/>
                <a:gd name="connsiteX5" fmla="*/ 114704 w 977480"/>
                <a:gd name="connsiteY5" fmla="*/ 466262 h 537765"/>
                <a:gd name="connsiteX6" fmla="*/ 0 w 977480"/>
                <a:gd name="connsiteY6" fmla="*/ 448353 h 537765"/>
                <a:gd name="connsiteX7" fmla="*/ 60469 w 977480"/>
                <a:gd name="connsiteY7" fmla="*/ 373732 h 537765"/>
                <a:gd name="connsiteX8" fmla="*/ 64033 w 977480"/>
                <a:gd name="connsiteY8" fmla="*/ 369334 h 537765"/>
                <a:gd name="connsiteX9" fmla="*/ 484527 w 977480"/>
                <a:gd name="connsiteY9" fmla="*/ 369334 h 537765"/>
                <a:gd name="connsiteX10" fmla="*/ 484527 w 977480"/>
                <a:gd name="connsiteY10" fmla="*/ 314689 h 537765"/>
                <a:gd name="connsiteX11" fmla="*/ 484527 w 977480"/>
                <a:gd name="connsiteY11" fmla="*/ 0 h 537765"/>
                <a:gd name="connsiteX0" fmla="*/ 484527 w 977480"/>
                <a:gd name="connsiteY0" fmla="*/ 0 h 223076"/>
                <a:gd name="connsiteX1" fmla="*/ 977480 w 977480"/>
                <a:gd name="connsiteY1" fmla="*/ 157543 h 223076"/>
                <a:gd name="connsiteX2" fmla="*/ 867763 w 977480"/>
                <a:gd name="connsiteY2" fmla="*/ 151573 h 223076"/>
                <a:gd name="connsiteX3" fmla="*/ 633367 w 977480"/>
                <a:gd name="connsiteY3" fmla="*/ 193361 h 223076"/>
                <a:gd name="connsiteX4" fmla="*/ 259331 w 977480"/>
                <a:gd name="connsiteY4" fmla="*/ 145603 h 223076"/>
                <a:gd name="connsiteX5" fmla="*/ 114704 w 977480"/>
                <a:gd name="connsiteY5" fmla="*/ 151573 h 223076"/>
                <a:gd name="connsiteX6" fmla="*/ 0 w 977480"/>
                <a:gd name="connsiteY6" fmla="*/ 133664 h 223076"/>
                <a:gd name="connsiteX7" fmla="*/ 60469 w 977480"/>
                <a:gd name="connsiteY7" fmla="*/ 59043 h 223076"/>
                <a:gd name="connsiteX8" fmla="*/ 64033 w 977480"/>
                <a:gd name="connsiteY8" fmla="*/ 54645 h 223076"/>
                <a:gd name="connsiteX9" fmla="*/ 484527 w 977480"/>
                <a:gd name="connsiteY9" fmla="*/ 54645 h 223076"/>
                <a:gd name="connsiteX10" fmla="*/ 484527 w 977480"/>
                <a:gd name="connsiteY10" fmla="*/ 0 h 223076"/>
                <a:gd name="connsiteX0" fmla="*/ 484527 w 977480"/>
                <a:gd name="connsiteY0" fmla="*/ 0 h 168431"/>
                <a:gd name="connsiteX1" fmla="*/ 977480 w 977480"/>
                <a:gd name="connsiteY1" fmla="*/ 102898 h 168431"/>
                <a:gd name="connsiteX2" fmla="*/ 867763 w 977480"/>
                <a:gd name="connsiteY2" fmla="*/ 96928 h 168431"/>
                <a:gd name="connsiteX3" fmla="*/ 633367 w 977480"/>
                <a:gd name="connsiteY3" fmla="*/ 138716 h 168431"/>
                <a:gd name="connsiteX4" fmla="*/ 259331 w 977480"/>
                <a:gd name="connsiteY4" fmla="*/ 90958 h 168431"/>
                <a:gd name="connsiteX5" fmla="*/ 114704 w 977480"/>
                <a:gd name="connsiteY5" fmla="*/ 96928 h 168431"/>
                <a:gd name="connsiteX6" fmla="*/ 0 w 977480"/>
                <a:gd name="connsiteY6" fmla="*/ 79019 h 168431"/>
                <a:gd name="connsiteX7" fmla="*/ 60469 w 977480"/>
                <a:gd name="connsiteY7" fmla="*/ 4398 h 168431"/>
                <a:gd name="connsiteX8" fmla="*/ 64033 w 977480"/>
                <a:gd name="connsiteY8" fmla="*/ 0 h 168431"/>
                <a:gd name="connsiteX9" fmla="*/ 484527 w 977480"/>
                <a:gd name="connsiteY9" fmla="*/ 0 h 168431"/>
                <a:gd name="connsiteX0" fmla="*/ 471103 w 964056"/>
                <a:gd name="connsiteY0" fmla="*/ 0 h 168431"/>
                <a:gd name="connsiteX1" fmla="*/ 964056 w 964056"/>
                <a:gd name="connsiteY1" fmla="*/ 102898 h 168431"/>
                <a:gd name="connsiteX2" fmla="*/ 854339 w 964056"/>
                <a:gd name="connsiteY2" fmla="*/ 96928 h 168431"/>
                <a:gd name="connsiteX3" fmla="*/ 619943 w 964056"/>
                <a:gd name="connsiteY3" fmla="*/ 138716 h 168431"/>
                <a:gd name="connsiteX4" fmla="*/ 245907 w 964056"/>
                <a:gd name="connsiteY4" fmla="*/ 90958 h 168431"/>
                <a:gd name="connsiteX5" fmla="*/ 101280 w 964056"/>
                <a:gd name="connsiteY5" fmla="*/ 96928 h 168431"/>
                <a:gd name="connsiteX6" fmla="*/ 0 w 964056"/>
                <a:gd name="connsiteY6" fmla="*/ 91151 h 168431"/>
                <a:gd name="connsiteX7" fmla="*/ 47045 w 964056"/>
                <a:gd name="connsiteY7" fmla="*/ 4398 h 168431"/>
                <a:gd name="connsiteX8" fmla="*/ 50609 w 964056"/>
                <a:gd name="connsiteY8" fmla="*/ 0 h 168431"/>
                <a:gd name="connsiteX9" fmla="*/ 471103 w 964056"/>
                <a:gd name="connsiteY9" fmla="*/ 0 h 168431"/>
                <a:gd name="connsiteX0" fmla="*/ 471103 w 964056"/>
                <a:gd name="connsiteY0" fmla="*/ 0 h 168431"/>
                <a:gd name="connsiteX1" fmla="*/ 964056 w 964056"/>
                <a:gd name="connsiteY1" fmla="*/ 102898 h 168431"/>
                <a:gd name="connsiteX2" fmla="*/ 854339 w 964056"/>
                <a:gd name="connsiteY2" fmla="*/ 96928 h 168431"/>
                <a:gd name="connsiteX3" fmla="*/ 619943 w 964056"/>
                <a:gd name="connsiteY3" fmla="*/ 138716 h 168431"/>
                <a:gd name="connsiteX4" fmla="*/ 245907 w 964056"/>
                <a:gd name="connsiteY4" fmla="*/ 90958 h 168431"/>
                <a:gd name="connsiteX5" fmla="*/ 101280 w 964056"/>
                <a:gd name="connsiteY5" fmla="*/ 96928 h 168431"/>
                <a:gd name="connsiteX6" fmla="*/ 0 w 964056"/>
                <a:gd name="connsiteY6" fmla="*/ 91151 h 168431"/>
                <a:gd name="connsiteX7" fmla="*/ 47045 w 964056"/>
                <a:gd name="connsiteY7" fmla="*/ 4398 h 168431"/>
                <a:gd name="connsiteX8" fmla="*/ 50609 w 964056"/>
                <a:gd name="connsiteY8" fmla="*/ 0 h 168431"/>
                <a:gd name="connsiteX9" fmla="*/ 471103 w 964056"/>
                <a:gd name="connsiteY9" fmla="*/ 0 h 168431"/>
                <a:gd name="connsiteX0" fmla="*/ 471103 w 944879"/>
                <a:gd name="connsiteY0" fmla="*/ 0 h 168431"/>
                <a:gd name="connsiteX1" fmla="*/ 944879 w 944879"/>
                <a:gd name="connsiteY1" fmla="*/ 102898 h 168431"/>
                <a:gd name="connsiteX2" fmla="*/ 854339 w 944879"/>
                <a:gd name="connsiteY2" fmla="*/ 96928 h 168431"/>
                <a:gd name="connsiteX3" fmla="*/ 619943 w 944879"/>
                <a:gd name="connsiteY3" fmla="*/ 138716 h 168431"/>
                <a:gd name="connsiteX4" fmla="*/ 245907 w 944879"/>
                <a:gd name="connsiteY4" fmla="*/ 90958 h 168431"/>
                <a:gd name="connsiteX5" fmla="*/ 101280 w 944879"/>
                <a:gd name="connsiteY5" fmla="*/ 96928 h 168431"/>
                <a:gd name="connsiteX6" fmla="*/ 0 w 944879"/>
                <a:gd name="connsiteY6" fmla="*/ 91151 h 168431"/>
                <a:gd name="connsiteX7" fmla="*/ 47045 w 944879"/>
                <a:gd name="connsiteY7" fmla="*/ 4398 h 168431"/>
                <a:gd name="connsiteX8" fmla="*/ 50609 w 944879"/>
                <a:gd name="connsiteY8" fmla="*/ 0 h 168431"/>
                <a:gd name="connsiteX9" fmla="*/ 471103 w 944879"/>
                <a:gd name="connsiteY9" fmla="*/ 0 h 168431"/>
                <a:gd name="connsiteX0" fmla="*/ 471103 w 944879"/>
                <a:gd name="connsiteY0" fmla="*/ 0 h 168431"/>
                <a:gd name="connsiteX1" fmla="*/ 944879 w 944879"/>
                <a:gd name="connsiteY1" fmla="*/ 102898 h 168431"/>
                <a:gd name="connsiteX2" fmla="*/ 854339 w 944879"/>
                <a:gd name="connsiteY2" fmla="*/ 96928 h 168431"/>
                <a:gd name="connsiteX3" fmla="*/ 619943 w 944879"/>
                <a:gd name="connsiteY3" fmla="*/ 138716 h 168431"/>
                <a:gd name="connsiteX4" fmla="*/ 245907 w 944879"/>
                <a:gd name="connsiteY4" fmla="*/ 90958 h 168431"/>
                <a:gd name="connsiteX5" fmla="*/ 101280 w 944879"/>
                <a:gd name="connsiteY5" fmla="*/ 96928 h 168431"/>
                <a:gd name="connsiteX6" fmla="*/ 0 w 944879"/>
                <a:gd name="connsiteY6" fmla="*/ 91151 h 168431"/>
                <a:gd name="connsiteX7" fmla="*/ 47045 w 944879"/>
                <a:gd name="connsiteY7" fmla="*/ 4398 h 168431"/>
                <a:gd name="connsiteX8" fmla="*/ 37186 w 944879"/>
                <a:gd name="connsiteY8" fmla="*/ 0 h 168431"/>
                <a:gd name="connsiteX9" fmla="*/ 471103 w 944879"/>
                <a:gd name="connsiteY9" fmla="*/ 0 h 168431"/>
                <a:gd name="connsiteX0" fmla="*/ 471103 w 944879"/>
                <a:gd name="connsiteY0" fmla="*/ 0 h 168431"/>
                <a:gd name="connsiteX1" fmla="*/ 944879 w 944879"/>
                <a:gd name="connsiteY1" fmla="*/ 102898 h 168431"/>
                <a:gd name="connsiteX2" fmla="*/ 854339 w 944879"/>
                <a:gd name="connsiteY2" fmla="*/ 96928 h 168431"/>
                <a:gd name="connsiteX3" fmla="*/ 619943 w 944879"/>
                <a:gd name="connsiteY3" fmla="*/ 138716 h 168431"/>
                <a:gd name="connsiteX4" fmla="*/ 245907 w 944879"/>
                <a:gd name="connsiteY4" fmla="*/ 90958 h 168431"/>
                <a:gd name="connsiteX5" fmla="*/ 101280 w 944879"/>
                <a:gd name="connsiteY5" fmla="*/ 96928 h 168431"/>
                <a:gd name="connsiteX6" fmla="*/ 0 w 944879"/>
                <a:gd name="connsiteY6" fmla="*/ 91151 h 168431"/>
                <a:gd name="connsiteX7" fmla="*/ 47045 w 944879"/>
                <a:gd name="connsiteY7" fmla="*/ 4398 h 168431"/>
                <a:gd name="connsiteX8" fmla="*/ 471103 w 944879"/>
                <a:gd name="connsiteY8" fmla="*/ 0 h 168431"/>
                <a:gd name="connsiteX0" fmla="*/ 472644 w 946420"/>
                <a:gd name="connsiteY0" fmla="*/ 0 h 168431"/>
                <a:gd name="connsiteX1" fmla="*/ 946420 w 946420"/>
                <a:gd name="connsiteY1" fmla="*/ 102898 h 168431"/>
                <a:gd name="connsiteX2" fmla="*/ 855880 w 946420"/>
                <a:gd name="connsiteY2" fmla="*/ 96928 h 168431"/>
                <a:gd name="connsiteX3" fmla="*/ 621484 w 946420"/>
                <a:gd name="connsiteY3" fmla="*/ 138716 h 168431"/>
                <a:gd name="connsiteX4" fmla="*/ 247448 w 946420"/>
                <a:gd name="connsiteY4" fmla="*/ 90958 h 168431"/>
                <a:gd name="connsiteX5" fmla="*/ 102821 w 946420"/>
                <a:gd name="connsiteY5" fmla="*/ 96928 h 168431"/>
                <a:gd name="connsiteX6" fmla="*/ 1541 w 946420"/>
                <a:gd name="connsiteY6" fmla="*/ 91151 h 168431"/>
                <a:gd name="connsiteX7" fmla="*/ 44751 w 946420"/>
                <a:gd name="connsiteY7" fmla="*/ 4398 h 168431"/>
                <a:gd name="connsiteX8" fmla="*/ 472644 w 946420"/>
                <a:gd name="connsiteY8" fmla="*/ 0 h 168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6420" h="168431">
                  <a:moveTo>
                    <a:pt x="472644" y="0"/>
                  </a:moveTo>
                  <a:lnTo>
                    <a:pt x="946420" y="102898"/>
                  </a:lnTo>
                  <a:cubicBezTo>
                    <a:pt x="911510" y="114837"/>
                    <a:pt x="880816" y="114837"/>
                    <a:pt x="855880" y="96928"/>
                  </a:cubicBezTo>
                  <a:cubicBezTo>
                    <a:pt x="806008" y="67079"/>
                    <a:pt x="751150" y="55140"/>
                    <a:pt x="621484" y="138716"/>
                  </a:cubicBezTo>
                  <a:cubicBezTo>
                    <a:pt x="486831" y="216322"/>
                    <a:pt x="267397" y="120807"/>
                    <a:pt x="247448" y="90958"/>
                  </a:cubicBezTo>
                  <a:cubicBezTo>
                    <a:pt x="222513" y="61110"/>
                    <a:pt x="152693" y="73049"/>
                    <a:pt x="102821" y="96928"/>
                  </a:cubicBezTo>
                  <a:cubicBezTo>
                    <a:pt x="67911" y="114837"/>
                    <a:pt x="11219" y="106573"/>
                    <a:pt x="1541" y="91151"/>
                  </a:cubicBezTo>
                  <a:cubicBezTo>
                    <a:pt x="-8137" y="75729"/>
                    <a:pt x="30348" y="33316"/>
                    <a:pt x="44751" y="4398"/>
                  </a:cubicBezTo>
                  <a:lnTo>
                    <a:pt x="4726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168" name="任意多边形 167"/>
            <p:cNvSpPr>
              <a:spLocks/>
            </p:cNvSpPr>
            <p:nvPr/>
          </p:nvSpPr>
          <p:spPr bwMode="auto">
            <a:xfrm>
              <a:off x="9729476" y="3208415"/>
              <a:ext cx="600230" cy="198299"/>
            </a:xfrm>
            <a:custGeom>
              <a:avLst/>
              <a:gdLst>
                <a:gd name="connsiteX0" fmla="*/ 0 w 492953"/>
                <a:gd name="connsiteY0" fmla="*/ 0 h 168379"/>
                <a:gd name="connsiteX1" fmla="*/ 411364 w 492953"/>
                <a:gd name="connsiteY1" fmla="*/ 0 h 168379"/>
                <a:gd name="connsiteX2" fmla="*/ 492953 w 492953"/>
                <a:gd name="connsiteY2" fmla="*/ 102730 h 168379"/>
                <a:gd name="connsiteX3" fmla="*/ 383408 w 492953"/>
                <a:gd name="connsiteY3" fmla="*/ 96762 h 168379"/>
                <a:gd name="connsiteX4" fmla="*/ 149380 w 492953"/>
                <a:gd name="connsiteY4" fmla="*/ 138539 h 168379"/>
                <a:gd name="connsiteX5" fmla="*/ 0 w 492953"/>
                <a:gd name="connsiteY5" fmla="*/ 168379 h 168379"/>
                <a:gd name="connsiteX6" fmla="*/ 0 w 492953"/>
                <a:gd name="connsiteY6" fmla="*/ 817 h 168379"/>
                <a:gd name="connsiteX7" fmla="*/ 0 w 492953"/>
                <a:gd name="connsiteY7" fmla="*/ 0 h 168379"/>
                <a:gd name="connsiteX0" fmla="*/ 0 w 492953"/>
                <a:gd name="connsiteY0" fmla="*/ 0 h 168379"/>
                <a:gd name="connsiteX1" fmla="*/ 436293 w 492953"/>
                <a:gd name="connsiteY1" fmla="*/ 4043 h 168379"/>
                <a:gd name="connsiteX2" fmla="*/ 492953 w 492953"/>
                <a:gd name="connsiteY2" fmla="*/ 102730 h 168379"/>
                <a:gd name="connsiteX3" fmla="*/ 383408 w 492953"/>
                <a:gd name="connsiteY3" fmla="*/ 96762 h 168379"/>
                <a:gd name="connsiteX4" fmla="*/ 149380 w 492953"/>
                <a:gd name="connsiteY4" fmla="*/ 138539 h 168379"/>
                <a:gd name="connsiteX5" fmla="*/ 0 w 492953"/>
                <a:gd name="connsiteY5" fmla="*/ 168379 h 168379"/>
                <a:gd name="connsiteX6" fmla="*/ 0 w 492953"/>
                <a:gd name="connsiteY6" fmla="*/ 817 h 168379"/>
                <a:gd name="connsiteX7" fmla="*/ 0 w 492953"/>
                <a:gd name="connsiteY7" fmla="*/ 0 h 168379"/>
                <a:gd name="connsiteX0" fmla="*/ 0 w 485283"/>
                <a:gd name="connsiteY0" fmla="*/ 0 h 168379"/>
                <a:gd name="connsiteX1" fmla="*/ 436293 w 485283"/>
                <a:gd name="connsiteY1" fmla="*/ 4043 h 168379"/>
                <a:gd name="connsiteX2" fmla="*/ 485283 w 485283"/>
                <a:gd name="connsiteY2" fmla="*/ 104752 h 168379"/>
                <a:gd name="connsiteX3" fmla="*/ 383408 w 485283"/>
                <a:gd name="connsiteY3" fmla="*/ 96762 h 168379"/>
                <a:gd name="connsiteX4" fmla="*/ 149380 w 485283"/>
                <a:gd name="connsiteY4" fmla="*/ 138539 h 168379"/>
                <a:gd name="connsiteX5" fmla="*/ 0 w 485283"/>
                <a:gd name="connsiteY5" fmla="*/ 168379 h 168379"/>
                <a:gd name="connsiteX6" fmla="*/ 0 w 485283"/>
                <a:gd name="connsiteY6" fmla="*/ 817 h 168379"/>
                <a:gd name="connsiteX7" fmla="*/ 0 w 485283"/>
                <a:gd name="connsiteY7" fmla="*/ 0 h 168379"/>
                <a:gd name="connsiteX0" fmla="*/ 0 w 481448"/>
                <a:gd name="connsiteY0" fmla="*/ 0 h 168379"/>
                <a:gd name="connsiteX1" fmla="*/ 436293 w 481448"/>
                <a:gd name="connsiteY1" fmla="*/ 4043 h 168379"/>
                <a:gd name="connsiteX2" fmla="*/ 481448 w 481448"/>
                <a:gd name="connsiteY2" fmla="*/ 104752 h 168379"/>
                <a:gd name="connsiteX3" fmla="*/ 383408 w 481448"/>
                <a:gd name="connsiteY3" fmla="*/ 96762 h 168379"/>
                <a:gd name="connsiteX4" fmla="*/ 149380 w 481448"/>
                <a:gd name="connsiteY4" fmla="*/ 138539 h 168379"/>
                <a:gd name="connsiteX5" fmla="*/ 0 w 481448"/>
                <a:gd name="connsiteY5" fmla="*/ 168379 h 168379"/>
                <a:gd name="connsiteX6" fmla="*/ 0 w 481448"/>
                <a:gd name="connsiteY6" fmla="*/ 817 h 168379"/>
                <a:gd name="connsiteX7" fmla="*/ 0 w 481448"/>
                <a:gd name="connsiteY7" fmla="*/ 0 h 168379"/>
                <a:gd name="connsiteX0" fmla="*/ 0 w 481448"/>
                <a:gd name="connsiteY0" fmla="*/ 0 h 168379"/>
                <a:gd name="connsiteX1" fmla="*/ 436293 w 481448"/>
                <a:gd name="connsiteY1" fmla="*/ 4043 h 168379"/>
                <a:gd name="connsiteX2" fmla="*/ 481448 w 481448"/>
                <a:gd name="connsiteY2" fmla="*/ 104752 h 168379"/>
                <a:gd name="connsiteX3" fmla="*/ 383408 w 481448"/>
                <a:gd name="connsiteY3" fmla="*/ 96762 h 168379"/>
                <a:gd name="connsiteX4" fmla="*/ 149380 w 481448"/>
                <a:gd name="connsiteY4" fmla="*/ 138539 h 168379"/>
                <a:gd name="connsiteX5" fmla="*/ 0 w 481448"/>
                <a:gd name="connsiteY5" fmla="*/ 168379 h 168379"/>
                <a:gd name="connsiteX6" fmla="*/ 0 w 481448"/>
                <a:gd name="connsiteY6" fmla="*/ 817 h 168379"/>
                <a:gd name="connsiteX7" fmla="*/ 0 w 481448"/>
                <a:gd name="connsiteY7" fmla="*/ 0 h 168379"/>
                <a:gd name="connsiteX0" fmla="*/ 0 w 483366"/>
                <a:gd name="connsiteY0" fmla="*/ 0 h 168379"/>
                <a:gd name="connsiteX1" fmla="*/ 436293 w 483366"/>
                <a:gd name="connsiteY1" fmla="*/ 4043 h 168379"/>
                <a:gd name="connsiteX2" fmla="*/ 483366 w 483366"/>
                <a:gd name="connsiteY2" fmla="*/ 110818 h 168379"/>
                <a:gd name="connsiteX3" fmla="*/ 383408 w 483366"/>
                <a:gd name="connsiteY3" fmla="*/ 96762 h 168379"/>
                <a:gd name="connsiteX4" fmla="*/ 149380 w 483366"/>
                <a:gd name="connsiteY4" fmla="*/ 138539 h 168379"/>
                <a:gd name="connsiteX5" fmla="*/ 0 w 483366"/>
                <a:gd name="connsiteY5" fmla="*/ 168379 h 168379"/>
                <a:gd name="connsiteX6" fmla="*/ 0 w 483366"/>
                <a:gd name="connsiteY6" fmla="*/ 817 h 168379"/>
                <a:gd name="connsiteX7" fmla="*/ 0 w 483366"/>
                <a:gd name="connsiteY7" fmla="*/ 0 h 168379"/>
                <a:gd name="connsiteX0" fmla="*/ 0 w 483366"/>
                <a:gd name="connsiteY0" fmla="*/ 0 h 168379"/>
                <a:gd name="connsiteX1" fmla="*/ 436293 w 483366"/>
                <a:gd name="connsiteY1" fmla="*/ 4043 h 168379"/>
                <a:gd name="connsiteX2" fmla="*/ 483366 w 483366"/>
                <a:gd name="connsiteY2" fmla="*/ 110818 h 168379"/>
                <a:gd name="connsiteX3" fmla="*/ 383408 w 483366"/>
                <a:gd name="connsiteY3" fmla="*/ 96762 h 168379"/>
                <a:gd name="connsiteX4" fmla="*/ 149380 w 483366"/>
                <a:gd name="connsiteY4" fmla="*/ 138539 h 168379"/>
                <a:gd name="connsiteX5" fmla="*/ 0 w 483366"/>
                <a:gd name="connsiteY5" fmla="*/ 168379 h 168379"/>
                <a:gd name="connsiteX6" fmla="*/ 0 w 483366"/>
                <a:gd name="connsiteY6" fmla="*/ 817 h 168379"/>
                <a:gd name="connsiteX7" fmla="*/ 0 w 483366"/>
                <a:gd name="connsiteY7" fmla="*/ 0 h 16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3366" h="168379">
                  <a:moveTo>
                    <a:pt x="0" y="0"/>
                  </a:moveTo>
                  <a:lnTo>
                    <a:pt x="436293" y="4043"/>
                  </a:lnTo>
                  <a:cubicBezTo>
                    <a:pt x="463489" y="38286"/>
                    <a:pt x="481099" y="76575"/>
                    <a:pt x="483366" y="110818"/>
                  </a:cubicBezTo>
                  <a:cubicBezTo>
                    <a:pt x="448511" y="122754"/>
                    <a:pt x="408304" y="114666"/>
                    <a:pt x="383408" y="96762"/>
                  </a:cubicBezTo>
                  <a:cubicBezTo>
                    <a:pt x="333615" y="66921"/>
                    <a:pt x="278842" y="54985"/>
                    <a:pt x="149380" y="138539"/>
                  </a:cubicBezTo>
                  <a:cubicBezTo>
                    <a:pt x="104566" y="162411"/>
                    <a:pt x="49793" y="168379"/>
                    <a:pt x="0" y="168379"/>
                  </a:cubicBezTo>
                  <a:lnTo>
                    <a:pt x="0" y="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5110708" y="4107543"/>
            <a:ext cx="4004718" cy="2498046"/>
            <a:chOff x="5110708" y="4107543"/>
            <a:chExt cx="4004718" cy="2498046"/>
          </a:xfrm>
        </p:grpSpPr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5110708" y="4107543"/>
              <a:ext cx="4004718" cy="2498046"/>
            </a:xfrm>
            <a:custGeom>
              <a:avLst/>
              <a:gdLst>
                <a:gd name="T0" fmla="*/ 1901 w 1901"/>
                <a:gd name="T1" fmla="*/ 990 h 990"/>
                <a:gd name="T2" fmla="*/ 951 w 1901"/>
                <a:gd name="T3" fmla="*/ 0 h 990"/>
                <a:gd name="T4" fmla="*/ 0 w 1901"/>
                <a:gd name="T5" fmla="*/ 990 h 990"/>
                <a:gd name="T6" fmla="*/ 1901 w 1901"/>
                <a:gd name="T7" fmla="*/ 99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1" h="990">
                  <a:moveTo>
                    <a:pt x="1901" y="990"/>
                  </a:moveTo>
                  <a:lnTo>
                    <a:pt x="951" y="0"/>
                  </a:lnTo>
                  <a:lnTo>
                    <a:pt x="0" y="990"/>
                  </a:lnTo>
                  <a:lnTo>
                    <a:pt x="1901" y="990"/>
                  </a:lnTo>
                  <a:close/>
                </a:path>
              </a:pathLst>
            </a:custGeom>
            <a:solidFill>
              <a:srgbClr val="667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9"/>
            <p:cNvSpPr>
              <a:spLocks/>
            </p:cNvSpPr>
            <p:nvPr/>
          </p:nvSpPr>
          <p:spPr bwMode="auto">
            <a:xfrm>
              <a:off x="7114121" y="4107543"/>
              <a:ext cx="2001305" cy="2498046"/>
            </a:xfrm>
            <a:custGeom>
              <a:avLst/>
              <a:gdLst>
                <a:gd name="T0" fmla="*/ 950 w 950"/>
                <a:gd name="T1" fmla="*/ 990 h 990"/>
                <a:gd name="T2" fmla="*/ 0 w 950"/>
                <a:gd name="T3" fmla="*/ 0 h 990"/>
                <a:gd name="T4" fmla="*/ 0 w 950"/>
                <a:gd name="T5" fmla="*/ 990 h 990"/>
                <a:gd name="T6" fmla="*/ 950 w 950"/>
                <a:gd name="T7" fmla="*/ 99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0" h="990">
                  <a:moveTo>
                    <a:pt x="950" y="990"/>
                  </a:moveTo>
                  <a:lnTo>
                    <a:pt x="0" y="0"/>
                  </a:lnTo>
                  <a:lnTo>
                    <a:pt x="0" y="990"/>
                  </a:lnTo>
                  <a:lnTo>
                    <a:pt x="950" y="990"/>
                  </a:lnTo>
                  <a:close/>
                </a:path>
              </a:pathLst>
            </a:custGeom>
            <a:solidFill>
              <a:srgbClr val="97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6629594" y="4107543"/>
              <a:ext cx="977480" cy="734275"/>
            </a:xfrm>
            <a:custGeom>
              <a:avLst/>
              <a:gdLst>
                <a:gd name="T0" fmla="*/ 52 w 196"/>
                <a:gd name="T1" fmla="*/ 102 h 123"/>
                <a:gd name="T2" fmla="*/ 127 w 196"/>
                <a:gd name="T3" fmla="*/ 110 h 123"/>
                <a:gd name="T4" fmla="*/ 174 w 196"/>
                <a:gd name="T5" fmla="*/ 103 h 123"/>
                <a:gd name="T6" fmla="*/ 196 w 196"/>
                <a:gd name="T7" fmla="*/ 104 h 123"/>
                <a:gd name="T8" fmla="*/ 97 w 196"/>
                <a:gd name="T9" fmla="*/ 0 h 123"/>
                <a:gd name="T10" fmla="*/ 0 w 196"/>
                <a:gd name="T11" fmla="*/ 100 h 123"/>
                <a:gd name="T12" fmla="*/ 23 w 196"/>
                <a:gd name="T13" fmla="*/ 103 h 123"/>
                <a:gd name="T14" fmla="*/ 52 w 196"/>
                <a:gd name="T15" fmla="*/ 10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6" h="123">
                  <a:moveTo>
                    <a:pt x="52" y="102"/>
                  </a:moveTo>
                  <a:cubicBezTo>
                    <a:pt x="56" y="107"/>
                    <a:pt x="100" y="123"/>
                    <a:pt x="127" y="110"/>
                  </a:cubicBezTo>
                  <a:cubicBezTo>
                    <a:pt x="153" y="96"/>
                    <a:pt x="164" y="98"/>
                    <a:pt x="174" y="103"/>
                  </a:cubicBezTo>
                  <a:cubicBezTo>
                    <a:pt x="179" y="106"/>
                    <a:pt x="189" y="106"/>
                    <a:pt x="196" y="104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7" y="104"/>
                    <a:pt x="16" y="106"/>
                    <a:pt x="23" y="103"/>
                  </a:cubicBezTo>
                  <a:cubicBezTo>
                    <a:pt x="33" y="99"/>
                    <a:pt x="47" y="97"/>
                    <a:pt x="52" y="102"/>
                  </a:cubicBezTo>
                  <a:close/>
                </a:path>
              </a:pathLst>
            </a:custGeom>
            <a:solidFill>
              <a:srgbClr val="C7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2"/>
            <p:cNvSpPr>
              <a:spLocks/>
            </p:cNvSpPr>
            <p:nvPr/>
          </p:nvSpPr>
          <p:spPr bwMode="auto">
            <a:xfrm>
              <a:off x="7114121" y="4107543"/>
              <a:ext cx="492953" cy="686332"/>
            </a:xfrm>
            <a:custGeom>
              <a:avLst/>
              <a:gdLst>
                <a:gd name="T0" fmla="*/ 77 w 99"/>
                <a:gd name="T1" fmla="*/ 103 h 115"/>
                <a:gd name="T2" fmla="*/ 99 w 99"/>
                <a:gd name="T3" fmla="*/ 104 h 115"/>
                <a:gd name="T4" fmla="*/ 0 w 99"/>
                <a:gd name="T5" fmla="*/ 0 h 115"/>
                <a:gd name="T6" fmla="*/ 0 w 99"/>
                <a:gd name="T7" fmla="*/ 115 h 115"/>
                <a:gd name="T8" fmla="*/ 30 w 99"/>
                <a:gd name="T9" fmla="*/ 110 h 115"/>
                <a:gd name="T10" fmla="*/ 77 w 99"/>
                <a:gd name="T11" fmla="*/ 10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115">
                  <a:moveTo>
                    <a:pt x="77" y="103"/>
                  </a:moveTo>
                  <a:cubicBezTo>
                    <a:pt x="82" y="106"/>
                    <a:pt x="92" y="106"/>
                    <a:pt x="99" y="10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0" y="115"/>
                    <a:pt x="21" y="114"/>
                    <a:pt x="30" y="110"/>
                  </a:cubicBezTo>
                  <a:cubicBezTo>
                    <a:pt x="56" y="96"/>
                    <a:pt x="67" y="98"/>
                    <a:pt x="77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7" name="Freeform 14"/>
          <p:cNvSpPr>
            <a:spLocks/>
          </p:cNvSpPr>
          <p:nvPr/>
        </p:nvSpPr>
        <p:spPr bwMode="auto">
          <a:xfrm>
            <a:off x="7607300" y="4221163"/>
            <a:ext cx="3546475" cy="2368550"/>
          </a:xfrm>
          <a:custGeom>
            <a:avLst/>
            <a:gdLst>
              <a:gd name="T0" fmla="*/ 0 w 2234"/>
              <a:gd name="T1" fmla="*/ 1492 h 1492"/>
              <a:gd name="T2" fmla="*/ 1116 w 2234"/>
              <a:gd name="T3" fmla="*/ 0 h 1492"/>
              <a:gd name="T4" fmla="*/ 2234 w 2234"/>
              <a:gd name="T5" fmla="*/ 1492 h 1492"/>
              <a:gd name="T6" fmla="*/ 0 w 2234"/>
              <a:gd name="T7" fmla="*/ 1492 h 1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34" h="1492">
                <a:moveTo>
                  <a:pt x="0" y="1492"/>
                </a:moveTo>
                <a:lnTo>
                  <a:pt x="1116" y="0"/>
                </a:lnTo>
                <a:lnTo>
                  <a:pt x="2234" y="1492"/>
                </a:lnTo>
                <a:lnTo>
                  <a:pt x="0" y="14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116"/>
          <p:cNvSpPr>
            <a:spLocks/>
          </p:cNvSpPr>
          <p:nvPr/>
        </p:nvSpPr>
        <p:spPr bwMode="auto">
          <a:xfrm>
            <a:off x="8278812" y="3489325"/>
            <a:ext cx="819150" cy="255588"/>
          </a:xfrm>
          <a:custGeom>
            <a:avLst/>
            <a:gdLst>
              <a:gd name="T0" fmla="*/ 0 w 218"/>
              <a:gd name="T1" fmla="*/ 34 h 68"/>
              <a:gd name="T2" fmla="*/ 34 w 218"/>
              <a:gd name="T3" fmla="*/ 0 h 68"/>
              <a:gd name="T4" fmla="*/ 184 w 218"/>
              <a:gd name="T5" fmla="*/ 0 h 68"/>
              <a:gd name="T6" fmla="*/ 218 w 218"/>
              <a:gd name="T7" fmla="*/ 34 h 68"/>
              <a:gd name="T8" fmla="*/ 184 w 218"/>
              <a:gd name="T9" fmla="*/ 68 h 68"/>
              <a:gd name="T10" fmla="*/ 34 w 218"/>
              <a:gd name="T11" fmla="*/ 68 h 68"/>
              <a:gd name="T12" fmla="*/ 0 w 218"/>
              <a:gd name="T1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8" h="68">
                <a:moveTo>
                  <a:pt x="0" y="34"/>
                </a:moveTo>
                <a:cubicBezTo>
                  <a:pt x="0" y="15"/>
                  <a:pt x="15" y="0"/>
                  <a:pt x="34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203" y="0"/>
                  <a:pt x="218" y="15"/>
                  <a:pt x="218" y="34"/>
                </a:cubicBezTo>
                <a:cubicBezTo>
                  <a:pt x="218" y="53"/>
                  <a:pt x="203" y="68"/>
                  <a:pt x="184" y="68"/>
                </a:cubicBezTo>
                <a:cubicBezTo>
                  <a:pt x="34" y="68"/>
                  <a:pt x="34" y="68"/>
                  <a:pt x="34" y="68"/>
                </a:cubicBezTo>
                <a:cubicBezTo>
                  <a:pt x="15" y="68"/>
                  <a:pt x="0" y="53"/>
                  <a:pt x="0" y="34"/>
                </a:cubicBezTo>
                <a:close/>
              </a:path>
            </a:pathLst>
          </a:custGeom>
          <a:solidFill>
            <a:srgbClr val="B4E9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279" name="组合 278"/>
          <p:cNvGrpSpPr/>
          <p:nvPr/>
        </p:nvGrpSpPr>
        <p:grpSpPr>
          <a:xfrm>
            <a:off x="4683124" y="4184650"/>
            <a:ext cx="1906588" cy="214313"/>
            <a:chOff x="4683124" y="4184650"/>
            <a:chExt cx="1906588" cy="214313"/>
          </a:xfrm>
        </p:grpSpPr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5299074" y="4184650"/>
              <a:ext cx="1290638" cy="214313"/>
            </a:xfrm>
            <a:custGeom>
              <a:avLst/>
              <a:gdLst>
                <a:gd name="T0" fmla="*/ 0 w 344"/>
                <a:gd name="T1" fmla="*/ 29 h 57"/>
                <a:gd name="T2" fmla="*/ 28 w 344"/>
                <a:gd name="T3" fmla="*/ 0 h 57"/>
                <a:gd name="T4" fmla="*/ 315 w 344"/>
                <a:gd name="T5" fmla="*/ 0 h 57"/>
                <a:gd name="T6" fmla="*/ 344 w 344"/>
                <a:gd name="T7" fmla="*/ 29 h 57"/>
                <a:gd name="T8" fmla="*/ 315 w 344"/>
                <a:gd name="T9" fmla="*/ 57 h 57"/>
                <a:gd name="T10" fmla="*/ 28 w 344"/>
                <a:gd name="T11" fmla="*/ 57 h 57"/>
                <a:gd name="T12" fmla="*/ 0 w 344"/>
                <a:gd name="T13" fmla="*/ 2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4" h="57">
                  <a:moveTo>
                    <a:pt x="0" y="29"/>
                  </a:moveTo>
                  <a:cubicBezTo>
                    <a:pt x="0" y="13"/>
                    <a:pt x="12" y="0"/>
                    <a:pt x="28" y="0"/>
                  </a:cubicBezTo>
                  <a:cubicBezTo>
                    <a:pt x="315" y="0"/>
                    <a:pt x="315" y="0"/>
                    <a:pt x="315" y="0"/>
                  </a:cubicBezTo>
                  <a:cubicBezTo>
                    <a:pt x="331" y="0"/>
                    <a:pt x="344" y="13"/>
                    <a:pt x="344" y="29"/>
                  </a:cubicBezTo>
                  <a:cubicBezTo>
                    <a:pt x="344" y="44"/>
                    <a:pt x="331" y="57"/>
                    <a:pt x="315" y="57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12" y="57"/>
                    <a:pt x="0" y="44"/>
                    <a:pt x="0" y="29"/>
                  </a:cubicBezTo>
                  <a:close/>
                </a:path>
              </a:pathLst>
            </a:custGeom>
            <a:solidFill>
              <a:srgbClr val="B4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Oval 123"/>
            <p:cNvSpPr>
              <a:spLocks noChangeArrowheads="1"/>
            </p:cNvSpPr>
            <p:nvPr/>
          </p:nvSpPr>
          <p:spPr bwMode="auto">
            <a:xfrm>
              <a:off x="4991099" y="4184650"/>
              <a:ext cx="214313" cy="214313"/>
            </a:xfrm>
            <a:prstGeom prst="ellipse">
              <a:avLst/>
            </a:prstGeom>
            <a:solidFill>
              <a:srgbClr val="B4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Oval 124"/>
            <p:cNvSpPr>
              <a:spLocks noChangeArrowheads="1"/>
            </p:cNvSpPr>
            <p:nvPr/>
          </p:nvSpPr>
          <p:spPr bwMode="auto">
            <a:xfrm>
              <a:off x="4683124" y="4184650"/>
              <a:ext cx="214313" cy="214313"/>
            </a:xfrm>
            <a:prstGeom prst="ellipse">
              <a:avLst/>
            </a:prstGeom>
            <a:solidFill>
              <a:srgbClr val="B4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80" name="组合 279"/>
          <p:cNvGrpSpPr/>
          <p:nvPr/>
        </p:nvGrpSpPr>
        <p:grpSpPr>
          <a:xfrm>
            <a:off x="9821862" y="4041775"/>
            <a:ext cx="1854200" cy="619125"/>
            <a:chOff x="9821862" y="4041775"/>
            <a:chExt cx="1854200" cy="619125"/>
          </a:xfrm>
        </p:grpSpPr>
        <p:sp>
          <p:nvSpPr>
            <p:cNvPr id="120" name="Oval 117"/>
            <p:cNvSpPr>
              <a:spLocks noChangeArrowheads="1"/>
            </p:cNvSpPr>
            <p:nvPr/>
          </p:nvSpPr>
          <p:spPr bwMode="auto">
            <a:xfrm>
              <a:off x="11450637" y="4041775"/>
              <a:ext cx="225425" cy="225425"/>
            </a:xfrm>
            <a:prstGeom prst="ellipse">
              <a:avLst/>
            </a:prstGeom>
            <a:solidFill>
              <a:srgbClr val="B4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Oval 118"/>
            <p:cNvSpPr>
              <a:spLocks noChangeArrowheads="1"/>
            </p:cNvSpPr>
            <p:nvPr/>
          </p:nvSpPr>
          <p:spPr bwMode="auto">
            <a:xfrm>
              <a:off x="11071225" y="4041775"/>
              <a:ext cx="222250" cy="225425"/>
            </a:xfrm>
            <a:prstGeom prst="ellipse">
              <a:avLst/>
            </a:prstGeom>
            <a:solidFill>
              <a:srgbClr val="B4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0"/>
            <p:cNvSpPr>
              <a:spLocks/>
            </p:cNvSpPr>
            <p:nvPr/>
          </p:nvSpPr>
          <p:spPr bwMode="auto">
            <a:xfrm>
              <a:off x="9821862" y="4041775"/>
              <a:ext cx="1692275" cy="619125"/>
            </a:xfrm>
            <a:custGeom>
              <a:avLst/>
              <a:gdLst>
                <a:gd name="T0" fmla="*/ 421 w 451"/>
                <a:gd name="T1" fmla="*/ 106 h 165"/>
                <a:gd name="T2" fmla="*/ 267 w 451"/>
                <a:gd name="T3" fmla="*/ 106 h 165"/>
                <a:gd name="T4" fmla="*/ 244 w 451"/>
                <a:gd name="T5" fmla="*/ 83 h 165"/>
                <a:gd name="T6" fmla="*/ 267 w 451"/>
                <a:gd name="T7" fmla="*/ 60 h 165"/>
                <a:gd name="T8" fmla="*/ 271 w 451"/>
                <a:gd name="T9" fmla="*/ 60 h 165"/>
                <a:gd name="T10" fmla="*/ 301 w 451"/>
                <a:gd name="T11" fmla="*/ 30 h 165"/>
                <a:gd name="T12" fmla="*/ 271 w 451"/>
                <a:gd name="T13" fmla="*/ 0 h 165"/>
                <a:gd name="T14" fmla="*/ 30 w 451"/>
                <a:gd name="T15" fmla="*/ 0 h 165"/>
                <a:gd name="T16" fmla="*/ 0 w 451"/>
                <a:gd name="T17" fmla="*/ 30 h 165"/>
                <a:gd name="T18" fmla="*/ 30 w 451"/>
                <a:gd name="T19" fmla="*/ 60 h 165"/>
                <a:gd name="T20" fmla="*/ 184 w 451"/>
                <a:gd name="T21" fmla="*/ 60 h 165"/>
                <a:gd name="T22" fmla="*/ 207 w 451"/>
                <a:gd name="T23" fmla="*/ 83 h 165"/>
                <a:gd name="T24" fmla="*/ 184 w 451"/>
                <a:gd name="T25" fmla="*/ 106 h 165"/>
                <a:gd name="T26" fmla="*/ 180 w 451"/>
                <a:gd name="T27" fmla="*/ 106 h 165"/>
                <a:gd name="T28" fmla="*/ 150 w 451"/>
                <a:gd name="T29" fmla="*/ 135 h 165"/>
                <a:gd name="T30" fmla="*/ 180 w 451"/>
                <a:gd name="T31" fmla="*/ 165 h 165"/>
                <a:gd name="T32" fmla="*/ 421 w 451"/>
                <a:gd name="T33" fmla="*/ 165 h 165"/>
                <a:gd name="T34" fmla="*/ 451 w 451"/>
                <a:gd name="T35" fmla="*/ 135 h 165"/>
                <a:gd name="T36" fmla="*/ 421 w 451"/>
                <a:gd name="T37" fmla="*/ 10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1" h="165">
                  <a:moveTo>
                    <a:pt x="421" y="106"/>
                  </a:moveTo>
                  <a:cubicBezTo>
                    <a:pt x="267" y="106"/>
                    <a:pt x="267" y="106"/>
                    <a:pt x="267" y="106"/>
                  </a:cubicBezTo>
                  <a:cubicBezTo>
                    <a:pt x="254" y="106"/>
                    <a:pt x="244" y="95"/>
                    <a:pt x="244" y="83"/>
                  </a:cubicBezTo>
                  <a:cubicBezTo>
                    <a:pt x="244" y="70"/>
                    <a:pt x="254" y="60"/>
                    <a:pt x="267" y="60"/>
                  </a:cubicBezTo>
                  <a:cubicBezTo>
                    <a:pt x="271" y="60"/>
                    <a:pt x="271" y="60"/>
                    <a:pt x="271" y="60"/>
                  </a:cubicBezTo>
                  <a:cubicBezTo>
                    <a:pt x="287" y="60"/>
                    <a:pt x="301" y="47"/>
                    <a:pt x="301" y="30"/>
                  </a:cubicBezTo>
                  <a:cubicBezTo>
                    <a:pt x="301" y="14"/>
                    <a:pt x="287" y="0"/>
                    <a:pt x="27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0"/>
                  </a:cubicBezTo>
                  <a:cubicBezTo>
                    <a:pt x="0" y="47"/>
                    <a:pt x="13" y="60"/>
                    <a:pt x="30" y="60"/>
                  </a:cubicBezTo>
                  <a:cubicBezTo>
                    <a:pt x="184" y="60"/>
                    <a:pt x="184" y="60"/>
                    <a:pt x="184" y="60"/>
                  </a:cubicBezTo>
                  <a:cubicBezTo>
                    <a:pt x="197" y="60"/>
                    <a:pt x="207" y="70"/>
                    <a:pt x="207" y="83"/>
                  </a:cubicBezTo>
                  <a:cubicBezTo>
                    <a:pt x="207" y="95"/>
                    <a:pt x="197" y="106"/>
                    <a:pt x="184" y="106"/>
                  </a:cubicBezTo>
                  <a:cubicBezTo>
                    <a:pt x="180" y="106"/>
                    <a:pt x="180" y="106"/>
                    <a:pt x="180" y="106"/>
                  </a:cubicBezTo>
                  <a:cubicBezTo>
                    <a:pt x="164" y="106"/>
                    <a:pt x="150" y="119"/>
                    <a:pt x="150" y="135"/>
                  </a:cubicBezTo>
                  <a:cubicBezTo>
                    <a:pt x="150" y="152"/>
                    <a:pt x="164" y="165"/>
                    <a:pt x="180" y="165"/>
                  </a:cubicBezTo>
                  <a:cubicBezTo>
                    <a:pt x="421" y="165"/>
                    <a:pt x="421" y="165"/>
                    <a:pt x="421" y="165"/>
                  </a:cubicBezTo>
                  <a:cubicBezTo>
                    <a:pt x="437" y="165"/>
                    <a:pt x="451" y="152"/>
                    <a:pt x="451" y="135"/>
                  </a:cubicBezTo>
                  <a:cubicBezTo>
                    <a:pt x="451" y="119"/>
                    <a:pt x="437" y="106"/>
                    <a:pt x="421" y="106"/>
                  </a:cubicBezTo>
                  <a:close/>
                </a:path>
              </a:pathLst>
            </a:custGeom>
            <a:solidFill>
              <a:srgbClr val="B4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78" name="组合 277"/>
          <p:cNvGrpSpPr/>
          <p:nvPr/>
        </p:nvGrpSpPr>
        <p:grpSpPr>
          <a:xfrm>
            <a:off x="370113" y="4574041"/>
            <a:ext cx="2894013" cy="673100"/>
            <a:chOff x="370113" y="4574041"/>
            <a:chExt cx="2894013" cy="673100"/>
          </a:xfrm>
        </p:grpSpPr>
        <p:sp>
          <p:nvSpPr>
            <p:cNvPr id="122" name="Oval 119"/>
            <p:cNvSpPr>
              <a:spLocks noChangeArrowheads="1"/>
            </p:cNvSpPr>
            <p:nvPr/>
          </p:nvSpPr>
          <p:spPr bwMode="auto">
            <a:xfrm>
              <a:off x="2010001" y="4574041"/>
              <a:ext cx="252413" cy="252413"/>
            </a:xfrm>
            <a:prstGeom prst="ellipse">
              <a:avLst/>
            </a:prstGeom>
            <a:solidFill>
              <a:srgbClr val="B4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Oval 120"/>
            <p:cNvSpPr>
              <a:spLocks noChangeArrowheads="1"/>
            </p:cNvSpPr>
            <p:nvPr/>
          </p:nvSpPr>
          <p:spPr bwMode="auto">
            <a:xfrm>
              <a:off x="2375126" y="4574041"/>
              <a:ext cx="250825" cy="252413"/>
            </a:xfrm>
            <a:prstGeom prst="ellipse">
              <a:avLst/>
            </a:prstGeom>
            <a:solidFill>
              <a:srgbClr val="B4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31"/>
            <p:cNvSpPr>
              <a:spLocks/>
            </p:cNvSpPr>
            <p:nvPr/>
          </p:nvSpPr>
          <p:spPr bwMode="auto">
            <a:xfrm>
              <a:off x="370113" y="4574041"/>
              <a:ext cx="2894013" cy="673100"/>
            </a:xfrm>
            <a:custGeom>
              <a:avLst/>
              <a:gdLst>
                <a:gd name="T0" fmla="*/ 738 w 771"/>
                <a:gd name="T1" fmla="*/ 112 h 179"/>
                <a:gd name="T2" fmla="*/ 338 w 771"/>
                <a:gd name="T3" fmla="*/ 112 h 179"/>
                <a:gd name="T4" fmla="*/ 315 w 771"/>
                <a:gd name="T5" fmla="*/ 90 h 179"/>
                <a:gd name="T6" fmla="*/ 338 w 771"/>
                <a:gd name="T7" fmla="*/ 67 h 179"/>
                <a:gd name="T8" fmla="*/ 373 w 771"/>
                <a:gd name="T9" fmla="*/ 67 h 179"/>
                <a:gd name="T10" fmla="*/ 407 w 771"/>
                <a:gd name="T11" fmla="*/ 33 h 179"/>
                <a:gd name="T12" fmla="*/ 373 w 771"/>
                <a:gd name="T13" fmla="*/ 0 h 179"/>
                <a:gd name="T14" fmla="*/ 33 w 771"/>
                <a:gd name="T15" fmla="*/ 0 h 179"/>
                <a:gd name="T16" fmla="*/ 0 w 771"/>
                <a:gd name="T17" fmla="*/ 33 h 179"/>
                <a:gd name="T18" fmla="*/ 33 w 771"/>
                <a:gd name="T19" fmla="*/ 67 h 179"/>
                <a:gd name="T20" fmla="*/ 255 w 771"/>
                <a:gd name="T21" fmla="*/ 67 h 179"/>
                <a:gd name="T22" fmla="*/ 278 w 771"/>
                <a:gd name="T23" fmla="*/ 90 h 179"/>
                <a:gd name="T24" fmla="*/ 255 w 771"/>
                <a:gd name="T25" fmla="*/ 112 h 179"/>
                <a:gd name="T26" fmla="*/ 180 w 771"/>
                <a:gd name="T27" fmla="*/ 112 h 179"/>
                <a:gd name="T28" fmla="*/ 147 w 771"/>
                <a:gd name="T29" fmla="*/ 146 h 179"/>
                <a:gd name="T30" fmla="*/ 180 w 771"/>
                <a:gd name="T31" fmla="*/ 179 h 179"/>
                <a:gd name="T32" fmla="*/ 738 w 771"/>
                <a:gd name="T33" fmla="*/ 179 h 179"/>
                <a:gd name="T34" fmla="*/ 771 w 771"/>
                <a:gd name="T35" fmla="*/ 146 h 179"/>
                <a:gd name="T36" fmla="*/ 738 w 771"/>
                <a:gd name="T37" fmla="*/ 11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1" h="179">
                  <a:moveTo>
                    <a:pt x="738" y="112"/>
                  </a:moveTo>
                  <a:cubicBezTo>
                    <a:pt x="338" y="112"/>
                    <a:pt x="338" y="112"/>
                    <a:pt x="338" y="112"/>
                  </a:cubicBezTo>
                  <a:cubicBezTo>
                    <a:pt x="325" y="112"/>
                    <a:pt x="315" y="102"/>
                    <a:pt x="315" y="90"/>
                  </a:cubicBezTo>
                  <a:cubicBezTo>
                    <a:pt x="315" y="77"/>
                    <a:pt x="325" y="67"/>
                    <a:pt x="338" y="67"/>
                  </a:cubicBezTo>
                  <a:cubicBezTo>
                    <a:pt x="373" y="67"/>
                    <a:pt x="373" y="67"/>
                    <a:pt x="373" y="67"/>
                  </a:cubicBezTo>
                  <a:cubicBezTo>
                    <a:pt x="392" y="67"/>
                    <a:pt x="407" y="52"/>
                    <a:pt x="407" y="33"/>
                  </a:cubicBezTo>
                  <a:cubicBezTo>
                    <a:pt x="407" y="15"/>
                    <a:pt x="392" y="0"/>
                    <a:pt x="37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255" y="67"/>
                    <a:pt x="255" y="67"/>
                    <a:pt x="255" y="67"/>
                  </a:cubicBezTo>
                  <a:cubicBezTo>
                    <a:pt x="268" y="67"/>
                    <a:pt x="278" y="77"/>
                    <a:pt x="278" y="90"/>
                  </a:cubicBezTo>
                  <a:cubicBezTo>
                    <a:pt x="278" y="102"/>
                    <a:pt x="268" y="112"/>
                    <a:pt x="255" y="112"/>
                  </a:cubicBezTo>
                  <a:cubicBezTo>
                    <a:pt x="180" y="112"/>
                    <a:pt x="180" y="112"/>
                    <a:pt x="180" y="112"/>
                  </a:cubicBezTo>
                  <a:cubicBezTo>
                    <a:pt x="162" y="112"/>
                    <a:pt x="147" y="127"/>
                    <a:pt x="147" y="146"/>
                  </a:cubicBezTo>
                  <a:cubicBezTo>
                    <a:pt x="147" y="164"/>
                    <a:pt x="162" y="179"/>
                    <a:pt x="180" y="179"/>
                  </a:cubicBezTo>
                  <a:cubicBezTo>
                    <a:pt x="738" y="179"/>
                    <a:pt x="738" y="179"/>
                    <a:pt x="738" y="179"/>
                  </a:cubicBezTo>
                  <a:cubicBezTo>
                    <a:pt x="756" y="179"/>
                    <a:pt x="771" y="164"/>
                    <a:pt x="771" y="146"/>
                  </a:cubicBezTo>
                  <a:cubicBezTo>
                    <a:pt x="771" y="127"/>
                    <a:pt x="756" y="112"/>
                    <a:pt x="738" y="112"/>
                  </a:cubicBezTo>
                  <a:close/>
                </a:path>
              </a:pathLst>
            </a:custGeom>
            <a:solidFill>
              <a:srgbClr val="B4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78" name="文本框 177"/>
          <p:cNvSpPr txBox="1"/>
          <p:nvPr/>
        </p:nvSpPr>
        <p:spPr>
          <a:xfrm>
            <a:off x="589175" y="417146"/>
            <a:ext cx="548113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8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一年结束</a:t>
            </a:r>
          </a:p>
        </p:txBody>
      </p:sp>
      <p:sp>
        <p:nvSpPr>
          <p:cNvPr id="132" name="Freeform 129"/>
          <p:cNvSpPr>
            <a:spLocks/>
          </p:cNvSpPr>
          <p:nvPr/>
        </p:nvSpPr>
        <p:spPr bwMode="auto">
          <a:xfrm>
            <a:off x="4968874" y="3068638"/>
            <a:ext cx="3103563" cy="676275"/>
          </a:xfrm>
          <a:custGeom>
            <a:avLst/>
            <a:gdLst>
              <a:gd name="T0" fmla="*/ 794 w 827"/>
              <a:gd name="T1" fmla="*/ 112 h 180"/>
              <a:gd name="T2" fmla="*/ 518 w 827"/>
              <a:gd name="T3" fmla="*/ 112 h 180"/>
              <a:gd name="T4" fmla="*/ 495 w 827"/>
              <a:gd name="T5" fmla="*/ 90 h 180"/>
              <a:gd name="T6" fmla="*/ 518 w 827"/>
              <a:gd name="T7" fmla="*/ 67 h 180"/>
              <a:gd name="T8" fmla="*/ 591 w 827"/>
              <a:gd name="T9" fmla="*/ 67 h 180"/>
              <a:gd name="T10" fmla="*/ 624 w 827"/>
              <a:gd name="T11" fmla="*/ 33 h 180"/>
              <a:gd name="T12" fmla="*/ 591 w 827"/>
              <a:gd name="T13" fmla="*/ 0 h 180"/>
              <a:gd name="T14" fmla="*/ 33 w 827"/>
              <a:gd name="T15" fmla="*/ 0 h 180"/>
              <a:gd name="T16" fmla="*/ 0 w 827"/>
              <a:gd name="T17" fmla="*/ 33 h 180"/>
              <a:gd name="T18" fmla="*/ 33 w 827"/>
              <a:gd name="T19" fmla="*/ 67 h 180"/>
              <a:gd name="T20" fmla="*/ 435 w 827"/>
              <a:gd name="T21" fmla="*/ 67 h 180"/>
              <a:gd name="T22" fmla="*/ 458 w 827"/>
              <a:gd name="T23" fmla="*/ 90 h 180"/>
              <a:gd name="T24" fmla="*/ 435 w 827"/>
              <a:gd name="T25" fmla="*/ 112 h 180"/>
              <a:gd name="T26" fmla="*/ 397 w 827"/>
              <a:gd name="T27" fmla="*/ 112 h 180"/>
              <a:gd name="T28" fmla="*/ 364 w 827"/>
              <a:gd name="T29" fmla="*/ 146 h 180"/>
              <a:gd name="T30" fmla="*/ 397 w 827"/>
              <a:gd name="T31" fmla="*/ 180 h 180"/>
              <a:gd name="T32" fmla="*/ 794 w 827"/>
              <a:gd name="T33" fmla="*/ 180 h 180"/>
              <a:gd name="T34" fmla="*/ 827 w 827"/>
              <a:gd name="T35" fmla="*/ 146 h 180"/>
              <a:gd name="T36" fmla="*/ 794 w 827"/>
              <a:gd name="T37" fmla="*/ 112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7" h="180">
                <a:moveTo>
                  <a:pt x="794" y="112"/>
                </a:moveTo>
                <a:cubicBezTo>
                  <a:pt x="518" y="112"/>
                  <a:pt x="518" y="112"/>
                  <a:pt x="518" y="112"/>
                </a:cubicBezTo>
                <a:cubicBezTo>
                  <a:pt x="505" y="112"/>
                  <a:pt x="495" y="102"/>
                  <a:pt x="495" y="90"/>
                </a:cubicBezTo>
                <a:cubicBezTo>
                  <a:pt x="495" y="77"/>
                  <a:pt x="505" y="67"/>
                  <a:pt x="518" y="67"/>
                </a:cubicBezTo>
                <a:cubicBezTo>
                  <a:pt x="591" y="67"/>
                  <a:pt x="591" y="67"/>
                  <a:pt x="591" y="67"/>
                </a:cubicBezTo>
                <a:cubicBezTo>
                  <a:pt x="609" y="67"/>
                  <a:pt x="624" y="52"/>
                  <a:pt x="624" y="33"/>
                </a:cubicBezTo>
                <a:cubicBezTo>
                  <a:pt x="624" y="15"/>
                  <a:pt x="609" y="0"/>
                  <a:pt x="591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52"/>
                  <a:pt x="15" y="67"/>
                  <a:pt x="33" y="67"/>
                </a:cubicBezTo>
                <a:cubicBezTo>
                  <a:pt x="435" y="67"/>
                  <a:pt x="435" y="67"/>
                  <a:pt x="435" y="67"/>
                </a:cubicBezTo>
                <a:cubicBezTo>
                  <a:pt x="448" y="67"/>
                  <a:pt x="458" y="77"/>
                  <a:pt x="458" y="90"/>
                </a:cubicBezTo>
                <a:cubicBezTo>
                  <a:pt x="458" y="102"/>
                  <a:pt x="448" y="112"/>
                  <a:pt x="435" y="112"/>
                </a:cubicBezTo>
                <a:cubicBezTo>
                  <a:pt x="397" y="112"/>
                  <a:pt x="397" y="112"/>
                  <a:pt x="397" y="112"/>
                </a:cubicBezTo>
                <a:cubicBezTo>
                  <a:pt x="379" y="112"/>
                  <a:pt x="364" y="127"/>
                  <a:pt x="364" y="146"/>
                </a:cubicBezTo>
                <a:cubicBezTo>
                  <a:pt x="364" y="165"/>
                  <a:pt x="379" y="180"/>
                  <a:pt x="397" y="180"/>
                </a:cubicBezTo>
                <a:cubicBezTo>
                  <a:pt x="794" y="180"/>
                  <a:pt x="794" y="180"/>
                  <a:pt x="794" y="180"/>
                </a:cubicBezTo>
                <a:cubicBezTo>
                  <a:pt x="812" y="180"/>
                  <a:pt x="827" y="165"/>
                  <a:pt x="827" y="146"/>
                </a:cubicBezTo>
                <a:cubicBezTo>
                  <a:pt x="827" y="127"/>
                  <a:pt x="812" y="112"/>
                  <a:pt x="794" y="112"/>
                </a:cubicBezTo>
                <a:close/>
              </a:path>
            </a:pathLst>
          </a:custGeom>
          <a:solidFill>
            <a:srgbClr val="B4E9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6" name="组合 15"/>
          <p:cNvGrpSpPr/>
          <p:nvPr/>
        </p:nvGrpSpPr>
        <p:grpSpPr>
          <a:xfrm>
            <a:off x="-177801" y="5033963"/>
            <a:ext cx="12547601" cy="3224213"/>
            <a:chOff x="-177801" y="5033963"/>
            <a:chExt cx="12547601" cy="3224213"/>
          </a:xfrm>
        </p:grpSpPr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215899" y="5819775"/>
              <a:ext cx="4692650" cy="676275"/>
            </a:xfrm>
            <a:custGeom>
              <a:avLst/>
              <a:gdLst>
                <a:gd name="T0" fmla="*/ 562 w 1250"/>
                <a:gd name="T1" fmla="*/ 0 h 180"/>
                <a:gd name="T2" fmla="*/ 0 w 1250"/>
                <a:gd name="T3" fmla="*/ 174 h 180"/>
                <a:gd name="T4" fmla="*/ 0 w 1250"/>
                <a:gd name="T5" fmla="*/ 180 h 180"/>
                <a:gd name="T6" fmla="*/ 562 w 1250"/>
                <a:gd name="T7" fmla="*/ 180 h 180"/>
                <a:gd name="T8" fmla="*/ 1250 w 1250"/>
                <a:gd name="T9" fmla="*/ 180 h 180"/>
                <a:gd name="T10" fmla="*/ 562 w 1250"/>
                <a:gd name="T11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50" h="180">
                  <a:moveTo>
                    <a:pt x="562" y="0"/>
                  </a:moveTo>
                  <a:cubicBezTo>
                    <a:pt x="321" y="0"/>
                    <a:pt x="309" y="143"/>
                    <a:pt x="0" y="174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562" y="180"/>
                    <a:pt x="562" y="180"/>
                    <a:pt x="562" y="180"/>
                  </a:cubicBezTo>
                  <a:cubicBezTo>
                    <a:pt x="1250" y="180"/>
                    <a:pt x="1250" y="180"/>
                    <a:pt x="1250" y="180"/>
                  </a:cubicBezTo>
                  <a:cubicBezTo>
                    <a:pt x="814" y="180"/>
                    <a:pt x="832" y="0"/>
                    <a:pt x="562" y="0"/>
                  </a:cubicBezTo>
                </a:path>
              </a:pathLst>
            </a:custGeom>
            <a:solidFill>
              <a:srgbClr val="99B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-177801" y="5033963"/>
              <a:ext cx="12547601" cy="3224213"/>
              <a:chOff x="-177801" y="5033963"/>
              <a:chExt cx="12547601" cy="3224213"/>
            </a:xfrm>
          </p:grpSpPr>
          <p:sp>
            <p:nvSpPr>
              <p:cNvPr id="8" name="Freeform 5"/>
              <p:cNvSpPr>
                <a:spLocks/>
              </p:cNvSpPr>
              <p:nvPr/>
            </p:nvSpPr>
            <p:spPr bwMode="auto">
              <a:xfrm>
                <a:off x="5948362" y="7205663"/>
                <a:ext cx="5416550" cy="808038"/>
              </a:xfrm>
              <a:custGeom>
                <a:avLst/>
                <a:gdLst>
                  <a:gd name="T0" fmla="*/ 1443 w 1443"/>
                  <a:gd name="T1" fmla="*/ 0 h 215"/>
                  <a:gd name="T2" fmla="*/ 921 w 1443"/>
                  <a:gd name="T3" fmla="*/ 0 h 215"/>
                  <a:gd name="T4" fmla="*/ 0 w 1443"/>
                  <a:gd name="T5" fmla="*/ 0 h 215"/>
                  <a:gd name="T6" fmla="*/ 921 w 1443"/>
                  <a:gd name="T7" fmla="*/ 215 h 215"/>
                  <a:gd name="T8" fmla="*/ 1443 w 1443"/>
                  <a:gd name="T9" fmla="*/ 50 h 215"/>
                  <a:gd name="T10" fmla="*/ 1443 w 1443"/>
                  <a:gd name="T11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43" h="215">
                    <a:moveTo>
                      <a:pt x="1443" y="0"/>
                    </a:moveTo>
                    <a:cubicBezTo>
                      <a:pt x="921" y="0"/>
                      <a:pt x="921" y="0"/>
                      <a:pt x="92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84" y="0"/>
                      <a:pt x="560" y="215"/>
                      <a:pt x="921" y="215"/>
                    </a:cubicBezTo>
                    <a:cubicBezTo>
                      <a:pt x="1169" y="215"/>
                      <a:pt x="1236" y="113"/>
                      <a:pt x="1443" y="50"/>
                    </a:cubicBezTo>
                    <a:lnTo>
                      <a:pt x="1443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" name="Freeform 6"/>
              <p:cNvSpPr>
                <a:spLocks/>
              </p:cNvSpPr>
              <p:nvPr/>
            </p:nvSpPr>
            <p:spPr bwMode="auto">
              <a:xfrm>
                <a:off x="9404350" y="7205663"/>
                <a:ext cx="1960563" cy="808038"/>
              </a:xfrm>
              <a:custGeom>
                <a:avLst/>
                <a:gdLst>
                  <a:gd name="T0" fmla="*/ 522 w 522"/>
                  <a:gd name="T1" fmla="*/ 0 h 215"/>
                  <a:gd name="T2" fmla="*/ 0 w 522"/>
                  <a:gd name="T3" fmla="*/ 0 h 215"/>
                  <a:gd name="T4" fmla="*/ 0 w 522"/>
                  <a:gd name="T5" fmla="*/ 215 h 215"/>
                  <a:gd name="T6" fmla="*/ 522 w 522"/>
                  <a:gd name="T7" fmla="*/ 50 h 215"/>
                  <a:gd name="T8" fmla="*/ 522 w 522"/>
                  <a:gd name="T9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2" h="215">
                    <a:moveTo>
                      <a:pt x="52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248" y="215"/>
                      <a:pt x="315" y="113"/>
                      <a:pt x="522" y="50"/>
                    </a:cubicBezTo>
                    <a:lnTo>
                      <a:pt x="522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" name="Freeform 8"/>
              <p:cNvSpPr>
                <a:spLocks/>
              </p:cNvSpPr>
              <p:nvPr/>
            </p:nvSpPr>
            <p:spPr bwMode="auto">
              <a:xfrm>
                <a:off x="6097587" y="5033963"/>
                <a:ext cx="3017838" cy="1571625"/>
              </a:xfrm>
              <a:custGeom>
                <a:avLst/>
                <a:gdLst>
                  <a:gd name="T0" fmla="*/ 1901 w 1901"/>
                  <a:gd name="T1" fmla="*/ 990 h 990"/>
                  <a:gd name="T2" fmla="*/ 951 w 1901"/>
                  <a:gd name="T3" fmla="*/ 0 h 990"/>
                  <a:gd name="T4" fmla="*/ 0 w 1901"/>
                  <a:gd name="T5" fmla="*/ 990 h 990"/>
                  <a:gd name="T6" fmla="*/ 1901 w 1901"/>
                  <a:gd name="T7" fmla="*/ 99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01" h="990">
                    <a:moveTo>
                      <a:pt x="1901" y="990"/>
                    </a:moveTo>
                    <a:lnTo>
                      <a:pt x="951" y="0"/>
                    </a:lnTo>
                    <a:lnTo>
                      <a:pt x="0" y="990"/>
                    </a:lnTo>
                    <a:lnTo>
                      <a:pt x="1901" y="99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" name="Freeform 10"/>
              <p:cNvSpPr>
                <a:spLocks/>
              </p:cNvSpPr>
              <p:nvPr/>
            </p:nvSpPr>
            <p:spPr bwMode="auto">
              <a:xfrm>
                <a:off x="7607300" y="5033963"/>
                <a:ext cx="1508125" cy="1571625"/>
              </a:xfrm>
              <a:custGeom>
                <a:avLst/>
                <a:gdLst>
                  <a:gd name="T0" fmla="*/ 950 w 950"/>
                  <a:gd name="T1" fmla="*/ 990 h 990"/>
                  <a:gd name="T2" fmla="*/ 0 w 950"/>
                  <a:gd name="T3" fmla="*/ 0 h 990"/>
                  <a:gd name="T4" fmla="*/ 0 w 950"/>
                  <a:gd name="T5" fmla="*/ 990 h 990"/>
                  <a:gd name="T6" fmla="*/ 950 w 950"/>
                  <a:gd name="T7" fmla="*/ 99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0" h="990">
                    <a:moveTo>
                      <a:pt x="950" y="990"/>
                    </a:moveTo>
                    <a:lnTo>
                      <a:pt x="0" y="0"/>
                    </a:lnTo>
                    <a:lnTo>
                      <a:pt x="0" y="990"/>
                    </a:lnTo>
                    <a:lnTo>
                      <a:pt x="950" y="99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Freeform 17"/>
              <p:cNvSpPr>
                <a:spLocks/>
              </p:cNvSpPr>
              <p:nvPr/>
            </p:nvSpPr>
            <p:spPr bwMode="auto">
              <a:xfrm>
                <a:off x="2325687" y="5819775"/>
                <a:ext cx="2582863" cy="676275"/>
              </a:xfrm>
              <a:custGeom>
                <a:avLst/>
                <a:gdLst>
                  <a:gd name="T0" fmla="*/ 688 w 688"/>
                  <a:gd name="T1" fmla="*/ 180 h 180"/>
                  <a:gd name="T2" fmla="*/ 0 w 688"/>
                  <a:gd name="T3" fmla="*/ 0 h 180"/>
                  <a:gd name="T4" fmla="*/ 0 w 688"/>
                  <a:gd name="T5" fmla="*/ 180 h 180"/>
                  <a:gd name="T6" fmla="*/ 688 w 688"/>
                  <a:gd name="T7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8" h="180">
                    <a:moveTo>
                      <a:pt x="688" y="180"/>
                    </a:moveTo>
                    <a:cubicBezTo>
                      <a:pt x="252" y="180"/>
                      <a:pt x="270" y="0"/>
                      <a:pt x="0" y="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688" y="180"/>
                      <a:pt x="688" y="180"/>
                      <a:pt x="688" y="180"/>
                    </a:cubicBezTo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18"/>
              <p:cNvSpPr>
                <a:spLocks/>
              </p:cNvSpPr>
              <p:nvPr/>
            </p:nvSpPr>
            <p:spPr bwMode="auto">
              <a:xfrm>
                <a:off x="3481387" y="6053138"/>
                <a:ext cx="5229225" cy="442913"/>
              </a:xfrm>
              <a:custGeom>
                <a:avLst/>
                <a:gdLst>
                  <a:gd name="T0" fmla="*/ 626 w 1393"/>
                  <a:gd name="T1" fmla="*/ 0 h 118"/>
                  <a:gd name="T2" fmla="*/ 0 w 1393"/>
                  <a:gd name="T3" fmla="*/ 114 h 118"/>
                  <a:gd name="T4" fmla="*/ 0 w 1393"/>
                  <a:gd name="T5" fmla="*/ 118 h 118"/>
                  <a:gd name="T6" fmla="*/ 626 w 1393"/>
                  <a:gd name="T7" fmla="*/ 118 h 118"/>
                  <a:gd name="T8" fmla="*/ 1393 w 1393"/>
                  <a:gd name="T9" fmla="*/ 118 h 118"/>
                  <a:gd name="T10" fmla="*/ 626 w 1393"/>
                  <a:gd name="T11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93" h="118">
                    <a:moveTo>
                      <a:pt x="626" y="0"/>
                    </a:moveTo>
                    <a:cubicBezTo>
                      <a:pt x="358" y="0"/>
                      <a:pt x="344" y="94"/>
                      <a:pt x="0" y="114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626" y="118"/>
                      <a:pt x="626" y="118"/>
                      <a:pt x="626" y="118"/>
                    </a:cubicBezTo>
                    <a:cubicBezTo>
                      <a:pt x="1393" y="118"/>
                      <a:pt x="1393" y="118"/>
                      <a:pt x="1393" y="118"/>
                    </a:cubicBezTo>
                    <a:cubicBezTo>
                      <a:pt x="907" y="118"/>
                      <a:pt x="927" y="0"/>
                      <a:pt x="626" y="0"/>
                    </a:cubicBezTo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19"/>
              <p:cNvSpPr>
                <a:spLocks/>
              </p:cNvSpPr>
              <p:nvPr/>
            </p:nvSpPr>
            <p:spPr bwMode="auto">
              <a:xfrm>
                <a:off x="5830887" y="6053138"/>
                <a:ext cx="2879725" cy="442913"/>
              </a:xfrm>
              <a:custGeom>
                <a:avLst/>
                <a:gdLst>
                  <a:gd name="T0" fmla="*/ 767 w 767"/>
                  <a:gd name="T1" fmla="*/ 118 h 118"/>
                  <a:gd name="T2" fmla="*/ 0 w 767"/>
                  <a:gd name="T3" fmla="*/ 0 h 118"/>
                  <a:gd name="T4" fmla="*/ 0 w 767"/>
                  <a:gd name="T5" fmla="*/ 118 h 118"/>
                  <a:gd name="T6" fmla="*/ 767 w 767"/>
                  <a:gd name="T7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7" h="118">
                    <a:moveTo>
                      <a:pt x="767" y="118"/>
                    </a:moveTo>
                    <a:cubicBezTo>
                      <a:pt x="281" y="118"/>
                      <a:pt x="301" y="0"/>
                      <a:pt x="0" y="0"/>
                    </a:cubicBezTo>
                    <a:cubicBezTo>
                      <a:pt x="0" y="118"/>
                      <a:pt x="0" y="118"/>
                      <a:pt x="0" y="118"/>
                    </a:cubicBezTo>
                    <a:lnTo>
                      <a:pt x="767" y="118"/>
                    </a:lnTo>
                    <a:close/>
                  </a:path>
                </a:pathLst>
              </a:custGeom>
              <a:solidFill>
                <a:srgbClr val="BCE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68"/>
              <p:cNvSpPr>
                <a:spLocks/>
              </p:cNvSpPr>
              <p:nvPr/>
            </p:nvSpPr>
            <p:spPr bwMode="auto">
              <a:xfrm>
                <a:off x="614362" y="7205663"/>
                <a:ext cx="6057900" cy="808038"/>
              </a:xfrm>
              <a:custGeom>
                <a:avLst/>
                <a:gdLst>
                  <a:gd name="T0" fmla="*/ 655 w 1614"/>
                  <a:gd name="T1" fmla="*/ 0 h 215"/>
                  <a:gd name="T2" fmla="*/ 0 w 1614"/>
                  <a:gd name="T3" fmla="*/ 0 h 215"/>
                  <a:gd name="T4" fmla="*/ 0 w 1614"/>
                  <a:gd name="T5" fmla="*/ 24 h 215"/>
                  <a:gd name="T6" fmla="*/ 655 w 1614"/>
                  <a:gd name="T7" fmla="*/ 215 h 215"/>
                  <a:gd name="T8" fmla="*/ 1614 w 1614"/>
                  <a:gd name="T9" fmla="*/ 0 h 215"/>
                  <a:gd name="T10" fmla="*/ 655 w 1614"/>
                  <a:gd name="T11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14" h="215">
                    <a:moveTo>
                      <a:pt x="65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10" y="80"/>
                      <a:pt x="356" y="215"/>
                      <a:pt x="655" y="215"/>
                    </a:cubicBezTo>
                    <a:cubicBezTo>
                      <a:pt x="1031" y="215"/>
                      <a:pt x="1006" y="0"/>
                      <a:pt x="1614" y="0"/>
                    </a:cubicBezTo>
                    <a:lnTo>
                      <a:pt x="655" y="0"/>
                    </a:ln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69"/>
              <p:cNvSpPr>
                <a:spLocks/>
              </p:cNvSpPr>
              <p:nvPr/>
            </p:nvSpPr>
            <p:spPr bwMode="auto">
              <a:xfrm>
                <a:off x="3073399" y="7205663"/>
                <a:ext cx="3598863" cy="808038"/>
              </a:xfrm>
              <a:custGeom>
                <a:avLst/>
                <a:gdLst>
                  <a:gd name="T0" fmla="*/ 959 w 959"/>
                  <a:gd name="T1" fmla="*/ 0 h 215"/>
                  <a:gd name="T2" fmla="*/ 0 w 959"/>
                  <a:gd name="T3" fmla="*/ 215 h 215"/>
                  <a:gd name="T4" fmla="*/ 0 w 959"/>
                  <a:gd name="T5" fmla="*/ 0 h 215"/>
                  <a:gd name="T6" fmla="*/ 959 w 959"/>
                  <a:gd name="T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215">
                    <a:moveTo>
                      <a:pt x="959" y="0"/>
                    </a:moveTo>
                    <a:cubicBezTo>
                      <a:pt x="351" y="0"/>
                      <a:pt x="376" y="215"/>
                      <a:pt x="0" y="21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959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70"/>
              <p:cNvSpPr>
                <a:spLocks/>
              </p:cNvSpPr>
              <p:nvPr/>
            </p:nvSpPr>
            <p:spPr bwMode="auto">
              <a:xfrm>
                <a:off x="2463799" y="7164388"/>
                <a:ext cx="7264401" cy="1093788"/>
              </a:xfrm>
              <a:custGeom>
                <a:avLst/>
                <a:gdLst>
                  <a:gd name="T0" fmla="*/ 968 w 1935"/>
                  <a:gd name="T1" fmla="*/ 291 h 291"/>
                  <a:gd name="T2" fmla="*/ 0 w 1935"/>
                  <a:gd name="T3" fmla="*/ 0 h 291"/>
                  <a:gd name="T4" fmla="*/ 968 w 1935"/>
                  <a:gd name="T5" fmla="*/ 0 h 291"/>
                  <a:gd name="T6" fmla="*/ 1935 w 1935"/>
                  <a:gd name="T7" fmla="*/ 0 h 291"/>
                  <a:gd name="T8" fmla="*/ 968 w 1935"/>
                  <a:gd name="T9" fmla="*/ 291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35" h="291">
                    <a:moveTo>
                      <a:pt x="968" y="291"/>
                    </a:moveTo>
                    <a:cubicBezTo>
                      <a:pt x="588" y="291"/>
                      <a:pt x="613" y="0"/>
                      <a:pt x="0" y="0"/>
                    </a:cubicBezTo>
                    <a:cubicBezTo>
                      <a:pt x="968" y="0"/>
                      <a:pt x="968" y="0"/>
                      <a:pt x="968" y="0"/>
                    </a:cubicBezTo>
                    <a:cubicBezTo>
                      <a:pt x="1935" y="0"/>
                      <a:pt x="1935" y="0"/>
                      <a:pt x="1935" y="0"/>
                    </a:cubicBezTo>
                    <a:cubicBezTo>
                      <a:pt x="1322" y="0"/>
                      <a:pt x="1347" y="291"/>
                      <a:pt x="968" y="291"/>
                    </a:cubicBezTo>
                    <a:close/>
                  </a:path>
                </a:pathLst>
              </a:custGeom>
              <a:solidFill>
                <a:srgbClr val="784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71"/>
              <p:cNvSpPr>
                <a:spLocks/>
              </p:cNvSpPr>
              <p:nvPr/>
            </p:nvSpPr>
            <p:spPr bwMode="auto">
              <a:xfrm>
                <a:off x="6097587" y="7164388"/>
                <a:ext cx="3630613" cy="1093788"/>
              </a:xfrm>
              <a:custGeom>
                <a:avLst/>
                <a:gdLst>
                  <a:gd name="T0" fmla="*/ 967 w 967"/>
                  <a:gd name="T1" fmla="*/ 0 h 291"/>
                  <a:gd name="T2" fmla="*/ 0 w 967"/>
                  <a:gd name="T3" fmla="*/ 291 h 291"/>
                  <a:gd name="T4" fmla="*/ 0 w 967"/>
                  <a:gd name="T5" fmla="*/ 0 h 291"/>
                  <a:gd name="T6" fmla="*/ 967 w 967"/>
                  <a:gd name="T7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7" h="291">
                    <a:moveTo>
                      <a:pt x="967" y="0"/>
                    </a:moveTo>
                    <a:cubicBezTo>
                      <a:pt x="354" y="0"/>
                      <a:pt x="379" y="291"/>
                      <a:pt x="0" y="29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967" y="0"/>
                    </a:lnTo>
                    <a:close/>
                  </a:path>
                </a:pathLst>
              </a:custGeom>
              <a:solidFill>
                <a:srgbClr val="8B6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74"/>
              <p:cNvSpPr>
                <a:spLocks/>
              </p:cNvSpPr>
              <p:nvPr/>
            </p:nvSpPr>
            <p:spPr bwMode="auto">
              <a:xfrm>
                <a:off x="6210300" y="5784850"/>
                <a:ext cx="142875" cy="260350"/>
              </a:xfrm>
              <a:custGeom>
                <a:avLst/>
                <a:gdLst>
                  <a:gd name="T0" fmla="*/ 38 w 38"/>
                  <a:gd name="T1" fmla="*/ 49 h 69"/>
                  <a:gd name="T2" fmla="*/ 19 w 38"/>
                  <a:gd name="T3" fmla="*/ 69 h 69"/>
                  <a:gd name="T4" fmla="*/ 0 w 38"/>
                  <a:gd name="T5" fmla="*/ 49 h 69"/>
                  <a:gd name="T6" fmla="*/ 19 w 38"/>
                  <a:gd name="T7" fmla="*/ 0 h 69"/>
                  <a:gd name="T8" fmla="*/ 38 w 38"/>
                  <a:gd name="T9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69">
                    <a:moveTo>
                      <a:pt x="38" y="49"/>
                    </a:moveTo>
                    <a:cubicBezTo>
                      <a:pt x="38" y="60"/>
                      <a:pt x="30" y="69"/>
                      <a:pt x="19" y="69"/>
                    </a:cubicBezTo>
                    <a:cubicBezTo>
                      <a:pt x="8" y="69"/>
                      <a:pt x="0" y="60"/>
                      <a:pt x="0" y="49"/>
                    </a:cubicBezTo>
                    <a:cubicBezTo>
                      <a:pt x="0" y="34"/>
                      <a:pt x="8" y="0"/>
                      <a:pt x="19" y="0"/>
                    </a:cubicBezTo>
                    <a:cubicBezTo>
                      <a:pt x="30" y="0"/>
                      <a:pt x="38" y="39"/>
                      <a:pt x="38" y="49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Freeform 75"/>
              <p:cNvSpPr>
                <a:spLocks/>
              </p:cNvSpPr>
              <p:nvPr/>
            </p:nvSpPr>
            <p:spPr bwMode="auto">
              <a:xfrm>
                <a:off x="6281737" y="5784850"/>
                <a:ext cx="71438" cy="260350"/>
              </a:xfrm>
              <a:custGeom>
                <a:avLst/>
                <a:gdLst>
                  <a:gd name="T0" fmla="*/ 19 w 19"/>
                  <a:gd name="T1" fmla="*/ 49 h 69"/>
                  <a:gd name="T2" fmla="*/ 0 w 19"/>
                  <a:gd name="T3" fmla="*/ 0 h 69"/>
                  <a:gd name="T4" fmla="*/ 0 w 19"/>
                  <a:gd name="T5" fmla="*/ 69 h 69"/>
                  <a:gd name="T6" fmla="*/ 19 w 19"/>
                  <a:gd name="T7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69">
                    <a:moveTo>
                      <a:pt x="19" y="49"/>
                    </a:moveTo>
                    <a:cubicBezTo>
                      <a:pt x="19" y="36"/>
                      <a:pt x="11" y="0"/>
                      <a:pt x="0" y="0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1" y="69"/>
                      <a:pt x="19" y="60"/>
                      <a:pt x="19" y="49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76"/>
              <p:cNvSpPr>
                <a:spLocks/>
              </p:cNvSpPr>
              <p:nvPr/>
            </p:nvSpPr>
            <p:spPr bwMode="auto">
              <a:xfrm>
                <a:off x="6270625" y="5969000"/>
                <a:ext cx="22225" cy="120650"/>
              </a:xfrm>
              <a:custGeom>
                <a:avLst/>
                <a:gdLst>
                  <a:gd name="T0" fmla="*/ 2 w 14"/>
                  <a:gd name="T1" fmla="*/ 0 h 76"/>
                  <a:gd name="T2" fmla="*/ 0 w 14"/>
                  <a:gd name="T3" fmla="*/ 76 h 76"/>
                  <a:gd name="T4" fmla="*/ 14 w 14"/>
                  <a:gd name="T5" fmla="*/ 76 h 76"/>
                  <a:gd name="T6" fmla="*/ 10 w 14"/>
                  <a:gd name="T7" fmla="*/ 0 h 76"/>
                  <a:gd name="T8" fmla="*/ 2 w 14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6">
                    <a:moveTo>
                      <a:pt x="2" y="0"/>
                    </a:moveTo>
                    <a:lnTo>
                      <a:pt x="0" y="76"/>
                    </a:lnTo>
                    <a:lnTo>
                      <a:pt x="14" y="76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77"/>
              <p:cNvSpPr>
                <a:spLocks/>
              </p:cNvSpPr>
              <p:nvPr/>
            </p:nvSpPr>
            <p:spPr bwMode="auto">
              <a:xfrm>
                <a:off x="6281737" y="5969000"/>
                <a:ext cx="11113" cy="120650"/>
              </a:xfrm>
              <a:custGeom>
                <a:avLst/>
                <a:gdLst>
                  <a:gd name="T0" fmla="*/ 0 w 7"/>
                  <a:gd name="T1" fmla="*/ 0 h 76"/>
                  <a:gd name="T2" fmla="*/ 0 w 7"/>
                  <a:gd name="T3" fmla="*/ 76 h 76"/>
                  <a:gd name="T4" fmla="*/ 7 w 7"/>
                  <a:gd name="T5" fmla="*/ 76 h 76"/>
                  <a:gd name="T6" fmla="*/ 3 w 7"/>
                  <a:gd name="T7" fmla="*/ 0 h 76"/>
                  <a:gd name="T8" fmla="*/ 0 w 7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6">
                    <a:moveTo>
                      <a:pt x="0" y="0"/>
                    </a:moveTo>
                    <a:lnTo>
                      <a:pt x="0" y="76"/>
                    </a:lnTo>
                    <a:lnTo>
                      <a:pt x="7" y="76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78"/>
              <p:cNvSpPr>
                <a:spLocks/>
              </p:cNvSpPr>
              <p:nvPr/>
            </p:nvSpPr>
            <p:spPr bwMode="auto">
              <a:xfrm>
                <a:off x="-177801" y="6457950"/>
                <a:ext cx="12547601" cy="511175"/>
              </a:xfrm>
              <a:custGeom>
                <a:avLst/>
                <a:gdLst>
                  <a:gd name="T0" fmla="*/ 3343 w 3343"/>
                  <a:gd name="T1" fmla="*/ 68 h 136"/>
                  <a:gd name="T2" fmla="*/ 3265 w 3343"/>
                  <a:gd name="T3" fmla="*/ 136 h 136"/>
                  <a:gd name="T4" fmla="*/ 78 w 3343"/>
                  <a:gd name="T5" fmla="*/ 136 h 136"/>
                  <a:gd name="T6" fmla="*/ 0 w 3343"/>
                  <a:gd name="T7" fmla="*/ 68 h 136"/>
                  <a:gd name="T8" fmla="*/ 78 w 3343"/>
                  <a:gd name="T9" fmla="*/ 0 h 136"/>
                  <a:gd name="T10" fmla="*/ 3265 w 3343"/>
                  <a:gd name="T11" fmla="*/ 0 h 136"/>
                  <a:gd name="T12" fmla="*/ 3343 w 3343"/>
                  <a:gd name="T13" fmla="*/ 6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43" h="136">
                    <a:moveTo>
                      <a:pt x="3343" y="68"/>
                    </a:moveTo>
                    <a:cubicBezTo>
                      <a:pt x="3343" y="105"/>
                      <a:pt x="3308" y="136"/>
                      <a:pt x="3265" y="136"/>
                    </a:cubicBezTo>
                    <a:cubicBezTo>
                      <a:pt x="78" y="136"/>
                      <a:pt x="78" y="136"/>
                      <a:pt x="78" y="136"/>
                    </a:cubicBezTo>
                    <a:cubicBezTo>
                      <a:pt x="35" y="136"/>
                      <a:pt x="0" y="105"/>
                      <a:pt x="0" y="68"/>
                    </a:cubicBezTo>
                    <a:cubicBezTo>
                      <a:pt x="0" y="30"/>
                      <a:pt x="35" y="0"/>
                      <a:pt x="78" y="0"/>
                    </a:cubicBezTo>
                    <a:cubicBezTo>
                      <a:pt x="3265" y="0"/>
                      <a:pt x="3265" y="0"/>
                      <a:pt x="3265" y="0"/>
                    </a:cubicBezTo>
                    <a:cubicBezTo>
                      <a:pt x="3308" y="0"/>
                      <a:pt x="3343" y="30"/>
                      <a:pt x="3343" y="68"/>
                    </a:cubicBezTo>
                    <a:close/>
                  </a:path>
                </a:pathLst>
              </a:custGeom>
              <a:solidFill>
                <a:srgbClr val="D3F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79"/>
              <p:cNvSpPr>
                <a:spLocks/>
              </p:cNvSpPr>
              <p:nvPr/>
            </p:nvSpPr>
            <p:spPr bwMode="auto">
              <a:xfrm>
                <a:off x="9780587" y="6254750"/>
                <a:ext cx="74613" cy="203200"/>
              </a:xfrm>
              <a:custGeom>
                <a:avLst/>
                <a:gdLst>
                  <a:gd name="T0" fmla="*/ 9 w 47"/>
                  <a:gd name="T1" fmla="*/ 0 h 128"/>
                  <a:gd name="T2" fmla="*/ 0 w 47"/>
                  <a:gd name="T3" fmla="*/ 128 h 128"/>
                  <a:gd name="T4" fmla="*/ 47 w 47"/>
                  <a:gd name="T5" fmla="*/ 128 h 128"/>
                  <a:gd name="T6" fmla="*/ 38 w 47"/>
                  <a:gd name="T7" fmla="*/ 0 h 128"/>
                  <a:gd name="T8" fmla="*/ 9 w 47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128">
                    <a:moveTo>
                      <a:pt x="9" y="0"/>
                    </a:moveTo>
                    <a:lnTo>
                      <a:pt x="0" y="128"/>
                    </a:lnTo>
                    <a:lnTo>
                      <a:pt x="47" y="128"/>
                    </a:lnTo>
                    <a:lnTo>
                      <a:pt x="38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80"/>
              <p:cNvSpPr>
                <a:spLocks/>
              </p:cNvSpPr>
              <p:nvPr/>
            </p:nvSpPr>
            <p:spPr bwMode="auto">
              <a:xfrm>
                <a:off x="9817100" y="6254750"/>
                <a:ext cx="38100" cy="203200"/>
              </a:xfrm>
              <a:custGeom>
                <a:avLst/>
                <a:gdLst>
                  <a:gd name="T0" fmla="*/ 0 w 24"/>
                  <a:gd name="T1" fmla="*/ 0 h 128"/>
                  <a:gd name="T2" fmla="*/ 0 w 24"/>
                  <a:gd name="T3" fmla="*/ 128 h 128"/>
                  <a:gd name="T4" fmla="*/ 24 w 24"/>
                  <a:gd name="T5" fmla="*/ 128 h 128"/>
                  <a:gd name="T6" fmla="*/ 15 w 24"/>
                  <a:gd name="T7" fmla="*/ 0 h 128"/>
                  <a:gd name="T8" fmla="*/ 0 w 24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28">
                    <a:moveTo>
                      <a:pt x="0" y="0"/>
                    </a:moveTo>
                    <a:lnTo>
                      <a:pt x="0" y="128"/>
                    </a:lnTo>
                    <a:lnTo>
                      <a:pt x="24" y="128"/>
                    </a:lnTo>
                    <a:lnTo>
                      <a:pt x="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81"/>
              <p:cNvSpPr>
                <a:spLocks/>
              </p:cNvSpPr>
              <p:nvPr/>
            </p:nvSpPr>
            <p:spPr bwMode="auto">
              <a:xfrm>
                <a:off x="9615487" y="5440363"/>
                <a:ext cx="404813" cy="879475"/>
              </a:xfrm>
              <a:custGeom>
                <a:avLst/>
                <a:gdLst>
                  <a:gd name="T0" fmla="*/ 0 w 255"/>
                  <a:gd name="T1" fmla="*/ 554 h 554"/>
                  <a:gd name="T2" fmla="*/ 127 w 255"/>
                  <a:gd name="T3" fmla="*/ 0 h 554"/>
                  <a:gd name="T4" fmla="*/ 255 w 255"/>
                  <a:gd name="T5" fmla="*/ 554 h 554"/>
                  <a:gd name="T6" fmla="*/ 0 w 255"/>
                  <a:gd name="T7" fmla="*/ 554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5" h="554">
                    <a:moveTo>
                      <a:pt x="0" y="554"/>
                    </a:moveTo>
                    <a:lnTo>
                      <a:pt x="127" y="0"/>
                    </a:lnTo>
                    <a:lnTo>
                      <a:pt x="255" y="554"/>
                    </a:lnTo>
                    <a:lnTo>
                      <a:pt x="0" y="554"/>
                    </a:ln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82"/>
              <p:cNvSpPr>
                <a:spLocks/>
              </p:cNvSpPr>
              <p:nvPr/>
            </p:nvSpPr>
            <p:spPr bwMode="auto">
              <a:xfrm>
                <a:off x="9817100" y="5440363"/>
                <a:ext cx="203200" cy="879475"/>
              </a:xfrm>
              <a:custGeom>
                <a:avLst/>
                <a:gdLst>
                  <a:gd name="T0" fmla="*/ 128 w 128"/>
                  <a:gd name="T1" fmla="*/ 554 h 554"/>
                  <a:gd name="T2" fmla="*/ 0 w 128"/>
                  <a:gd name="T3" fmla="*/ 0 h 554"/>
                  <a:gd name="T4" fmla="*/ 0 w 128"/>
                  <a:gd name="T5" fmla="*/ 554 h 554"/>
                  <a:gd name="T6" fmla="*/ 128 w 128"/>
                  <a:gd name="T7" fmla="*/ 554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8" h="554">
                    <a:moveTo>
                      <a:pt x="128" y="554"/>
                    </a:moveTo>
                    <a:lnTo>
                      <a:pt x="0" y="0"/>
                    </a:lnTo>
                    <a:lnTo>
                      <a:pt x="0" y="554"/>
                    </a:lnTo>
                    <a:lnTo>
                      <a:pt x="128" y="554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83"/>
              <p:cNvSpPr>
                <a:spLocks/>
              </p:cNvSpPr>
              <p:nvPr/>
            </p:nvSpPr>
            <p:spPr bwMode="auto">
              <a:xfrm>
                <a:off x="10102850" y="6303963"/>
                <a:ext cx="57150" cy="153988"/>
              </a:xfrm>
              <a:custGeom>
                <a:avLst/>
                <a:gdLst>
                  <a:gd name="T0" fmla="*/ 7 w 36"/>
                  <a:gd name="T1" fmla="*/ 0 h 97"/>
                  <a:gd name="T2" fmla="*/ 0 w 36"/>
                  <a:gd name="T3" fmla="*/ 97 h 97"/>
                  <a:gd name="T4" fmla="*/ 36 w 36"/>
                  <a:gd name="T5" fmla="*/ 97 h 97"/>
                  <a:gd name="T6" fmla="*/ 29 w 36"/>
                  <a:gd name="T7" fmla="*/ 0 h 97"/>
                  <a:gd name="T8" fmla="*/ 7 w 36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97">
                    <a:moveTo>
                      <a:pt x="7" y="0"/>
                    </a:moveTo>
                    <a:lnTo>
                      <a:pt x="0" y="97"/>
                    </a:lnTo>
                    <a:lnTo>
                      <a:pt x="36" y="97"/>
                    </a:lnTo>
                    <a:lnTo>
                      <a:pt x="29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84"/>
              <p:cNvSpPr>
                <a:spLocks/>
              </p:cNvSpPr>
              <p:nvPr/>
            </p:nvSpPr>
            <p:spPr bwMode="auto">
              <a:xfrm>
                <a:off x="10133012" y="6303963"/>
                <a:ext cx="26988" cy="153988"/>
              </a:xfrm>
              <a:custGeom>
                <a:avLst/>
                <a:gdLst>
                  <a:gd name="T0" fmla="*/ 0 w 17"/>
                  <a:gd name="T1" fmla="*/ 0 h 97"/>
                  <a:gd name="T2" fmla="*/ 0 w 17"/>
                  <a:gd name="T3" fmla="*/ 97 h 97"/>
                  <a:gd name="T4" fmla="*/ 17 w 17"/>
                  <a:gd name="T5" fmla="*/ 97 h 97"/>
                  <a:gd name="T6" fmla="*/ 10 w 17"/>
                  <a:gd name="T7" fmla="*/ 0 h 97"/>
                  <a:gd name="T8" fmla="*/ 0 w 17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7">
                    <a:moveTo>
                      <a:pt x="0" y="0"/>
                    </a:moveTo>
                    <a:lnTo>
                      <a:pt x="0" y="97"/>
                    </a:lnTo>
                    <a:lnTo>
                      <a:pt x="17" y="97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85"/>
              <p:cNvSpPr>
                <a:spLocks/>
              </p:cNvSpPr>
              <p:nvPr/>
            </p:nvSpPr>
            <p:spPr bwMode="auto">
              <a:xfrm>
                <a:off x="9975850" y="5683250"/>
                <a:ext cx="311150" cy="669925"/>
              </a:xfrm>
              <a:custGeom>
                <a:avLst/>
                <a:gdLst>
                  <a:gd name="T0" fmla="*/ 0 w 196"/>
                  <a:gd name="T1" fmla="*/ 422 h 422"/>
                  <a:gd name="T2" fmla="*/ 99 w 196"/>
                  <a:gd name="T3" fmla="*/ 0 h 422"/>
                  <a:gd name="T4" fmla="*/ 196 w 196"/>
                  <a:gd name="T5" fmla="*/ 422 h 422"/>
                  <a:gd name="T6" fmla="*/ 0 w 196"/>
                  <a:gd name="T7" fmla="*/ 422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6" h="422">
                    <a:moveTo>
                      <a:pt x="0" y="422"/>
                    </a:moveTo>
                    <a:lnTo>
                      <a:pt x="99" y="0"/>
                    </a:lnTo>
                    <a:lnTo>
                      <a:pt x="196" y="422"/>
                    </a:lnTo>
                    <a:lnTo>
                      <a:pt x="0" y="422"/>
                    </a:ln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86"/>
              <p:cNvSpPr>
                <a:spLocks/>
              </p:cNvSpPr>
              <p:nvPr/>
            </p:nvSpPr>
            <p:spPr bwMode="auto">
              <a:xfrm>
                <a:off x="10133012" y="5683250"/>
                <a:ext cx="153988" cy="669925"/>
              </a:xfrm>
              <a:custGeom>
                <a:avLst/>
                <a:gdLst>
                  <a:gd name="T0" fmla="*/ 97 w 97"/>
                  <a:gd name="T1" fmla="*/ 422 h 422"/>
                  <a:gd name="T2" fmla="*/ 0 w 97"/>
                  <a:gd name="T3" fmla="*/ 0 h 422"/>
                  <a:gd name="T4" fmla="*/ 0 w 97"/>
                  <a:gd name="T5" fmla="*/ 422 h 422"/>
                  <a:gd name="T6" fmla="*/ 97 w 97"/>
                  <a:gd name="T7" fmla="*/ 422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422">
                    <a:moveTo>
                      <a:pt x="97" y="422"/>
                    </a:moveTo>
                    <a:lnTo>
                      <a:pt x="0" y="0"/>
                    </a:lnTo>
                    <a:lnTo>
                      <a:pt x="0" y="422"/>
                    </a:lnTo>
                    <a:lnTo>
                      <a:pt x="97" y="422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Freeform 87"/>
              <p:cNvSpPr>
                <a:spLocks/>
              </p:cNvSpPr>
              <p:nvPr/>
            </p:nvSpPr>
            <p:spPr bwMode="auto">
              <a:xfrm>
                <a:off x="5670549" y="5962650"/>
                <a:ext cx="33338" cy="90488"/>
              </a:xfrm>
              <a:custGeom>
                <a:avLst/>
                <a:gdLst>
                  <a:gd name="T0" fmla="*/ 4 w 21"/>
                  <a:gd name="T1" fmla="*/ 0 h 57"/>
                  <a:gd name="T2" fmla="*/ 0 w 21"/>
                  <a:gd name="T3" fmla="*/ 57 h 57"/>
                  <a:gd name="T4" fmla="*/ 21 w 21"/>
                  <a:gd name="T5" fmla="*/ 57 h 57"/>
                  <a:gd name="T6" fmla="*/ 16 w 21"/>
                  <a:gd name="T7" fmla="*/ 0 h 57"/>
                  <a:gd name="T8" fmla="*/ 4 w 21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7">
                    <a:moveTo>
                      <a:pt x="4" y="0"/>
                    </a:moveTo>
                    <a:lnTo>
                      <a:pt x="0" y="57"/>
                    </a:lnTo>
                    <a:lnTo>
                      <a:pt x="21" y="57"/>
                    </a:lnTo>
                    <a:lnTo>
                      <a:pt x="1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88"/>
              <p:cNvSpPr>
                <a:spLocks/>
              </p:cNvSpPr>
              <p:nvPr/>
            </p:nvSpPr>
            <p:spPr bwMode="auto">
              <a:xfrm>
                <a:off x="5689599" y="5962650"/>
                <a:ext cx="14288" cy="90488"/>
              </a:xfrm>
              <a:custGeom>
                <a:avLst/>
                <a:gdLst>
                  <a:gd name="T0" fmla="*/ 0 w 9"/>
                  <a:gd name="T1" fmla="*/ 0 h 57"/>
                  <a:gd name="T2" fmla="*/ 0 w 9"/>
                  <a:gd name="T3" fmla="*/ 57 h 57"/>
                  <a:gd name="T4" fmla="*/ 9 w 9"/>
                  <a:gd name="T5" fmla="*/ 57 h 57"/>
                  <a:gd name="T6" fmla="*/ 4 w 9"/>
                  <a:gd name="T7" fmla="*/ 0 h 57"/>
                  <a:gd name="T8" fmla="*/ 0 w 9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7">
                    <a:moveTo>
                      <a:pt x="0" y="0"/>
                    </a:moveTo>
                    <a:lnTo>
                      <a:pt x="0" y="57"/>
                    </a:lnTo>
                    <a:lnTo>
                      <a:pt x="9" y="57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Freeform 89"/>
              <p:cNvSpPr>
                <a:spLocks/>
              </p:cNvSpPr>
              <p:nvPr/>
            </p:nvSpPr>
            <p:spPr bwMode="auto">
              <a:xfrm>
                <a:off x="5594349" y="5594350"/>
                <a:ext cx="184150" cy="393700"/>
              </a:xfrm>
              <a:custGeom>
                <a:avLst/>
                <a:gdLst>
                  <a:gd name="T0" fmla="*/ 0 w 116"/>
                  <a:gd name="T1" fmla="*/ 248 h 248"/>
                  <a:gd name="T2" fmla="*/ 60 w 116"/>
                  <a:gd name="T3" fmla="*/ 0 h 248"/>
                  <a:gd name="T4" fmla="*/ 116 w 116"/>
                  <a:gd name="T5" fmla="*/ 248 h 248"/>
                  <a:gd name="T6" fmla="*/ 0 w 116"/>
                  <a:gd name="T7" fmla="*/ 2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6" h="248">
                    <a:moveTo>
                      <a:pt x="0" y="248"/>
                    </a:moveTo>
                    <a:lnTo>
                      <a:pt x="60" y="0"/>
                    </a:lnTo>
                    <a:lnTo>
                      <a:pt x="116" y="248"/>
                    </a:lnTo>
                    <a:lnTo>
                      <a:pt x="0" y="248"/>
                    </a:ln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Freeform 90"/>
              <p:cNvSpPr>
                <a:spLocks/>
              </p:cNvSpPr>
              <p:nvPr/>
            </p:nvSpPr>
            <p:spPr bwMode="auto">
              <a:xfrm>
                <a:off x="5689599" y="5594350"/>
                <a:ext cx="88900" cy="393700"/>
              </a:xfrm>
              <a:custGeom>
                <a:avLst/>
                <a:gdLst>
                  <a:gd name="T0" fmla="*/ 56 w 56"/>
                  <a:gd name="T1" fmla="*/ 248 h 248"/>
                  <a:gd name="T2" fmla="*/ 0 w 56"/>
                  <a:gd name="T3" fmla="*/ 0 h 248"/>
                  <a:gd name="T4" fmla="*/ 0 w 56"/>
                  <a:gd name="T5" fmla="*/ 248 h 248"/>
                  <a:gd name="T6" fmla="*/ 56 w 56"/>
                  <a:gd name="T7" fmla="*/ 2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48">
                    <a:moveTo>
                      <a:pt x="56" y="248"/>
                    </a:moveTo>
                    <a:lnTo>
                      <a:pt x="0" y="0"/>
                    </a:lnTo>
                    <a:lnTo>
                      <a:pt x="0" y="248"/>
                    </a:lnTo>
                    <a:lnTo>
                      <a:pt x="56" y="248"/>
                    </a:ln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Oval 91"/>
              <p:cNvSpPr>
                <a:spLocks noChangeArrowheads="1"/>
              </p:cNvSpPr>
              <p:nvPr/>
            </p:nvSpPr>
            <p:spPr bwMode="auto">
              <a:xfrm>
                <a:off x="5813424" y="5713413"/>
                <a:ext cx="206375" cy="279400"/>
              </a:xfrm>
              <a:prstGeom prst="ellipse">
                <a:avLst/>
              </a:pr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92"/>
              <p:cNvSpPr>
                <a:spLocks/>
              </p:cNvSpPr>
              <p:nvPr/>
            </p:nvSpPr>
            <p:spPr bwMode="auto">
              <a:xfrm>
                <a:off x="5913437" y="5713413"/>
                <a:ext cx="106363" cy="279400"/>
              </a:xfrm>
              <a:custGeom>
                <a:avLst/>
                <a:gdLst>
                  <a:gd name="T0" fmla="*/ 28 w 28"/>
                  <a:gd name="T1" fmla="*/ 37 h 74"/>
                  <a:gd name="T2" fmla="*/ 0 w 28"/>
                  <a:gd name="T3" fmla="*/ 0 h 74"/>
                  <a:gd name="T4" fmla="*/ 0 w 28"/>
                  <a:gd name="T5" fmla="*/ 74 h 74"/>
                  <a:gd name="T6" fmla="*/ 28 w 28"/>
                  <a:gd name="T7" fmla="*/ 3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74">
                    <a:moveTo>
                      <a:pt x="28" y="37"/>
                    </a:moveTo>
                    <a:cubicBezTo>
                      <a:pt x="28" y="17"/>
                      <a:pt x="15" y="0"/>
                      <a:pt x="0" y="0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5" y="74"/>
                      <a:pt x="28" y="57"/>
                      <a:pt x="28" y="37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Freeform 93"/>
              <p:cNvSpPr>
                <a:spLocks/>
              </p:cNvSpPr>
              <p:nvPr/>
            </p:nvSpPr>
            <p:spPr bwMode="auto">
              <a:xfrm>
                <a:off x="5899149" y="5886450"/>
                <a:ext cx="30163" cy="169863"/>
              </a:xfrm>
              <a:custGeom>
                <a:avLst/>
                <a:gdLst>
                  <a:gd name="T0" fmla="*/ 5 w 19"/>
                  <a:gd name="T1" fmla="*/ 0 h 107"/>
                  <a:gd name="T2" fmla="*/ 0 w 19"/>
                  <a:gd name="T3" fmla="*/ 107 h 107"/>
                  <a:gd name="T4" fmla="*/ 19 w 19"/>
                  <a:gd name="T5" fmla="*/ 107 h 107"/>
                  <a:gd name="T6" fmla="*/ 14 w 19"/>
                  <a:gd name="T7" fmla="*/ 0 h 107"/>
                  <a:gd name="T8" fmla="*/ 5 w 19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07">
                    <a:moveTo>
                      <a:pt x="5" y="0"/>
                    </a:moveTo>
                    <a:lnTo>
                      <a:pt x="0" y="107"/>
                    </a:lnTo>
                    <a:lnTo>
                      <a:pt x="19" y="107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Freeform 94"/>
              <p:cNvSpPr>
                <a:spLocks/>
              </p:cNvSpPr>
              <p:nvPr/>
            </p:nvSpPr>
            <p:spPr bwMode="auto">
              <a:xfrm>
                <a:off x="5913437" y="5886450"/>
                <a:ext cx="15875" cy="169863"/>
              </a:xfrm>
              <a:custGeom>
                <a:avLst/>
                <a:gdLst>
                  <a:gd name="T0" fmla="*/ 0 w 10"/>
                  <a:gd name="T1" fmla="*/ 0 h 107"/>
                  <a:gd name="T2" fmla="*/ 0 w 10"/>
                  <a:gd name="T3" fmla="*/ 107 h 107"/>
                  <a:gd name="T4" fmla="*/ 10 w 10"/>
                  <a:gd name="T5" fmla="*/ 107 h 107"/>
                  <a:gd name="T6" fmla="*/ 5 w 10"/>
                  <a:gd name="T7" fmla="*/ 0 h 107"/>
                  <a:gd name="T8" fmla="*/ 0 w 10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7">
                    <a:moveTo>
                      <a:pt x="0" y="0"/>
                    </a:moveTo>
                    <a:lnTo>
                      <a:pt x="0" y="107"/>
                    </a:lnTo>
                    <a:lnTo>
                      <a:pt x="10" y="107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Oval 95"/>
              <p:cNvSpPr>
                <a:spLocks noChangeArrowheads="1"/>
              </p:cNvSpPr>
              <p:nvPr/>
            </p:nvSpPr>
            <p:spPr bwMode="auto">
              <a:xfrm>
                <a:off x="2033587" y="5608638"/>
                <a:ext cx="509588" cy="687388"/>
              </a:xfrm>
              <a:prstGeom prst="ellipse">
                <a:avLst/>
              </a:pr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Freeform 96"/>
              <p:cNvSpPr>
                <a:spLocks/>
              </p:cNvSpPr>
              <p:nvPr/>
            </p:nvSpPr>
            <p:spPr bwMode="auto">
              <a:xfrm>
                <a:off x="2287587" y="5608638"/>
                <a:ext cx="255588" cy="687388"/>
              </a:xfrm>
              <a:custGeom>
                <a:avLst/>
                <a:gdLst>
                  <a:gd name="T0" fmla="*/ 68 w 68"/>
                  <a:gd name="T1" fmla="*/ 92 h 183"/>
                  <a:gd name="T2" fmla="*/ 0 w 68"/>
                  <a:gd name="T3" fmla="*/ 0 h 183"/>
                  <a:gd name="T4" fmla="*/ 0 w 68"/>
                  <a:gd name="T5" fmla="*/ 183 h 183"/>
                  <a:gd name="T6" fmla="*/ 68 w 68"/>
                  <a:gd name="T7" fmla="*/ 9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183">
                    <a:moveTo>
                      <a:pt x="68" y="92"/>
                    </a:moveTo>
                    <a:cubicBezTo>
                      <a:pt x="68" y="41"/>
                      <a:pt x="38" y="0"/>
                      <a:pt x="0" y="0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38" y="183"/>
                      <a:pt x="68" y="142"/>
                      <a:pt x="68" y="92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97"/>
              <p:cNvSpPr>
                <a:spLocks/>
              </p:cNvSpPr>
              <p:nvPr/>
            </p:nvSpPr>
            <p:spPr bwMode="auto">
              <a:xfrm>
                <a:off x="2251074" y="6040438"/>
                <a:ext cx="74613" cy="417513"/>
              </a:xfrm>
              <a:custGeom>
                <a:avLst/>
                <a:gdLst>
                  <a:gd name="T0" fmla="*/ 9 w 47"/>
                  <a:gd name="T1" fmla="*/ 0 h 263"/>
                  <a:gd name="T2" fmla="*/ 0 w 47"/>
                  <a:gd name="T3" fmla="*/ 263 h 263"/>
                  <a:gd name="T4" fmla="*/ 47 w 47"/>
                  <a:gd name="T5" fmla="*/ 263 h 263"/>
                  <a:gd name="T6" fmla="*/ 38 w 47"/>
                  <a:gd name="T7" fmla="*/ 0 h 263"/>
                  <a:gd name="T8" fmla="*/ 9 w 47"/>
                  <a:gd name="T9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263">
                    <a:moveTo>
                      <a:pt x="9" y="0"/>
                    </a:moveTo>
                    <a:lnTo>
                      <a:pt x="0" y="263"/>
                    </a:lnTo>
                    <a:lnTo>
                      <a:pt x="47" y="263"/>
                    </a:lnTo>
                    <a:lnTo>
                      <a:pt x="38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Freeform 98"/>
              <p:cNvSpPr>
                <a:spLocks/>
              </p:cNvSpPr>
              <p:nvPr/>
            </p:nvSpPr>
            <p:spPr bwMode="auto">
              <a:xfrm>
                <a:off x="2287587" y="6040438"/>
                <a:ext cx="38100" cy="417513"/>
              </a:xfrm>
              <a:custGeom>
                <a:avLst/>
                <a:gdLst>
                  <a:gd name="T0" fmla="*/ 0 w 24"/>
                  <a:gd name="T1" fmla="*/ 0 h 263"/>
                  <a:gd name="T2" fmla="*/ 0 w 24"/>
                  <a:gd name="T3" fmla="*/ 263 h 263"/>
                  <a:gd name="T4" fmla="*/ 24 w 24"/>
                  <a:gd name="T5" fmla="*/ 263 h 263"/>
                  <a:gd name="T6" fmla="*/ 15 w 24"/>
                  <a:gd name="T7" fmla="*/ 0 h 263"/>
                  <a:gd name="T8" fmla="*/ 0 w 24"/>
                  <a:gd name="T9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63">
                    <a:moveTo>
                      <a:pt x="0" y="0"/>
                    </a:moveTo>
                    <a:lnTo>
                      <a:pt x="0" y="263"/>
                    </a:lnTo>
                    <a:lnTo>
                      <a:pt x="24" y="263"/>
                    </a:lnTo>
                    <a:lnTo>
                      <a:pt x="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Oval 99"/>
              <p:cNvSpPr>
                <a:spLocks noChangeArrowheads="1"/>
              </p:cNvSpPr>
              <p:nvPr/>
            </p:nvSpPr>
            <p:spPr bwMode="auto">
              <a:xfrm>
                <a:off x="1811337" y="5916613"/>
                <a:ext cx="327025" cy="436563"/>
              </a:xfrm>
              <a:prstGeom prst="ellipse">
                <a:avLst/>
              </a:pr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Freeform 100"/>
              <p:cNvSpPr>
                <a:spLocks/>
              </p:cNvSpPr>
              <p:nvPr/>
            </p:nvSpPr>
            <p:spPr bwMode="auto">
              <a:xfrm>
                <a:off x="1976437" y="5916613"/>
                <a:ext cx="161925" cy="436563"/>
              </a:xfrm>
              <a:custGeom>
                <a:avLst/>
                <a:gdLst>
                  <a:gd name="T0" fmla="*/ 43 w 43"/>
                  <a:gd name="T1" fmla="*/ 58 h 116"/>
                  <a:gd name="T2" fmla="*/ 0 w 43"/>
                  <a:gd name="T3" fmla="*/ 0 h 116"/>
                  <a:gd name="T4" fmla="*/ 0 w 43"/>
                  <a:gd name="T5" fmla="*/ 116 h 116"/>
                  <a:gd name="T6" fmla="*/ 43 w 43"/>
                  <a:gd name="T7" fmla="*/ 58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116">
                    <a:moveTo>
                      <a:pt x="43" y="58"/>
                    </a:moveTo>
                    <a:cubicBezTo>
                      <a:pt x="43" y="26"/>
                      <a:pt x="24" y="0"/>
                      <a:pt x="0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24" y="116"/>
                      <a:pt x="43" y="90"/>
                      <a:pt x="43" y="58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Freeform 101"/>
              <p:cNvSpPr>
                <a:spLocks/>
              </p:cNvSpPr>
              <p:nvPr/>
            </p:nvSpPr>
            <p:spPr bwMode="auto">
              <a:xfrm>
                <a:off x="1951037" y="6191250"/>
                <a:ext cx="47625" cy="266700"/>
              </a:xfrm>
              <a:custGeom>
                <a:avLst/>
                <a:gdLst>
                  <a:gd name="T0" fmla="*/ 7 w 30"/>
                  <a:gd name="T1" fmla="*/ 0 h 168"/>
                  <a:gd name="T2" fmla="*/ 0 w 30"/>
                  <a:gd name="T3" fmla="*/ 168 h 168"/>
                  <a:gd name="T4" fmla="*/ 30 w 30"/>
                  <a:gd name="T5" fmla="*/ 168 h 168"/>
                  <a:gd name="T6" fmla="*/ 23 w 30"/>
                  <a:gd name="T7" fmla="*/ 0 h 168"/>
                  <a:gd name="T8" fmla="*/ 7 w 30"/>
                  <a:gd name="T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68">
                    <a:moveTo>
                      <a:pt x="7" y="0"/>
                    </a:moveTo>
                    <a:lnTo>
                      <a:pt x="0" y="168"/>
                    </a:lnTo>
                    <a:lnTo>
                      <a:pt x="30" y="168"/>
                    </a:lnTo>
                    <a:lnTo>
                      <a:pt x="2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Freeform 102"/>
              <p:cNvSpPr>
                <a:spLocks/>
              </p:cNvSpPr>
              <p:nvPr/>
            </p:nvSpPr>
            <p:spPr bwMode="auto">
              <a:xfrm>
                <a:off x="1976437" y="6191250"/>
                <a:ext cx="22225" cy="266700"/>
              </a:xfrm>
              <a:custGeom>
                <a:avLst/>
                <a:gdLst>
                  <a:gd name="T0" fmla="*/ 0 w 14"/>
                  <a:gd name="T1" fmla="*/ 0 h 168"/>
                  <a:gd name="T2" fmla="*/ 0 w 14"/>
                  <a:gd name="T3" fmla="*/ 168 h 168"/>
                  <a:gd name="T4" fmla="*/ 14 w 14"/>
                  <a:gd name="T5" fmla="*/ 168 h 168"/>
                  <a:gd name="T6" fmla="*/ 7 w 14"/>
                  <a:gd name="T7" fmla="*/ 0 h 168"/>
                  <a:gd name="T8" fmla="*/ 0 w 14"/>
                  <a:gd name="T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8">
                    <a:moveTo>
                      <a:pt x="0" y="0"/>
                    </a:moveTo>
                    <a:lnTo>
                      <a:pt x="0" y="168"/>
                    </a:lnTo>
                    <a:lnTo>
                      <a:pt x="14" y="168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Oval 103"/>
              <p:cNvSpPr>
                <a:spLocks noChangeArrowheads="1"/>
              </p:cNvSpPr>
              <p:nvPr/>
            </p:nvSpPr>
            <p:spPr bwMode="auto">
              <a:xfrm>
                <a:off x="6386512" y="5740400"/>
                <a:ext cx="436563" cy="579438"/>
              </a:xfrm>
              <a:prstGeom prst="ellipse">
                <a:avLst/>
              </a:pr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Freeform 104"/>
              <p:cNvSpPr>
                <a:spLocks/>
              </p:cNvSpPr>
              <p:nvPr/>
            </p:nvSpPr>
            <p:spPr bwMode="auto">
              <a:xfrm>
                <a:off x="6604000" y="5740400"/>
                <a:ext cx="219075" cy="579438"/>
              </a:xfrm>
              <a:custGeom>
                <a:avLst/>
                <a:gdLst>
                  <a:gd name="T0" fmla="*/ 58 w 58"/>
                  <a:gd name="T1" fmla="*/ 77 h 154"/>
                  <a:gd name="T2" fmla="*/ 0 w 58"/>
                  <a:gd name="T3" fmla="*/ 0 h 154"/>
                  <a:gd name="T4" fmla="*/ 0 w 58"/>
                  <a:gd name="T5" fmla="*/ 154 h 154"/>
                  <a:gd name="T6" fmla="*/ 58 w 58"/>
                  <a:gd name="T7" fmla="*/ 77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154">
                    <a:moveTo>
                      <a:pt x="58" y="77"/>
                    </a:moveTo>
                    <a:cubicBezTo>
                      <a:pt x="58" y="35"/>
                      <a:pt x="32" y="0"/>
                      <a:pt x="0" y="0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32" y="154"/>
                      <a:pt x="58" y="120"/>
                      <a:pt x="58" y="77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Freeform 105"/>
              <p:cNvSpPr>
                <a:spLocks/>
              </p:cNvSpPr>
              <p:nvPr/>
            </p:nvSpPr>
            <p:spPr bwMode="auto">
              <a:xfrm>
                <a:off x="6575425" y="6105525"/>
                <a:ext cx="58738" cy="352425"/>
              </a:xfrm>
              <a:custGeom>
                <a:avLst/>
                <a:gdLst>
                  <a:gd name="T0" fmla="*/ 9 w 37"/>
                  <a:gd name="T1" fmla="*/ 0 h 222"/>
                  <a:gd name="T2" fmla="*/ 0 w 37"/>
                  <a:gd name="T3" fmla="*/ 222 h 222"/>
                  <a:gd name="T4" fmla="*/ 37 w 37"/>
                  <a:gd name="T5" fmla="*/ 222 h 222"/>
                  <a:gd name="T6" fmla="*/ 30 w 37"/>
                  <a:gd name="T7" fmla="*/ 0 h 222"/>
                  <a:gd name="T8" fmla="*/ 9 w 37"/>
                  <a:gd name="T9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22">
                    <a:moveTo>
                      <a:pt x="9" y="0"/>
                    </a:moveTo>
                    <a:lnTo>
                      <a:pt x="0" y="222"/>
                    </a:lnTo>
                    <a:lnTo>
                      <a:pt x="37" y="222"/>
                    </a:lnTo>
                    <a:lnTo>
                      <a:pt x="30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106"/>
              <p:cNvSpPr>
                <a:spLocks/>
              </p:cNvSpPr>
              <p:nvPr/>
            </p:nvSpPr>
            <p:spPr bwMode="auto">
              <a:xfrm>
                <a:off x="6604000" y="6105525"/>
                <a:ext cx="30163" cy="352425"/>
              </a:xfrm>
              <a:custGeom>
                <a:avLst/>
                <a:gdLst>
                  <a:gd name="T0" fmla="*/ 0 w 19"/>
                  <a:gd name="T1" fmla="*/ 0 h 222"/>
                  <a:gd name="T2" fmla="*/ 0 w 19"/>
                  <a:gd name="T3" fmla="*/ 222 h 222"/>
                  <a:gd name="T4" fmla="*/ 19 w 19"/>
                  <a:gd name="T5" fmla="*/ 222 h 222"/>
                  <a:gd name="T6" fmla="*/ 12 w 19"/>
                  <a:gd name="T7" fmla="*/ 0 h 222"/>
                  <a:gd name="T8" fmla="*/ 0 w 19"/>
                  <a:gd name="T9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22">
                    <a:moveTo>
                      <a:pt x="0" y="0"/>
                    </a:moveTo>
                    <a:lnTo>
                      <a:pt x="0" y="222"/>
                    </a:lnTo>
                    <a:lnTo>
                      <a:pt x="19" y="22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Oval 107"/>
              <p:cNvSpPr>
                <a:spLocks noChangeArrowheads="1"/>
              </p:cNvSpPr>
              <p:nvPr/>
            </p:nvSpPr>
            <p:spPr bwMode="auto">
              <a:xfrm>
                <a:off x="1319212" y="5713413"/>
                <a:ext cx="222250" cy="296863"/>
              </a:xfrm>
              <a:prstGeom prst="ellipse">
                <a:avLst/>
              </a:pr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Freeform 108"/>
              <p:cNvSpPr>
                <a:spLocks/>
              </p:cNvSpPr>
              <p:nvPr/>
            </p:nvSpPr>
            <p:spPr bwMode="auto">
              <a:xfrm>
                <a:off x="1428749" y="5713413"/>
                <a:ext cx="112713" cy="296863"/>
              </a:xfrm>
              <a:custGeom>
                <a:avLst/>
                <a:gdLst>
                  <a:gd name="T0" fmla="*/ 30 w 30"/>
                  <a:gd name="T1" fmla="*/ 39 h 79"/>
                  <a:gd name="T2" fmla="*/ 0 w 30"/>
                  <a:gd name="T3" fmla="*/ 0 h 79"/>
                  <a:gd name="T4" fmla="*/ 0 w 30"/>
                  <a:gd name="T5" fmla="*/ 79 h 79"/>
                  <a:gd name="T6" fmla="*/ 30 w 30"/>
                  <a:gd name="T7" fmla="*/ 3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79">
                    <a:moveTo>
                      <a:pt x="30" y="39"/>
                    </a:moveTo>
                    <a:cubicBezTo>
                      <a:pt x="30" y="18"/>
                      <a:pt x="17" y="0"/>
                      <a:pt x="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7" y="79"/>
                      <a:pt x="30" y="61"/>
                      <a:pt x="30" y="39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Freeform 109"/>
              <p:cNvSpPr>
                <a:spLocks/>
              </p:cNvSpPr>
              <p:nvPr/>
            </p:nvSpPr>
            <p:spPr bwMode="auto">
              <a:xfrm>
                <a:off x="1412874" y="5897563"/>
                <a:ext cx="34925" cy="184150"/>
              </a:xfrm>
              <a:custGeom>
                <a:avLst/>
                <a:gdLst>
                  <a:gd name="T0" fmla="*/ 5 w 22"/>
                  <a:gd name="T1" fmla="*/ 0 h 116"/>
                  <a:gd name="T2" fmla="*/ 0 w 22"/>
                  <a:gd name="T3" fmla="*/ 116 h 116"/>
                  <a:gd name="T4" fmla="*/ 22 w 22"/>
                  <a:gd name="T5" fmla="*/ 116 h 116"/>
                  <a:gd name="T6" fmla="*/ 17 w 22"/>
                  <a:gd name="T7" fmla="*/ 0 h 116"/>
                  <a:gd name="T8" fmla="*/ 5 w 22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16">
                    <a:moveTo>
                      <a:pt x="5" y="0"/>
                    </a:moveTo>
                    <a:lnTo>
                      <a:pt x="0" y="116"/>
                    </a:lnTo>
                    <a:lnTo>
                      <a:pt x="22" y="116"/>
                    </a:lnTo>
                    <a:lnTo>
                      <a:pt x="1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Freeform 110"/>
              <p:cNvSpPr>
                <a:spLocks/>
              </p:cNvSpPr>
              <p:nvPr/>
            </p:nvSpPr>
            <p:spPr bwMode="auto">
              <a:xfrm>
                <a:off x="1428749" y="5897563"/>
                <a:ext cx="19050" cy="184150"/>
              </a:xfrm>
              <a:custGeom>
                <a:avLst/>
                <a:gdLst>
                  <a:gd name="T0" fmla="*/ 0 w 12"/>
                  <a:gd name="T1" fmla="*/ 0 h 116"/>
                  <a:gd name="T2" fmla="*/ 0 w 12"/>
                  <a:gd name="T3" fmla="*/ 116 h 116"/>
                  <a:gd name="T4" fmla="*/ 12 w 12"/>
                  <a:gd name="T5" fmla="*/ 116 h 116"/>
                  <a:gd name="T6" fmla="*/ 7 w 12"/>
                  <a:gd name="T7" fmla="*/ 0 h 116"/>
                  <a:gd name="T8" fmla="*/ 0 w 12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6">
                    <a:moveTo>
                      <a:pt x="0" y="0"/>
                    </a:moveTo>
                    <a:lnTo>
                      <a:pt x="0" y="116"/>
                    </a:lnTo>
                    <a:lnTo>
                      <a:pt x="12" y="116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111"/>
              <p:cNvSpPr>
                <a:spLocks/>
              </p:cNvSpPr>
              <p:nvPr/>
            </p:nvSpPr>
            <p:spPr bwMode="auto">
              <a:xfrm>
                <a:off x="1604962" y="5537200"/>
                <a:ext cx="195263" cy="354013"/>
              </a:xfrm>
              <a:custGeom>
                <a:avLst/>
                <a:gdLst>
                  <a:gd name="T0" fmla="*/ 52 w 52"/>
                  <a:gd name="T1" fmla="*/ 67 h 94"/>
                  <a:gd name="T2" fmla="*/ 26 w 52"/>
                  <a:gd name="T3" fmla="*/ 94 h 94"/>
                  <a:gd name="T4" fmla="*/ 0 w 52"/>
                  <a:gd name="T5" fmla="*/ 67 h 94"/>
                  <a:gd name="T6" fmla="*/ 26 w 52"/>
                  <a:gd name="T7" fmla="*/ 0 h 94"/>
                  <a:gd name="T8" fmla="*/ 52 w 52"/>
                  <a:gd name="T9" fmla="*/ 6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94">
                    <a:moveTo>
                      <a:pt x="52" y="67"/>
                    </a:moveTo>
                    <a:cubicBezTo>
                      <a:pt x="52" y="82"/>
                      <a:pt x="41" y="94"/>
                      <a:pt x="26" y="94"/>
                    </a:cubicBezTo>
                    <a:cubicBezTo>
                      <a:pt x="11" y="94"/>
                      <a:pt x="0" y="82"/>
                      <a:pt x="0" y="67"/>
                    </a:cubicBezTo>
                    <a:cubicBezTo>
                      <a:pt x="0" y="47"/>
                      <a:pt x="11" y="0"/>
                      <a:pt x="26" y="0"/>
                    </a:cubicBezTo>
                    <a:cubicBezTo>
                      <a:pt x="41" y="0"/>
                      <a:pt x="52" y="52"/>
                      <a:pt x="52" y="67"/>
                    </a:cubicBezTo>
                    <a:close/>
                  </a:path>
                </a:pathLst>
              </a:custGeom>
              <a:solidFill>
                <a:srgbClr val="84A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112"/>
              <p:cNvSpPr>
                <a:spLocks/>
              </p:cNvSpPr>
              <p:nvPr/>
            </p:nvSpPr>
            <p:spPr bwMode="auto">
              <a:xfrm>
                <a:off x="1701799" y="5537200"/>
                <a:ext cx="98425" cy="354013"/>
              </a:xfrm>
              <a:custGeom>
                <a:avLst/>
                <a:gdLst>
                  <a:gd name="T0" fmla="*/ 26 w 26"/>
                  <a:gd name="T1" fmla="*/ 67 h 94"/>
                  <a:gd name="T2" fmla="*/ 0 w 26"/>
                  <a:gd name="T3" fmla="*/ 0 h 94"/>
                  <a:gd name="T4" fmla="*/ 0 w 26"/>
                  <a:gd name="T5" fmla="*/ 94 h 94"/>
                  <a:gd name="T6" fmla="*/ 26 w 26"/>
                  <a:gd name="T7" fmla="*/ 6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94">
                    <a:moveTo>
                      <a:pt x="26" y="67"/>
                    </a:moveTo>
                    <a:cubicBezTo>
                      <a:pt x="26" y="48"/>
                      <a:pt x="15" y="0"/>
                      <a:pt x="0" y="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5" y="94"/>
                      <a:pt x="26" y="82"/>
                      <a:pt x="26" y="67"/>
                    </a:cubicBezTo>
                    <a:close/>
                  </a:path>
                </a:pathLst>
              </a:custGeom>
              <a:solidFill>
                <a:srgbClr val="AAC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" name="Freeform 113"/>
              <p:cNvSpPr>
                <a:spLocks/>
              </p:cNvSpPr>
              <p:nvPr/>
            </p:nvSpPr>
            <p:spPr bwMode="auto">
              <a:xfrm>
                <a:off x="1687512" y="5789613"/>
                <a:ext cx="30163" cy="161925"/>
              </a:xfrm>
              <a:custGeom>
                <a:avLst/>
                <a:gdLst>
                  <a:gd name="T0" fmla="*/ 5 w 19"/>
                  <a:gd name="T1" fmla="*/ 0 h 102"/>
                  <a:gd name="T2" fmla="*/ 0 w 19"/>
                  <a:gd name="T3" fmla="*/ 102 h 102"/>
                  <a:gd name="T4" fmla="*/ 19 w 19"/>
                  <a:gd name="T5" fmla="*/ 102 h 102"/>
                  <a:gd name="T6" fmla="*/ 14 w 19"/>
                  <a:gd name="T7" fmla="*/ 0 h 102"/>
                  <a:gd name="T8" fmla="*/ 5 w 19"/>
                  <a:gd name="T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02">
                    <a:moveTo>
                      <a:pt x="5" y="0"/>
                    </a:moveTo>
                    <a:lnTo>
                      <a:pt x="0" y="102"/>
                    </a:lnTo>
                    <a:lnTo>
                      <a:pt x="19" y="102"/>
                    </a:lnTo>
                    <a:lnTo>
                      <a:pt x="1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54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" name="Freeform 114"/>
              <p:cNvSpPr>
                <a:spLocks/>
              </p:cNvSpPr>
              <p:nvPr/>
            </p:nvSpPr>
            <p:spPr bwMode="auto">
              <a:xfrm>
                <a:off x="1701799" y="5789613"/>
                <a:ext cx="15875" cy="161925"/>
              </a:xfrm>
              <a:custGeom>
                <a:avLst/>
                <a:gdLst>
                  <a:gd name="T0" fmla="*/ 0 w 10"/>
                  <a:gd name="T1" fmla="*/ 0 h 102"/>
                  <a:gd name="T2" fmla="*/ 0 w 10"/>
                  <a:gd name="T3" fmla="*/ 102 h 102"/>
                  <a:gd name="T4" fmla="*/ 10 w 10"/>
                  <a:gd name="T5" fmla="*/ 102 h 102"/>
                  <a:gd name="T6" fmla="*/ 5 w 10"/>
                  <a:gd name="T7" fmla="*/ 0 h 102"/>
                  <a:gd name="T8" fmla="*/ 0 w 10"/>
                  <a:gd name="T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2">
                    <a:moveTo>
                      <a:pt x="0" y="0"/>
                    </a:moveTo>
                    <a:lnTo>
                      <a:pt x="0" y="102"/>
                    </a:lnTo>
                    <a:lnTo>
                      <a:pt x="10" y="10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63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" name="Freeform 115"/>
              <p:cNvSpPr>
                <a:spLocks/>
              </p:cNvSpPr>
              <p:nvPr/>
            </p:nvSpPr>
            <p:spPr bwMode="auto">
              <a:xfrm>
                <a:off x="-177801" y="6713538"/>
                <a:ext cx="12547601" cy="255588"/>
              </a:xfrm>
              <a:custGeom>
                <a:avLst/>
                <a:gdLst>
                  <a:gd name="T0" fmla="*/ 78 w 3343"/>
                  <a:gd name="T1" fmla="*/ 68 h 68"/>
                  <a:gd name="T2" fmla="*/ 3265 w 3343"/>
                  <a:gd name="T3" fmla="*/ 68 h 68"/>
                  <a:gd name="T4" fmla="*/ 3343 w 3343"/>
                  <a:gd name="T5" fmla="*/ 0 h 68"/>
                  <a:gd name="T6" fmla="*/ 0 w 3343"/>
                  <a:gd name="T7" fmla="*/ 0 h 68"/>
                  <a:gd name="T8" fmla="*/ 78 w 3343"/>
                  <a:gd name="T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43" h="68">
                    <a:moveTo>
                      <a:pt x="78" y="68"/>
                    </a:moveTo>
                    <a:cubicBezTo>
                      <a:pt x="3265" y="68"/>
                      <a:pt x="3265" y="68"/>
                      <a:pt x="3265" y="68"/>
                    </a:cubicBezTo>
                    <a:cubicBezTo>
                      <a:pt x="3308" y="68"/>
                      <a:pt x="3343" y="37"/>
                      <a:pt x="33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7"/>
                      <a:pt x="35" y="68"/>
                      <a:pt x="78" y="68"/>
                    </a:cubicBezTo>
                    <a:close/>
                  </a:path>
                </a:pathLst>
              </a:custGeom>
              <a:solidFill>
                <a:srgbClr val="99B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" name="Freeform 126"/>
              <p:cNvSpPr>
                <a:spLocks/>
              </p:cNvSpPr>
              <p:nvPr/>
            </p:nvSpPr>
            <p:spPr bwMode="auto">
              <a:xfrm>
                <a:off x="42862" y="6969125"/>
                <a:ext cx="12106276" cy="744538"/>
              </a:xfrm>
              <a:custGeom>
                <a:avLst/>
                <a:gdLst>
                  <a:gd name="T0" fmla="*/ 1613 w 3225"/>
                  <a:gd name="T1" fmla="*/ 198 h 198"/>
                  <a:gd name="T2" fmla="*/ 1346 w 3225"/>
                  <a:gd name="T3" fmla="*/ 160 h 198"/>
                  <a:gd name="T4" fmla="*/ 1083 w 3225"/>
                  <a:gd name="T5" fmla="*/ 114 h 198"/>
                  <a:gd name="T6" fmla="*/ 1024 w 3225"/>
                  <a:gd name="T7" fmla="*/ 114 h 198"/>
                  <a:gd name="T8" fmla="*/ 846 w 3225"/>
                  <a:gd name="T9" fmla="*/ 147 h 198"/>
                  <a:gd name="T10" fmla="*/ 642 w 3225"/>
                  <a:gd name="T11" fmla="*/ 176 h 198"/>
                  <a:gd name="T12" fmla="*/ 439 w 3225"/>
                  <a:gd name="T13" fmla="*/ 147 h 198"/>
                  <a:gd name="T14" fmla="*/ 261 w 3225"/>
                  <a:gd name="T15" fmla="*/ 114 h 198"/>
                  <a:gd name="T16" fmla="*/ 61 w 3225"/>
                  <a:gd name="T17" fmla="*/ 114 h 198"/>
                  <a:gd name="T18" fmla="*/ 0 w 3225"/>
                  <a:gd name="T19" fmla="*/ 57 h 198"/>
                  <a:gd name="T20" fmla="*/ 61 w 3225"/>
                  <a:gd name="T21" fmla="*/ 0 h 198"/>
                  <a:gd name="T22" fmla="*/ 3164 w 3225"/>
                  <a:gd name="T23" fmla="*/ 0 h 198"/>
                  <a:gd name="T24" fmla="*/ 3225 w 3225"/>
                  <a:gd name="T25" fmla="*/ 57 h 198"/>
                  <a:gd name="T26" fmla="*/ 3164 w 3225"/>
                  <a:gd name="T27" fmla="*/ 114 h 198"/>
                  <a:gd name="T28" fmla="*/ 3027 w 3225"/>
                  <a:gd name="T29" fmla="*/ 114 h 198"/>
                  <a:gd name="T30" fmla="*/ 2848 w 3225"/>
                  <a:gd name="T31" fmla="*/ 147 h 198"/>
                  <a:gd name="T32" fmla="*/ 2645 w 3225"/>
                  <a:gd name="T33" fmla="*/ 176 h 198"/>
                  <a:gd name="T34" fmla="*/ 2442 w 3225"/>
                  <a:gd name="T35" fmla="*/ 147 h 198"/>
                  <a:gd name="T36" fmla="*/ 2263 w 3225"/>
                  <a:gd name="T37" fmla="*/ 114 h 198"/>
                  <a:gd name="T38" fmla="*/ 2142 w 3225"/>
                  <a:gd name="T39" fmla="*/ 114 h 198"/>
                  <a:gd name="T40" fmla="*/ 1879 w 3225"/>
                  <a:gd name="T41" fmla="*/ 160 h 198"/>
                  <a:gd name="T42" fmla="*/ 1613 w 3225"/>
                  <a:gd name="T43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25" h="198">
                    <a:moveTo>
                      <a:pt x="1613" y="198"/>
                    </a:moveTo>
                    <a:cubicBezTo>
                      <a:pt x="1487" y="198"/>
                      <a:pt x="1418" y="180"/>
                      <a:pt x="1346" y="160"/>
                    </a:cubicBezTo>
                    <a:cubicBezTo>
                      <a:pt x="1279" y="142"/>
                      <a:pt x="1210" y="124"/>
                      <a:pt x="1083" y="114"/>
                    </a:cubicBezTo>
                    <a:cubicBezTo>
                      <a:pt x="1024" y="114"/>
                      <a:pt x="1024" y="114"/>
                      <a:pt x="1024" y="114"/>
                    </a:cubicBezTo>
                    <a:cubicBezTo>
                      <a:pt x="941" y="122"/>
                      <a:pt x="892" y="135"/>
                      <a:pt x="846" y="147"/>
                    </a:cubicBezTo>
                    <a:cubicBezTo>
                      <a:pt x="790" y="162"/>
                      <a:pt x="738" y="176"/>
                      <a:pt x="642" y="176"/>
                    </a:cubicBezTo>
                    <a:cubicBezTo>
                      <a:pt x="547" y="176"/>
                      <a:pt x="495" y="162"/>
                      <a:pt x="439" y="147"/>
                    </a:cubicBezTo>
                    <a:cubicBezTo>
                      <a:pt x="393" y="135"/>
                      <a:pt x="344" y="122"/>
                      <a:pt x="261" y="114"/>
                    </a:cubicBezTo>
                    <a:cubicBezTo>
                      <a:pt x="61" y="114"/>
                      <a:pt x="61" y="114"/>
                      <a:pt x="61" y="114"/>
                    </a:cubicBezTo>
                    <a:cubicBezTo>
                      <a:pt x="27" y="114"/>
                      <a:pt x="0" y="89"/>
                      <a:pt x="0" y="57"/>
                    </a:cubicBezTo>
                    <a:cubicBezTo>
                      <a:pt x="0" y="25"/>
                      <a:pt x="27" y="0"/>
                      <a:pt x="61" y="0"/>
                    </a:cubicBezTo>
                    <a:cubicBezTo>
                      <a:pt x="3164" y="0"/>
                      <a:pt x="3164" y="0"/>
                      <a:pt x="3164" y="0"/>
                    </a:cubicBezTo>
                    <a:cubicBezTo>
                      <a:pt x="3198" y="0"/>
                      <a:pt x="3225" y="25"/>
                      <a:pt x="3225" y="57"/>
                    </a:cubicBezTo>
                    <a:cubicBezTo>
                      <a:pt x="3225" y="89"/>
                      <a:pt x="3198" y="114"/>
                      <a:pt x="3164" y="114"/>
                    </a:cubicBezTo>
                    <a:cubicBezTo>
                      <a:pt x="3027" y="114"/>
                      <a:pt x="3027" y="114"/>
                      <a:pt x="3027" y="114"/>
                    </a:cubicBezTo>
                    <a:cubicBezTo>
                      <a:pt x="2943" y="122"/>
                      <a:pt x="2895" y="135"/>
                      <a:pt x="2848" y="147"/>
                    </a:cubicBezTo>
                    <a:cubicBezTo>
                      <a:pt x="2793" y="162"/>
                      <a:pt x="2741" y="176"/>
                      <a:pt x="2645" y="176"/>
                    </a:cubicBezTo>
                    <a:cubicBezTo>
                      <a:pt x="2549" y="176"/>
                      <a:pt x="2497" y="162"/>
                      <a:pt x="2442" y="147"/>
                    </a:cubicBezTo>
                    <a:cubicBezTo>
                      <a:pt x="2395" y="135"/>
                      <a:pt x="2347" y="122"/>
                      <a:pt x="2263" y="114"/>
                    </a:cubicBezTo>
                    <a:cubicBezTo>
                      <a:pt x="2142" y="114"/>
                      <a:pt x="2142" y="114"/>
                      <a:pt x="2142" y="114"/>
                    </a:cubicBezTo>
                    <a:cubicBezTo>
                      <a:pt x="2016" y="124"/>
                      <a:pt x="1946" y="142"/>
                      <a:pt x="1879" y="160"/>
                    </a:cubicBezTo>
                    <a:cubicBezTo>
                      <a:pt x="1807" y="180"/>
                      <a:pt x="1738" y="198"/>
                      <a:pt x="1613" y="198"/>
                    </a:cubicBezTo>
                    <a:close/>
                  </a:path>
                </a:pathLst>
              </a:custGeom>
              <a:solidFill>
                <a:srgbClr val="2564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" name="Freeform 127"/>
              <p:cNvSpPr>
                <a:spLocks/>
              </p:cNvSpPr>
              <p:nvPr/>
            </p:nvSpPr>
            <p:spPr bwMode="auto">
              <a:xfrm>
                <a:off x="504824" y="6875463"/>
                <a:ext cx="11182351" cy="500063"/>
              </a:xfrm>
              <a:custGeom>
                <a:avLst/>
                <a:gdLst>
                  <a:gd name="T0" fmla="*/ 2950 w 2979"/>
                  <a:gd name="T1" fmla="*/ 0 h 133"/>
                  <a:gd name="T2" fmla="*/ 29 w 2979"/>
                  <a:gd name="T3" fmla="*/ 0 h 133"/>
                  <a:gd name="T4" fmla="*/ 0 w 2979"/>
                  <a:gd name="T5" fmla="*/ 25 h 133"/>
                  <a:gd name="T6" fmla="*/ 29 w 2979"/>
                  <a:gd name="T7" fmla="*/ 49 h 133"/>
                  <a:gd name="T8" fmla="*/ 139 w 2979"/>
                  <a:gd name="T9" fmla="*/ 49 h 133"/>
                  <a:gd name="T10" fmla="*/ 519 w 2979"/>
                  <a:gd name="T11" fmla="*/ 111 h 133"/>
                  <a:gd name="T12" fmla="*/ 900 w 2979"/>
                  <a:gd name="T13" fmla="*/ 49 h 133"/>
                  <a:gd name="T14" fmla="*/ 961 w 2979"/>
                  <a:gd name="T15" fmla="*/ 49 h 133"/>
                  <a:gd name="T16" fmla="*/ 1490 w 2979"/>
                  <a:gd name="T17" fmla="*/ 133 h 133"/>
                  <a:gd name="T18" fmla="*/ 2018 w 2979"/>
                  <a:gd name="T19" fmla="*/ 49 h 133"/>
                  <a:gd name="T20" fmla="*/ 2142 w 2979"/>
                  <a:gd name="T21" fmla="*/ 49 h 133"/>
                  <a:gd name="T22" fmla="*/ 2522 w 2979"/>
                  <a:gd name="T23" fmla="*/ 111 h 133"/>
                  <a:gd name="T24" fmla="*/ 2902 w 2979"/>
                  <a:gd name="T25" fmla="*/ 49 h 133"/>
                  <a:gd name="T26" fmla="*/ 2950 w 2979"/>
                  <a:gd name="T27" fmla="*/ 49 h 133"/>
                  <a:gd name="T28" fmla="*/ 2979 w 2979"/>
                  <a:gd name="T29" fmla="*/ 25 h 133"/>
                  <a:gd name="T30" fmla="*/ 2950 w 2979"/>
                  <a:gd name="T31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79" h="133">
                    <a:moveTo>
                      <a:pt x="2950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13" y="0"/>
                      <a:pt x="0" y="11"/>
                      <a:pt x="0" y="25"/>
                    </a:cubicBezTo>
                    <a:cubicBezTo>
                      <a:pt x="0" y="38"/>
                      <a:pt x="13" y="49"/>
                      <a:pt x="29" y="49"/>
                    </a:cubicBezTo>
                    <a:cubicBezTo>
                      <a:pt x="139" y="49"/>
                      <a:pt x="139" y="49"/>
                      <a:pt x="139" y="49"/>
                    </a:cubicBezTo>
                    <a:cubicBezTo>
                      <a:pt x="327" y="66"/>
                      <a:pt x="349" y="111"/>
                      <a:pt x="519" y="111"/>
                    </a:cubicBezTo>
                    <a:cubicBezTo>
                      <a:pt x="690" y="111"/>
                      <a:pt x="712" y="66"/>
                      <a:pt x="900" y="49"/>
                    </a:cubicBezTo>
                    <a:cubicBezTo>
                      <a:pt x="961" y="49"/>
                      <a:pt x="961" y="49"/>
                      <a:pt x="961" y="49"/>
                    </a:cubicBezTo>
                    <a:cubicBezTo>
                      <a:pt x="1233" y="69"/>
                      <a:pt x="1256" y="133"/>
                      <a:pt x="1490" y="133"/>
                    </a:cubicBezTo>
                    <a:cubicBezTo>
                      <a:pt x="1723" y="133"/>
                      <a:pt x="1746" y="69"/>
                      <a:pt x="2018" y="49"/>
                    </a:cubicBezTo>
                    <a:cubicBezTo>
                      <a:pt x="2142" y="49"/>
                      <a:pt x="2142" y="49"/>
                      <a:pt x="2142" y="49"/>
                    </a:cubicBezTo>
                    <a:cubicBezTo>
                      <a:pt x="2330" y="66"/>
                      <a:pt x="2351" y="111"/>
                      <a:pt x="2522" y="111"/>
                    </a:cubicBezTo>
                    <a:cubicBezTo>
                      <a:pt x="2693" y="111"/>
                      <a:pt x="2714" y="66"/>
                      <a:pt x="2902" y="49"/>
                    </a:cubicBezTo>
                    <a:cubicBezTo>
                      <a:pt x="2950" y="49"/>
                      <a:pt x="2950" y="49"/>
                      <a:pt x="2950" y="49"/>
                    </a:cubicBezTo>
                    <a:cubicBezTo>
                      <a:pt x="2966" y="49"/>
                      <a:pt x="2979" y="38"/>
                      <a:pt x="2979" y="25"/>
                    </a:cubicBezTo>
                    <a:cubicBezTo>
                      <a:pt x="2979" y="11"/>
                      <a:pt x="2966" y="0"/>
                      <a:pt x="2950" y="0"/>
                    </a:cubicBezTo>
                    <a:close/>
                  </a:path>
                </a:pathLst>
              </a:custGeom>
              <a:solidFill>
                <a:srgbClr val="FEF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128"/>
              <p:cNvSpPr>
                <a:spLocks/>
              </p:cNvSpPr>
              <p:nvPr/>
            </p:nvSpPr>
            <p:spPr bwMode="auto">
              <a:xfrm>
                <a:off x="504824" y="6875463"/>
                <a:ext cx="11182351" cy="93663"/>
              </a:xfrm>
              <a:custGeom>
                <a:avLst/>
                <a:gdLst>
                  <a:gd name="T0" fmla="*/ 2950 w 2979"/>
                  <a:gd name="T1" fmla="*/ 0 h 25"/>
                  <a:gd name="T2" fmla="*/ 29 w 2979"/>
                  <a:gd name="T3" fmla="*/ 0 h 25"/>
                  <a:gd name="T4" fmla="*/ 0 w 2979"/>
                  <a:gd name="T5" fmla="*/ 25 h 25"/>
                  <a:gd name="T6" fmla="*/ 2979 w 2979"/>
                  <a:gd name="T7" fmla="*/ 25 h 25"/>
                  <a:gd name="T8" fmla="*/ 2950 w 2979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79" h="25">
                    <a:moveTo>
                      <a:pt x="2950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13" y="0"/>
                      <a:pt x="0" y="11"/>
                      <a:pt x="0" y="25"/>
                    </a:cubicBezTo>
                    <a:cubicBezTo>
                      <a:pt x="2979" y="25"/>
                      <a:pt x="2979" y="25"/>
                      <a:pt x="2979" y="25"/>
                    </a:cubicBezTo>
                    <a:cubicBezTo>
                      <a:pt x="2979" y="11"/>
                      <a:pt x="2966" y="0"/>
                      <a:pt x="2950" y="0"/>
                    </a:cubicBezTo>
                    <a:close/>
                  </a:path>
                </a:pathLst>
              </a:custGeom>
              <a:solidFill>
                <a:srgbClr val="FFF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132"/>
              <p:cNvSpPr>
                <a:spLocks/>
              </p:cNvSpPr>
              <p:nvPr/>
            </p:nvSpPr>
            <p:spPr bwMode="auto">
              <a:xfrm>
                <a:off x="8091487" y="6056313"/>
                <a:ext cx="795338" cy="334963"/>
              </a:xfrm>
              <a:custGeom>
                <a:avLst/>
                <a:gdLst>
                  <a:gd name="T0" fmla="*/ 12 w 212"/>
                  <a:gd name="T1" fmla="*/ 89 h 89"/>
                  <a:gd name="T2" fmla="*/ 194 w 212"/>
                  <a:gd name="T3" fmla="*/ 89 h 89"/>
                  <a:gd name="T4" fmla="*/ 212 w 212"/>
                  <a:gd name="T5" fmla="*/ 62 h 89"/>
                  <a:gd name="T6" fmla="*/ 199 w 212"/>
                  <a:gd name="T7" fmla="*/ 24 h 89"/>
                  <a:gd name="T8" fmla="*/ 160 w 212"/>
                  <a:gd name="T9" fmla="*/ 3 h 89"/>
                  <a:gd name="T10" fmla="*/ 106 w 212"/>
                  <a:gd name="T11" fmla="*/ 3 h 89"/>
                  <a:gd name="T12" fmla="*/ 73 w 212"/>
                  <a:gd name="T13" fmla="*/ 12 h 89"/>
                  <a:gd name="T14" fmla="*/ 52 w 212"/>
                  <a:gd name="T15" fmla="*/ 33 h 89"/>
                  <a:gd name="T16" fmla="*/ 34 w 212"/>
                  <a:gd name="T17" fmla="*/ 44 h 89"/>
                  <a:gd name="T18" fmla="*/ 21 w 212"/>
                  <a:gd name="T19" fmla="*/ 44 h 89"/>
                  <a:gd name="T20" fmla="*/ 1 w 212"/>
                  <a:gd name="T21" fmla="*/ 61 h 89"/>
                  <a:gd name="T22" fmla="*/ 1 w 212"/>
                  <a:gd name="T23" fmla="*/ 81 h 89"/>
                  <a:gd name="T24" fmla="*/ 12 w 212"/>
                  <a:gd name="T2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2" h="89">
                    <a:moveTo>
                      <a:pt x="12" y="89"/>
                    </a:moveTo>
                    <a:cubicBezTo>
                      <a:pt x="194" y="89"/>
                      <a:pt x="194" y="89"/>
                      <a:pt x="194" y="89"/>
                    </a:cubicBezTo>
                    <a:cubicBezTo>
                      <a:pt x="194" y="89"/>
                      <a:pt x="212" y="89"/>
                      <a:pt x="212" y="62"/>
                    </a:cubicBezTo>
                    <a:cubicBezTo>
                      <a:pt x="212" y="40"/>
                      <a:pt x="205" y="31"/>
                      <a:pt x="199" y="24"/>
                    </a:cubicBezTo>
                    <a:cubicBezTo>
                      <a:pt x="193" y="18"/>
                      <a:pt x="187" y="3"/>
                      <a:pt x="160" y="3"/>
                    </a:cubicBezTo>
                    <a:cubicBezTo>
                      <a:pt x="133" y="3"/>
                      <a:pt x="106" y="3"/>
                      <a:pt x="106" y="3"/>
                    </a:cubicBezTo>
                    <a:cubicBezTo>
                      <a:pt x="106" y="3"/>
                      <a:pt x="85" y="0"/>
                      <a:pt x="73" y="12"/>
                    </a:cubicBezTo>
                    <a:cubicBezTo>
                      <a:pt x="61" y="24"/>
                      <a:pt x="52" y="33"/>
                      <a:pt x="52" y="33"/>
                    </a:cubicBezTo>
                    <a:cubicBezTo>
                      <a:pt x="52" y="33"/>
                      <a:pt x="41" y="44"/>
                      <a:pt x="34" y="44"/>
                    </a:cubicBezTo>
                    <a:cubicBezTo>
                      <a:pt x="23" y="44"/>
                      <a:pt x="21" y="44"/>
                      <a:pt x="21" y="44"/>
                    </a:cubicBezTo>
                    <a:cubicBezTo>
                      <a:pt x="12" y="44"/>
                      <a:pt x="1" y="46"/>
                      <a:pt x="1" y="61"/>
                    </a:cubicBezTo>
                    <a:cubicBezTo>
                      <a:pt x="1" y="73"/>
                      <a:pt x="1" y="81"/>
                      <a:pt x="1" y="81"/>
                    </a:cubicBezTo>
                    <a:cubicBezTo>
                      <a:pt x="1" y="81"/>
                      <a:pt x="0" y="89"/>
                      <a:pt x="12" y="89"/>
                    </a:cubicBezTo>
                  </a:path>
                </a:pathLst>
              </a:custGeom>
              <a:solidFill>
                <a:srgbClr val="FFA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133"/>
              <p:cNvSpPr>
                <a:spLocks/>
              </p:cNvSpPr>
              <p:nvPr/>
            </p:nvSpPr>
            <p:spPr bwMode="auto">
              <a:xfrm>
                <a:off x="8331200" y="6105525"/>
                <a:ext cx="217488" cy="107950"/>
              </a:xfrm>
              <a:custGeom>
                <a:avLst/>
                <a:gdLst>
                  <a:gd name="T0" fmla="*/ 10 w 58"/>
                  <a:gd name="T1" fmla="*/ 29 h 29"/>
                  <a:gd name="T2" fmla="*/ 47 w 58"/>
                  <a:gd name="T3" fmla="*/ 29 h 29"/>
                  <a:gd name="T4" fmla="*/ 54 w 58"/>
                  <a:gd name="T5" fmla="*/ 22 h 29"/>
                  <a:gd name="T6" fmla="*/ 46 w 58"/>
                  <a:gd name="T7" fmla="*/ 0 h 29"/>
                  <a:gd name="T8" fmla="*/ 15 w 58"/>
                  <a:gd name="T9" fmla="*/ 10 h 29"/>
                  <a:gd name="T10" fmla="*/ 10 w 58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29">
                    <a:moveTo>
                      <a:pt x="10" y="29"/>
                    </a:moveTo>
                    <a:cubicBezTo>
                      <a:pt x="11" y="29"/>
                      <a:pt x="47" y="29"/>
                      <a:pt x="47" y="29"/>
                    </a:cubicBezTo>
                    <a:cubicBezTo>
                      <a:pt x="47" y="29"/>
                      <a:pt x="54" y="29"/>
                      <a:pt x="54" y="22"/>
                    </a:cubicBezTo>
                    <a:cubicBezTo>
                      <a:pt x="54" y="15"/>
                      <a:pt x="58" y="0"/>
                      <a:pt x="46" y="0"/>
                    </a:cubicBezTo>
                    <a:cubicBezTo>
                      <a:pt x="34" y="0"/>
                      <a:pt x="22" y="3"/>
                      <a:pt x="15" y="10"/>
                    </a:cubicBezTo>
                    <a:cubicBezTo>
                      <a:pt x="7" y="18"/>
                      <a:pt x="0" y="29"/>
                      <a:pt x="10" y="29"/>
                    </a:cubicBezTo>
                    <a:close/>
                  </a:path>
                </a:pathLst>
              </a:cu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" name="Freeform 134"/>
              <p:cNvSpPr>
                <a:spLocks/>
              </p:cNvSpPr>
              <p:nvPr/>
            </p:nvSpPr>
            <p:spPr bwMode="auto">
              <a:xfrm>
                <a:off x="8556625" y="6105525"/>
                <a:ext cx="217488" cy="107950"/>
              </a:xfrm>
              <a:custGeom>
                <a:avLst/>
                <a:gdLst>
                  <a:gd name="T0" fmla="*/ 11 w 58"/>
                  <a:gd name="T1" fmla="*/ 29 h 29"/>
                  <a:gd name="T2" fmla="*/ 11 w 58"/>
                  <a:gd name="T3" fmla="*/ 29 h 29"/>
                  <a:gd name="T4" fmla="*/ 47 w 58"/>
                  <a:gd name="T5" fmla="*/ 29 h 29"/>
                  <a:gd name="T6" fmla="*/ 54 w 58"/>
                  <a:gd name="T7" fmla="*/ 9 h 29"/>
                  <a:gd name="T8" fmla="*/ 44 w 58"/>
                  <a:gd name="T9" fmla="*/ 0 h 29"/>
                  <a:gd name="T10" fmla="*/ 41 w 58"/>
                  <a:gd name="T11" fmla="*/ 0 h 29"/>
                  <a:gd name="T12" fmla="*/ 13 w 58"/>
                  <a:gd name="T13" fmla="*/ 0 h 29"/>
                  <a:gd name="T14" fmla="*/ 10 w 58"/>
                  <a:gd name="T15" fmla="*/ 0 h 29"/>
                  <a:gd name="T16" fmla="*/ 3 w 58"/>
                  <a:gd name="T17" fmla="*/ 7 h 29"/>
                  <a:gd name="T18" fmla="*/ 11 w 58"/>
                  <a:gd name="T1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29">
                    <a:moveTo>
                      <a:pt x="11" y="29"/>
                    </a:moveTo>
                    <a:cubicBezTo>
                      <a:pt x="11" y="29"/>
                      <a:pt x="11" y="29"/>
                      <a:pt x="11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58" y="29"/>
                      <a:pt x="54" y="16"/>
                      <a:pt x="54" y="9"/>
                    </a:cubicBezTo>
                    <a:cubicBezTo>
                      <a:pt x="54" y="4"/>
                      <a:pt x="48" y="0"/>
                      <a:pt x="44" y="0"/>
                    </a:cubicBezTo>
                    <a:cubicBezTo>
                      <a:pt x="44" y="0"/>
                      <a:pt x="43" y="0"/>
                      <a:pt x="41" y="0"/>
                    </a:cubicBezTo>
                    <a:cubicBezTo>
                      <a:pt x="40" y="0"/>
                      <a:pt x="22" y="0"/>
                      <a:pt x="13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3" y="0"/>
                      <a:pt x="3" y="7"/>
                    </a:cubicBezTo>
                    <a:cubicBezTo>
                      <a:pt x="3" y="14"/>
                      <a:pt x="0" y="29"/>
                      <a:pt x="11" y="29"/>
                    </a:cubicBezTo>
                  </a:path>
                </a:pathLst>
              </a:custGeom>
              <a:solidFill>
                <a:srgbClr val="4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" name="Oval 135"/>
              <p:cNvSpPr>
                <a:spLocks noChangeArrowheads="1"/>
              </p:cNvSpPr>
              <p:nvPr/>
            </p:nvSpPr>
            <p:spPr bwMode="auto">
              <a:xfrm>
                <a:off x="8158162" y="6273800"/>
                <a:ext cx="184150" cy="184150"/>
              </a:xfrm>
              <a:prstGeom prst="ellipse">
                <a:avLst/>
              </a:prstGeom>
              <a:solidFill>
                <a:srgbClr val="31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" name="Oval 136"/>
              <p:cNvSpPr>
                <a:spLocks noChangeArrowheads="1"/>
              </p:cNvSpPr>
              <p:nvPr/>
            </p:nvSpPr>
            <p:spPr bwMode="auto">
              <a:xfrm>
                <a:off x="8188325" y="6303963"/>
                <a:ext cx="123825" cy="123825"/>
              </a:xfrm>
              <a:prstGeom prst="ellipse">
                <a:avLst/>
              </a:prstGeom>
              <a:solidFill>
                <a:srgbClr val="B4E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" name="Oval 137"/>
              <p:cNvSpPr>
                <a:spLocks noChangeArrowheads="1"/>
              </p:cNvSpPr>
              <p:nvPr/>
            </p:nvSpPr>
            <p:spPr bwMode="auto">
              <a:xfrm>
                <a:off x="8218487" y="6334125"/>
                <a:ext cx="63500" cy="63500"/>
              </a:xfrm>
              <a:prstGeom prst="ellipse">
                <a:avLst/>
              </a:prstGeom>
              <a:solidFill>
                <a:srgbClr val="31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" name="Freeform 138"/>
              <p:cNvSpPr>
                <a:spLocks/>
              </p:cNvSpPr>
              <p:nvPr/>
            </p:nvSpPr>
            <p:spPr bwMode="auto">
              <a:xfrm>
                <a:off x="8072437" y="6342063"/>
                <a:ext cx="79375" cy="49213"/>
              </a:xfrm>
              <a:custGeom>
                <a:avLst/>
                <a:gdLst>
                  <a:gd name="T0" fmla="*/ 21 w 21"/>
                  <a:gd name="T1" fmla="*/ 7 h 13"/>
                  <a:gd name="T2" fmla="*/ 15 w 21"/>
                  <a:gd name="T3" fmla="*/ 13 h 13"/>
                  <a:gd name="T4" fmla="*/ 7 w 21"/>
                  <a:gd name="T5" fmla="*/ 13 h 13"/>
                  <a:gd name="T6" fmla="*/ 0 w 21"/>
                  <a:gd name="T7" fmla="*/ 7 h 13"/>
                  <a:gd name="T8" fmla="*/ 7 w 21"/>
                  <a:gd name="T9" fmla="*/ 0 h 13"/>
                  <a:gd name="T10" fmla="*/ 15 w 21"/>
                  <a:gd name="T11" fmla="*/ 0 h 13"/>
                  <a:gd name="T12" fmla="*/ 21 w 21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21" y="7"/>
                    </a:moveTo>
                    <a:cubicBezTo>
                      <a:pt x="21" y="10"/>
                      <a:pt x="18" y="13"/>
                      <a:pt x="1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8" y="0"/>
                      <a:pt x="21" y="3"/>
                      <a:pt x="21" y="7"/>
                    </a:cubicBezTo>
                    <a:close/>
                  </a:path>
                </a:pathLst>
              </a:custGeom>
              <a:solidFill>
                <a:srgbClr val="31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" name="Freeform 139"/>
              <p:cNvSpPr>
                <a:spLocks/>
              </p:cNvSpPr>
              <p:nvPr/>
            </p:nvSpPr>
            <p:spPr bwMode="auto">
              <a:xfrm>
                <a:off x="8369300" y="6067425"/>
                <a:ext cx="517525" cy="323850"/>
              </a:xfrm>
              <a:custGeom>
                <a:avLst/>
                <a:gdLst>
                  <a:gd name="T0" fmla="*/ 87 w 138"/>
                  <a:gd name="T1" fmla="*/ 0 h 86"/>
                  <a:gd name="T2" fmla="*/ 77 w 138"/>
                  <a:gd name="T3" fmla="*/ 10 h 86"/>
                  <a:gd name="T4" fmla="*/ 91 w 138"/>
                  <a:gd name="T5" fmla="*/ 10 h 86"/>
                  <a:gd name="T6" fmla="*/ 94 w 138"/>
                  <a:gd name="T7" fmla="*/ 10 h 86"/>
                  <a:gd name="T8" fmla="*/ 104 w 138"/>
                  <a:gd name="T9" fmla="*/ 19 h 86"/>
                  <a:gd name="T10" fmla="*/ 97 w 138"/>
                  <a:gd name="T11" fmla="*/ 39 h 86"/>
                  <a:gd name="T12" fmla="*/ 61 w 138"/>
                  <a:gd name="T13" fmla="*/ 39 h 86"/>
                  <a:gd name="T14" fmla="*/ 61 w 138"/>
                  <a:gd name="T15" fmla="*/ 39 h 86"/>
                  <a:gd name="T16" fmla="*/ 53 w 138"/>
                  <a:gd name="T17" fmla="*/ 33 h 86"/>
                  <a:gd name="T18" fmla="*/ 0 w 138"/>
                  <a:gd name="T19" fmla="*/ 86 h 86"/>
                  <a:gd name="T20" fmla="*/ 120 w 138"/>
                  <a:gd name="T21" fmla="*/ 86 h 86"/>
                  <a:gd name="T22" fmla="*/ 138 w 138"/>
                  <a:gd name="T23" fmla="*/ 59 h 86"/>
                  <a:gd name="T24" fmla="*/ 125 w 138"/>
                  <a:gd name="T25" fmla="*/ 21 h 86"/>
                  <a:gd name="T26" fmla="*/ 125 w 138"/>
                  <a:gd name="T27" fmla="*/ 21 h 86"/>
                  <a:gd name="T28" fmla="*/ 87 w 138"/>
                  <a:gd name="T2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86">
                    <a:moveTo>
                      <a:pt x="87" y="0"/>
                    </a:moveTo>
                    <a:cubicBezTo>
                      <a:pt x="77" y="10"/>
                      <a:pt x="77" y="10"/>
                      <a:pt x="77" y="10"/>
                    </a:cubicBezTo>
                    <a:cubicBezTo>
                      <a:pt x="84" y="10"/>
                      <a:pt x="90" y="10"/>
                      <a:pt x="91" y="10"/>
                    </a:cubicBezTo>
                    <a:cubicBezTo>
                      <a:pt x="93" y="10"/>
                      <a:pt x="94" y="10"/>
                      <a:pt x="94" y="10"/>
                    </a:cubicBezTo>
                    <a:cubicBezTo>
                      <a:pt x="98" y="10"/>
                      <a:pt x="104" y="14"/>
                      <a:pt x="104" y="19"/>
                    </a:cubicBezTo>
                    <a:cubicBezTo>
                      <a:pt x="104" y="26"/>
                      <a:pt x="108" y="39"/>
                      <a:pt x="97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56" y="39"/>
                      <a:pt x="54" y="36"/>
                      <a:pt x="53" y="33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20" y="86"/>
                      <a:pt x="138" y="86"/>
                      <a:pt x="138" y="59"/>
                    </a:cubicBezTo>
                    <a:cubicBezTo>
                      <a:pt x="138" y="37"/>
                      <a:pt x="131" y="28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19" y="15"/>
                      <a:pt x="113" y="0"/>
                      <a:pt x="87" y="0"/>
                    </a:cubicBezTo>
                  </a:path>
                </a:pathLst>
              </a:custGeom>
              <a:solidFill>
                <a:srgbClr val="D98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" name="Freeform 140"/>
              <p:cNvSpPr>
                <a:spLocks/>
              </p:cNvSpPr>
              <p:nvPr/>
            </p:nvSpPr>
            <p:spPr bwMode="auto">
              <a:xfrm>
                <a:off x="8567737" y="6105525"/>
                <a:ext cx="206375" cy="107950"/>
              </a:xfrm>
              <a:custGeom>
                <a:avLst/>
                <a:gdLst>
                  <a:gd name="T0" fmla="*/ 41 w 55"/>
                  <a:gd name="T1" fmla="*/ 0 h 29"/>
                  <a:gd name="T2" fmla="*/ 38 w 55"/>
                  <a:gd name="T3" fmla="*/ 0 h 29"/>
                  <a:gd name="T4" fmla="*/ 24 w 55"/>
                  <a:gd name="T5" fmla="*/ 0 h 29"/>
                  <a:gd name="T6" fmla="*/ 0 w 55"/>
                  <a:gd name="T7" fmla="*/ 23 h 29"/>
                  <a:gd name="T8" fmla="*/ 8 w 55"/>
                  <a:gd name="T9" fmla="*/ 29 h 29"/>
                  <a:gd name="T10" fmla="*/ 8 w 55"/>
                  <a:gd name="T11" fmla="*/ 29 h 29"/>
                  <a:gd name="T12" fmla="*/ 44 w 55"/>
                  <a:gd name="T13" fmla="*/ 29 h 29"/>
                  <a:gd name="T14" fmla="*/ 51 w 55"/>
                  <a:gd name="T15" fmla="*/ 9 h 29"/>
                  <a:gd name="T16" fmla="*/ 41 w 55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29">
                    <a:moveTo>
                      <a:pt x="41" y="0"/>
                    </a:moveTo>
                    <a:cubicBezTo>
                      <a:pt x="41" y="0"/>
                      <a:pt x="40" y="0"/>
                      <a:pt x="38" y="0"/>
                    </a:cubicBezTo>
                    <a:cubicBezTo>
                      <a:pt x="37" y="0"/>
                      <a:pt x="31" y="0"/>
                      <a:pt x="24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6"/>
                      <a:pt x="3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55" y="29"/>
                      <a:pt x="51" y="16"/>
                      <a:pt x="51" y="9"/>
                    </a:cubicBezTo>
                    <a:cubicBezTo>
                      <a:pt x="51" y="4"/>
                      <a:pt x="45" y="0"/>
                      <a:pt x="41" y="0"/>
                    </a:cubicBezTo>
                  </a:path>
                </a:pathLst>
              </a:custGeom>
              <a:solidFill>
                <a:srgbClr val="3A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" name="Oval 141"/>
              <p:cNvSpPr>
                <a:spLocks noChangeArrowheads="1"/>
              </p:cNvSpPr>
              <p:nvPr/>
            </p:nvSpPr>
            <p:spPr bwMode="auto">
              <a:xfrm>
                <a:off x="8628062" y="6273800"/>
                <a:ext cx="179388" cy="184150"/>
              </a:xfrm>
              <a:prstGeom prst="ellipse">
                <a:avLst/>
              </a:prstGeom>
              <a:solidFill>
                <a:srgbClr val="31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" name="Oval 142"/>
              <p:cNvSpPr>
                <a:spLocks noChangeArrowheads="1"/>
              </p:cNvSpPr>
              <p:nvPr/>
            </p:nvSpPr>
            <p:spPr bwMode="auto">
              <a:xfrm>
                <a:off x="8655050" y="6303963"/>
                <a:ext cx="123825" cy="123825"/>
              </a:xfrm>
              <a:prstGeom prst="ellipse">
                <a:avLst/>
              </a:prstGeom>
              <a:solidFill>
                <a:srgbClr val="B4E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" name="Oval 143"/>
              <p:cNvSpPr>
                <a:spLocks noChangeArrowheads="1"/>
              </p:cNvSpPr>
              <p:nvPr/>
            </p:nvSpPr>
            <p:spPr bwMode="auto">
              <a:xfrm>
                <a:off x="8683625" y="6334125"/>
                <a:ext cx="65088" cy="63500"/>
              </a:xfrm>
              <a:prstGeom prst="ellipse">
                <a:avLst/>
              </a:prstGeom>
              <a:solidFill>
                <a:srgbClr val="31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" name="Freeform 144"/>
              <p:cNvSpPr>
                <a:spLocks/>
              </p:cNvSpPr>
              <p:nvPr/>
            </p:nvSpPr>
            <p:spPr bwMode="auto">
              <a:xfrm>
                <a:off x="8812212" y="6342063"/>
                <a:ext cx="77788" cy="49213"/>
              </a:xfrm>
              <a:custGeom>
                <a:avLst/>
                <a:gdLst>
                  <a:gd name="T0" fmla="*/ 21 w 21"/>
                  <a:gd name="T1" fmla="*/ 7 h 13"/>
                  <a:gd name="T2" fmla="*/ 15 w 21"/>
                  <a:gd name="T3" fmla="*/ 13 h 13"/>
                  <a:gd name="T4" fmla="*/ 7 w 21"/>
                  <a:gd name="T5" fmla="*/ 13 h 13"/>
                  <a:gd name="T6" fmla="*/ 0 w 21"/>
                  <a:gd name="T7" fmla="*/ 7 h 13"/>
                  <a:gd name="T8" fmla="*/ 7 w 21"/>
                  <a:gd name="T9" fmla="*/ 0 h 13"/>
                  <a:gd name="T10" fmla="*/ 15 w 21"/>
                  <a:gd name="T11" fmla="*/ 0 h 13"/>
                  <a:gd name="T12" fmla="*/ 21 w 21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21" y="7"/>
                    </a:moveTo>
                    <a:cubicBezTo>
                      <a:pt x="21" y="10"/>
                      <a:pt x="18" y="13"/>
                      <a:pt x="1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8" y="0"/>
                      <a:pt x="21" y="3"/>
                      <a:pt x="21" y="7"/>
                    </a:cubicBezTo>
                    <a:close/>
                  </a:path>
                </a:pathLst>
              </a:custGeom>
              <a:solidFill>
                <a:srgbClr val="31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" name="Freeform 149"/>
              <p:cNvSpPr>
                <a:spLocks/>
              </p:cNvSpPr>
              <p:nvPr/>
            </p:nvSpPr>
            <p:spPr bwMode="auto">
              <a:xfrm>
                <a:off x="5992812" y="6337300"/>
                <a:ext cx="239713" cy="120650"/>
              </a:xfrm>
              <a:custGeom>
                <a:avLst/>
                <a:gdLst>
                  <a:gd name="T0" fmla="*/ 32 w 64"/>
                  <a:gd name="T1" fmla="*/ 0 h 32"/>
                  <a:gd name="T2" fmla="*/ 0 w 64"/>
                  <a:gd name="T3" fmla="*/ 32 h 32"/>
                  <a:gd name="T4" fmla="*/ 64 w 64"/>
                  <a:gd name="T5" fmla="*/ 32 h 32"/>
                  <a:gd name="T6" fmla="*/ 32 w 64"/>
                  <a:gd name="T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32">
                    <a:moveTo>
                      <a:pt x="32" y="0"/>
                    </a:moveTo>
                    <a:cubicBezTo>
                      <a:pt x="14" y="0"/>
                      <a:pt x="0" y="14"/>
                      <a:pt x="0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14"/>
                      <a:pt x="50" y="0"/>
                      <a:pt x="32" y="0"/>
                    </a:cubicBezTo>
                    <a:close/>
                  </a:path>
                </a:pathLst>
              </a:custGeom>
              <a:solidFill>
                <a:srgbClr val="FFF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" name="Freeform 150"/>
              <p:cNvSpPr>
                <a:spLocks/>
              </p:cNvSpPr>
              <p:nvPr/>
            </p:nvSpPr>
            <p:spPr bwMode="auto">
              <a:xfrm>
                <a:off x="9340850" y="6337300"/>
                <a:ext cx="241300" cy="120650"/>
              </a:xfrm>
              <a:custGeom>
                <a:avLst/>
                <a:gdLst>
                  <a:gd name="T0" fmla="*/ 32 w 64"/>
                  <a:gd name="T1" fmla="*/ 0 h 32"/>
                  <a:gd name="T2" fmla="*/ 0 w 64"/>
                  <a:gd name="T3" fmla="*/ 32 h 32"/>
                  <a:gd name="T4" fmla="*/ 64 w 64"/>
                  <a:gd name="T5" fmla="*/ 32 h 32"/>
                  <a:gd name="T6" fmla="*/ 32 w 64"/>
                  <a:gd name="T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32">
                    <a:moveTo>
                      <a:pt x="32" y="0"/>
                    </a:moveTo>
                    <a:cubicBezTo>
                      <a:pt x="14" y="0"/>
                      <a:pt x="0" y="14"/>
                      <a:pt x="0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14"/>
                      <a:pt x="49" y="0"/>
                      <a:pt x="32" y="0"/>
                    </a:cubicBezTo>
                    <a:close/>
                  </a:path>
                </a:pathLst>
              </a:custGeom>
              <a:solidFill>
                <a:srgbClr val="FFF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" name="Freeform 151"/>
              <p:cNvSpPr>
                <a:spLocks/>
              </p:cNvSpPr>
              <p:nvPr/>
            </p:nvSpPr>
            <p:spPr bwMode="auto">
              <a:xfrm>
                <a:off x="2344737" y="6367463"/>
                <a:ext cx="179388" cy="90488"/>
              </a:xfrm>
              <a:custGeom>
                <a:avLst/>
                <a:gdLst>
                  <a:gd name="T0" fmla="*/ 24 w 48"/>
                  <a:gd name="T1" fmla="*/ 0 h 24"/>
                  <a:gd name="T2" fmla="*/ 0 w 48"/>
                  <a:gd name="T3" fmla="*/ 24 h 24"/>
                  <a:gd name="T4" fmla="*/ 48 w 48"/>
                  <a:gd name="T5" fmla="*/ 24 h 24"/>
                  <a:gd name="T6" fmla="*/ 24 w 48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24">
                    <a:moveTo>
                      <a:pt x="24" y="0"/>
                    </a:moveTo>
                    <a:cubicBezTo>
                      <a:pt x="11" y="0"/>
                      <a:pt x="0" y="10"/>
                      <a:pt x="0" y="24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10"/>
                      <a:pt x="37" y="0"/>
                      <a:pt x="24" y="0"/>
                    </a:cubicBezTo>
                    <a:close/>
                  </a:path>
                </a:pathLst>
              </a:custGeom>
              <a:solidFill>
                <a:srgbClr val="FFF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" name="Freeform 152"/>
              <p:cNvSpPr>
                <a:spLocks/>
              </p:cNvSpPr>
              <p:nvPr/>
            </p:nvSpPr>
            <p:spPr bwMode="auto">
              <a:xfrm>
                <a:off x="6823075" y="6372225"/>
                <a:ext cx="168275" cy="85725"/>
              </a:xfrm>
              <a:custGeom>
                <a:avLst/>
                <a:gdLst>
                  <a:gd name="T0" fmla="*/ 22 w 45"/>
                  <a:gd name="T1" fmla="*/ 0 h 23"/>
                  <a:gd name="T2" fmla="*/ 0 w 45"/>
                  <a:gd name="T3" fmla="*/ 23 h 23"/>
                  <a:gd name="T4" fmla="*/ 45 w 45"/>
                  <a:gd name="T5" fmla="*/ 23 h 23"/>
                  <a:gd name="T6" fmla="*/ 22 w 45"/>
                  <a:gd name="T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23">
                    <a:moveTo>
                      <a:pt x="22" y="0"/>
                    </a:moveTo>
                    <a:cubicBezTo>
                      <a:pt x="10" y="0"/>
                      <a:pt x="0" y="10"/>
                      <a:pt x="0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10"/>
                      <a:pt x="35" y="0"/>
                      <a:pt x="22" y="0"/>
                    </a:cubicBezTo>
                    <a:close/>
                  </a:path>
                </a:pathLst>
              </a:custGeom>
              <a:solidFill>
                <a:srgbClr val="FFF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31" name="Rectangle 28"/>
            <p:cNvSpPr>
              <a:spLocks noChangeArrowheads="1"/>
            </p:cNvSpPr>
            <p:nvPr/>
          </p:nvSpPr>
          <p:spPr bwMode="auto">
            <a:xfrm>
              <a:off x="2565399" y="6034088"/>
              <a:ext cx="863600" cy="42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41"/>
            <p:cNvSpPr>
              <a:spLocks/>
            </p:cNvSpPr>
            <p:nvPr/>
          </p:nvSpPr>
          <p:spPr bwMode="auto">
            <a:xfrm>
              <a:off x="2452687" y="5803900"/>
              <a:ext cx="976313" cy="230188"/>
            </a:xfrm>
            <a:custGeom>
              <a:avLst/>
              <a:gdLst>
                <a:gd name="T0" fmla="*/ 109 w 615"/>
                <a:gd name="T1" fmla="*/ 0 h 145"/>
                <a:gd name="T2" fmla="*/ 0 w 615"/>
                <a:gd name="T3" fmla="*/ 145 h 145"/>
                <a:gd name="T4" fmla="*/ 284 w 615"/>
                <a:gd name="T5" fmla="*/ 145 h 145"/>
                <a:gd name="T6" fmla="*/ 589 w 615"/>
                <a:gd name="T7" fmla="*/ 145 h 145"/>
                <a:gd name="T8" fmla="*/ 615 w 615"/>
                <a:gd name="T9" fmla="*/ 145 h 145"/>
                <a:gd name="T10" fmla="*/ 615 w 615"/>
                <a:gd name="T11" fmla="*/ 0 h 145"/>
                <a:gd name="T12" fmla="*/ 109 w 615"/>
                <a:gd name="T13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5" h="145">
                  <a:moveTo>
                    <a:pt x="109" y="0"/>
                  </a:moveTo>
                  <a:lnTo>
                    <a:pt x="0" y="145"/>
                  </a:lnTo>
                  <a:lnTo>
                    <a:pt x="284" y="145"/>
                  </a:lnTo>
                  <a:lnTo>
                    <a:pt x="589" y="145"/>
                  </a:lnTo>
                  <a:lnTo>
                    <a:pt x="615" y="145"/>
                  </a:lnTo>
                  <a:lnTo>
                    <a:pt x="615" y="0"/>
                  </a:lnTo>
                  <a:lnTo>
                    <a:pt x="10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2790824" y="5373852"/>
            <a:ext cx="2197100" cy="2215986"/>
            <a:chOff x="2790824" y="5373852"/>
            <a:chExt cx="2197100" cy="2215986"/>
          </a:xfrm>
        </p:grpSpPr>
        <p:grpSp>
          <p:nvGrpSpPr>
            <p:cNvPr id="5" name="组合 4"/>
            <p:cNvGrpSpPr/>
            <p:nvPr/>
          </p:nvGrpSpPr>
          <p:grpSpPr>
            <a:xfrm>
              <a:off x="2790824" y="5373852"/>
              <a:ext cx="2187575" cy="1115849"/>
              <a:chOff x="2790824" y="5373852"/>
              <a:chExt cx="2187575" cy="1115849"/>
            </a:xfrm>
          </p:grpSpPr>
          <p:sp>
            <p:nvSpPr>
              <p:cNvPr id="48" name="Rectangle 45"/>
              <p:cNvSpPr>
                <a:spLocks noChangeArrowheads="1"/>
              </p:cNvSpPr>
              <p:nvPr/>
            </p:nvSpPr>
            <p:spPr bwMode="auto">
              <a:xfrm>
                <a:off x="2865437" y="6127750"/>
                <a:ext cx="263525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Freeform 65"/>
              <p:cNvSpPr>
                <a:spLocks/>
              </p:cNvSpPr>
              <p:nvPr/>
            </p:nvSpPr>
            <p:spPr bwMode="auto">
              <a:xfrm>
                <a:off x="2790824" y="6034088"/>
                <a:ext cx="638175" cy="423863"/>
              </a:xfrm>
              <a:custGeom>
                <a:avLst/>
                <a:gdLst>
                  <a:gd name="T0" fmla="*/ 402 w 402"/>
                  <a:gd name="T1" fmla="*/ 0 h 267"/>
                  <a:gd name="T2" fmla="*/ 402 w 402"/>
                  <a:gd name="T3" fmla="*/ 0 h 267"/>
                  <a:gd name="T4" fmla="*/ 267 w 402"/>
                  <a:gd name="T5" fmla="*/ 0 h 267"/>
                  <a:gd name="T6" fmla="*/ 206 w 402"/>
                  <a:gd name="T7" fmla="*/ 59 h 267"/>
                  <a:gd name="T8" fmla="*/ 213 w 402"/>
                  <a:gd name="T9" fmla="*/ 59 h 267"/>
                  <a:gd name="T10" fmla="*/ 213 w 402"/>
                  <a:gd name="T11" fmla="*/ 165 h 267"/>
                  <a:gd name="T12" fmla="*/ 102 w 402"/>
                  <a:gd name="T13" fmla="*/ 165 h 267"/>
                  <a:gd name="T14" fmla="*/ 0 w 402"/>
                  <a:gd name="T15" fmla="*/ 267 h 267"/>
                  <a:gd name="T16" fmla="*/ 402 w 402"/>
                  <a:gd name="T17" fmla="*/ 267 h 267"/>
                  <a:gd name="T18" fmla="*/ 402 w 402"/>
                  <a:gd name="T1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2" h="267">
                    <a:moveTo>
                      <a:pt x="402" y="0"/>
                    </a:moveTo>
                    <a:lnTo>
                      <a:pt x="402" y="0"/>
                    </a:lnTo>
                    <a:lnTo>
                      <a:pt x="267" y="0"/>
                    </a:lnTo>
                    <a:lnTo>
                      <a:pt x="206" y="59"/>
                    </a:lnTo>
                    <a:lnTo>
                      <a:pt x="213" y="59"/>
                    </a:lnTo>
                    <a:lnTo>
                      <a:pt x="213" y="165"/>
                    </a:lnTo>
                    <a:lnTo>
                      <a:pt x="102" y="165"/>
                    </a:lnTo>
                    <a:lnTo>
                      <a:pt x="0" y="267"/>
                    </a:lnTo>
                    <a:lnTo>
                      <a:pt x="402" y="267"/>
                    </a:lnTo>
                    <a:lnTo>
                      <a:pt x="40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159" name="组合 158"/>
              <p:cNvGrpSpPr/>
              <p:nvPr/>
            </p:nvGrpSpPr>
            <p:grpSpPr>
              <a:xfrm>
                <a:off x="2903536" y="5373852"/>
                <a:ext cx="2074863" cy="1115849"/>
                <a:chOff x="2452687" y="4786313"/>
                <a:chExt cx="3108325" cy="1671638"/>
              </a:xfrm>
            </p:grpSpPr>
            <p:grpSp>
              <p:nvGrpSpPr>
                <p:cNvPr id="158" name="组合 157"/>
                <p:cNvGrpSpPr/>
                <p:nvPr/>
              </p:nvGrpSpPr>
              <p:grpSpPr>
                <a:xfrm>
                  <a:off x="2452687" y="4786313"/>
                  <a:ext cx="3108325" cy="1671638"/>
                  <a:chOff x="2452687" y="4786313"/>
                  <a:chExt cx="3108325" cy="1671638"/>
                </a:xfrm>
              </p:grpSpPr>
              <p:sp>
                <p:nvSpPr>
                  <p:cNvPr id="23" name="Rectangle 20"/>
                  <p:cNvSpPr>
                    <a:spLocks noChangeArrowheads="1"/>
                  </p:cNvSpPr>
                  <p:nvPr/>
                </p:nvSpPr>
                <p:spPr bwMode="auto">
                  <a:xfrm>
                    <a:off x="3692524" y="4899025"/>
                    <a:ext cx="171450" cy="357188"/>
                  </a:xfrm>
                  <a:prstGeom prst="rect">
                    <a:avLst/>
                  </a:prstGeom>
                  <a:solidFill>
                    <a:srgbClr val="78716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4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3305174" y="5424488"/>
                    <a:ext cx="2255838" cy="109538"/>
                  </a:xfrm>
                  <a:prstGeom prst="rect">
                    <a:avLst/>
                  </a:prstGeom>
                  <a:solidFill>
                    <a:srgbClr val="78716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5" name="Rectangle 22"/>
                  <p:cNvSpPr>
                    <a:spLocks noChangeArrowheads="1"/>
                  </p:cNvSpPr>
                  <p:nvPr/>
                </p:nvSpPr>
                <p:spPr bwMode="auto">
                  <a:xfrm>
                    <a:off x="3305174" y="5424488"/>
                    <a:ext cx="2255838" cy="1095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6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3428999" y="5534025"/>
                    <a:ext cx="2008188" cy="923925"/>
                  </a:xfrm>
                  <a:prstGeom prst="rect">
                    <a:avLst/>
                  </a:prstGeom>
                  <a:solidFill>
                    <a:srgbClr val="FFD7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7" name="Rectangle 24"/>
                  <p:cNvSpPr>
                    <a:spLocks noChangeArrowheads="1"/>
                  </p:cNvSpPr>
                  <p:nvPr/>
                </p:nvSpPr>
                <p:spPr bwMode="auto">
                  <a:xfrm>
                    <a:off x="3428999" y="5534025"/>
                    <a:ext cx="2008188" cy="923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8" name="Freeform 25"/>
                  <p:cNvSpPr>
                    <a:spLocks/>
                  </p:cNvSpPr>
                  <p:nvPr/>
                </p:nvSpPr>
                <p:spPr bwMode="auto">
                  <a:xfrm>
                    <a:off x="3305174" y="4786313"/>
                    <a:ext cx="2255838" cy="638175"/>
                  </a:xfrm>
                  <a:custGeom>
                    <a:avLst/>
                    <a:gdLst>
                      <a:gd name="T0" fmla="*/ 709 w 1421"/>
                      <a:gd name="T1" fmla="*/ 0 h 402"/>
                      <a:gd name="T2" fmla="*/ 0 w 1421"/>
                      <a:gd name="T3" fmla="*/ 402 h 402"/>
                      <a:gd name="T4" fmla="*/ 1421 w 1421"/>
                      <a:gd name="T5" fmla="*/ 402 h 402"/>
                      <a:gd name="T6" fmla="*/ 709 w 1421"/>
                      <a:gd name="T7" fmla="*/ 0 h 4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421" h="402">
                        <a:moveTo>
                          <a:pt x="709" y="0"/>
                        </a:moveTo>
                        <a:lnTo>
                          <a:pt x="0" y="402"/>
                        </a:lnTo>
                        <a:lnTo>
                          <a:pt x="1421" y="402"/>
                        </a:lnTo>
                        <a:lnTo>
                          <a:pt x="709" y="0"/>
                        </a:lnTo>
                        <a:close/>
                      </a:path>
                    </a:pathLst>
                  </a:custGeom>
                  <a:solidFill>
                    <a:srgbClr val="F7605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9" name="Freeform 26"/>
                  <p:cNvSpPr>
                    <a:spLocks/>
                  </p:cNvSpPr>
                  <p:nvPr/>
                </p:nvSpPr>
                <p:spPr bwMode="auto">
                  <a:xfrm>
                    <a:off x="3305174" y="4786313"/>
                    <a:ext cx="2255838" cy="638175"/>
                  </a:xfrm>
                  <a:custGeom>
                    <a:avLst/>
                    <a:gdLst>
                      <a:gd name="T0" fmla="*/ 709 w 1421"/>
                      <a:gd name="T1" fmla="*/ 0 h 402"/>
                      <a:gd name="T2" fmla="*/ 0 w 1421"/>
                      <a:gd name="T3" fmla="*/ 402 h 402"/>
                      <a:gd name="T4" fmla="*/ 1421 w 1421"/>
                      <a:gd name="T5" fmla="*/ 402 h 402"/>
                      <a:gd name="T6" fmla="*/ 709 w 1421"/>
                      <a:gd name="T7" fmla="*/ 0 h 4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421" h="402">
                        <a:moveTo>
                          <a:pt x="709" y="0"/>
                        </a:moveTo>
                        <a:lnTo>
                          <a:pt x="0" y="402"/>
                        </a:lnTo>
                        <a:lnTo>
                          <a:pt x="1421" y="402"/>
                        </a:lnTo>
                        <a:lnTo>
                          <a:pt x="709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0" name="Rectangle 27"/>
                  <p:cNvSpPr>
                    <a:spLocks noChangeArrowheads="1"/>
                  </p:cNvSpPr>
                  <p:nvPr/>
                </p:nvSpPr>
                <p:spPr bwMode="auto">
                  <a:xfrm>
                    <a:off x="2565399" y="6034088"/>
                    <a:ext cx="863600" cy="423863"/>
                  </a:xfrm>
                  <a:prstGeom prst="rect">
                    <a:avLst/>
                  </a:prstGeom>
                  <a:solidFill>
                    <a:srgbClr val="FFD7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2" name="Rectangle 29"/>
                  <p:cNvSpPr>
                    <a:spLocks noChangeArrowheads="1"/>
                  </p:cNvSpPr>
                  <p:nvPr/>
                </p:nvSpPr>
                <p:spPr bwMode="auto">
                  <a:xfrm>
                    <a:off x="3646487" y="5713413"/>
                    <a:ext cx="263525" cy="244475"/>
                  </a:xfrm>
                  <a:prstGeom prst="rect">
                    <a:avLst/>
                  </a:prstGeom>
                  <a:solidFill>
                    <a:srgbClr val="448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3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4083049" y="5713413"/>
                    <a:ext cx="265113" cy="244475"/>
                  </a:xfrm>
                  <a:prstGeom prst="rect">
                    <a:avLst/>
                  </a:prstGeom>
                  <a:solidFill>
                    <a:srgbClr val="448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4" name="Rectangle 31"/>
                  <p:cNvSpPr>
                    <a:spLocks noChangeArrowheads="1"/>
                  </p:cNvSpPr>
                  <p:nvPr/>
                </p:nvSpPr>
                <p:spPr bwMode="auto">
                  <a:xfrm>
                    <a:off x="3646487" y="6053138"/>
                    <a:ext cx="263525" cy="242888"/>
                  </a:xfrm>
                  <a:prstGeom prst="rect">
                    <a:avLst/>
                  </a:prstGeom>
                  <a:solidFill>
                    <a:srgbClr val="448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5" name="Rectangle 32"/>
                  <p:cNvSpPr>
                    <a:spLocks noChangeArrowheads="1"/>
                  </p:cNvSpPr>
                  <p:nvPr/>
                </p:nvSpPr>
                <p:spPr bwMode="auto">
                  <a:xfrm>
                    <a:off x="4083049" y="6053138"/>
                    <a:ext cx="265113" cy="242888"/>
                  </a:xfrm>
                  <a:prstGeom prst="rect">
                    <a:avLst/>
                  </a:prstGeom>
                  <a:solidFill>
                    <a:srgbClr val="448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6" name="Rectangle 33"/>
                  <p:cNvSpPr>
                    <a:spLocks noChangeArrowheads="1"/>
                  </p:cNvSpPr>
                  <p:nvPr/>
                </p:nvSpPr>
                <p:spPr bwMode="auto">
                  <a:xfrm>
                    <a:off x="4083049" y="6053138"/>
                    <a:ext cx="265113" cy="2428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7" name="Rectangle 34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5713413"/>
                    <a:ext cx="266700" cy="244475"/>
                  </a:xfrm>
                  <a:prstGeom prst="rect">
                    <a:avLst/>
                  </a:prstGeom>
                  <a:solidFill>
                    <a:srgbClr val="448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8" name="Rectangle 35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5713413"/>
                    <a:ext cx="266700" cy="2444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39" name="Rectangle 36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5713413"/>
                    <a:ext cx="266700" cy="244475"/>
                  </a:xfrm>
                  <a:prstGeom prst="rect">
                    <a:avLst/>
                  </a:prstGeom>
                  <a:solidFill>
                    <a:srgbClr val="448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0" name="Rectangle 37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5713413"/>
                    <a:ext cx="266700" cy="2444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1" name="Rectangle 38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6053138"/>
                    <a:ext cx="266700" cy="242888"/>
                  </a:xfrm>
                  <a:prstGeom prst="rect">
                    <a:avLst/>
                  </a:prstGeom>
                  <a:solidFill>
                    <a:srgbClr val="448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2" name="Rectangle 39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6053138"/>
                    <a:ext cx="266700" cy="2428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3" name="Freeform 40"/>
                  <p:cNvSpPr>
                    <a:spLocks/>
                  </p:cNvSpPr>
                  <p:nvPr/>
                </p:nvSpPr>
                <p:spPr bwMode="auto">
                  <a:xfrm>
                    <a:off x="2452687" y="5803900"/>
                    <a:ext cx="976313" cy="230188"/>
                  </a:xfrm>
                  <a:custGeom>
                    <a:avLst/>
                    <a:gdLst>
                      <a:gd name="T0" fmla="*/ 109 w 615"/>
                      <a:gd name="T1" fmla="*/ 0 h 145"/>
                      <a:gd name="T2" fmla="*/ 0 w 615"/>
                      <a:gd name="T3" fmla="*/ 145 h 145"/>
                      <a:gd name="T4" fmla="*/ 284 w 615"/>
                      <a:gd name="T5" fmla="*/ 145 h 145"/>
                      <a:gd name="T6" fmla="*/ 589 w 615"/>
                      <a:gd name="T7" fmla="*/ 145 h 145"/>
                      <a:gd name="T8" fmla="*/ 615 w 615"/>
                      <a:gd name="T9" fmla="*/ 145 h 145"/>
                      <a:gd name="T10" fmla="*/ 615 w 615"/>
                      <a:gd name="T11" fmla="*/ 0 h 145"/>
                      <a:gd name="T12" fmla="*/ 109 w 615"/>
                      <a:gd name="T13" fmla="*/ 0 h 1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15" h="145">
                        <a:moveTo>
                          <a:pt x="109" y="0"/>
                        </a:moveTo>
                        <a:lnTo>
                          <a:pt x="0" y="145"/>
                        </a:lnTo>
                        <a:lnTo>
                          <a:pt x="284" y="145"/>
                        </a:lnTo>
                        <a:lnTo>
                          <a:pt x="589" y="145"/>
                        </a:lnTo>
                        <a:lnTo>
                          <a:pt x="615" y="145"/>
                        </a:lnTo>
                        <a:lnTo>
                          <a:pt x="615" y="0"/>
                        </a:lnTo>
                        <a:lnTo>
                          <a:pt x="109" y="0"/>
                        </a:lnTo>
                        <a:close/>
                      </a:path>
                    </a:pathLst>
                  </a:custGeom>
                  <a:solidFill>
                    <a:srgbClr val="EE3D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5" name="Rectangle 42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6053138"/>
                    <a:ext cx="266700" cy="404813"/>
                  </a:xfrm>
                  <a:prstGeom prst="rect">
                    <a:avLst/>
                  </a:prstGeom>
                  <a:solidFill>
                    <a:srgbClr val="78716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6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6053138"/>
                    <a:ext cx="266700" cy="4048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7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2865437" y="6127750"/>
                    <a:ext cx="263525" cy="168275"/>
                  </a:xfrm>
                  <a:prstGeom prst="rect">
                    <a:avLst/>
                  </a:prstGeom>
                  <a:solidFill>
                    <a:srgbClr val="34738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49" name="Freeform 46"/>
                  <p:cNvSpPr>
                    <a:spLocks/>
                  </p:cNvSpPr>
                  <p:nvPr/>
                </p:nvSpPr>
                <p:spPr bwMode="auto">
                  <a:xfrm>
                    <a:off x="4430712" y="4786313"/>
                    <a:ext cx="1127125" cy="638175"/>
                  </a:xfrm>
                  <a:custGeom>
                    <a:avLst/>
                    <a:gdLst>
                      <a:gd name="T0" fmla="*/ 0 w 710"/>
                      <a:gd name="T1" fmla="*/ 0 h 402"/>
                      <a:gd name="T2" fmla="*/ 0 w 710"/>
                      <a:gd name="T3" fmla="*/ 402 h 402"/>
                      <a:gd name="T4" fmla="*/ 710 w 710"/>
                      <a:gd name="T5" fmla="*/ 402 h 402"/>
                      <a:gd name="T6" fmla="*/ 0 w 710"/>
                      <a:gd name="T7" fmla="*/ 0 h 4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10" h="402">
                        <a:moveTo>
                          <a:pt x="0" y="0"/>
                        </a:moveTo>
                        <a:lnTo>
                          <a:pt x="0" y="402"/>
                        </a:lnTo>
                        <a:lnTo>
                          <a:pt x="710" y="40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E3D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0" name="Freeform 47"/>
                  <p:cNvSpPr>
                    <a:spLocks/>
                  </p:cNvSpPr>
                  <p:nvPr/>
                </p:nvSpPr>
                <p:spPr bwMode="auto">
                  <a:xfrm>
                    <a:off x="4430712" y="4786313"/>
                    <a:ext cx="1127125" cy="638175"/>
                  </a:xfrm>
                  <a:custGeom>
                    <a:avLst/>
                    <a:gdLst>
                      <a:gd name="T0" fmla="*/ 0 w 710"/>
                      <a:gd name="T1" fmla="*/ 0 h 402"/>
                      <a:gd name="T2" fmla="*/ 0 w 710"/>
                      <a:gd name="T3" fmla="*/ 402 h 402"/>
                      <a:gd name="T4" fmla="*/ 710 w 710"/>
                      <a:gd name="T5" fmla="*/ 402 h 402"/>
                      <a:gd name="T6" fmla="*/ 0 w 710"/>
                      <a:gd name="T7" fmla="*/ 0 h 4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10" h="402">
                        <a:moveTo>
                          <a:pt x="0" y="0"/>
                        </a:moveTo>
                        <a:lnTo>
                          <a:pt x="0" y="402"/>
                        </a:lnTo>
                        <a:lnTo>
                          <a:pt x="710" y="40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1" name="Rectangle 48"/>
                  <p:cNvSpPr>
                    <a:spLocks noChangeArrowheads="1"/>
                  </p:cNvSpPr>
                  <p:nvPr/>
                </p:nvSpPr>
                <p:spPr bwMode="auto">
                  <a:xfrm>
                    <a:off x="4348162" y="5083175"/>
                    <a:ext cx="169863" cy="157163"/>
                  </a:xfrm>
                  <a:prstGeom prst="rect">
                    <a:avLst/>
                  </a:prstGeom>
                  <a:solidFill>
                    <a:srgbClr val="448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2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4348162" y="5083175"/>
                    <a:ext cx="169863" cy="15716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3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4430712" y="5083175"/>
                    <a:ext cx="87313" cy="157163"/>
                  </a:xfrm>
                  <a:prstGeom prst="rect">
                    <a:avLst/>
                  </a:prstGeom>
                  <a:solidFill>
                    <a:srgbClr val="3A788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4" name="Rectangle 51"/>
                  <p:cNvSpPr>
                    <a:spLocks noChangeArrowheads="1"/>
                  </p:cNvSpPr>
                  <p:nvPr/>
                </p:nvSpPr>
                <p:spPr bwMode="auto">
                  <a:xfrm>
                    <a:off x="4430712" y="5083175"/>
                    <a:ext cx="87313" cy="15716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5" name="Freeform 52"/>
                  <p:cNvSpPr>
                    <a:spLocks noEditPoints="1"/>
                  </p:cNvSpPr>
                  <p:nvPr/>
                </p:nvSpPr>
                <p:spPr bwMode="auto">
                  <a:xfrm>
                    <a:off x="3932237" y="5534025"/>
                    <a:ext cx="1504950" cy="923925"/>
                  </a:xfrm>
                  <a:custGeom>
                    <a:avLst/>
                    <a:gdLst>
                      <a:gd name="T0" fmla="*/ 643 w 948"/>
                      <a:gd name="T1" fmla="*/ 480 h 582"/>
                      <a:gd name="T2" fmla="*/ 643 w 948"/>
                      <a:gd name="T3" fmla="*/ 327 h 582"/>
                      <a:gd name="T4" fmla="*/ 811 w 948"/>
                      <a:gd name="T5" fmla="*/ 327 h 582"/>
                      <a:gd name="T6" fmla="*/ 811 w 948"/>
                      <a:gd name="T7" fmla="*/ 480 h 582"/>
                      <a:gd name="T8" fmla="*/ 643 w 948"/>
                      <a:gd name="T9" fmla="*/ 480 h 582"/>
                      <a:gd name="T10" fmla="*/ 643 w 948"/>
                      <a:gd name="T11" fmla="*/ 267 h 582"/>
                      <a:gd name="T12" fmla="*/ 643 w 948"/>
                      <a:gd name="T13" fmla="*/ 113 h 582"/>
                      <a:gd name="T14" fmla="*/ 811 w 948"/>
                      <a:gd name="T15" fmla="*/ 113 h 582"/>
                      <a:gd name="T16" fmla="*/ 811 w 948"/>
                      <a:gd name="T17" fmla="*/ 267 h 582"/>
                      <a:gd name="T18" fmla="*/ 643 w 948"/>
                      <a:gd name="T19" fmla="*/ 267 h 582"/>
                      <a:gd name="T20" fmla="*/ 948 w 948"/>
                      <a:gd name="T21" fmla="*/ 0 h 582"/>
                      <a:gd name="T22" fmla="*/ 582 w 948"/>
                      <a:gd name="T23" fmla="*/ 0 h 582"/>
                      <a:gd name="T24" fmla="*/ 468 w 948"/>
                      <a:gd name="T25" fmla="*/ 113 h 582"/>
                      <a:gd name="T26" fmla="*/ 537 w 948"/>
                      <a:gd name="T27" fmla="*/ 113 h 582"/>
                      <a:gd name="T28" fmla="*/ 537 w 948"/>
                      <a:gd name="T29" fmla="*/ 267 h 582"/>
                      <a:gd name="T30" fmla="*/ 369 w 948"/>
                      <a:gd name="T31" fmla="*/ 267 h 582"/>
                      <a:gd name="T32" fmla="*/ 369 w 948"/>
                      <a:gd name="T33" fmla="*/ 210 h 582"/>
                      <a:gd name="T34" fmla="*/ 255 w 948"/>
                      <a:gd name="T35" fmla="*/ 327 h 582"/>
                      <a:gd name="T36" fmla="*/ 262 w 948"/>
                      <a:gd name="T37" fmla="*/ 327 h 582"/>
                      <a:gd name="T38" fmla="*/ 262 w 948"/>
                      <a:gd name="T39" fmla="*/ 480 h 582"/>
                      <a:gd name="T40" fmla="*/ 102 w 948"/>
                      <a:gd name="T41" fmla="*/ 480 h 582"/>
                      <a:gd name="T42" fmla="*/ 0 w 948"/>
                      <a:gd name="T43" fmla="*/ 582 h 582"/>
                      <a:gd name="T44" fmla="*/ 369 w 948"/>
                      <a:gd name="T45" fmla="*/ 582 h 582"/>
                      <a:gd name="T46" fmla="*/ 369 w 948"/>
                      <a:gd name="T47" fmla="*/ 327 h 582"/>
                      <a:gd name="T48" fmla="*/ 537 w 948"/>
                      <a:gd name="T49" fmla="*/ 327 h 582"/>
                      <a:gd name="T50" fmla="*/ 537 w 948"/>
                      <a:gd name="T51" fmla="*/ 582 h 582"/>
                      <a:gd name="T52" fmla="*/ 948 w 948"/>
                      <a:gd name="T53" fmla="*/ 582 h 582"/>
                      <a:gd name="T54" fmla="*/ 948 w 948"/>
                      <a:gd name="T55" fmla="*/ 341 h 582"/>
                      <a:gd name="T56" fmla="*/ 948 w 948"/>
                      <a:gd name="T57" fmla="*/ 0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948" h="582">
                        <a:moveTo>
                          <a:pt x="643" y="480"/>
                        </a:moveTo>
                        <a:lnTo>
                          <a:pt x="643" y="327"/>
                        </a:lnTo>
                        <a:lnTo>
                          <a:pt x="811" y="327"/>
                        </a:lnTo>
                        <a:lnTo>
                          <a:pt x="811" y="480"/>
                        </a:lnTo>
                        <a:lnTo>
                          <a:pt x="643" y="480"/>
                        </a:lnTo>
                        <a:close/>
                        <a:moveTo>
                          <a:pt x="643" y="267"/>
                        </a:moveTo>
                        <a:lnTo>
                          <a:pt x="643" y="113"/>
                        </a:lnTo>
                        <a:lnTo>
                          <a:pt x="811" y="113"/>
                        </a:lnTo>
                        <a:lnTo>
                          <a:pt x="811" y="267"/>
                        </a:lnTo>
                        <a:lnTo>
                          <a:pt x="643" y="267"/>
                        </a:lnTo>
                        <a:close/>
                        <a:moveTo>
                          <a:pt x="948" y="0"/>
                        </a:moveTo>
                        <a:lnTo>
                          <a:pt x="582" y="0"/>
                        </a:lnTo>
                        <a:lnTo>
                          <a:pt x="468" y="113"/>
                        </a:lnTo>
                        <a:lnTo>
                          <a:pt x="537" y="113"/>
                        </a:lnTo>
                        <a:lnTo>
                          <a:pt x="537" y="267"/>
                        </a:lnTo>
                        <a:lnTo>
                          <a:pt x="369" y="267"/>
                        </a:lnTo>
                        <a:lnTo>
                          <a:pt x="369" y="210"/>
                        </a:lnTo>
                        <a:lnTo>
                          <a:pt x="255" y="327"/>
                        </a:lnTo>
                        <a:lnTo>
                          <a:pt x="262" y="327"/>
                        </a:lnTo>
                        <a:lnTo>
                          <a:pt x="262" y="480"/>
                        </a:lnTo>
                        <a:lnTo>
                          <a:pt x="102" y="480"/>
                        </a:lnTo>
                        <a:lnTo>
                          <a:pt x="0" y="582"/>
                        </a:lnTo>
                        <a:lnTo>
                          <a:pt x="369" y="582"/>
                        </a:lnTo>
                        <a:lnTo>
                          <a:pt x="369" y="327"/>
                        </a:lnTo>
                        <a:lnTo>
                          <a:pt x="537" y="327"/>
                        </a:lnTo>
                        <a:lnTo>
                          <a:pt x="537" y="582"/>
                        </a:lnTo>
                        <a:lnTo>
                          <a:pt x="948" y="582"/>
                        </a:lnTo>
                        <a:lnTo>
                          <a:pt x="948" y="341"/>
                        </a:lnTo>
                        <a:lnTo>
                          <a:pt x="948" y="0"/>
                        </a:lnTo>
                        <a:close/>
                      </a:path>
                    </a:pathLst>
                  </a:custGeom>
                  <a:solidFill>
                    <a:srgbClr val="D9B7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6" name="Freeform 53"/>
                  <p:cNvSpPr>
                    <a:spLocks noEditPoints="1"/>
                  </p:cNvSpPr>
                  <p:nvPr/>
                </p:nvSpPr>
                <p:spPr bwMode="auto">
                  <a:xfrm>
                    <a:off x="3932237" y="5534025"/>
                    <a:ext cx="1504950" cy="923925"/>
                  </a:xfrm>
                  <a:custGeom>
                    <a:avLst/>
                    <a:gdLst>
                      <a:gd name="T0" fmla="*/ 643 w 948"/>
                      <a:gd name="T1" fmla="*/ 480 h 582"/>
                      <a:gd name="T2" fmla="*/ 643 w 948"/>
                      <a:gd name="T3" fmla="*/ 327 h 582"/>
                      <a:gd name="T4" fmla="*/ 811 w 948"/>
                      <a:gd name="T5" fmla="*/ 327 h 582"/>
                      <a:gd name="T6" fmla="*/ 811 w 948"/>
                      <a:gd name="T7" fmla="*/ 480 h 582"/>
                      <a:gd name="T8" fmla="*/ 643 w 948"/>
                      <a:gd name="T9" fmla="*/ 480 h 582"/>
                      <a:gd name="T10" fmla="*/ 643 w 948"/>
                      <a:gd name="T11" fmla="*/ 267 h 582"/>
                      <a:gd name="T12" fmla="*/ 643 w 948"/>
                      <a:gd name="T13" fmla="*/ 113 h 582"/>
                      <a:gd name="T14" fmla="*/ 811 w 948"/>
                      <a:gd name="T15" fmla="*/ 113 h 582"/>
                      <a:gd name="T16" fmla="*/ 811 w 948"/>
                      <a:gd name="T17" fmla="*/ 267 h 582"/>
                      <a:gd name="T18" fmla="*/ 643 w 948"/>
                      <a:gd name="T19" fmla="*/ 267 h 582"/>
                      <a:gd name="T20" fmla="*/ 948 w 948"/>
                      <a:gd name="T21" fmla="*/ 0 h 582"/>
                      <a:gd name="T22" fmla="*/ 582 w 948"/>
                      <a:gd name="T23" fmla="*/ 0 h 582"/>
                      <a:gd name="T24" fmla="*/ 468 w 948"/>
                      <a:gd name="T25" fmla="*/ 113 h 582"/>
                      <a:gd name="T26" fmla="*/ 537 w 948"/>
                      <a:gd name="T27" fmla="*/ 113 h 582"/>
                      <a:gd name="T28" fmla="*/ 537 w 948"/>
                      <a:gd name="T29" fmla="*/ 267 h 582"/>
                      <a:gd name="T30" fmla="*/ 369 w 948"/>
                      <a:gd name="T31" fmla="*/ 267 h 582"/>
                      <a:gd name="T32" fmla="*/ 369 w 948"/>
                      <a:gd name="T33" fmla="*/ 210 h 582"/>
                      <a:gd name="T34" fmla="*/ 255 w 948"/>
                      <a:gd name="T35" fmla="*/ 327 h 582"/>
                      <a:gd name="T36" fmla="*/ 262 w 948"/>
                      <a:gd name="T37" fmla="*/ 327 h 582"/>
                      <a:gd name="T38" fmla="*/ 262 w 948"/>
                      <a:gd name="T39" fmla="*/ 480 h 582"/>
                      <a:gd name="T40" fmla="*/ 102 w 948"/>
                      <a:gd name="T41" fmla="*/ 480 h 582"/>
                      <a:gd name="T42" fmla="*/ 0 w 948"/>
                      <a:gd name="T43" fmla="*/ 582 h 582"/>
                      <a:gd name="T44" fmla="*/ 369 w 948"/>
                      <a:gd name="T45" fmla="*/ 582 h 582"/>
                      <a:gd name="T46" fmla="*/ 369 w 948"/>
                      <a:gd name="T47" fmla="*/ 327 h 582"/>
                      <a:gd name="T48" fmla="*/ 537 w 948"/>
                      <a:gd name="T49" fmla="*/ 327 h 582"/>
                      <a:gd name="T50" fmla="*/ 537 w 948"/>
                      <a:gd name="T51" fmla="*/ 582 h 582"/>
                      <a:gd name="T52" fmla="*/ 948 w 948"/>
                      <a:gd name="T53" fmla="*/ 582 h 582"/>
                      <a:gd name="T54" fmla="*/ 948 w 948"/>
                      <a:gd name="T55" fmla="*/ 341 h 582"/>
                      <a:gd name="T56" fmla="*/ 948 w 948"/>
                      <a:gd name="T57" fmla="*/ 0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948" h="582">
                        <a:moveTo>
                          <a:pt x="643" y="480"/>
                        </a:moveTo>
                        <a:lnTo>
                          <a:pt x="643" y="327"/>
                        </a:lnTo>
                        <a:lnTo>
                          <a:pt x="811" y="327"/>
                        </a:lnTo>
                        <a:lnTo>
                          <a:pt x="811" y="480"/>
                        </a:lnTo>
                        <a:lnTo>
                          <a:pt x="643" y="480"/>
                        </a:lnTo>
                        <a:moveTo>
                          <a:pt x="643" y="267"/>
                        </a:moveTo>
                        <a:lnTo>
                          <a:pt x="643" y="113"/>
                        </a:lnTo>
                        <a:lnTo>
                          <a:pt x="811" y="113"/>
                        </a:lnTo>
                        <a:lnTo>
                          <a:pt x="811" y="267"/>
                        </a:lnTo>
                        <a:lnTo>
                          <a:pt x="643" y="267"/>
                        </a:lnTo>
                        <a:moveTo>
                          <a:pt x="948" y="0"/>
                        </a:moveTo>
                        <a:lnTo>
                          <a:pt x="582" y="0"/>
                        </a:lnTo>
                        <a:lnTo>
                          <a:pt x="468" y="113"/>
                        </a:lnTo>
                        <a:lnTo>
                          <a:pt x="537" y="113"/>
                        </a:lnTo>
                        <a:lnTo>
                          <a:pt x="537" y="267"/>
                        </a:lnTo>
                        <a:lnTo>
                          <a:pt x="369" y="267"/>
                        </a:lnTo>
                        <a:lnTo>
                          <a:pt x="369" y="210"/>
                        </a:lnTo>
                        <a:lnTo>
                          <a:pt x="255" y="327"/>
                        </a:lnTo>
                        <a:lnTo>
                          <a:pt x="262" y="327"/>
                        </a:lnTo>
                        <a:lnTo>
                          <a:pt x="262" y="480"/>
                        </a:lnTo>
                        <a:lnTo>
                          <a:pt x="102" y="480"/>
                        </a:lnTo>
                        <a:lnTo>
                          <a:pt x="0" y="582"/>
                        </a:lnTo>
                        <a:lnTo>
                          <a:pt x="369" y="582"/>
                        </a:lnTo>
                        <a:lnTo>
                          <a:pt x="369" y="327"/>
                        </a:lnTo>
                        <a:lnTo>
                          <a:pt x="537" y="327"/>
                        </a:lnTo>
                        <a:lnTo>
                          <a:pt x="537" y="582"/>
                        </a:lnTo>
                        <a:lnTo>
                          <a:pt x="948" y="582"/>
                        </a:lnTo>
                        <a:lnTo>
                          <a:pt x="948" y="341"/>
                        </a:lnTo>
                        <a:lnTo>
                          <a:pt x="948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7" name="Freeform 54"/>
                  <p:cNvSpPr>
                    <a:spLocks/>
                  </p:cNvSpPr>
                  <p:nvPr/>
                </p:nvSpPr>
                <p:spPr bwMode="auto">
                  <a:xfrm>
                    <a:off x="4094162" y="6053138"/>
                    <a:ext cx="254000" cy="242888"/>
                  </a:xfrm>
                  <a:custGeom>
                    <a:avLst/>
                    <a:gdLst>
                      <a:gd name="T0" fmla="*/ 160 w 160"/>
                      <a:gd name="T1" fmla="*/ 0 h 153"/>
                      <a:gd name="T2" fmla="*/ 153 w 160"/>
                      <a:gd name="T3" fmla="*/ 0 h 153"/>
                      <a:gd name="T4" fmla="*/ 0 w 160"/>
                      <a:gd name="T5" fmla="*/ 153 h 153"/>
                      <a:gd name="T6" fmla="*/ 160 w 160"/>
                      <a:gd name="T7" fmla="*/ 153 h 153"/>
                      <a:gd name="T8" fmla="*/ 160 w 160"/>
                      <a:gd name="T9" fmla="*/ 0 h 1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0" h="153">
                        <a:moveTo>
                          <a:pt x="160" y="0"/>
                        </a:moveTo>
                        <a:lnTo>
                          <a:pt x="153" y="0"/>
                        </a:lnTo>
                        <a:lnTo>
                          <a:pt x="0" y="153"/>
                        </a:lnTo>
                        <a:lnTo>
                          <a:pt x="160" y="153"/>
                        </a:lnTo>
                        <a:lnTo>
                          <a:pt x="160" y="0"/>
                        </a:lnTo>
                        <a:close/>
                      </a:path>
                    </a:pathLst>
                  </a:custGeom>
                  <a:solidFill>
                    <a:srgbClr val="3A788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8" name="Freeform 55"/>
                  <p:cNvSpPr>
                    <a:spLocks/>
                  </p:cNvSpPr>
                  <p:nvPr/>
                </p:nvSpPr>
                <p:spPr bwMode="auto">
                  <a:xfrm>
                    <a:off x="4094162" y="6053138"/>
                    <a:ext cx="254000" cy="242888"/>
                  </a:xfrm>
                  <a:custGeom>
                    <a:avLst/>
                    <a:gdLst>
                      <a:gd name="T0" fmla="*/ 160 w 160"/>
                      <a:gd name="T1" fmla="*/ 0 h 153"/>
                      <a:gd name="T2" fmla="*/ 153 w 160"/>
                      <a:gd name="T3" fmla="*/ 0 h 153"/>
                      <a:gd name="T4" fmla="*/ 0 w 160"/>
                      <a:gd name="T5" fmla="*/ 153 h 153"/>
                      <a:gd name="T6" fmla="*/ 160 w 160"/>
                      <a:gd name="T7" fmla="*/ 153 h 153"/>
                      <a:gd name="T8" fmla="*/ 160 w 160"/>
                      <a:gd name="T9" fmla="*/ 0 h 1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0" h="153">
                        <a:moveTo>
                          <a:pt x="160" y="0"/>
                        </a:moveTo>
                        <a:lnTo>
                          <a:pt x="153" y="0"/>
                        </a:lnTo>
                        <a:lnTo>
                          <a:pt x="0" y="153"/>
                        </a:lnTo>
                        <a:lnTo>
                          <a:pt x="160" y="153"/>
                        </a:lnTo>
                        <a:lnTo>
                          <a:pt x="16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59" name="Freeform 56"/>
                  <p:cNvSpPr>
                    <a:spLocks/>
                  </p:cNvSpPr>
                  <p:nvPr/>
                </p:nvSpPr>
                <p:spPr bwMode="auto">
                  <a:xfrm>
                    <a:off x="4518024" y="5713413"/>
                    <a:ext cx="266700" cy="244475"/>
                  </a:xfrm>
                  <a:custGeom>
                    <a:avLst/>
                    <a:gdLst>
                      <a:gd name="T0" fmla="*/ 168 w 168"/>
                      <a:gd name="T1" fmla="*/ 0 h 154"/>
                      <a:gd name="T2" fmla="*/ 99 w 168"/>
                      <a:gd name="T3" fmla="*/ 0 h 154"/>
                      <a:gd name="T4" fmla="*/ 0 w 168"/>
                      <a:gd name="T5" fmla="*/ 97 h 154"/>
                      <a:gd name="T6" fmla="*/ 0 w 168"/>
                      <a:gd name="T7" fmla="*/ 154 h 154"/>
                      <a:gd name="T8" fmla="*/ 168 w 168"/>
                      <a:gd name="T9" fmla="*/ 154 h 154"/>
                      <a:gd name="T10" fmla="*/ 168 w 168"/>
                      <a:gd name="T11" fmla="*/ 0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8" h="154">
                        <a:moveTo>
                          <a:pt x="168" y="0"/>
                        </a:moveTo>
                        <a:lnTo>
                          <a:pt x="99" y="0"/>
                        </a:lnTo>
                        <a:lnTo>
                          <a:pt x="0" y="97"/>
                        </a:lnTo>
                        <a:lnTo>
                          <a:pt x="0" y="154"/>
                        </a:lnTo>
                        <a:lnTo>
                          <a:pt x="168" y="154"/>
                        </a:lnTo>
                        <a:lnTo>
                          <a:pt x="168" y="0"/>
                        </a:lnTo>
                        <a:close/>
                      </a:path>
                    </a:pathLst>
                  </a:custGeom>
                  <a:solidFill>
                    <a:srgbClr val="3A788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60" name="Freeform 57"/>
                  <p:cNvSpPr>
                    <a:spLocks/>
                  </p:cNvSpPr>
                  <p:nvPr/>
                </p:nvSpPr>
                <p:spPr bwMode="auto">
                  <a:xfrm>
                    <a:off x="4518024" y="5713413"/>
                    <a:ext cx="266700" cy="244475"/>
                  </a:xfrm>
                  <a:custGeom>
                    <a:avLst/>
                    <a:gdLst>
                      <a:gd name="T0" fmla="*/ 168 w 168"/>
                      <a:gd name="T1" fmla="*/ 0 h 154"/>
                      <a:gd name="T2" fmla="*/ 99 w 168"/>
                      <a:gd name="T3" fmla="*/ 0 h 154"/>
                      <a:gd name="T4" fmla="*/ 0 w 168"/>
                      <a:gd name="T5" fmla="*/ 97 h 154"/>
                      <a:gd name="T6" fmla="*/ 0 w 168"/>
                      <a:gd name="T7" fmla="*/ 154 h 154"/>
                      <a:gd name="T8" fmla="*/ 168 w 168"/>
                      <a:gd name="T9" fmla="*/ 154 h 154"/>
                      <a:gd name="T10" fmla="*/ 168 w 168"/>
                      <a:gd name="T11" fmla="*/ 0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8" h="154">
                        <a:moveTo>
                          <a:pt x="168" y="0"/>
                        </a:moveTo>
                        <a:lnTo>
                          <a:pt x="99" y="0"/>
                        </a:lnTo>
                        <a:lnTo>
                          <a:pt x="0" y="97"/>
                        </a:lnTo>
                        <a:lnTo>
                          <a:pt x="0" y="154"/>
                        </a:lnTo>
                        <a:lnTo>
                          <a:pt x="168" y="154"/>
                        </a:lnTo>
                        <a:lnTo>
                          <a:pt x="168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61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5713413"/>
                    <a:ext cx="266700" cy="244475"/>
                  </a:xfrm>
                  <a:prstGeom prst="rect">
                    <a:avLst/>
                  </a:prstGeom>
                  <a:solidFill>
                    <a:srgbClr val="3A788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62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5713413"/>
                    <a:ext cx="266700" cy="2444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63" name="Rectangle 60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6053138"/>
                    <a:ext cx="266700" cy="242888"/>
                  </a:xfrm>
                  <a:prstGeom prst="rect">
                    <a:avLst/>
                  </a:prstGeom>
                  <a:solidFill>
                    <a:srgbClr val="3A788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64" name="Rectangle 61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6053138"/>
                    <a:ext cx="266700" cy="2428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65" name="Rectangle 62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6053138"/>
                    <a:ext cx="266700" cy="404813"/>
                  </a:xfrm>
                  <a:prstGeom prst="rect">
                    <a:avLst/>
                  </a:prstGeom>
                  <a:solidFill>
                    <a:srgbClr val="6660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66" name="Rectangle 63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6053138"/>
                    <a:ext cx="266700" cy="4048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67" name="Freeform 64"/>
                  <p:cNvSpPr>
                    <a:spLocks/>
                  </p:cNvSpPr>
                  <p:nvPr/>
                </p:nvSpPr>
                <p:spPr bwMode="auto">
                  <a:xfrm>
                    <a:off x="2790824" y="6034088"/>
                    <a:ext cx="638175" cy="423863"/>
                  </a:xfrm>
                  <a:custGeom>
                    <a:avLst/>
                    <a:gdLst>
                      <a:gd name="T0" fmla="*/ 402 w 402"/>
                      <a:gd name="T1" fmla="*/ 0 h 267"/>
                      <a:gd name="T2" fmla="*/ 402 w 402"/>
                      <a:gd name="T3" fmla="*/ 0 h 267"/>
                      <a:gd name="T4" fmla="*/ 267 w 402"/>
                      <a:gd name="T5" fmla="*/ 0 h 267"/>
                      <a:gd name="T6" fmla="*/ 206 w 402"/>
                      <a:gd name="T7" fmla="*/ 59 h 267"/>
                      <a:gd name="T8" fmla="*/ 213 w 402"/>
                      <a:gd name="T9" fmla="*/ 59 h 267"/>
                      <a:gd name="T10" fmla="*/ 213 w 402"/>
                      <a:gd name="T11" fmla="*/ 165 h 267"/>
                      <a:gd name="T12" fmla="*/ 102 w 402"/>
                      <a:gd name="T13" fmla="*/ 165 h 267"/>
                      <a:gd name="T14" fmla="*/ 0 w 402"/>
                      <a:gd name="T15" fmla="*/ 267 h 267"/>
                      <a:gd name="T16" fmla="*/ 402 w 402"/>
                      <a:gd name="T17" fmla="*/ 267 h 267"/>
                      <a:gd name="T18" fmla="*/ 402 w 402"/>
                      <a:gd name="T19" fmla="*/ 0 h 2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02" h="267">
                        <a:moveTo>
                          <a:pt x="402" y="0"/>
                        </a:moveTo>
                        <a:lnTo>
                          <a:pt x="402" y="0"/>
                        </a:lnTo>
                        <a:lnTo>
                          <a:pt x="267" y="0"/>
                        </a:lnTo>
                        <a:lnTo>
                          <a:pt x="206" y="59"/>
                        </a:lnTo>
                        <a:lnTo>
                          <a:pt x="213" y="59"/>
                        </a:lnTo>
                        <a:lnTo>
                          <a:pt x="213" y="165"/>
                        </a:lnTo>
                        <a:lnTo>
                          <a:pt x="102" y="165"/>
                        </a:lnTo>
                        <a:lnTo>
                          <a:pt x="0" y="267"/>
                        </a:lnTo>
                        <a:lnTo>
                          <a:pt x="402" y="26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D9B7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69" name="Freeform 66"/>
                <p:cNvSpPr>
                  <a:spLocks/>
                </p:cNvSpPr>
                <p:nvPr/>
              </p:nvSpPr>
              <p:spPr bwMode="auto">
                <a:xfrm>
                  <a:off x="2952749" y="6127750"/>
                  <a:ext cx="176213" cy="168275"/>
                </a:xfrm>
                <a:custGeom>
                  <a:avLst/>
                  <a:gdLst>
                    <a:gd name="T0" fmla="*/ 111 w 111"/>
                    <a:gd name="T1" fmla="*/ 0 h 106"/>
                    <a:gd name="T2" fmla="*/ 104 w 111"/>
                    <a:gd name="T3" fmla="*/ 0 h 106"/>
                    <a:gd name="T4" fmla="*/ 0 w 111"/>
                    <a:gd name="T5" fmla="*/ 106 h 106"/>
                    <a:gd name="T6" fmla="*/ 111 w 111"/>
                    <a:gd name="T7" fmla="*/ 106 h 106"/>
                    <a:gd name="T8" fmla="*/ 111 w 111"/>
                    <a:gd name="T9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06">
                      <a:moveTo>
                        <a:pt x="111" y="0"/>
                      </a:moveTo>
                      <a:lnTo>
                        <a:pt x="104" y="0"/>
                      </a:lnTo>
                      <a:lnTo>
                        <a:pt x="0" y="106"/>
                      </a:lnTo>
                      <a:lnTo>
                        <a:pt x="111" y="106"/>
                      </a:lnTo>
                      <a:lnTo>
                        <a:pt x="111" y="0"/>
                      </a:lnTo>
                      <a:close/>
                    </a:path>
                  </a:pathLst>
                </a:custGeom>
                <a:solidFill>
                  <a:srgbClr val="2C62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70" name="Freeform 67"/>
              <p:cNvSpPr>
                <a:spLocks/>
              </p:cNvSpPr>
              <p:nvPr/>
            </p:nvSpPr>
            <p:spPr bwMode="auto">
              <a:xfrm>
                <a:off x="2952749" y="6127750"/>
                <a:ext cx="176213" cy="168275"/>
              </a:xfrm>
              <a:custGeom>
                <a:avLst/>
                <a:gdLst>
                  <a:gd name="T0" fmla="*/ 111 w 111"/>
                  <a:gd name="T1" fmla="*/ 0 h 106"/>
                  <a:gd name="T2" fmla="*/ 104 w 111"/>
                  <a:gd name="T3" fmla="*/ 0 h 106"/>
                  <a:gd name="T4" fmla="*/ 0 w 111"/>
                  <a:gd name="T5" fmla="*/ 106 h 106"/>
                  <a:gd name="T6" fmla="*/ 111 w 111"/>
                  <a:gd name="T7" fmla="*/ 106 h 106"/>
                  <a:gd name="T8" fmla="*/ 111 w 111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06">
                    <a:moveTo>
                      <a:pt x="111" y="0"/>
                    </a:moveTo>
                    <a:lnTo>
                      <a:pt x="104" y="0"/>
                    </a:lnTo>
                    <a:lnTo>
                      <a:pt x="0" y="106"/>
                    </a:lnTo>
                    <a:lnTo>
                      <a:pt x="111" y="106"/>
                    </a:lnTo>
                    <a:lnTo>
                      <a:pt x="1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71" name="组合 170"/>
            <p:cNvGrpSpPr/>
            <p:nvPr/>
          </p:nvGrpSpPr>
          <p:grpSpPr>
            <a:xfrm flipV="1">
              <a:off x="2800349" y="6473989"/>
              <a:ext cx="2187575" cy="1115849"/>
              <a:chOff x="2790824" y="5373852"/>
              <a:chExt cx="2187575" cy="1115849"/>
            </a:xfrm>
            <a:noFill/>
          </p:grpSpPr>
          <p:sp>
            <p:nvSpPr>
              <p:cNvPr id="172" name="Rectangle 45"/>
              <p:cNvSpPr>
                <a:spLocks noChangeArrowheads="1"/>
              </p:cNvSpPr>
              <p:nvPr/>
            </p:nvSpPr>
            <p:spPr bwMode="auto">
              <a:xfrm>
                <a:off x="2865437" y="6127750"/>
                <a:ext cx="263525" cy="168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65"/>
              <p:cNvSpPr>
                <a:spLocks/>
              </p:cNvSpPr>
              <p:nvPr/>
            </p:nvSpPr>
            <p:spPr bwMode="auto">
              <a:xfrm>
                <a:off x="2790824" y="6034088"/>
                <a:ext cx="638175" cy="423863"/>
              </a:xfrm>
              <a:custGeom>
                <a:avLst/>
                <a:gdLst>
                  <a:gd name="T0" fmla="*/ 402 w 402"/>
                  <a:gd name="T1" fmla="*/ 0 h 267"/>
                  <a:gd name="T2" fmla="*/ 402 w 402"/>
                  <a:gd name="T3" fmla="*/ 0 h 267"/>
                  <a:gd name="T4" fmla="*/ 267 w 402"/>
                  <a:gd name="T5" fmla="*/ 0 h 267"/>
                  <a:gd name="T6" fmla="*/ 206 w 402"/>
                  <a:gd name="T7" fmla="*/ 59 h 267"/>
                  <a:gd name="T8" fmla="*/ 213 w 402"/>
                  <a:gd name="T9" fmla="*/ 59 h 267"/>
                  <a:gd name="T10" fmla="*/ 213 w 402"/>
                  <a:gd name="T11" fmla="*/ 165 h 267"/>
                  <a:gd name="T12" fmla="*/ 102 w 402"/>
                  <a:gd name="T13" fmla="*/ 165 h 267"/>
                  <a:gd name="T14" fmla="*/ 0 w 402"/>
                  <a:gd name="T15" fmla="*/ 267 h 267"/>
                  <a:gd name="T16" fmla="*/ 402 w 402"/>
                  <a:gd name="T17" fmla="*/ 267 h 267"/>
                  <a:gd name="T18" fmla="*/ 402 w 402"/>
                  <a:gd name="T1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2" h="267">
                    <a:moveTo>
                      <a:pt x="402" y="0"/>
                    </a:moveTo>
                    <a:lnTo>
                      <a:pt x="402" y="0"/>
                    </a:lnTo>
                    <a:lnTo>
                      <a:pt x="267" y="0"/>
                    </a:lnTo>
                    <a:lnTo>
                      <a:pt x="206" y="59"/>
                    </a:lnTo>
                    <a:lnTo>
                      <a:pt x="213" y="59"/>
                    </a:lnTo>
                    <a:lnTo>
                      <a:pt x="213" y="165"/>
                    </a:lnTo>
                    <a:lnTo>
                      <a:pt x="102" y="165"/>
                    </a:lnTo>
                    <a:lnTo>
                      <a:pt x="0" y="267"/>
                    </a:lnTo>
                    <a:lnTo>
                      <a:pt x="402" y="267"/>
                    </a:lnTo>
                    <a:lnTo>
                      <a:pt x="40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175" name="组合 174"/>
              <p:cNvGrpSpPr/>
              <p:nvPr/>
            </p:nvGrpSpPr>
            <p:grpSpPr>
              <a:xfrm>
                <a:off x="2903536" y="5373852"/>
                <a:ext cx="2074863" cy="1115849"/>
                <a:chOff x="2452687" y="4786313"/>
                <a:chExt cx="3108325" cy="1671638"/>
              </a:xfrm>
              <a:grpFill/>
            </p:grpSpPr>
            <p:grpSp>
              <p:nvGrpSpPr>
                <p:cNvPr id="181" name="组合 180"/>
                <p:cNvGrpSpPr/>
                <p:nvPr/>
              </p:nvGrpSpPr>
              <p:grpSpPr>
                <a:xfrm>
                  <a:off x="2452687" y="4786313"/>
                  <a:ext cx="3108325" cy="1671638"/>
                  <a:chOff x="2452687" y="4786313"/>
                  <a:chExt cx="3108325" cy="1671638"/>
                </a:xfrm>
                <a:grpFill/>
              </p:grpSpPr>
              <p:sp>
                <p:nvSpPr>
                  <p:cNvPr id="183" name="Rectangle 20"/>
                  <p:cNvSpPr>
                    <a:spLocks noChangeArrowheads="1"/>
                  </p:cNvSpPr>
                  <p:nvPr/>
                </p:nvSpPr>
                <p:spPr bwMode="auto">
                  <a:xfrm>
                    <a:off x="3692524" y="4899025"/>
                    <a:ext cx="171450" cy="357188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84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3305174" y="5424488"/>
                    <a:ext cx="2255838" cy="109538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85" name="Rectangle 22"/>
                  <p:cNvSpPr>
                    <a:spLocks noChangeArrowheads="1"/>
                  </p:cNvSpPr>
                  <p:nvPr/>
                </p:nvSpPr>
                <p:spPr bwMode="auto">
                  <a:xfrm>
                    <a:off x="3305174" y="5424488"/>
                    <a:ext cx="2255838" cy="109538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86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3428999" y="5534025"/>
                    <a:ext cx="2008188" cy="92392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87" name="Rectangle 24"/>
                  <p:cNvSpPr>
                    <a:spLocks noChangeArrowheads="1"/>
                  </p:cNvSpPr>
                  <p:nvPr/>
                </p:nvSpPr>
                <p:spPr bwMode="auto">
                  <a:xfrm>
                    <a:off x="3428999" y="5534025"/>
                    <a:ext cx="2008188" cy="92392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88" name="Freeform 25"/>
                  <p:cNvSpPr>
                    <a:spLocks/>
                  </p:cNvSpPr>
                  <p:nvPr/>
                </p:nvSpPr>
                <p:spPr bwMode="auto">
                  <a:xfrm>
                    <a:off x="3305174" y="4786313"/>
                    <a:ext cx="2255838" cy="638175"/>
                  </a:xfrm>
                  <a:custGeom>
                    <a:avLst/>
                    <a:gdLst>
                      <a:gd name="T0" fmla="*/ 709 w 1421"/>
                      <a:gd name="T1" fmla="*/ 0 h 402"/>
                      <a:gd name="T2" fmla="*/ 0 w 1421"/>
                      <a:gd name="T3" fmla="*/ 402 h 402"/>
                      <a:gd name="T4" fmla="*/ 1421 w 1421"/>
                      <a:gd name="T5" fmla="*/ 402 h 402"/>
                      <a:gd name="T6" fmla="*/ 709 w 1421"/>
                      <a:gd name="T7" fmla="*/ 0 h 4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421" h="402">
                        <a:moveTo>
                          <a:pt x="709" y="0"/>
                        </a:moveTo>
                        <a:lnTo>
                          <a:pt x="0" y="402"/>
                        </a:lnTo>
                        <a:lnTo>
                          <a:pt x="1421" y="402"/>
                        </a:lnTo>
                        <a:lnTo>
                          <a:pt x="70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89" name="Freeform 26"/>
                  <p:cNvSpPr>
                    <a:spLocks/>
                  </p:cNvSpPr>
                  <p:nvPr/>
                </p:nvSpPr>
                <p:spPr bwMode="auto">
                  <a:xfrm>
                    <a:off x="3305174" y="4786313"/>
                    <a:ext cx="2255838" cy="638175"/>
                  </a:xfrm>
                  <a:custGeom>
                    <a:avLst/>
                    <a:gdLst>
                      <a:gd name="T0" fmla="*/ 709 w 1421"/>
                      <a:gd name="T1" fmla="*/ 0 h 402"/>
                      <a:gd name="T2" fmla="*/ 0 w 1421"/>
                      <a:gd name="T3" fmla="*/ 402 h 402"/>
                      <a:gd name="T4" fmla="*/ 1421 w 1421"/>
                      <a:gd name="T5" fmla="*/ 402 h 402"/>
                      <a:gd name="T6" fmla="*/ 709 w 1421"/>
                      <a:gd name="T7" fmla="*/ 0 h 4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421" h="402">
                        <a:moveTo>
                          <a:pt x="709" y="0"/>
                        </a:moveTo>
                        <a:lnTo>
                          <a:pt x="0" y="402"/>
                        </a:lnTo>
                        <a:lnTo>
                          <a:pt x="1421" y="402"/>
                        </a:lnTo>
                        <a:lnTo>
                          <a:pt x="709" y="0"/>
                        </a:ln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0" name="Rectangle 27"/>
                  <p:cNvSpPr>
                    <a:spLocks noChangeArrowheads="1"/>
                  </p:cNvSpPr>
                  <p:nvPr/>
                </p:nvSpPr>
                <p:spPr bwMode="auto">
                  <a:xfrm>
                    <a:off x="2565399" y="6034088"/>
                    <a:ext cx="863600" cy="423863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1" name="Rectangle 29"/>
                  <p:cNvSpPr>
                    <a:spLocks noChangeArrowheads="1"/>
                  </p:cNvSpPr>
                  <p:nvPr/>
                </p:nvSpPr>
                <p:spPr bwMode="auto">
                  <a:xfrm>
                    <a:off x="3646487" y="5713413"/>
                    <a:ext cx="263525" cy="2444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4083049" y="5713413"/>
                    <a:ext cx="265113" cy="2444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3" name="Rectangle 31"/>
                  <p:cNvSpPr>
                    <a:spLocks noChangeArrowheads="1"/>
                  </p:cNvSpPr>
                  <p:nvPr/>
                </p:nvSpPr>
                <p:spPr bwMode="auto">
                  <a:xfrm>
                    <a:off x="3646487" y="6053138"/>
                    <a:ext cx="263525" cy="242888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4" name="Rectangle 32"/>
                  <p:cNvSpPr>
                    <a:spLocks noChangeArrowheads="1"/>
                  </p:cNvSpPr>
                  <p:nvPr/>
                </p:nvSpPr>
                <p:spPr bwMode="auto">
                  <a:xfrm>
                    <a:off x="4083049" y="6053138"/>
                    <a:ext cx="265113" cy="242888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5" name="Rectangle 33"/>
                  <p:cNvSpPr>
                    <a:spLocks noChangeArrowheads="1"/>
                  </p:cNvSpPr>
                  <p:nvPr/>
                </p:nvSpPr>
                <p:spPr bwMode="auto">
                  <a:xfrm>
                    <a:off x="4083049" y="6053138"/>
                    <a:ext cx="265113" cy="242888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6" name="Rectangle 34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5713413"/>
                    <a:ext cx="266700" cy="2444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7" name="Rectangle 35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5713413"/>
                    <a:ext cx="266700" cy="2444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8" name="Rectangle 36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5713413"/>
                    <a:ext cx="266700" cy="2444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99" name="Rectangle 37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5713413"/>
                    <a:ext cx="266700" cy="2444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00" name="Rectangle 38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6053138"/>
                    <a:ext cx="266700" cy="242888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01" name="Rectangle 39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6053138"/>
                    <a:ext cx="266700" cy="242888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02" name="Freeform 40"/>
                  <p:cNvSpPr>
                    <a:spLocks/>
                  </p:cNvSpPr>
                  <p:nvPr/>
                </p:nvSpPr>
                <p:spPr bwMode="auto">
                  <a:xfrm>
                    <a:off x="2452687" y="5803900"/>
                    <a:ext cx="976313" cy="230188"/>
                  </a:xfrm>
                  <a:custGeom>
                    <a:avLst/>
                    <a:gdLst>
                      <a:gd name="T0" fmla="*/ 109 w 615"/>
                      <a:gd name="T1" fmla="*/ 0 h 145"/>
                      <a:gd name="T2" fmla="*/ 0 w 615"/>
                      <a:gd name="T3" fmla="*/ 145 h 145"/>
                      <a:gd name="T4" fmla="*/ 284 w 615"/>
                      <a:gd name="T5" fmla="*/ 145 h 145"/>
                      <a:gd name="T6" fmla="*/ 589 w 615"/>
                      <a:gd name="T7" fmla="*/ 145 h 145"/>
                      <a:gd name="T8" fmla="*/ 615 w 615"/>
                      <a:gd name="T9" fmla="*/ 145 h 145"/>
                      <a:gd name="T10" fmla="*/ 615 w 615"/>
                      <a:gd name="T11" fmla="*/ 0 h 145"/>
                      <a:gd name="T12" fmla="*/ 109 w 615"/>
                      <a:gd name="T13" fmla="*/ 0 h 1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15" h="145">
                        <a:moveTo>
                          <a:pt x="109" y="0"/>
                        </a:moveTo>
                        <a:lnTo>
                          <a:pt x="0" y="145"/>
                        </a:lnTo>
                        <a:lnTo>
                          <a:pt x="284" y="145"/>
                        </a:lnTo>
                        <a:lnTo>
                          <a:pt x="589" y="145"/>
                        </a:lnTo>
                        <a:lnTo>
                          <a:pt x="615" y="145"/>
                        </a:lnTo>
                        <a:lnTo>
                          <a:pt x="615" y="0"/>
                        </a:lnTo>
                        <a:lnTo>
                          <a:pt x="10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" name="Rectangle 42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6053138"/>
                    <a:ext cx="266700" cy="404813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04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6053138"/>
                    <a:ext cx="266700" cy="404813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05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2865437" y="6127750"/>
                    <a:ext cx="263525" cy="168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06" name="Freeform 46"/>
                  <p:cNvSpPr>
                    <a:spLocks/>
                  </p:cNvSpPr>
                  <p:nvPr/>
                </p:nvSpPr>
                <p:spPr bwMode="auto">
                  <a:xfrm>
                    <a:off x="4430712" y="4786313"/>
                    <a:ext cx="1127125" cy="638175"/>
                  </a:xfrm>
                  <a:custGeom>
                    <a:avLst/>
                    <a:gdLst>
                      <a:gd name="T0" fmla="*/ 0 w 710"/>
                      <a:gd name="T1" fmla="*/ 0 h 402"/>
                      <a:gd name="T2" fmla="*/ 0 w 710"/>
                      <a:gd name="T3" fmla="*/ 402 h 402"/>
                      <a:gd name="T4" fmla="*/ 710 w 710"/>
                      <a:gd name="T5" fmla="*/ 402 h 402"/>
                      <a:gd name="T6" fmla="*/ 0 w 710"/>
                      <a:gd name="T7" fmla="*/ 0 h 4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10" h="402">
                        <a:moveTo>
                          <a:pt x="0" y="0"/>
                        </a:moveTo>
                        <a:lnTo>
                          <a:pt x="0" y="402"/>
                        </a:lnTo>
                        <a:lnTo>
                          <a:pt x="710" y="40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07" name="Freeform 47"/>
                  <p:cNvSpPr>
                    <a:spLocks/>
                  </p:cNvSpPr>
                  <p:nvPr/>
                </p:nvSpPr>
                <p:spPr bwMode="auto">
                  <a:xfrm>
                    <a:off x="4430712" y="4786313"/>
                    <a:ext cx="1127125" cy="638175"/>
                  </a:xfrm>
                  <a:custGeom>
                    <a:avLst/>
                    <a:gdLst>
                      <a:gd name="T0" fmla="*/ 0 w 710"/>
                      <a:gd name="T1" fmla="*/ 0 h 402"/>
                      <a:gd name="T2" fmla="*/ 0 w 710"/>
                      <a:gd name="T3" fmla="*/ 402 h 402"/>
                      <a:gd name="T4" fmla="*/ 710 w 710"/>
                      <a:gd name="T5" fmla="*/ 402 h 402"/>
                      <a:gd name="T6" fmla="*/ 0 w 710"/>
                      <a:gd name="T7" fmla="*/ 0 h 4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10" h="402">
                        <a:moveTo>
                          <a:pt x="0" y="0"/>
                        </a:moveTo>
                        <a:lnTo>
                          <a:pt x="0" y="402"/>
                        </a:lnTo>
                        <a:lnTo>
                          <a:pt x="710" y="402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08" name="Rectangle 48"/>
                  <p:cNvSpPr>
                    <a:spLocks noChangeArrowheads="1"/>
                  </p:cNvSpPr>
                  <p:nvPr/>
                </p:nvSpPr>
                <p:spPr bwMode="auto">
                  <a:xfrm>
                    <a:off x="4348162" y="5083175"/>
                    <a:ext cx="169863" cy="157163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09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4348162" y="5083175"/>
                    <a:ext cx="169863" cy="157163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0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4430712" y="5083175"/>
                    <a:ext cx="87313" cy="157163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1" name="Rectangle 51"/>
                  <p:cNvSpPr>
                    <a:spLocks noChangeArrowheads="1"/>
                  </p:cNvSpPr>
                  <p:nvPr/>
                </p:nvSpPr>
                <p:spPr bwMode="auto">
                  <a:xfrm>
                    <a:off x="4430712" y="5083175"/>
                    <a:ext cx="87313" cy="157163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2" name="Freeform 52"/>
                  <p:cNvSpPr>
                    <a:spLocks noEditPoints="1"/>
                  </p:cNvSpPr>
                  <p:nvPr/>
                </p:nvSpPr>
                <p:spPr bwMode="auto">
                  <a:xfrm>
                    <a:off x="3932237" y="5534025"/>
                    <a:ext cx="1504950" cy="923925"/>
                  </a:xfrm>
                  <a:custGeom>
                    <a:avLst/>
                    <a:gdLst>
                      <a:gd name="T0" fmla="*/ 643 w 948"/>
                      <a:gd name="T1" fmla="*/ 480 h 582"/>
                      <a:gd name="T2" fmla="*/ 643 w 948"/>
                      <a:gd name="T3" fmla="*/ 327 h 582"/>
                      <a:gd name="T4" fmla="*/ 811 w 948"/>
                      <a:gd name="T5" fmla="*/ 327 h 582"/>
                      <a:gd name="T6" fmla="*/ 811 w 948"/>
                      <a:gd name="T7" fmla="*/ 480 h 582"/>
                      <a:gd name="T8" fmla="*/ 643 w 948"/>
                      <a:gd name="T9" fmla="*/ 480 h 582"/>
                      <a:gd name="T10" fmla="*/ 643 w 948"/>
                      <a:gd name="T11" fmla="*/ 267 h 582"/>
                      <a:gd name="T12" fmla="*/ 643 w 948"/>
                      <a:gd name="T13" fmla="*/ 113 h 582"/>
                      <a:gd name="T14" fmla="*/ 811 w 948"/>
                      <a:gd name="T15" fmla="*/ 113 h 582"/>
                      <a:gd name="T16" fmla="*/ 811 w 948"/>
                      <a:gd name="T17" fmla="*/ 267 h 582"/>
                      <a:gd name="T18" fmla="*/ 643 w 948"/>
                      <a:gd name="T19" fmla="*/ 267 h 582"/>
                      <a:gd name="T20" fmla="*/ 948 w 948"/>
                      <a:gd name="T21" fmla="*/ 0 h 582"/>
                      <a:gd name="T22" fmla="*/ 582 w 948"/>
                      <a:gd name="T23" fmla="*/ 0 h 582"/>
                      <a:gd name="T24" fmla="*/ 468 w 948"/>
                      <a:gd name="T25" fmla="*/ 113 h 582"/>
                      <a:gd name="T26" fmla="*/ 537 w 948"/>
                      <a:gd name="T27" fmla="*/ 113 h 582"/>
                      <a:gd name="T28" fmla="*/ 537 w 948"/>
                      <a:gd name="T29" fmla="*/ 267 h 582"/>
                      <a:gd name="T30" fmla="*/ 369 w 948"/>
                      <a:gd name="T31" fmla="*/ 267 h 582"/>
                      <a:gd name="T32" fmla="*/ 369 w 948"/>
                      <a:gd name="T33" fmla="*/ 210 h 582"/>
                      <a:gd name="T34" fmla="*/ 255 w 948"/>
                      <a:gd name="T35" fmla="*/ 327 h 582"/>
                      <a:gd name="T36" fmla="*/ 262 w 948"/>
                      <a:gd name="T37" fmla="*/ 327 h 582"/>
                      <a:gd name="T38" fmla="*/ 262 w 948"/>
                      <a:gd name="T39" fmla="*/ 480 h 582"/>
                      <a:gd name="T40" fmla="*/ 102 w 948"/>
                      <a:gd name="T41" fmla="*/ 480 h 582"/>
                      <a:gd name="T42" fmla="*/ 0 w 948"/>
                      <a:gd name="T43" fmla="*/ 582 h 582"/>
                      <a:gd name="T44" fmla="*/ 369 w 948"/>
                      <a:gd name="T45" fmla="*/ 582 h 582"/>
                      <a:gd name="T46" fmla="*/ 369 w 948"/>
                      <a:gd name="T47" fmla="*/ 327 h 582"/>
                      <a:gd name="T48" fmla="*/ 537 w 948"/>
                      <a:gd name="T49" fmla="*/ 327 h 582"/>
                      <a:gd name="T50" fmla="*/ 537 w 948"/>
                      <a:gd name="T51" fmla="*/ 582 h 582"/>
                      <a:gd name="T52" fmla="*/ 948 w 948"/>
                      <a:gd name="T53" fmla="*/ 582 h 582"/>
                      <a:gd name="T54" fmla="*/ 948 w 948"/>
                      <a:gd name="T55" fmla="*/ 341 h 582"/>
                      <a:gd name="T56" fmla="*/ 948 w 948"/>
                      <a:gd name="T57" fmla="*/ 0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948" h="582">
                        <a:moveTo>
                          <a:pt x="643" y="480"/>
                        </a:moveTo>
                        <a:lnTo>
                          <a:pt x="643" y="327"/>
                        </a:lnTo>
                        <a:lnTo>
                          <a:pt x="811" y="327"/>
                        </a:lnTo>
                        <a:lnTo>
                          <a:pt x="811" y="480"/>
                        </a:lnTo>
                        <a:lnTo>
                          <a:pt x="643" y="480"/>
                        </a:lnTo>
                        <a:close/>
                        <a:moveTo>
                          <a:pt x="643" y="267"/>
                        </a:moveTo>
                        <a:lnTo>
                          <a:pt x="643" y="113"/>
                        </a:lnTo>
                        <a:lnTo>
                          <a:pt x="811" y="113"/>
                        </a:lnTo>
                        <a:lnTo>
                          <a:pt x="811" y="267"/>
                        </a:lnTo>
                        <a:lnTo>
                          <a:pt x="643" y="267"/>
                        </a:lnTo>
                        <a:close/>
                        <a:moveTo>
                          <a:pt x="948" y="0"/>
                        </a:moveTo>
                        <a:lnTo>
                          <a:pt x="582" y="0"/>
                        </a:lnTo>
                        <a:lnTo>
                          <a:pt x="468" y="113"/>
                        </a:lnTo>
                        <a:lnTo>
                          <a:pt x="537" y="113"/>
                        </a:lnTo>
                        <a:lnTo>
                          <a:pt x="537" y="267"/>
                        </a:lnTo>
                        <a:lnTo>
                          <a:pt x="369" y="267"/>
                        </a:lnTo>
                        <a:lnTo>
                          <a:pt x="369" y="210"/>
                        </a:lnTo>
                        <a:lnTo>
                          <a:pt x="255" y="327"/>
                        </a:lnTo>
                        <a:lnTo>
                          <a:pt x="262" y="327"/>
                        </a:lnTo>
                        <a:lnTo>
                          <a:pt x="262" y="480"/>
                        </a:lnTo>
                        <a:lnTo>
                          <a:pt x="102" y="480"/>
                        </a:lnTo>
                        <a:lnTo>
                          <a:pt x="0" y="582"/>
                        </a:lnTo>
                        <a:lnTo>
                          <a:pt x="369" y="582"/>
                        </a:lnTo>
                        <a:lnTo>
                          <a:pt x="369" y="327"/>
                        </a:lnTo>
                        <a:lnTo>
                          <a:pt x="537" y="327"/>
                        </a:lnTo>
                        <a:lnTo>
                          <a:pt x="537" y="582"/>
                        </a:lnTo>
                        <a:lnTo>
                          <a:pt x="948" y="582"/>
                        </a:lnTo>
                        <a:lnTo>
                          <a:pt x="948" y="341"/>
                        </a:lnTo>
                        <a:lnTo>
                          <a:pt x="94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3" name="Freeform 53"/>
                  <p:cNvSpPr>
                    <a:spLocks noEditPoints="1"/>
                  </p:cNvSpPr>
                  <p:nvPr/>
                </p:nvSpPr>
                <p:spPr bwMode="auto">
                  <a:xfrm>
                    <a:off x="3932237" y="5534025"/>
                    <a:ext cx="1504950" cy="923925"/>
                  </a:xfrm>
                  <a:custGeom>
                    <a:avLst/>
                    <a:gdLst>
                      <a:gd name="T0" fmla="*/ 643 w 948"/>
                      <a:gd name="T1" fmla="*/ 480 h 582"/>
                      <a:gd name="T2" fmla="*/ 643 w 948"/>
                      <a:gd name="T3" fmla="*/ 327 h 582"/>
                      <a:gd name="T4" fmla="*/ 811 w 948"/>
                      <a:gd name="T5" fmla="*/ 327 h 582"/>
                      <a:gd name="T6" fmla="*/ 811 w 948"/>
                      <a:gd name="T7" fmla="*/ 480 h 582"/>
                      <a:gd name="T8" fmla="*/ 643 w 948"/>
                      <a:gd name="T9" fmla="*/ 480 h 582"/>
                      <a:gd name="T10" fmla="*/ 643 w 948"/>
                      <a:gd name="T11" fmla="*/ 267 h 582"/>
                      <a:gd name="T12" fmla="*/ 643 w 948"/>
                      <a:gd name="T13" fmla="*/ 113 h 582"/>
                      <a:gd name="T14" fmla="*/ 811 w 948"/>
                      <a:gd name="T15" fmla="*/ 113 h 582"/>
                      <a:gd name="T16" fmla="*/ 811 w 948"/>
                      <a:gd name="T17" fmla="*/ 267 h 582"/>
                      <a:gd name="T18" fmla="*/ 643 w 948"/>
                      <a:gd name="T19" fmla="*/ 267 h 582"/>
                      <a:gd name="T20" fmla="*/ 948 w 948"/>
                      <a:gd name="T21" fmla="*/ 0 h 582"/>
                      <a:gd name="T22" fmla="*/ 582 w 948"/>
                      <a:gd name="T23" fmla="*/ 0 h 582"/>
                      <a:gd name="T24" fmla="*/ 468 w 948"/>
                      <a:gd name="T25" fmla="*/ 113 h 582"/>
                      <a:gd name="T26" fmla="*/ 537 w 948"/>
                      <a:gd name="T27" fmla="*/ 113 h 582"/>
                      <a:gd name="T28" fmla="*/ 537 w 948"/>
                      <a:gd name="T29" fmla="*/ 267 h 582"/>
                      <a:gd name="T30" fmla="*/ 369 w 948"/>
                      <a:gd name="T31" fmla="*/ 267 h 582"/>
                      <a:gd name="T32" fmla="*/ 369 w 948"/>
                      <a:gd name="T33" fmla="*/ 210 h 582"/>
                      <a:gd name="T34" fmla="*/ 255 w 948"/>
                      <a:gd name="T35" fmla="*/ 327 h 582"/>
                      <a:gd name="T36" fmla="*/ 262 w 948"/>
                      <a:gd name="T37" fmla="*/ 327 h 582"/>
                      <a:gd name="T38" fmla="*/ 262 w 948"/>
                      <a:gd name="T39" fmla="*/ 480 h 582"/>
                      <a:gd name="T40" fmla="*/ 102 w 948"/>
                      <a:gd name="T41" fmla="*/ 480 h 582"/>
                      <a:gd name="T42" fmla="*/ 0 w 948"/>
                      <a:gd name="T43" fmla="*/ 582 h 582"/>
                      <a:gd name="T44" fmla="*/ 369 w 948"/>
                      <a:gd name="T45" fmla="*/ 582 h 582"/>
                      <a:gd name="T46" fmla="*/ 369 w 948"/>
                      <a:gd name="T47" fmla="*/ 327 h 582"/>
                      <a:gd name="T48" fmla="*/ 537 w 948"/>
                      <a:gd name="T49" fmla="*/ 327 h 582"/>
                      <a:gd name="T50" fmla="*/ 537 w 948"/>
                      <a:gd name="T51" fmla="*/ 582 h 582"/>
                      <a:gd name="T52" fmla="*/ 948 w 948"/>
                      <a:gd name="T53" fmla="*/ 582 h 582"/>
                      <a:gd name="T54" fmla="*/ 948 w 948"/>
                      <a:gd name="T55" fmla="*/ 341 h 582"/>
                      <a:gd name="T56" fmla="*/ 948 w 948"/>
                      <a:gd name="T57" fmla="*/ 0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948" h="582">
                        <a:moveTo>
                          <a:pt x="643" y="480"/>
                        </a:moveTo>
                        <a:lnTo>
                          <a:pt x="643" y="327"/>
                        </a:lnTo>
                        <a:lnTo>
                          <a:pt x="811" y="327"/>
                        </a:lnTo>
                        <a:lnTo>
                          <a:pt x="811" y="480"/>
                        </a:lnTo>
                        <a:lnTo>
                          <a:pt x="643" y="480"/>
                        </a:lnTo>
                        <a:moveTo>
                          <a:pt x="643" y="267"/>
                        </a:moveTo>
                        <a:lnTo>
                          <a:pt x="643" y="113"/>
                        </a:lnTo>
                        <a:lnTo>
                          <a:pt x="811" y="113"/>
                        </a:lnTo>
                        <a:lnTo>
                          <a:pt x="811" y="267"/>
                        </a:lnTo>
                        <a:lnTo>
                          <a:pt x="643" y="267"/>
                        </a:lnTo>
                        <a:moveTo>
                          <a:pt x="948" y="0"/>
                        </a:moveTo>
                        <a:lnTo>
                          <a:pt x="582" y="0"/>
                        </a:lnTo>
                        <a:lnTo>
                          <a:pt x="468" y="113"/>
                        </a:lnTo>
                        <a:lnTo>
                          <a:pt x="537" y="113"/>
                        </a:lnTo>
                        <a:lnTo>
                          <a:pt x="537" y="267"/>
                        </a:lnTo>
                        <a:lnTo>
                          <a:pt x="369" y="267"/>
                        </a:lnTo>
                        <a:lnTo>
                          <a:pt x="369" y="210"/>
                        </a:lnTo>
                        <a:lnTo>
                          <a:pt x="255" y="327"/>
                        </a:lnTo>
                        <a:lnTo>
                          <a:pt x="262" y="327"/>
                        </a:lnTo>
                        <a:lnTo>
                          <a:pt x="262" y="480"/>
                        </a:lnTo>
                        <a:lnTo>
                          <a:pt x="102" y="480"/>
                        </a:lnTo>
                        <a:lnTo>
                          <a:pt x="0" y="582"/>
                        </a:lnTo>
                        <a:lnTo>
                          <a:pt x="369" y="582"/>
                        </a:lnTo>
                        <a:lnTo>
                          <a:pt x="369" y="327"/>
                        </a:lnTo>
                        <a:lnTo>
                          <a:pt x="537" y="327"/>
                        </a:lnTo>
                        <a:lnTo>
                          <a:pt x="537" y="582"/>
                        </a:lnTo>
                        <a:lnTo>
                          <a:pt x="948" y="582"/>
                        </a:lnTo>
                        <a:lnTo>
                          <a:pt x="948" y="341"/>
                        </a:lnTo>
                        <a:lnTo>
                          <a:pt x="948" y="0"/>
                        </a:ln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4" name="Freeform 54"/>
                  <p:cNvSpPr>
                    <a:spLocks/>
                  </p:cNvSpPr>
                  <p:nvPr/>
                </p:nvSpPr>
                <p:spPr bwMode="auto">
                  <a:xfrm>
                    <a:off x="4094162" y="6053138"/>
                    <a:ext cx="254000" cy="242888"/>
                  </a:xfrm>
                  <a:custGeom>
                    <a:avLst/>
                    <a:gdLst>
                      <a:gd name="T0" fmla="*/ 160 w 160"/>
                      <a:gd name="T1" fmla="*/ 0 h 153"/>
                      <a:gd name="T2" fmla="*/ 153 w 160"/>
                      <a:gd name="T3" fmla="*/ 0 h 153"/>
                      <a:gd name="T4" fmla="*/ 0 w 160"/>
                      <a:gd name="T5" fmla="*/ 153 h 153"/>
                      <a:gd name="T6" fmla="*/ 160 w 160"/>
                      <a:gd name="T7" fmla="*/ 153 h 153"/>
                      <a:gd name="T8" fmla="*/ 160 w 160"/>
                      <a:gd name="T9" fmla="*/ 0 h 1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0" h="153">
                        <a:moveTo>
                          <a:pt x="160" y="0"/>
                        </a:moveTo>
                        <a:lnTo>
                          <a:pt x="153" y="0"/>
                        </a:lnTo>
                        <a:lnTo>
                          <a:pt x="0" y="153"/>
                        </a:lnTo>
                        <a:lnTo>
                          <a:pt x="160" y="153"/>
                        </a:lnTo>
                        <a:lnTo>
                          <a:pt x="16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5" name="Freeform 55"/>
                  <p:cNvSpPr>
                    <a:spLocks/>
                  </p:cNvSpPr>
                  <p:nvPr/>
                </p:nvSpPr>
                <p:spPr bwMode="auto">
                  <a:xfrm>
                    <a:off x="4094162" y="6053138"/>
                    <a:ext cx="254000" cy="242888"/>
                  </a:xfrm>
                  <a:custGeom>
                    <a:avLst/>
                    <a:gdLst>
                      <a:gd name="T0" fmla="*/ 160 w 160"/>
                      <a:gd name="T1" fmla="*/ 0 h 153"/>
                      <a:gd name="T2" fmla="*/ 153 w 160"/>
                      <a:gd name="T3" fmla="*/ 0 h 153"/>
                      <a:gd name="T4" fmla="*/ 0 w 160"/>
                      <a:gd name="T5" fmla="*/ 153 h 153"/>
                      <a:gd name="T6" fmla="*/ 160 w 160"/>
                      <a:gd name="T7" fmla="*/ 153 h 153"/>
                      <a:gd name="T8" fmla="*/ 160 w 160"/>
                      <a:gd name="T9" fmla="*/ 0 h 1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0" h="153">
                        <a:moveTo>
                          <a:pt x="160" y="0"/>
                        </a:moveTo>
                        <a:lnTo>
                          <a:pt x="153" y="0"/>
                        </a:lnTo>
                        <a:lnTo>
                          <a:pt x="0" y="153"/>
                        </a:lnTo>
                        <a:lnTo>
                          <a:pt x="160" y="153"/>
                        </a:lnTo>
                        <a:lnTo>
                          <a:pt x="160" y="0"/>
                        </a:ln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" name="Freeform 56"/>
                  <p:cNvSpPr>
                    <a:spLocks/>
                  </p:cNvSpPr>
                  <p:nvPr/>
                </p:nvSpPr>
                <p:spPr bwMode="auto">
                  <a:xfrm>
                    <a:off x="4518024" y="5713413"/>
                    <a:ext cx="266700" cy="244475"/>
                  </a:xfrm>
                  <a:custGeom>
                    <a:avLst/>
                    <a:gdLst>
                      <a:gd name="T0" fmla="*/ 168 w 168"/>
                      <a:gd name="T1" fmla="*/ 0 h 154"/>
                      <a:gd name="T2" fmla="*/ 99 w 168"/>
                      <a:gd name="T3" fmla="*/ 0 h 154"/>
                      <a:gd name="T4" fmla="*/ 0 w 168"/>
                      <a:gd name="T5" fmla="*/ 97 h 154"/>
                      <a:gd name="T6" fmla="*/ 0 w 168"/>
                      <a:gd name="T7" fmla="*/ 154 h 154"/>
                      <a:gd name="T8" fmla="*/ 168 w 168"/>
                      <a:gd name="T9" fmla="*/ 154 h 154"/>
                      <a:gd name="T10" fmla="*/ 168 w 168"/>
                      <a:gd name="T11" fmla="*/ 0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8" h="154">
                        <a:moveTo>
                          <a:pt x="168" y="0"/>
                        </a:moveTo>
                        <a:lnTo>
                          <a:pt x="99" y="0"/>
                        </a:lnTo>
                        <a:lnTo>
                          <a:pt x="0" y="97"/>
                        </a:lnTo>
                        <a:lnTo>
                          <a:pt x="0" y="154"/>
                        </a:lnTo>
                        <a:lnTo>
                          <a:pt x="168" y="154"/>
                        </a:lnTo>
                        <a:lnTo>
                          <a:pt x="16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7" name="Freeform 57"/>
                  <p:cNvSpPr>
                    <a:spLocks/>
                  </p:cNvSpPr>
                  <p:nvPr/>
                </p:nvSpPr>
                <p:spPr bwMode="auto">
                  <a:xfrm>
                    <a:off x="4518024" y="5713413"/>
                    <a:ext cx="266700" cy="244475"/>
                  </a:xfrm>
                  <a:custGeom>
                    <a:avLst/>
                    <a:gdLst>
                      <a:gd name="T0" fmla="*/ 168 w 168"/>
                      <a:gd name="T1" fmla="*/ 0 h 154"/>
                      <a:gd name="T2" fmla="*/ 99 w 168"/>
                      <a:gd name="T3" fmla="*/ 0 h 154"/>
                      <a:gd name="T4" fmla="*/ 0 w 168"/>
                      <a:gd name="T5" fmla="*/ 97 h 154"/>
                      <a:gd name="T6" fmla="*/ 0 w 168"/>
                      <a:gd name="T7" fmla="*/ 154 h 154"/>
                      <a:gd name="T8" fmla="*/ 168 w 168"/>
                      <a:gd name="T9" fmla="*/ 154 h 154"/>
                      <a:gd name="T10" fmla="*/ 168 w 168"/>
                      <a:gd name="T11" fmla="*/ 0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8" h="154">
                        <a:moveTo>
                          <a:pt x="168" y="0"/>
                        </a:moveTo>
                        <a:lnTo>
                          <a:pt x="99" y="0"/>
                        </a:lnTo>
                        <a:lnTo>
                          <a:pt x="0" y="97"/>
                        </a:lnTo>
                        <a:lnTo>
                          <a:pt x="0" y="154"/>
                        </a:lnTo>
                        <a:lnTo>
                          <a:pt x="168" y="154"/>
                        </a:lnTo>
                        <a:lnTo>
                          <a:pt x="168" y="0"/>
                        </a:ln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8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5713413"/>
                    <a:ext cx="266700" cy="2444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19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5713413"/>
                    <a:ext cx="266700" cy="2444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0" name="Rectangle 60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6053138"/>
                    <a:ext cx="266700" cy="242888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1" name="Rectangle 61"/>
                  <p:cNvSpPr>
                    <a:spLocks noChangeArrowheads="1"/>
                  </p:cNvSpPr>
                  <p:nvPr/>
                </p:nvSpPr>
                <p:spPr bwMode="auto">
                  <a:xfrm>
                    <a:off x="4952999" y="6053138"/>
                    <a:ext cx="266700" cy="242888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2" name="Rectangle 62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6053138"/>
                    <a:ext cx="266700" cy="404813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3" name="Rectangle 63"/>
                  <p:cNvSpPr>
                    <a:spLocks noChangeArrowheads="1"/>
                  </p:cNvSpPr>
                  <p:nvPr/>
                </p:nvSpPr>
                <p:spPr bwMode="auto">
                  <a:xfrm>
                    <a:off x="4518024" y="6053138"/>
                    <a:ext cx="266700" cy="404813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224" name="Freeform 64"/>
                  <p:cNvSpPr>
                    <a:spLocks/>
                  </p:cNvSpPr>
                  <p:nvPr/>
                </p:nvSpPr>
                <p:spPr bwMode="auto">
                  <a:xfrm>
                    <a:off x="2790824" y="6034088"/>
                    <a:ext cx="638175" cy="423863"/>
                  </a:xfrm>
                  <a:custGeom>
                    <a:avLst/>
                    <a:gdLst>
                      <a:gd name="T0" fmla="*/ 402 w 402"/>
                      <a:gd name="T1" fmla="*/ 0 h 267"/>
                      <a:gd name="T2" fmla="*/ 402 w 402"/>
                      <a:gd name="T3" fmla="*/ 0 h 267"/>
                      <a:gd name="T4" fmla="*/ 267 w 402"/>
                      <a:gd name="T5" fmla="*/ 0 h 267"/>
                      <a:gd name="T6" fmla="*/ 206 w 402"/>
                      <a:gd name="T7" fmla="*/ 59 h 267"/>
                      <a:gd name="T8" fmla="*/ 213 w 402"/>
                      <a:gd name="T9" fmla="*/ 59 h 267"/>
                      <a:gd name="T10" fmla="*/ 213 w 402"/>
                      <a:gd name="T11" fmla="*/ 165 h 267"/>
                      <a:gd name="T12" fmla="*/ 102 w 402"/>
                      <a:gd name="T13" fmla="*/ 165 h 267"/>
                      <a:gd name="T14" fmla="*/ 0 w 402"/>
                      <a:gd name="T15" fmla="*/ 267 h 267"/>
                      <a:gd name="T16" fmla="*/ 402 w 402"/>
                      <a:gd name="T17" fmla="*/ 267 h 267"/>
                      <a:gd name="T18" fmla="*/ 402 w 402"/>
                      <a:gd name="T19" fmla="*/ 0 h 2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02" h="267">
                        <a:moveTo>
                          <a:pt x="402" y="0"/>
                        </a:moveTo>
                        <a:lnTo>
                          <a:pt x="402" y="0"/>
                        </a:lnTo>
                        <a:lnTo>
                          <a:pt x="267" y="0"/>
                        </a:lnTo>
                        <a:lnTo>
                          <a:pt x="206" y="59"/>
                        </a:lnTo>
                        <a:lnTo>
                          <a:pt x="213" y="59"/>
                        </a:lnTo>
                        <a:lnTo>
                          <a:pt x="213" y="165"/>
                        </a:lnTo>
                        <a:lnTo>
                          <a:pt x="102" y="165"/>
                        </a:lnTo>
                        <a:lnTo>
                          <a:pt x="0" y="267"/>
                        </a:lnTo>
                        <a:lnTo>
                          <a:pt x="402" y="26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82" name="Freeform 66"/>
                <p:cNvSpPr>
                  <a:spLocks/>
                </p:cNvSpPr>
                <p:nvPr/>
              </p:nvSpPr>
              <p:spPr bwMode="auto">
                <a:xfrm>
                  <a:off x="2952749" y="6127750"/>
                  <a:ext cx="176213" cy="168275"/>
                </a:xfrm>
                <a:custGeom>
                  <a:avLst/>
                  <a:gdLst>
                    <a:gd name="T0" fmla="*/ 111 w 111"/>
                    <a:gd name="T1" fmla="*/ 0 h 106"/>
                    <a:gd name="T2" fmla="*/ 104 w 111"/>
                    <a:gd name="T3" fmla="*/ 0 h 106"/>
                    <a:gd name="T4" fmla="*/ 0 w 111"/>
                    <a:gd name="T5" fmla="*/ 106 h 106"/>
                    <a:gd name="T6" fmla="*/ 111 w 111"/>
                    <a:gd name="T7" fmla="*/ 106 h 106"/>
                    <a:gd name="T8" fmla="*/ 111 w 111"/>
                    <a:gd name="T9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06">
                      <a:moveTo>
                        <a:pt x="111" y="0"/>
                      </a:moveTo>
                      <a:lnTo>
                        <a:pt x="104" y="0"/>
                      </a:lnTo>
                      <a:lnTo>
                        <a:pt x="0" y="106"/>
                      </a:lnTo>
                      <a:lnTo>
                        <a:pt x="111" y="106"/>
                      </a:lnTo>
                      <a:lnTo>
                        <a:pt x="11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80" name="Freeform 67"/>
              <p:cNvSpPr>
                <a:spLocks/>
              </p:cNvSpPr>
              <p:nvPr/>
            </p:nvSpPr>
            <p:spPr bwMode="auto">
              <a:xfrm>
                <a:off x="2952749" y="6127750"/>
                <a:ext cx="176213" cy="168275"/>
              </a:xfrm>
              <a:custGeom>
                <a:avLst/>
                <a:gdLst>
                  <a:gd name="T0" fmla="*/ 111 w 111"/>
                  <a:gd name="T1" fmla="*/ 0 h 106"/>
                  <a:gd name="T2" fmla="*/ 104 w 111"/>
                  <a:gd name="T3" fmla="*/ 0 h 106"/>
                  <a:gd name="T4" fmla="*/ 0 w 111"/>
                  <a:gd name="T5" fmla="*/ 106 h 106"/>
                  <a:gd name="T6" fmla="*/ 111 w 111"/>
                  <a:gd name="T7" fmla="*/ 106 h 106"/>
                  <a:gd name="T8" fmla="*/ 111 w 111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06">
                    <a:moveTo>
                      <a:pt x="111" y="0"/>
                    </a:moveTo>
                    <a:lnTo>
                      <a:pt x="104" y="0"/>
                    </a:lnTo>
                    <a:lnTo>
                      <a:pt x="0" y="106"/>
                    </a:lnTo>
                    <a:lnTo>
                      <a:pt x="111" y="106"/>
                    </a:lnTo>
                    <a:lnTo>
                      <a:pt x="11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76" name="组合 275"/>
          <p:cNvGrpSpPr/>
          <p:nvPr/>
        </p:nvGrpSpPr>
        <p:grpSpPr>
          <a:xfrm>
            <a:off x="8947260" y="1042473"/>
            <a:ext cx="1801616" cy="3934223"/>
            <a:chOff x="8947260" y="1042473"/>
            <a:chExt cx="1801616" cy="3934223"/>
          </a:xfrm>
        </p:grpSpPr>
        <p:sp>
          <p:nvSpPr>
            <p:cNvPr id="177" name="任意多边形 176"/>
            <p:cNvSpPr/>
            <p:nvPr/>
          </p:nvSpPr>
          <p:spPr>
            <a:xfrm>
              <a:off x="8947260" y="1042473"/>
              <a:ext cx="1422243" cy="2032117"/>
            </a:xfrm>
            <a:custGeom>
              <a:avLst/>
              <a:gdLst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4700 w 7372350"/>
                <a:gd name="connsiteY14" fmla="*/ 5715000 h 11515725"/>
                <a:gd name="connsiteX15" fmla="*/ 3057525 w 7372350"/>
                <a:gd name="connsiteY15" fmla="*/ 5857875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057525 w 7372350"/>
                <a:gd name="connsiteY15" fmla="*/ 5857875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78969 w 7372350"/>
                <a:gd name="connsiteY15" fmla="*/ 5881688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43250 w 7372350"/>
                <a:gd name="connsiteY21" fmla="*/ 11315700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78881 w 7372350"/>
                <a:gd name="connsiteY18" fmla="*/ 84391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3100388 w 7558088"/>
                <a:gd name="connsiteY0" fmla="*/ 0 h 11458575"/>
                <a:gd name="connsiteX1" fmla="*/ 3271838 w 7558088"/>
                <a:gd name="connsiteY1" fmla="*/ 342900 h 11458575"/>
                <a:gd name="connsiteX2" fmla="*/ 5815013 w 7558088"/>
                <a:gd name="connsiteY2" fmla="*/ 5715000 h 11458575"/>
                <a:gd name="connsiteX3" fmla="*/ 6043613 w 7558088"/>
                <a:gd name="connsiteY3" fmla="*/ 5629275 h 11458575"/>
                <a:gd name="connsiteX4" fmla="*/ 5472113 w 7558088"/>
                <a:gd name="connsiteY4" fmla="*/ 4429125 h 11458575"/>
                <a:gd name="connsiteX5" fmla="*/ 5843588 w 7558088"/>
                <a:gd name="connsiteY5" fmla="*/ 4000500 h 11458575"/>
                <a:gd name="connsiteX6" fmla="*/ 7558088 w 7558088"/>
                <a:gd name="connsiteY6" fmla="*/ 6343650 h 11458575"/>
                <a:gd name="connsiteX7" fmla="*/ 6243638 w 7558088"/>
                <a:gd name="connsiteY7" fmla="*/ 10744200 h 11458575"/>
                <a:gd name="connsiteX8" fmla="*/ 6043613 w 7558088"/>
                <a:gd name="connsiteY8" fmla="*/ 10487025 h 11458575"/>
                <a:gd name="connsiteX9" fmla="*/ 5843588 w 7558088"/>
                <a:gd name="connsiteY9" fmla="*/ 7743825 h 11458575"/>
                <a:gd name="connsiteX10" fmla="*/ 5729288 w 7558088"/>
                <a:gd name="connsiteY10" fmla="*/ 8543925 h 11458575"/>
                <a:gd name="connsiteX11" fmla="*/ 5529263 w 7558088"/>
                <a:gd name="connsiteY11" fmla="*/ 8429625 h 11458575"/>
                <a:gd name="connsiteX12" fmla="*/ 5214938 w 7558088"/>
                <a:gd name="connsiteY12" fmla="*/ 7396162 h 11458575"/>
                <a:gd name="connsiteX13" fmla="*/ 4891088 w 7558088"/>
                <a:gd name="connsiteY13" fmla="*/ 7386637 h 11458575"/>
                <a:gd name="connsiteX14" fmla="*/ 4629150 w 7558088"/>
                <a:gd name="connsiteY14" fmla="*/ 7429500 h 11458575"/>
                <a:gd name="connsiteX15" fmla="*/ 3490912 w 7558088"/>
                <a:gd name="connsiteY15" fmla="*/ 5784056 h 11458575"/>
                <a:gd name="connsiteX16" fmla="*/ 3371850 w 7558088"/>
                <a:gd name="connsiteY16" fmla="*/ 5886451 h 11458575"/>
                <a:gd name="connsiteX17" fmla="*/ 3221832 w 7558088"/>
                <a:gd name="connsiteY17" fmla="*/ 9408319 h 11458575"/>
                <a:gd name="connsiteX18" fmla="*/ 2643187 w 7558088"/>
                <a:gd name="connsiteY18" fmla="*/ 8446293 h 11458575"/>
                <a:gd name="connsiteX19" fmla="*/ 2728913 w 7558088"/>
                <a:gd name="connsiteY19" fmla="*/ 8201025 h 11458575"/>
                <a:gd name="connsiteX20" fmla="*/ 2526507 w 7558088"/>
                <a:gd name="connsiteY20" fmla="*/ 8446294 h 11458575"/>
                <a:gd name="connsiteX21" fmla="*/ 3378994 w 7558088"/>
                <a:gd name="connsiteY21" fmla="*/ 11249025 h 11458575"/>
                <a:gd name="connsiteX22" fmla="*/ 3221832 w 7558088"/>
                <a:gd name="connsiteY22" fmla="*/ 11458575 h 11458575"/>
                <a:gd name="connsiteX23" fmla="*/ 0 w 7558088"/>
                <a:gd name="connsiteY23" fmla="*/ 4752975 h 11458575"/>
                <a:gd name="connsiteX24" fmla="*/ 414338 w 7558088"/>
                <a:gd name="connsiteY24" fmla="*/ 4829175 h 11458575"/>
                <a:gd name="connsiteX25" fmla="*/ 985838 w 7558088"/>
                <a:gd name="connsiteY25" fmla="*/ 6229350 h 11458575"/>
                <a:gd name="connsiteX26" fmla="*/ 1185863 w 7558088"/>
                <a:gd name="connsiteY26" fmla="*/ 6115050 h 11458575"/>
                <a:gd name="connsiteX27" fmla="*/ 900113 w 7558088"/>
                <a:gd name="connsiteY27" fmla="*/ 3200400 h 11458575"/>
                <a:gd name="connsiteX28" fmla="*/ 1157288 w 7558088"/>
                <a:gd name="connsiteY28" fmla="*/ 3200400 h 11458575"/>
                <a:gd name="connsiteX29" fmla="*/ 1471613 w 7558088"/>
                <a:gd name="connsiteY29" fmla="*/ 4057650 h 11458575"/>
                <a:gd name="connsiteX30" fmla="*/ 1643063 w 7558088"/>
                <a:gd name="connsiteY30" fmla="*/ 3943350 h 11458575"/>
                <a:gd name="connsiteX31" fmla="*/ 3100388 w 7558088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726133 w 7869883"/>
                <a:gd name="connsiteY24" fmla="*/ 4829175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91253 w 7869883"/>
                <a:gd name="connsiteY1" fmla="*/ 23622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1439 h 11460014"/>
                <a:gd name="connsiteX1" fmla="*/ 35531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531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86491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912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018 h 11459593"/>
                <a:gd name="connsiteX1" fmla="*/ 3591253 w 7869883"/>
                <a:gd name="connsiteY1" fmla="*/ 244858 h 11459593"/>
                <a:gd name="connsiteX2" fmla="*/ 6126808 w 7869883"/>
                <a:gd name="connsiteY2" fmla="*/ 5716018 h 11459593"/>
                <a:gd name="connsiteX3" fmla="*/ 6355408 w 7869883"/>
                <a:gd name="connsiteY3" fmla="*/ 5630293 h 11459593"/>
                <a:gd name="connsiteX4" fmla="*/ 5783908 w 7869883"/>
                <a:gd name="connsiteY4" fmla="*/ 4430143 h 11459593"/>
                <a:gd name="connsiteX5" fmla="*/ 6155383 w 7869883"/>
                <a:gd name="connsiteY5" fmla="*/ 4001518 h 11459593"/>
                <a:gd name="connsiteX6" fmla="*/ 7869883 w 7869883"/>
                <a:gd name="connsiteY6" fmla="*/ 6344668 h 11459593"/>
                <a:gd name="connsiteX7" fmla="*/ 6555433 w 7869883"/>
                <a:gd name="connsiteY7" fmla="*/ 10745218 h 11459593"/>
                <a:gd name="connsiteX8" fmla="*/ 6355408 w 7869883"/>
                <a:gd name="connsiteY8" fmla="*/ 10488043 h 11459593"/>
                <a:gd name="connsiteX9" fmla="*/ 6155383 w 7869883"/>
                <a:gd name="connsiteY9" fmla="*/ 7744843 h 11459593"/>
                <a:gd name="connsiteX10" fmla="*/ 6041083 w 7869883"/>
                <a:gd name="connsiteY10" fmla="*/ 8544943 h 11459593"/>
                <a:gd name="connsiteX11" fmla="*/ 5841058 w 7869883"/>
                <a:gd name="connsiteY11" fmla="*/ 8430643 h 11459593"/>
                <a:gd name="connsiteX12" fmla="*/ 5526733 w 7869883"/>
                <a:gd name="connsiteY12" fmla="*/ 7397180 h 11459593"/>
                <a:gd name="connsiteX13" fmla="*/ 5202883 w 7869883"/>
                <a:gd name="connsiteY13" fmla="*/ 7387655 h 11459593"/>
                <a:gd name="connsiteX14" fmla="*/ 4940945 w 7869883"/>
                <a:gd name="connsiteY14" fmla="*/ 7430518 h 11459593"/>
                <a:gd name="connsiteX15" fmla="*/ 3802707 w 7869883"/>
                <a:gd name="connsiteY15" fmla="*/ 5785074 h 11459593"/>
                <a:gd name="connsiteX16" fmla="*/ 3683645 w 7869883"/>
                <a:gd name="connsiteY16" fmla="*/ 5887469 h 11459593"/>
                <a:gd name="connsiteX17" fmla="*/ 3533627 w 7869883"/>
                <a:gd name="connsiteY17" fmla="*/ 9409337 h 11459593"/>
                <a:gd name="connsiteX18" fmla="*/ 2954982 w 7869883"/>
                <a:gd name="connsiteY18" fmla="*/ 8447311 h 11459593"/>
                <a:gd name="connsiteX19" fmla="*/ 3040708 w 7869883"/>
                <a:gd name="connsiteY19" fmla="*/ 8202043 h 11459593"/>
                <a:gd name="connsiteX20" fmla="*/ 2838302 w 7869883"/>
                <a:gd name="connsiteY20" fmla="*/ 8447312 h 11459593"/>
                <a:gd name="connsiteX21" fmla="*/ 3690789 w 7869883"/>
                <a:gd name="connsiteY21" fmla="*/ 11250043 h 11459593"/>
                <a:gd name="connsiteX22" fmla="*/ 3533627 w 7869883"/>
                <a:gd name="connsiteY22" fmla="*/ 11459593 h 11459593"/>
                <a:gd name="connsiteX23" fmla="*/ 311795 w 7869883"/>
                <a:gd name="connsiteY23" fmla="*/ 4753993 h 11459593"/>
                <a:gd name="connsiteX24" fmla="*/ 616595 w 7869883"/>
                <a:gd name="connsiteY24" fmla="*/ 4725418 h 11459593"/>
                <a:gd name="connsiteX25" fmla="*/ 1297633 w 7869883"/>
                <a:gd name="connsiteY25" fmla="*/ 6287518 h 11459593"/>
                <a:gd name="connsiteX26" fmla="*/ 1426221 w 7869883"/>
                <a:gd name="connsiteY26" fmla="*/ 6120830 h 11459593"/>
                <a:gd name="connsiteX27" fmla="*/ 1111895 w 7869883"/>
                <a:gd name="connsiteY27" fmla="*/ 3125218 h 11459593"/>
                <a:gd name="connsiteX28" fmla="*/ 1516708 w 7869883"/>
                <a:gd name="connsiteY28" fmla="*/ 3268092 h 11459593"/>
                <a:gd name="connsiteX29" fmla="*/ 1816745 w 7869883"/>
                <a:gd name="connsiteY29" fmla="*/ 3953893 h 11459593"/>
                <a:gd name="connsiteX30" fmla="*/ 1957239 w 7869883"/>
                <a:gd name="connsiteY30" fmla="*/ 3927699 h 11459593"/>
                <a:gd name="connsiteX31" fmla="*/ 3412183 w 7869883"/>
                <a:gd name="connsiteY31" fmla="*/ 1018 h 11459593"/>
                <a:gd name="connsiteX0" fmla="*/ 3412183 w 7869883"/>
                <a:gd name="connsiteY0" fmla="*/ 930 h 11459505"/>
                <a:gd name="connsiteX1" fmla="*/ 3591253 w 7869883"/>
                <a:gd name="connsiteY1" fmla="*/ 244770 h 11459505"/>
                <a:gd name="connsiteX2" fmla="*/ 6126808 w 7869883"/>
                <a:gd name="connsiteY2" fmla="*/ 5715930 h 11459505"/>
                <a:gd name="connsiteX3" fmla="*/ 6355408 w 7869883"/>
                <a:gd name="connsiteY3" fmla="*/ 5630205 h 11459505"/>
                <a:gd name="connsiteX4" fmla="*/ 5783908 w 7869883"/>
                <a:gd name="connsiteY4" fmla="*/ 4430055 h 11459505"/>
                <a:gd name="connsiteX5" fmla="*/ 6155383 w 7869883"/>
                <a:gd name="connsiteY5" fmla="*/ 4001430 h 11459505"/>
                <a:gd name="connsiteX6" fmla="*/ 7869883 w 7869883"/>
                <a:gd name="connsiteY6" fmla="*/ 6344580 h 11459505"/>
                <a:gd name="connsiteX7" fmla="*/ 6555433 w 7869883"/>
                <a:gd name="connsiteY7" fmla="*/ 10745130 h 11459505"/>
                <a:gd name="connsiteX8" fmla="*/ 6355408 w 7869883"/>
                <a:gd name="connsiteY8" fmla="*/ 10487955 h 11459505"/>
                <a:gd name="connsiteX9" fmla="*/ 6155383 w 7869883"/>
                <a:gd name="connsiteY9" fmla="*/ 7744755 h 11459505"/>
                <a:gd name="connsiteX10" fmla="*/ 6041083 w 7869883"/>
                <a:gd name="connsiteY10" fmla="*/ 8544855 h 11459505"/>
                <a:gd name="connsiteX11" fmla="*/ 5841058 w 7869883"/>
                <a:gd name="connsiteY11" fmla="*/ 8430555 h 11459505"/>
                <a:gd name="connsiteX12" fmla="*/ 5526733 w 7869883"/>
                <a:gd name="connsiteY12" fmla="*/ 7397092 h 11459505"/>
                <a:gd name="connsiteX13" fmla="*/ 5202883 w 7869883"/>
                <a:gd name="connsiteY13" fmla="*/ 7387567 h 11459505"/>
                <a:gd name="connsiteX14" fmla="*/ 4940945 w 7869883"/>
                <a:gd name="connsiteY14" fmla="*/ 7430430 h 11459505"/>
                <a:gd name="connsiteX15" fmla="*/ 3802707 w 7869883"/>
                <a:gd name="connsiteY15" fmla="*/ 5784986 h 11459505"/>
                <a:gd name="connsiteX16" fmla="*/ 3683645 w 7869883"/>
                <a:gd name="connsiteY16" fmla="*/ 5887381 h 11459505"/>
                <a:gd name="connsiteX17" fmla="*/ 3533627 w 7869883"/>
                <a:gd name="connsiteY17" fmla="*/ 9409249 h 11459505"/>
                <a:gd name="connsiteX18" fmla="*/ 2954982 w 7869883"/>
                <a:gd name="connsiteY18" fmla="*/ 8447223 h 11459505"/>
                <a:gd name="connsiteX19" fmla="*/ 3040708 w 7869883"/>
                <a:gd name="connsiteY19" fmla="*/ 8201955 h 11459505"/>
                <a:gd name="connsiteX20" fmla="*/ 2838302 w 7869883"/>
                <a:gd name="connsiteY20" fmla="*/ 8447224 h 11459505"/>
                <a:gd name="connsiteX21" fmla="*/ 3690789 w 7869883"/>
                <a:gd name="connsiteY21" fmla="*/ 11249955 h 11459505"/>
                <a:gd name="connsiteX22" fmla="*/ 3533627 w 7869883"/>
                <a:gd name="connsiteY22" fmla="*/ 11459505 h 11459505"/>
                <a:gd name="connsiteX23" fmla="*/ 311795 w 7869883"/>
                <a:gd name="connsiteY23" fmla="*/ 4753905 h 11459505"/>
                <a:gd name="connsiteX24" fmla="*/ 616595 w 7869883"/>
                <a:gd name="connsiteY24" fmla="*/ 4725330 h 11459505"/>
                <a:gd name="connsiteX25" fmla="*/ 1297633 w 7869883"/>
                <a:gd name="connsiteY25" fmla="*/ 6287430 h 11459505"/>
                <a:gd name="connsiteX26" fmla="*/ 1426221 w 7869883"/>
                <a:gd name="connsiteY26" fmla="*/ 6120742 h 11459505"/>
                <a:gd name="connsiteX27" fmla="*/ 1111895 w 7869883"/>
                <a:gd name="connsiteY27" fmla="*/ 3125130 h 11459505"/>
                <a:gd name="connsiteX28" fmla="*/ 1516708 w 7869883"/>
                <a:gd name="connsiteY28" fmla="*/ 3268004 h 11459505"/>
                <a:gd name="connsiteX29" fmla="*/ 1816745 w 7869883"/>
                <a:gd name="connsiteY29" fmla="*/ 3953805 h 11459505"/>
                <a:gd name="connsiteX30" fmla="*/ 1957239 w 7869883"/>
                <a:gd name="connsiteY30" fmla="*/ 3927611 h 11459505"/>
                <a:gd name="connsiteX31" fmla="*/ 3412183 w 7869883"/>
                <a:gd name="connsiteY31" fmla="*/ 930 h 11459505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1584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912118"/>
                <a:gd name="connsiteY0" fmla="*/ 176 h 11458751"/>
                <a:gd name="connsiteX1" fmla="*/ 3591253 w 7912118"/>
                <a:gd name="connsiteY1" fmla="*/ 244016 h 11458751"/>
                <a:gd name="connsiteX2" fmla="*/ 6126808 w 7912118"/>
                <a:gd name="connsiteY2" fmla="*/ 5715176 h 11458751"/>
                <a:gd name="connsiteX3" fmla="*/ 6272064 w 7912118"/>
                <a:gd name="connsiteY3" fmla="*/ 5624688 h 11458751"/>
                <a:gd name="connsiteX4" fmla="*/ 5798195 w 7912118"/>
                <a:gd name="connsiteY4" fmla="*/ 4424538 h 11458751"/>
                <a:gd name="connsiteX5" fmla="*/ 6224441 w 7912118"/>
                <a:gd name="connsiteY5" fmla="*/ 3938763 h 11458751"/>
                <a:gd name="connsiteX6" fmla="*/ 7869883 w 7912118"/>
                <a:gd name="connsiteY6" fmla="*/ 6343826 h 11458751"/>
                <a:gd name="connsiteX7" fmla="*/ 6555433 w 7912118"/>
                <a:gd name="connsiteY7" fmla="*/ 10744376 h 11458751"/>
                <a:gd name="connsiteX8" fmla="*/ 6355408 w 7912118"/>
                <a:gd name="connsiteY8" fmla="*/ 10487201 h 11458751"/>
                <a:gd name="connsiteX9" fmla="*/ 6155383 w 7912118"/>
                <a:gd name="connsiteY9" fmla="*/ 7744001 h 11458751"/>
                <a:gd name="connsiteX10" fmla="*/ 6041083 w 7912118"/>
                <a:gd name="connsiteY10" fmla="*/ 8544101 h 11458751"/>
                <a:gd name="connsiteX11" fmla="*/ 5841058 w 7912118"/>
                <a:gd name="connsiteY11" fmla="*/ 8429801 h 11458751"/>
                <a:gd name="connsiteX12" fmla="*/ 5526733 w 7912118"/>
                <a:gd name="connsiteY12" fmla="*/ 7396338 h 11458751"/>
                <a:gd name="connsiteX13" fmla="*/ 5202883 w 7912118"/>
                <a:gd name="connsiteY13" fmla="*/ 7386813 h 11458751"/>
                <a:gd name="connsiteX14" fmla="*/ 4940945 w 7912118"/>
                <a:gd name="connsiteY14" fmla="*/ 7429676 h 11458751"/>
                <a:gd name="connsiteX15" fmla="*/ 3802707 w 7912118"/>
                <a:gd name="connsiteY15" fmla="*/ 5784232 h 11458751"/>
                <a:gd name="connsiteX16" fmla="*/ 3683645 w 7912118"/>
                <a:gd name="connsiteY16" fmla="*/ 5886627 h 11458751"/>
                <a:gd name="connsiteX17" fmla="*/ 3533627 w 7912118"/>
                <a:gd name="connsiteY17" fmla="*/ 9408495 h 11458751"/>
                <a:gd name="connsiteX18" fmla="*/ 2954982 w 7912118"/>
                <a:gd name="connsiteY18" fmla="*/ 8446469 h 11458751"/>
                <a:gd name="connsiteX19" fmla="*/ 3040708 w 7912118"/>
                <a:gd name="connsiteY19" fmla="*/ 8201201 h 11458751"/>
                <a:gd name="connsiteX20" fmla="*/ 2838302 w 7912118"/>
                <a:gd name="connsiteY20" fmla="*/ 8446470 h 11458751"/>
                <a:gd name="connsiteX21" fmla="*/ 3690789 w 7912118"/>
                <a:gd name="connsiteY21" fmla="*/ 11249201 h 11458751"/>
                <a:gd name="connsiteX22" fmla="*/ 3533627 w 7912118"/>
                <a:gd name="connsiteY22" fmla="*/ 11458751 h 11458751"/>
                <a:gd name="connsiteX23" fmla="*/ 311795 w 7912118"/>
                <a:gd name="connsiteY23" fmla="*/ 4753151 h 11458751"/>
                <a:gd name="connsiteX24" fmla="*/ 616595 w 7912118"/>
                <a:gd name="connsiteY24" fmla="*/ 4724576 h 11458751"/>
                <a:gd name="connsiteX25" fmla="*/ 1297633 w 7912118"/>
                <a:gd name="connsiteY25" fmla="*/ 6286676 h 11458751"/>
                <a:gd name="connsiteX26" fmla="*/ 1426221 w 7912118"/>
                <a:gd name="connsiteY26" fmla="*/ 6119988 h 11458751"/>
                <a:gd name="connsiteX27" fmla="*/ 1111895 w 7912118"/>
                <a:gd name="connsiteY27" fmla="*/ 3124376 h 11458751"/>
                <a:gd name="connsiteX28" fmla="*/ 1516708 w 7912118"/>
                <a:gd name="connsiteY28" fmla="*/ 3267250 h 11458751"/>
                <a:gd name="connsiteX29" fmla="*/ 1816745 w 7912118"/>
                <a:gd name="connsiteY29" fmla="*/ 3953051 h 11458751"/>
                <a:gd name="connsiteX30" fmla="*/ 1957239 w 7912118"/>
                <a:gd name="connsiteY30" fmla="*/ 3926857 h 11458751"/>
                <a:gd name="connsiteX31" fmla="*/ 3412183 w 7912118"/>
                <a:gd name="connsiteY31" fmla="*/ 176 h 11458751"/>
                <a:gd name="connsiteX0" fmla="*/ 3412183 w 7947886"/>
                <a:gd name="connsiteY0" fmla="*/ 176 h 11458751"/>
                <a:gd name="connsiteX1" fmla="*/ 3591253 w 7947886"/>
                <a:gd name="connsiteY1" fmla="*/ 244016 h 11458751"/>
                <a:gd name="connsiteX2" fmla="*/ 6126808 w 7947886"/>
                <a:gd name="connsiteY2" fmla="*/ 5715176 h 11458751"/>
                <a:gd name="connsiteX3" fmla="*/ 6272064 w 7947886"/>
                <a:gd name="connsiteY3" fmla="*/ 5624688 h 11458751"/>
                <a:gd name="connsiteX4" fmla="*/ 5798195 w 7947886"/>
                <a:gd name="connsiteY4" fmla="*/ 4424538 h 11458751"/>
                <a:gd name="connsiteX5" fmla="*/ 6224441 w 7947886"/>
                <a:gd name="connsiteY5" fmla="*/ 3938763 h 11458751"/>
                <a:gd name="connsiteX6" fmla="*/ 7869883 w 7947886"/>
                <a:gd name="connsiteY6" fmla="*/ 6343826 h 11458751"/>
                <a:gd name="connsiteX7" fmla="*/ 6555433 w 7947886"/>
                <a:gd name="connsiteY7" fmla="*/ 10744376 h 11458751"/>
                <a:gd name="connsiteX8" fmla="*/ 6355408 w 7947886"/>
                <a:gd name="connsiteY8" fmla="*/ 10487201 h 11458751"/>
                <a:gd name="connsiteX9" fmla="*/ 6155383 w 7947886"/>
                <a:gd name="connsiteY9" fmla="*/ 7744001 h 11458751"/>
                <a:gd name="connsiteX10" fmla="*/ 6041083 w 7947886"/>
                <a:gd name="connsiteY10" fmla="*/ 8544101 h 11458751"/>
                <a:gd name="connsiteX11" fmla="*/ 5841058 w 7947886"/>
                <a:gd name="connsiteY11" fmla="*/ 8429801 h 11458751"/>
                <a:gd name="connsiteX12" fmla="*/ 5526733 w 7947886"/>
                <a:gd name="connsiteY12" fmla="*/ 7396338 h 11458751"/>
                <a:gd name="connsiteX13" fmla="*/ 5202883 w 7947886"/>
                <a:gd name="connsiteY13" fmla="*/ 7386813 h 11458751"/>
                <a:gd name="connsiteX14" fmla="*/ 4940945 w 7947886"/>
                <a:gd name="connsiteY14" fmla="*/ 7429676 h 11458751"/>
                <a:gd name="connsiteX15" fmla="*/ 3802707 w 7947886"/>
                <a:gd name="connsiteY15" fmla="*/ 5784232 h 11458751"/>
                <a:gd name="connsiteX16" fmla="*/ 3683645 w 7947886"/>
                <a:gd name="connsiteY16" fmla="*/ 5886627 h 11458751"/>
                <a:gd name="connsiteX17" fmla="*/ 3533627 w 7947886"/>
                <a:gd name="connsiteY17" fmla="*/ 9408495 h 11458751"/>
                <a:gd name="connsiteX18" fmla="*/ 2954982 w 7947886"/>
                <a:gd name="connsiteY18" fmla="*/ 8446469 h 11458751"/>
                <a:gd name="connsiteX19" fmla="*/ 3040708 w 7947886"/>
                <a:gd name="connsiteY19" fmla="*/ 8201201 h 11458751"/>
                <a:gd name="connsiteX20" fmla="*/ 2838302 w 7947886"/>
                <a:gd name="connsiteY20" fmla="*/ 8446470 h 11458751"/>
                <a:gd name="connsiteX21" fmla="*/ 3690789 w 7947886"/>
                <a:gd name="connsiteY21" fmla="*/ 11249201 h 11458751"/>
                <a:gd name="connsiteX22" fmla="*/ 3533627 w 7947886"/>
                <a:gd name="connsiteY22" fmla="*/ 11458751 h 11458751"/>
                <a:gd name="connsiteX23" fmla="*/ 311795 w 7947886"/>
                <a:gd name="connsiteY23" fmla="*/ 4753151 h 11458751"/>
                <a:gd name="connsiteX24" fmla="*/ 616595 w 7947886"/>
                <a:gd name="connsiteY24" fmla="*/ 4724576 h 11458751"/>
                <a:gd name="connsiteX25" fmla="*/ 1297633 w 7947886"/>
                <a:gd name="connsiteY25" fmla="*/ 6286676 h 11458751"/>
                <a:gd name="connsiteX26" fmla="*/ 1426221 w 7947886"/>
                <a:gd name="connsiteY26" fmla="*/ 6119988 h 11458751"/>
                <a:gd name="connsiteX27" fmla="*/ 1111895 w 7947886"/>
                <a:gd name="connsiteY27" fmla="*/ 3124376 h 11458751"/>
                <a:gd name="connsiteX28" fmla="*/ 1516708 w 7947886"/>
                <a:gd name="connsiteY28" fmla="*/ 3267250 h 11458751"/>
                <a:gd name="connsiteX29" fmla="*/ 1816745 w 7947886"/>
                <a:gd name="connsiteY29" fmla="*/ 3953051 h 11458751"/>
                <a:gd name="connsiteX30" fmla="*/ 1957239 w 7947886"/>
                <a:gd name="connsiteY30" fmla="*/ 3926857 h 11458751"/>
                <a:gd name="connsiteX31" fmla="*/ 3412183 w 7947886"/>
                <a:gd name="connsiteY31" fmla="*/ 176 h 11458751"/>
                <a:gd name="connsiteX0" fmla="*/ 3412183 w 7973126"/>
                <a:gd name="connsiteY0" fmla="*/ 176 h 11458751"/>
                <a:gd name="connsiteX1" fmla="*/ 3591253 w 7973126"/>
                <a:gd name="connsiteY1" fmla="*/ 244016 h 11458751"/>
                <a:gd name="connsiteX2" fmla="*/ 6126808 w 7973126"/>
                <a:gd name="connsiteY2" fmla="*/ 5715176 h 11458751"/>
                <a:gd name="connsiteX3" fmla="*/ 6272064 w 7973126"/>
                <a:gd name="connsiteY3" fmla="*/ 5624688 h 11458751"/>
                <a:gd name="connsiteX4" fmla="*/ 5798195 w 7973126"/>
                <a:gd name="connsiteY4" fmla="*/ 4424538 h 11458751"/>
                <a:gd name="connsiteX5" fmla="*/ 6224441 w 7973126"/>
                <a:gd name="connsiteY5" fmla="*/ 3938763 h 11458751"/>
                <a:gd name="connsiteX6" fmla="*/ 7869883 w 7973126"/>
                <a:gd name="connsiteY6" fmla="*/ 6343826 h 11458751"/>
                <a:gd name="connsiteX7" fmla="*/ 6555433 w 7973126"/>
                <a:gd name="connsiteY7" fmla="*/ 10744376 h 11458751"/>
                <a:gd name="connsiteX8" fmla="*/ 6355408 w 7973126"/>
                <a:gd name="connsiteY8" fmla="*/ 10487201 h 11458751"/>
                <a:gd name="connsiteX9" fmla="*/ 6155383 w 7973126"/>
                <a:gd name="connsiteY9" fmla="*/ 7744001 h 11458751"/>
                <a:gd name="connsiteX10" fmla="*/ 6041083 w 7973126"/>
                <a:gd name="connsiteY10" fmla="*/ 8544101 h 11458751"/>
                <a:gd name="connsiteX11" fmla="*/ 5841058 w 7973126"/>
                <a:gd name="connsiteY11" fmla="*/ 8429801 h 11458751"/>
                <a:gd name="connsiteX12" fmla="*/ 5526733 w 7973126"/>
                <a:gd name="connsiteY12" fmla="*/ 7396338 h 11458751"/>
                <a:gd name="connsiteX13" fmla="*/ 5202883 w 7973126"/>
                <a:gd name="connsiteY13" fmla="*/ 7386813 h 11458751"/>
                <a:gd name="connsiteX14" fmla="*/ 4940945 w 7973126"/>
                <a:gd name="connsiteY14" fmla="*/ 7429676 h 11458751"/>
                <a:gd name="connsiteX15" fmla="*/ 3802707 w 7973126"/>
                <a:gd name="connsiteY15" fmla="*/ 5784232 h 11458751"/>
                <a:gd name="connsiteX16" fmla="*/ 3683645 w 7973126"/>
                <a:gd name="connsiteY16" fmla="*/ 5886627 h 11458751"/>
                <a:gd name="connsiteX17" fmla="*/ 3533627 w 7973126"/>
                <a:gd name="connsiteY17" fmla="*/ 9408495 h 11458751"/>
                <a:gd name="connsiteX18" fmla="*/ 2954982 w 7973126"/>
                <a:gd name="connsiteY18" fmla="*/ 8446469 h 11458751"/>
                <a:gd name="connsiteX19" fmla="*/ 3040708 w 7973126"/>
                <a:gd name="connsiteY19" fmla="*/ 8201201 h 11458751"/>
                <a:gd name="connsiteX20" fmla="*/ 2838302 w 7973126"/>
                <a:gd name="connsiteY20" fmla="*/ 8446470 h 11458751"/>
                <a:gd name="connsiteX21" fmla="*/ 3690789 w 7973126"/>
                <a:gd name="connsiteY21" fmla="*/ 11249201 h 11458751"/>
                <a:gd name="connsiteX22" fmla="*/ 3533627 w 7973126"/>
                <a:gd name="connsiteY22" fmla="*/ 11458751 h 11458751"/>
                <a:gd name="connsiteX23" fmla="*/ 311795 w 7973126"/>
                <a:gd name="connsiteY23" fmla="*/ 4753151 h 11458751"/>
                <a:gd name="connsiteX24" fmla="*/ 616595 w 7973126"/>
                <a:gd name="connsiteY24" fmla="*/ 4724576 h 11458751"/>
                <a:gd name="connsiteX25" fmla="*/ 1297633 w 7973126"/>
                <a:gd name="connsiteY25" fmla="*/ 6286676 h 11458751"/>
                <a:gd name="connsiteX26" fmla="*/ 1426221 w 7973126"/>
                <a:gd name="connsiteY26" fmla="*/ 6119988 h 11458751"/>
                <a:gd name="connsiteX27" fmla="*/ 1111895 w 7973126"/>
                <a:gd name="connsiteY27" fmla="*/ 3124376 h 11458751"/>
                <a:gd name="connsiteX28" fmla="*/ 1516708 w 7973126"/>
                <a:gd name="connsiteY28" fmla="*/ 3267250 h 11458751"/>
                <a:gd name="connsiteX29" fmla="*/ 1816745 w 7973126"/>
                <a:gd name="connsiteY29" fmla="*/ 3953051 h 11458751"/>
                <a:gd name="connsiteX30" fmla="*/ 1957239 w 7973126"/>
                <a:gd name="connsiteY30" fmla="*/ 3926857 h 11458751"/>
                <a:gd name="connsiteX31" fmla="*/ 3412183 w 7973126"/>
                <a:gd name="connsiteY31" fmla="*/ 176 h 11458751"/>
                <a:gd name="connsiteX0" fmla="*/ 3412183 w 7979303"/>
                <a:gd name="connsiteY0" fmla="*/ 176 h 11458751"/>
                <a:gd name="connsiteX1" fmla="*/ 3591253 w 7979303"/>
                <a:gd name="connsiteY1" fmla="*/ 244016 h 11458751"/>
                <a:gd name="connsiteX2" fmla="*/ 6126808 w 7979303"/>
                <a:gd name="connsiteY2" fmla="*/ 5715176 h 11458751"/>
                <a:gd name="connsiteX3" fmla="*/ 6272064 w 7979303"/>
                <a:gd name="connsiteY3" fmla="*/ 5624688 h 11458751"/>
                <a:gd name="connsiteX4" fmla="*/ 5798195 w 7979303"/>
                <a:gd name="connsiteY4" fmla="*/ 4424538 h 11458751"/>
                <a:gd name="connsiteX5" fmla="*/ 6224441 w 7979303"/>
                <a:gd name="connsiteY5" fmla="*/ 3938763 h 11458751"/>
                <a:gd name="connsiteX6" fmla="*/ 7869883 w 7979303"/>
                <a:gd name="connsiteY6" fmla="*/ 6343826 h 11458751"/>
                <a:gd name="connsiteX7" fmla="*/ 6555433 w 7979303"/>
                <a:gd name="connsiteY7" fmla="*/ 10744376 h 11458751"/>
                <a:gd name="connsiteX8" fmla="*/ 6355408 w 7979303"/>
                <a:gd name="connsiteY8" fmla="*/ 10487201 h 11458751"/>
                <a:gd name="connsiteX9" fmla="*/ 6155383 w 7979303"/>
                <a:gd name="connsiteY9" fmla="*/ 7744001 h 11458751"/>
                <a:gd name="connsiteX10" fmla="*/ 6041083 w 7979303"/>
                <a:gd name="connsiteY10" fmla="*/ 8544101 h 11458751"/>
                <a:gd name="connsiteX11" fmla="*/ 5841058 w 7979303"/>
                <a:gd name="connsiteY11" fmla="*/ 8429801 h 11458751"/>
                <a:gd name="connsiteX12" fmla="*/ 5526733 w 7979303"/>
                <a:gd name="connsiteY12" fmla="*/ 7396338 h 11458751"/>
                <a:gd name="connsiteX13" fmla="*/ 5202883 w 7979303"/>
                <a:gd name="connsiteY13" fmla="*/ 7386813 h 11458751"/>
                <a:gd name="connsiteX14" fmla="*/ 4940945 w 7979303"/>
                <a:gd name="connsiteY14" fmla="*/ 7429676 h 11458751"/>
                <a:gd name="connsiteX15" fmla="*/ 3802707 w 7979303"/>
                <a:gd name="connsiteY15" fmla="*/ 5784232 h 11458751"/>
                <a:gd name="connsiteX16" fmla="*/ 3683645 w 7979303"/>
                <a:gd name="connsiteY16" fmla="*/ 5886627 h 11458751"/>
                <a:gd name="connsiteX17" fmla="*/ 3533627 w 7979303"/>
                <a:gd name="connsiteY17" fmla="*/ 9408495 h 11458751"/>
                <a:gd name="connsiteX18" fmla="*/ 2954982 w 7979303"/>
                <a:gd name="connsiteY18" fmla="*/ 8446469 h 11458751"/>
                <a:gd name="connsiteX19" fmla="*/ 3040708 w 7979303"/>
                <a:gd name="connsiteY19" fmla="*/ 8201201 h 11458751"/>
                <a:gd name="connsiteX20" fmla="*/ 2838302 w 7979303"/>
                <a:gd name="connsiteY20" fmla="*/ 8446470 h 11458751"/>
                <a:gd name="connsiteX21" fmla="*/ 3690789 w 7979303"/>
                <a:gd name="connsiteY21" fmla="*/ 11249201 h 11458751"/>
                <a:gd name="connsiteX22" fmla="*/ 3533627 w 7979303"/>
                <a:gd name="connsiteY22" fmla="*/ 11458751 h 11458751"/>
                <a:gd name="connsiteX23" fmla="*/ 311795 w 7979303"/>
                <a:gd name="connsiteY23" fmla="*/ 4753151 h 11458751"/>
                <a:gd name="connsiteX24" fmla="*/ 616595 w 7979303"/>
                <a:gd name="connsiteY24" fmla="*/ 4724576 h 11458751"/>
                <a:gd name="connsiteX25" fmla="*/ 1297633 w 7979303"/>
                <a:gd name="connsiteY25" fmla="*/ 6286676 h 11458751"/>
                <a:gd name="connsiteX26" fmla="*/ 1426221 w 7979303"/>
                <a:gd name="connsiteY26" fmla="*/ 6119988 h 11458751"/>
                <a:gd name="connsiteX27" fmla="*/ 1111895 w 7979303"/>
                <a:gd name="connsiteY27" fmla="*/ 3124376 h 11458751"/>
                <a:gd name="connsiteX28" fmla="*/ 1516708 w 7979303"/>
                <a:gd name="connsiteY28" fmla="*/ 3267250 h 11458751"/>
                <a:gd name="connsiteX29" fmla="*/ 1816745 w 7979303"/>
                <a:gd name="connsiteY29" fmla="*/ 3953051 h 11458751"/>
                <a:gd name="connsiteX30" fmla="*/ 1957239 w 7979303"/>
                <a:gd name="connsiteY30" fmla="*/ 3926857 h 11458751"/>
                <a:gd name="connsiteX31" fmla="*/ 3412183 w 7979303"/>
                <a:gd name="connsiteY31" fmla="*/ 176 h 11458751"/>
                <a:gd name="connsiteX0" fmla="*/ 3412183 w 8014370"/>
                <a:gd name="connsiteY0" fmla="*/ 176 h 11458751"/>
                <a:gd name="connsiteX1" fmla="*/ 3591253 w 8014370"/>
                <a:gd name="connsiteY1" fmla="*/ 244016 h 11458751"/>
                <a:gd name="connsiteX2" fmla="*/ 6126808 w 8014370"/>
                <a:gd name="connsiteY2" fmla="*/ 5715176 h 11458751"/>
                <a:gd name="connsiteX3" fmla="*/ 6272064 w 8014370"/>
                <a:gd name="connsiteY3" fmla="*/ 5624688 h 11458751"/>
                <a:gd name="connsiteX4" fmla="*/ 5798195 w 8014370"/>
                <a:gd name="connsiteY4" fmla="*/ 4424538 h 11458751"/>
                <a:gd name="connsiteX5" fmla="*/ 6224441 w 8014370"/>
                <a:gd name="connsiteY5" fmla="*/ 3938763 h 11458751"/>
                <a:gd name="connsiteX6" fmla="*/ 7869883 w 8014370"/>
                <a:gd name="connsiteY6" fmla="*/ 6343826 h 11458751"/>
                <a:gd name="connsiteX7" fmla="*/ 6555433 w 8014370"/>
                <a:gd name="connsiteY7" fmla="*/ 10744376 h 11458751"/>
                <a:gd name="connsiteX8" fmla="*/ 6355408 w 8014370"/>
                <a:gd name="connsiteY8" fmla="*/ 10487201 h 11458751"/>
                <a:gd name="connsiteX9" fmla="*/ 6155383 w 8014370"/>
                <a:gd name="connsiteY9" fmla="*/ 7744001 h 11458751"/>
                <a:gd name="connsiteX10" fmla="*/ 6041083 w 8014370"/>
                <a:gd name="connsiteY10" fmla="*/ 8544101 h 11458751"/>
                <a:gd name="connsiteX11" fmla="*/ 5841058 w 8014370"/>
                <a:gd name="connsiteY11" fmla="*/ 8429801 h 11458751"/>
                <a:gd name="connsiteX12" fmla="*/ 5526733 w 8014370"/>
                <a:gd name="connsiteY12" fmla="*/ 7396338 h 11458751"/>
                <a:gd name="connsiteX13" fmla="*/ 5202883 w 8014370"/>
                <a:gd name="connsiteY13" fmla="*/ 7386813 h 11458751"/>
                <a:gd name="connsiteX14" fmla="*/ 4940945 w 8014370"/>
                <a:gd name="connsiteY14" fmla="*/ 7429676 h 11458751"/>
                <a:gd name="connsiteX15" fmla="*/ 3802707 w 8014370"/>
                <a:gd name="connsiteY15" fmla="*/ 5784232 h 11458751"/>
                <a:gd name="connsiteX16" fmla="*/ 3683645 w 8014370"/>
                <a:gd name="connsiteY16" fmla="*/ 5886627 h 11458751"/>
                <a:gd name="connsiteX17" fmla="*/ 3533627 w 8014370"/>
                <a:gd name="connsiteY17" fmla="*/ 9408495 h 11458751"/>
                <a:gd name="connsiteX18" fmla="*/ 2954982 w 8014370"/>
                <a:gd name="connsiteY18" fmla="*/ 8446469 h 11458751"/>
                <a:gd name="connsiteX19" fmla="*/ 3040708 w 8014370"/>
                <a:gd name="connsiteY19" fmla="*/ 8201201 h 11458751"/>
                <a:gd name="connsiteX20" fmla="*/ 2838302 w 8014370"/>
                <a:gd name="connsiteY20" fmla="*/ 8446470 h 11458751"/>
                <a:gd name="connsiteX21" fmla="*/ 3690789 w 8014370"/>
                <a:gd name="connsiteY21" fmla="*/ 11249201 h 11458751"/>
                <a:gd name="connsiteX22" fmla="*/ 3533627 w 8014370"/>
                <a:gd name="connsiteY22" fmla="*/ 11458751 h 11458751"/>
                <a:gd name="connsiteX23" fmla="*/ 311795 w 8014370"/>
                <a:gd name="connsiteY23" fmla="*/ 4753151 h 11458751"/>
                <a:gd name="connsiteX24" fmla="*/ 616595 w 8014370"/>
                <a:gd name="connsiteY24" fmla="*/ 4724576 h 11458751"/>
                <a:gd name="connsiteX25" fmla="*/ 1297633 w 8014370"/>
                <a:gd name="connsiteY25" fmla="*/ 6286676 h 11458751"/>
                <a:gd name="connsiteX26" fmla="*/ 1426221 w 8014370"/>
                <a:gd name="connsiteY26" fmla="*/ 6119988 h 11458751"/>
                <a:gd name="connsiteX27" fmla="*/ 1111895 w 8014370"/>
                <a:gd name="connsiteY27" fmla="*/ 3124376 h 11458751"/>
                <a:gd name="connsiteX28" fmla="*/ 1516708 w 8014370"/>
                <a:gd name="connsiteY28" fmla="*/ 3267250 h 11458751"/>
                <a:gd name="connsiteX29" fmla="*/ 1816745 w 8014370"/>
                <a:gd name="connsiteY29" fmla="*/ 3953051 h 11458751"/>
                <a:gd name="connsiteX30" fmla="*/ 1957239 w 8014370"/>
                <a:gd name="connsiteY30" fmla="*/ 3926857 h 11458751"/>
                <a:gd name="connsiteX31" fmla="*/ 3412183 w 8014370"/>
                <a:gd name="connsiteY31" fmla="*/ 176 h 11458751"/>
                <a:gd name="connsiteX0" fmla="*/ 3412183 w 8016647"/>
                <a:gd name="connsiteY0" fmla="*/ 176 h 11458751"/>
                <a:gd name="connsiteX1" fmla="*/ 3591253 w 8016647"/>
                <a:gd name="connsiteY1" fmla="*/ 244016 h 11458751"/>
                <a:gd name="connsiteX2" fmla="*/ 6126808 w 8016647"/>
                <a:gd name="connsiteY2" fmla="*/ 5715176 h 11458751"/>
                <a:gd name="connsiteX3" fmla="*/ 6272064 w 8016647"/>
                <a:gd name="connsiteY3" fmla="*/ 5624688 h 11458751"/>
                <a:gd name="connsiteX4" fmla="*/ 5798195 w 8016647"/>
                <a:gd name="connsiteY4" fmla="*/ 4424538 h 11458751"/>
                <a:gd name="connsiteX5" fmla="*/ 6224441 w 8016647"/>
                <a:gd name="connsiteY5" fmla="*/ 3938763 h 11458751"/>
                <a:gd name="connsiteX6" fmla="*/ 7869883 w 8016647"/>
                <a:gd name="connsiteY6" fmla="*/ 6343826 h 11458751"/>
                <a:gd name="connsiteX7" fmla="*/ 6555433 w 8016647"/>
                <a:gd name="connsiteY7" fmla="*/ 10744376 h 11458751"/>
                <a:gd name="connsiteX8" fmla="*/ 6355408 w 8016647"/>
                <a:gd name="connsiteY8" fmla="*/ 10487201 h 11458751"/>
                <a:gd name="connsiteX9" fmla="*/ 6155383 w 8016647"/>
                <a:gd name="connsiteY9" fmla="*/ 7744001 h 11458751"/>
                <a:gd name="connsiteX10" fmla="*/ 6041083 w 8016647"/>
                <a:gd name="connsiteY10" fmla="*/ 8544101 h 11458751"/>
                <a:gd name="connsiteX11" fmla="*/ 5841058 w 8016647"/>
                <a:gd name="connsiteY11" fmla="*/ 8429801 h 11458751"/>
                <a:gd name="connsiteX12" fmla="*/ 5526733 w 8016647"/>
                <a:gd name="connsiteY12" fmla="*/ 7396338 h 11458751"/>
                <a:gd name="connsiteX13" fmla="*/ 5202883 w 8016647"/>
                <a:gd name="connsiteY13" fmla="*/ 7386813 h 11458751"/>
                <a:gd name="connsiteX14" fmla="*/ 4940945 w 8016647"/>
                <a:gd name="connsiteY14" fmla="*/ 7429676 h 11458751"/>
                <a:gd name="connsiteX15" fmla="*/ 3802707 w 8016647"/>
                <a:gd name="connsiteY15" fmla="*/ 5784232 h 11458751"/>
                <a:gd name="connsiteX16" fmla="*/ 3683645 w 8016647"/>
                <a:gd name="connsiteY16" fmla="*/ 5886627 h 11458751"/>
                <a:gd name="connsiteX17" fmla="*/ 3533627 w 8016647"/>
                <a:gd name="connsiteY17" fmla="*/ 9408495 h 11458751"/>
                <a:gd name="connsiteX18" fmla="*/ 2954982 w 8016647"/>
                <a:gd name="connsiteY18" fmla="*/ 8446469 h 11458751"/>
                <a:gd name="connsiteX19" fmla="*/ 3040708 w 8016647"/>
                <a:gd name="connsiteY19" fmla="*/ 8201201 h 11458751"/>
                <a:gd name="connsiteX20" fmla="*/ 2838302 w 8016647"/>
                <a:gd name="connsiteY20" fmla="*/ 8446470 h 11458751"/>
                <a:gd name="connsiteX21" fmla="*/ 3690789 w 8016647"/>
                <a:gd name="connsiteY21" fmla="*/ 11249201 h 11458751"/>
                <a:gd name="connsiteX22" fmla="*/ 3533627 w 8016647"/>
                <a:gd name="connsiteY22" fmla="*/ 11458751 h 11458751"/>
                <a:gd name="connsiteX23" fmla="*/ 311795 w 8016647"/>
                <a:gd name="connsiteY23" fmla="*/ 4753151 h 11458751"/>
                <a:gd name="connsiteX24" fmla="*/ 616595 w 8016647"/>
                <a:gd name="connsiteY24" fmla="*/ 4724576 h 11458751"/>
                <a:gd name="connsiteX25" fmla="*/ 1297633 w 8016647"/>
                <a:gd name="connsiteY25" fmla="*/ 6286676 h 11458751"/>
                <a:gd name="connsiteX26" fmla="*/ 1426221 w 8016647"/>
                <a:gd name="connsiteY26" fmla="*/ 6119988 h 11458751"/>
                <a:gd name="connsiteX27" fmla="*/ 1111895 w 8016647"/>
                <a:gd name="connsiteY27" fmla="*/ 3124376 h 11458751"/>
                <a:gd name="connsiteX28" fmla="*/ 1516708 w 8016647"/>
                <a:gd name="connsiteY28" fmla="*/ 3267250 h 11458751"/>
                <a:gd name="connsiteX29" fmla="*/ 1816745 w 8016647"/>
                <a:gd name="connsiteY29" fmla="*/ 3953051 h 11458751"/>
                <a:gd name="connsiteX30" fmla="*/ 1957239 w 8016647"/>
                <a:gd name="connsiteY30" fmla="*/ 3926857 h 11458751"/>
                <a:gd name="connsiteX31" fmla="*/ 3412183 w 8016647"/>
                <a:gd name="connsiteY31" fmla="*/ 176 h 11458751"/>
                <a:gd name="connsiteX0" fmla="*/ 3412183 w 8021706"/>
                <a:gd name="connsiteY0" fmla="*/ 176 h 11458751"/>
                <a:gd name="connsiteX1" fmla="*/ 3591253 w 8021706"/>
                <a:gd name="connsiteY1" fmla="*/ 244016 h 11458751"/>
                <a:gd name="connsiteX2" fmla="*/ 6126808 w 8021706"/>
                <a:gd name="connsiteY2" fmla="*/ 5715176 h 11458751"/>
                <a:gd name="connsiteX3" fmla="*/ 6272064 w 8021706"/>
                <a:gd name="connsiteY3" fmla="*/ 5624688 h 11458751"/>
                <a:gd name="connsiteX4" fmla="*/ 5798195 w 8021706"/>
                <a:gd name="connsiteY4" fmla="*/ 4424538 h 11458751"/>
                <a:gd name="connsiteX5" fmla="*/ 6224441 w 8021706"/>
                <a:gd name="connsiteY5" fmla="*/ 3938763 h 11458751"/>
                <a:gd name="connsiteX6" fmla="*/ 7869883 w 8021706"/>
                <a:gd name="connsiteY6" fmla="*/ 6343826 h 11458751"/>
                <a:gd name="connsiteX7" fmla="*/ 6555433 w 8021706"/>
                <a:gd name="connsiteY7" fmla="*/ 10744376 h 11458751"/>
                <a:gd name="connsiteX8" fmla="*/ 6355408 w 8021706"/>
                <a:gd name="connsiteY8" fmla="*/ 10487201 h 11458751"/>
                <a:gd name="connsiteX9" fmla="*/ 6155383 w 8021706"/>
                <a:gd name="connsiteY9" fmla="*/ 7744001 h 11458751"/>
                <a:gd name="connsiteX10" fmla="*/ 6041083 w 8021706"/>
                <a:gd name="connsiteY10" fmla="*/ 8544101 h 11458751"/>
                <a:gd name="connsiteX11" fmla="*/ 5841058 w 8021706"/>
                <a:gd name="connsiteY11" fmla="*/ 8429801 h 11458751"/>
                <a:gd name="connsiteX12" fmla="*/ 5526733 w 8021706"/>
                <a:gd name="connsiteY12" fmla="*/ 7396338 h 11458751"/>
                <a:gd name="connsiteX13" fmla="*/ 5202883 w 8021706"/>
                <a:gd name="connsiteY13" fmla="*/ 7386813 h 11458751"/>
                <a:gd name="connsiteX14" fmla="*/ 4940945 w 8021706"/>
                <a:gd name="connsiteY14" fmla="*/ 7429676 h 11458751"/>
                <a:gd name="connsiteX15" fmla="*/ 3802707 w 8021706"/>
                <a:gd name="connsiteY15" fmla="*/ 5784232 h 11458751"/>
                <a:gd name="connsiteX16" fmla="*/ 3683645 w 8021706"/>
                <a:gd name="connsiteY16" fmla="*/ 5886627 h 11458751"/>
                <a:gd name="connsiteX17" fmla="*/ 3533627 w 8021706"/>
                <a:gd name="connsiteY17" fmla="*/ 9408495 h 11458751"/>
                <a:gd name="connsiteX18" fmla="*/ 2954982 w 8021706"/>
                <a:gd name="connsiteY18" fmla="*/ 8446469 h 11458751"/>
                <a:gd name="connsiteX19" fmla="*/ 3040708 w 8021706"/>
                <a:gd name="connsiteY19" fmla="*/ 8201201 h 11458751"/>
                <a:gd name="connsiteX20" fmla="*/ 2838302 w 8021706"/>
                <a:gd name="connsiteY20" fmla="*/ 8446470 h 11458751"/>
                <a:gd name="connsiteX21" fmla="*/ 3690789 w 8021706"/>
                <a:gd name="connsiteY21" fmla="*/ 11249201 h 11458751"/>
                <a:gd name="connsiteX22" fmla="*/ 3533627 w 8021706"/>
                <a:gd name="connsiteY22" fmla="*/ 11458751 h 11458751"/>
                <a:gd name="connsiteX23" fmla="*/ 311795 w 8021706"/>
                <a:gd name="connsiteY23" fmla="*/ 4753151 h 11458751"/>
                <a:gd name="connsiteX24" fmla="*/ 616595 w 8021706"/>
                <a:gd name="connsiteY24" fmla="*/ 4724576 h 11458751"/>
                <a:gd name="connsiteX25" fmla="*/ 1297633 w 8021706"/>
                <a:gd name="connsiteY25" fmla="*/ 6286676 h 11458751"/>
                <a:gd name="connsiteX26" fmla="*/ 1426221 w 8021706"/>
                <a:gd name="connsiteY26" fmla="*/ 6119988 h 11458751"/>
                <a:gd name="connsiteX27" fmla="*/ 1111895 w 8021706"/>
                <a:gd name="connsiteY27" fmla="*/ 3124376 h 11458751"/>
                <a:gd name="connsiteX28" fmla="*/ 1516708 w 8021706"/>
                <a:gd name="connsiteY28" fmla="*/ 3267250 h 11458751"/>
                <a:gd name="connsiteX29" fmla="*/ 1816745 w 8021706"/>
                <a:gd name="connsiteY29" fmla="*/ 3953051 h 11458751"/>
                <a:gd name="connsiteX30" fmla="*/ 1957239 w 8021706"/>
                <a:gd name="connsiteY30" fmla="*/ 3926857 h 11458751"/>
                <a:gd name="connsiteX31" fmla="*/ 3412183 w 802170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019776" h="11458751">
                  <a:moveTo>
                    <a:pt x="3412183" y="176"/>
                  </a:moveTo>
                  <a:cubicBezTo>
                    <a:pt x="3492511" y="-6650"/>
                    <a:pt x="3598555" y="187977"/>
                    <a:pt x="3591253" y="244016"/>
                  </a:cubicBezTo>
                  <a:cubicBezTo>
                    <a:pt x="3330841" y="2242542"/>
                    <a:pt x="4325948" y="4215306"/>
                    <a:pt x="6126808" y="5715176"/>
                  </a:cubicBezTo>
                  <a:cubicBezTo>
                    <a:pt x="6272064" y="5846145"/>
                    <a:pt x="6272064" y="5703269"/>
                    <a:pt x="6272064" y="5624688"/>
                  </a:cubicBezTo>
                  <a:cubicBezTo>
                    <a:pt x="6304607" y="5150027"/>
                    <a:pt x="5960914" y="4823000"/>
                    <a:pt x="5798195" y="4424538"/>
                  </a:cubicBezTo>
                  <a:cubicBezTo>
                    <a:pt x="5593408" y="4010200"/>
                    <a:pt x="6076804" y="3812557"/>
                    <a:pt x="6224441" y="3938763"/>
                  </a:cubicBezTo>
                  <a:cubicBezTo>
                    <a:pt x="7178530" y="4743625"/>
                    <a:pt x="7432528" y="5343701"/>
                    <a:pt x="7869883" y="6343826"/>
                  </a:cubicBezTo>
                  <a:cubicBezTo>
                    <a:pt x="8374708" y="8248826"/>
                    <a:pt x="7520632" y="9749014"/>
                    <a:pt x="6555433" y="10744376"/>
                  </a:cubicBezTo>
                  <a:cubicBezTo>
                    <a:pt x="6418908" y="10671351"/>
                    <a:pt x="6390333" y="10630076"/>
                    <a:pt x="6355408" y="10487201"/>
                  </a:cubicBezTo>
                  <a:cubicBezTo>
                    <a:pt x="6657033" y="9331501"/>
                    <a:pt x="6603058" y="8683801"/>
                    <a:pt x="6155383" y="7744001"/>
                  </a:cubicBezTo>
                  <a:cubicBezTo>
                    <a:pt x="6015683" y="7902751"/>
                    <a:pt x="6149033" y="8302801"/>
                    <a:pt x="6041083" y="8544101"/>
                  </a:cubicBezTo>
                  <a:cubicBezTo>
                    <a:pt x="5887625" y="8639351"/>
                    <a:pt x="5848466" y="8620301"/>
                    <a:pt x="5695008" y="8448851"/>
                  </a:cubicBezTo>
                  <a:cubicBezTo>
                    <a:pt x="5626216" y="8059913"/>
                    <a:pt x="5582825" y="7747176"/>
                    <a:pt x="5526733" y="7396338"/>
                  </a:cubicBezTo>
                  <a:cubicBezTo>
                    <a:pt x="5288608" y="7236794"/>
                    <a:pt x="5287814" y="7139957"/>
                    <a:pt x="5202883" y="7386813"/>
                  </a:cubicBezTo>
                  <a:cubicBezTo>
                    <a:pt x="5105252" y="7392369"/>
                    <a:pt x="5156845" y="7685660"/>
                    <a:pt x="4940945" y="7429676"/>
                  </a:cubicBezTo>
                  <a:cubicBezTo>
                    <a:pt x="4618682" y="6804995"/>
                    <a:pt x="4186882" y="6166026"/>
                    <a:pt x="3802707" y="5784232"/>
                  </a:cubicBezTo>
                  <a:cubicBezTo>
                    <a:pt x="3687613" y="5610402"/>
                    <a:pt x="3590777" y="5595320"/>
                    <a:pt x="3683645" y="5886627"/>
                  </a:cubicBezTo>
                  <a:cubicBezTo>
                    <a:pt x="4562326" y="6970096"/>
                    <a:pt x="4093220" y="8379795"/>
                    <a:pt x="3533627" y="9408495"/>
                  </a:cubicBezTo>
                  <a:cubicBezTo>
                    <a:pt x="3250258" y="9879983"/>
                    <a:pt x="3014513" y="8717931"/>
                    <a:pt x="2954982" y="8446469"/>
                  </a:cubicBezTo>
                  <a:cubicBezTo>
                    <a:pt x="3045469" y="8394081"/>
                    <a:pt x="3045470" y="8298832"/>
                    <a:pt x="3040708" y="8201201"/>
                  </a:cubicBezTo>
                  <a:cubicBezTo>
                    <a:pt x="2978001" y="8209139"/>
                    <a:pt x="2865290" y="8283751"/>
                    <a:pt x="2838302" y="8446470"/>
                  </a:cubicBezTo>
                  <a:cubicBezTo>
                    <a:pt x="2881957" y="9354520"/>
                    <a:pt x="2346971" y="10055401"/>
                    <a:pt x="3690789" y="11249201"/>
                  </a:cubicBezTo>
                  <a:cubicBezTo>
                    <a:pt x="3682852" y="11334926"/>
                    <a:pt x="3639196" y="11399219"/>
                    <a:pt x="3533627" y="11458751"/>
                  </a:cubicBezTo>
                  <a:cubicBezTo>
                    <a:pt x="226072" y="10668176"/>
                    <a:pt x="-517674" y="6788326"/>
                    <a:pt x="311795" y="4753151"/>
                  </a:cubicBezTo>
                  <a:cubicBezTo>
                    <a:pt x="356245" y="4689651"/>
                    <a:pt x="508645" y="4651551"/>
                    <a:pt x="616595" y="4724576"/>
                  </a:cubicBezTo>
                  <a:cubicBezTo>
                    <a:pt x="805508" y="5250038"/>
                    <a:pt x="975370" y="5765976"/>
                    <a:pt x="1297633" y="6286676"/>
                  </a:cubicBezTo>
                  <a:cubicBezTo>
                    <a:pt x="1526233" y="6558139"/>
                    <a:pt x="1473846" y="6253337"/>
                    <a:pt x="1426221" y="6119988"/>
                  </a:cubicBezTo>
                  <a:cubicBezTo>
                    <a:pt x="992834" y="5219876"/>
                    <a:pt x="640408" y="4186413"/>
                    <a:pt x="1111895" y="3124376"/>
                  </a:cubicBezTo>
                  <a:cubicBezTo>
                    <a:pt x="1369071" y="2730676"/>
                    <a:pt x="1478608" y="3170413"/>
                    <a:pt x="1516708" y="3267250"/>
                  </a:cubicBezTo>
                  <a:cubicBezTo>
                    <a:pt x="1616720" y="3495850"/>
                    <a:pt x="1726258" y="3867327"/>
                    <a:pt x="1816745" y="3953051"/>
                  </a:cubicBezTo>
                  <a:cubicBezTo>
                    <a:pt x="2072332" y="4278488"/>
                    <a:pt x="2063601" y="3941939"/>
                    <a:pt x="1957239" y="3926857"/>
                  </a:cubicBezTo>
                  <a:cubicBezTo>
                    <a:pt x="1897707" y="2610026"/>
                    <a:pt x="2812108" y="781226"/>
                    <a:pt x="3412183" y="176"/>
                  </a:cubicBezTo>
                  <a:close/>
                </a:path>
              </a:pathLst>
            </a:custGeom>
            <a:solidFill>
              <a:srgbClr val="F760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275" name="任意多边形 274"/>
            <p:cNvSpPr/>
            <p:nvPr/>
          </p:nvSpPr>
          <p:spPr>
            <a:xfrm flipH="1" flipV="1">
              <a:off x="9326633" y="2944579"/>
              <a:ext cx="1422243" cy="2032117"/>
            </a:xfrm>
            <a:custGeom>
              <a:avLst/>
              <a:gdLst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4700 w 7372350"/>
                <a:gd name="connsiteY14" fmla="*/ 5715000 h 11515725"/>
                <a:gd name="connsiteX15" fmla="*/ 3057525 w 7372350"/>
                <a:gd name="connsiteY15" fmla="*/ 5857875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057525 w 7372350"/>
                <a:gd name="connsiteY15" fmla="*/ 5857875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78969 w 7372350"/>
                <a:gd name="connsiteY15" fmla="*/ 5881688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629150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19462 w 7372350"/>
                <a:gd name="connsiteY14" fmla="*/ 5755481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00625 w 7372350"/>
                <a:gd name="connsiteY12" fmla="*/ 7400925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443412 w 7372350"/>
                <a:gd name="connsiteY13" fmla="*/ 7429500 h 11515725"/>
                <a:gd name="connsiteX14" fmla="*/ 3305174 w 7372350"/>
                <a:gd name="connsiteY14" fmla="*/ 5784056 h 11515725"/>
                <a:gd name="connsiteX15" fmla="*/ 3186112 w 7372350"/>
                <a:gd name="connsiteY15" fmla="*/ 5886451 h 11515725"/>
                <a:gd name="connsiteX16" fmla="*/ 3000375 w 7372350"/>
                <a:gd name="connsiteY16" fmla="*/ 9372600 h 11515725"/>
                <a:gd name="connsiteX17" fmla="*/ 2571750 w 7372350"/>
                <a:gd name="connsiteY17" fmla="*/ 8401050 h 11515725"/>
                <a:gd name="connsiteX18" fmla="*/ 2543175 w 7372350"/>
                <a:gd name="connsiteY18" fmla="*/ 8201025 h 11515725"/>
                <a:gd name="connsiteX19" fmla="*/ 2400300 w 7372350"/>
                <a:gd name="connsiteY19" fmla="*/ 8458200 h 11515725"/>
                <a:gd name="connsiteX20" fmla="*/ 3143250 w 7372350"/>
                <a:gd name="connsiteY20" fmla="*/ 11315700 h 11515725"/>
                <a:gd name="connsiteX21" fmla="*/ 3057525 w 7372350"/>
                <a:gd name="connsiteY21" fmla="*/ 11515725 h 11515725"/>
                <a:gd name="connsiteX22" fmla="*/ 0 w 7372350"/>
                <a:gd name="connsiteY22" fmla="*/ 4857750 h 11515725"/>
                <a:gd name="connsiteX23" fmla="*/ 228600 w 7372350"/>
                <a:gd name="connsiteY23" fmla="*/ 4829175 h 11515725"/>
                <a:gd name="connsiteX24" fmla="*/ 800100 w 7372350"/>
                <a:gd name="connsiteY24" fmla="*/ 6229350 h 11515725"/>
                <a:gd name="connsiteX25" fmla="*/ 1000125 w 7372350"/>
                <a:gd name="connsiteY25" fmla="*/ 6115050 h 11515725"/>
                <a:gd name="connsiteX26" fmla="*/ 714375 w 7372350"/>
                <a:gd name="connsiteY26" fmla="*/ 3200400 h 11515725"/>
                <a:gd name="connsiteX27" fmla="*/ 971550 w 7372350"/>
                <a:gd name="connsiteY27" fmla="*/ 3200400 h 11515725"/>
                <a:gd name="connsiteX28" fmla="*/ 1285875 w 7372350"/>
                <a:gd name="connsiteY28" fmla="*/ 4057650 h 11515725"/>
                <a:gd name="connsiteX29" fmla="*/ 1457325 w 7372350"/>
                <a:gd name="connsiteY29" fmla="*/ 3943350 h 11515725"/>
                <a:gd name="connsiteX30" fmla="*/ 2914650 w 7372350"/>
                <a:gd name="connsiteY30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43250 w 7372350"/>
                <a:gd name="connsiteY21" fmla="*/ 11315700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00375 w 7372350"/>
                <a:gd name="connsiteY17" fmla="*/ 9372600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571750 w 7372350"/>
                <a:gd name="connsiteY18" fmla="*/ 84010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78881 w 7372350"/>
                <a:gd name="connsiteY18" fmla="*/ 8439150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400300 w 7372350"/>
                <a:gd name="connsiteY20" fmla="*/ 8458200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36768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52775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515725"/>
                <a:gd name="connsiteX1" fmla="*/ 3086100 w 7372350"/>
                <a:gd name="connsiteY1" fmla="*/ 342900 h 11515725"/>
                <a:gd name="connsiteX2" fmla="*/ 5629275 w 7372350"/>
                <a:gd name="connsiteY2" fmla="*/ 5715000 h 11515725"/>
                <a:gd name="connsiteX3" fmla="*/ 5857875 w 7372350"/>
                <a:gd name="connsiteY3" fmla="*/ 5629275 h 11515725"/>
                <a:gd name="connsiteX4" fmla="*/ 5286375 w 7372350"/>
                <a:gd name="connsiteY4" fmla="*/ 4429125 h 11515725"/>
                <a:gd name="connsiteX5" fmla="*/ 5657850 w 7372350"/>
                <a:gd name="connsiteY5" fmla="*/ 4000500 h 11515725"/>
                <a:gd name="connsiteX6" fmla="*/ 7372350 w 7372350"/>
                <a:gd name="connsiteY6" fmla="*/ 6343650 h 11515725"/>
                <a:gd name="connsiteX7" fmla="*/ 6057900 w 7372350"/>
                <a:gd name="connsiteY7" fmla="*/ 10744200 h 11515725"/>
                <a:gd name="connsiteX8" fmla="*/ 5857875 w 7372350"/>
                <a:gd name="connsiteY8" fmla="*/ 10487025 h 11515725"/>
                <a:gd name="connsiteX9" fmla="*/ 5657850 w 7372350"/>
                <a:gd name="connsiteY9" fmla="*/ 7743825 h 11515725"/>
                <a:gd name="connsiteX10" fmla="*/ 5543550 w 7372350"/>
                <a:gd name="connsiteY10" fmla="*/ 8543925 h 11515725"/>
                <a:gd name="connsiteX11" fmla="*/ 5343525 w 7372350"/>
                <a:gd name="connsiteY11" fmla="*/ 8429625 h 11515725"/>
                <a:gd name="connsiteX12" fmla="*/ 5029200 w 7372350"/>
                <a:gd name="connsiteY12" fmla="*/ 7396162 h 11515725"/>
                <a:gd name="connsiteX13" fmla="*/ 4705350 w 7372350"/>
                <a:gd name="connsiteY13" fmla="*/ 7386637 h 11515725"/>
                <a:gd name="connsiteX14" fmla="*/ 4443412 w 7372350"/>
                <a:gd name="connsiteY14" fmla="*/ 7429500 h 11515725"/>
                <a:gd name="connsiteX15" fmla="*/ 3305174 w 7372350"/>
                <a:gd name="connsiteY15" fmla="*/ 5784056 h 11515725"/>
                <a:gd name="connsiteX16" fmla="*/ 3186112 w 7372350"/>
                <a:gd name="connsiteY16" fmla="*/ 5886451 h 11515725"/>
                <a:gd name="connsiteX17" fmla="*/ 3036094 w 7372350"/>
                <a:gd name="connsiteY17" fmla="*/ 9408319 h 11515725"/>
                <a:gd name="connsiteX18" fmla="*/ 2457449 w 7372350"/>
                <a:gd name="connsiteY18" fmla="*/ 8446293 h 11515725"/>
                <a:gd name="connsiteX19" fmla="*/ 2543175 w 7372350"/>
                <a:gd name="connsiteY19" fmla="*/ 8201025 h 11515725"/>
                <a:gd name="connsiteX20" fmla="*/ 2340769 w 7372350"/>
                <a:gd name="connsiteY20" fmla="*/ 8446294 h 11515725"/>
                <a:gd name="connsiteX21" fmla="*/ 3193256 w 7372350"/>
                <a:gd name="connsiteY21" fmla="*/ 11249025 h 11515725"/>
                <a:gd name="connsiteX22" fmla="*/ 3057525 w 7372350"/>
                <a:gd name="connsiteY22" fmla="*/ 11515725 h 11515725"/>
                <a:gd name="connsiteX23" fmla="*/ 0 w 7372350"/>
                <a:gd name="connsiteY23" fmla="*/ 4857750 h 11515725"/>
                <a:gd name="connsiteX24" fmla="*/ 228600 w 7372350"/>
                <a:gd name="connsiteY24" fmla="*/ 4829175 h 11515725"/>
                <a:gd name="connsiteX25" fmla="*/ 800100 w 7372350"/>
                <a:gd name="connsiteY25" fmla="*/ 6229350 h 11515725"/>
                <a:gd name="connsiteX26" fmla="*/ 1000125 w 7372350"/>
                <a:gd name="connsiteY26" fmla="*/ 6115050 h 11515725"/>
                <a:gd name="connsiteX27" fmla="*/ 714375 w 7372350"/>
                <a:gd name="connsiteY27" fmla="*/ 3200400 h 11515725"/>
                <a:gd name="connsiteX28" fmla="*/ 971550 w 7372350"/>
                <a:gd name="connsiteY28" fmla="*/ 3200400 h 11515725"/>
                <a:gd name="connsiteX29" fmla="*/ 1285875 w 7372350"/>
                <a:gd name="connsiteY29" fmla="*/ 4057650 h 11515725"/>
                <a:gd name="connsiteX30" fmla="*/ 1457325 w 7372350"/>
                <a:gd name="connsiteY30" fmla="*/ 3943350 h 11515725"/>
                <a:gd name="connsiteX31" fmla="*/ 2914650 w 7372350"/>
                <a:gd name="connsiteY31" fmla="*/ 0 h 11515725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63338"/>
                <a:gd name="connsiteX1" fmla="*/ 3086100 w 7372350"/>
                <a:gd name="connsiteY1" fmla="*/ 342900 h 11463338"/>
                <a:gd name="connsiteX2" fmla="*/ 5629275 w 7372350"/>
                <a:gd name="connsiteY2" fmla="*/ 5715000 h 11463338"/>
                <a:gd name="connsiteX3" fmla="*/ 5857875 w 7372350"/>
                <a:gd name="connsiteY3" fmla="*/ 5629275 h 11463338"/>
                <a:gd name="connsiteX4" fmla="*/ 5286375 w 7372350"/>
                <a:gd name="connsiteY4" fmla="*/ 4429125 h 11463338"/>
                <a:gd name="connsiteX5" fmla="*/ 5657850 w 7372350"/>
                <a:gd name="connsiteY5" fmla="*/ 4000500 h 11463338"/>
                <a:gd name="connsiteX6" fmla="*/ 7372350 w 7372350"/>
                <a:gd name="connsiteY6" fmla="*/ 6343650 h 11463338"/>
                <a:gd name="connsiteX7" fmla="*/ 6057900 w 7372350"/>
                <a:gd name="connsiteY7" fmla="*/ 10744200 h 11463338"/>
                <a:gd name="connsiteX8" fmla="*/ 5857875 w 7372350"/>
                <a:gd name="connsiteY8" fmla="*/ 10487025 h 11463338"/>
                <a:gd name="connsiteX9" fmla="*/ 5657850 w 7372350"/>
                <a:gd name="connsiteY9" fmla="*/ 7743825 h 11463338"/>
                <a:gd name="connsiteX10" fmla="*/ 5543550 w 7372350"/>
                <a:gd name="connsiteY10" fmla="*/ 8543925 h 11463338"/>
                <a:gd name="connsiteX11" fmla="*/ 5343525 w 7372350"/>
                <a:gd name="connsiteY11" fmla="*/ 8429625 h 11463338"/>
                <a:gd name="connsiteX12" fmla="*/ 5029200 w 7372350"/>
                <a:gd name="connsiteY12" fmla="*/ 7396162 h 11463338"/>
                <a:gd name="connsiteX13" fmla="*/ 4705350 w 7372350"/>
                <a:gd name="connsiteY13" fmla="*/ 7386637 h 11463338"/>
                <a:gd name="connsiteX14" fmla="*/ 4443412 w 7372350"/>
                <a:gd name="connsiteY14" fmla="*/ 7429500 h 11463338"/>
                <a:gd name="connsiteX15" fmla="*/ 3305174 w 7372350"/>
                <a:gd name="connsiteY15" fmla="*/ 5784056 h 11463338"/>
                <a:gd name="connsiteX16" fmla="*/ 3186112 w 7372350"/>
                <a:gd name="connsiteY16" fmla="*/ 5886451 h 11463338"/>
                <a:gd name="connsiteX17" fmla="*/ 3036094 w 7372350"/>
                <a:gd name="connsiteY17" fmla="*/ 9408319 h 11463338"/>
                <a:gd name="connsiteX18" fmla="*/ 2457449 w 7372350"/>
                <a:gd name="connsiteY18" fmla="*/ 8446293 h 11463338"/>
                <a:gd name="connsiteX19" fmla="*/ 2543175 w 7372350"/>
                <a:gd name="connsiteY19" fmla="*/ 8201025 h 11463338"/>
                <a:gd name="connsiteX20" fmla="*/ 2340769 w 7372350"/>
                <a:gd name="connsiteY20" fmla="*/ 8446294 h 11463338"/>
                <a:gd name="connsiteX21" fmla="*/ 3193256 w 7372350"/>
                <a:gd name="connsiteY21" fmla="*/ 11249025 h 11463338"/>
                <a:gd name="connsiteX22" fmla="*/ 3048000 w 7372350"/>
                <a:gd name="connsiteY22" fmla="*/ 11463338 h 11463338"/>
                <a:gd name="connsiteX23" fmla="*/ 0 w 7372350"/>
                <a:gd name="connsiteY23" fmla="*/ 4857750 h 11463338"/>
                <a:gd name="connsiteX24" fmla="*/ 228600 w 7372350"/>
                <a:gd name="connsiteY24" fmla="*/ 4829175 h 11463338"/>
                <a:gd name="connsiteX25" fmla="*/ 800100 w 7372350"/>
                <a:gd name="connsiteY25" fmla="*/ 6229350 h 11463338"/>
                <a:gd name="connsiteX26" fmla="*/ 1000125 w 7372350"/>
                <a:gd name="connsiteY26" fmla="*/ 6115050 h 11463338"/>
                <a:gd name="connsiteX27" fmla="*/ 714375 w 7372350"/>
                <a:gd name="connsiteY27" fmla="*/ 3200400 h 11463338"/>
                <a:gd name="connsiteX28" fmla="*/ 971550 w 7372350"/>
                <a:gd name="connsiteY28" fmla="*/ 3200400 h 11463338"/>
                <a:gd name="connsiteX29" fmla="*/ 1285875 w 7372350"/>
                <a:gd name="connsiteY29" fmla="*/ 4057650 h 11463338"/>
                <a:gd name="connsiteX30" fmla="*/ 1457325 w 7372350"/>
                <a:gd name="connsiteY30" fmla="*/ 3943350 h 11463338"/>
                <a:gd name="connsiteX31" fmla="*/ 2914650 w 7372350"/>
                <a:gd name="connsiteY31" fmla="*/ 0 h 11463338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2914650 w 7372350"/>
                <a:gd name="connsiteY0" fmla="*/ 0 h 11458575"/>
                <a:gd name="connsiteX1" fmla="*/ 3086100 w 7372350"/>
                <a:gd name="connsiteY1" fmla="*/ 342900 h 11458575"/>
                <a:gd name="connsiteX2" fmla="*/ 5629275 w 7372350"/>
                <a:gd name="connsiteY2" fmla="*/ 5715000 h 11458575"/>
                <a:gd name="connsiteX3" fmla="*/ 5857875 w 7372350"/>
                <a:gd name="connsiteY3" fmla="*/ 5629275 h 11458575"/>
                <a:gd name="connsiteX4" fmla="*/ 5286375 w 7372350"/>
                <a:gd name="connsiteY4" fmla="*/ 4429125 h 11458575"/>
                <a:gd name="connsiteX5" fmla="*/ 5657850 w 7372350"/>
                <a:gd name="connsiteY5" fmla="*/ 4000500 h 11458575"/>
                <a:gd name="connsiteX6" fmla="*/ 7372350 w 7372350"/>
                <a:gd name="connsiteY6" fmla="*/ 6343650 h 11458575"/>
                <a:gd name="connsiteX7" fmla="*/ 6057900 w 7372350"/>
                <a:gd name="connsiteY7" fmla="*/ 10744200 h 11458575"/>
                <a:gd name="connsiteX8" fmla="*/ 5857875 w 7372350"/>
                <a:gd name="connsiteY8" fmla="*/ 10487025 h 11458575"/>
                <a:gd name="connsiteX9" fmla="*/ 5657850 w 7372350"/>
                <a:gd name="connsiteY9" fmla="*/ 7743825 h 11458575"/>
                <a:gd name="connsiteX10" fmla="*/ 5543550 w 7372350"/>
                <a:gd name="connsiteY10" fmla="*/ 8543925 h 11458575"/>
                <a:gd name="connsiteX11" fmla="*/ 5343525 w 7372350"/>
                <a:gd name="connsiteY11" fmla="*/ 8429625 h 11458575"/>
                <a:gd name="connsiteX12" fmla="*/ 5029200 w 7372350"/>
                <a:gd name="connsiteY12" fmla="*/ 7396162 h 11458575"/>
                <a:gd name="connsiteX13" fmla="*/ 4705350 w 7372350"/>
                <a:gd name="connsiteY13" fmla="*/ 7386637 h 11458575"/>
                <a:gd name="connsiteX14" fmla="*/ 4443412 w 7372350"/>
                <a:gd name="connsiteY14" fmla="*/ 7429500 h 11458575"/>
                <a:gd name="connsiteX15" fmla="*/ 3305174 w 7372350"/>
                <a:gd name="connsiteY15" fmla="*/ 5784056 h 11458575"/>
                <a:gd name="connsiteX16" fmla="*/ 3186112 w 7372350"/>
                <a:gd name="connsiteY16" fmla="*/ 5886451 h 11458575"/>
                <a:gd name="connsiteX17" fmla="*/ 3036094 w 7372350"/>
                <a:gd name="connsiteY17" fmla="*/ 9408319 h 11458575"/>
                <a:gd name="connsiteX18" fmla="*/ 2457449 w 7372350"/>
                <a:gd name="connsiteY18" fmla="*/ 8446293 h 11458575"/>
                <a:gd name="connsiteX19" fmla="*/ 2543175 w 7372350"/>
                <a:gd name="connsiteY19" fmla="*/ 8201025 h 11458575"/>
                <a:gd name="connsiteX20" fmla="*/ 2340769 w 7372350"/>
                <a:gd name="connsiteY20" fmla="*/ 8446294 h 11458575"/>
                <a:gd name="connsiteX21" fmla="*/ 3193256 w 7372350"/>
                <a:gd name="connsiteY21" fmla="*/ 11249025 h 11458575"/>
                <a:gd name="connsiteX22" fmla="*/ 3036094 w 7372350"/>
                <a:gd name="connsiteY22" fmla="*/ 11458575 h 11458575"/>
                <a:gd name="connsiteX23" fmla="*/ 0 w 7372350"/>
                <a:gd name="connsiteY23" fmla="*/ 4857750 h 11458575"/>
                <a:gd name="connsiteX24" fmla="*/ 228600 w 7372350"/>
                <a:gd name="connsiteY24" fmla="*/ 4829175 h 11458575"/>
                <a:gd name="connsiteX25" fmla="*/ 800100 w 7372350"/>
                <a:gd name="connsiteY25" fmla="*/ 6229350 h 11458575"/>
                <a:gd name="connsiteX26" fmla="*/ 1000125 w 7372350"/>
                <a:gd name="connsiteY26" fmla="*/ 6115050 h 11458575"/>
                <a:gd name="connsiteX27" fmla="*/ 714375 w 7372350"/>
                <a:gd name="connsiteY27" fmla="*/ 3200400 h 11458575"/>
                <a:gd name="connsiteX28" fmla="*/ 971550 w 7372350"/>
                <a:gd name="connsiteY28" fmla="*/ 3200400 h 11458575"/>
                <a:gd name="connsiteX29" fmla="*/ 1285875 w 7372350"/>
                <a:gd name="connsiteY29" fmla="*/ 4057650 h 11458575"/>
                <a:gd name="connsiteX30" fmla="*/ 1457325 w 7372350"/>
                <a:gd name="connsiteY30" fmla="*/ 3943350 h 11458575"/>
                <a:gd name="connsiteX31" fmla="*/ 2914650 w 7372350"/>
                <a:gd name="connsiteY31" fmla="*/ 0 h 11458575"/>
                <a:gd name="connsiteX0" fmla="*/ 3100388 w 7558088"/>
                <a:gd name="connsiteY0" fmla="*/ 0 h 11458575"/>
                <a:gd name="connsiteX1" fmla="*/ 3271838 w 7558088"/>
                <a:gd name="connsiteY1" fmla="*/ 342900 h 11458575"/>
                <a:gd name="connsiteX2" fmla="*/ 5815013 w 7558088"/>
                <a:gd name="connsiteY2" fmla="*/ 5715000 h 11458575"/>
                <a:gd name="connsiteX3" fmla="*/ 6043613 w 7558088"/>
                <a:gd name="connsiteY3" fmla="*/ 5629275 h 11458575"/>
                <a:gd name="connsiteX4" fmla="*/ 5472113 w 7558088"/>
                <a:gd name="connsiteY4" fmla="*/ 4429125 h 11458575"/>
                <a:gd name="connsiteX5" fmla="*/ 5843588 w 7558088"/>
                <a:gd name="connsiteY5" fmla="*/ 4000500 h 11458575"/>
                <a:gd name="connsiteX6" fmla="*/ 7558088 w 7558088"/>
                <a:gd name="connsiteY6" fmla="*/ 6343650 h 11458575"/>
                <a:gd name="connsiteX7" fmla="*/ 6243638 w 7558088"/>
                <a:gd name="connsiteY7" fmla="*/ 10744200 h 11458575"/>
                <a:gd name="connsiteX8" fmla="*/ 6043613 w 7558088"/>
                <a:gd name="connsiteY8" fmla="*/ 10487025 h 11458575"/>
                <a:gd name="connsiteX9" fmla="*/ 5843588 w 7558088"/>
                <a:gd name="connsiteY9" fmla="*/ 7743825 h 11458575"/>
                <a:gd name="connsiteX10" fmla="*/ 5729288 w 7558088"/>
                <a:gd name="connsiteY10" fmla="*/ 8543925 h 11458575"/>
                <a:gd name="connsiteX11" fmla="*/ 5529263 w 7558088"/>
                <a:gd name="connsiteY11" fmla="*/ 8429625 h 11458575"/>
                <a:gd name="connsiteX12" fmla="*/ 5214938 w 7558088"/>
                <a:gd name="connsiteY12" fmla="*/ 7396162 h 11458575"/>
                <a:gd name="connsiteX13" fmla="*/ 4891088 w 7558088"/>
                <a:gd name="connsiteY13" fmla="*/ 7386637 h 11458575"/>
                <a:gd name="connsiteX14" fmla="*/ 4629150 w 7558088"/>
                <a:gd name="connsiteY14" fmla="*/ 7429500 h 11458575"/>
                <a:gd name="connsiteX15" fmla="*/ 3490912 w 7558088"/>
                <a:gd name="connsiteY15" fmla="*/ 5784056 h 11458575"/>
                <a:gd name="connsiteX16" fmla="*/ 3371850 w 7558088"/>
                <a:gd name="connsiteY16" fmla="*/ 5886451 h 11458575"/>
                <a:gd name="connsiteX17" fmla="*/ 3221832 w 7558088"/>
                <a:gd name="connsiteY17" fmla="*/ 9408319 h 11458575"/>
                <a:gd name="connsiteX18" fmla="*/ 2643187 w 7558088"/>
                <a:gd name="connsiteY18" fmla="*/ 8446293 h 11458575"/>
                <a:gd name="connsiteX19" fmla="*/ 2728913 w 7558088"/>
                <a:gd name="connsiteY19" fmla="*/ 8201025 h 11458575"/>
                <a:gd name="connsiteX20" fmla="*/ 2526507 w 7558088"/>
                <a:gd name="connsiteY20" fmla="*/ 8446294 h 11458575"/>
                <a:gd name="connsiteX21" fmla="*/ 3378994 w 7558088"/>
                <a:gd name="connsiteY21" fmla="*/ 11249025 h 11458575"/>
                <a:gd name="connsiteX22" fmla="*/ 3221832 w 7558088"/>
                <a:gd name="connsiteY22" fmla="*/ 11458575 h 11458575"/>
                <a:gd name="connsiteX23" fmla="*/ 0 w 7558088"/>
                <a:gd name="connsiteY23" fmla="*/ 4752975 h 11458575"/>
                <a:gd name="connsiteX24" fmla="*/ 414338 w 7558088"/>
                <a:gd name="connsiteY24" fmla="*/ 4829175 h 11458575"/>
                <a:gd name="connsiteX25" fmla="*/ 985838 w 7558088"/>
                <a:gd name="connsiteY25" fmla="*/ 6229350 h 11458575"/>
                <a:gd name="connsiteX26" fmla="*/ 1185863 w 7558088"/>
                <a:gd name="connsiteY26" fmla="*/ 6115050 h 11458575"/>
                <a:gd name="connsiteX27" fmla="*/ 900113 w 7558088"/>
                <a:gd name="connsiteY27" fmla="*/ 3200400 h 11458575"/>
                <a:gd name="connsiteX28" fmla="*/ 1157288 w 7558088"/>
                <a:gd name="connsiteY28" fmla="*/ 3200400 h 11458575"/>
                <a:gd name="connsiteX29" fmla="*/ 1471613 w 7558088"/>
                <a:gd name="connsiteY29" fmla="*/ 4057650 h 11458575"/>
                <a:gd name="connsiteX30" fmla="*/ 1643063 w 7558088"/>
                <a:gd name="connsiteY30" fmla="*/ 3943350 h 11458575"/>
                <a:gd name="connsiteX31" fmla="*/ 3100388 w 7558088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726133 w 7869883"/>
                <a:gd name="connsiteY24" fmla="*/ 4829175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2935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97658 w 7869883"/>
                <a:gd name="connsiteY26" fmla="*/ 6115050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29337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211908 w 7869883"/>
                <a:gd name="connsiteY27" fmla="*/ 32004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469083 w 7869883"/>
                <a:gd name="connsiteY28" fmla="*/ 3200400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45283 w 7869883"/>
                <a:gd name="connsiteY28" fmla="*/ 3252787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783408 w 7869883"/>
                <a:gd name="connsiteY29" fmla="*/ 4057650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4858 w 7869883"/>
                <a:gd name="connsiteY30" fmla="*/ 3943350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83633 w 7869883"/>
                <a:gd name="connsiteY1" fmla="*/ 34290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91253 w 7869883"/>
                <a:gd name="connsiteY1" fmla="*/ 23622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0 h 11458575"/>
                <a:gd name="connsiteX1" fmla="*/ 3553153 w 7869883"/>
                <a:gd name="connsiteY1" fmla="*/ 243840 h 11458575"/>
                <a:gd name="connsiteX2" fmla="*/ 6126808 w 7869883"/>
                <a:gd name="connsiteY2" fmla="*/ 5715000 h 11458575"/>
                <a:gd name="connsiteX3" fmla="*/ 6355408 w 7869883"/>
                <a:gd name="connsiteY3" fmla="*/ 5629275 h 11458575"/>
                <a:gd name="connsiteX4" fmla="*/ 5783908 w 7869883"/>
                <a:gd name="connsiteY4" fmla="*/ 4429125 h 11458575"/>
                <a:gd name="connsiteX5" fmla="*/ 6155383 w 7869883"/>
                <a:gd name="connsiteY5" fmla="*/ 4000500 h 11458575"/>
                <a:gd name="connsiteX6" fmla="*/ 7869883 w 7869883"/>
                <a:gd name="connsiteY6" fmla="*/ 6343650 h 11458575"/>
                <a:gd name="connsiteX7" fmla="*/ 6555433 w 7869883"/>
                <a:gd name="connsiteY7" fmla="*/ 10744200 h 11458575"/>
                <a:gd name="connsiteX8" fmla="*/ 6355408 w 7869883"/>
                <a:gd name="connsiteY8" fmla="*/ 10487025 h 11458575"/>
                <a:gd name="connsiteX9" fmla="*/ 6155383 w 7869883"/>
                <a:gd name="connsiteY9" fmla="*/ 7743825 h 11458575"/>
                <a:gd name="connsiteX10" fmla="*/ 6041083 w 7869883"/>
                <a:gd name="connsiteY10" fmla="*/ 8543925 h 11458575"/>
                <a:gd name="connsiteX11" fmla="*/ 5841058 w 7869883"/>
                <a:gd name="connsiteY11" fmla="*/ 8429625 h 11458575"/>
                <a:gd name="connsiteX12" fmla="*/ 5526733 w 7869883"/>
                <a:gd name="connsiteY12" fmla="*/ 7396162 h 11458575"/>
                <a:gd name="connsiteX13" fmla="*/ 5202883 w 7869883"/>
                <a:gd name="connsiteY13" fmla="*/ 7386637 h 11458575"/>
                <a:gd name="connsiteX14" fmla="*/ 4940945 w 7869883"/>
                <a:gd name="connsiteY14" fmla="*/ 7429500 h 11458575"/>
                <a:gd name="connsiteX15" fmla="*/ 3802707 w 7869883"/>
                <a:gd name="connsiteY15" fmla="*/ 5784056 h 11458575"/>
                <a:gd name="connsiteX16" fmla="*/ 3683645 w 7869883"/>
                <a:gd name="connsiteY16" fmla="*/ 5886451 h 11458575"/>
                <a:gd name="connsiteX17" fmla="*/ 3533627 w 7869883"/>
                <a:gd name="connsiteY17" fmla="*/ 9408319 h 11458575"/>
                <a:gd name="connsiteX18" fmla="*/ 2954982 w 7869883"/>
                <a:gd name="connsiteY18" fmla="*/ 8446293 h 11458575"/>
                <a:gd name="connsiteX19" fmla="*/ 3040708 w 7869883"/>
                <a:gd name="connsiteY19" fmla="*/ 8201025 h 11458575"/>
                <a:gd name="connsiteX20" fmla="*/ 2838302 w 7869883"/>
                <a:gd name="connsiteY20" fmla="*/ 8446294 h 11458575"/>
                <a:gd name="connsiteX21" fmla="*/ 3690789 w 7869883"/>
                <a:gd name="connsiteY21" fmla="*/ 11249025 h 11458575"/>
                <a:gd name="connsiteX22" fmla="*/ 3533627 w 7869883"/>
                <a:gd name="connsiteY22" fmla="*/ 11458575 h 11458575"/>
                <a:gd name="connsiteX23" fmla="*/ 311795 w 7869883"/>
                <a:gd name="connsiteY23" fmla="*/ 4752975 h 11458575"/>
                <a:gd name="connsiteX24" fmla="*/ 616595 w 7869883"/>
                <a:gd name="connsiteY24" fmla="*/ 4724400 h 11458575"/>
                <a:gd name="connsiteX25" fmla="*/ 1297633 w 7869883"/>
                <a:gd name="connsiteY25" fmla="*/ 6286500 h 11458575"/>
                <a:gd name="connsiteX26" fmla="*/ 1426221 w 7869883"/>
                <a:gd name="connsiteY26" fmla="*/ 6119812 h 11458575"/>
                <a:gd name="connsiteX27" fmla="*/ 1111895 w 7869883"/>
                <a:gd name="connsiteY27" fmla="*/ 3124200 h 11458575"/>
                <a:gd name="connsiteX28" fmla="*/ 1516708 w 7869883"/>
                <a:gd name="connsiteY28" fmla="*/ 3267074 h 11458575"/>
                <a:gd name="connsiteX29" fmla="*/ 1816745 w 7869883"/>
                <a:gd name="connsiteY29" fmla="*/ 3952875 h 11458575"/>
                <a:gd name="connsiteX30" fmla="*/ 1957239 w 7869883"/>
                <a:gd name="connsiteY30" fmla="*/ 3926681 h 11458575"/>
                <a:gd name="connsiteX31" fmla="*/ 3412183 w 7869883"/>
                <a:gd name="connsiteY31" fmla="*/ 0 h 11458575"/>
                <a:gd name="connsiteX0" fmla="*/ 3412183 w 7869883"/>
                <a:gd name="connsiteY0" fmla="*/ 1439 h 11460014"/>
                <a:gd name="connsiteX1" fmla="*/ 35531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531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86491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439 h 11460014"/>
                <a:gd name="connsiteX1" fmla="*/ 3591253 w 7869883"/>
                <a:gd name="connsiteY1" fmla="*/ 245279 h 11460014"/>
                <a:gd name="connsiteX2" fmla="*/ 6126808 w 7869883"/>
                <a:gd name="connsiteY2" fmla="*/ 5716439 h 11460014"/>
                <a:gd name="connsiteX3" fmla="*/ 6355408 w 7869883"/>
                <a:gd name="connsiteY3" fmla="*/ 5630714 h 11460014"/>
                <a:gd name="connsiteX4" fmla="*/ 5783908 w 7869883"/>
                <a:gd name="connsiteY4" fmla="*/ 4430564 h 11460014"/>
                <a:gd name="connsiteX5" fmla="*/ 6155383 w 7869883"/>
                <a:gd name="connsiteY5" fmla="*/ 4001939 h 11460014"/>
                <a:gd name="connsiteX6" fmla="*/ 7869883 w 7869883"/>
                <a:gd name="connsiteY6" fmla="*/ 6345089 h 11460014"/>
                <a:gd name="connsiteX7" fmla="*/ 6555433 w 7869883"/>
                <a:gd name="connsiteY7" fmla="*/ 10745639 h 11460014"/>
                <a:gd name="connsiteX8" fmla="*/ 6355408 w 7869883"/>
                <a:gd name="connsiteY8" fmla="*/ 10488464 h 11460014"/>
                <a:gd name="connsiteX9" fmla="*/ 6155383 w 7869883"/>
                <a:gd name="connsiteY9" fmla="*/ 7745264 h 11460014"/>
                <a:gd name="connsiteX10" fmla="*/ 6041083 w 7869883"/>
                <a:gd name="connsiteY10" fmla="*/ 8545364 h 11460014"/>
                <a:gd name="connsiteX11" fmla="*/ 5841058 w 7869883"/>
                <a:gd name="connsiteY11" fmla="*/ 8431064 h 11460014"/>
                <a:gd name="connsiteX12" fmla="*/ 5526733 w 7869883"/>
                <a:gd name="connsiteY12" fmla="*/ 7397601 h 11460014"/>
                <a:gd name="connsiteX13" fmla="*/ 5202883 w 7869883"/>
                <a:gd name="connsiteY13" fmla="*/ 7388076 h 11460014"/>
                <a:gd name="connsiteX14" fmla="*/ 4940945 w 7869883"/>
                <a:gd name="connsiteY14" fmla="*/ 7430939 h 11460014"/>
                <a:gd name="connsiteX15" fmla="*/ 3802707 w 7869883"/>
                <a:gd name="connsiteY15" fmla="*/ 5785495 h 11460014"/>
                <a:gd name="connsiteX16" fmla="*/ 3683645 w 7869883"/>
                <a:gd name="connsiteY16" fmla="*/ 5887890 h 11460014"/>
                <a:gd name="connsiteX17" fmla="*/ 3533627 w 7869883"/>
                <a:gd name="connsiteY17" fmla="*/ 9409758 h 11460014"/>
                <a:gd name="connsiteX18" fmla="*/ 2954982 w 7869883"/>
                <a:gd name="connsiteY18" fmla="*/ 8447732 h 11460014"/>
                <a:gd name="connsiteX19" fmla="*/ 3040708 w 7869883"/>
                <a:gd name="connsiteY19" fmla="*/ 8202464 h 11460014"/>
                <a:gd name="connsiteX20" fmla="*/ 2838302 w 7869883"/>
                <a:gd name="connsiteY20" fmla="*/ 8447733 h 11460014"/>
                <a:gd name="connsiteX21" fmla="*/ 3690789 w 7869883"/>
                <a:gd name="connsiteY21" fmla="*/ 11250464 h 11460014"/>
                <a:gd name="connsiteX22" fmla="*/ 3533627 w 7869883"/>
                <a:gd name="connsiteY22" fmla="*/ 11460014 h 11460014"/>
                <a:gd name="connsiteX23" fmla="*/ 311795 w 7869883"/>
                <a:gd name="connsiteY23" fmla="*/ 4754414 h 11460014"/>
                <a:gd name="connsiteX24" fmla="*/ 616595 w 7869883"/>
                <a:gd name="connsiteY24" fmla="*/ 4725839 h 11460014"/>
                <a:gd name="connsiteX25" fmla="*/ 1297633 w 7869883"/>
                <a:gd name="connsiteY25" fmla="*/ 6287939 h 11460014"/>
                <a:gd name="connsiteX26" fmla="*/ 1426221 w 7869883"/>
                <a:gd name="connsiteY26" fmla="*/ 6121251 h 11460014"/>
                <a:gd name="connsiteX27" fmla="*/ 1111895 w 7869883"/>
                <a:gd name="connsiteY27" fmla="*/ 3125639 h 11460014"/>
                <a:gd name="connsiteX28" fmla="*/ 1516708 w 7869883"/>
                <a:gd name="connsiteY28" fmla="*/ 3268513 h 11460014"/>
                <a:gd name="connsiteX29" fmla="*/ 1816745 w 7869883"/>
                <a:gd name="connsiteY29" fmla="*/ 3954314 h 11460014"/>
                <a:gd name="connsiteX30" fmla="*/ 1957239 w 7869883"/>
                <a:gd name="connsiteY30" fmla="*/ 3928120 h 11460014"/>
                <a:gd name="connsiteX31" fmla="*/ 3412183 w 7869883"/>
                <a:gd name="connsiteY31" fmla="*/ 1439 h 11460014"/>
                <a:gd name="connsiteX0" fmla="*/ 3412183 w 7869883"/>
                <a:gd name="connsiteY0" fmla="*/ 1018 h 11459593"/>
                <a:gd name="connsiteX1" fmla="*/ 3591253 w 7869883"/>
                <a:gd name="connsiteY1" fmla="*/ 244858 h 11459593"/>
                <a:gd name="connsiteX2" fmla="*/ 6126808 w 7869883"/>
                <a:gd name="connsiteY2" fmla="*/ 5716018 h 11459593"/>
                <a:gd name="connsiteX3" fmla="*/ 6355408 w 7869883"/>
                <a:gd name="connsiteY3" fmla="*/ 5630293 h 11459593"/>
                <a:gd name="connsiteX4" fmla="*/ 5783908 w 7869883"/>
                <a:gd name="connsiteY4" fmla="*/ 4430143 h 11459593"/>
                <a:gd name="connsiteX5" fmla="*/ 6155383 w 7869883"/>
                <a:gd name="connsiteY5" fmla="*/ 4001518 h 11459593"/>
                <a:gd name="connsiteX6" fmla="*/ 7869883 w 7869883"/>
                <a:gd name="connsiteY6" fmla="*/ 6344668 h 11459593"/>
                <a:gd name="connsiteX7" fmla="*/ 6555433 w 7869883"/>
                <a:gd name="connsiteY7" fmla="*/ 10745218 h 11459593"/>
                <a:gd name="connsiteX8" fmla="*/ 6355408 w 7869883"/>
                <a:gd name="connsiteY8" fmla="*/ 10488043 h 11459593"/>
                <a:gd name="connsiteX9" fmla="*/ 6155383 w 7869883"/>
                <a:gd name="connsiteY9" fmla="*/ 7744843 h 11459593"/>
                <a:gd name="connsiteX10" fmla="*/ 6041083 w 7869883"/>
                <a:gd name="connsiteY10" fmla="*/ 8544943 h 11459593"/>
                <a:gd name="connsiteX11" fmla="*/ 5841058 w 7869883"/>
                <a:gd name="connsiteY11" fmla="*/ 8430643 h 11459593"/>
                <a:gd name="connsiteX12" fmla="*/ 5526733 w 7869883"/>
                <a:gd name="connsiteY12" fmla="*/ 7397180 h 11459593"/>
                <a:gd name="connsiteX13" fmla="*/ 5202883 w 7869883"/>
                <a:gd name="connsiteY13" fmla="*/ 7387655 h 11459593"/>
                <a:gd name="connsiteX14" fmla="*/ 4940945 w 7869883"/>
                <a:gd name="connsiteY14" fmla="*/ 7430518 h 11459593"/>
                <a:gd name="connsiteX15" fmla="*/ 3802707 w 7869883"/>
                <a:gd name="connsiteY15" fmla="*/ 5785074 h 11459593"/>
                <a:gd name="connsiteX16" fmla="*/ 3683645 w 7869883"/>
                <a:gd name="connsiteY16" fmla="*/ 5887469 h 11459593"/>
                <a:gd name="connsiteX17" fmla="*/ 3533627 w 7869883"/>
                <a:gd name="connsiteY17" fmla="*/ 9409337 h 11459593"/>
                <a:gd name="connsiteX18" fmla="*/ 2954982 w 7869883"/>
                <a:gd name="connsiteY18" fmla="*/ 8447311 h 11459593"/>
                <a:gd name="connsiteX19" fmla="*/ 3040708 w 7869883"/>
                <a:gd name="connsiteY19" fmla="*/ 8202043 h 11459593"/>
                <a:gd name="connsiteX20" fmla="*/ 2838302 w 7869883"/>
                <a:gd name="connsiteY20" fmla="*/ 8447312 h 11459593"/>
                <a:gd name="connsiteX21" fmla="*/ 3690789 w 7869883"/>
                <a:gd name="connsiteY21" fmla="*/ 11250043 h 11459593"/>
                <a:gd name="connsiteX22" fmla="*/ 3533627 w 7869883"/>
                <a:gd name="connsiteY22" fmla="*/ 11459593 h 11459593"/>
                <a:gd name="connsiteX23" fmla="*/ 311795 w 7869883"/>
                <a:gd name="connsiteY23" fmla="*/ 4753993 h 11459593"/>
                <a:gd name="connsiteX24" fmla="*/ 616595 w 7869883"/>
                <a:gd name="connsiteY24" fmla="*/ 4725418 h 11459593"/>
                <a:gd name="connsiteX25" fmla="*/ 1297633 w 7869883"/>
                <a:gd name="connsiteY25" fmla="*/ 6287518 h 11459593"/>
                <a:gd name="connsiteX26" fmla="*/ 1426221 w 7869883"/>
                <a:gd name="connsiteY26" fmla="*/ 6120830 h 11459593"/>
                <a:gd name="connsiteX27" fmla="*/ 1111895 w 7869883"/>
                <a:gd name="connsiteY27" fmla="*/ 3125218 h 11459593"/>
                <a:gd name="connsiteX28" fmla="*/ 1516708 w 7869883"/>
                <a:gd name="connsiteY28" fmla="*/ 3268092 h 11459593"/>
                <a:gd name="connsiteX29" fmla="*/ 1816745 w 7869883"/>
                <a:gd name="connsiteY29" fmla="*/ 3953893 h 11459593"/>
                <a:gd name="connsiteX30" fmla="*/ 1957239 w 7869883"/>
                <a:gd name="connsiteY30" fmla="*/ 3927699 h 11459593"/>
                <a:gd name="connsiteX31" fmla="*/ 3412183 w 7869883"/>
                <a:gd name="connsiteY31" fmla="*/ 1018 h 11459593"/>
                <a:gd name="connsiteX0" fmla="*/ 3412183 w 7869883"/>
                <a:gd name="connsiteY0" fmla="*/ 930 h 11459505"/>
                <a:gd name="connsiteX1" fmla="*/ 3591253 w 7869883"/>
                <a:gd name="connsiteY1" fmla="*/ 244770 h 11459505"/>
                <a:gd name="connsiteX2" fmla="*/ 6126808 w 7869883"/>
                <a:gd name="connsiteY2" fmla="*/ 5715930 h 11459505"/>
                <a:gd name="connsiteX3" fmla="*/ 6355408 w 7869883"/>
                <a:gd name="connsiteY3" fmla="*/ 5630205 h 11459505"/>
                <a:gd name="connsiteX4" fmla="*/ 5783908 w 7869883"/>
                <a:gd name="connsiteY4" fmla="*/ 4430055 h 11459505"/>
                <a:gd name="connsiteX5" fmla="*/ 6155383 w 7869883"/>
                <a:gd name="connsiteY5" fmla="*/ 4001430 h 11459505"/>
                <a:gd name="connsiteX6" fmla="*/ 7869883 w 7869883"/>
                <a:gd name="connsiteY6" fmla="*/ 6344580 h 11459505"/>
                <a:gd name="connsiteX7" fmla="*/ 6555433 w 7869883"/>
                <a:gd name="connsiteY7" fmla="*/ 10745130 h 11459505"/>
                <a:gd name="connsiteX8" fmla="*/ 6355408 w 7869883"/>
                <a:gd name="connsiteY8" fmla="*/ 10487955 h 11459505"/>
                <a:gd name="connsiteX9" fmla="*/ 6155383 w 7869883"/>
                <a:gd name="connsiteY9" fmla="*/ 7744755 h 11459505"/>
                <a:gd name="connsiteX10" fmla="*/ 6041083 w 7869883"/>
                <a:gd name="connsiteY10" fmla="*/ 8544855 h 11459505"/>
                <a:gd name="connsiteX11" fmla="*/ 5841058 w 7869883"/>
                <a:gd name="connsiteY11" fmla="*/ 8430555 h 11459505"/>
                <a:gd name="connsiteX12" fmla="*/ 5526733 w 7869883"/>
                <a:gd name="connsiteY12" fmla="*/ 7397092 h 11459505"/>
                <a:gd name="connsiteX13" fmla="*/ 5202883 w 7869883"/>
                <a:gd name="connsiteY13" fmla="*/ 7387567 h 11459505"/>
                <a:gd name="connsiteX14" fmla="*/ 4940945 w 7869883"/>
                <a:gd name="connsiteY14" fmla="*/ 7430430 h 11459505"/>
                <a:gd name="connsiteX15" fmla="*/ 3802707 w 7869883"/>
                <a:gd name="connsiteY15" fmla="*/ 5784986 h 11459505"/>
                <a:gd name="connsiteX16" fmla="*/ 3683645 w 7869883"/>
                <a:gd name="connsiteY16" fmla="*/ 5887381 h 11459505"/>
                <a:gd name="connsiteX17" fmla="*/ 3533627 w 7869883"/>
                <a:gd name="connsiteY17" fmla="*/ 9409249 h 11459505"/>
                <a:gd name="connsiteX18" fmla="*/ 2954982 w 7869883"/>
                <a:gd name="connsiteY18" fmla="*/ 8447223 h 11459505"/>
                <a:gd name="connsiteX19" fmla="*/ 3040708 w 7869883"/>
                <a:gd name="connsiteY19" fmla="*/ 8201955 h 11459505"/>
                <a:gd name="connsiteX20" fmla="*/ 2838302 w 7869883"/>
                <a:gd name="connsiteY20" fmla="*/ 8447224 h 11459505"/>
                <a:gd name="connsiteX21" fmla="*/ 3690789 w 7869883"/>
                <a:gd name="connsiteY21" fmla="*/ 11249955 h 11459505"/>
                <a:gd name="connsiteX22" fmla="*/ 3533627 w 7869883"/>
                <a:gd name="connsiteY22" fmla="*/ 11459505 h 11459505"/>
                <a:gd name="connsiteX23" fmla="*/ 311795 w 7869883"/>
                <a:gd name="connsiteY23" fmla="*/ 4753905 h 11459505"/>
                <a:gd name="connsiteX24" fmla="*/ 616595 w 7869883"/>
                <a:gd name="connsiteY24" fmla="*/ 4725330 h 11459505"/>
                <a:gd name="connsiteX25" fmla="*/ 1297633 w 7869883"/>
                <a:gd name="connsiteY25" fmla="*/ 6287430 h 11459505"/>
                <a:gd name="connsiteX26" fmla="*/ 1426221 w 7869883"/>
                <a:gd name="connsiteY26" fmla="*/ 6120742 h 11459505"/>
                <a:gd name="connsiteX27" fmla="*/ 1111895 w 7869883"/>
                <a:gd name="connsiteY27" fmla="*/ 3125130 h 11459505"/>
                <a:gd name="connsiteX28" fmla="*/ 1516708 w 7869883"/>
                <a:gd name="connsiteY28" fmla="*/ 3268004 h 11459505"/>
                <a:gd name="connsiteX29" fmla="*/ 1816745 w 7869883"/>
                <a:gd name="connsiteY29" fmla="*/ 3953805 h 11459505"/>
                <a:gd name="connsiteX30" fmla="*/ 1957239 w 7869883"/>
                <a:gd name="connsiteY30" fmla="*/ 3927611 h 11459505"/>
                <a:gd name="connsiteX31" fmla="*/ 3412183 w 7869883"/>
                <a:gd name="connsiteY31" fmla="*/ 930 h 11459505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355408 w 7869883"/>
                <a:gd name="connsiteY3" fmla="*/ 5629451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83908 w 7869883"/>
                <a:gd name="connsiteY4" fmla="*/ 4429301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155383 w 7869883"/>
                <a:gd name="connsiteY5" fmla="*/ 4000676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6346 w 7869883"/>
                <a:gd name="connsiteY5" fmla="*/ 3936382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31584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869883"/>
                <a:gd name="connsiteY0" fmla="*/ 176 h 11458751"/>
                <a:gd name="connsiteX1" fmla="*/ 3591253 w 7869883"/>
                <a:gd name="connsiteY1" fmla="*/ 244016 h 11458751"/>
                <a:gd name="connsiteX2" fmla="*/ 6126808 w 7869883"/>
                <a:gd name="connsiteY2" fmla="*/ 5715176 h 11458751"/>
                <a:gd name="connsiteX3" fmla="*/ 6272064 w 7869883"/>
                <a:gd name="connsiteY3" fmla="*/ 5624688 h 11458751"/>
                <a:gd name="connsiteX4" fmla="*/ 5798195 w 7869883"/>
                <a:gd name="connsiteY4" fmla="*/ 4424538 h 11458751"/>
                <a:gd name="connsiteX5" fmla="*/ 6224441 w 7869883"/>
                <a:gd name="connsiteY5" fmla="*/ 3938763 h 11458751"/>
                <a:gd name="connsiteX6" fmla="*/ 7869883 w 7869883"/>
                <a:gd name="connsiteY6" fmla="*/ 6343826 h 11458751"/>
                <a:gd name="connsiteX7" fmla="*/ 6555433 w 7869883"/>
                <a:gd name="connsiteY7" fmla="*/ 10744376 h 11458751"/>
                <a:gd name="connsiteX8" fmla="*/ 6355408 w 7869883"/>
                <a:gd name="connsiteY8" fmla="*/ 10487201 h 11458751"/>
                <a:gd name="connsiteX9" fmla="*/ 6155383 w 7869883"/>
                <a:gd name="connsiteY9" fmla="*/ 7744001 h 11458751"/>
                <a:gd name="connsiteX10" fmla="*/ 6041083 w 7869883"/>
                <a:gd name="connsiteY10" fmla="*/ 8544101 h 11458751"/>
                <a:gd name="connsiteX11" fmla="*/ 5841058 w 7869883"/>
                <a:gd name="connsiteY11" fmla="*/ 8429801 h 11458751"/>
                <a:gd name="connsiteX12" fmla="*/ 5526733 w 7869883"/>
                <a:gd name="connsiteY12" fmla="*/ 7396338 h 11458751"/>
                <a:gd name="connsiteX13" fmla="*/ 5202883 w 7869883"/>
                <a:gd name="connsiteY13" fmla="*/ 7386813 h 11458751"/>
                <a:gd name="connsiteX14" fmla="*/ 4940945 w 7869883"/>
                <a:gd name="connsiteY14" fmla="*/ 7429676 h 11458751"/>
                <a:gd name="connsiteX15" fmla="*/ 3802707 w 7869883"/>
                <a:gd name="connsiteY15" fmla="*/ 5784232 h 11458751"/>
                <a:gd name="connsiteX16" fmla="*/ 3683645 w 7869883"/>
                <a:gd name="connsiteY16" fmla="*/ 5886627 h 11458751"/>
                <a:gd name="connsiteX17" fmla="*/ 3533627 w 7869883"/>
                <a:gd name="connsiteY17" fmla="*/ 9408495 h 11458751"/>
                <a:gd name="connsiteX18" fmla="*/ 2954982 w 7869883"/>
                <a:gd name="connsiteY18" fmla="*/ 8446469 h 11458751"/>
                <a:gd name="connsiteX19" fmla="*/ 3040708 w 7869883"/>
                <a:gd name="connsiteY19" fmla="*/ 8201201 h 11458751"/>
                <a:gd name="connsiteX20" fmla="*/ 2838302 w 7869883"/>
                <a:gd name="connsiteY20" fmla="*/ 8446470 h 11458751"/>
                <a:gd name="connsiteX21" fmla="*/ 3690789 w 7869883"/>
                <a:gd name="connsiteY21" fmla="*/ 11249201 h 11458751"/>
                <a:gd name="connsiteX22" fmla="*/ 3533627 w 7869883"/>
                <a:gd name="connsiteY22" fmla="*/ 11458751 h 11458751"/>
                <a:gd name="connsiteX23" fmla="*/ 311795 w 7869883"/>
                <a:gd name="connsiteY23" fmla="*/ 4753151 h 11458751"/>
                <a:gd name="connsiteX24" fmla="*/ 616595 w 7869883"/>
                <a:gd name="connsiteY24" fmla="*/ 4724576 h 11458751"/>
                <a:gd name="connsiteX25" fmla="*/ 1297633 w 7869883"/>
                <a:gd name="connsiteY25" fmla="*/ 6286676 h 11458751"/>
                <a:gd name="connsiteX26" fmla="*/ 1426221 w 7869883"/>
                <a:gd name="connsiteY26" fmla="*/ 6119988 h 11458751"/>
                <a:gd name="connsiteX27" fmla="*/ 1111895 w 7869883"/>
                <a:gd name="connsiteY27" fmla="*/ 3124376 h 11458751"/>
                <a:gd name="connsiteX28" fmla="*/ 1516708 w 7869883"/>
                <a:gd name="connsiteY28" fmla="*/ 3267250 h 11458751"/>
                <a:gd name="connsiteX29" fmla="*/ 1816745 w 7869883"/>
                <a:gd name="connsiteY29" fmla="*/ 3953051 h 11458751"/>
                <a:gd name="connsiteX30" fmla="*/ 1957239 w 7869883"/>
                <a:gd name="connsiteY30" fmla="*/ 3926857 h 11458751"/>
                <a:gd name="connsiteX31" fmla="*/ 3412183 w 7869883"/>
                <a:gd name="connsiteY31" fmla="*/ 176 h 11458751"/>
                <a:gd name="connsiteX0" fmla="*/ 3412183 w 7912118"/>
                <a:gd name="connsiteY0" fmla="*/ 176 h 11458751"/>
                <a:gd name="connsiteX1" fmla="*/ 3591253 w 7912118"/>
                <a:gd name="connsiteY1" fmla="*/ 244016 h 11458751"/>
                <a:gd name="connsiteX2" fmla="*/ 6126808 w 7912118"/>
                <a:gd name="connsiteY2" fmla="*/ 5715176 h 11458751"/>
                <a:gd name="connsiteX3" fmla="*/ 6272064 w 7912118"/>
                <a:gd name="connsiteY3" fmla="*/ 5624688 h 11458751"/>
                <a:gd name="connsiteX4" fmla="*/ 5798195 w 7912118"/>
                <a:gd name="connsiteY4" fmla="*/ 4424538 h 11458751"/>
                <a:gd name="connsiteX5" fmla="*/ 6224441 w 7912118"/>
                <a:gd name="connsiteY5" fmla="*/ 3938763 h 11458751"/>
                <a:gd name="connsiteX6" fmla="*/ 7869883 w 7912118"/>
                <a:gd name="connsiteY6" fmla="*/ 6343826 h 11458751"/>
                <a:gd name="connsiteX7" fmla="*/ 6555433 w 7912118"/>
                <a:gd name="connsiteY7" fmla="*/ 10744376 h 11458751"/>
                <a:gd name="connsiteX8" fmla="*/ 6355408 w 7912118"/>
                <a:gd name="connsiteY8" fmla="*/ 10487201 h 11458751"/>
                <a:gd name="connsiteX9" fmla="*/ 6155383 w 7912118"/>
                <a:gd name="connsiteY9" fmla="*/ 7744001 h 11458751"/>
                <a:gd name="connsiteX10" fmla="*/ 6041083 w 7912118"/>
                <a:gd name="connsiteY10" fmla="*/ 8544101 h 11458751"/>
                <a:gd name="connsiteX11" fmla="*/ 5841058 w 7912118"/>
                <a:gd name="connsiteY11" fmla="*/ 8429801 h 11458751"/>
                <a:gd name="connsiteX12" fmla="*/ 5526733 w 7912118"/>
                <a:gd name="connsiteY12" fmla="*/ 7396338 h 11458751"/>
                <a:gd name="connsiteX13" fmla="*/ 5202883 w 7912118"/>
                <a:gd name="connsiteY13" fmla="*/ 7386813 h 11458751"/>
                <a:gd name="connsiteX14" fmla="*/ 4940945 w 7912118"/>
                <a:gd name="connsiteY14" fmla="*/ 7429676 h 11458751"/>
                <a:gd name="connsiteX15" fmla="*/ 3802707 w 7912118"/>
                <a:gd name="connsiteY15" fmla="*/ 5784232 h 11458751"/>
                <a:gd name="connsiteX16" fmla="*/ 3683645 w 7912118"/>
                <a:gd name="connsiteY16" fmla="*/ 5886627 h 11458751"/>
                <a:gd name="connsiteX17" fmla="*/ 3533627 w 7912118"/>
                <a:gd name="connsiteY17" fmla="*/ 9408495 h 11458751"/>
                <a:gd name="connsiteX18" fmla="*/ 2954982 w 7912118"/>
                <a:gd name="connsiteY18" fmla="*/ 8446469 h 11458751"/>
                <a:gd name="connsiteX19" fmla="*/ 3040708 w 7912118"/>
                <a:gd name="connsiteY19" fmla="*/ 8201201 h 11458751"/>
                <a:gd name="connsiteX20" fmla="*/ 2838302 w 7912118"/>
                <a:gd name="connsiteY20" fmla="*/ 8446470 h 11458751"/>
                <a:gd name="connsiteX21" fmla="*/ 3690789 w 7912118"/>
                <a:gd name="connsiteY21" fmla="*/ 11249201 h 11458751"/>
                <a:gd name="connsiteX22" fmla="*/ 3533627 w 7912118"/>
                <a:gd name="connsiteY22" fmla="*/ 11458751 h 11458751"/>
                <a:gd name="connsiteX23" fmla="*/ 311795 w 7912118"/>
                <a:gd name="connsiteY23" fmla="*/ 4753151 h 11458751"/>
                <a:gd name="connsiteX24" fmla="*/ 616595 w 7912118"/>
                <a:gd name="connsiteY24" fmla="*/ 4724576 h 11458751"/>
                <a:gd name="connsiteX25" fmla="*/ 1297633 w 7912118"/>
                <a:gd name="connsiteY25" fmla="*/ 6286676 h 11458751"/>
                <a:gd name="connsiteX26" fmla="*/ 1426221 w 7912118"/>
                <a:gd name="connsiteY26" fmla="*/ 6119988 h 11458751"/>
                <a:gd name="connsiteX27" fmla="*/ 1111895 w 7912118"/>
                <a:gd name="connsiteY27" fmla="*/ 3124376 h 11458751"/>
                <a:gd name="connsiteX28" fmla="*/ 1516708 w 7912118"/>
                <a:gd name="connsiteY28" fmla="*/ 3267250 h 11458751"/>
                <a:gd name="connsiteX29" fmla="*/ 1816745 w 7912118"/>
                <a:gd name="connsiteY29" fmla="*/ 3953051 h 11458751"/>
                <a:gd name="connsiteX30" fmla="*/ 1957239 w 7912118"/>
                <a:gd name="connsiteY30" fmla="*/ 3926857 h 11458751"/>
                <a:gd name="connsiteX31" fmla="*/ 3412183 w 7912118"/>
                <a:gd name="connsiteY31" fmla="*/ 176 h 11458751"/>
                <a:gd name="connsiteX0" fmla="*/ 3412183 w 7947886"/>
                <a:gd name="connsiteY0" fmla="*/ 176 h 11458751"/>
                <a:gd name="connsiteX1" fmla="*/ 3591253 w 7947886"/>
                <a:gd name="connsiteY1" fmla="*/ 244016 h 11458751"/>
                <a:gd name="connsiteX2" fmla="*/ 6126808 w 7947886"/>
                <a:gd name="connsiteY2" fmla="*/ 5715176 h 11458751"/>
                <a:gd name="connsiteX3" fmla="*/ 6272064 w 7947886"/>
                <a:gd name="connsiteY3" fmla="*/ 5624688 h 11458751"/>
                <a:gd name="connsiteX4" fmla="*/ 5798195 w 7947886"/>
                <a:gd name="connsiteY4" fmla="*/ 4424538 h 11458751"/>
                <a:gd name="connsiteX5" fmla="*/ 6224441 w 7947886"/>
                <a:gd name="connsiteY5" fmla="*/ 3938763 h 11458751"/>
                <a:gd name="connsiteX6" fmla="*/ 7869883 w 7947886"/>
                <a:gd name="connsiteY6" fmla="*/ 6343826 h 11458751"/>
                <a:gd name="connsiteX7" fmla="*/ 6555433 w 7947886"/>
                <a:gd name="connsiteY7" fmla="*/ 10744376 h 11458751"/>
                <a:gd name="connsiteX8" fmla="*/ 6355408 w 7947886"/>
                <a:gd name="connsiteY8" fmla="*/ 10487201 h 11458751"/>
                <a:gd name="connsiteX9" fmla="*/ 6155383 w 7947886"/>
                <a:gd name="connsiteY9" fmla="*/ 7744001 h 11458751"/>
                <a:gd name="connsiteX10" fmla="*/ 6041083 w 7947886"/>
                <a:gd name="connsiteY10" fmla="*/ 8544101 h 11458751"/>
                <a:gd name="connsiteX11" fmla="*/ 5841058 w 7947886"/>
                <a:gd name="connsiteY11" fmla="*/ 8429801 h 11458751"/>
                <a:gd name="connsiteX12" fmla="*/ 5526733 w 7947886"/>
                <a:gd name="connsiteY12" fmla="*/ 7396338 h 11458751"/>
                <a:gd name="connsiteX13" fmla="*/ 5202883 w 7947886"/>
                <a:gd name="connsiteY13" fmla="*/ 7386813 h 11458751"/>
                <a:gd name="connsiteX14" fmla="*/ 4940945 w 7947886"/>
                <a:gd name="connsiteY14" fmla="*/ 7429676 h 11458751"/>
                <a:gd name="connsiteX15" fmla="*/ 3802707 w 7947886"/>
                <a:gd name="connsiteY15" fmla="*/ 5784232 h 11458751"/>
                <a:gd name="connsiteX16" fmla="*/ 3683645 w 7947886"/>
                <a:gd name="connsiteY16" fmla="*/ 5886627 h 11458751"/>
                <a:gd name="connsiteX17" fmla="*/ 3533627 w 7947886"/>
                <a:gd name="connsiteY17" fmla="*/ 9408495 h 11458751"/>
                <a:gd name="connsiteX18" fmla="*/ 2954982 w 7947886"/>
                <a:gd name="connsiteY18" fmla="*/ 8446469 h 11458751"/>
                <a:gd name="connsiteX19" fmla="*/ 3040708 w 7947886"/>
                <a:gd name="connsiteY19" fmla="*/ 8201201 h 11458751"/>
                <a:gd name="connsiteX20" fmla="*/ 2838302 w 7947886"/>
                <a:gd name="connsiteY20" fmla="*/ 8446470 h 11458751"/>
                <a:gd name="connsiteX21" fmla="*/ 3690789 w 7947886"/>
                <a:gd name="connsiteY21" fmla="*/ 11249201 h 11458751"/>
                <a:gd name="connsiteX22" fmla="*/ 3533627 w 7947886"/>
                <a:gd name="connsiteY22" fmla="*/ 11458751 h 11458751"/>
                <a:gd name="connsiteX23" fmla="*/ 311795 w 7947886"/>
                <a:gd name="connsiteY23" fmla="*/ 4753151 h 11458751"/>
                <a:gd name="connsiteX24" fmla="*/ 616595 w 7947886"/>
                <a:gd name="connsiteY24" fmla="*/ 4724576 h 11458751"/>
                <a:gd name="connsiteX25" fmla="*/ 1297633 w 7947886"/>
                <a:gd name="connsiteY25" fmla="*/ 6286676 h 11458751"/>
                <a:gd name="connsiteX26" fmla="*/ 1426221 w 7947886"/>
                <a:gd name="connsiteY26" fmla="*/ 6119988 h 11458751"/>
                <a:gd name="connsiteX27" fmla="*/ 1111895 w 7947886"/>
                <a:gd name="connsiteY27" fmla="*/ 3124376 h 11458751"/>
                <a:gd name="connsiteX28" fmla="*/ 1516708 w 7947886"/>
                <a:gd name="connsiteY28" fmla="*/ 3267250 h 11458751"/>
                <a:gd name="connsiteX29" fmla="*/ 1816745 w 7947886"/>
                <a:gd name="connsiteY29" fmla="*/ 3953051 h 11458751"/>
                <a:gd name="connsiteX30" fmla="*/ 1957239 w 7947886"/>
                <a:gd name="connsiteY30" fmla="*/ 3926857 h 11458751"/>
                <a:gd name="connsiteX31" fmla="*/ 3412183 w 7947886"/>
                <a:gd name="connsiteY31" fmla="*/ 176 h 11458751"/>
                <a:gd name="connsiteX0" fmla="*/ 3412183 w 7973126"/>
                <a:gd name="connsiteY0" fmla="*/ 176 h 11458751"/>
                <a:gd name="connsiteX1" fmla="*/ 3591253 w 7973126"/>
                <a:gd name="connsiteY1" fmla="*/ 244016 h 11458751"/>
                <a:gd name="connsiteX2" fmla="*/ 6126808 w 7973126"/>
                <a:gd name="connsiteY2" fmla="*/ 5715176 h 11458751"/>
                <a:gd name="connsiteX3" fmla="*/ 6272064 w 7973126"/>
                <a:gd name="connsiteY3" fmla="*/ 5624688 h 11458751"/>
                <a:gd name="connsiteX4" fmla="*/ 5798195 w 7973126"/>
                <a:gd name="connsiteY4" fmla="*/ 4424538 h 11458751"/>
                <a:gd name="connsiteX5" fmla="*/ 6224441 w 7973126"/>
                <a:gd name="connsiteY5" fmla="*/ 3938763 h 11458751"/>
                <a:gd name="connsiteX6" fmla="*/ 7869883 w 7973126"/>
                <a:gd name="connsiteY6" fmla="*/ 6343826 h 11458751"/>
                <a:gd name="connsiteX7" fmla="*/ 6555433 w 7973126"/>
                <a:gd name="connsiteY7" fmla="*/ 10744376 h 11458751"/>
                <a:gd name="connsiteX8" fmla="*/ 6355408 w 7973126"/>
                <a:gd name="connsiteY8" fmla="*/ 10487201 h 11458751"/>
                <a:gd name="connsiteX9" fmla="*/ 6155383 w 7973126"/>
                <a:gd name="connsiteY9" fmla="*/ 7744001 h 11458751"/>
                <a:gd name="connsiteX10" fmla="*/ 6041083 w 7973126"/>
                <a:gd name="connsiteY10" fmla="*/ 8544101 h 11458751"/>
                <a:gd name="connsiteX11" fmla="*/ 5841058 w 7973126"/>
                <a:gd name="connsiteY11" fmla="*/ 8429801 h 11458751"/>
                <a:gd name="connsiteX12" fmla="*/ 5526733 w 7973126"/>
                <a:gd name="connsiteY12" fmla="*/ 7396338 h 11458751"/>
                <a:gd name="connsiteX13" fmla="*/ 5202883 w 7973126"/>
                <a:gd name="connsiteY13" fmla="*/ 7386813 h 11458751"/>
                <a:gd name="connsiteX14" fmla="*/ 4940945 w 7973126"/>
                <a:gd name="connsiteY14" fmla="*/ 7429676 h 11458751"/>
                <a:gd name="connsiteX15" fmla="*/ 3802707 w 7973126"/>
                <a:gd name="connsiteY15" fmla="*/ 5784232 h 11458751"/>
                <a:gd name="connsiteX16" fmla="*/ 3683645 w 7973126"/>
                <a:gd name="connsiteY16" fmla="*/ 5886627 h 11458751"/>
                <a:gd name="connsiteX17" fmla="*/ 3533627 w 7973126"/>
                <a:gd name="connsiteY17" fmla="*/ 9408495 h 11458751"/>
                <a:gd name="connsiteX18" fmla="*/ 2954982 w 7973126"/>
                <a:gd name="connsiteY18" fmla="*/ 8446469 h 11458751"/>
                <a:gd name="connsiteX19" fmla="*/ 3040708 w 7973126"/>
                <a:gd name="connsiteY19" fmla="*/ 8201201 h 11458751"/>
                <a:gd name="connsiteX20" fmla="*/ 2838302 w 7973126"/>
                <a:gd name="connsiteY20" fmla="*/ 8446470 h 11458751"/>
                <a:gd name="connsiteX21" fmla="*/ 3690789 w 7973126"/>
                <a:gd name="connsiteY21" fmla="*/ 11249201 h 11458751"/>
                <a:gd name="connsiteX22" fmla="*/ 3533627 w 7973126"/>
                <a:gd name="connsiteY22" fmla="*/ 11458751 h 11458751"/>
                <a:gd name="connsiteX23" fmla="*/ 311795 w 7973126"/>
                <a:gd name="connsiteY23" fmla="*/ 4753151 h 11458751"/>
                <a:gd name="connsiteX24" fmla="*/ 616595 w 7973126"/>
                <a:gd name="connsiteY24" fmla="*/ 4724576 h 11458751"/>
                <a:gd name="connsiteX25" fmla="*/ 1297633 w 7973126"/>
                <a:gd name="connsiteY25" fmla="*/ 6286676 h 11458751"/>
                <a:gd name="connsiteX26" fmla="*/ 1426221 w 7973126"/>
                <a:gd name="connsiteY26" fmla="*/ 6119988 h 11458751"/>
                <a:gd name="connsiteX27" fmla="*/ 1111895 w 7973126"/>
                <a:gd name="connsiteY27" fmla="*/ 3124376 h 11458751"/>
                <a:gd name="connsiteX28" fmla="*/ 1516708 w 7973126"/>
                <a:gd name="connsiteY28" fmla="*/ 3267250 h 11458751"/>
                <a:gd name="connsiteX29" fmla="*/ 1816745 w 7973126"/>
                <a:gd name="connsiteY29" fmla="*/ 3953051 h 11458751"/>
                <a:gd name="connsiteX30" fmla="*/ 1957239 w 7973126"/>
                <a:gd name="connsiteY30" fmla="*/ 3926857 h 11458751"/>
                <a:gd name="connsiteX31" fmla="*/ 3412183 w 7973126"/>
                <a:gd name="connsiteY31" fmla="*/ 176 h 11458751"/>
                <a:gd name="connsiteX0" fmla="*/ 3412183 w 7979303"/>
                <a:gd name="connsiteY0" fmla="*/ 176 h 11458751"/>
                <a:gd name="connsiteX1" fmla="*/ 3591253 w 7979303"/>
                <a:gd name="connsiteY1" fmla="*/ 244016 h 11458751"/>
                <a:gd name="connsiteX2" fmla="*/ 6126808 w 7979303"/>
                <a:gd name="connsiteY2" fmla="*/ 5715176 h 11458751"/>
                <a:gd name="connsiteX3" fmla="*/ 6272064 w 7979303"/>
                <a:gd name="connsiteY3" fmla="*/ 5624688 h 11458751"/>
                <a:gd name="connsiteX4" fmla="*/ 5798195 w 7979303"/>
                <a:gd name="connsiteY4" fmla="*/ 4424538 h 11458751"/>
                <a:gd name="connsiteX5" fmla="*/ 6224441 w 7979303"/>
                <a:gd name="connsiteY5" fmla="*/ 3938763 h 11458751"/>
                <a:gd name="connsiteX6" fmla="*/ 7869883 w 7979303"/>
                <a:gd name="connsiteY6" fmla="*/ 6343826 h 11458751"/>
                <a:gd name="connsiteX7" fmla="*/ 6555433 w 7979303"/>
                <a:gd name="connsiteY7" fmla="*/ 10744376 h 11458751"/>
                <a:gd name="connsiteX8" fmla="*/ 6355408 w 7979303"/>
                <a:gd name="connsiteY8" fmla="*/ 10487201 h 11458751"/>
                <a:gd name="connsiteX9" fmla="*/ 6155383 w 7979303"/>
                <a:gd name="connsiteY9" fmla="*/ 7744001 h 11458751"/>
                <a:gd name="connsiteX10" fmla="*/ 6041083 w 7979303"/>
                <a:gd name="connsiteY10" fmla="*/ 8544101 h 11458751"/>
                <a:gd name="connsiteX11" fmla="*/ 5841058 w 7979303"/>
                <a:gd name="connsiteY11" fmla="*/ 8429801 h 11458751"/>
                <a:gd name="connsiteX12" fmla="*/ 5526733 w 7979303"/>
                <a:gd name="connsiteY12" fmla="*/ 7396338 h 11458751"/>
                <a:gd name="connsiteX13" fmla="*/ 5202883 w 7979303"/>
                <a:gd name="connsiteY13" fmla="*/ 7386813 h 11458751"/>
                <a:gd name="connsiteX14" fmla="*/ 4940945 w 7979303"/>
                <a:gd name="connsiteY14" fmla="*/ 7429676 h 11458751"/>
                <a:gd name="connsiteX15" fmla="*/ 3802707 w 7979303"/>
                <a:gd name="connsiteY15" fmla="*/ 5784232 h 11458751"/>
                <a:gd name="connsiteX16" fmla="*/ 3683645 w 7979303"/>
                <a:gd name="connsiteY16" fmla="*/ 5886627 h 11458751"/>
                <a:gd name="connsiteX17" fmla="*/ 3533627 w 7979303"/>
                <a:gd name="connsiteY17" fmla="*/ 9408495 h 11458751"/>
                <a:gd name="connsiteX18" fmla="*/ 2954982 w 7979303"/>
                <a:gd name="connsiteY18" fmla="*/ 8446469 h 11458751"/>
                <a:gd name="connsiteX19" fmla="*/ 3040708 w 7979303"/>
                <a:gd name="connsiteY19" fmla="*/ 8201201 h 11458751"/>
                <a:gd name="connsiteX20" fmla="*/ 2838302 w 7979303"/>
                <a:gd name="connsiteY20" fmla="*/ 8446470 h 11458751"/>
                <a:gd name="connsiteX21" fmla="*/ 3690789 w 7979303"/>
                <a:gd name="connsiteY21" fmla="*/ 11249201 h 11458751"/>
                <a:gd name="connsiteX22" fmla="*/ 3533627 w 7979303"/>
                <a:gd name="connsiteY22" fmla="*/ 11458751 h 11458751"/>
                <a:gd name="connsiteX23" fmla="*/ 311795 w 7979303"/>
                <a:gd name="connsiteY23" fmla="*/ 4753151 h 11458751"/>
                <a:gd name="connsiteX24" fmla="*/ 616595 w 7979303"/>
                <a:gd name="connsiteY24" fmla="*/ 4724576 h 11458751"/>
                <a:gd name="connsiteX25" fmla="*/ 1297633 w 7979303"/>
                <a:gd name="connsiteY25" fmla="*/ 6286676 h 11458751"/>
                <a:gd name="connsiteX26" fmla="*/ 1426221 w 7979303"/>
                <a:gd name="connsiteY26" fmla="*/ 6119988 h 11458751"/>
                <a:gd name="connsiteX27" fmla="*/ 1111895 w 7979303"/>
                <a:gd name="connsiteY27" fmla="*/ 3124376 h 11458751"/>
                <a:gd name="connsiteX28" fmla="*/ 1516708 w 7979303"/>
                <a:gd name="connsiteY28" fmla="*/ 3267250 h 11458751"/>
                <a:gd name="connsiteX29" fmla="*/ 1816745 w 7979303"/>
                <a:gd name="connsiteY29" fmla="*/ 3953051 h 11458751"/>
                <a:gd name="connsiteX30" fmla="*/ 1957239 w 7979303"/>
                <a:gd name="connsiteY30" fmla="*/ 3926857 h 11458751"/>
                <a:gd name="connsiteX31" fmla="*/ 3412183 w 7979303"/>
                <a:gd name="connsiteY31" fmla="*/ 176 h 11458751"/>
                <a:gd name="connsiteX0" fmla="*/ 3412183 w 8014370"/>
                <a:gd name="connsiteY0" fmla="*/ 176 h 11458751"/>
                <a:gd name="connsiteX1" fmla="*/ 3591253 w 8014370"/>
                <a:gd name="connsiteY1" fmla="*/ 244016 h 11458751"/>
                <a:gd name="connsiteX2" fmla="*/ 6126808 w 8014370"/>
                <a:gd name="connsiteY2" fmla="*/ 5715176 h 11458751"/>
                <a:gd name="connsiteX3" fmla="*/ 6272064 w 8014370"/>
                <a:gd name="connsiteY3" fmla="*/ 5624688 h 11458751"/>
                <a:gd name="connsiteX4" fmla="*/ 5798195 w 8014370"/>
                <a:gd name="connsiteY4" fmla="*/ 4424538 h 11458751"/>
                <a:gd name="connsiteX5" fmla="*/ 6224441 w 8014370"/>
                <a:gd name="connsiteY5" fmla="*/ 3938763 h 11458751"/>
                <a:gd name="connsiteX6" fmla="*/ 7869883 w 8014370"/>
                <a:gd name="connsiteY6" fmla="*/ 6343826 h 11458751"/>
                <a:gd name="connsiteX7" fmla="*/ 6555433 w 8014370"/>
                <a:gd name="connsiteY7" fmla="*/ 10744376 h 11458751"/>
                <a:gd name="connsiteX8" fmla="*/ 6355408 w 8014370"/>
                <a:gd name="connsiteY8" fmla="*/ 10487201 h 11458751"/>
                <a:gd name="connsiteX9" fmla="*/ 6155383 w 8014370"/>
                <a:gd name="connsiteY9" fmla="*/ 7744001 h 11458751"/>
                <a:gd name="connsiteX10" fmla="*/ 6041083 w 8014370"/>
                <a:gd name="connsiteY10" fmla="*/ 8544101 h 11458751"/>
                <a:gd name="connsiteX11" fmla="*/ 5841058 w 8014370"/>
                <a:gd name="connsiteY11" fmla="*/ 8429801 h 11458751"/>
                <a:gd name="connsiteX12" fmla="*/ 5526733 w 8014370"/>
                <a:gd name="connsiteY12" fmla="*/ 7396338 h 11458751"/>
                <a:gd name="connsiteX13" fmla="*/ 5202883 w 8014370"/>
                <a:gd name="connsiteY13" fmla="*/ 7386813 h 11458751"/>
                <a:gd name="connsiteX14" fmla="*/ 4940945 w 8014370"/>
                <a:gd name="connsiteY14" fmla="*/ 7429676 h 11458751"/>
                <a:gd name="connsiteX15" fmla="*/ 3802707 w 8014370"/>
                <a:gd name="connsiteY15" fmla="*/ 5784232 h 11458751"/>
                <a:gd name="connsiteX16" fmla="*/ 3683645 w 8014370"/>
                <a:gd name="connsiteY16" fmla="*/ 5886627 h 11458751"/>
                <a:gd name="connsiteX17" fmla="*/ 3533627 w 8014370"/>
                <a:gd name="connsiteY17" fmla="*/ 9408495 h 11458751"/>
                <a:gd name="connsiteX18" fmla="*/ 2954982 w 8014370"/>
                <a:gd name="connsiteY18" fmla="*/ 8446469 h 11458751"/>
                <a:gd name="connsiteX19" fmla="*/ 3040708 w 8014370"/>
                <a:gd name="connsiteY19" fmla="*/ 8201201 h 11458751"/>
                <a:gd name="connsiteX20" fmla="*/ 2838302 w 8014370"/>
                <a:gd name="connsiteY20" fmla="*/ 8446470 h 11458751"/>
                <a:gd name="connsiteX21" fmla="*/ 3690789 w 8014370"/>
                <a:gd name="connsiteY21" fmla="*/ 11249201 h 11458751"/>
                <a:gd name="connsiteX22" fmla="*/ 3533627 w 8014370"/>
                <a:gd name="connsiteY22" fmla="*/ 11458751 h 11458751"/>
                <a:gd name="connsiteX23" fmla="*/ 311795 w 8014370"/>
                <a:gd name="connsiteY23" fmla="*/ 4753151 h 11458751"/>
                <a:gd name="connsiteX24" fmla="*/ 616595 w 8014370"/>
                <a:gd name="connsiteY24" fmla="*/ 4724576 h 11458751"/>
                <a:gd name="connsiteX25" fmla="*/ 1297633 w 8014370"/>
                <a:gd name="connsiteY25" fmla="*/ 6286676 h 11458751"/>
                <a:gd name="connsiteX26" fmla="*/ 1426221 w 8014370"/>
                <a:gd name="connsiteY26" fmla="*/ 6119988 h 11458751"/>
                <a:gd name="connsiteX27" fmla="*/ 1111895 w 8014370"/>
                <a:gd name="connsiteY27" fmla="*/ 3124376 h 11458751"/>
                <a:gd name="connsiteX28" fmla="*/ 1516708 w 8014370"/>
                <a:gd name="connsiteY28" fmla="*/ 3267250 h 11458751"/>
                <a:gd name="connsiteX29" fmla="*/ 1816745 w 8014370"/>
                <a:gd name="connsiteY29" fmla="*/ 3953051 h 11458751"/>
                <a:gd name="connsiteX30" fmla="*/ 1957239 w 8014370"/>
                <a:gd name="connsiteY30" fmla="*/ 3926857 h 11458751"/>
                <a:gd name="connsiteX31" fmla="*/ 3412183 w 8014370"/>
                <a:gd name="connsiteY31" fmla="*/ 176 h 11458751"/>
                <a:gd name="connsiteX0" fmla="*/ 3412183 w 8016647"/>
                <a:gd name="connsiteY0" fmla="*/ 176 h 11458751"/>
                <a:gd name="connsiteX1" fmla="*/ 3591253 w 8016647"/>
                <a:gd name="connsiteY1" fmla="*/ 244016 h 11458751"/>
                <a:gd name="connsiteX2" fmla="*/ 6126808 w 8016647"/>
                <a:gd name="connsiteY2" fmla="*/ 5715176 h 11458751"/>
                <a:gd name="connsiteX3" fmla="*/ 6272064 w 8016647"/>
                <a:gd name="connsiteY3" fmla="*/ 5624688 h 11458751"/>
                <a:gd name="connsiteX4" fmla="*/ 5798195 w 8016647"/>
                <a:gd name="connsiteY4" fmla="*/ 4424538 h 11458751"/>
                <a:gd name="connsiteX5" fmla="*/ 6224441 w 8016647"/>
                <a:gd name="connsiteY5" fmla="*/ 3938763 h 11458751"/>
                <a:gd name="connsiteX6" fmla="*/ 7869883 w 8016647"/>
                <a:gd name="connsiteY6" fmla="*/ 6343826 h 11458751"/>
                <a:gd name="connsiteX7" fmla="*/ 6555433 w 8016647"/>
                <a:gd name="connsiteY7" fmla="*/ 10744376 h 11458751"/>
                <a:gd name="connsiteX8" fmla="*/ 6355408 w 8016647"/>
                <a:gd name="connsiteY8" fmla="*/ 10487201 h 11458751"/>
                <a:gd name="connsiteX9" fmla="*/ 6155383 w 8016647"/>
                <a:gd name="connsiteY9" fmla="*/ 7744001 h 11458751"/>
                <a:gd name="connsiteX10" fmla="*/ 6041083 w 8016647"/>
                <a:gd name="connsiteY10" fmla="*/ 8544101 h 11458751"/>
                <a:gd name="connsiteX11" fmla="*/ 5841058 w 8016647"/>
                <a:gd name="connsiteY11" fmla="*/ 8429801 h 11458751"/>
                <a:gd name="connsiteX12" fmla="*/ 5526733 w 8016647"/>
                <a:gd name="connsiteY12" fmla="*/ 7396338 h 11458751"/>
                <a:gd name="connsiteX13" fmla="*/ 5202883 w 8016647"/>
                <a:gd name="connsiteY13" fmla="*/ 7386813 h 11458751"/>
                <a:gd name="connsiteX14" fmla="*/ 4940945 w 8016647"/>
                <a:gd name="connsiteY14" fmla="*/ 7429676 h 11458751"/>
                <a:gd name="connsiteX15" fmla="*/ 3802707 w 8016647"/>
                <a:gd name="connsiteY15" fmla="*/ 5784232 h 11458751"/>
                <a:gd name="connsiteX16" fmla="*/ 3683645 w 8016647"/>
                <a:gd name="connsiteY16" fmla="*/ 5886627 h 11458751"/>
                <a:gd name="connsiteX17" fmla="*/ 3533627 w 8016647"/>
                <a:gd name="connsiteY17" fmla="*/ 9408495 h 11458751"/>
                <a:gd name="connsiteX18" fmla="*/ 2954982 w 8016647"/>
                <a:gd name="connsiteY18" fmla="*/ 8446469 h 11458751"/>
                <a:gd name="connsiteX19" fmla="*/ 3040708 w 8016647"/>
                <a:gd name="connsiteY19" fmla="*/ 8201201 h 11458751"/>
                <a:gd name="connsiteX20" fmla="*/ 2838302 w 8016647"/>
                <a:gd name="connsiteY20" fmla="*/ 8446470 h 11458751"/>
                <a:gd name="connsiteX21" fmla="*/ 3690789 w 8016647"/>
                <a:gd name="connsiteY21" fmla="*/ 11249201 h 11458751"/>
                <a:gd name="connsiteX22" fmla="*/ 3533627 w 8016647"/>
                <a:gd name="connsiteY22" fmla="*/ 11458751 h 11458751"/>
                <a:gd name="connsiteX23" fmla="*/ 311795 w 8016647"/>
                <a:gd name="connsiteY23" fmla="*/ 4753151 h 11458751"/>
                <a:gd name="connsiteX24" fmla="*/ 616595 w 8016647"/>
                <a:gd name="connsiteY24" fmla="*/ 4724576 h 11458751"/>
                <a:gd name="connsiteX25" fmla="*/ 1297633 w 8016647"/>
                <a:gd name="connsiteY25" fmla="*/ 6286676 h 11458751"/>
                <a:gd name="connsiteX26" fmla="*/ 1426221 w 8016647"/>
                <a:gd name="connsiteY26" fmla="*/ 6119988 h 11458751"/>
                <a:gd name="connsiteX27" fmla="*/ 1111895 w 8016647"/>
                <a:gd name="connsiteY27" fmla="*/ 3124376 h 11458751"/>
                <a:gd name="connsiteX28" fmla="*/ 1516708 w 8016647"/>
                <a:gd name="connsiteY28" fmla="*/ 3267250 h 11458751"/>
                <a:gd name="connsiteX29" fmla="*/ 1816745 w 8016647"/>
                <a:gd name="connsiteY29" fmla="*/ 3953051 h 11458751"/>
                <a:gd name="connsiteX30" fmla="*/ 1957239 w 8016647"/>
                <a:gd name="connsiteY30" fmla="*/ 3926857 h 11458751"/>
                <a:gd name="connsiteX31" fmla="*/ 3412183 w 8016647"/>
                <a:gd name="connsiteY31" fmla="*/ 176 h 11458751"/>
                <a:gd name="connsiteX0" fmla="*/ 3412183 w 8021706"/>
                <a:gd name="connsiteY0" fmla="*/ 176 h 11458751"/>
                <a:gd name="connsiteX1" fmla="*/ 3591253 w 8021706"/>
                <a:gd name="connsiteY1" fmla="*/ 244016 h 11458751"/>
                <a:gd name="connsiteX2" fmla="*/ 6126808 w 8021706"/>
                <a:gd name="connsiteY2" fmla="*/ 5715176 h 11458751"/>
                <a:gd name="connsiteX3" fmla="*/ 6272064 w 8021706"/>
                <a:gd name="connsiteY3" fmla="*/ 5624688 h 11458751"/>
                <a:gd name="connsiteX4" fmla="*/ 5798195 w 8021706"/>
                <a:gd name="connsiteY4" fmla="*/ 4424538 h 11458751"/>
                <a:gd name="connsiteX5" fmla="*/ 6224441 w 8021706"/>
                <a:gd name="connsiteY5" fmla="*/ 3938763 h 11458751"/>
                <a:gd name="connsiteX6" fmla="*/ 7869883 w 8021706"/>
                <a:gd name="connsiteY6" fmla="*/ 6343826 h 11458751"/>
                <a:gd name="connsiteX7" fmla="*/ 6555433 w 8021706"/>
                <a:gd name="connsiteY7" fmla="*/ 10744376 h 11458751"/>
                <a:gd name="connsiteX8" fmla="*/ 6355408 w 8021706"/>
                <a:gd name="connsiteY8" fmla="*/ 10487201 h 11458751"/>
                <a:gd name="connsiteX9" fmla="*/ 6155383 w 8021706"/>
                <a:gd name="connsiteY9" fmla="*/ 7744001 h 11458751"/>
                <a:gd name="connsiteX10" fmla="*/ 6041083 w 8021706"/>
                <a:gd name="connsiteY10" fmla="*/ 8544101 h 11458751"/>
                <a:gd name="connsiteX11" fmla="*/ 5841058 w 8021706"/>
                <a:gd name="connsiteY11" fmla="*/ 8429801 h 11458751"/>
                <a:gd name="connsiteX12" fmla="*/ 5526733 w 8021706"/>
                <a:gd name="connsiteY12" fmla="*/ 7396338 h 11458751"/>
                <a:gd name="connsiteX13" fmla="*/ 5202883 w 8021706"/>
                <a:gd name="connsiteY13" fmla="*/ 7386813 h 11458751"/>
                <a:gd name="connsiteX14" fmla="*/ 4940945 w 8021706"/>
                <a:gd name="connsiteY14" fmla="*/ 7429676 h 11458751"/>
                <a:gd name="connsiteX15" fmla="*/ 3802707 w 8021706"/>
                <a:gd name="connsiteY15" fmla="*/ 5784232 h 11458751"/>
                <a:gd name="connsiteX16" fmla="*/ 3683645 w 8021706"/>
                <a:gd name="connsiteY16" fmla="*/ 5886627 h 11458751"/>
                <a:gd name="connsiteX17" fmla="*/ 3533627 w 8021706"/>
                <a:gd name="connsiteY17" fmla="*/ 9408495 h 11458751"/>
                <a:gd name="connsiteX18" fmla="*/ 2954982 w 8021706"/>
                <a:gd name="connsiteY18" fmla="*/ 8446469 h 11458751"/>
                <a:gd name="connsiteX19" fmla="*/ 3040708 w 8021706"/>
                <a:gd name="connsiteY19" fmla="*/ 8201201 h 11458751"/>
                <a:gd name="connsiteX20" fmla="*/ 2838302 w 8021706"/>
                <a:gd name="connsiteY20" fmla="*/ 8446470 h 11458751"/>
                <a:gd name="connsiteX21" fmla="*/ 3690789 w 8021706"/>
                <a:gd name="connsiteY21" fmla="*/ 11249201 h 11458751"/>
                <a:gd name="connsiteX22" fmla="*/ 3533627 w 8021706"/>
                <a:gd name="connsiteY22" fmla="*/ 11458751 h 11458751"/>
                <a:gd name="connsiteX23" fmla="*/ 311795 w 8021706"/>
                <a:gd name="connsiteY23" fmla="*/ 4753151 h 11458751"/>
                <a:gd name="connsiteX24" fmla="*/ 616595 w 8021706"/>
                <a:gd name="connsiteY24" fmla="*/ 4724576 h 11458751"/>
                <a:gd name="connsiteX25" fmla="*/ 1297633 w 8021706"/>
                <a:gd name="connsiteY25" fmla="*/ 6286676 h 11458751"/>
                <a:gd name="connsiteX26" fmla="*/ 1426221 w 8021706"/>
                <a:gd name="connsiteY26" fmla="*/ 6119988 h 11458751"/>
                <a:gd name="connsiteX27" fmla="*/ 1111895 w 8021706"/>
                <a:gd name="connsiteY27" fmla="*/ 3124376 h 11458751"/>
                <a:gd name="connsiteX28" fmla="*/ 1516708 w 8021706"/>
                <a:gd name="connsiteY28" fmla="*/ 3267250 h 11458751"/>
                <a:gd name="connsiteX29" fmla="*/ 1816745 w 8021706"/>
                <a:gd name="connsiteY29" fmla="*/ 3953051 h 11458751"/>
                <a:gd name="connsiteX30" fmla="*/ 1957239 w 8021706"/>
                <a:gd name="connsiteY30" fmla="*/ 3926857 h 11458751"/>
                <a:gd name="connsiteX31" fmla="*/ 3412183 w 802170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841058 w 8019776"/>
                <a:gd name="connsiteY11" fmla="*/ 842980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  <a:gd name="connsiteX0" fmla="*/ 3412183 w 8019776"/>
                <a:gd name="connsiteY0" fmla="*/ 176 h 11458751"/>
                <a:gd name="connsiteX1" fmla="*/ 3591253 w 8019776"/>
                <a:gd name="connsiteY1" fmla="*/ 244016 h 11458751"/>
                <a:gd name="connsiteX2" fmla="*/ 6126808 w 8019776"/>
                <a:gd name="connsiteY2" fmla="*/ 5715176 h 11458751"/>
                <a:gd name="connsiteX3" fmla="*/ 6272064 w 8019776"/>
                <a:gd name="connsiteY3" fmla="*/ 5624688 h 11458751"/>
                <a:gd name="connsiteX4" fmla="*/ 5798195 w 8019776"/>
                <a:gd name="connsiteY4" fmla="*/ 4424538 h 11458751"/>
                <a:gd name="connsiteX5" fmla="*/ 6224441 w 8019776"/>
                <a:gd name="connsiteY5" fmla="*/ 3938763 h 11458751"/>
                <a:gd name="connsiteX6" fmla="*/ 7869883 w 8019776"/>
                <a:gd name="connsiteY6" fmla="*/ 6343826 h 11458751"/>
                <a:gd name="connsiteX7" fmla="*/ 6555433 w 8019776"/>
                <a:gd name="connsiteY7" fmla="*/ 10744376 h 11458751"/>
                <a:gd name="connsiteX8" fmla="*/ 6355408 w 8019776"/>
                <a:gd name="connsiteY8" fmla="*/ 10487201 h 11458751"/>
                <a:gd name="connsiteX9" fmla="*/ 6155383 w 8019776"/>
                <a:gd name="connsiteY9" fmla="*/ 7744001 h 11458751"/>
                <a:gd name="connsiteX10" fmla="*/ 6041083 w 8019776"/>
                <a:gd name="connsiteY10" fmla="*/ 8544101 h 11458751"/>
                <a:gd name="connsiteX11" fmla="*/ 5695008 w 8019776"/>
                <a:gd name="connsiteY11" fmla="*/ 8448851 h 11458751"/>
                <a:gd name="connsiteX12" fmla="*/ 5526733 w 8019776"/>
                <a:gd name="connsiteY12" fmla="*/ 7396338 h 11458751"/>
                <a:gd name="connsiteX13" fmla="*/ 5202883 w 8019776"/>
                <a:gd name="connsiteY13" fmla="*/ 7386813 h 11458751"/>
                <a:gd name="connsiteX14" fmla="*/ 4940945 w 8019776"/>
                <a:gd name="connsiteY14" fmla="*/ 7429676 h 11458751"/>
                <a:gd name="connsiteX15" fmla="*/ 3802707 w 8019776"/>
                <a:gd name="connsiteY15" fmla="*/ 5784232 h 11458751"/>
                <a:gd name="connsiteX16" fmla="*/ 3683645 w 8019776"/>
                <a:gd name="connsiteY16" fmla="*/ 5886627 h 11458751"/>
                <a:gd name="connsiteX17" fmla="*/ 3533627 w 8019776"/>
                <a:gd name="connsiteY17" fmla="*/ 9408495 h 11458751"/>
                <a:gd name="connsiteX18" fmla="*/ 2954982 w 8019776"/>
                <a:gd name="connsiteY18" fmla="*/ 8446469 h 11458751"/>
                <a:gd name="connsiteX19" fmla="*/ 3040708 w 8019776"/>
                <a:gd name="connsiteY19" fmla="*/ 8201201 h 11458751"/>
                <a:gd name="connsiteX20" fmla="*/ 2838302 w 8019776"/>
                <a:gd name="connsiteY20" fmla="*/ 8446470 h 11458751"/>
                <a:gd name="connsiteX21" fmla="*/ 3690789 w 8019776"/>
                <a:gd name="connsiteY21" fmla="*/ 11249201 h 11458751"/>
                <a:gd name="connsiteX22" fmla="*/ 3533627 w 8019776"/>
                <a:gd name="connsiteY22" fmla="*/ 11458751 h 11458751"/>
                <a:gd name="connsiteX23" fmla="*/ 311795 w 8019776"/>
                <a:gd name="connsiteY23" fmla="*/ 4753151 h 11458751"/>
                <a:gd name="connsiteX24" fmla="*/ 616595 w 8019776"/>
                <a:gd name="connsiteY24" fmla="*/ 4724576 h 11458751"/>
                <a:gd name="connsiteX25" fmla="*/ 1297633 w 8019776"/>
                <a:gd name="connsiteY25" fmla="*/ 6286676 h 11458751"/>
                <a:gd name="connsiteX26" fmla="*/ 1426221 w 8019776"/>
                <a:gd name="connsiteY26" fmla="*/ 6119988 h 11458751"/>
                <a:gd name="connsiteX27" fmla="*/ 1111895 w 8019776"/>
                <a:gd name="connsiteY27" fmla="*/ 3124376 h 11458751"/>
                <a:gd name="connsiteX28" fmla="*/ 1516708 w 8019776"/>
                <a:gd name="connsiteY28" fmla="*/ 3267250 h 11458751"/>
                <a:gd name="connsiteX29" fmla="*/ 1816745 w 8019776"/>
                <a:gd name="connsiteY29" fmla="*/ 3953051 h 11458751"/>
                <a:gd name="connsiteX30" fmla="*/ 1957239 w 8019776"/>
                <a:gd name="connsiteY30" fmla="*/ 3926857 h 11458751"/>
                <a:gd name="connsiteX31" fmla="*/ 3412183 w 8019776"/>
                <a:gd name="connsiteY31" fmla="*/ 176 h 11458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019776" h="11458751">
                  <a:moveTo>
                    <a:pt x="3412183" y="176"/>
                  </a:moveTo>
                  <a:cubicBezTo>
                    <a:pt x="3492511" y="-6650"/>
                    <a:pt x="3598555" y="187977"/>
                    <a:pt x="3591253" y="244016"/>
                  </a:cubicBezTo>
                  <a:cubicBezTo>
                    <a:pt x="3330841" y="2242542"/>
                    <a:pt x="4325948" y="4215306"/>
                    <a:pt x="6126808" y="5715176"/>
                  </a:cubicBezTo>
                  <a:cubicBezTo>
                    <a:pt x="6272064" y="5846145"/>
                    <a:pt x="6272064" y="5703269"/>
                    <a:pt x="6272064" y="5624688"/>
                  </a:cubicBezTo>
                  <a:cubicBezTo>
                    <a:pt x="6304607" y="5150027"/>
                    <a:pt x="5960914" y="4823000"/>
                    <a:pt x="5798195" y="4424538"/>
                  </a:cubicBezTo>
                  <a:cubicBezTo>
                    <a:pt x="5593408" y="4010200"/>
                    <a:pt x="6076804" y="3812557"/>
                    <a:pt x="6224441" y="3938763"/>
                  </a:cubicBezTo>
                  <a:cubicBezTo>
                    <a:pt x="7178530" y="4743625"/>
                    <a:pt x="7432528" y="5343701"/>
                    <a:pt x="7869883" y="6343826"/>
                  </a:cubicBezTo>
                  <a:cubicBezTo>
                    <a:pt x="8374708" y="8248826"/>
                    <a:pt x="7520632" y="9749014"/>
                    <a:pt x="6555433" y="10744376"/>
                  </a:cubicBezTo>
                  <a:cubicBezTo>
                    <a:pt x="6418908" y="10671351"/>
                    <a:pt x="6390333" y="10630076"/>
                    <a:pt x="6355408" y="10487201"/>
                  </a:cubicBezTo>
                  <a:cubicBezTo>
                    <a:pt x="6657033" y="9331501"/>
                    <a:pt x="6603058" y="8683801"/>
                    <a:pt x="6155383" y="7744001"/>
                  </a:cubicBezTo>
                  <a:cubicBezTo>
                    <a:pt x="6015683" y="7902751"/>
                    <a:pt x="6149033" y="8302801"/>
                    <a:pt x="6041083" y="8544101"/>
                  </a:cubicBezTo>
                  <a:cubicBezTo>
                    <a:pt x="5887625" y="8639351"/>
                    <a:pt x="5848466" y="8620301"/>
                    <a:pt x="5695008" y="8448851"/>
                  </a:cubicBezTo>
                  <a:cubicBezTo>
                    <a:pt x="5626216" y="8059913"/>
                    <a:pt x="5582825" y="7747176"/>
                    <a:pt x="5526733" y="7396338"/>
                  </a:cubicBezTo>
                  <a:cubicBezTo>
                    <a:pt x="5288608" y="7236794"/>
                    <a:pt x="5287814" y="7139957"/>
                    <a:pt x="5202883" y="7386813"/>
                  </a:cubicBezTo>
                  <a:cubicBezTo>
                    <a:pt x="5105252" y="7392369"/>
                    <a:pt x="5156845" y="7685660"/>
                    <a:pt x="4940945" y="7429676"/>
                  </a:cubicBezTo>
                  <a:cubicBezTo>
                    <a:pt x="4618682" y="6804995"/>
                    <a:pt x="4186882" y="6166026"/>
                    <a:pt x="3802707" y="5784232"/>
                  </a:cubicBezTo>
                  <a:cubicBezTo>
                    <a:pt x="3687613" y="5610402"/>
                    <a:pt x="3590777" y="5595320"/>
                    <a:pt x="3683645" y="5886627"/>
                  </a:cubicBezTo>
                  <a:cubicBezTo>
                    <a:pt x="4562326" y="6970096"/>
                    <a:pt x="4093220" y="8379795"/>
                    <a:pt x="3533627" y="9408495"/>
                  </a:cubicBezTo>
                  <a:cubicBezTo>
                    <a:pt x="3250258" y="9879983"/>
                    <a:pt x="3014513" y="8717931"/>
                    <a:pt x="2954982" y="8446469"/>
                  </a:cubicBezTo>
                  <a:cubicBezTo>
                    <a:pt x="3045469" y="8394081"/>
                    <a:pt x="3045470" y="8298832"/>
                    <a:pt x="3040708" y="8201201"/>
                  </a:cubicBezTo>
                  <a:cubicBezTo>
                    <a:pt x="2978001" y="8209139"/>
                    <a:pt x="2865290" y="8283751"/>
                    <a:pt x="2838302" y="8446470"/>
                  </a:cubicBezTo>
                  <a:cubicBezTo>
                    <a:pt x="2881957" y="9354520"/>
                    <a:pt x="2346971" y="10055401"/>
                    <a:pt x="3690789" y="11249201"/>
                  </a:cubicBezTo>
                  <a:cubicBezTo>
                    <a:pt x="3682852" y="11334926"/>
                    <a:pt x="3639196" y="11399219"/>
                    <a:pt x="3533627" y="11458751"/>
                  </a:cubicBezTo>
                  <a:cubicBezTo>
                    <a:pt x="226072" y="10668176"/>
                    <a:pt x="-517674" y="6788326"/>
                    <a:pt x="311795" y="4753151"/>
                  </a:cubicBezTo>
                  <a:cubicBezTo>
                    <a:pt x="356245" y="4689651"/>
                    <a:pt x="508645" y="4651551"/>
                    <a:pt x="616595" y="4724576"/>
                  </a:cubicBezTo>
                  <a:cubicBezTo>
                    <a:pt x="805508" y="5250038"/>
                    <a:pt x="975370" y="5765976"/>
                    <a:pt x="1297633" y="6286676"/>
                  </a:cubicBezTo>
                  <a:cubicBezTo>
                    <a:pt x="1526233" y="6558139"/>
                    <a:pt x="1473846" y="6253337"/>
                    <a:pt x="1426221" y="6119988"/>
                  </a:cubicBezTo>
                  <a:cubicBezTo>
                    <a:pt x="992834" y="5219876"/>
                    <a:pt x="640408" y="4186413"/>
                    <a:pt x="1111895" y="3124376"/>
                  </a:cubicBezTo>
                  <a:cubicBezTo>
                    <a:pt x="1369071" y="2730676"/>
                    <a:pt x="1478608" y="3170413"/>
                    <a:pt x="1516708" y="3267250"/>
                  </a:cubicBezTo>
                  <a:cubicBezTo>
                    <a:pt x="1616720" y="3495850"/>
                    <a:pt x="1726258" y="3867327"/>
                    <a:pt x="1816745" y="3953051"/>
                  </a:cubicBezTo>
                  <a:cubicBezTo>
                    <a:pt x="2072332" y="4278488"/>
                    <a:pt x="2063601" y="3941939"/>
                    <a:pt x="1957239" y="3926857"/>
                  </a:cubicBezTo>
                  <a:cubicBezTo>
                    <a:pt x="1897707" y="2610026"/>
                    <a:pt x="2812108" y="781226"/>
                    <a:pt x="3412183" y="176"/>
                  </a:cubicBezTo>
                  <a:close/>
                </a:path>
              </a:pathLst>
            </a:cu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225" name="文本框 224"/>
          <p:cNvSpPr txBox="1"/>
          <p:nvPr/>
        </p:nvSpPr>
        <p:spPr>
          <a:xfrm>
            <a:off x="3809152" y="2149446"/>
            <a:ext cx="446966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5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政府颁奖环节</a:t>
            </a:r>
            <a:endParaRPr lang="zh-CN" altLang="en-US" sz="5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2449212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6000"/>
    </mc:Choice>
    <mc:Fallback xmlns="">
      <p:transition advClick="0" advTm="6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8/9)*(#ppt_y-(#ppt_y+0.1))*((1.5-1.5*$)^2-(1.5-1.5*$)^3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8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avLst>
                                        <p:tav tm="0" fmla="1+(8/9)*(1-0)*((1.5-1.5*$)^2-(1.5-1.5*$)^3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1" dur="3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(#ppt_w-0)*(-2*sin(7*($+0.026)*2*pi) / exp(22*($+0.026))+1.03)/1.03+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12" dur="3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(#ppt_h-0)*(-2*sin(7*($+0.026)*2*pi) / exp(22*($+0.026))+1.03)/1.03+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5" dur="3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(#ppt_w-0)*(-2*sin(7*($+0.026)*2*pi) / exp(22*($+0.026))+1.03)/1.03+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16" dur="3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(#ppt_h-0)*(-2*sin(7*($+0.026)*2*pi) / exp(22*($+0.026))+1.03)/1.03+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9" dur="67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(#ppt_x-(1+#ppt_w/2))*(-2*sin(7*($+0.026)*2*pi) / exp(22*($+0.026))+1.03)/1.03+(1+#ppt_w/2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67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(#ppt_x-(1+#ppt_w/2))*(-2*sin(7*($+0.026)*2*pi) / exp(22*($+0.026))+1.03)/1.03+(1+#ppt_w/2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5" dur="67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(#ppt_x-(1+#ppt_w/2))*(-2*sin(7*($+0.026)*2*pi) / exp(22*($+0.026))+1.03)/1.03+(1+#ppt_w/2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8" dur="67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(#ppt_x-(1+#ppt_w/2))*(-2*sin(7*($+0.026)*2*pi) / exp(22*($+0.026))+1.03)/1.03+(1+#ppt_w/2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1" dur="67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(#ppt_x-(1+#ppt_w/2))*(-2*sin(7*($+0.026)*2*pi) / exp(22*($+0.026))+1.03)/1.03+(1+#ppt_w/2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4" dur="3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(#ppt_w-0)*(-2*sin(7*($+0.026)*2*pi) / exp(22*($+0.026))+1.03)/1.03+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35" dur="3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(#ppt_h-0)*(-2*sin(7*($+0.026)*2*pi) / exp(22*($+0.026))+1.03)/1.03+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3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(#ppt_w-0)*(-2*sin(7*($+0.026)*2*pi) / exp(22*($+0.026))+1.03)/1.03+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39" dur="3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(#ppt_h-0)*(-2*sin(7*($+0.026)*2*pi) / exp(22*($+0.026))+1.03)/1.03+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3" presetClass="entr" presetSubtype="528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8/9)*(#ppt_x-0.5)*((1.5-1.5*$)^2-(1.5-1.5*$)^3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43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8/9)*(#ppt_y-0.5)*((1.5-1.5*$)^2-(1.5-1.5*$)^3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44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+(8/9)*(#ppt_w-0)*((1.5-1.5*$)^2-(1.5-1.5*$)^3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45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+(8/9)*(#ppt_h-0)*((1.5-1.5*$)^2-(1.5-1.5*$)^3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3" presetClass="entr" presetSubtype="528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8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8/9)*(#ppt_x-0.5)*((1.5-1.5*$)^2-(1.5-1.5*$)^3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49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8/9)*(#ppt_y-0.5)*((1.5-1.5*$)^2-(1.5-1.5*$)^3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50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+(8/9)*(#ppt_w-0)*((1.5-1.5*$)^2-(1.5-1.5*$)^3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51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+(8/9)*(#ppt_h-0)*((1.5-1.5*$)^2-(1.5-1.5*$)^3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" grpId="0" animBg="1"/>
      <p:bldP spid="178" grpId="0"/>
      <p:bldP spid="132" grpId="0" animBg="1"/>
      <p:bldP spid="225" grpId="0"/>
    </p:bldLst>
  </p:timing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2877</TotalTime>
  <Words>3118</Words>
  <Application>Microsoft Office PowerPoint</Application>
  <PresentationFormat>宽屏</PresentationFormat>
  <Paragraphs>362</Paragraphs>
  <Slides>42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9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42</vt:i4>
      </vt:variant>
    </vt:vector>
  </HeadingPairs>
  <TitlesOfParts>
    <vt:vector size="52" baseType="lpstr">
      <vt:lpstr>黑体</vt:lpstr>
      <vt:lpstr>Calibri</vt:lpstr>
      <vt:lpstr>华光综艺_CNKI</vt:lpstr>
      <vt:lpstr>Calibri Light</vt:lpstr>
      <vt:lpstr>宋体</vt:lpstr>
      <vt:lpstr>Arial</vt:lpstr>
      <vt:lpstr>微软雅黑</vt:lpstr>
      <vt:lpstr>Wingdings</vt:lpstr>
      <vt:lpstr>汉真广标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wangjie</dc:creator>
  <cp:lastModifiedBy>Yangziyi</cp:lastModifiedBy>
  <cp:revision>263</cp:revision>
  <dcterms:created xsi:type="dcterms:W3CDTF">2015-12-05T04:41:01Z</dcterms:created>
  <dcterms:modified xsi:type="dcterms:W3CDTF">2025-09-17T09:52:18Z</dcterms:modified>
</cp:coreProperties>
</file>